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4" r:id="rId5"/>
    <p:sldId id="266" r:id="rId6"/>
    <p:sldId id="267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FC83E-5316-4667-93F6-F7C398BA6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559D4-8624-4471-A383-CA90C3D7E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48855-0EF3-4596-AB2C-21EB69F2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1951-4275-4FF1-8805-03AD2CAD4A6D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ACAA9-8F6A-4220-BBDA-A4A5F2860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89FD-1E92-44C0-8078-DC14CB625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89B8-C819-4851-A742-522E866C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10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1F3B-2845-4522-8FCF-DDFE78CC4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950C0-2FFE-4BCB-AC02-F10CCF05E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AAA41-6EBB-4A49-A08B-F51A0C50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1951-4275-4FF1-8805-03AD2CAD4A6D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5461E-27FA-4EB9-A400-555330106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E1700-19E0-4ED5-8C2D-4EE841999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89B8-C819-4851-A742-522E866C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04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DA0B-628B-4446-A60E-9B26E3A28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8BF2B-69EB-4FF7-8998-EC4E7F3F7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E1D18-1654-4727-B95B-83FD04DBB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1951-4275-4FF1-8805-03AD2CAD4A6D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B5184-9538-4166-A699-DEAA4155F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66852-E106-436B-B8F0-431F969AD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89B8-C819-4851-A742-522E866C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3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290E-72A9-44C8-A256-F0793D7D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C1D5E-08D0-48E0-A5A3-EB9658E1A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CFB00-C313-4F4B-A235-F394BDE44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A82E4-D526-4449-BDFC-BE28E7D7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1951-4275-4FF1-8805-03AD2CAD4A6D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8C9FB-D00E-4AC2-9FAD-6D37654EE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2517A-DB79-4858-BB4B-CC1F107D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89B8-C819-4851-A742-522E866C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85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AC7DB-8244-4C20-8B3D-0FCE56987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DDF60-5393-4080-8DC4-5F699C658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4CDE4-E7F4-432A-B8A2-1BE38DBDA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6A5E01-0800-45C7-9F99-975C8FBB5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0D147C-243F-487E-9EFD-928D8DC86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AAD294-C759-44B2-BAC1-FABEFC68F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1951-4275-4FF1-8805-03AD2CAD4A6D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BF5BBE-02CC-40D8-B406-2B4968165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030ED1-11B5-4E5F-902A-1B4C7144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89B8-C819-4851-A742-522E866C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5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CF95D-A8A2-4D38-B7AD-7DB1B14A5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872077-96BB-44C8-8A1C-841151789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1951-4275-4FF1-8805-03AD2CAD4A6D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6C5003-83AB-4C15-B068-5D2500A7B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639E6-9F27-4AD9-89E9-46E83DAF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89B8-C819-4851-A742-522E866C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3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A6DD2C-A8C4-4FCE-8D1C-475271B4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1951-4275-4FF1-8805-03AD2CAD4A6D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F73A9B-1DA2-4D27-8D28-F08E984F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CB4D9-52DF-4191-9456-E2D0D2D9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89B8-C819-4851-A742-522E866C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22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9BD7-B4FB-4440-9AFB-A29516895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9F161-15CF-4735-9AF2-5C0D70D81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D752-82D3-43DB-AC90-4BC2DC252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6C8EF-F468-464A-98E9-693C48D6E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1951-4275-4FF1-8805-03AD2CAD4A6D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7DC32-3442-415F-91F9-0FECADF86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97696-FC6F-4669-BA58-5A8511D69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89B8-C819-4851-A742-522E866C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3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03942-E3EA-4978-96D6-29E3CB04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7CFA2F-BA94-40A7-810B-857689645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7136C-25E1-40FC-883F-97C79571C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9DAA0-8E12-4FCE-ABC3-FD6895C1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1951-4275-4FF1-8805-03AD2CAD4A6D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6D7B2-DBE2-4811-B389-861AB88A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3488F-4243-450E-9E06-0E4C55E28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89B8-C819-4851-A742-522E866C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55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D1F4-76C4-4A86-BFB3-1826082F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C5EC9-1D36-49EB-98A9-7DE5B6AF7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9A56C-DB31-4042-8358-6A2B7A84B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1951-4275-4FF1-8805-03AD2CAD4A6D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57E5E-4E1F-4C16-A6C5-E414F6A9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05E81-3058-4A6D-AD29-CF10139A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89B8-C819-4851-A742-522E866C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6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565711-6EB5-4A4C-8163-122A75A4A1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12A08-1818-40F7-BDA6-EBCD62C3B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BE504-576D-41B7-B16F-9DE64C7D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11951-4275-4FF1-8805-03AD2CAD4A6D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4EB26-1878-4E23-AC39-62700AB24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E44B7-403A-4840-B9FB-C11771DC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389B8-C819-4851-A742-522E866C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28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BF5331-43C2-4F4A-82F3-83104A05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731FC-6B30-490C-9660-2534D06B9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BA5D1-C8B0-4990-B06B-074A1AA38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11951-4275-4FF1-8805-03AD2CAD4A6D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8E455-9BC7-4A1F-AB2D-33DD46151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61557-E3FA-40B4-B937-7F890257C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389B8-C819-4851-A742-522E866C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00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stitutoeuropaunita.gov.it/pon/IntroTEAM/coinvolgimento_della_comunita_scolastica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6D39-BC2D-4D16-B564-765C7DA49A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Working with State Partners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08CC2-8E77-41C9-ACED-FA71181DD4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b="1" dirty="0"/>
              <a:t>Susanna Miller-Raines, MSW</a:t>
            </a:r>
          </a:p>
          <a:p>
            <a:r>
              <a:rPr lang="en-US" dirty="0"/>
              <a:t>Think College Consultant</a:t>
            </a:r>
          </a:p>
          <a:p>
            <a:r>
              <a:rPr lang="en-US" dirty="0"/>
              <a:t>Statewide Coordinator, Georgia IPSE Consortium</a:t>
            </a:r>
          </a:p>
        </p:txBody>
      </p:sp>
    </p:spTree>
    <p:extLst>
      <p:ext uri="{BB962C8B-B14F-4D97-AF65-F5344CB8AC3E}">
        <p14:creationId xmlns:p14="http://schemas.microsoft.com/office/powerpoint/2010/main" val="73188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5B95A-F847-489A-B534-9E033E4F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Potential State-level Partners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71A6E-CF81-4A02-B0A0-37AC64D03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University Centers of Excellence in Developmental Disabilities</a:t>
            </a:r>
          </a:p>
          <a:p>
            <a:r>
              <a:rPr lang="en-US" dirty="0"/>
              <a:t>Developmental Disability Councils/Governor’s Councils</a:t>
            </a:r>
          </a:p>
          <a:p>
            <a:r>
              <a:rPr lang="en-US" dirty="0"/>
              <a:t>Protection &amp; Advocacy Organizations</a:t>
            </a:r>
          </a:p>
          <a:p>
            <a:r>
              <a:rPr lang="en-US" dirty="0"/>
              <a:t>Department of Educations</a:t>
            </a:r>
          </a:p>
          <a:p>
            <a:r>
              <a:rPr lang="en-US" dirty="0"/>
              <a:t>Vocational Rehabilitation Agencies</a:t>
            </a:r>
          </a:p>
          <a:p>
            <a:r>
              <a:rPr lang="en-US" dirty="0"/>
              <a:t>State Developmental Disability Agencies</a:t>
            </a:r>
          </a:p>
          <a:p>
            <a:r>
              <a:rPr lang="en-US" dirty="0"/>
              <a:t>Institutions of Higher Education/Colleges &amp; Universities</a:t>
            </a:r>
          </a:p>
        </p:txBody>
      </p:sp>
    </p:spTree>
    <p:extLst>
      <p:ext uri="{BB962C8B-B14F-4D97-AF65-F5344CB8AC3E}">
        <p14:creationId xmlns:p14="http://schemas.microsoft.com/office/powerpoint/2010/main" val="614585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4223B-5921-410F-B6FD-AC4E186E6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Tips &amp; Tricks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D35D2-89BE-41A0-AB9A-02A492531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0744"/>
            <a:ext cx="10515600" cy="4351338"/>
          </a:xfrm>
        </p:spPr>
        <p:txBody>
          <a:bodyPr>
            <a:normAutofit/>
          </a:bodyPr>
          <a:lstStyle/>
          <a:p>
            <a:pPr>
              <a:buFont typeface="Calibri" panose="020F0502020204030204" pitchFamily="34" charset="0"/>
              <a:buAutoNum type="arabicPeriod"/>
            </a:pPr>
            <a:r>
              <a:rPr lang="en-US" altLang="en-US" dirty="0">
                <a:latin typeface="Cambria" panose="02040503050406030204" pitchFamily="18" charset="0"/>
              </a:rPr>
              <a:t>Choose a coordinator/backbone organization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en-US" dirty="0">
                <a:latin typeface="Cambria" panose="02040503050406030204" pitchFamily="18" charset="0"/>
              </a:rPr>
              <a:t>Come up with a common vision for your state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en-US" dirty="0">
                <a:latin typeface="Cambria" panose="02040503050406030204" pitchFamily="18" charset="0"/>
              </a:rPr>
              <a:t>Host quarterly or semi annual meetings of Leadership Team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en-US" dirty="0">
                <a:latin typeface="Cambria" panose="02040503050406030204" pitchFamily="18" charset="0"/>
              </a:rPr>
              <a:t>Provide technical assistance to other stakeholders.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en-US" dirty="0">
                <a:latin typeface="Cambria" panose="02040503050406030204" pitchFamily="18" charset="0"/>
              </a:rPr>
              <a:t>Host a statewide meeting with all stakeholders.  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en-US" dirty="0">
                <a:latin typeface="Cambria" panose="02040503050406030204" pitchFamily="18" charset="0"/>
              </a:rPr>
              <a:t>Have a Listserv/Mail Chimp </a:t>
            </a:r>
            <a:r>
              <a:rPr lang="en-US" altLang="en-US">
                <a:latin typeface="Cambria" panose="02040503050406030204" pitchFamily="18" charset="0"/>
              </a:rPr>
              <a:t>to one-way communicate. </a:t>
            </a:r>
            <a:endParaRPr lang="en-US" altLang="en-US" dirty="0">
              <a:latin typeface="Cambria" panose="02040503050406030204" pitchFamily="18" charset="0"/>
            </a:endParaRP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en-US" dirty="0">
                <a:latin typeface="Cambria" panose="02040503050406030204" pitchFamily="18" charset="0"/>
              </a:rPr>
              <a:t>Create a social media presence.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en-US" altLang="en-US" dirty="0">
                <a:latin typeface="Cambria" panose="02040503050406030204" pitchFamily="18" charset="0"/>
              </a:rPr>
              <a:t>Create a website.</a:t>
            </a:r>
          </a:p>
          <a:p>
            <a:pPr>
              <a:buFont typeface="Calibri" panose="020F0502020204030204" pitchFamily="34" charset="0"/>
              <a:buAutoNum type="arabicPeriod"/>
            </a:pPr>
            <a:endParaRPr lang="en-US" altLang="en-US" dirty="0">
              <a:latin typeface="Cambria" panose="020405030504060302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518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BC991-BBB3-413D-AC50-4E30140FF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Bringing on more colleges &amp; universities</a:t>
            </a:r>
            <a:endParaRPr lang="en-US" b="1" i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6D0D1-B50B-4E35-AE49-834FD326A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10506"/>
            <a:ext cx="5181600" cy="4351338"/>
          </a:xfrm>
        </p:spPr>
        <p:txBody>
          <a:bodyPr/>
          <a:lstStyle/>
          <a:p>
            <a:r>
              <a:rPr lang="en-US" dirty="0"/>
              <a:t>Not enough IPSE programs to serve all students eligible </a:t>
            </a:r>
          </a:p>
          <a:p>
            <a:r>
              <a:rPr lang="en-US" dirty="0"/>
              <a:t>Create a learning community</a:t>
            </a:r>
          </a:p>
          <a:p>
            <a:r>
              <a:rPr lang="en-US" dirty="0"/>
              <a:t>Offer educational opportunities</a:t>
            </a:r>
          </a:p>
          <a:p>
            <a:r>
              <a:rPr lang="en-US" dirty="0"/>
              <a:t>Look for shared grant opportunities</a:t>
            </a:r>
          </a:p>
          <a:p>
            <a:r>
              <a:rPr lang="en-US" dirty="0"/>
              <a:t>Hold open informational meetings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3116147-CA32-4BB4-A5F7-69445022B0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172200" y="2457177"/>
            <a:ext cx="5181600" cy="3088233"/>
          </a:xfrm>
        </p:spPr>
      </p:pic>
    </p:spTree>
    <p:extLst>
      <p:ext uri="{BB962C8B-B14F-4D97-AF65-F5344CB8AC3E}">
        <p14:creationId xmlns:p14="http://schemas.microsoft.com/office/powerpoint/2010/main" val="2960264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C1074-A6D7-4C16-850B-43618F86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When Partnerships Work Well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B5BD6-F55B-4A2A-8780-BFAAF9523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voice. Larger numbers.</a:t>
            </a:r>
          </a:p>
          <a:p>
            <a:pPr lvl="1"/>
            <a:r>
              <a:rPr lang="en-US" dirty="0"/>
              <a:t>Legislature</a:t>
            </a:r>
          </a:p>
          <a:p>
            <a:pPr lvl="1"/>
            <a:r>
              <a:rPr lang="en-US" dirty="0"/>
              <a:t>Other state agencies</a:t>
            </a:r>
          </a:p>
          <a:p>
            <a:r>
              <a:rPr lang="en-US" dirty="0"/>
              <a:t>Find where your missions align</a:t>
            </a:r>
          </a:p>
          <a:p>
            <a:r>
              <a:rPr lang="en-US" dirty="0"/>
              <a:t>Problem solve together</a:t>
            </a:r>
          </a:p>
          <a:p>
            <a:r>
              <a:rPr lang="en-US" dirty="0"/>
              <a:t>Pick up services where others end</a:t>
            </a:r>
          </a:p>
          <a:p>
            <a:r>
              <a:rPr lang="en-US" dirty="0"/>
              <a:t>Different partners have access to different pots of money</a:t>
            </a:r>
          </a:p>
        </p:txBody>
      </p:sp>
    </p:spTree>
    <p:extLst>
      <p:ext uri="{BB962C8B-B14F-4D97-AF65-F5344CB8AC3E}">
        <p14:creationId xmlns:p14="http://schemas.microsoft.com/office/powerpoint/2010/main" val="320594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0F62A-CF95-4E9D-BE10-15645D47F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Seeking Legislative Support</a:t>
            </a:r>
            <a:r>
              <a:rPr lang="en-US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0AB76-70FF-428F-B031-80545B0E2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Policy Support</a:t>
            </a:r>
          </a:p>
          <a:p>
            <a:pPr lvl="1"/>
            <a:r>
              <a:rPr lang="en-US" dirty="0"/>
              <a:t>Lottery scholarships</a:t>
            </a:r>
          </a:p>
          <a:p>
            <a:pPr lvl="1"/>
            <a:r>
              <a:rPr lang="en-US" dirty="0"/>
              <a:t>Study committees</a:t>
            </a:r>
          </a:p>
          <a:p>
            <a:r>
              <a:rPr lang="en-US" dirty="0"/>
              <a:t>Financial Support</a:t>
            </a:r>
          </a:p>
          <a:p>
            <a:pPr lvl="1"/>
            <a:r>
              <a:rPr lang="en-US" dirty="0"/>
              <a:t>Scholarship money</a:t>
            </a:r>
          </a:p>
          <a:p>
            <a:pPr lvl="1"/>
            <a:r>
              <a:rPr lang="en-US" dirty="0"/>
              <a:t>Program money/seed money</a:t>
            </a:r>
          </a:p>
          <a:p>
            <a:r>
              <a:rPr lang="en-US" dirty="0"/>
              <a:t>Lessons Learned</a:t>
            </a:r>
          </a:p>
          <a:p>
            <a:pPr lvl="1"/>
            <a:r>
              <a:rPr lang="en-US" dirty="0"/>
              <a:t>Work together with stakeholders to create an ask</a:t>
            </a:r>
          </a:p>
          <a:p>
            <a:pPr lvl="1"/>
            <a:r>
              <a:rPr lang="en-US" dirty="0"/>
              <a:t>Everyone has to be on the same page</a:t>
            </a:r>
          </a:p>
          <a:p>
            <a:pPr lvl="1"/>
            <a:r>
              <a:rPr lang="en-US" dirty="0"/>
              <a:t>Find legislative champions to advise you</a:t>
            </a:r>
          </a:p>
        </p:txBody>
      </p:sp>
    </p:spTree>
    <p:extLst>
      <p:ext uri="{BB962C8B-B14F-4D97-AF65-F5344CB8AC3E}">
        <p14:creationId xmlns:p14="http://schemas.microsoft.com/office/powerpoint/2010/main" val="2306135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B47AC-98DD-4816-AB08-DEBB3E9E2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Potential Road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45F21-DA60-4B52-8BB4-DD7658512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Leadership changes</a:t>
            </a:r>
          </a:p>
          <a:p>
            <a:pPr lvl="1"/>
            <a:r>
              <a:rPr lang="en-US" dirty="0"/>
              <a:t>Ask for a “handover”</a:t>
            </a:r>
          </a:p>
          <a:p>
            <a:pPr lvl="1"/>
            <a:r>
              <a:rPr lang="en-US" dirty="0"/>
              <a:t>Have boilerplate language and materials ready to share with new individuals</a:t>
            </a:r>
          </a:p>
          <a:p>
            <a:pPr lvl="1"/>
            <a:r>
              <a:rPr lang="en-US" dirty="0"/>
              <a:t>Search for new champions within the organization</a:t>
            </a:r>
          </a:p>
          <a:p>
            <a:r>
              <a:rPr lang="en-US" dirty="0"/>
              <a:t>Regulation changes</a:t>
            </a:r>
          </a:p>
          <a:p>
            <a:pPr lvl="1"/>
            <a:r>
              <a:rPr lang="en-US" dirty="0"/>
              <a:t>Be willing to problem solve</a:t>
            </a:r>
          </a:p>
          <a:p>
            <a:pPr lvl="1"/>
            <a:r>
              <a:rPr lang="en-US" dirty="0"/>
              <a:t>Help to be a solution </a:t>
            </a:r>
          </a:p>
          <a:p>
            <a:pPr lvl="1"/>
            <a:r>
              <a:rPr lang="en-US" dirty="0"/>
              <a:t>Focus on where there is money</a:t>
            </a:r>
          </a:p>
          <a:p>
            <a:r>
              <a:rPr lang="en-US" dirty="0"/>
              <a:t>Be ready to educate and advocate!</a:t>
            </a:r>
          </a:p>
        </p:txBody>
      </p:sp>
    </p:spTree>
    <p:extLst>
      <p:ext uri="{BB962C8B-B14F-4D97-AF65-F5344CB8AC3E}">
        <p14:creationId xmlns:p14="http://schemas.microsoft.com/office/powerpoint/2010/main" val="855231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281</Words>
  <Application>Microsoft Macintosh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Office Theme</vt:lpstr>
      <vt:lpstr>Working with State Partners</vt:lpstr>
      <vt:lpstr>Potential State-level Partners</vt:lpstr>
      <vt:lpstr>Tips &amp; Tricks</vt:lpstr>
      <vt:lpstr>Bringing on more colleges &amp; universities</vt:lpstr>
      <vt:lpstr>When Partnerships Work Well</vt:lpstr>
      <vt:lpstr>Seeking Legislative Support </vt:lpstr>
      <vt:lpstr>Potential Road Blocks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State Partners</dc:title>
  <dc:creator>Susanna Miller-Raines</dc:creator>
  <cp:lastModifiedBy>Rebecca W Lazo</cp:lastModifiedBy>
  <cp:revision>11</cp:revision>
  <dcterms:created xsi:type="dcterms:W3CDTF">2018-02-15T18:25:52Z</dcterms:created>
  <dcterms:modified xsi:type="dcterms:W3CDTF">2019-10-15T15:43:58Z</dcterms:modified>
</cp:coreProperties>
</file>