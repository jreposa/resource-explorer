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058400" cy="7772400"/>
  <p:notesSz cx="6858000" cy="9144000"/>
  <p:embeddedFontLst>
    <p:embeddedFont>
      <p:font typeface="Bloc Heavy" charset="1" panose="02000504040000020004"/>
      <p:regular r:id="rId7"/>
    </p:embeddedFont>
    <p:embeddedFont>
      <p:font typeface="Museo Slab" charset="1" panose="02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4571" y="231025"/>
            <a:ext cx="9689258" cy="7310351"/>
            <a:chOff x="0" y="0"/>
            <a:chExt cx="15943940" cy="120293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43940" cy="12029384"/>
            </a:xfrm>
            <a:custGeom>
              <a:avLst/>
              <a:gdLst/>
              <a:ahLst/>
              <a:cxnLst/>
              <a:rect r="r" b="b" t="t" l="l"/>
              <a:pathLst>
                <a:path h="12029384" w="15943940">
                  <a:moveTo>
                    <a:pt x="15717881" y="0"/>
                  </a:moveTo>
                  <a:lnTo>
                    <a:pt x="0" y="0"/>
                  </a:lnTo>
                  <a:lnTo>
                    <a:pt x="0" y="12029384"/>
                  </a:lnTo>
                  <a:lnTo>
                    <a:pt x="15943940" y="12029384"/>
                  </a:lnTo>
                  <a:lnTo>
                    <a:pt x="15943940" y="0"/>
                  </a:lnTo>
                  <a:lnTo>
                    <a:pt x="15717881" y="0"/>
                  </a:lnTo>
                  <a:close/>
                  <a:moveTo>
                    <a:pt x="15717881" y="11803324"/>
                  </a:moveTo>
                  <a:lnTo>
                    <a:pt x="228600" y="11803324"/>
                  </a:lnTo>
                  <a:lnTo>
                    <a:pt x="228600" y="228600"/>
                  </a:lnTo>
                  <a:lnTo>
                    <a:pt x="15717881" y="228600"/>
                  </a:lnTo>
                  <a:lnTo>
                    <a:pt x="15717881" y="1180332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0" y="1223565"/>
            <a:ext cx="11350288" cy="929005"/>
          </a:xfrm>
          <a:prstGeom prst="rect">
            <a:avLst/>
          </a:prstGeom>
          <a:solidFill>
            <a:srgbClr val="4C8EC9"/>
          </a:solidFill>
        </p:spPr>
      </p:sp>
      <p:grpSp>
        <p:nvGrpSpPr>
          <p:cNvPr name="Group 5" id="5"/>
          <p:cNvGrpSpPr/>
          <p:nvPr/>
        </p:nvGrpSpPr>
        <p:grpSpPr>
          <a:xfrm rot="0">
            <a:off x="1703827" y="926093"/>
            <a:ext cx="7409310" cy="1523948"/>
            <a:chOff x="0" y="0"/>
            <a:chExt cx="9879080" cy="203193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707044" y="417046"/>
              <a:ext cx="9172036" cy="1293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40"/>
                </a:lnSpc>
              </a:pPr>
              <a:r>
                <a:rPr lang="en-US" sz="6840">
                  <a:solidFill>
                    <a:srgbClr val="20527C"/>
                  </a:solidFill>
                  <a:latin typeface="Bloc Heavy"/>
                  <a:ea typeface="Bloc Heavy"/>
                  <a:cs typeface="Bloc Heavy"/>
                  <a:sym typeface="Bloc Heavy"/>
                </a:rPr>
                <a:t>#IPSEDAY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353" cy="2031931"/>
            </a:xfrm>
            <a:custGeom>
              <a:avLst/>
              <a:gdLst/>
              <a:ahLst/>
              <a:cxnLst/>
              <a:rect r="r" b="b" t="t" l="l"/>
              <a:pathLst>
                <a:path h="2031931" w="1920353">
                  <a:moveTo>
                    <a:pt x="0" y="0"/>
                  </a:moveTo>
                  <a:lnTo>
                    <a:pt x="1920353" y="0"/>
                  </a:lnTo>
                  <a:lnTo>
                    <a:pt x="1920353" y="2031931"/>
                  </a:lnTo>
                  <a:lnTo>
                    <a:pt x="0" y="203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29" t="0" r="-74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375556" y="6520492"/>
            <a:ext cx="1107383" cy="653621"/>
          </a:xfrm>
          <a:custGeom>
            <a:avLst/>
            <a:gdLst/>
            <a:ahLst/>
            <a:cxnLst/>
            <a:rect r="r" b="b" t="t" l="l"/>
            <a:pathLst>
              <a:path h="653621" w="1107383">
                <a:moveTo>
                  <a:pt x="0" y="0"/>
                </a:moveTo>
                <a:lnTo>
                  <a:pt x="1107384" y="0"/>
                </a:lnTo>
                <a:lnTo>
                  <a:pt x="1107384" y="653621"/>
                </a:lnTo>
                <a:lnTo>
                  <a:pt x="0" y="653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4382" y="2644736"/>
            <a:ext cx="8689636" cy="671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1"/>
              </a:lnSpc>
            </a:pPr>
            <a:r>
              <a:rPr lang="en-US" sz="4092" spc="286">
                <a:solidFill>
                  <a:srgbClr val="20527C"/>
                </a:solidFill>
                <a:latin typeface="Museo Slab"/>
                <a:ea typeface="Museo Slab"/>
                <a:cs typeface="Museo Slab"/>
                <a:sym typeface="Museo Slab"/>
              </a:rPr>
              <a:t>I SUPPORT IPSE BECAUSE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DAGjDEYEK54</dc:identifier>
  <dcterms:modified xsi:type="dcterms:W3CDTF">2011-08-01T06:04:30Z</dcterms:modified>
  <cp:revision>1</cp:revision>
  <dc:title>2025 IPSE Day Square</dc:title>
</cp:coreProperties>
</file>