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2" r:id="rId5"/>
    <p:sldMasterId id="2147483648" r:id="rId6"/>
  </p:sldMasterIdLst>
  <p:notesMasterIdLst>
    <p:notesMasterId r:id="rId14"/>
  </p:notesMasterIdLst>
  <p:sldIdLst>
    <p:sldId id="848" r:id="rId7"/>
    <p:sldId id="849" r:id="rId8"/>
    <p:sldId id="568" r:id="rId9"/>
    <p:sldId id="527" r:id="rId10"/>
    <p:sldId id="856" r:id="rId11"/>
    <p:sldId id="855" r:id="rId12"/>
    <p:sldId id="85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8EEF8B-6B0E-D5C6-A35B-F17BEECED52A}" v="26" dt="2023-07-26T18:37:15.822"/>
    <p1510:client id="{7543D593-4484-570C-21FD-2EE6218CB2F9}" v="50" dt="2023-07-21T20:42:37.820"/>
    <p1510:client id="{775A36C5-756F-EB77-AA81-D69E2D97231A}" v="13" dt="2023-07-26T19:15:07.732"/>
    <p1510:client id="{81165553-6057-A259-0F79-0BA3C424CF9E}" v="7" dt="2023-07-22T21:23:48.012"/>
    <p1510:client id="{C69AC577-4918-0864-17B3-D093B42928C9}" v="64" dt="2023-07-26T16:57:40.4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93792" autoAdjust="0"/>
  </p:normalViewPr>
  <p:slideViewPr>
    <p:cSldViewPr snapToGrid="0">
      <p:cViewPr varScale="1">
        <p:scale>
          <a:sx n="63" d="100"/>
          <a:sy n="63" d="100"/>
        </p:scale>
        <p:origin x="696" y="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4.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ci Jones" userId="S::staci.jones@umb.edu::8493031c-935c-4567-bcd9-185995e08a61" providerId="AD" clId="Web-{7543D593-4484-570C-21FD-2EE6218CB2F9}"/>
    <pc:docChg chg="addSld delSld modSld addMainMaster modMainMaster">
      <pc:chgData name="Staci Jones" userId="S::staci.jones@umb.edu::8493031c-935c-4567-bcd9-185995e08a61" providerId="AD" clId="Web-{7543D593-4484-570C-21FD-2EE6218CB2F9}" dt="2023-07-21T20:42:37.820" v="52" actId="20577"/>
      <pc:docMkLst>
        <pc:docMk/>
      </pc:docMkLst>
      <pc:sldChg chg="modSp">
        <pc:chgData name="Staci Jones" userId="S::staci.jones@umb.edu::8493031c-935c-4567-bcd9-185995e08a61" providerId="AD" clId="Web-{7543D593-4484-570C-21FD-2EE6218CB2F9}" dt="2023-07-21T20:42:37.820" v="52" actId="20577"/>
        <pc:sldMkLst>
          <pc:docMk/>
          <pc:sldMk cId="1807697088" sldId="851"/>
        </pc:sldMkLst>
        <pc:spChg chg="mod">
          <ac:chgData name="Staci Jones" userId="S::staci.jones@umb.edu::8493031c-935c-4567-bcd9-185995e08a61" providerId="AD" clId="Web-{7543D593-4484-570C-21FD-2EE6218CB2F9}" dt="2023-07-21T20:42:37.820" v="52" actId="20577"/>
          <ac:spMkLst>
            <pc:docMk/>
            <pc:sldMk cId="1807697088" sldId="851"/>
            <ac:spMk id="3" creationId="{48DE07AD-1613-638A-4F4C-C8873D1FC3B1}"/>
          </ac:spMkLst>
        </pc:spChg>
      </pc:sldChg>
      <pc:sldChg chg="addSp modSp">
        <pc:chgData name="Staci Jones" userId="S::staci.jones@umb.edu::8493031c-935c-4567-bcd9-185995e08a61" providerId="AD" clId="Web-{7543D593-4484-570C-21FD-2EE6218CB2F9}" dt="2023-07-21T20:29:21.092" v="5" actId="20577"/>
        <pc:sldMkLst>
          <pc:docMk/>
          <pc:sldMk cId="2501483727" sldId="853"/>
        </pc:sldMkLst>
        <pc:spChg chg="add mod">
          <ac:chgData name="Staci Jones" userId="S::staci.jones@umb.edu::8493031c-935c-4567-bcd9-185995e08a61" providerId="AD" clId="Web-{7543D593-4484-570C-21FD-2EE6218CB2F9}" dt="2023-07-21T20:29:21.092" v="5" actId="20577"/>
          <ac:spMkLst>
            <pc:docMk/>
            <pc:sldMk cId="2501483727" sldId="853"/>
            <ac:spMk id="2" creationId="{240B98D2-2C8D-A20E-08DD-A9C50F6EA44C}"/>
          </ac:spMkLst>
        </pc:spChg>
      </pc:sldChg>
      <pc:sldChg chg="new del">
        <pc:chgData name="Staci Jones" userId="S::staci.jones@umb.edu::8493031c-935c-4567-bcd9-185995e08a61" providerId="AD" clId="Web-{7543D593-4484-570C-21FD-2EE6218CB2F9}" dt="2023-07-21T20:39:39.987" v="8"/>
        <pc:sldMkLst>
          <pc:docMk/>
          <pc:sldMk cId="2087511081" sldId="854"/>
        </pc:sldMkLst>
      </pc:sldChg>
      <pc:sldChg chg="add">
        <pc:chgData name="Staci Jones" userId="S::staci.jones@umb.edu::8493031c-935c-4567-bcd9-185995e08a61" providerId="AD" clId="Web-{7543D593-4484-570C-21FD-2EE6218CB2F9}" dt="2023-07-21T20:39:36.283" v="7"/>
        <pc:sldMkLst>
          <pc:docMk/>
          <pc:sldMk cId="3027891384" sldId="855"/>
        </pc:sldMkLst>
      </pc:sldChg>
      <pc:sldMasterChg chg="replId modSldLayout">
        <pc:chgData name="Staci Jones" userId="S::staci.jones@umb.edu::8493031c-935c-4567-bcd9-185995e08a61" providerId="AD" clId="Web-{7543D593-4484-570C-21FD-2EE6218CB2F9}" dt="2023-07-21T20:39:36.283" v="7"/>
        <pc:sldMasterMkLst>
          <pc:docMk/>
          <pc:sldMasterMk cId="2963197781" sldId="2147483660"/>
        </pc:sldMasterMkLst>
        <pc:sldLayoutChg chg="replId">
          <pc:chgData name="Staci Jones" userId="S::staci.jones@umb.edu::8493031c-935c-4567-bcd9-185995e08a61" providerId="AD" clId="Web-{7543D593-4484-570C-21FD-2EE6218CB2F9}" dt="2023-07-21T20:39:36.283" v="7"/>
          <pc:sldLayoutMkLst>
            <pc:docMk/>
            <pc:sldMasterMk cId="2963197781" sldId="2147483660"/>
            <pc:sldLayoutMk cId="211500408" sldId="2147483661"/>
          </pc:sldLayoutMkLst>
        </pc:sldLayoutChg>
        <pc:sldLayoutChg chg="replId">
          <pc:chgData name="Staci Jones" userId="S::staci.jones@umb.edu::8493031c-935c-4567-bcd9-185995e08a61" providerId="AD" clId="Web-{7543D593-4484-570C-21FD-2EE6218CB2F9}" dt="2023-07-21T20:39:36.283" v="7"/>
          <pc:sldLayoutMkLst>
            <pc:docMk/>
            <pc:sldMasterMk cId="2963197781" sldId="2147483660"/>
            <pc:sldLayoutMk cId="3597303225" sldId="2147483662"/>
          </pc:sldLayoutMkLst>
        </pc:sldLayoutChg>
        <pc:sldLayoutChg chg="replId">
          <pc:chgData name="Staci Jones" userId="S::staci.jones@umb.edu::8493031c-935c-4567-bcd9-185995e08a61" providerId="AD" clId="Web-{7543D593-4484-570C-21FD-2EE6218CB2F9}" dt="2023-07-21T20:39:36.283" v="7"/>
          <pc:sldLayoutMkLst>
            <pc:docMk/>
            <pc:sldMasterMk cId="2963197781" sldId="2147483660"/>
            <pc:sldLayoutMk cId="1632372546" sldId="2147483663"/>
          </pc:sldLayoutMkLst>
        </pc:sldLayoutChg>
        <pc:sldLayoutChg chg="replId">
          <pc:chgData name="Staci Jones" userId="S::staci.jones@umb.edu::8493031c-935c-4567-bcd9-185995e08a61" providerId="AD" clId="Web-{7543D593-4484-570C-21FD-2EE6218CB2F9}" dt="2023-07-21T20:39:36.283" v="7"/>
          <pc:sldLayoutMkLst>
            <pc:docMk/>
            <pc:sldMasterMk cId="2963197781" sldId="2147483660"/>
            <pc:sldLayoutMk cId="210246127" sldId="2147483664"/>
          </pc:sldLayoutMkLst>
        </pc:sldLayoutChg>
        <pc:sldLayoutChg chg="replId">
          <pc:chgData name="Staci Jones" userId="S::staci.jones@umb.edu::8493031c-935c-4567-bcd9-185995e08a61" providerId="AD" clId="Web-{7543D593-4484-570C-21FD-2EE6218CB2F9}" dt="2023-07-21T20:39:36.283" v="7"/>
          <pc:sldLayoutMkLst>
            <pc:docMk/>
            <pc:sldMasterMk cId="2963197781" sldId="2147483660"/>
            <pc:sldLayoutMk cId="1215045175" sldId="2147483665"/>
          </pc:sldLayoutMkLst>
        </pc:sldLayoutChg>
        <pc:sldLayoutChg chg="replId">
          <pc:chgData name="Staci Jones" userId="S::staci.jones@umb.edu::8493031c-935c-4567-bcd9-185995e08a61" providerId="AD" clId="Web-{7543D593-4484-570C-21FD-2EE6218CB2F9}" dt="2023-07-21T20:39:36.283" v="7"/>
          <pc:sldLayoutMkLst>
            <pc:docMk/>
            <pc:sldMasterMk cId="2963197781" sldId="2147483660"/>
            <pc:sldLayoutMk cId="808988374" sldId="2147483666"/>
          </pc:sldLayoutMkLst>
        </pc:sldLayoutChg>
        <pc:sldLayoutChg chg="replId">
          <pc:chgData name="Staci Jones" userId="S::staci.jones@umb.edu::8493031c-935c-4567-bcd9-185995e08a61" providerId="AD" clId="Web-{7543D593-4484-570C-21FD-2EE6218CB2F9}" dt="2023-07-21T20:39:36.283" v="7"/>
          <pc:sldLayoutMkLst>
            <pc:docMk/>
            <pc:sldMasterMk cId="2963197781" sldId="2147483660"/>
            <pc:sldLayoutMk cId="481560231" sldId="2147483667"/>
          </pc:sldLayoutMkLst>
        </pc:sldLayoutChg>
        <pc:sldLayoutChg chg="replId">
          <pc:chgData name="Staci Jones" userId="S::staci.jones@umb.edu::8493031c-935c-4567-bcd9-185995e08a61" providerId="AD" clId="Web-{7543D593-4484-570C-21FD-2EE6218CB2F9}" dt="2023-07-21T20:39:36.283" v="7"/>
          <pc:sldLayoutMkLst>
            <pc:docMk/>
            <pc:sldMasterMk cId="2963197781" sldId="2147483660"/>
            <pc:sldLayoutMk cId="3942572970" sldId="2147483668"/>
          </pc:sldLayoutMkLst>
        </pc:sldLayoutChg>
        <pc:sldLayoutChg chg="replId">
          <pc:chgData name="Staci Jones" userId="S::staci.jones@umb.edu::8493031c-935c-4567-bcd9-185995e08a61" providerId="AD" clId="Web-{7543D593-4484-570C-21FD-2EE6218CB2F9}" dt="2023-07-21T20:39:36.283" v="7"/>
          <pc:sldLayoutMkLst>
            <pc:docMk/>
            <pc:sldMasterMk cId="2963197781" sldId="2147483660"/>
            <pc:sldLayoutMk cId="3276453634" sldId="2147483669"/>
          </pc:sldLayoutMkLst>
        </pc:sldLayoutChg>
        <pc:sldLayoutChg chg="replId">
          <pc:chgData name="Staci Jones" userId="S::staci.jones@umb.edu::8493031c-935c-4567-bcd9-185995e08a61" providerId="AD" clId="Web-{7543D593-4484-570C-21FD-2EE6218CB2F9}" dt="2023-07-21T20:39:36.283" v="7"/>
          <pc:sldLayoutMkLst>
            <pc:docMk/>
            <pc:sldMasterMk cId="2963197781" sldId="2147483660"/>
            <pc:sldLayoutMk cId="3522288803" sldId="2147483670"/>
          </pc:sldLayoutMkLst>
        </pc:sldLayoutChg>
        <pc:sldLayoutChg chg="replId">
          <pc:chgData name="Staci Jones" userId="S::staci.jones@umb.edu::8493031c-935c-4567-bcd9-185995e08a61" providerId="AD" clId="Web-{7543D593-4484-570C-21FD-2EE6218CB2F9}" dt="2023-07-21T20:39:36.283" v="7"/>
          <pc:sldLayoutMkLst>
            <pc:docMk/>
            <pc:sldMasterMk cId="2963197781" sldId="2147483660"/>
            <pc:sldLayoutMk cId="4182541901" sldId="2147483671"/>
          </pc:sldLayoutMkLst>
        </pc:sldLayoutChg>
      </pc:sldMasterChg>
      <pc:sldMasterChg chg="add addSldLayout">
        <pc:chgData name="Staci Jones" userId="S::staci.jones@umb.edu::8493031c-935c-4567-bcd9-185995e08a61" providerId="AD" clId="Web-{7543D593-4484-570C-21FD-2EE6218CB2F9}" dt="2023-07-21T20:39:36.283" v="7"/>
        <pc:sldMasterMkLst>
          <pc:docMk/>
          <pc:sldMasterMk cId="2010820273" sldId="2147483672"/>
        </pc:sldMasterMkLst>
        <pc:sldLayoutChg chg="add">
          <pc:chgData name="Staci Jones" userId="S::staci.jones@umb.edu::8493031c-935c-4567-bcd9-185995e08a61" providerId="AD" clId="Web-{7543D593-4484-570C-21FD-2EE6218CB2F9}" dt="2023-07-21T20:39:36.283" v="7"/>
          <pc:sldLayoutMkLst>
            <pc:docMk/>
            <pc:sldMasterMk cId="2010820273" sldId="2147483672"/>
            <pc:sldLayoutMk cId="3452810718" sldId="2147483673"/>
          </pc:sldLayoutMkLst>
        </pc:sldLayoutChg>
        <pc:sldLayoutChg chg="add">
          <pc:chgData name="Staci Jones" userId="S::staci.jones@umb.edu::8493031c-935c-4567-bcd9-185995e08a61" providerId="AD" clId="Web-{7543D593-4484-570C-21FD-2EE6218CB2F9}" dt="2023-07-21T20:39:36.283" v="7"/>
          <pc:sldLayoutMkLst>
            <pc:docMk/>
            <pc:sldMasterMk cId="2010820273" sldId="2147483672"/>
            <pc:sldLayoutMk cId="187142766" sldId="2147483674"/>
          </pc:sldLayoutMkLst>
        </pc:sldLayoutChg>
        <pc:sldLayoutChg chg="add">
          <pc:chgData name="Staci Jones" userId="S::staci.jones@umb.edu::8493031c-935c-4567-bcd9-185995e08a61" providerId="AD" clId="Web-{7543D593-4484-570C-21FD-2EE6218CB2F9}" dt="2023-07-21T20:39:36.283" v="7"/>
          <pc:sldLayoutMkLst>
            <pc:docMk/>
            <pc:sldMasterMk cId="2010820273" sldId="2147483672"/>
            <pc:sldLayoutMk cId="1777359892" sldId="2147483675"/>
          </pc:sldLayoutMkLst>
        </pc:sldLayoutChg>
        <pc:sldLayoutChg chg="add">
          <pc:chgData name="Staci Jones" userId="S::staci.jones@umb.edu::8493031c-935c-4567-bcd9-185995e08a61" providerId="AD" clId="Web-{7543D593-4484-570C-21FD-2EE6218CB2F9}" dt="2023-07-21T20:39:36.283" v="7"/>
          <pc:sldLayoutMkLst>
            <pc:docMk/>
            <pc:sldMasterMk cId="2010820273" sldId="2147483672"/>
            <pc:sldLayoutMk cId="2300705329" sldId="2147483676"/>
          </pc:sldLayoutMkLst>
        </pc:sldLayoutChg>
        <pc:sldLayoutChg chg="add">
          <pc:chgData name="Staci Jones" userId="S::staci.jones@umb.edu::8493031c-935c-4567-bcd9-185995e08a61" providerId="AD" clId="Web-{7543D593-4484-570C-21FD-2EE6218CB2F9}" dt="2023-07-21T20:39:36.283" v="7"/>
          <pc:sldLayoutMkLst>
            <pc:docMk/>
            <pc:sldMasterMk cId="2010820273" sldId="2147483672"/>
            <pc:sldLayoutMk cId="589647535" sldId="2147483677"/>
          </pc:sldLayoutMkLst>
        </pc:sldLayoutChg>
        <pc:sldLayoutChg chg="add">
          <pc:chgData name="Staci Jones" userId="S::staci.jones@umb.edu::8493031c-935c-4567-bcd9-185995e08a61" providerId="AD" clId="Web-{7543D593-4484-570C-21FD-2EE6218CB2F9}" dt="2023-07-21T20:39:36.283" v="7"/>
          <pc:sldLayoutMkLst>
            <pc:docMk/>
            <pc:sldMasterMk cId="2010820273" sldId="2147483672"/>
            <pc:sldLayoutMk cId="3442164729" sldId="2147483678"/>
          </pc:sldLayoutMkLst>
        </pc:sldLayoutChg>
        <pc:sldLayoutChg chg="add">
          <pc:chgData name="Staci Jones" userId="S::staci.jones@umb.edu::8493031c-935c-4567-bcd9-185995e08a61" providerId="AD" clId="Web-{7543D593-4484-570C-21FD-2EE6218CB2F9}" dt="2023-07-21T20:39:36.283" v="7"/>
          <pc:sldLayoutMkLst>
            <pc:docMk/>
            <pc:sldMasterMk cId="2010820273" sldId="2147483672"/>
            <pc:sldLayoutMk cId="2554013702" sldId="2147483679"/>
          </pc:sldLayoutMkLst>
        </pc:sldLayoutChg>
        <pc:sldLayoutChg chg="add">
          <pc:chgData name="Staci Jones" userId="S::staci.jones@umb.edu::8493031c-935c-4567-bcd9-185995e08a61" providerId="AD" clId="Web-{7543D593-4484-570C-21FD-2EE6218CB2F9}" dt="2023-07-21T20:39:36.283" v="7"/>
          <pc:sldLayoutMkLst>
            <pc:docMk/>
            <pc:sldMasterMk cId="2010820273" sldId="2147483672"/>
            <pc:sldLayoutMk cId="288156275" sldId="2147483680"/>
          </pc:sldLayoutMkLst>
        </pc:sldLayoutChg>
        <pc:sldLayoutChg chg="add">
          <pc:chgData name="Staci Jones" userId="S::staci.jones@umb.edu::8493031c-935c-4567-bcd9-185995e08a61" providerId="AD" clId="Web-{7543D593-4484-570C-21FD-2EE6218CB2F9}" dt="2023-07-21T20:39:36.283" v="7"/>
          <pc:sldLayoutMkLst>
            <pc:docMk/>
            <pc:sldMasterMk cId="2010820273" sldId="2147483672"/>
            <pc:sldLayoutMk cId="1070715772" sldId="2147483681"/>
          </pc:sldLayoutMkLst>
        </pc:sldLayoutChg>
        <pc:sldLayoutChg chg="add">
          <pc:chgData name="Staci Jones" userId="S::staci.jones@umb.edu::8493031c-935c-4567-bcd9-185995e08a61" providerId="AD" clId="Web-{7543D593-4484-570C-21FD-2EE6218CB2F9}" dt="2023-07-21T20:39:36.283" v="7"/>
          <pc:sldLayoutMkLst>
            <pc:docMk/>
            <pc:sldMasterMk cId="2010820273" sldId="2147483672"/>
            <pc:sldLayoutMk cId="4015355244" sldId="2147483682"/>
          </pc:sldLayoutMkLst>
        </pc:sldLayoutChg>
        <pc:sldLayoutChg chg="add">
          <pc:chgData name="Staci Jones" userId="S::staci.jones@umb.edu::8493031c-935c-4567-bcd9-185995e08a61" providerId="AD" clId="Web-{7543D593-4484-570C-21FD-2EE6218CB2F9}" dt="2023-07-21T20:39:36.283" v="7"/>
          <pc:sldLayoutMkLst>
            <pc:docMk/>
            <pc:sldMasterMk cId="2010820273" sldId="2147483672"/>
            <pc:sldLayoutMk cId="1398081049" sldId="2147483683"/>
          </pc:sldLayoutMkLst>
        </pc:sldLayoutChg>
      </pc:sldMasterChg>
    </pc:docChg>
  </pc:docChgLst>
  <pc:docChgLst>
    <pc:chgData name="Staci Jones" userId="S::staci.jones@umb.edu::8493031c-935c-4567-bcd9-185995e08a61" providerId="AD" clId="Web-{775A36C5-756F-EB77-AA81-D69E2D97231A}"/>
    <pc:docChg chg="modSld">
      <pc:chgData name="Staci Jones" userId="S::staci.jones@umb.edu::8493031c-935c-4567-bcd9-185995e08a61" providerId="AD" clId="Web-{775A36C5-756F-EB77-AA81-D69E2D97231A}" dt="2023-07-26T19:15:07.732" v="13" actId="14100"/>
      <pc:docMkLst>
        <pc:docMk/>
      </pc:docMkLst>
      <pc:sldChg chg="modSp">
        <pc:chgData name="Staci Jones" userId="S::staci.jones@umb.edu::8493031c-935c-4567-bcd9-185995e08a61" providerId="AD" clId="Web-{775A36C5-756F-EB77-AA81-D69E2D97231A}" dt="2023-07-26T19:13:22.838" v="9" actId="20577"/>
        <pc:sldMkLst>
          <pc:docMk/>
          <pc:sldMk cId="3027891384" sldId="855"/>
        </pc:sldMkLst>
        <pc:spChg chg="mod">
          <ac:chgData name="Staci Jones" userId="S::staci.jones@umb.edu::8493031c-935c-4567-bcd9-185995e08a61" providerId="AD" clId="Web-{775A36C5-756F-EB77-AA81-D69E2D97231A}" dt="2023-07-26T19:13:22.838" v="9" actId="20577"/>
          <ac:spMkLst>
            <pc:docMk/>
            <pc:sldMk cId="3027891384" sldId="855"/>
            <ac:spMk id="5" creationId="{96DAF02C-5BD0-7981-181F-F7C2EB064697}"/>
          </ac:spMkLst>
        </pc:spChg>
      </pc:sldChg>
      <pc:sldChg chg="addSp modSp">
        <pc:chgData name="Staci Jones" userId="S::staci.jones@umb.edu::8493031c-935c-4567-bcd9-185995e08a61" providerId="AD" clId="Web-{775A36C5-756F-EB77-AA81-D69E2D97231A}" dt="2023-07-26T19:15:07.732" v="13" actId="14100"/>
        <pc:sldMkLst>
          <pc:docMk/>
          <pc:sldMk cId="2268562322" sldId="856"/>
        </pc:sldMkLst>
        <pc:spChg chg="mod">
          <ac:chgData name="Staci Jones" userId="S::staci.jones@umb.edu::8493031c-935c-4567-bcd9-185995e08a61" providerId="AD" clId="Web-{775A36C5-756F-EB77-AA81-D69E2D97231A}" dt="2023-07-26T19:12:33.978" v="4" actId="20577"/>
          <ac:spMkLst>
            <pc:docMk/>
            <pc:sldMk cId="2268562322" sldId="856"/>
            <ac:spMk id="2" creationId="{1194F438-5282-0AC6-BED5-6C58D59582CD}"/>
          </ac:spMkLst>
        </pc:spChg>
        <pc:spChg chg="mod">
          <ac:chgData name="Staci Jones" userId="S::staci.jones@umb.edu::8493031c-935c-4567-bcd9-185995e08a61" providerId="AD" clId="Web-{775A36C5-756F-EB77-AA81-D69E2D97231A}" dt="2023-07-26T19:12:38.040" v="5" actId="14100"/>
          <ac:spMkLst>
            <pc:docMk/>
            <pc:sldMk cId="2268562322" sldId="856"/>
            <ac:spMk id="5" creationId="{FFACE92D-3C7C-0F91-A077-BF90B91B3691}"/>
          </ac:spMkLst>
        </pc:spChg>
        <pc:spChg chg="mod">
          <ac:chgData name="Staci Jones" userId="S::staci.jones@umb.edu::8493031c-935c-4567-bcd9-185995e08a61" providerId="AD" clId="Web-{775A36C5-756F-EB77-AA81-D69E2D97231A}" dt="2023-07-26T19:14:36.200" v="10" actId="14100"/>
          <ac:spMkLst>
            <pc:docMk/>
            <pc:sldMk cId="2268562322" sldId="856"/>
            <ac:spMk id="12" creationId="{BC7838DF-8526-B70D-F99E-2894C21EB623}"/>
          </ac:spMkLst>
        </pc:spChg>
        <pc:spChg chg="mod ord">
          <ac:chgData name="Staci Jones" userId="S::staci.jones@umb.edu::8493031c-935c-4567-bcd9-185995e08a61" providerId="AD" clId="Web-{775A36C5-756F-EB77-AA81-D69E2D97231A}" dt="2023-07-26T19:15:07.732" v="13" actId="14100"/>
          <ac:spMkLst>
            <pc:docMk/>
            <pc:sldMk cId="2268562322" sldId="856"/>
            <ac:spMk id="18" creationId="{03D649FD-21AC-FB48-F512-364783972031}"/>
          </ac:spMkLst>
        </pc:spChg>
        <pc:spChg chg="add">
          <ac:chgData name="Staci Jones" userId="S::staci.jones@umb.edu::8493031c-935c-4567-bcd9-185995e08a61" providerId="AD" clId="Web-{775A36C5-756F-EB77-AA81-D69E2D97231A}" dt="2023-07-26T19:12:48.416" v="8"/>
          <ac:spMkLst>
            <pc:docMk/>
            <pc:sldMk cId="2268562322" sldId="856"/>
            <ac:spMk id="41" creationId="{DDB01BAB-A0C2-55CA-28D7-31127F22C0B1}"/>
          </ac:spMkLst>
        </pc:spChg>
        <pc:graphicFrameChg chg="mod ord">
          <ac:chgData name="Staci Jones" userId="S::staci.jones@umb.edu::8493031c-935c-4567-bcd9-185995e08a61" providerId="AD" clId="Web-{775A36C5-756F-EB77-AA81-D69E2D97231A}" dt="2023-07-26T19:12:47.822" v="7"/>
          <ac:graphicFrameMkLst>
            <pc:docMk/>
            <pc:sldMk cId="2268562322" sldId="856"/>
            <ac:graphicFrameMk id="8" creationId="{43DE4E54-3568-83E5-934D-B1F60443E96C}"/>
          </ac:graphicFrameMkLst>
        </pc:graphicFrameChg>
      </pc:sldChg>
    </pc:docChg>
  </pc:docChgLst>
  <pc:docChgLst>
    <pc:chgData name="Staci Jones" userId="S::staci.jones@umb.edu::8493031c-935c-4567-bcd9-185995e08a61" providerId="AD" clId="Web-{B6DAC1A8-E8BB-0FAB-C45E-60FF15BD9DC9}"/>
    <pc:docChg chg="modSld">
      <pc:chgData name="Staci Jones" userId="S::staci.jones@umb.edu::8493031c-935c-4567-bcd9-185995e08a61" providerId="AD" clId="Web-{B6DAC1A8-E8BB-0FAB-C45E-60FF15BD9DC9}" dt="2023-07-26T17:54:09.275" v="1" actId="20577"/>
      <pc:docMkLst>
        <pc:docMk/>
      </pc:docMkLst>
      <pc:sldChg chg="modSp">
        <pc:chgData name="Staci Jones" userId="S::staci.jones@umb.edu::8493031c-935c-4567-bcd9-185995e08a61" providerId="AD" clId="Web-{B6DAC1A8-E8BB-0FAB-C45E-60FF15BD9DC9}" dt="2023-07-26T17:54:09.275" v="1" actId="20577"/>
        <pc:sldMkLst>
          <pc:docMk/>
          <pc:sldMk cId="2268562322" sldId="856"/>
        </pc:sldMkLst>
        <pc:graphicFrameChg chg="modGraphic">
          <ac:chgData name="Staci Jones" userId="S::staci.jones@umb.edu::8493031c-935c-4567-bcd9-185995e08a61" providerId="AD" clId="Web-{B6DAC1A8-E8BB-0FAB-C45E-60FF15BD9DC9}" dt="2023-07-26T17:54:09.275" v="1" actId="20577"/>
          <ac:graphicFrameMkLst>
            <pc:docMk/>
            <pc:sldMk cId="2268562322" sldId="856"/>
            <ac:graphicFrameMk id="8" creationId="{43DE4E54-3568-83E5-934D-B1F60443E96C}"/>
          </ac:graphicFrameMkLst>
        </pc:graphicFrameChg>
      </pc:sldChg>
    </pc:docChg>
  </pc:docChgLst>
  <pc:docChgLst>
    <pc:chgData name="Staci Jones" userId="S::staci.jones@umb.edu::8493031c-935c-4567-bcd9-185995e08a61" providerId="AD" clId="Web-{318EEF8B-6B0E-D5C6-A35B-F17BEECED52A}"/>
    <pc:docChg chg="modSld">
      <pc:chgData name="Staci Jones" userId="S::staci.jones@umb.edu::8493031c-935c-4567-bcd9-185995e08a61" providerId="AD" clId="Web-{318EEF8B-6B0E-D5C6-A35B-F17BEECED52A}" dt="2023-07-26T18:37:15.822" v="23" actId="14100"/>
      <pc:docMkLst>
        <pc:docMk/>
      </pc:docMkLst>
      <pc:sldChg chg="modSp">
        <pc:chgData name="Staci Jones" userId="S::staci.jones@umb.edu::8493031c-935c-4567-bcd9-185995e08a61" providerId="AD" clId="Web-{318EEF8B-6B0E-D5C6-A35B-F17BEECED52A}" dt="2023-07-26T18:37:15.822" v="23" actId="14100"/>
        <pc:sldMkLst>
          <pc:docMk/>
          <pc:sldMk cId="2268562322" sldId="856"/>
        </pc:sldMkLst>
        <pc:spChg chg="mod">
          <ac:chgData name="Staci Jones" userId="S::staci.jones@umb.edu::8493031c-935c-4567-bcd9-185995e08a61" providerId="AD" clId="Web-{318EEF8B-6B0E-D5C6-A35B-F17BEECED52A}" dt="2023-07-26T18:37:15.822" v="23" actId="14100"/>
          <ac:spMkLst>
            <pc:docMk/>
            <pc:sldMk cId="2268562322" sldId="856"/>
            <ac:spMk id="12" creationId="{BC7838DF-8526-B70D-F99E-2894C21EB623}"/>
          </ac:spMkLst>
        </pc:spChg>
      </pc:sldChg>
    </pc:docChg>
  </pc:docChgLst>
  <pc:docChgLst>
    <pc:chgData name="Staci Jones" userId="S::staci.jones@umb.edu::8493031c-935c-4567-bcd9-185995e08a61" providerId="AD" clId="Web-{81165553-6057-A259-0F79-0BA3C424CF9E}"/>
    <pc:docChg chg="modSld">
      <pc:chgData name="Staci Jones" userId="S::staci.jones@umb.edu::8493031c-935c-4567-bcd9-185995e08a61" providerId="AD" clId="Web-{81165553-6057-A259-0F79-0BA3C424CF9E}" dt="2023-07-22T21:23:45.402" v="5" actId="20577"/>
      <pc:docMkLst>
        <pc:docMk/>
      </pc:docMkLst>
      <pc:sldChg chg="addSp modSp">
        <pc:chgData name="Staci Jones" userId="S::staci.jones@umb.edu::8493031c-935c-4567-bcd9-185995e08a61" providerId="AD" clId="Web-{81165553-6057-A259-0F79-0BA3C424CF9E}" dt="2023-07-22T21:23:45.402" v="5" actId="20577"/>
        <pc:sldMkLst>
          <pc:docMk/>
          <pc:sldMk cId="2213966982" sldId="527"/>
        </pc:sldMkLst>
        <pc:spChg chg="add mod">
          <ac:chgData name="Staci Jones" userId="S::staci.jones@umb.edu::8493031c-935c-4567-bcd9-185995e08a61" providerId="AD" clId="Web-{81165553-6057-A259-0F79-0BA3C424CF9E}" dt="2023-07-22T21:23:45.402" v="5" actId="20577"/>
          <ac:spMkLst>
            <pc:docMk/>
            <pc:sldMk cId="2213966982" sldId="527"/>
            <ac:spMk id="3" creationId="{4B8889F6-E94E-4B5B-3C64-922DDEE26BAD}"/>
          </ac:spMkLst>
        </pc:spChg>
      </pc:sldChg>
    </pc:docChg>
  </pc:docChgLst>
  <pc:docChgLst>
    <pc:chgData name="Staci Jones" userId="S::staci.jones@umb.edu::8493031c-935c-4567-bcd9-185995e08a61" providerId="AD" clId="Web-{C69AC577-4918-0864-17B3-D093B42928C9}"/>
    <pc:docChg chg="addSld delSld modSld addMainMaster modMainMaster">
      <pc:chgData name="Staci Jones" userId="S::staci.jones@umb.edu::8493031c-935c-4567-bcd9-185995e08a61" providerId="AD" clId="Web-{C69AC577-4918-0864-17B3-D093B42928C9}" dt="2023-07-26T16:57:40.120" v="58" actId="20577"/>
      <pc:docMkLst>
        <pc:docMk/>
      </pc:docMkLst>
      <pc:sldChg chg="modSp">
        <pc:chgData name="Staci Jones" userId="S::staci.jones@umb.edu::8493031c-935c-4567-bcd9-185995e08a61" providerId="AD" clId="Web-{C69AC577-4918-0864-17B3-D093B42928C9}" dt="2023-07-26T16:49:46.775" v="24" actId="20577"/>
        <pc:sldMkLst>
          <pc:docMk/>
          <pc:sldMk cId="2213966982" sldId="527"/>
        </pc:sldMkLst>
        <pc:spChg chg="mod">
          <ac:chgData name="Staci Jones" userId="S::staci.jones@umb.edu::8493031c-935c-4567-bcd9-185995e08a61" providerId="AD" clId="Web-{C69AC577-4918-0864-17B3-D093B42928C9}" dt="2023-07-26T16:49:46.775" v="24" actId="20577"/>
          <ac:spMkLst>
            <pc:docMk/>
            <pc:sldMk cId="2213966982" sldId="527"/>
            <ac:spMk id="3" creationId="{4B8889F6-E94E-4B5B-3C64-922DDEE26BAD}"/>
          </ac:spMkLst>
        </pc:spChg>
      </pc:sldChg>
      <pc:sldChg chg="modSp">
        <pc:chgData name="Staci Jones" userId="S::staci.jones@umb.edu::8493031c-935c-4567-bcd9-185995e08a61" providerId="AD" clId="Web-{C69AC577-4918-0864-17B3-D093B42928C9}" dt="2023-07-26T16:42:00.477" v="15" actId="20577"/>
        <pc:sldMkLst>
          <pc:docMk/>
          <pc:sldMk cId="1440314962" sldId="848"/>
        </pc:sldMkLst>
        <pc:spChg chg="mod">
          <ac:chgData name="Staci Jones" userId="S::staci.jones@umb.edu::8493031c-935c-4567-bcd9-185995e08a61" providerId="AD" clId="Web-{C69AC577-4918-0864-17B3-D093B42928C9}" dt="2023-07-26T16:42:00.477" v="15" actId="20577"/>
          <ac:spMkLst>
            <pc:docMk/>
            <pc:sldMk cId="1440314962" sldId="848"/>
            <ac:spMk id="3" creationId="{946BB0E5-AB31-271F-05C1-BBAE30DC7602}"/>
          </ac:spMkLst>
        </pc:spChg>
      </pc:sldChg>
      <pc:sldChg chg="modSp">
        <pc:chgData name="Staci Jones" userId="S::staci.jones@umb.edu::8493031c-935c-4567-bcd9-185995e08a61" providerId="AD" clId="Web-{C69AC577-4918-0864-17B3-D093B42928C9}" dt="2023-07-26T16:48:44.882" v="17" actId="20577"/>
        <pc:sldMkLst>
          <pc:docMk/>
          <pc:sldMk cId="1318475977" sldId="849"/>
        </pc:sldMkLst>
        <pc:spChg chg="mod">
          <ac:chgData name="Staci Jones" userId="S::staci.jones@umb.edu::8493031c-935c-4567-bcd9-185995e08a61" providerId="AD" clId="Web-{C69AC577-4918-0864-17B3-D093B42928C9}" dt="2023-07-26T16:48:44.882" v="17" actId="20577"/>
          <ac:spMkLst>
            <pc:docMk/>
            <pc:sldMk cId="1318475977" sldId="849"/>
            <ac:spMk id="4" creationId="{D06716AD-7523-3D61-56A0-E31C8E68ED9C}"/>
          </ac:spMkLst>
        </pc:spChg>
      </pc:sldChg>
      <pc:sldChg chg="del">
        <pc:chgData name="Staci Jones" userId="S::staci.jones@umb.edu::8493031c-935c-4567-bcd9-185995e08a61" providerId="AD" clId="Web-{C69AC577-4918-0864-17B3-D093B42928C9}" dt="2023-07-26T16:54:23.175" v="32"/>
        <pc:sldMkLst>
          <pc:docMk/>
          <pc:sldMk cId="2501483727" sldId="853"/>
        </pc:sldMkLst>
      </pc:sldChg>
      <pc:sldChg chg="modSp">
        <pc:chgData name="Staci Jones" userId="S::staci.jones@umb.edu::8493031c-935c-4567-bcd9-185995e08a61" providerId="AD" clId="Web-{C69AC577-4918-0864-17B3-D093B42928C9}" dt="2023-07-26T16:50:40.355" v="30" actId="1076"/>
        <pc:sldMkLst>
          <pc:docMk/>
          <pc:sldMk cId="3027891384" sldId="855"/>
        </pc:sldMkLst>
        <pc:spChg chg="mod">
          <ac:chgData name="Staci Jones" userId="S::staci.jones@umb.edu::8493031c-935c-4567-bcd9-185995e08a61" providerId="AD" clId="Web-{C69AC577-4918-0864-17B3-D093B42928C9}" dt="2023-07-26T16:50:40.355" v="30" actId="1076"/>
          <ac:spMkLst>
            <pc:docMk/>
            <pc:sldMk cId="3027891384" sldId="855"/>
            <ac:spMk id="5" creationId="{96DAF02C-5BD0-7981-181F-F7C2EB064697}"/>
          </ac:spMkLst>
        </pc:spChg>
      </pc:sldChg>
      <pc:sldChg chg="modSp add">
        <pc:chgData name="Staci Jones" userId="S::staci.jones@umb.edu::8493031c-935c-4567-bcd9-185995e08a61" providerId="AD" clId="Web-{C69AC577-4918-0864-17B3-D093B42928C9}" dt="2023-07-26T16:57:40.120" v="58" actId="20577"/>
        <pc:sldMkLst>
          <pc:docMk/>
          <pc:sldMk cId="2268562322" sldId="856"/>
        </pc:sldMkLst>
        <pc:spChg chg="mod">
          <ac:chgData name="Staci Jones" userId="S::staci.jones@umb.edu::8493031c-935c-4567-bcd9-185995e08a61" providerId="AD" clId="Web-{C69AC577-4918-0864-17B3-D093B42928C9}" dt="2023-07-26T16:57:40.120" v="58" actId="20577"/>
          <ac:spMkLst>
            <pc:docMk/>
            <pc:sldMk cId="2268562322" sldId="856"/>
            <ac:spMk id="10" creationId="{5C9205D8-17E7-4CC0-CE35-C088A7BB2A8C}"/>
          </ac:spMkLst>
        </pc:spChg>
      </pc:sldChg>
      <pc:sldMasterChg chg="add addSldLayout">
        <pc:chgData name="Staci Jones" userId="S::staci.jones@umb.edu::8493031c-935c-4567-bcd9-185995e08a61" providerId="AD" clId="Web-{C69AC577-4918-0864-17B3-D093B42928C9}" dt="2023-07-26T16:54:12.925" v="31"/>
        <pc:sldMasterMkLst>
          <pc:docMk/>
          <pc:sldMasterMk cId="81442911" sldId="2147483648"/>
        </pc:sldMasterMkLst>
        <pc:sldLayoutChg chg="add">
          <pc:chgData name="Staci Jones" userId="S::staci.jones@umb.edu::8493031c-935c-4567-bcd9-185995e08a61" providerId="AD" clId="Web-{C69AC577-4918-0864-17B3-D093B42928C9}" dt="2023-07-26T16:54:12.925" v="31"/>
          <pc:sldLayoutMkLst>
            <pc:docMk/>
            <pc:sldMasterMk cId="81442911" sldId="2147483648"/>
            <pc:sldLayoutMk cId="4156769399" sldId="2147483649"/>
          </pc:sldLayoutMkLst>
        </pc:sldLayoutChg>
        <pc:sldLayoutChg chg="add">
          <pc:chgData name="Staci Jones" userId="S::staci.jones@umb.edu::8493031c-935c-4567-bcd9-185995e08a61" providerId="AD" clId="Web-{C69AC577-4918-0864-17B3-D093B42928C9}" dt="2023-07-26T16:54:12.925" v="31"/>
          <pc:sldLayoutMkLst>
            <pc:docMk/>
            <pc:sldMasterMk cId="81442911" sldId="2147483648"/>
            <pc:sldLayoutMk cId="2383719113" sldId="2147483650"/>
          </pc:sldLayoutMkLst>
        </pc:sldLayoutChg>
        <pc:sldLayoutChg chg="add">
          <pc:chgData name="Staci Jones" userId="S::staci.jones@umb.edu::8493031c-935c-4567-bcd9-185995e08a61" providerId="AD" clId="Web-{C69AC577-4918-0864-17B3-D093B42928C9}" dt="2023-07-26T16:54:12.925" v="31"/>
          <pc:sldLayoutMkLst>
            <pc:docMk/>
            <pc:sldMasterMk cId="81442911" sldId="2147483648"/>
            <pc:sldLayoutMk cId="465404203" sldId="2147483651"/>
          </pc:sldLayoutMkLst>
        </pc:sldLayoutChg>
        <pc:sldLayoutChg chg="add">
          <pc:chgData name="Staci Jones" userId="S::staci.jones@umb.edu::8493031c-935c-4567-bcd9-185995e08a61" providerId="AD" clId="Web-{C69AC577-4918-0864-17B3-D093B42928C9}" dt="2023-07-26T16:54:12.925" v="31"/>
          <pc:sldLayoutMkLst>
            <pc:docMk/>
            <pc:sldMasterMk cId="81442911" sldId="2147483648"/>
            <pc:sldLayoutMk cId="1727546265" sldId="2147483652"/>
          </pc:sldLayoutMkLst>
        </pc:sldLayoutChg>
        <pc:sldLayoutChg chg="add">
          <pc:chgData name="Staci Jones" userId="S::staci.jones@umb.edu::8493031c-935c-4567-bcd9-185995e08a61" providerId="AD" clId="Web-{C69AC577-4918-0864-17B3-D093B42928C9}" dt="2023-07-26T16:54:12.925" v="31"/>
          <pc:sldLayoutMkLst>
            <pc:docMk/>
            <pc:sldMasterMk cId="81442911" sldId="2147483648"/>
            <pc:sldLayoutMk cId="1499410620" sldId="2147483653"/>
          </pc:sldLayoutMkLst>
        </pc:sldLayoutChg>
        <pc:sldLayoutChg chg="add">
          <pc:chgData name="Staci Jones" userId="S::staci.jones@umb.edu::8493031c-935c-4567-bcd9-185995e08a61" providerId="AD" clId="Web-{C69AC577-4918-0864-17B3-D093B42928C9}" dt="2023-07-26T16:54:12.925" v="31"/>
          <pc:sldLayoutMkLst>
            <pc:docMk/>
            <pc:sldMasterMk cId="81442911" sldId="2147483648"/>
            <pc:sldLayoutMk cId="2893422858" sldId="2147483654"/>
          </pc:sldLayoutMkLst>
        </pc:sldLayoutChg>
        <pc:sldLayoutChg chg="add">
          <pc:chgData name="Staci Jones" userId="S::staci.jones@umb.edu::8493031c-935c-4567-bcd9-185995e08a61" providerId="AD" clId="Web-{C69AC577-4918-0864-17B3-D093B42928C9}" dt="2023-07-26T16:54:12.925" v="31"/>
          <pc:sldLayoutMkLst>
            <pc:docMk/>
            <pc:sldMasterMk cId="81442911" sldId="2147483648"/>
            <pc:sldLayoutMk cId="2166822447" sldId="2147483655"/>
          </pc:sldLayoutMkLst>
        </pc:sldLayoutChg>
        <pc:sldLayoutChg chg="add">
          <pc:chgData name="Staci Jones" userId="S::staci.jones@umb.edu::8493031c-935c-4567-bcd9-185995e08a61" providerId="AD" clId="Web-{C69AC577-4918-0864-17B3-D093B42928C9}" dt="2023-07-26T16:54:12.925" v="31"/>
          <pc:sldLayoutMkLst>
            <pc:docMk/>
            <pc:sldMasterMk cId="81442911" sldId="2147483648"/>
            <pc:sldLayoutMk cId="3407144615" sldId="2147483656"/>
          </pc:sldLayoutMkLst>
        </pc:sldLayoutChg>
        <pc:sldLayoutChg chg="add">
          <pc:chgData name="Staci Jones" userId="S::staci.jones@umb.edu::8493031c-935c-4567-bcd9-185995e08a61" providerId="AD" clId="Web-{C69AC577-4918-0864-17B3-D093B42928C9}" dt="2023-07-26T16:54:12.925" v="31"/>
          <pc:sldLayoutMkLst>
            <pc:docMk/>
            <pc:sldMasterMk cId="81442911" sldId="2147483648"/>
            <pc:sldLayoutMk cId="2765740074" sldId="2147483657"/>
          </pc:sldLayoutMkLst>
        </pc:sldLayoutChg>
        <pc:sldLayoutChg chg="add">
          <pc:chgData name="Staci Jones" userId="S::staci.jones@umb.edu::8493031c-935c-4567-bcd9-185995e08a61" providerId="AD" clId="Web-{C69AC577-4918-0864-17B3-D093B42928C9}" dt="2023-07-26T16:54:12.925" v="31"/>
          <pc:sldLayoutMkLst>
            <pc:docMk/>
            <pc:sldMasterMk cId="81442911" sldId="2147483648"/>
            <pc:sldLayoutMk cId="39232917" sldId="2147483658"/>
          </pc:sldLayoutMkLst>
        </pc:sldLayoutChg>
        <pc:sldLayoutChg chg="add">
          <pc:chgData name="Staci Jones" userId="S::staci.jones@umb.edu::8493031c-935c-4567-bcd9-185995e08a61" providerId="AD" clId="Web-{C69AC577-4918-0864-17B3-D093B42928C9}" dt="2023-07-26T16:54:12.925" v="31"/>
          <pc:sldLayoutMkLst>
            <pc:docMk/>
            <pc:sldMasterMk cId="81442911" sldId="2147483648"/>
            <pc:sldLayoutMk cId="3911387544" sldId="2147483659"/>
          </pc:sldLayoutMkLst>
        </pc:sldLayoutChg>
      </pc:sldMasterChg>
      <pc:sldMasterChg chg="replId modSldLayout">
        <pc:chgData name="Staci Jones" userId="S::staci.jones@umb.edu::8493031c-935c-4567-bcd9-185995e08a61" providerId="AD" clId="Web-{C69AC577-4918-0864-17B3-D093B42928C9}" dt="2023-07-26T16:54:12.925" v="31"/>
        <pc:sldMasterMkLst>
          <pc:docMk/>
          <pc:sldMasterMk cId="2010820273" sldId="2147483672"/>
        </pc:sldMasterMkLst>
        <pc:sldLayoutChg chg="replId">
          <pc:chgData name="Staci Jones" userId="S::staci.jones@umb.edu::8493031c-935c-4567-bcd9-185995e08a61" providerId="AD" clId="Web-{C69AC577-4918-0864-17B3-D093B42928C9}" dt="2023-07-26T16:54:12.925" v="31"/>
          <pc:sldLayoutMkLst>
            <pc:docMk/>
            <pc:sldMasterMk cId="2010820273" sldId="2147483672"/>
            <pc:sldLayoutMk cId="3452810718" sldId="2147483673"/>
          </pc:sldLayoutMkLst>
        </pc:sldLayoutChg>
        <pc:sldLayoutChg chg="replId">
          <pc:chgData name="Staci Jones" userId="S::staci.jones@umb.edu::8493031c-935c-4567-bcd9-185995e08a61" providerId="AD" clId="Web-{C69AC577-4918-0864-17B3-D093B42928C9}" dt="2023-07-26T16:54:12.925" v="31"/>
          <pc:sldLayoutMkLst>
            <pc:docMk/>
            <pc:sldMasterMk cId="2010820273" sldId="2147483672"/>
            <pc:sldLayoutMk cId="187142766" sldId="2147483674"/>
          </pc:sldLayoutMkLst>
        </pc:sldLayoutChg>
        <pc:sldLayoutChg chg="replId">
          <pc:chgData name="Staci Jones" userId="S::staci.jones@umb.edu::8493031c-935c-4567-bcd9-185995e08a61" providerId="AD" clId="Web-{C69AC577-4918-0864-17B3-D093B42928C9}" dt="2023-07-26T16:54:12.925" v="31"/>
          <pc:sldLayoutMkLst>
            <pc:docMk/>
            <pc:sldMasterMk cId="2010820273" sldId="2147483672"/>
            <pc:sldLayoutMk cId="1777359892" sldId="2147483675"/>
          </pc:sldLayoutMkLst>
        </pc:sldLayoutChg>
        <pc:sldLayoutChg chg="replId">
          <pc:chgData name="Staci Jones" userId="S::staci.jones@umb.edu::8493031c-935c-4567-bcd9-185995e08a61" providerId="AD" clId="Web-{C69AC577-4918-0864-17B3-D093B42928C9}" dt="2023-07-26T16:54:12.925" v="31"/>
          <pc:sldLayoutMkLst>
            <pc:docMk/>
            <pc:sldMasterMk cId="2010820273" sldId="2147483672"/>
            <pc:sldLayoutMk cId="2300705329" sldId="2147483676"/>
          </pc:sldLayoutMkLst>
        </pc:sldLayoutChg>
        <pc:sldLayoutChg chg="replId">
          <pc:chgData name="Staci Jones" userId="S::staci.jones@umb.edu::8493031c-935c-4567-bcd9-185995e08a61" providerId="AD" clId="Web-{C69AC577-4918-0864-17B3-D093B42928C9}" dt="2023-07-26T16:54:12.925" v="31"/>
          <pc:sldLayoutMkLst>
            <pc:docMk/>
            <pc:sldMasterMk cId="2010820273" sldId="2147483672"/>
            <pc:sldLayoutMk cId="589647535" sldId="2147483677"/>
          </pc:sldLayoutMkLst>
        </pc:sldLayoutChg>
        <pc:sldLayoutChg chg="replId">
          <pc:chgData name="Staci Jones" userId="S::staci.jones@umb.edu::8493031c-935c-4567-bcd9-185995e08a61" providerId="AD" clId="Web-{C69AC577-4918-0864-17B3-D093B42928C9}" dt="2023-07-26T16:54:12.925" v="31"/>
          <pc:sldLayoutMkLst>
            <pc:docMk/>
            <pc:sldMasterMk cId="2010820273" sldId="2147483672"/>
            <pc:sldLayoutMk cId="3442164729" sldId="2147483678"/>
          </pc:sldLayoutMkLst>
        </pc:sldLayoutChg>
        <pc:sldLayoutChg chg="replId">
          <pc:chgData name="Staci Jones" userId="S::staci.jones@umb.edu::8493031c-935c-4567-bcd9-185995e08a61" providerId="AD" clId="Web-{C69AC577-4918-0864-17B3-D093B42928C9}" dt="2023-07-26T16:54:12.925" v="31"/>
          <pc:sldLayoutMkLst>
            <pc:docMk/>
            <pc:sldMasterMk cId="2010820273" sldId="2147483672"/>
            <pc:sldLayoutMk cId="2554013702" sldId="2147483679"/>
          </pc:sldLayoutMkLst>
        </pc:sldLayoutChg>
        <pc:sldLayoutChg chg="replId">
          <pc:chgData name="Staci Jones" userId="S::staci.jones@umb.edu::8493031c-935c-4567-bcd9-185995e08a61" providerId="AD" clId="Web-{C69AC577-4918-0864-17B3-D093B42928C9}" dt="2023-07-26T16:54:12.925" v="31"/>
          <pc:sldLayoutMkLst>
            <pc:docMk/>
            <pc:sldMasterMk cId="2010820273" sldId="2147483672"/>
            <pc:sldLayoutMk cId="288156275" sldId="2147483680"/>
          </pc:sldLayoutMkLst>
        </pc:sldLayoutChg>
        <pc:sldLayoutChg chg="replId">
          <pc:chgData name="Staci Jones" userId="S::staci.jones@umb.edu::8493031c-935c-4567-bcd9-185995e08a61" providerId="AD" clId="Web-{C69AC577-4918-0864-17B3-D093B42928C9}" dt="2023-07-26T16:54:12.925" v="31"/>
          <pc:sldLayoutMkLst>
            <pc:docMk/>
            <pc:sldMasterMk cId="2010820273" sldId="2147483672"/>
            <pc:sldLayoutMk cId="1070715772" sldId="2147483681"/>
          </pc:sldLayoutMkLst>
        </pc:sldLayoutChg>
        <pc:sldLayoutChg chg="replId">
          <pc:chgData name="Staci Jones" userId="S::staci.jones@umb.edu::8493031c-935c-4567-bcd9-185995e08a61" providerId="AD" clId="Web-{C69AC577-4918-0864-17B3-D093B42928C9}" dt="2023-07-26T16:54:12.925" v="31"/>
          <pc:sldLayoutMkLst>
            <pc:docMk/>
            <pc:sldMasterMk cId="2010820273" sldId="2147483672"/>
            <pc:sldLayoutMk cId="4015355244" sldId="2147483682"/>
          </pc:sldLayoutMkLst>
        </pc:sldLayoutChg>
        <pc:sldLayoutChg chg="replId">
          <pc:chgData name="Staci Jones" userId="S::staci.jones@umb.edu::8493031c-935c-4567-bcd9-185995e08a61" providerId="AD" clId="Web-{C69AC577-4918-0864-17B3-D093B42928C9}" dt="2023-07-26T16:54:12.925" v="31"/>
          <pc:sldLayoutMkLst>
            <pc:docMk/>
            <pc:sldMasterMk cId="2010820273" sldId="2147483672"/>
            <pc:sldLayoutMk cId="1398081049" sldId="2147483683"/>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C784FF-DB06-4E45-9D90-8419D5980EC7}"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856FE529-6A50-45D2-989C-C80EF1704D65}">
      <dgm:prSet/>
      <dgm:spPr/>
      <dgm:t>
        <a:bodyPr/>
        <a:lstStyle/>
        <a:p>
          <a:r>
            <a:rPr lang="en-US" i="0" dirty="0"/>
            <a:t>Can provide a </a:t>
          </a:r>
          <a:r>
            <a:rPr lang="en-US" i="1" dirty="0"/>
            <a:t>pathway to employment </a:t>
          </a:r>
          <a:r>
            <a:rPr lang="en-US" dirty="0"/>
            <a:t>through career exploration, skill building &amp; networking</a:t>
          </a:r>
        </a:p>
      </dgm:t>
    </dgm:pt>
    <dgm:pt modelId="{2ECAD2A2-3195-43DB-81E3-2B93C6A74CBB}" type="parTrans" cxnId="{9EBCE546-8DCA-4A40-9E3C-B93BA69A1A45}">
      <dgm:prSet/>
      <dgm:spPr/>
      <dgm:t>
        <a:bodyPr/>
        <a:lstStyle/>
        <a:p>
          <a:endParaRPr lang="en-US"/>
        </a:p>
      </dgm:t>
    </dgm:pt>
    <dgm:pt modelId="{661BC34B-04CD-42C3-8F1F-09BE725DAA78}" type="sibTrans" cxnId="{9EBCE546-8DCA-4A40-9E3C-B93BA69A1A45}">
      <dgm:prSet/>
      <dgm:spPr/>
      <dgm:t>
        <a:bodyPr/>
        <a:lstStyle/>
        <a:p>
          <a:endParaRPr lang="en-US"/>
        </a:p>
      </dgm:t>
    </dgm:pt>
    <dgm:pt modelId="{65A2DDD6-19E1-4B0F-B4A6-12FA5001D0A3}">
      <dgm:prSet/>
      <dgm:spPr/>
      <dgm:t>
        <a:bodyPr/>
        <a:lstStyle/>
        <a:p>
          <a:r>
            <a:rPr lang="en-US" i="1" dirty="0"/>
            <a:t>Wraps around employment</a:t>
          </a:r>
          <a:r>
            <a:rPr lang="en-US" dirty="0"/>
            <a:t> to fill gaps in time, experience, social connection</a:t>
          </a:r>
        </a:p>
      </dgm:t>
    </dgm:pt>
    <dgm:pt modelId="{F5D3B66A-50DC-4C3F-8A10-58D5ACFFE9A6}" type="parTrans" cxnId="{B9FB0EF5-1B50-42B5-BF1E-D4FB54A637D8}">
      <dgm:prSet/>
      <dgm:spPr/>
      <dgm:t>
        <a:bodyPr/>
        <a:lstStyle/>
        <a:p>
          <a:endParaRPr lang="en-US"/>
        </a:p>
      </dgm:t>
    </dgm:pt>
    <dgm:pt modelId="{0904C424-92BC-4813-91AA-44730DD6165D}" type="sibTrans" cxnId="{B9FB0EF5-1B50-42B5-BF1E-D4FB54A637D8}">
      <dgm:prSet/>
      <dgm:spPr/>
      <dgm:t>
        <a:bodyPr/>
        <a:lstStyle/>
        <a:p>
          <a:endParaRPr lang="en-US"/>
        </a:p>
      </dgm:t>
    </dgm:pt>
    <dgm:pt modelId="{7BA63686-98E7-46DB-80DA-3C822E2E1DBD}">
      <dgm:prSet/>
      <dgm:spPr/>
      <dgm:t>
        <a:bodyPr/>
        <a:lstStyle/>
        <a:p>
          <a:r>
            <a:rPr lang="en-US" i="1"/>
            <a:t>Supports people in retirement</a:t>
          </a:r>
          <a:r>
            <a:rPr lang="en-US"/>
            <a:t> in integrated ways</a:t>
          </a:r>
        </a:p>
      </dgm:t>
    </dgm:pt>
    <dgm:pt modelId="{790AD19A-FECB-4218-A9F2-FAD02AD2E26F}" type="parTrans" cxnId="{129E88AE-8ADB-4BF9-884F-ABE5CEC84B2B}">
      <dgm:prSet/>
      <dgm:spPr/>
      <dgm:t>
        <a:bodyPr/>
        <a:lstStyle/>
        <a:p>
          <a:endParaRPr lang="en-US"/>
        </a:p>
      </dgm:t>
    </dgm:pt>
    <dgm:pt modelId="{1408874A-D4D8-4139-89B1-C10D1D948338}" type="sibTrans" cxnId="{129E88AE-8ADB-4BF9-884F-ABE5CEC84B2B}">
      <dgm:prSet/>
      <dgm:spPr/>
      <dgm:t>
        <a:bodyPr/>
        <a:lstStyle/>
        <a:p>
          <a:endParaRPr lang="en-US"/>
        </a:p>
      </dgm:t>
    </dgm:pt>
    <dgm:pt modelId="{29D0F3C5-12F5-462B-8DC9-51ABF45A3A71}" type="pres">
      <dgm:prSet presAssocID="{66C784FF-DB06-4E45-9D90-8419D5980EC7}" presName="linear" presStyleCnt="0">
        <dgm:presLayoutVars>
          <dgm:animLvl val="lvl"/>
          <dgm:resizeHandles val="exact"/>
        </dgm:presLayoutVars>
      </dgm:prSet>
      <dgm:spPr/>
    </dgm:pt>
    <dgm:pt modelId="{3FB01498-0293-47C7-B29D-A8ABC7A316B4}" type="pres">
      <dgm:prSet presAssocID="{856FE529-6A50-45D2-989C-C80EF1704D65}" presName="parentText" presStyleLbl="node1" presStyleIdx="0" presStyleCnt="3" custLinFactNeighborY="-98254">
        <dgm:presLayoutVars>
          <dgm:chMax val="0"/>
          <dgm:bulletEnabled val="1"/>
        </dgm:presLayoutVars>
      </dgm:prSet>
      <dgm:spPr/>
    </dgm:pt>
    <dgm:pt modelId="{26245BFB-A619-463C-9232-0EF8319B3BDD}" type="pres">
      <dgm:prSet presAssocID="{661BC34B-04CD-42C3-8F1F-09BE725DAA78}" presName="spacer" presStyleCnt="0"/>
      <dgm:spPr/>
    </dgm:pt>
    <dgm:pt modelId="{11AE424E-9368-4F77-974B-6FECD43E30C3}" type="pres">
      <dgm:prSet presAssocID="{65A2DDD6-19E1-4B0F-B4A6-12FA5001D0A3}" presName="parentText" presStyleLbl="node1" presStyleIdx="1" presStyleCnt="3">
        <dgm:presLayoutVars>
          <dgm:chMax val="0"/>
          <dgm:bulletEnabled val="1"/>
        </dgm:presLayoutVars>
      </dgm:prSet>
      <dgm:spPr/>
    </dgm:pt>
    <dgm:pt modelId="{9C432675-EE5F-4DB0-8DB4-7DE71C06083F}" type="pres">
      <dgm:prSet presAssocID="{0904C424-92BC-4813-91AA-44730DD6165D}" presName="spacer" presStyleCnt="0"/>
      <dgm:spPr/>
    </dgm:pt>
    <dgm:pt modelId="{F26578D0-CC32-4025-8784-527445342DD5}" type="pres">
      <dgm:prSet presAssocID="{7BA63686-98E7-46DB-80DA-3C822E2E1DBD}" presName="parentText" presStyleLbl="node1" presStyleIdx="2" presStyleCnt="3">
        <dgm:presLayoutVars>
          <dgm:chMax val="0"/>
          <dgm:bulletEnabled val="1"/>
        </dgm:presLayoutVars>
      </dgm:prSet>
      <dgm:spPr/>
    </dgm:pt>
  </dgm:ptLst>
  <dgm:cxnLst>
    <dgm:cxn modelId="{03099221-8CA8-4238-8BB0-4873DD40A4F6}" type="presOf" srcId="{66C784FF-DB06-4E45-9D90-8419D5980EC7}" destId="{29D0F3C5-12F5-462B-8DC9-51ABF45A3A71}" srcOrd="0" destOrd="0" presId="urn:microsoft.com/office/officeart/2005/8/layout/vList2"/>
    <dgm:cxn modelId="{9EBCE546-8DCA-4A40-9E3C-B93BA69A1A45}" srcId="{66C784FF-DB06-4E45-9D90-8419D5980EC7}" destId="{856FE529-6A50-45D2-989C-C80EF1704D65}" srcOrd="0" destOrd="0" parTransId="{2ECAD2A2-3195-43DB-81E3-2B93C6A74CBB}" sibTransId="{661BC34B-04CD-42C3-8F1F-09BE725DAA78}"/>
    <dgm:cxn modelId="{5A1D9E86-EA20-432D-B3F3-92E917853EA0}" type="presOf" srcId="{856FE529-6A50-45D2-989C-C80EF1704D65}" destId="{3FB01498-0293-47C7-B29D-A8ABC7A316B4}" srcOrd="0" destOrd="0" presId="urn:microsoft.com/office/officeart/2005/8/layout/vList2"/>
    <dgm:cxn modelId="{FA76F68F-D499-47C1-B8EC-41F7B2279FEC}" type="presOf" srcId="{65A2DDD6-19E1-4B0F-B4A6-12FA5001D0A3}" destId="{11AE424E-9368-4F77-974B-6FECD43E30C3}" srcOrd="0" destOrd="0" presId="urn:microsoft.com/office/officeart/2005/8/layout/vList2"/>
    <dgm:cxn modelId="{129E88AE-8ADB-4BF9-884F-ABE5CEC84B2B}" srcId="{66C784FF-DB06-4E45-9D90-8419D5980EC7}" destId="{7BA63686-98E7-46DB-80DA-3C822E2E1DBD}" srcOrd="2" destOrd="0" parTransId="{790AD19A-FECB-4218-A9F2-FAD02AD2E26F}" sibTransId="{1408874A-D4D8-4139-89B1-C10D1D948338}"/>
    <dgm:cxn modelId="{421CEFC6-927B-491F-A3EF-0CA53DE4A952}" type="presOf" srcId="{7BA63686-98E7-46DB-80DA-3C822E2E1DBD}" destId="{F26578D0-CC32-4025-8784-527445342DD5}" srcOrd="0" destOrd="0" presId="urn:microsoft.com/office/officeart/2005/8/layout/vList2"/>
    <dgm:cxn modelId="{B9FB0EF5-1B50-42B5-BF1E-D4FB54A637D8}" srcId="{66C784FF-DB06-4E45-9D90-8419D5980EC7}" destId="{65A2DDD6-19E1-4B0F-B4A6-12FA5001D0A3}" srcOrd="1" destOrd="0" parTransId="{F5D3B66A-50DC-4C3F-8A10-58D5ACFFE9A6}" sibTransId="{0904C424-92BC-4813-91AA-44730DD6165D}"/>
    <dgm:cxn modelId="{62C5AB59-3B63-463A-BE16-514D0F7B653E}" type="presParOf" srcId="{29D0F3C5-12F5-462B-8DC9-51ABF45A3A71}" destId="{3FB01498-0293-47C7-B29D-A8ABC7A316B4}" srcOrd="0" destOrd="0" presId="urn:microsoft.com/office/officeart/2005/8/layout/vList2"/>
    <dgm:cxn modelId="{921601FB-0584-46DF-97E7-8362E857DCD3}" type="presParOf" srcId="{29D0F3C5-12F5-462B-8DC9-51ABF45A3A71}" destId="{26245BFB-A619-463C-9232-0EF8319B3BDD}" srcOrd="1" destOrd="0" presId="urn:microsoft.com/office/officeart/2005/8/layout/vList2"/>
    <dgm:cxn modelId="{3AFE3A63-230A-4999-B137-BB11B7FD3972}" type="presParOf" srcId="{29D0F3C5-12F5-462B-8DC9-51ABF45A3A71}" destId="{11AE424E-9368-4F77-974B-6FECD43E30C3}" srcOrd="2" destOrd="0" presId="urn:microsoft.com/office/officeart/2005/8/layout/vList2"/>
    <dgm:cxn modelId="{3F9F28AC-579C-4397-A0E3-339E18A58809}" type="presParOf" srcId="{29D0F3C5-12F5-462B-8DC9-51ABF45A3A71}" destId="{9C432675-EE5F-4DB0-8DB4-7DE71C06083F}" srcOrd="3" destOrd="0" presId="urn:microsoft.com/office/officeart/2005/8/layout/vList2"/>
    <dgm:cxn modelId="{38495742-38BF-45E3-B7E7-1397CEB7D27A}" type="presParOf" srcId="{29D0F3C5-12F5-462B-8DC9-51ABF45A3A71}" destId="{F26578D0-CC32-4025-8784-527445342DD5}"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9150C8-41B0-4088-8F68-23553132C6EE}" type="doc">
      <dgm:prSet loTypeId="urn:microsoft.com/office/officeart/2005/8/layout/hProcess9" loCatId="process" qsTypeId="urn:microsoft.com/office/officeart/2005/8/quickstyle/simple1" qsCatId="simple" csTypeId="urn:microsoft.com/office/officeart/2005/8/colors/accent1_2" csCatId="accent1" phldr="1"/>
      <dgm:spPr/>
    </dgm:pt>
    <dgm:pt modelId="{FF66AEFC-5FBB-42C8-853C-B6489A9E3598}">
      <dgm:prSet phldrT="[Text]"/>
      <dgm:spPr/>
      <dgm:t>
        <a:bodyPr/>
        <a:lstStyle/>
        <a:p>
          <a:r>
            <a:rPr lang="en-US" dirty="0">
              <a:latin typeface="Calibri Light" panose="020F0302020204030204"/>
            </a:rPr>
            <a:t>Discovery</a:t>
          </a:r>
          <a:r>
            <a:rPr lang="en-US" dirty="0"/>
            <a:t>/Exploration	</a:t>
          </a:r>
        </a:p>
      </dgm:t>
    </dgm:pt>
    <dgm:pt modelId="{AB969B2F-16E2-463F-8545-2764AA0A5566}" type="parTrans" cxnId="{8E9CA626-ACF5-4386-ABF9-6EBF7058CDB7}">
      <dgm:prSet/>
      <dgm:spPr/>
      <dgm:t>
        <a:bodyPr/>
        <a:lstStyle/>
        <a:p>
          <a:endParaRPr lang="en-US"/>
        </a:p>
      </dgm:t>
    </dgm:pt>
    <dgm:pt modelId="{3B6960C4-89BD-4602-B514-262483FC13F2}" type="sibTrans" cxnId="{8E9CA626-ACF5-4386-ABF9-6EBF7058CDB7}">
      <dgm:prSet/>
      <dgm:spPr/>
      <dgm:t>
        <a:bodyPr/>
        <a:lstStyle/>
        <a:p>
          <a:endParaRPr lang="en-US"/>
        </a:p>
      </dgm:t>
    </dgm:pt>
    <dgm:pt modelId="{06E7A21E-0CE9-43D4-BD4C-702D96F99040}">
      <dgm:prSet phldrT="[Text]"/>
      <dgm:spPr/>
      <dgm:t>
        <a:bodyPr/>
        <a:lstStyle/>
        <a:p>
          <a:r>
            <a:rPr lang="en-US" dirty="0"/>
            <a:t>Job Development and Placement</a:t>
          </a:r>
        </a:p>
      </dgm:t>
    </dgm:pt>
    <dgm:pt modelId="{601057BA-3075-4829-BC7A-4796BA60BAB6}" type="parTrans" cxnId="{9916A9D7-AFD5-46CD-909E-30F9BAF3C9B6}">
      <dgm:prSet/>
      <dgm:spPr/>
      <dgm:t>
        <a:bodyPr/>
        <a:lstStyle/>
        <a:p>
          <a:endParaRPr lang="en-US"/>
        </a:p>
      </dgm:t>
    </dgm:pt>
    <dgm:pt modelId="{B6D39FB7-9613-4480-AE28-81AC20BDA413}" type="sibTrans" cxnId="{9916A9D7-AFD5-46CD-909E-30F9BAF3C9B6}">
      <dgm:prSet/>
      <dgm:spPr/>
      <dgm:t>
        <a:bodyPr/>
        <a:lstStyle/>
        <a:p>
          <a:endParaRPr lang="en-US"/>
        </a:p>
      </dgm:t>
    </dgm:pt>
    <dgm:pt modelId="{968B9197-4964-40F6-9501-9355E323366D}">
      <dgm:prSet phldrT="[Text]"/>
      <dgm:spPr/>
      <dgm:t>
        <a:bodyPr/>
        <a:lstStyle/>
        <a:p>
          <a:r>
            <a:rPr lang="en-US" dirty="0"/>
            <a:t>Post-hire Supports</a:t>
          </a:r>
        </a:p>
      </dgm:t>
    </dgm:pt>
    <dgm:pt modelId="{8C99A587-D013-4BE0-8E2A-450C10219AC7}" type="parTrans" cxnId="{099CB97F-3202-4E2B-8D67-9F84BB7C8FA6}">
      <dgm:prSet/>
      <dgm:spPr/>
      <dgm:t>
        <a:bodyPr/>
        <a:lstStyle/>
        <a:p>
          <a:endParaRPr lang="en-US"/>
        </a:p>
      </dgm:t>
    </dgm:pt>
    <dgm:pt modelId="{CA8634E0-2BC0-42DE-9F19-9F4A9139C562}" type="sibTrans" cxnId="{099CB97F-3202-4E2B-8D67-9F84BB7C8FA6}">
      <dgm:prSet/>
      <dgm:spPr/>
      <dgm:t>
        <a:bodyPr/>
        <a:lstStyle/>
        <a:p>
          <a:endParaRPr lang="en-US"/>
        </a:p>
      </dgm:t>
    </dgm:pt>
    <dgm:pt modelId="{0886A062-94C5-4E28-8F91-D168B31922E9}">
      <dgm:prSet/>
      <dgm:spPr/>
      <dgm:t>
        <a:bodyPr/>
        <a:lstStyle/>
        <a:p>
          <a:r>
            <a:rPr lang="en-US" dirty="0"/>
            <a:t>Wrap-around Supports</a:t>
          </a:r>
        </a:p>
      </dgm:t>
    </dgm:pt>
    <dgm:pt modelId="{DE240326-2871-4E8B-B5EB-2691792124F8}" type="parTrans" cxnId="{268CB58A-F8B3-46F7-A5DB-08AE62A5C8DD}">
      <dgm:prSet/>
      <dgm:spPr/>
      <dgm:t>
        <a:bodyPr/>
        <a:lstStyle/>
        <a:p>
          <a:endParaRPr lang="en-US"/>
        </a:p>
      </dgm:t>
    </dgm:pt>
    <dgm:pt modelId="{305F9609-6B27-4D3D-8D4D-42E892470E0F}" type="sibTrans" cxnId="{268CB58A-F8B3-46F7-A5DB-08AE62A5C8DD}">
      <dgm:prSet/>
      <dgm:spPr/>
      <dgm:t>
        <a:bodyPr/>
        <a:lstStyle/>
        <a:p>
          <a:endParaRPr lang="en-US"/>
        </a:p>
      </dgm:t>
    </dgm:pt>
    <dgm:pt modelId="{B8951BC8-586E-4414-9B91-3ADDAE37C5E7}">
      <dgm:prSet custT="1"/>
      <dgm:spPr/>
      <dgm:t>
        <a:bodyPr/>
        <a:lstStyle/>
        <a:p>
          <a:r>
            <a:rPr lang="en-US" sz="1700" dirty="0"/>
            <a:t>Community Life Engagement </a:t>
          </a:r>
        </a:p>
        <a:p>
          <a:r>
            <a:rPr lang="en-US" sz="1100" dirty="0"/>
            <a:t>(when people aren’t working) </a:t>
          </a:r>
        </a:p>
      </dgm:t>
    </dgm:pt>
    <dgm:pt modelId="{07CA7F7E-06C9-41C8-A454-2157B44D1BD8}" type="parTrans" cxnId="{D49441F7-7CD4-4256-BE79-2997E17C7AD0}">
      <dgm:prSet/>
      <dgm:spPr/>
      <dgm:t>
        <a:bodyPr/>
        <a:lstStyle/>
        <a:p>
          <a:endParaRPr lang="en-US"/>
        </a:p>
      </dgm:t>
    </dgm:pt>
    <dgm:pt modelId="{E0675BBC-DFAA-4063-87D1-264F09205798}" type="sibTrans" cxnId="{D49441F7-7CD4-4256-BE79-2997E17C7AD0}">
      <dgm:prSet/>
      <dgm:spPr/>
      <dgm:t>
        <a:bodyPr/>
        <a:lstStyle/>
        <a:p>
          <a:endParaRPr lang="en-US"/>
        </a:p>
      </dgm:t>
    </dgm:pt>
    <dgm:pt modelId="{2A1A9250-8A5F-4ED6-A63E-C006225F1C86}" type="pres">
      <dgm:prSet presAssocID="{D79150C8-41B0-4088-8F68-23553132C6EE}" presName="CompostProcess" presStyleCnt="0">
        <dgm:presLayoutVars>
          <dgm:dir/>
          <dgm:resizeHandles val="exact"/>
        </dgm:presLayoutVars>
      </dgm:prSet>
      <dgm:spPr/>
    </dgm:pt>
    <dgm:pt modelId="{1F91921E-4025-4B5C-BE37-6BCBA37BFB12}" type="pres">
      <dgm:prSet presAssocID="{D79150C8-41B0-4088-8F68-23553132C6EE}" presName="arrow" presStyleLbl="bgShp" presStyleIdx="0" presStyleCnt="1" custScaleX="117647" custScaleY="87711" custLinFactNeighborX="0" custLinFactNeighborY="-20227"/>
      <dgm:spPr/>
    </dgm:pt>
    <dgm:pt modelId="{C63233B3-A30C-4E6C-99A1-57A9F1C955E3}" type="pres">
      <dgm:prSet presAssocID="{D79150C8-41B0-4088-8F68-23553132C6EE}" presName="linearProcess" presStyleCnt="0"/>
      <dgm:spPr/>
    </dgm:pt>
    <dgm:pt modelId="{58BD2CB1-32D2-4E2D-A2AA-B9D725004A21}" type="pres">
      <dgm:prSet presAssocID="{B8951BC8-586E-4414-9B91-3ADDAE37C5E7}" presName="textNode" presStyleLbl="node1" presStyleIdx="0" presStyleCnt="5" custLinFactX="449" custLinFactNeighborX="100000" custLinFactNeighborY="-9905">
        <dgm:presLayoutVars>
          <dgm:bulletEnabled val="1"/>
        </dgm:presLayoutVars>
      </dgm:prSet>
      <dgm:spPr/>
    </dgm:pt>
    <dgm:pt modelId="{5FE0CB03-6898-4ABB-AFCC-6D46172D723E}" type="pres">
      <dgm:prSet presAssocID="{E0675BBC-DFAA-4063-87D1-264F09205798}" presName="sibTrans" presStyleCnt="0"/>
      <dgm:spPr/>
    </dgm:pt>
    <dgm:pt modelId="{04A7AB18-FFA8-41AF-BB98-A2B997D768AB}" type="pres">
      <dgm:prSet presAssocID="{FF66AEFC-5FBB-42C8-853C-B6489A9E3598}" presName="textNode" presStyleLbl="node1" presStyleIdx="1" presStyleCnt="5" custLinFactNeighborX="72006" custLinFactNeighborY="-6798">
        <dgm:presLayoutVars>
          <dgm:bulletEnabled val="1"/>
        </dgm:presLayoutVars>
      </dgm:prSet>
      <dgm:spPr/>
    </dgm:pt>
    <dgm:pt modelId="{AE428B15-EE8E-4E98-8AE9-891B7FC2AD9C}" type="pres">
      <dgm:prSet presAssocID="{3B6960C4-89BD-4602-B514-262483FC13F2}" presName="sibTrans" presStyleCnt="0"/>
      <dgm:spPr/>
    </dgm:pt>
    <dgm:pt modelId="{4884B021-365C-4496-9EAC-FBF215D089EE}" type="pres">
      <dgm:prSet presAssocID="{06E7A21E-0CE9-43D4-BD4C-702D96F99040}" presName="textNode" presStyleLbl="node1" presStyleIdx="2" presStyleCnt="5" custScaleY="99302" custLinFactNeighborX="81201" custLinFactNeighborY="-6798">
        <dgm:presLayoutVars>
          <dgm:bulletEnabled val="1"/>
        </dgm:presLayoutVars>
      </dgm:prSet>
      <dgm:spPr/>
    </dgm:pt>
    <dgm:pt modelId="{9CD71D7B-08E4-45C5-926A-B706EC6E4F36}" type="pres">
      <dgm:prSet presAssocID="{B6D39FB7-9613-4480-AE28-81AC20BDA413}" presName="sibTrans" presStyleCnt="0"/>
      <dgm:spPr/>
    </dgm:pt>
    <dgm:pt modelId="{1AFB8345-84E7-48E9-AF7D-BA8E151E189B}" type="pres">
      <dgm:prSet presAssocID="{968B9197-4964-40F6-9501-9355E323366D}" presName="textNode" presStyleLbl="node1" presStyleIdx="3" presStyleCnt="5" custLinFactNeighborX="60915" custLinFactNeighborY="-6798">
        <dgm:presLayoutVars>
          <dgm:bulletEnabled val="1"/>
        </dgm:presLayoutVars>
      </dgm:prSet>
      <dgm:spPr/>
    </dgm:pt>
    <dgm:pt modelId="{DAC838A6-2EC2-42CF-9BD8-96F812DBCEA3}" type="pres">
      <dgm:prSet presAssocID="{CA8634E0-2BC0-42DE-9F19-9F4A9139C562}" presName="sibTrans" presStyleCnt="0"/>
      <dgm:spPr/>
    </dgm:pt>
    <dgm:pt modelId="{5849CA2E-54C0-47CD-AF88-A440283FC5B4}" type="pres">
      <dgm:prSet presAssocID="{0886A062-94C5-4E28-8F91-D168B31922E9}" presName="textNode" presStyleLbl="node1" presStyleIdx="4" presStyleCnt="5" custLinFactNeighborX="32926" custLinFactNeighborY="-6798">
        <dgm:presLayoutVars>
          <dgm:bulletEnabled val="1"/>
        </dgm:presLayoutVars>
      </dgm:prSet>
      <dgm:spPr/>
    </dgm:pt>
  </dgm:ptLst>
  <dgm:cxnLst>
    <dgm:cxn modelId="{48DB720E-721E-457F-A4B4-B20AC0E8661C}" type="presOf" srcId="{D79150C8-41B0-4088-8F68-23553132C6EE}" destId="{2A1A9250-8A5F-4ED6-A63E-C006225F1C86}" srcOrd="0" destOrd="0" presId="urn:microsoft.com/office/officeart/2005/8/layout/hProcess9"/>
    <dgm:cxn modelId="{8E9CA626-ACF5-4386-ABF9-6EBF7058CDB7}" srcId="{D79150C8-41B0-4088-8F68-23553132C6EE}" destId="{FF66AEFC-5FBB-42C8-853C-B6489A9E3598}" srcOrd="1" destOrd="0" parTransId="{AB969B2F-16E2-463F-8545-2764AA0A5566}" sibTransId="{3B6960C4-89BD-4602-B514-262483FC13F2}"/>
    <dgm:cxn modelId="{DBA6E17E-1E5E-4BB8-9616-22D726FD3AF8}" type="presOf" srcId="{06E7A21E-0CE9-43D4-BD4C-702D96F99040}" destId="{4884B021-365C-4496-9EAC-FBF215D089EE}" srcOrd="0" destOrd="0" presId="urn:microsoft.com/office/officeart/2005/8/layout/hProcess9"/>
    <dgm:cxn modelId="{099CB97F-3202-4E2B-8D67-9F84BB7C8FA6}" srcId="{D79150C8-41B0-4088-8F68-23553132C6EE}" destId="{968B9197-4964-40F6-9501-9355E323366D}" srcOrd="3" destOrd="0" parTransId="{8C99A587-D013-4BE0-8E2A-450C10219AC7}" sibTransId="{CA8634E0-2BC0-42DE-9F19-9F4A9139C562}"/>
    <dgm:cxn modelId="{268CB58A-F8B3-46F7-A5DB-08AE62A5C8DD}" srcId="{D79150C8-41B0-4088-8F68-23553132C6EE}" destId="{0886A062-94C5-4E28-8F91-D168B31922E9}" srcOrd="4" destOrd="0" parTransId="{DE240326-2871-4E8B-B5EB-2691792124F8}" sibTransId="{305F9609-6B27-4D3D-8D4D-42E892470E0F}"/>
    <dgm:cxn modelId="{68970C8F-9BAD-44B1-BC4A-D6804268D490}" type="presOf" srcId="{B8951BC8-586E-4414-9B91-3ADDAE37C5E7}" destId="{58BD2CB1-32D2-4E2D-A2AA-B9D725004A21}" srcOrd="0" destOrd="0" presId="urn:microsoft.com/office/officeart/2005/8/layout/hProcess9"/>
    <dgm:cxn modelId="{02142A9E-7CE3-4162-8D1F-7E71A9C4DF65}" type="presOf" srcId="{FF66AEFC-5FBB-42C8-853C-B6489A9E3598}" destId="{04A7AB18-FFA8-41AF-BB98-A2B997D768AB}" srcOrd="0" destOrd="0" presId="urn:microsoft.com/office/officeart/2005/8/layout/hProcess9"/>
    <dgm:cxn modelId="{91B4D2B6-A535-41A8-BF07-7282E54872F5}" type="presOf" srcId="{0886A062-94C5-4E28-8F91-D168B31922E9}" destId="{5849CA2E-54C0-47CD-AF88-A440283FC5B4}" srcOrd="0" destOrd="0" presId="urn:microsoft.com/office/officeart/2005/8/layout/hProcess9"/>
    <dgm:cxn modelId="{9916A9D7-AFD5-46CD-909E-30F9BAF3C9B6}" srcId="{D79150C8-41B0-4088-8F68-23553132C6EE}" destId="{06E7A21E-0CE9-43D4-BD4C-702D96F99040}" srcOrd="2" destOrd="0" parTransId="{601057BA-3075-4829-BC7A-4796BA60BAB6}" sibTransId="{B6D39FB7-9613-4480-AE28-81AC20BDA413}"/>
    <dgm:cxn modelId="{D49441F7-7CD4-4256-BE79-2997E17C7AD0}" srcId="{D79150C8-41B0-4088-8F68-23553132C6EE}" destId="{B8951BC8-586E-4414-9B91-3ADDAE37C5E7}" srcOrd="0" destOrd="0" parTransId="{07CA7F7E-06C9-41C8-A454-2157B44D1BD8}" sibTransId="{E0675BBC-DFAA-4063-87D1-264F09205798}"/>
    <dgm:cxn modelId="{C45EBCF8-4CF5-4B0E-85D7-4E0753BC6F5F}" type="presOf" srcId="{968B9197-4964-40F6-9501-9355E323366D}" destId="{1AFB8345-84E7-48E9-AF7D-BA8E151E189B}" srcOrd="0" destOrd="0" presId="urn:microsoft.com/office/officeart/2005/8/layout/hProcess9"/>
    <dgm:cxn modelId="{0C5BED1F-E62F-43B5-B20A-FD05BC3A3F63}" type="presParOf" srcId="{2A1A9250-8A5F-4ED6-A63E-C006225F1C86}" destId="{1F91921E-4025-4B5C-BE37-6BCBA37BFB12}" srcOrd="0" destOrd="0" presId="urn:microsoft.com/office/officeart/2005/8/layout/hProcess9"/>
    <dgm:cxn modelId="{4BEE1049-42C4-4E48-9A95-B28E6D0E7606}" type="presParOf" srcId="{2A1A9250-8A5F-4ED6-A63E-C006225F1C86}" destId="{C63233B3-A30C-4E6C-99A1-57A9F1C955E3}" srcOrd="1" destOrd="0" presId="urn:microsoft.com/office/officeart/2005/8/layout/hProcess9"/>
    <dgm:cxn modelId="{C71F356D-5113-4284-9CFC-5A5E7967C689}" type="presParOf" srcId="{C63233B3-A30C-4E6C-99A1-57A9F1C955E3}" destId="{58BD2CB1-32D2-4E2D-A2AA-B9D725004A21}" srcOrd="0" destOrd="0" presId="urn:microsoft.com/office/officeart/2005/8/layout/hProcess9"/>
    <dgm:cxn modelId="{6D43130D-5800-4781-B77B-04C2281F4EDC}" type="presParOf" srcId="{C63233B3-A30C-4E6C-99A1-57A9F1C955E3}" destId="{5FE0CB03-6898-4ABB-AFCC-6D46172D723E}" srcOrd="1" destOrd="0" presId="urn:microsoft.com/office/officeart/2005/8/layout/hProcess9"/>
    <dgm:cxn modelId="{CFBB5109-C547-41BA-8E1E-EA59819B3A47}" type="presParOf" srcId="{C63233B3-A30C-4E6C-99A1-57A9F1C955E3}" destId="{04A7AB18-FFA8-41AF-BB98-A2B997D768AB}" srcOrd="2" destOrd="0" presId="urn:microsoft.com/office/officeart/2005/8/layout/hProcess9"/>
    <dgm:cxn modelId="{E3CB38B5-D329-4E49-BEB6-1AA3B8DD4E57}" type="presParOf" srcId="{C63233B3-A30C-4E6C-99A1-57A9F1C955E3}" destId="{AE428B15-EE8E-4E98-8AE9-891B7FC2AD9C}" srcOrd="3" destOrd="0" presId="urn:microsoft.com/office/officeart/2005/8/layout/hProcess9"/>
    <dgm:cxn modelId="{348685C6-E354-42C3-83B8-2174EEE8B081}" type="presParOf" srcId="{C63233B3-A30C-4E6C-99A1-57A9F1C955E3}" destId="{4884B021-365C-4496-9EAC-FBF215D089EE}" srcOrd="4" destOrd="0" presId="urn:microsoft.com/office/officeart/2005/8/layout/hProcess9"/>
    <dgm:cxn modelId="{A254EDB3-5C96-4275-9F3C-8D120289544B}" type="presParOf" srcId="{C63233B3-A30C-4E6C-99A1-57A9F1C955E3}" destId="{9CD71D7B-08E4-45C5-926A-B706EC6E4F36}" srcOrd="5" destOrd="0" presId="urn:microsoft.com/office/officeart/2005/8/layout/hProcess9"/>
    <dgm:cxn modelId="{F0F602EB-BBC1-45C9-BC82-CAA44E062BE4}" type="presParOf" srcId="{C63233B3-A30C-4E6C-99A1-57A9F1C955E3}" destId="{1AFB8345-84E7-48E9-AF7D-BA8E151E189B}" srcOrd="6" destOrd="0" presId="urn:microsoft.com/office/officeart/2005/8/layout/hProcess9"/>
    <dgm:cxn modelId="{D0CE7E74-9095-42CF-A991-D2CF771C83DF}" type="presParOf" srcId="{C63233B3-A30C-4E6C-99A1-57A9F1C955E3}" destId="{DAC838A6-2EC2-42CF-9BD8-96F812DBCEA3}" srcOrd="7" destOrd="0" presId="urn:microsoft.com/office/officeart/2005/8/layout/hProcess9"/>
    <dgm:cxn modelId="{9B85D204-26DF-4FEF-8C56-29FEC04E9508}" type="presParOf" srcId="{C63233B3-A30C-4E6C-99A1-57A9F1C955E3}" destId="{5849CA2E-54C0-47CD-AF88-A440283FC5B4}"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E7E709-EA6A-45CA-92AA-9EF22490776B}" type="doc">
      <dgm:prSet loTypeId="urn:microsoft.com/office/officeart/2005/8/layout/funnel1" loCatId="process" qsTypeId="urn:microsoft.com/office/officeart/2005/8/quickstyle/simple1" qsCatId="simple" csTypeId="urn:microsoft.com/office/officeart/2005/8/colors/accent1_2" csCatId="accent1" phldr="1"/>
      <dgm:spPr/>
      <dgm:t>
        <a:bodyPr/>
        <a:lstStyle/>
        <a:p>
          <a:endParaRPr lang="en-US"/>
        </a:p>
      </dgm:t>
    </dgm:pt>
    <dgm:pt modelId="{D12E3AEF-FA58-4EB8-BB99-CB0530BEC0CE}">
      <dgm:prSet phldrT="[Text]"/>
      <dgm:spPr>
        <a:solidFill>
          <a:schemeClr val="accent4">
            <a:lumMod val="60000"/>
            <a:lumOff val="40000"/>
          </a:schemeClr>
        </a:solidFill>
      </dgm:spPr>
      <dgm:t>
        <a:bodyPr/>
        <a:lstStyle/>
        <a:p>
          <a:r>
            <a:rPr lang="en-US" dirty="0"/>
            <a:t>Employment </a:t>
          </a:r>
        </a:p>
      </dgm:t>
    </dgm:pt>
    <dgm:pt modelId="{740D168C-F974-4281-9D4E-D380E9BBFA6D}" type="parTrans" cxnId="{7177247A-DDFC-4C07-A2CD-0FF7CE475585}">
      <dgm:prSet/>
      <dgm:spPr/>
      <dgm:t>
        <a:bodyPr/>
        <a:lstStyle/>
        <a:p>
          <a:endParaRPr lang="en-US"/>
        </a:p>
      </dgm:t>
    </dgm:pt>
    <dgm:pt modelId="{B61C8F3F-F236-4991-BF7B-A5B9B275C5DA}" type="sibTrans" cxnId="{7177247A-DDFC-4C07-A2CD-0FF7CE475585}">
      <dgm:prSet/>
      <dgm:spPr/>
      <dgm:t>
        <a:bodyPr/>
        <a:lstStyle/>
        <a:p>
          <a:endParaRPr lang="en-US"/>
        </a:p>
      </dgm:t>
    </dgm:pt>
    <dgm:pt modelId="{482C1FB9-EB4D-42AF-8F03-D874F186872A}">
      <dgm:prSet phldrT="[Text]"/>
      <dgm:spPr>
        <a:solidFill>
          <a:srgbClr val="FF0000"/>
        </a:solidFill>
      </dgm:spPr>
      <dgm:t>
        <a:bodyPr/>
        <a:lstStyle/>
        <a:p>
          <a:r>
            <a:rPr lang="en-US" dirty="0"/>
            <a:t>New TYs</a:t>
          </a:r>
        </a:p>
      </dgm:t>
    </dgm:pt>
    <dgm:pt modelId="{89FE0DB8-F262-4C55-8BD1-8D48F59EB6C7}" type="parTrans" cxnId="{E83AF0E0-6B91-45C1-BD85-DD1A11D1D47D}">
      <dgm:prSet/>
      <dgm:spPr/>
      <dgm:t>
        <a:bodyPr/>
        <a:lstStyle/>
        <a:p>
          <a:endParaRPr lang="en-US"/>
        </a:p>
      </dgm:t>
    </dgm:pt>
    <dgm:pt modelId="{C639FDBF-8ED0-4DA7-B4E6-0EA1E4910400}" type="sibTrans" cxnId="{E83AF0E0-6B91-45C1-BD85-DD1A11D1D47D}">
      <dgm:prSet/>
      <dgm:spPr/>
      <dgm:t>
        <a:bodyPr/>
        <a:lstStyle/>
        <a:p>
          <a:endParaRPr lang="en-US"/>
        </a:p>
      </dgm:t>
    </dgm:pt>
    <dgm:pt modelId="{610D8DD0-65CE-4255-A114-B5424E010366}">
      <dgm:prSet phldrT="[Text]"/>
      <dgm:spPr/>
      <dgm:t>
        <a:bodyPr/>
        <a:lstStyle/>
        <a:p>
          <a:r>
            <a:rPr lang="en-US" dirty="0"/>
            <a:t>Day Program(s)</a:t>
          </a:r>
        </a:p>
      </dgm:t>
    </dgm:pt>
    <dgm:pt modelId="{A7B80909-A564-4666-934F-451B37A33F7E}" type="parTrans" cxnId="{B85F2BF4-777D-407A-8B45-0F5DF77EBEDC}">
      <dgm:prSet/>
      <dgm:spPr/>
      <dgm:t>
        <a:bodyPr/>
        <a:lstStyle/>
        <a:p>
          <a:endParaRPr lang="en-US"/>
        </a:p>
      </dgm:t>
    </dgm:pt>
    <dgm:pt modelId="{2FA92ACA-9DB8-4C61-9E24-7C4C0D15C668}" type="sibTrans" cxnId="{B85F2BF4-777D-407A-8B45-0F5DF77EBEDC}">
      <dgm:prSet/>
      <dgm:spPr/>
      <dgm:t>
        <a:bodyPr/>
        <a:lstStyle/>
        <a:p>
          <a:endParaRPr lang="en-US"/>
        </a:p>
      </dgm:t>
    </dgm:pt>
    <dgm:pt modelId="{B5DA551F-2B0F-4BD0-B997-33A457833324}">
      <dgm:prSet phldrT="[Text]" phldr="1"/>
      <dgm:spPr/>
      <dgm:t>
        <a:bodyPr/>
        <a:lstStyle/>
        <a:p>
          <a:endParaRPr lang="en-US" dirty="0"/>
        </a:p>
      </dgm:t>
    </dgm:pt>
    <dgm:pt modelId="{3DFF3658-A63C-4EBA-B793-5A45D307FEC8}" type="parTrans" cxnId="{98CF3712-EC25-4010-819A-F2BA6FB56A9A}">
      <dgm:prSet/>
      <dgm:spPr/>
      <dgm:t>
        <a:bodyPr/>
        <a:lstStyle/>
        <a:p>
          <a:endParaRPr lang="en-US"/>
        </a:p>
      </dgm:t>
    </dgm:pt>
    <dgm:pt modelId="{B5D13695-EFDF-48E3-8219-DAA922798953}" type="sibTrans" cxnId="{98CF3712-EC25-4010-819A-F2BA6FB56A9A}">
      <dgm:prSet/>
      <dgm:spPr/>
      <dgm:t>
        <a:bodyPr/>
        <a:lstStyle/>
        <a:p>
          <a:endParaRPr lang="en-US"/>
        </a:p>
      </dgm:t>
    </dgm:pt>
    <dgm:pt modelId="{006BD425-FBF5-4296-A20A-8AF1550660B5}">
      <dgm:prSet phldrT="[Text]"/>
      <dgm:spPr/>
      <dgm:t>
        <a:bodyPr/>
        <a:lstStyle/>
        <a:p>
          <a:endParaRPr lang="en-US"/>
        </a:p>
      </dgm:t>
    </dgm:pt>
    <dgm:pt modelId="{2BA84E36-BD28-480B-B38C-5F36D8DC8510}" type="parTrans" cxnId="{FA15FB60-1F49-40A0-8DDB-8B556CB56F7F}">
      <dgm:prSet/>
      <dgm:spPr/>
      <dgm:t>
        <a:bodyPr/>
        <a:lstStyle/>
        <a:p>
          <a:endParaRPr lang="en-US"/>
        </a:p>
      </dgm:t>
    </dgm:pt>
    <dgm:pt modelId="{B7321C5A-463C-4716-AE0E-5618B004CB3C}" type="sibTrans" cxnId="{FA15FB60-1F49-40A0-8DDB-8B556CB56F7F}">
      <dgm:prSet/>
      <dgm:spPr/>
      <dgm:t>
        <a:bodyPr/>
        <a:lstStyle/>
        <a:p>
          <a:endParaRPr lang="en-US"/>
        </a:p>
      </dgm:t>
    </dgm:pt>
    <dgm:pt modelId="{502EBA0F-B8E5-4A65-820A-7AD4D3C008F5}">
      <dgm:prSet phldrT="[Text]"/>
      <dgm:spPr/>
      <dgm:t>
        <a:bodyPr/>
        <a:lstStyle/>
        <a:p>
          <a:endParaRPr lang="en-US" dirty="0"/>
        </a:p>
      </dgm:t>
    </dgm:pt>
    <dgm:pt modelId="{C9E9A021-165A-4DFE-847F-7815AB3C458B}" type="parTrans" cxnId="{4124DC3D-6002-4972-AD8A-68776E08E477}">
      <dgm:prSet/>
      <dgm:spPr/>
      <dgm:t>
        <a:bodyPr/>
        <a:lstStyle/>
        <a:p>
          <a:endParaRPr lang="en-US"/>
        </a:p>
      </dgm:t>
    </dgm:pt>
    <dgm:pt modelId="{314479C9-D0A0-44C6-BE1F-FACC34B4DDCD}" type="sibTrans" cxnId="{4124DC3D-6002-4972-AD8A-68776E08E477}">
      <dgm:prSet/>
      <dgm:spPr/>
      <dgm:t>
        <a:bodyPr/>
        <a:lstStyle/>
        <a:p>
          <a:endParaRPr lang="en-US"/>
        </a:p>
      </dgm:t>
    </dgm:pt>
    <dgm:pt modelId="{5FC95D99-C770-41E5-88FA-5648F016521F}" type="pres">
      <dgm:prSet presAssocID="{94E7E709-EA6A-45CA-92AA-9EF22490776B}" presName="Name0" presStyleCnt="0">
        <dgm:presLayoutVars>
          <dgm:chMax val="4"/>
          <dgm:resizeHandles val="exact"/>
        </dgm:presLayoutVars>
      </dgm:prSet>
      <dgm:spPr/>
    </dgm:pt>
    <dgm:pt modelId="{D0F562F9-6147-47EC-BF55-7C312B186170}" type="pres">
      <dgm:prSet presAssocID="{94E7E709-EA6A-45CA-92AA-9EF22490776B}" presName="ellipse" presStyleLbl="trBgShp" presStyleIdx="0" presStyleCnt="1"/>
      <dgm:spPr/>
    </dgm:pt>
    <dgm:pt modelId="{B41AA4B4-F5D1-4C03-9163-5C0535DC3FB0}" type="pres">
      <dgm:prSet presAssocID="{94E7E709-EA6A-45CA-92AA-9EF22490776B}" presName="arrow1" presStyleLbl="fgShp" presStyleIdx="0" presStyleCnt="1" custLinFactNeighborX="9600" custLinFactNeighborY="-10312"/>
      <dgm:spPr/>
    </dgm:pt>
    <dgm:pt modelId="{727E2AEC-0B6F-4CB3-8326-3BD1AF39923D}" type="pres">
      <dgm:prSet presAssocID="{94E7E709-EA6A-45CA-92AA-9EF22490776B}" presName="rectangle" presStyleLbl="revTx" presStyleIdx="0" presStyleCnt="1">
        <dgm:presLayoutVars>
          <dgm:bulletEnabled val="1"/>
        </dgm:presLayoutVars>
      </dgm:prSet>
      <dgm:spPr/>
    </dgm:pt>
    <dgm:pt modelId="{8D2B358C-0F14-4C91-941F-CC8223884A03}" type="pres">
      <dgm:prSet presAssocID="{482C1FB9-EB4D-42AF-8F03-D874F186872A}" presName="item1" presStyleLbl="node1" presStyleIdx="0" presStyleCnt="3">
        <dgm:presLayoutVars>
          <dgm:bulletEnabled val="1"/>
        </dgm:presLayoutVars>
      </dgm:prSet>
      <dgm:spPr/>
    </dgm:pt>
    <dgm:pt modelId="{B32626CB-BE17-41FA-BC46-2C0D8109FFFF}" type="pres">
      <dgm:prSet presAssocID="{610D8DD0-65CE-4255-A114-B5424E010366}" presName="item2" presStyleLbl="node1" presStyleIdx="1" presStyleCnt="3">
        <dgm:presLayoutVars>
          <dgm:bulletEnabled val="1"/>
        </dgm:presLayoutVars>
      </dgm:prSet>
      <dgm:spPr/>
    </dgm:pt>
    <dgm:pt modelId="{7AAAB710-194D-4B98-8B86-5DF3147A4D1A}" type="pres">
      <dgm:prSet presAssocID="{502EBA0F-B8E5-4A65-820A-7AD4D3C008F5}" presName="item3" presStyleLbl="node1" presStyleIdx="2" presStyleCnt="3">
        <dgm:presLayoutVars>
          <dgm:bulletEnabled val="1"/>
        </dgm:presLayoutVars>
      </dgm:prSet>
      <dgm:spPr/>
    </dgm:pt>
    <dgm:pt modelId="{CCA3E91E-A6FF-43D5-939C-D7240C1B1FD1}" type="pres">
      <dgm:prSet presAssocID="{94E7E709-EA6A-45CA-92AA-9EF22490776B}" presName="funnel" presStyleLbl="trAlignAcc1" presStyleIdx="0" presStyleCnt="1" custLinFactNeighborX="0" custLinFactNeighborY="-893"/>
      <dgm:spPr/>
    </dgm:pt>
  </dgm:ptLst>
  <dgm:cxnLst>
    <dgm:cxn modelId="{9938D510-7635-42D4-A017-7CE5F8D09A0A}" type="presOf" srcId="{610D8DD0-65CE-4255-A114-B5424E010366}" destId="{8D2B358C-0F14-4C91-941F-CC8223884A03}" srcOrd="0" destOrd="0" presId="urn:microsoft.com/office/officeart/2005/8/layout/funnel1"/>
    <dgm:cxn modelId="{98CF3712-EC25-4010-819A-F2BA6FB56A9A}" srcId="{94E7E709-EA6A-45CA-92AA-9EF22490776B}" destId="{B5DA551F-2B0F-4BD0-B997-33A457833324}" srcOrd="4" destOrd="0" parTransId="{3DFF3658-A63C-4EBA-B793-5A45D307FEC8}" sibTransId="{B5D13695-EFDF-48E3-8219-DAA922798953}"/>
    <dgm:cxn modelId="{84CB6221-1A4A-4C7D-B652-4976B4681ED6}" type="presOf" srcId="{482C1FB9-EB4D-42AF-8F03-D874F186872A}" destId="{B32626CB-BE17-41FA-BC46-2C0D8109FFFF}" srcOrd="0" destOrd="0" presId="urn:microsoft.com/office/officeart/2005/8/layout/funnel1"/>
    <dgm:cxn modelId="{FFCF312A-D719-4C56-9A65-4C9C28AA3195}" type="presOf" srcId="{502EBA0F-B8E5-4A65-820A-7AD4D3C008F5}" destId="{727E2AEC-0B6F-4CB3-8326-3BD1AF39923D}" srcOrd="0" destOrd="0" presId="urn:microsoft.com/office/officeart/2005/8/layout/funnel1"/>
    <dgm:cxn modelId="{4124DC3D-6002-4972-AD8A-68776E08E477}" srcId="{94E7E709-EA6A-45CA-92AA-9EF22490776B}" destId="{502EBA0F-B8E5-4A65-820A-7AD4D3C008F5}" srcOrd="3" destOrd="0" parTransId="{C9E9A021-165A-4DFE-847F-7815AB3C458B}" sibTransId="{314479C9-D0A0-44C6-BE1F-FACC34B4DDCD}"/>
    <dgm:cxn modelId="{091E4160-B833-49B5-ADF8-742C161199C4}" type="presOf" srcId="{D12E3AEF-FA58-4EB8-BB99-CB0530BEC0CE}" destId="{7AAAB710-194D-4B98-8B86-5DF3147A4D1A}" srcOrd="0" destOrd="0" presId="urn:microsoft.com/office/officeart/2005/8/layout/funnel1"/>
    <dgm:cxn modelId="{FA15FB60-1F49-40A0-8DDB-8B556CB56F7F}" srcId="{94E7E709-EA6A-45CA-92AA-9EF22490776B}" destId="{006BD425-FBF5-4296-A20A-8AF1550660B5}" srcOrd="5" destOrd="0" parTransId="{2BA84E36-BD28-480B-B38C-5F36D8DC8510}" sibTransId="{B7321C5A-463C-4716-AE0E-5618B004CB3C}"/>
    <dgm:cxn modelId="{7177247A-DDFC-4C07-A2CD-0FF7CE475585}" srcId="{94E7E709-EA6A-45CA-92AA-9EF22490776B}" destId="{D12E3AEF-FA58-4EB8-BB99-CB0530BEC0CE}" srcOrd="0" destOrd="0" parTransId="{740D168C-F974-4281-9D4E-D380E9BBFA6D}" sibTransId="{B61C8F3F-F236-4991-BF7B-A5B9B275C5DA}"/>
    <dgm:cxn modelId="{A53FF6C3-478C-4E9B-BBCC-58A0E24FA625}" type="presOf" srcId="{94E7E709-EA6A-45CA-92AA-9EF22490776B}" destId="{5FC95D99-C770-41E5-88FA-5648F016521F}" srcOrd="0" destOrd="0" presId="urn:microsoft.com/office/officeart/2005/8/layout/funnel1"/>
    <dgm:cxn modelId="{E83AF0E0-6B91-45C1-BD85-DD1A11D1D47D}" srcId="{94E7E709-EA6A-45CA-92AA-9EF22490776B}" destId="{482C1FB9-EB4D-42AF-8F03-D874F186872A}" srcOrd="1" destOrd="0" parTransId="{89FE0DB8-F262-4C55-8BD1-8D48F59EB6C7}" sibTransId="{C639FDBF-8ED0-4DA7-B4E6-0EA1E4910400}"/>
    <dgm:cxn modelId="{B85F2BF4-777D-407A-8B45-0F5DF77EBEDC}" srcId="{94E7E709-EA6A-45CA-92AA-9EF22490776B}" destId="{610D8DD0-65CE-4255-A114-B5424E010366}" srcOrd="2" destOrd="0" parTransId="{A7B80909-A564-4666-934F-451B37A33F7E}" sibTransId="{2FA92ACA-9DB8-4C61-9E24-7C4C0D15C668}"/>
    <dgm:cxn modelId="{C3EC2359-ECC0-476E-B691-3116CB920DF1}" type="presParOf" srcId="{5FC95D99-C770-41E5-88FA-5648F016521F}" destId="{D0F562F9-6147-47EC-BF55-7C312B186170}" srcOrd="0" destOrd="0" presId="urn:microsoft.com/office/officeart/2005/8/layout/funnel1"/>
    <dgm:cxn modelId="{394E982C-68F2-4320-96A0-B43D778470FA}" type="presParOf" srcId="{5FC95D99-C770-41E5-88FA-5648F016521F}" destId="{B41AA4B4-F5D1-4C03-9163-5C0535DC3FB0}" srcOrd="1" destOrd="0" presId="urn:microsoft.com/office/officeart/2005/8/layout/funnel1"/>
    <dgm:cxn modelId="{511E5543-7588-426E-A932-610FC9674461}" type="presParOf" srcId="{5FC95D99-C770-41E5-88FA-5648F016521F}" destId="{727E2AEC-0B6F-4CB3-8326-3BD1AF39923D}" srcOrd="2" destOrd="0" presId="urn:microsoft.com/office/officeart/2005/8/layout/funnel1"/>
    <dgm:cxn modelId="{938D2F66-1ED4-4657-87E5-868DF164B17B}" type="presParOf" srcId="{5FC95D99-C770-41E5-88FA-5648F016521F}" destId="{8D2B358C-0F14-4C91-941F-CC8223884A03}" srcOrd="3" destOrd="0" presId="urn:microsoft.com/office/officeart/2005/8/layout/funnel1"/>
    <dgm:cxn modelId="{E8709151-1AD2-420F-BD62-C7A3FCD2FF33}" type="presParOf" srcId="{5FC95D99-C770-41E5-88FA-5648F016521F}" destId="{B32626CB-BE17-41FA-BC46-2C0D8109FFFF}" srcOrd="4" destOrd="0" presId="urn:microsoft.com/office/officeart/2005/8/layout/funnel1"/>
    <dgm:cxn modelId="{625BC36C-FA5F-435D-9FB0-4FA5275E08A8}" type="presParOf" srcId="{5FC95D99-C770-41E5-88FA-5648F016521F}" destId="{7AAAB710-194D-4B98-8B86-5DF3147A4D1A}" srcOrd="5" destOrd="0" presId="urn:microsoft.com/office/officeart/2005/8/layout/funnel1"/>
    <dgm:cxn modelId="{0DEE8FFE-F541-46EC-B947-89BF169E5EA0}" type="presParOf" srcId="{5FC95D99-C770-41E5-88FA-5648F016521F}" destId="{CCA3E91E-A6FF-43D5-939C-D7240C1B1FD1}" srcOrd="6" destOrd="0" presId="urn:microsoft.com/office/officeart/2005/8/layout/funne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B01498-0293-47C7-B29D-A8ABC7A316B4}">
      <dsp:nvSpPr>
        <dsp:cNvPr id="0" name=""/>
        <dsp:cNvSpPr/>
      </dsp:nvSpPr>
      <dsp:spPr>
        <a:xfrm>
          <a:off x="0" y="237026"/>
          <a:ext cx="6245265" cy="159471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i="0" kern="1200" dirty="0"/>
            <a:t>Can provide a </a:t>
          </a:r>
          <a:r>
            <a:rPr lang="en-US" sz="2900" i="1" kern="1200" dirty="0"/>
            <a:t>pathway to employment </a:t>
          </a:r>
          <a:r>
            <a:rPr lang="en-US" sz="2900" kern="1200" dirty="0"/>
            <a:t>through career exploration, skill building &amp; networking</a:t>
          </a:r>
        </a:p>
      </dsp:txBody>
      <dsp:txXfrm>
        <a:off x="77847" y="314873"/>
        <a:ext cx="6089571" cy="1439016"/>
      </dsp:txXfrm>
    </dsp:sp>
    <dsp:sp modelId="{11AE424E-9368-4F77-974B-6FECD43E30C3}">
      <dsp:nvSpPr>
        <dsp:cNvPr id="0" name=""/>
        <dsp:cNvSpPr/>
      </dsp:nvSpPr>
      <dsp:spPr>
        <a:xfrm>
          <a:off x="0" y="1997318"/>
          <a:ext cx="6245265" cy="1594710"/>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i="1" kern="1200" dirty="0"/>
            <a:t>Wraps around employment</a:t>
          </a:r>
          <a:r>
            <a:rPr lang="en-US" sz="2900" kern="1200" dirty="0"/>
            <a:t> to fill gaps in time, experience, social connection</a:t>
          </a:r>
        </a:p>
      </dsp:txBody>
      <dsp:txXfrm>
        <a:off x="77847" y="2075165"/>
        <a:ext cx="6089571" cy="1439016"/>
      </dsp:txXfrm>
    </dsp:sp>
    <dsp:sp modelId="{F26578D0-CC32-4025-8784-527445342DD5}">
      <dsp:nvSpPr>
        <dsp:cNvPr id="0" name=""/>
        <dsp:cNvSpPr/>
      </dsp:nvSpPr>
      <dsp:spPr>
        <a:xfrm>
          <a:off x="0" y="3675548"/>
          <a:ext cx="6245265" cy="159471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i="1" kern="1200"/>
            <a:t>Supports people in retirement</a:t>
          </a:r>
          <a:r>
            <a:rPr lang="en-US" sz="2900" kern="1200"/>
            <a:t> in integrated ways</a:t>
          </a:r>
        </a:p>
      </dsp:txBody>
      <dsp:txXfrm>
        <a:off x="77847" y="3753395"/>
        <a:ext cx="6089571" cy="14390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91921E-4025-4B5C-BE37-6BCBA37BFB12}">
      <dsp:nvSpPr>
        <dsp:cNvPr id="0" name=""/>
        <dsp:cNvSpPr/>
      </dsp:nvSpPr>
      <dsp:spPr>
        <a:xfrm>
          <a:off x="2" y="0"/>
          <a:ext cx="11231933" cy="359027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BD2CB1-32D2-4E2D-A2AA-B9D725004A21}">
      <dsp:nvSpPr>
        <dsp:cNvPr id="0" name=""/>
        <dsp:cNvSpPr/>
      </dsp:nvSpPr>
      <dsp:spPr>
        <a:xfrm>
          <a:off x="122530" y="1065813"/>
          <a:ext cx="2158089" cy="1637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Community Life Engagement </a:t>
          </a:r>
        </a:p>
        <a:p>
          <a:pPr marL="0" lvl="0" indent="0" algn="ctr" defTabSz="755650">
            <a:lnSpc>
              <a:spcPct val="90000"/>
            </a:lnSpc>
            <a:spcBef>
              <a:spcPct val="0"/>
            </a:spcBef>
            <a:spcAft>
              <a:spcPct val="35000"/>
            </a:spcAft>
            <a:buNone/>
          </a:pPr>
          <a:r>
            <a:rPr lang="en-US" sz="1100" kern="1200" dirty="0"/>
            <a:t>(when people aren’t working) </a:t>
          </a:r>
        </a:p>
      </dsp:txBody>
      <dsp:txXfrm>
        <a:off x="202457" y="1145740"/>
        <a:ext cx="1998235" cy="1477466"/>
      </dsp:txXfrm>
    </dsp:sp>
    <dsp:sp modelId="{04A7AB18-FFA8-41AF-BB98-A2B997D768AB}">
      <dsp:nvSpPr>
        <dsp:cNvPr id="0" name=""/>
        <dsp:cNvSpPr/>
      </dsp:nvSpPr>
      <dsp:spPr>
        <a:xfrm>
          <a:off x="2348627" y="1116685"/>
          <a:ext cx="2158089" cy="1637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Light" panose="020F0302020204030204"/>
            </a:rPr>
            <a:t>Discovery</a:t>
          </a:r>
          <a:r>
            <a:rPr lang="en-US" sz="1600" kern="1200" dirty="0"/>
            <a:t>/Exploration	</a:t>
          </a:r>
        </a:p>
      </dsp:txBody>
      <dsp:txXfrm>
        <a:off x="2428554" y="1196612"/>
        <a:ext cx="1998235" cy="1477466"/>
      </dsp:txXfrm>
    </dsp:sp>
    <dsp:sp modelId="{4884B021-365C-4496-9EAC-FBF215D089EE}">
      <dsp:nvSpPr>
        <dsp:cNvPr id="0" name=""/>
        <dsp:cNvSpPr/>
      </dsp:nvSpPr>
      <dsp:spPr>
        <a:xfrm>
          <a:off x="4624544" y="1122399"/>
          <a:ext cx="2158089" cy="16258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Job Development and Placement</a:t>
          </a:r>
        </a:p>
      </dsp:txBody>
      <dsp:txXfrm>
        <a:off x="4703913" y="1201768"/>
        <a:ext cx="1999351" cy="1467153"/>
      </dsp:txXfrm>
    </dsp:sp>
    <dsp:sp modelId="{1AFB8345-84E7-48E9-AF7D-BA8E151E189B}">
      <dsp:nvSpPr>
        <dsp:cNvPr id="0" name=""/>
        <dsp:cNvSpPr/>
      </dsp:nvSpPr>
      <dsp:spPr>
        <a:xfrm>
          <a:off x="6868648" y="1116685"/>
          <a:ext cx="2158089" cy="1637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Post-hire Supports</a:t>
          </a:r>
        </a:p>
      </dsp:txBody>
      <dsp:txXfrm>
        <a:off x="6948575" y="1196612"/>
        <a:ext cx="1998235" cy="1477466"/>
      </dsp:txXfrm>
    </dsp:sp>
    <dsp:sp modelId="{5849CA2E-54C0-47CD-AF88-A440283FC5B4}">
      <dsp:nvSpPr>
        <dsp:cNvPr id="0" name=""/>
        <dsp:cNvSpPr/>
      </dsp:nvSpPr>
      <dsp:spPr>
        <a:xfrm>
          <a:off x="9073849" y="1116685"/>
          <a:ext cx="2158089" cy="1637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Wrap-around Supports</a:t>
          </a:r>
        </a:p>
      </dsp:txBody>
      <dsp:txXfrm>
        <a:off x="9153776" y="1196612"/>
        <a:ext cx="1998235" cy="14774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F562F9-6147-47EC-BF55-7C312B186170}">
      <dsp:nvSpPr>
        <dsp:cNvPr id="0" name=""/>
        <dsp:cNvSpPr/>
      </dsp:nvSpPr>
      <dsp:spPr>
        <a:xfrm>
          <a:off x="1872826" y="220133"/>
          <a:ext cx="4368800" cy="1517226"/>
        </a:xfrm>
        <a:prstGeom prst="ellipse">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1AA4B4-F5D1-4C03-9163-5C0535DC3FB0}">
      <dsp:nvSpPr>
        <dsp:cNvPr id="0" name=""/>
        <dsp:cNvSpPr/>
      </dsp:nvSpPr>
      <dsp:spPr>
        <a:xfrm>
          <a:off x="3721946" y="3879429"/>
          <a:ext cx="846666" cy="541866"/>
        </a:xfrm>
        <a:prstGeom prst="down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27E2AEC-0B6F-4CB3-8326-3BD1AF39923D}">
      <dsp:nvSpPr>
        <dsp:cNvPr id="0" name=""/>
        <dsp:cNvSpPr/>
      </dsp:nvSpPr>
      <dsp:spPr>
        <a:xfrm>
          <a:off x="2031999" y="4368800"/>
          <a:ext cx="4064000" cy="10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2031999" y="4368800"/>
        <a:ext cx="4064000" cy="1016000"/>
      </dsp:txXfrm>
    </dsp:sp>
    <dsp:sp modelId="{8D2B358C-0F14-4C91-941F-CC8223884A03}">
      <dsp:nvSpPr>
        <dsp:cNvPr id="0" name=""/>
        <dsp:cNvSpPr/>
      </dsp:nvSpPr>
      <dsp:spPr>
        <a:xfrm>
          <a:off x="3461173" y="1854538"/>
          <a:ext cx="1524000" cy="152400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Day Program(s)</a:t>
          </a:r>
        </a:p>
      </dsp:txBody>
      <dsp:txXfrm>
        <a:off x="3684358" y="2077723"/>
        <a:ext cx="1077630" cy="1077630"/>
      </dsp:txXfrm>
    </dsp:sp>
    <dsp:sp modelId="{B32626CB-BE17-41FA-BC46-2C0D8109FFFF}">
      <dsp:nvSpPr>
        <dsp:cNvPr id="0" name=""/>
        <dsp:cNvSpPr/>
      </dsp:nvSpPr>
      <dsp:spPr>
        <a:xfrm>
          <a:off x="2370666" y="711200"/>
          <a:ext cx="1524000" cy="1524000"/>
        </a:xfrm>
        <a:prstGeom prst="ellipse">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New TYs</a:t>
          </a:r>
        </a:p>
      </dsp:txBody>
      <dsp:txXfrm>
        <a:off x="2593851" y="934385"/>
        <a:ext cx="1077630" cy="1077630"/>
      </dsp:txXfrm>
    </dsp:sp>
    <dsp:sp modelId="{7AAAB710-194D-4B98-8B86-5DF3147A4D1A}">
      <dsp:nvSpPr>
        <dsp:cNvPr id="0" name=""/>
        <dsp:cNvSpPr/>
      </dsp:nvSpPr>
      <dsp:spPr>
        <a:xfrm>
          <a:off x="3928533" y="342730"/>
          <a:ext cx="1524000" cy="1524000"/>
        </a:xfrm>
        <a:prstGeom prst="ellipse">
          <a:avLst/>
        </a:prstGeom>
        <a:solidFill>
          <a:schemeClr val="accent4">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Employment </a:t>
          </a:r>
        </a:p>
      </dsp:txBody>
      <dsp:txXfrm>
        <a:off x="4151718" y="565915"/>
        <a:ext cx="1077630" cy="1077630"/>
      </dsp:txXfrm>
    </dsp:sp>
    <dsp:sp modelId="{CCA3E91E-A6FF-43D5-939C-D7240C1B1FD1}">
      <dsp:nvSpPr>
        <dsp:cNvPr id="0" name=""/>
        <dsp:cNvSpPr/>
      </dsp:nvSpPr>
      <dsp:spPr>
        <a:xfrm>
          <a:off x="1693333" y="0"/>
          <a:ext cx="4741333" cy="3793066"/>
        </a:xfrm>
        <a:prstGeom prst="funnel">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E002EC-EADC-45B3-A65E-8AA2B29AF7B1}" type="datetimeFigureOut">
              <a:rPr lang="en-US" smtClean="0"/>
              <a:t>7/26/2023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43ABDC-0D1F-48E5-BE6C-3AB149CF2AB3}" type="slidenum">
              <a:rPr lang="en-US" smtClean="0"/>
              <a:t>‹#›</a:t>
            </a:fld>
            <a:endParaRPr lang="en-US"/>
          </a:p>
        </p:txBody>
      </p:sp>
    </p:spTree>
    <p:extLst>
      <p:ext uri="{BB962C8B-B14F-4D97-AF65-F5344CB8AC3E}">
        <p14:creationId xmlns:p14="http://schemas.microsoft.com/office/powerpoint/2010/main" val="3988362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Jen</a:t>
            </a:r>
          </a:p>
          <a:p>
            <a:r>
              <a:rPr lang="en-US">
                <a:cs typeface="Calibri"/>
              </a:rPr>
              <a:t>An outcome, not a service</a:t>
            </a:r>
          </a:p>
          <a:p>
            <a:endParaRPr lang="en-US">
              <a:cs typeface="Calibri"/>
            </a:endParaRPr>
          </a:p>
          <a:p>
            <a:pPr>
              <a:lnSpc>
                <a:spcPct val="90000"/>
              </a:lnSpc>
              <a:spcBef>
                <a:spcPts val="750"/>
              </a:spcBef>
            </a:pPr>
            <a:r>
              <a:rPr lang="en-US"/>
              <a:t>All the ways that people with IDD access and participate in their communities, outside of employment, as part of a meaningful day. </a:t>
            </a:r>
          </a:p>
          <a:p>
            <a:pPr marL="171450" indent="-228600">
              <a:lnSpc>
                <a:spcPct val="90000"/>
              </a:lnSpc>
              <a:spcBef>
                <a:spcPts val="750"/>
              </a:spcBef>
              <a:buFont typeface="Arial,Sans-Serif"/>
              <a:buChar char="•"/>
            </a:pPr>
            <a:endParaRPr lang="en-US"/>
          </a:p>
          <a:p>
            <a:pPr marL="342900" indent="-228600">
              <a:lnSpc>
                <a:spcPct val="90000"/>
              </a:lnSpc>
              <a:spcBef>
                <a:spcPts val="750"/>
              </a:spcBef>
              <a:buFont typeface="Arial,Sans-Serif"/>
              <a:buChar char="•"/>
            </a:pPr>
            <a:r>
              <a:rPr lang="en-US"/>
              <a:t>Non-work</a:t>
            </a:r>
          </a:p>
          <a:p>
            <a:pPr marL="342900" indent="-228600">
              <a:lnSpc>
                <a:spcPct val="90000"/>
              </a:lnSpc>
              <a:spcBef>
                <a:spcPts val="750"/>
              </a:spcBef>
              <a:buFont typeface="Arial,Sans-Serif"/>
              <a:buChar char="•"/>
            </a:pPr>
            <a:r>
              <a:rPr lang="en-US"/>
              <a:t>Accessing typical community facilities (library, gym, rec center, etc.)</a:t>
            </a:r>
          </a:p>
          <a:p>
            <a:pPr marL="342900" indent="-228600">
              <a:lnSpc>
                <a:spcPct val="90000"/>
              </a:lnSpc>
              <a:spcBef>
                <a:spcPts val="750"/>
              </a:spcBef>
              <a:buFont typeface="Arial,Sans-Serif"/>
              <a:buChar char="•"/>
            </a:pPr>
            <a:r>
              <a:rPr lang="en-US"/>
              <a:t>Volunteerism </a:t>
            </a:r>
          </a:p>
          <a:p>
            <a:pPr marL="342900" indent="-228600">
              <a:lnSpc>
                <a:spcPct val="90000"/>
              </a:lnSpc>
              <a:spcBef>
                <a:spcPts val="750"/>
              </a:spcBef>
              <a:buFont typeface="Arial,Sans-Serif"/>
              <a:buChar char="•"/>
            </a:pPr>
            <a:r>
              <a:rPr lang="en-US"/>
              <a:t>Post-secondary &amp;/or continuing education</a:t>
            </a:r>
          </a:p>
          <a:p>
            <a:pPr marL="342900" indent="-228600">
              <a:lnSpc>
                <a:spcPct val="90000"/>
              </a:lnSpc>
              <a:spcBef>
                <a:spcPts val="750"/>
              </a:spcBef>
              <a:buFont typeface="Arial,Sans-Serif"/>
              <a:buChar char="•"/>
            </a:pPr>
            <a:r>
              <a:rPr lang="en-US"/>
              <a:t>Wrap-around to work</a:t>
            </a:r>
          </a:p>
          <a:p>
            <a:pPr marL="342900" indent="-228600">
              <a:lnSpc>
                <a:spcPct val="90000"/>
              </a:lnSpc>
              <a:spcBef>
                <a:spcPts val="750"/>
              </a:spcBef>
              <a:buFont typeface="Arial,Sans-Serif"/>
              <a:buChar char="•"/>
            </a:pPr>
            <a:r>
              <a:rPr lang="en-US"/>
              <a:t>Pathway to work </a:t>
            </a:r>
          </a:p>
          <a:p>
            <a:pPr marL="342900" indent="-228600">
              <a:lnSpc>
                <a:spcPct val="90000"/>
              </a:lnSpc>
              <a:spcBef>
                <a:spcPts val="750"/>
              </a:spcBef>
              <a:buFont typeface="Arial,Sans-Serif"/>
              <a:buChar char="•"/>
            </a:pPr>
            <a:r>
              <a:rPr lang="en-US"/>
              <a:t>Retirement activities </a:t>
            </a:r>
          </a:p>
          <a:p>
            <a:endParaRPr lang="en-US">
              <a:cs typeface="Calibri"/>
            </a:endParaRPr>
          </a:p>
        </p:txBody>
      </p:sp>
      <p:sp>
        <p:nvSpPr>
          <p:cNvPr id="4" name="Slide Number Placeholder 3"/>
          <p:cNvSpPr>
            <a:spLocks noGrp="1"/>
          </p:cNvSpPr>
          <p:nvPr>
            <p:ph type="sldNum" sz="quarter" idx="5"/>
          </p:nvPr>
        </p:nvSpPr>
        <p:spPr/>
        <p:txBody>
          <a:bodyPr/>
          <a:lstStyle/>
          <a:p>
            <a:fld id="{FF7C0A9C-8EB1-2944-91B3-96D63BF1E2CF}" type="slidenum">
              <a:rPr lang="en-US" smtClean="0"/>
              <a:t>1</a:t>
            </a:fld>
            <a:endParaRPr lang="en-US"/>
          </a:p>
        </p:txBody>
      </p:sp>
    </p:spTree>
    <p:extLst>
      <p:ext uri="{BB962C8B-B14F-4D97-AF65-F5344CB8AC3E}">
        <p14:creationId xmlns:p14="http://schemas.microsoft.com/office/powerpoint/2010/main" val="2902303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r>
              <a:rPr lang="en-US" baseline="0"/>
              <a:t>Jen</a:t>
            </a:r>
          </a:p>
          <a:p>
            <a:pPr lvl="1"/>
            <a:r>
              <a:rPr lang="en-US" baseline="0"/>
              <a:t>In addition to having value in its own way, CLE relates to work in these ways</a:t>
            </a:r>
            <a:endParaRPr lang="en-US"/>
          </a:p>
        </p:txBody>
      </p:sp>
      <p:sp>
        <p:nvSpPr>
          <p:cNvPr id="4" name="Header Placeholder 3"/>
          <p:cNvSpPr>
            <a:spLocks noGrp="1"/>
          </p:cNvSpPr>
          <p:nvPr>
            <p:ph type="hdr" sz="quarter" idx="10"/>
          </p:nvPr>
        </p:nvSpPr>
        <p:spPr/>
        <p:txBody>
          <a:bodyPr/>
          <a:lstStyle/>
          <a:p>
            <a:r>
              <a:rPr lang="en-US"/>
              <a:t>State Employment Leadership Network (SELN) / 9th Annual Meeting</a:t>
            </a:r>
          </a:p>
        </p:txBody>
      </p:sp>
      <p:sp>
        <p:nvSpPr>
          <p:cNvPr id="5" name="Date Placeholder 4"/>
          <p:cNvSpPr>
            <a:spLocks noGrp="1"/>
          </p:cNvSpPr>
          <p:nvPr>
            <p:ph type="dt" idx="11"/>
          </p:nvPr>
        </p:nvSpPr>
        <p:spPr/>
        <p:txBody>
          <a:bodyPr/>
          <a:lstStyle/>
          <a:p>
            <a:r>
              <a:rPr lang="en-US"/>
              <a:t>October 20-22, 2014</a:t>
            </a:r>
          </a:p>
        </p:txBody>
      </p:sp>
      <p:sp>
        <p:nvSpPr>
          <p:cNvPr id="6" name="Footer Placeholder 5"/>
          <p:cNvSpPr>
            <a:spLocks noGrp="1"/>
          </p:cNvSpPr>
          <p:nvPr>
            <p:ph type="ftr" sz="quarter" idx="12"/>
          </p:nvPr>
        </p:nvSpPr>
        <p:spPr/>
        <p:txBody>
          <a:bodyPr/>
          <a:lstStyle/>
          <a:p>
            <a:r>
              <a:rPr lang="en-US"/>
              <a:t>Alexandria, VA</a:t>
            </a:r>
          </a:p>
        </p:txBody>
      </p:sp>
      <p:sp>
        <p:nvSpPr>
          <p:cNvPr id="7" name="Slide Number Placeholder 6"/>
          <p:cNvSpPr>
            <a:spLocks noGrp="1"/>
          </p:cNvSpPr>
          <p:nvPr>
            <p:ph type="sldNum" sz="quarter" idx="13"/>
          </p:nvPr>
        </p:nvSpPr>
        <p:spPr/>
        <p:txBody>
          <a:bodyPr/>
          <a:lstStyle/>
          <a:p>
            <a:fld id="{2A8C280B-7AAB-4B74-AC03-F371E5FD290C}" type="slidenum">
              <a:rPr lang="en-US" smtClean="0"/>
              <a:pPr/>
              <a:t>3</a:t>
            </a:fld>
            <a:endParaRPr lang="en-US"/>
          </a:p>
        </p:txBody>
      </p:sp>
    </p:spTree>
    <p:extLst>
      <p:ext uri="{BB962C8B-B14F-4D97-AF65-F5344CB8AC3E}">
        <p14:creationId xmlns:p14="http://schemas.microsoft.com/office/powerpoint/2010/main" val="2074587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600" dirty="0">
                <a:latin typeface="Arial"/>
                <a:cs typeface="Arial"/>
              </a:rPr>
              <a:t>Agnes/Jean</a:t>
            </a:r>
          </a:p>
          <a:p>
            <a:endParaRPr lang="en-US" sz="9600" dirty="0">
              <a:latin typeface="Arial"/>
              <a:cs typeface="Arial"/>
            </a:endParaRPr>
          </a:p>
          <a:p>
            <a:r>
              <a:rPr lang="en-US" sz="9600">
                <a:latin typeface="Arial"/>
                <a:cs typeface="Arial"/>
              </a:rPr>
              <a:t>This slide represents trend data going back to fiscal year 1989 through 2021 and allows us to see a series of trends.</a:t>
            </a:r>
            <a:endParaRPr lang="en-US"/>
          </a:p>
          <a:p>
            <a:r>
              <a:rPr lang="en-US" sz="3600" dirty="0"/>
              <a:t>The </a:t>
            </a:r>
            <a:r>
              <a:rPr lang="en-US" sz="3600" b="1" dirty="0"/>
              <a:t>first trend </a:t>
            </a:r>
            <a:r>
              <a:rPr lang="en-US" sz="3600" dirty="0"/>
              <a:t>is that over time more and more adults have had access to employment and day services. From an estimated 287, 860 unduplicated individuals receiving employment and day services in 1989 to a high of 657,826 in 2019 immediately prior to the covid-19 public health emergency. The total dropped by a little more than 60,000 during the public health emergency, which given the challenges in providing services during that time suggests that state agencies and service providers rapidly adapted their service models. And the </a:t>
            </a:r>
            <a:r>
              <a:rPr lang="en-US" sz="3600" b="1" dirty="0"/>
              <a:t>second trend</a:t>
            </a:r>
            <a:r>
              <a:rPr lang="en-US" sz="3600" dirty="0"/>
              <a:t> demonstrates that slowly overtime facility-based work has declined and integrated employment has increased. </a:t>
            </a:r>
            <a:endParaRPr lang="en-US" sz="2400" b="1" dirty="0">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4</a:t>
            </a:fld>
            <a:endParaRPr lang="en-US" altLang="en-US"/>
          </a:p>
        </p:txBody>
      </p:sp>
    </p:spTree>
    <p:extLst>
      <p:ext uri="{BB962C8B-B14F-4D97-AF65-F5344CB8AC3E}">
        <p14:creationId xmlns:p14="http://schemas.microsoft.com/office/powerpoint/2010/main" val="1369934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Typically, budgets are created using historic data….if you’re doing something new, you won’t have data. A pilot allows you to do this. Must look carefully and holistically at what resources you will need to be successful. </a:t>
            </a:r>
          </a:p>
        </p:txBody>
      </p:sp>
      <p:sp>
        <p:nvSpPr>
          <p:cNvPr id="4" name="Slide Number Placeholder 3"/>
          <p:cNvSpPr>
            <a:spLocks noGrp="1"/>
          </p:cNvSpPr>
          <p:nvPr>
            <p:ph type="sldNum" sz="quarter" idx="5"/>
          </p:nvPr>
        </p:nvSpPr>
        <p:spPr/>
        <p:txBody>
          <a:bodyPr/>
          <a:lstStyle/>
          <a:p>
            <a:fld id="{AE43ABDC-0D1F-48E5-BE6C-3AB149CF2AB3}" type="slidenum">
              <a:rPr lang="en-US" smtClean="0"/>
              <a:t>7</a:t>
            </a:fld>
            <a:endParaRPr lang="en-US"/>
          </a:p>
        </p:txBody>
      </p:sp>
    </p:spTree>
    <p:extLst>
      <p:ext uri="{BB962C8B-B14F-4D97-AF65-F5344CB8AC3E}">
        <p14:creationId xmlns:p14="http://schemas.microsoft.com/office/powerpoint/2010/main" val="21628478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05BF8-2309-9A6A-F975-CCB7F76423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B9A375-0E32-D335-A14A-CBC37A66D9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D0DE1D-9A89-2994-47A9-35BCA66E0108}"/>
              </a:ext>
            </a:extLst>
          </p:cNvPr>
          <p:cNvSpPr>
            <a:spLocks noGrp="1"/>
          </p:cNvSpPr>
          <p:nvPr>
            <p:ph type="dt" sz="half" idx="10"/>
          </p:nvPr>
        </p:nvSpPr>
        <p:spPr/>
        <p:txBody>
          <a:bodyPr/>
          <a:lstStyle/>
          <a:p>
            <a:fld id="{A2D3A093-196C-464E-901A-9B31DC6A707D}" type="datetimeFigureOut">
              <a:rPr lang="en-US" smtClean="0"/>
              <a:t>7/26/2023</a:t>
            </a:fld>
            <a:endParaRPr lang="en-US"/>
          </a:p>
        </p:txBody>
      </p:sp>
      <p:sp>
        <p:nvSpPr>
          <p:cNvPr id="5" name="Footer Placeholder 4">
            <a:extLst>
              <a:ext uri="{FF2B5EF4-FFF2-40B4-BE49-F238E27FC236}">
                <a16:creationId xmlns:a16="http://schemas.microsoft.com/office/drawing/2014/main" id="{B10C7149-1D5C-C307-97D5-C3AFEF5B1B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44D376-3826-0207-1DBD-DCCA78EFD431}"/>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211500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3FA13-CFDA-098C-8D5B-9E6CA01D4A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BE1FA2-E0E2-2F85-5518-A9BEB34D2F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8CDB01-6A10-EA8B-53DA-E5173B9FDB0A}"/>
              </a:ext>
            </a:extLst>
          </p:cNvPr>
          <p:cNvSpPr>
            <a:spLocks noGrp="1"/>
          </p:cNvSpPr>
          <p:nvPr>
            <p:ph type="dt" sz="half" idx="10"/>
          </p:nvPr>
        </p:nvSpPr>
        <p:spPr/>
        <p:txBody>
          <a:bodyPr/>
          <a:lstStyle/>
          <a:p>
            <a:fld id="{A2D3A093-196C-464E-901A-9B31DC6A707D}" type="datetimeFigureOut">
              <a:rPr lang="en-US" smtClean="0"/>
              <a:t>7/26/2023</a:t>
            </a:fld>
            <a:endParaRPr lang="en-US"/>
          </a:p>
        </p:txBody>
      </p:sp>
      <p:sp>
        <p:nvSpPr>
          <p:cNvPr id="5" name="Footer Placeholder 4">
            <a:extLst>
              <a:ext uri="{FF2B5EF4-FFF2-40B4-BE49-F238E27FC236}">
                <a16:creationId xmlns:a16="http://schemas.microsoft.com/office/drawing/2014/main" id="{523DF1B9-EFDF-12C6-6D85-006DF1B9D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66EA59-4DDC-5582-C007-E33226F84AD7}"/>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3597303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3CE65-731F-088A-EF34-8A0D4BFC30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1F50CD5-0F97-CB13-34C9-90203F46C7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EEC7B4-EFF1-1402-8603-6340828D5251}"/>
              </a:ext>
            </a:extLst>
          </p:cNvPr>
          <p:cNvSpPr>
            <a:spLocks noGrp="1"/>
          </p:cNvSpPr>
          <p:nvPr>
            <p:ph type="dt" sz="half" idx="10"/>
          </p:nvPr>
        </p:nvSpPr>
        <p:spPr/>
        <p:txBody>
          <a:bodyPr/>
          <a:lstStyle/>
          <a:p>
            <a:fld id="{A2D3A093-196C-464E-901A-9B31DC6A707D}" type="datetimeFigureOut">
              <a:rPr lang="en-US" smtClean="0"/>
              <a:t>7/26/2023</a:t>
            </a:fld>
            <a:endParaRPr lang="en-US"/>
          </a:p>
        </p:txBody>
      </p:sp>
      <p:sp>
        <p:nvSpPr>
          <p:cNvPr id="5" name="Footer Placeholder 4">
            <a:extLst>
              <a:ext uri="{FF2B5EF4-FFF2-40B4-BE49-F238E27FC236}">
                <a16:creationId xmlns:a16="http://schemas.microsoft.com/office/drawing/2014/main" id="{D663F42A-A041-16B6-4853-6D231D2F45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ACC3F8-B038-5E91-ED77-6E82BE7401CB}"/>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1632372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D947A-63BB-27FB-9D00-B785F45579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81901E-780A-E9F0-EC6D-9AA5F57E1E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D1F12BE-E8C7-F9D3-467B-69722A39BE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35EEDC-1DCA-DA12-4ABB-078B6DDFFEA5}"/>
              </a:ext>
            </a:extLst>
          </p:cNvPr>
          <p:cNvSpPr>
            <a:spLocks noGrp="1"/>
          </p:cNvSpPr>
          <p:nvPr>
            <p:ph type="dt" sz="half" idx="10"/>
          </p:nvPr>
        </p:nvSpPr>
        <p:spPr/>
        <p:txBody>
          <a:bodyPr/>
          <a:lstStyle/>
          <a:p>
            <a:fld id="{A2D3A093-196C-464E-901A-9B31DC6A707D}" type="datetimeFigureOut">
              <a:rPr lang="en-US" smtClean="0"/>
              <a:t>7/26/2023</a:t>
            </a:fld>
            <a:endParaRPr lang="en-US"/>
          </a:p>
        </p:txBody>
      </p:sp>
      <p:sp>
        <p:nvSpPr>
          <p:cNvPr id="6" name="Footer Placeholder 5">
            <a:extLst>
              <a:ext uri="{FF2B5EF4-FFF2-40B4-BE49-F238E27FC236}">
                <a16:creationId xmlns:a16="http://schemas.microsoft.com/office/drawing/2014/main" id="{F75043A2-99E3-318D-9A78-B91A99029F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347114-DE53-31AC-C636-2E082886A608}"/>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210246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86DA7-0DF5-9EE8-09B5-DB0F37A482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13699EE-C31C-79D9-0C16-359D83ADD1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0A725D-809F-2D66-F66E-B5AC5AAC54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542AE5-A98C-484B-17A0-D0C286432C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88249D-F06B-C06C-BC06-86011C7927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61C7CF-2A20-C9AD-9A8B-DAFCAB5B11E2}"/>
              </a:ext>
            </a:extLst>
          </p:cNvPr>
          <p:cNvSpPr>
            <a:spLocks noGrp="1"/>
          </p:cNvSpPr>
          <p:nvPr>
            <p:ph type="dt" sz="half" idx="10"/>
          </p:nvPr>
        </p:nvSpPr>
        <p:spPr/>
        <p:txBody>
          <a:bodyPr/>
          <a:lstStyle/>
          <a:p>
            <a:fld id="{A2D3A093-196C-464E-901A-9B31DC6A707D}" type="datetimeFigureOut">
              <a:rPr lang="en-US" smtClean="0"/>
              <a:t>7/26/2023</a:t>
            </a:fld>
            <a:endParaRPr lang="en-US"/>
          </a:p>
        </p:txBody>
      </p:sp>
      <p:sp>
        <p:nvSpPr>
          <p:cNvPr id="8" name="Footer Placeholder 7">
            <a:extLst>
              <a:ext uri="{FF2B5EF4-FFF2-40B4-BE49-F238E27FC236}">
                <a16:creationId xmlns:a16="http://schemas.microsoft.com/office/drawing/2014/main" id="{F8E700C4-53BA-E044-DF86-FDF4152D00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5A0021-5459-20CB-2C5A-E62064F22DF4}"/>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1215045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BF198-22F4-EB61-8A65-C5E384BF47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2AB3B2E-6DB2-7C80-F509-DA054CA4C984}"/>
              </a:ext>
            </a:extLst>
          </p:cNvPr>
          <p:cNvSpPr>
            <a:spLocks noGrp="1"/>
          </p:cNvSpPr>
          <p:nvPr>
            <p:ph type="dt" sz="half" idx="10"/>
          </p:nvPr>
        </p:nvSpPr>
        <p:spPr/>
        <p:txBody>
          <a:bodyPr/>
          <a:lstStyle/>
          <a:p>
            <a:fld id="{A2D3A093-196C-464E-901A-9B31DC6A707D}" type="datetimeFigureOut">
              <a:rPr lang="en-US" smtClean="0"/>
              <a:t>7/26/2023</a:t>
            </a:fld>
            <a:endParaRPr lang="en-US"/>
          </a:p>
        </p:txBody>
      </p:sp>
      <p:sp>
        <p:nvSpPr>
          <p:cNvPr id="4" name="Footer Placeholder 3">
            <a:extLst>
              <a:ext uri="{FF2B5EF4-FFF2-40B4-BE49-F238E27FC236}">
                <a16:creationId xmlns:a16="http://schemas.microsoft.com/office/drawing/2014/main" id="{EA3BCF7C-F7C8-E9A2-7408-2E17384DB6D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68AA72-108F-2E38-2943-BB55D39A304B}"/>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808988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19A926-E15E-83E4-5A3B-04975F9925D9}"/>
              </a:ext>
            </a:extLst>
          </p:cNvPr>
          <p:cNvSpPr>
            <a:spLocks noGrp="1"/>
          </p:cNvSpPr>
          <p:nvPr>
            <p:ph type="dt" sz="half" idx="10"/>
          </p:nvPr>
        </p:nvSpPr>
        <p:spPr/>
        <p:txBody>
          <a:bodyPr/>
          <a:lstStyle/>
          <a:p>
            <a:fld id="{A2D3A093-196C-464E-901A-9B31DC6A707D}" type="datetimeFigureOut">
              <a:rPr lang="en-US" smtClean="0"/>
              <a:t>7/26/2023</a:t>
            </a:fld>
            <a:endParaRPr lang="en-US"/>
          </a:p>
        </p:txBody>
      </p:sp>
      <p:sp>
        <p:nvSpPr>
          <p:cNvPr id="3" name="Footer Placeholder 2">
            <a:extLst>
              <a:ext uri="{FF2B5EF4-FFF2-40B4-BE49-F238E27FC236}">
                <a16:creationId xmlns:a16="http://schemas.microsoft.com/office/drawing/2014/main" id="{87F10441-F23B-104B-5366-5A8694BBC1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4F0CBD-4CB8-E7CD-62AD-CB994CD745A0}"/>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481560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7AA74-035F-FBEE-115C-784F743F61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03DDD3-63D6-7C53-A3AE-B681E99E66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3AB9E9-BC42-C01A-ACD4-312BC206F0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EEDAD3-98A0-F254-1B2C-7AA4C79640C7}"/>
              </a:ext>
            </a:extLst>
          </p:cNvPr>
          <p:cNvSpPr>
            <a:spLocks noGrp="1"/>
          </p:cNvSpPr>
          <p:nvPr>
            <p:ph type="dt" sz="half" idx="10"/>
          </p:nvPr>
        </p:nvSpPr>
        <p:spPr/>
        <p:txBody>
          <a:bodyPr/>
          <a:lstStyle/>
          <a:p>
            <a:fld id="{A2D3A093-196C-464E-901A-9B31DC6A707D}" type="datetimeFigureOut">
              <a:rPr lang="en-US" smtClean="0"/>
              <a:t>7/26/2023</a:t>
            </a:fld>
            <a:endParaRPr lang="en-US"/>
          </a:p>
        </p:txBody>
      </p:sp>
      <p:sp>
        <p:nvSpPr>
          <p:cNvPr id="6" name="Footer Placeholder 5">
            <a:extLst>
              <a:ext uri="{FF2B5EF4-FFF2-40B4-BE49-F238E27FC236}">
                <a16:creationId xmlns:a16="http://schemas.microsoft.com/office/drawing/2014/main" id="{776DC6DA-C2EB-925A-0F90-4B9179FA0F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BB4461-2972-C035-64EE-7CCCB17DA184}"/>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3942572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107E3-4A70-D4FD-A476-6A11D227AF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C374A3-A57C-C275-E603-F3C4EBFFD5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07F3BE-F04B-CE43-0016-C2F178AA15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7F9715-02A5-EB60-9CE5-B21D531B7573}"/>
              </a:ext>
            </a:extLst>
          </p:cNvPr>
          <p:cNvSpPr>
            <a:spLocks noGrp="1"/>
          </p:cNvSpPr>
          <p:nvPr>
            <p:ph type="dt" sz="half" idx="10"/>
          </p:nvPr>
        </p:nvSpPr>
        <p:spPr/>
        <p:txBody>
          <a:bodyPr/>
          <a:lstStyle/>
          <a:p>
            <a:fld id="{A2D3A093-196C-464E-901A-9B31DC6A707D}" type="datetimeFigureOut">
              <a:rPr lang="en-US" smtClean="0"/>
              <a:t>7/26/2023</a:t>
            </a:fld>
            <a:endParaRPr lang="en-US"/>
          </a:p>
        </p:txBody>
      </p:sp>
      <p:sp>
        <p:nvSpPr>
          <p:cNvPr id="6" name="Footer Placeholder 5">
            <a:extLst>
              <a:ext uri="{FF2B5EF4-FFF2-40B4-BE49-F238E27FC236}">
                <a16:creationId xmlns:a16="http://schemas.microsoft.com/office/drawing/2014/main" id="{86CF49AE-4ECF-8ED1-5BBB-13A545176B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FC3943-82C0-88D1-577B-6883FD521C6B}"/>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3276453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C1F48-3495-D892-10FC-A9EE6555E6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CAD602-A61B-0E0E-FFC4-D2F2AFDD4E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EEE4C4-11C6-96CD-8253-71500FF4BCAE}"/>
              </a:ext>
            </a:extLst>
          </p:cNvPr>
          <p:cNvSpPr>
            <a:spLocks noGrp="1"/>
          </p:cNvSpPr>
          <p:nvPr>
            <p:ph type="dt" sz="half" idx="10"/>
          </p:nvPr>
        </p:nvSpPr>
        <p:spPr/>
        <p:txBody>
          <a:bodyPr/>
          <a:lstStyle/>
          <a:p>
            <a:fld id="{A2D3A093-196C-464E-901A-9B31DC6A707D}" type="datetimeFigureOut">
              <a:rPr lang="en-US" smtClean="0"/>
              <a:t>7/26/2023</a:t>
            </a:fld>
            <a:endParaRPr lang="en-US"/>
          </a:p>
        </p:txBody>
      </p:sp>
      <p:sp>
        <p:nvSpPr>
          <p:cNvPr id="5" name="Footer Placeholder 4">
            <a:extLst>
              <a:ext uri="{FF2B5EF4-FFF2-40B4-BE49-F238E27FC236}">
                <a16:creationId xmlns:a16="http://schemas.microsoft.com/office/drawing/2014/main" id="{9EE66984-30B9-ECBA-D619-9C56E75D6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8D0F5-2DF3-E9FA-2039-3E62CB224532}"/>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3522288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4F8FCB-0FB2-E81D-2148-E337187C2C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DC2C1B-01FE-860B-BD48-256AE14AE1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8076A9-BB10-DE47-5C55-E66BB07E5444}"/>
              </a:ext>
            </a:extLst>
          </p:cNvPr>
          <p:cNvSpPr>
            <a:spLocks noGrp="1"/>
          </p:cNvSpPr>
          <p:nvPr>
            <p:ph type="dt" sz="half" idx="10"/>
          </p:nvPr>
        </p:nvSpPr>
        <p:spPr/>
        <p:txBody>
          <a:bodyPr/>
          <a:lstStyle/>
          <a:p>
            <a:fld id="{A2D3A093-196C-464E-901A-9B31DC6A707D}" type="datetimeFigureOut">
              <a:rPr lang="en-US" smtClean="0"/>
              <a:t>7/26/2023</a:t>
            </a:fld>
            <a:endParaRPr lang="en-US"/>
          </a:p>
        </p:txBody>
      </p:sp>
      <p:sp>
        <p:nvSpPr>
          <p:cNvPr id="5" name="Footer Placeholder 4">
            <a:extLst>
              <a:ext uri="{FF2B5EF4-FFF2-40B4-BE49-F238E27FC236}">
                <a16:creationId xmlns:a16="http://schemas.microsoft.com/office/drawing/2014/main" id="{A2C32BE1-DAA1-8B8A-791E-8B11FDE147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3F758C-DD78-EE75-A128-8C61BFAC3609}"/>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4182541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1B92-FBFF-F8CD-9C88-81170850FE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B7AB27-686E-D6F0-D102-77C3800093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F33DBF5-01A9-BC83-D828-E31B23D4E880}"/>
              </a:ext>
            </a:extLst>
          </p:cNvPr>
          <p:cNvSpPr>
            <a:spLocks noGrp="1"/>
          </p:cNvSpPr>
          <p:nvPr>
            <p:ph type="dt" sz="half" idx="10"/>
          </p:nvPr>
        </p:nvSpPr>
        <p:spPr/>
        <p:txBody>
          <a:bodyPr/>
          <a:lstStyle/>
          <a:p>
            <a:fld id="{742D6D7F-EEC3-4A9F-9FDD-5B72F7AD27FC}" type="datetimeFigureOut">
              <a:rPr lang="en-US" smtClean="0"/>
              <a:t>7/26/2023</a:t>
            </a:fld>
            <a:endParaRPr lang="en-US"/>
          </a:p>
        </p:txBody>
      </p:sp>
      <p:sp>
        <p:nvSpPr>
          <p:cNvPr id="5" name="Footer Placeholder 4">
            <a:extLst>
              <a:ext uri="{FF2B5EF4-FFF2-40B4-BE49-F238E27FC236}">
                <a16:creationId xmlns:a16="http://schemas.microsoft.com/office/drawing/2014/main" id="{D16BECCD-E3E7-182E-066D-F47A32E5FB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6E9CD0-F041-74A2-6C31-1DA84588815D}"/>
              </a:ext>
            </a:extLst>
          </p:cNvPr>
          <p:cNvSpPr>
            <a:spLocks noGrp="1"/>
          </p:cNvSpPr>
          <p:nvPr>
            <p:ph type="sldNum" sz="quarter" idx="12"/>
          </p:nvPr>
        </p:nvSpPr>
        <p:spPr/>
        <p:txBody>
          <a:bodyPr/>
          <a:lstStyle/>
          <a:p>
            <a:fld id="{30B7B3F8-B684-421F-B511-E2DA7EE6DF98}" type="slidenum">
              <a:rPr lang="en-US" smtClean="0"/>
              <a:t>‹#›</a:t>
            </a:fld>
            <a:endParaRPr lang="en-US"/>
          </a:p>
        </p:txBody>
      </p:sp>
    </p:spTree>
    <p:extLst>
      <p:ext uri="{BB962C8B-B14F-4D97-AF65-F5344CB8AC3E}">
        <p14:creationId xmlns:p14="http://schemas.microsoft.com/office/powerpoint/2010/main" val="34528107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3842D-E7B1-F395-0126-059815AEE5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3BBFF8-F23D-570A-CA75-CC29A287BB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9BB01D-1DB4-C0E1-CE92-89A95D98E0C9}"/>
              </a:ext>
            </a:extLst>
          </p:cNvPr>
          <p:cNvSpPr>
            <a:spLocks noGrp="1"/>
          </p:cNvSpPr>
          <p:nvPr>
            <p:ph type="dt" sz="half" idx="10"/>
          </p:nvPr>
        </p:nvSpPr>
        <p:spPr/>
        <p:txBody>
          <a:bodyPr/>
          <a:lstStyle/>
          <a:p>
            <a:fld id="{742D6D7F-EEC3-4A9F-9FDD-5B72F7AD27FC}" type="datetimeFigureOut">
              <a:rPr lang="en-US" smtClean="0"/>
              <a:t>7/26/2023</a:t>
            </a:fld>
            <a:endParaRPr lang="en-US"/>
          </a:p>
        </p:txBody>
      </p:sp>
      <p:sp>
        <p:nvSpPr>
          <p:cNvPr id="5" name="Footer Placeholder 4">
            <a:extLst>
              <a:ext uri="{FF2B5EF4-FFF2-40B4-BE49-F238E27FC236}">
                <a16:creationId xmlns:a16="http://schemas.microsoft.com/office/drawing/2014/main" id="{B61DEB67-C110-4D82-6A2F-914A1C57D6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B57E2C-DA20-1270-454E-6D32C3868C9B}"/>
              </a:ext>
            </a:extLst>
          </p:cNvPr>
          <p:cNvSpPr>
            <a:spLocks noGrp="1"/>
          </p:cNvSpPr>
          <p:nvPr>
            <p:ph type="sldNum" sz="quarter" idx="12"/>
          </p:nvPr>
        </p:nvSpPr>
        <p:spPr/>
        <p:txBody>
          <a:bodyPr/>
          <a:lstStyle/>
          <a:p>
            <a:fld id="{30B7B3F8-B684-421F-B511-E2DA7EE6DF98}" type="slidenum">
              <a:rPr lang="en-US" smtClean="0"/>
              <a:t>‹#›</a:t>
            </a:fld>
            <a:endParaRPr lang="en-US"/>
          </a:p>
        </p:txBody>
      </p:sp>
    </p:spTree>
    <p:extLst>
      <p:ext uri="{BB962C8B-B14F-4D97-AF65-F5344CB8AC3E}">
        <p14:creationId xmlns:p14="http://schemas.microsoft.com/office/powerpoint/2010/main" val="1871427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27D22-7645-737F-7275-15EFAE9C2F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F42543-D7A0-7036-E46C-58FA4D41D8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F29DA0-4EA3-4171-E115-6CD202E7D057}"/>
              </a:ext>
            </a:extLst>
          </p:cNvPr>
          <p:cNvSpPr>
            <a:spLocks noGrp="1"/>
          </p:cNvSpPr>
          <p:nvPr>
            <p:ph type="dt" sz="half" idx="10"/>
          </p:nvPr>
        </p:nvSpPr>
        <p:spPr/>
        <p:txBody>
          <a:bodyPr/>
          <a:lstStyle/>
          <a:p>
            <a:fld id="{742D6D7F-EEC3-4A9F-9FDD-5B72F7AD27FC}" type="datetimeFigureOut">
              <a:rPr lang="en-US" smtClean="0"/>
              <a:t>7/26/2023</a:t>
            </a:fld>
            <a:endParaRPr lang="en-US"/>
          </a:p>
        </p:txBody>
      </p:sp>
      <p:sp>
        <p:nvSpPr>
          <p:cNvPr id="5" name="Footer Placeholder 4">
            <a:extLst>
              <a:ext uri="{FF2B5EF4-FFF2-40B4-BE49-F238E27FC236}">
                <a16:creationId xmlns:a16="http://schemas.microsoft.com/office/drawing/2014/main" id="{E368563E-7FFA-A58E-5239-86B40462E9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BD7BE6-DCA8-A3DE-E85F-6A2E118CF5EF}"/>
              </a:ext>
            </a:extLst>
          </p:cNvPr>
          <p:cNvSpPr>
            <a:spLocks noGrp="1"/>
          </p:cNvSpPr>
          <p:nvPr>
            <p:ph type="sldNum" sz="quarter" idx="12"/>
          </p:nvPr>
        </p:nvSpPr>
        <p:spPr/>
        <p:txBody>
          <a:bodyPr/>
          <a:lstStyle/>
          <a:p>
            <a:fld id="{30B7B3F8-B684-421F-B511-E2DA7EE6DF98}" type="slidenum">
              <a:rPr lang="en-US" smtClean="0"/>
              <a:t>‹#›</a:t>
            </a:fld>
            <a:endParaRPr lang="en-US"/>
          </a:p>
        </p:txBody>
      </p:sp>
    </p:spTree>
    <p:extLst>
      <p:ext uri="{BB962C8B-B14F-4D97-AF65-F5344CB8AC3E}">
        <p14:creationId xmlns:p14="http://schemas.microsoft.com/office/powerpoint/2010/main" val="17773598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DD586-32C8-CF0C-4EB0-4D5661FD93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1A964F-B09B-4679-A08F-CC681B1CA8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121EE6-C28C-BA2A-DEEE-51CA924D50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77B7830-D0E0-6380-5B54-F57F1A93C4BE}"/>
              </a:ext>
            </a:extLst>
          </p:cNvPr>
          <p:cNvSpPr>
            <a:spLocks noGrp="1"/>
          </p:cNvSpPr>
          <p:nvPr>
            <p:ph type="dt" sz="half" idx="10"/>
          </p:nvPr>
        </p:nvSpPr>
        <p:spPr/>
        <p:txBody>
          <a:bodyPr/>
          <a:lstStyle/>
          <a:p>
            <a:fld id="{742D6D7F-EEC3-4A9F-9FDD-5B72F7AD27FC}" type="datetimeFigureOut">
              <a:rPr lang="en-US" smtClean="0"/>
              <a:t>7/26/2023</a:t>
            </a:fld>
            <a:endParaRPr lang="en-US"/>
          </a:p>
        </p:txBody>
      </p:sp>
      <p:sp>
        <p:nvSpPr>
          <p:cNvPr id="6" name="Footer Placeholder 5">
            <a:extLst>
              <a:ext uri="{FF2B5EF4-FFF2-40B4-BE49-F238E27FC236}">
                <a16:creationId xmlns:a16="http://schemas.microsoft.com/office/drawing/2014/main" id="{60C9170D-01AF-CF81-E602-DD0071C7C0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476D13-F467-35FE-C105-0A4FE4B4A42E}"/>
              </a:ext>
            </a:extLst>
          </p:cNvPr>
          <p:cNvSpPr>
            <a:spLocks noGrp="1"/>
          </p:cNvSpPr>
          <p:nvPr>
            <p:ph type="sldNum" sz="quarter" idx="12"/>
          </p:nvPr>
        </p:nvSpPr>
        <p:spPr/>
        <p:txBody>
          <a:bodyPr/>
          <a:lstStyle/>
          <a:p>
            <a:fld id="{30B7B3F8-B684-421F-B511-E2DA7EE6DF98}" type="slidenum">
              <a:rPr lang="en-US" smtClean="0"/>
              <a:t>‹#›</a:t>
            </a:fld>
            <a:endParaRPr lang="en-US"/>
          </a:p>
        </p:txBody>
      </p:sp>
    </p:spTree>
    <p:extLst>
      <p:ext uri="{BB962C8B-B14F-4D97-AF65-F5344CB8AC3E}">
        <p14:creationId xmlns:p14="http://schemas.microsoft.com/office/powerpoint/2010/main" val="23007053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CFABF-9CEF-7F9A-7CBC-9B13D4410F4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69228E-9DBA-8411-797C-B084E84E49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5AF55A-9FA2-C248-BB8D-97B0398A4C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F11F8B9-2453-7520-A1FC-ABFCA71460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4998E8-9D62-EFCD-3CCE-4326B6E55A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E548F98-CFCA-97C0-9BB2-A021705177BB}"/>
              </a:ext>
            </a:extLst>
          </p:cNvPr>
          <p:cNvSpPr>
            <a:spLocks noGrp="1"/>
          </p:cNvSpPr>
          <p:nvPr>
            <p:ph type="dt" sz="half" idx="10"/>
          </p:nvPr>
        </p:nvSpPr>
        <p:spPr/>
        <p:txBody>
          <a:bodyPr/>
          <a:lstStyle/>
          <a:p>
            <a:fld id="{742D6D7F-EEC3-4A9F-9FDD-5B72F7AD27FC}" type="datetimeFigureOut">
              <a:rPr lang="en-US" smtClean="0"/>
              <a:t>7/26/2023</a:t>
            </a:fld>
            <a:endParaRPr lang="en-US"/>
          </a:p>
        </p:txBody>
      </p:sp>
      <p:sp>
        <p:nvSpPr>
          <p:cNvPr id="8" name="Footer Placeholder 7">
            <a:extLst>
              <a:ext uri="{FF2B5EF4-FFF2-40B4-BE49-F238E27FC236}">
                <a16:creationId xmlns:a16="http://schemas.microsoft.com/office/drawing/2014/main" id="{7CBD18D7-57CE-51A3-F0F9-D6EA3232DB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31678F5-1443-1BB4-6BE9-8B3CDD2F8826}"/>
              </a:ext>
            </a:extLst>
          </p:cNvPr>
          <p:cNvSpPr>
            <a:spLocks noGrp="1"/>
          </p:cNvSpPr>
          <p:nvPr>
            <p:ph type="sldNum" sz="quarter" idx="12"/>
          </p:nvPr>
        </p:nvSpPr>
        <p:spPr/>
        <p:txBody>
          <a:bodyPr/>
          <a:lstStyle/>
          <a:p>
            <a:fld id="{30B7B3F8-B684-421F-B511-E2DA7EE6DF98}" type="slidenum">
              <a:rPr lang="en-US" smtClean="0"/>
              <a:t>‹#›</a:t>
            </a:fld>
            <a:endParaRPr lang="en-US"/>
          </a:p>
        </p:txBody>
      </p:sp>
    </p:spTree>
    <p:extLst>
      <p:ext uri="{BB962C8B-B14F-4D97-AF65-F5344CB8AC3E}">
        <p14:creationId xmlns:p14="http://schemas.microsoft.com/office/powerpoint/2010/main" val="5896475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3829-D295-4806-B922-146E3FE262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5459B8-4165-D9B4-F0C3-9E40FF5BD169}"/>
              </a:ext>
            </a:extLst>
          </p:cNvPr>
          <p:cNvSpPr>
            <a:spLocks noGrp="1"/>
          </p:cNvSpPr>
          <p:nvPr>
            <p:ph type="dt" sz="half" idx="10"/>
          </p:nvPr>
        </p:nvSpPr>
        <p:spPr/>
        <p:txBody>
          <a:bodyPr/>
          <a:lstStyle/>
          <a:p>
            <a:fld id="{742D6D7F-EEC3-4A9F-9FDD-5B72F7AD27FC}" type="datetimeFigureOut">
              <a:rPr lang="en-US" smtClean="0"/>
              <a:t>7/26/2023</a:t>
            </a:fld>
            <a:endParaRPr lang="en-US"/>
          </a:p>
        </p:txBody>
      </p:sp>
      <p:sp>
        <p:nvSpPr>
          <p:cNvPr id="4" name="Footer Placeholder 3">
            <a:extLst>
              <a:ext uri="{FF2B5EF4-FFF2-40B4-BE49-F238E27FC236}">
                <a16:creationId xmlns:a16="http://schemas.microsoft.com/office/drawing/2014/main" id="{C63E8059-3058-232C-7763-40B52484C3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A64B3E-68BA-0315-A8EC-298152F76C66}"/>
              </a:ext>
            </a:extLst>
          </p:cNvPr>
          <p:cNvSpPr>
            <a:spLocks noGrp="1"/>
          </p:cNvSpPr>
          <p:nvPr>
            <p:ph type="sldNum" sz="quarter" idx="12"/>
          </p:nvPr>
        </p:nvSpPr>
        <p:spPr/>
        <p:txBody>
          <a:bodyPr/>
          <a:lstStyle/>
          <a:p>
            <a:fld id="{30B7B3F8-B684-421F-B511-E2DA7EE6DF98}" type="slidenum">
              <a:rPr lang="en-US" smtClean="0"/>
              <a:t>‹#›</a:t>
            </a:fld>
            <a:endParaRPr lang="en-US"/>
          </a:p>
        </p:txBody>
      </p:sp>
    </p:spTree>
    <p:extLst>
      <p:ext uri="{BB962C8B-B14F-4D97-AF65-F5344CB8AC3E}">
        <p14:creationId xmlns:p14="http://schemas.microsoft.com/office/powerpoint/2010/main" val="34421647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164C55-1896-4A64-8B85-1E8DFDC96769}"/>
              </a:ext>
            </a:extLst>
          </p:cNvPr>
          <p:cNvSpPr>
            <a:spLocks noGrp="1"/>
          </p:cNvSpPr>
          <p:nvPr>
            <p:ph type="dt" sz="half" idx="10"/>
          </p:nvPr>
        </p:nvSpPr>
        <p:spPr/>
        <p:txBody>
          <a:bodyPr/>
          <a:lstStyle/>
          <a:p>
            <a:fld id="{742D6D7F-EEC3-4A9F-9FDD-5B72F7AD27FC}" type="datetimeFigureOut">
              <a:rPr lang="en-US" smtClean="0"/>
              <a:t>7/26/2023</a:t>
            </a:fld>
            <a:endParaRPr lang="en-US"/>
          </a:p>
        </p:txBody>
      </p:sp>
      <p:sp>
        <p:nvSpPr>
          <p:cNvPr id="3" name="Footer Placeholder 2">
            <a:extLst>
              <a:ext uri="{FF2B5EF4-FFF2-40B4-BE49-F238E27FC236}">
                <a16:creationId xmlns:a16="http://schemas.microsoft.com/office/drawing/2014/main" id="{82D2FE1C-5599-3FAF-CED0-7C4BB436E6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D0F799-65E7-ADE3-A918-F7939DBA3F2B}"/>
              </a:ext>
            </a:extLst>
          </p:cNvPr>
          <p:cNvSpPr>
            <a:spLocks noGrp="1"/>
          </p:cNvSpPr>
          <p:nvPr>
            <p:ph type="sldNum" sz="quarter" idx="12"/>
          </p:nvPr>
        </p:nvSpPr>
        <p:spPr/>
        <p:txBody>
          <a:bodyPr/>
          <a:lstStyle/>
          <a:p>
            <a:fld id="{30B7B3F8-B684-421F-B511-E2DA7EE6DF98}" type="slidenum">
              <a:rPr lang="en-US" smtClean="0"/>
              <a:t>‹#›</a:t>
            </a:fld>
            <a:endParaRPr lang="en-US"/>
          </a:p>
        </p:txBody>
      </p:sp>
    </p:spTree>
    <p:extLst>
      <p:ext uri="{BB962C8B-B14F-4D97-AF65-F5344CB8AC3E}">
        <p14:creationId xmlns:p14="http://schemas.microsoft.com/office/powerpoint/2010/main" val="25540137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34A2C-D7CA-C7DE-C7E3-B58D6ACDCC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53C404F-84CC-4E19-B0BC-C252C7CD66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D01896-B6FD-3C05-9970-D16BA11B6F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EA40C5-2661-329B-564A-8B5CAF86BB17}"/>
              </a:ext>
            </a:extLst>
          </p:cNvPr>
          <p:cNvSpPr>
            <a:spLocks noGrp="1"/>
          </p:cNvSpPr>
          <p:nvPr>
            <p:ph type="dt" sz="half" idx="10"/>
          </p:nvPr>
        </p:nvSpPr>
        <p:spPr/>
        <p:txBody>
          <a:bodyPr/>
          <a:lstStyle/>
          <a:p>
            <a:fld id="{742D6D7F-EEC3-4A9F-9FDD-5B72F7AD27FC}" type="datetimeFigureOut">
              <a:rPr lang="en-US" smtClean="0"/>
              <a:t>7/26/2023</a:t>
            </a:fld>
            <a:endParaRPr lang="en-US"/>
          </a:p>
        </p:txBody>
      </p:sp>
      <p:sp>
        <p:nvSpPr>
          <p:cNvPr id="6" name="Footer Placeholder 5">
            <a:extLst>
              <a:ext uri="{FF2B5EF4-FFF2-40B4-BE49-F238E27FC236}">
                <a16:creationId xmlns:a16="http://schemas.microsoft.com/office/drawing/2014/main" id="{4878F06A-4E08-28BD-5B1C-DF8826A62A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F115BD-E068-5011-C726-897DB6A34517}"/>
              </a:ext>
            </a:extLst>
          </p:cNvPr>
          <p:cNvSpPr>
            <a:spLocks noGrp="1"/>
          </p:cNvSpPr>
          <p:nvPr>
            <p:ph type="sldNum" sz="quarter" idx="12"/>
          </p:nvPr>
        </p:nvSpPr>
        <p:spPr/>
        <p:txBody>
          <a:bodyPr/>
          <a:lstStyle/>
          <a:p>
            <a:fld id="{30B7B3F8-B684-421F-B511-E2DA7EE6DF98}" type="slidenum">
              <a:rPr lang="en-US" smtClean="0"/>
              <a:t>‹#›</a:t>
            </a:fld>
            <a:endParaRPr lang="en-US"/>
          </a:p>
        </p:txBody>
      </p:sp>
    </p:spTree>
    <p:extLst>
      <p:ext uri="{BB962C8B-B14F-4D97-AF65-F5344CB8AC3E}">
        <p14:creationId xmlns:p14="http://schemas.microsoft.com/office/powerpoint/2010/main" val="2881562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A7DE6-05C2-A61C-D57E-DFF273711D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D5E00C-5019-3316-A761-691CC2C94A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7C59DB-97BE-E1C0-3C3E-C46013B357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6B8D0F-4E72-CC59-D7CE-FB3FC9497DF0}"/>
              </a:ext>
            </a:extLst>
          </p:cNvPr>
          <p:cNvSpPr>
            <a:spLocks noGrp="1"/>
          </p:cNvSpPr>
          <p:nvPr>
            <p:ph type="dt" sz="half" idx="10"/>
          </p:nvPr>
        </p:nvSpPr>
        <p:spPr/>
        <p:txBody>
          <a:bodyPr/>
          <a:lstStyle/>
          <a:p>
            <a:fld id="{742D6D7F-EEC3-4A9F-9FDD-5B72F7AD27FC}" type="datetimeFigureOut">
              <a:rPr lang="en-US" smtClean="0"/>
              <a:t>7/26/2023</a:t>
            </a:fld>
            <a:endParaRPr lang="en-US"/>
          </a:p>
        </p:txBody>
      </p:sp>
      <p:sp>
        <p:nvSpPr>
          <p:cNvPr id="6" name="Footer Placeholder 5">
            <a:extLst>
              <a:ext uri="{FF2B5EF4-FFF2-40B4-BE49-F238E27FC236}">
                <a16:creationId xmlns:a16="http://schemas.microsoft.com/office/drawing/2014/main" id="{817418C6-14BA-F109-36AE-35E63FA61D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9E116C-49C8-28FB-6AF3-F58D0DEC5AA1}"/>
              </a:ext>
            </a:extLst>
          </p:cNvPr>
          <p:cNvSpPr>
            <a:spLocks noGrp="1"/>
          </p:cNvSpPr>
          <p:nvPr>
            <p:ph type="sldNum" sz="quarter" idx="12"/>
          </p:nvPr>
        </p:nvSpPr>
        <p:spPr/>
        <p:txBody>
          <a:bodyPr/>
          <a:lstStyle/>
          <a:p>
            <a:fld id="{30B7B3F8-B684-421F-B511-E2DA7EE6DF98}" type="slidenum">
              <a:rPr lang="en-US" smtClean="0"/>
              <a:t>‹#›</a:t>
            </a:fld>
            <a:endParaRPr lang="en-US"/>
          </a:p>
        </p:txBody>
      </p:sp>
    </p:spTree>
    <p:extLst>
      <p:ext uri="{BB962C8B-B14F-4D97-AF65-F5344CB8AC3E}">
        <p14:creationId xmlns:p14="http://schemas.microsoft.com/office/powerpoint/2010/main" val="10707157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B01D6-A66A-9CDA-11EF-380D3E53C0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841234-516C-6552-AD1F-01F35A7808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A75B77-6071-C114-7287-C45C24CAB1B0}"/>
              </a:ext>
            </a:extLst>
          </p:cNvPr>
          <p:cNvSpPr>
            <a:spLocks noGrp="1"/>
          </p:cNvSpPr>
          <p:nvPr>
            <p:ph type="dt" sz="half" idx="10"/>
          </p:nvPr>
        </p:nvSpPr>
        <p:spPr/>
        <p:txBody>
          <a:bodyPr/>
          <a:lstStyle/>
          <a:p>
            <a:fld id="{742D6D7F-EEC3-4A9F-9FDD-5B72F7AD27FC}" type="datetimeFigureOut">
              <a:rPr lang="en-US" smtClean="0"/>
              <a:t>7/26/2023</a:t>
            </a:fld>
            <a:endParaRPr lang="en-US"/>
          </a:p>
        </p:txBody>
      </p:sp>
      <p:sp>
        <p:nvSpPr>
          <p:cNvPr id="5" name="Footer Placeholder 4">
            <a:extLst>
              <a:ext uri="{FF2B5EF4-FFF2-40B4-BE49-F238E27FC236}">
                <a16:creationId xmlns:a16="http://schemas.microsoft.com/office/drawing/2014/main" id="{45653464-1173-D65E-5610-6A1EFC249F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56B9B2-7D8D-1CDA-6DEC-4791FB6D0E04}"/>
              </a:ext>
            </a:extLst>
          </p:cNvPr>
          <p:cNvSpPr>
            <a:spLocks noGrp="1"/>
          </p:cNvSpPr>
          <p:nvPr>
            <p:ph type="sldNum" sz="quarter" idx="12"/>
          </p:nvPr>
        </p:nvSpPr>
        <p:spPr/>
        <p:txBody>
          <a:bodyPr/>
          <a:lstStyle/>
          <a:p>
            <a:fld id="{30B7B3F8-B684-421F-B511-E2DA7EE6DF98}" type="slidenum">
              <a:rPr lang="en-US" smtClean="0"/>
              <a:t>‹#›</a:t>
            </a:fld>
            <a:endParaRPr lang="en-US"/>
          </a:p>
        </p:txBody>
      </p:sp>
    </p:spTree>
    <p:extLst>
      <p:ext uri="{BB962C8B-B14F-4D97-AF65-F5344CB8AC3E}">
        <p14:creationId xmlns:p14="http://schemas.microsoft.com/office/powerpoint/2010/main" val="40153552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D55AEF-DDCB-0775-5E67-FABB7AC7C8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92F5BF-9C89-9396-52E9-FB442A1ABF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C6DD5D-79C9-CEDE-7489-AE7C29AAB6A2}"/>
              </a:ext>
            </a:extLst>
          </p:cNvPr>
          <p:cNvSpPr>
            <a:spLocks noGrp="1"/>
          </p:cNvSpPr>
          <p:nvPr>
            <p:ph type="dt" sz="half" idx="10"/>
          </p:nvPr>
        </p:nvSpPr>
        <p:spPr/>
        <p:txBody>
          <a:bodyPr/>
          <a:lstStyle/>
          <a:p>
            <a:fld id="{742D6D7F-EEC3-4A9F-9FDD-5B72F7AD27FC}" type="datetimeFigureOut">
              <a:rPr lang="en-US" smtClean="0"/>
              <a:t>7/26/2023</a:t>
            </a:fld>
            <a:endParaRPr lang="en-US"/>
          </a:p>
        </p:txBody>
      </p:sp>
      <p:sp>
        <p:nvSpPr>
          <p:cNvPr id="5" name="Footer Placeholder 4">
            <a:extLst>
              <a:ext uri="{FF2B5EF4-FFF2-40B4-BE49-F238E27FC236}">
                <a16:creationId xmlns:a16="http://schemas.microsoft.com/office/drawing/2014/main" id="{7CCDD4ED-87DA-848F-458D-83C02FADA4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F6E5EE-D6EB-EE4F-8101-55631B420736}"/>
              </a:ext>
            </a:extLst>
          </p:cNvPr>
          <p:cNvSpPr>
            <a:spLocks noGrp="1"/>
          </p:cNvSpPr>
          <p:nvPr>
            <p:ph type="sldNum" sz="quarter" idx="12"/>
          </p:nvPr>
        </p:nvSpPr>
        <p:spPr/>
        <p:txBody>
          <a:bodyPr/>
          <a:lstStyle/>
          <a:p>
            <a:fld id="{30B7B3F8-B684-421F-B511-E2DA7EE6DF98}" type="slidenum">
              <a:rPr lang="en-US" smtClean="0"/>
              <a:t>‹#›</a:t>
            </a:fld>
            <a:endParaRPr lang="en-US"/>
          </a:p>
        </p:txBody>
      </p:sp>
    </p:spTree>
    <p:extLst>
      <p:ext uri="{BB962C8B-B14F-4D97-AF65-F5344CB8AC3E}">
        <p14:creationId xmlns:p14="http://schemas.microsoft.com/office/powerpoint/2010/main" val="13980810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A1CB2-0A6B-8CA4-AD3F-11134FF348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2B42C7-7076-3414-AA69-D605BC1B28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DB223EB-0CF9-A8B2-DD1F-FA7450A4756B}"/>
              </a:ext>
            </a:extLst>
          </p:cNvPr>
          <p:cNvSpPr>
            <a:spLocks noGrp="1"/>
          </p:cNvSpPr>
          <p:nvPr>
            <p:ph type="dt" sz="half" idx="10"/>
          </p:nvPr>
        </p:nvSpPr>
        <p:spPr/>
        <p:txBody>
          <a:bodyPr/>
          <a:lstStyle/>
          <a:p>
            <a:fld id="{AF7DED95-F5DF-423D-BB8D-768549DCC093}" type="datetimeFigureOut">
              <a:rPr lang="en-US" smtClean="0"/>
              <a:t>7/26/2023</a:t>
            </a:fld>
            <a:endParaRPr lang="en-US"/>
          </a:p>
        </p:txBody>
      </p:sp>
      <p:sp>
        <p:nvSpPr>
          <p:cNvPr id="5" name="Footer Placeholder 4">
            <a:extLst>
              <a:ext uri="{FF2B5EF4-FFF2-40B4-BE49-F238E27FC236}">
                <a16:creationId xmlns:a16="http://schemas.microsoft.com/office/drawing/2014/main" id="{2DBE9213-80CA-9180-DF69-D509ED57CC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0BF2E7-3C36-4CB0-E4F7-B8F2F3514403}"/>
              </a:ext>
            </a:extLst>
          </p:cNvPr>
          <p:cNvSpPr>
            <a:spLocks noGrp="1"/>
          </p:cNvSpPr>
          <p:nvPr>
            <p:ph type="sldNum" sz="quarter" idx="12"/>
          </p:nvPr>
        </p:nvSpPr>
        <p:spPr/>
        <p:txBody>
          <a:bodyPr/>
          <a:lstStyle/>
          <a:p>
            <a:fld id="{74E44F64-4A3C-4DD0-9E04-886FA9267491}" type="slidenum">
              <a:rPr lang="en-US" smtClean="0"/>
              <a:t>‹#›</a:t>
            </a:fld>
            <a:endParaRPr lang="en-US"/>
          </a:p>
        </p:txBody>
      </p:sp>
    </p:spTree>
    <p:extLst>
      <p:ext uri="{BB962C8B-B14F-4D97-AF65-F5344CB8AC3E}">
        <p14:creationId xmlns:p14="http://schemas.microsoft.com/office/powerpoint/2010/main" val="41567693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7A17B-6F58-881B-E272-737D178375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3D997B-5E55-5AA1-51D2-6242271C83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9A4B6E-C61E-F7B9-723A-2626AB219F86}"/>
              </a:ext>
            </a:extLst>
          </p:cNvPr>
          <p:cNvSpPr>
            <a:spLocks noGrp="1"/>
          </p:cNvSpPr>
          <p:nvPr>
            <p:ph type="dt" sz="half" idx="10"/>
          </p:nvPr>
        </p:nvSpPr>
        <p:spPr/>
        <p:txBody>
          <a:bodyPr/>
          <a:lstStyle/>
          <a:p>
            <a:fld id="{AF7DED95-F5DF-423D-BB8D-768549DCC093}" type="datetimeFigureOut">
              <a:rPr lang="en-US" smtClean="0"/>
              <a:t>7/26/2023</a:t>
            </a:fld>
            <a:endParaRPr lang="en-US"/>
          </a:p>
        </p:txBody>
      </p:sp>
      <p:sp>
        <p:nvSpPr>
          <p:cNvPr id="5" name="Footer Placeholder 4">
            <a:extLst>
              <a:ext uri="{FF2B5EF4-FFF2-40B4-BE49-F238E27FC236}">
                <a16:creationId xmlns:a16="http://schemas.microsoft.com/office/drawing/2014/main" id="{45A7A940-EF96-6CF3-822C-E5AD207BEB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0BD867-661B-CD16-ED29-D0249F9D13A1}"/>
              </a:ext>
            </a:extLst>
          </p:cNvPr>
          <p:cNvSpPr>
            <a:spLocks noGrp="1"/>
          </p:cNvSpPr>
          <p:nvPr>
            <p:ph type="sldNum" sz="quarter" idx="12"/>
          </p:nvPr>
        </p:nvSpPr>
        <p:spPr/>
        <p:txBody>
          <a:bodyPr/>
          <a:lstStyle/>
          <a:p>
            <a:fld id="{74E44F64-4A3C-4DD0-9E04-886FA9267491}" type="slidenum">
              <a:rPr lang="en-US" smtClean="0"/>
              <a:t>‹#›</a:t>
            </a:fld>
            <a:endParaRPr lang="en-US"/>
          </a:p>
        </p:txBody>
      </p:sp>
    </p:spTree>
    <p:extLst>
      <p:ext uri="{BB962C8B-B14F-4D97-AF65-F5344CB8AC3E}">
        <p14:creationId xmlns:p14="http://schemas.microsoft.com/office/powerpoint/2010/main" val="23837191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555F1-F815-B5BE-CF62-112FDDD823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12AD4B-A857-A58F-CEBD-42DC598046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23C262-66EC-754D-48D9-A3D09A3AC15F}"/>
              </a:ext>
            </a:extLst>
          </p:cNvPr>
          <p:cNvSpPr>
            <a:spLocks noGrp="1"/>
          </p:cNvSpPr>
          <p:nvPr>
            <p:ph type="dt" sz="half" idx="10"/>
          </p:nvPr>
        </p:nvSpPr>
        <p:spPr/>
        <p:txBody>
          <a:bodyPr/>
          <a:lstStyle/>
          <a:p>
            <a:fld id="{AF7DED95-F5DF-423D-BB8D-768549DCC093}" type="datetimeFigureOut">
              <a:rPr lang="en-US" smtClean="0"/>
              <a:t>7/26/2023</a:t>
            </a:fld>
            <a:endParaRPr lang="en-US"/>
          </a:p>
        </p:txBody>
      </p:sp>
      <p:sp>
        <p:nvSpPr>
          <p:cNvPr id="5" name="Footer Placeholder 4">
            <a:extLst>
              <a:ext uri="{FF2B5EF4-FFF2-40B4-BE49-F238E27FC236}">
                <a16:creationId xmlns:a16="http://schemas.microsoft.com/office/drawing/2014/main" id="{B6A8CDE4-3360-F8BA-E706-AD35218942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D7C509-2861-B5B2-28AE-A50C3A1ED5DF}"/>
              </a:ext>
            </a:extLst>
          </p:cNvPr>
          <p:cNvSpPr>
            <a:spLocks noGrp="1"/>
          </p:cNvSpPr>
          <p:nvPr>
            <p:ph type="sldNum" sz="quarter" idx="12"/>
          </p:nvPr>
        </p:nvSpPr>
        <p:spPr/>
        <p:txBody>
          <a:bodyPr/>
          <a:lstStyle/>
          <a:p>
            <a:fld id="{74E44F64-4A3C-4DD0-9E04-886FA9267491}" type="slidenum">
              <a:rPr lang="en-US" smtClean="0"/>
              <a:t>‹#›</a:t>
            </a:fld>
            <a:endParaRPr lang="en-US"/>
          </a:p>
        </p:txBody>
      </p:sp>
    </p:spTree>
    <p:extLst>
      <p:ext uri="{BB962C8B-B14F-4D97-AF65-F5344CB8AC3E}">
        <p14:creationId xmlns:p14="http://schemas.microsoft.com/office/powerpoint/2010/main" val="4654042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2E0B5-E02B-A1BE-29DD-97D011C603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101966-9EE2-536B-8824-31E20F1301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B37CECB-28C6-7DD1-243A-FF8FAB2780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A853A5-1440-FF9F-016C-C36C12852FAD}"/>
              </a:ext>
            </a:extLst>
          </p:cNvPr>
          <p:cNvSpPr>
            <a:spLocks noGrp="1"/>
          </p:cNvSpPr>
          <p:nvPr>
            <p:ph type="dt" sz="half" idx="10"/>
          </p:nvPr>
        </p:nvSpPr>
        <p:spPr/>
        <p:txBody>
          <a:bodyPr/>
          <a:lstStyle/>
          <a:p>
            <a:fld id="{AF7DED95-F5DF-423D-BB8D-768549DCC093}" type="datetimeFigureOut">
              <a:rPr lang="en-US" smtClean="0"/>
              <a:t>7/26/2023</a:t>
            </a:fld>
            <a:endParaRPr lang="en-US"/>
          </a:p>
        </p:txBody>
      </p:sp>
      <p:sp>
        <p:nvSpPr>
          <p:cNvPr id="6" name="Footer Placeholder 5">
            <a:extLst>
              <a:ext uri="{FF2B5EF4-FFF2-40B4-BE49-F238E27FC236}">
                <a16:creationId xmlns:a16="http://schemas.microsoft.com/office/drawing/2014/main" id="{E824A805-58E8-AEE7-9E2F-81FC8BC0D7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55F7E9-1B5E-01A4-3B50-46285DB5D65E}"/>
              </a:ext>
            </a:extLst>
          </p:cNvPr>
          <p:cNvSpPr>
            <a:spLocks noGrp="1"/>
          </p:cNvSpPr>
          <p:nvPr>
            <p:ph type="sldNum" sz="quarter" idx="12"/>
          </p:nvPr>
        </p:nvSpPr>
        <p:spPr/>
        <p:txBody>
          <a:bodyPr/>
          <a:lstStyle/>
          <a:p>
            <a:fld id="{74E44F64-4A3C-4DD0-9E04-886FA9267491}" type="slidenum">
              <a:rPr lang="en-US" smtClean="0"/>
              <a:t>‹#›</a:t>
            </a:fld>
            <a:endParaRPr lang="en-US"/>
          </a:p>
        </p:txBody>
      </p:sp>
    </p:spTree>
    <p:extLst>
      <p:ext uri="{BB962C8B-B14F-4D97-AF65-F5344CB8AC3E}">
        <p14:creationId xmlns:p14="http://schemas.microsoft.com/office/powerpoint/2010/main" val="17275462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2670B-9555-8E50-A221-B7AEE3A407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D35C41-3CCF-8CB4-8CE0-7DB0809B26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12B2BD-355A-7678-0704-80CD067678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0069BF-E2F0-3464-0B76-0FB6AF1455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482B96-0210-0E23-F733-B2EED91D9E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A84F11-7390-EE9C-BF09-185C2FD03C7C}"/>
              </a:ext>
            </a:extLst>
          </p:cNvPr>
          <p:cNvSpPr>
            <a:spLocks noGrp="1"/>
          </p:cNvSpPr>
          <p:nvPr>
            <p:ph type="dt" sz="half" idx="10"/>
          </p:nvPr>
        </p:nvSpPr>
        <p:spPr/>
        <p:txBody>
          <a:bodyPr/>
          <a:lstStyle/>
          <a:p>
            <a:fld id="{AF7DED95-F5DF-423D-BB8D-768549DCC093}" type="datetimeFigureOut">
              <a:rPr lang="en-US" smtClean="0"/>
              <a:t>7/26/2023</a:t>
            </a:fld>
            <a:endParaRPr lang="en-US"/>
          </a:p>
        </p:txBody>
      </p:sp>
      <p:sp>
        <p:nvSpPr>
          <p:cNvPr id="8" name="Footer Placeholder 7">
            <a:extLst>
              <a:ext uri="{FF2B5EF4-FFF2-40B4-BE49-F238E27FC236}">
                <a16:creationId xmlns:a16="http://schemas.microsoft.com/office/drawing/2014/main" id="{DF99740D-CAB5-B14D-F7AE-513399C313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983649-2FEE-784E-D62C-F1A3801A7C97}"/>
              </a:ext>
            </a:extLst>
          </p:cNvPr>
          <p:cNvSpPr>
            <a:spLocks noGrp="1"/>
          </p:cNvSpPr>
          <p:nvPr>
            <p:ph type="sldNum" sz="quarter" idx="12"/>
          </p:nvPr>
        </p:nvSpPr>
        <p:spPr/>
        <p:txBody>
          <a:bodyPr/>
          <a:lstStyle/>
          <a:p>
            <a:fld id="{74E44F64-4A3C-4DD0-9E04-886FA9267491}" type="slidenum">
              <a:rPr lang="en-US" smtClean="0"/>
              <a:t>‹#›</a:t>
            </a:fld>
            <a:endParaRPr lang="en-US"/>
          </a:p>
        </p:txBody>
      </p:sp>
    </p:spTree>
    <p:extLst>
      <p:ext uri="{BB962C8B-B14F-4D97-AF65-F5344CB8AC3E}">
        <p14:creationId xmlns:p14="http://schemas.microsoft.com/office/powerpoint/2010/main" val="14994106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B9757-69DA-852C-F19B-36D95F02CAB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8C468A-FD05-FD01-6DDE-27286D807592}"/>
              </a:ext>
            </a:extLst>
          </p:cNvPr>
          <p:cNvSpPr>
            <a:spLocks noGrp="1"/>
          </p:cNvSpPr>
          <p:nvPr>
            <p:ph type="dt" sz="half" idx="10"/>
          </p:nvPr>
        </p:nvSpPr>
        <p:spPr/>
        <p:txBody>
          <a:bodyPr/>
          <a:lstStyle/>
          <a:p>
            <a:fld id="{AF7DED95-F5DF-423D-BB8D-768549DCC093}" type="datetimeFigureOut">
              <a:rPr lang="en-US" smtClean="0"/>
              <a:t>7/26/2023</a:t>
            </a:fld>
            <a:endParaRPr lang="en-US"/>
          </a:p>
        </p:txBody>
      </p:sp>
      <p:sp>
        <p:nvSpPr>
          <p:cNvPr id="4" name="Footer Placeholder 3">
            <a:extLst>
              <a:ext uri="{FF2B5EF4-FFF2-40B4-BE49-F238E27FC236}">
                <a16:creationId xmlns:a16="http://schemas.microsoft.com/office/drawing/2014/main" id="{36C57B2B-9609-6837-6C7C-3D44497A18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449145-A605-A692-3F80-39E612C2B36D}"/>
              </a:ext>
            </a:extLst>
          </p:cNvPr>
          <p:cNvSpPr>
            <a:spLocks noGrp="1"/>
          </p:cNvSpPr>
          <p:nvPr>
            <p:ph type="sldNum" sz="quarter" idx="12"/>
          </p:nvPr>
        </p:nvSpPr>
        <p:spPr/>
        <p:txBody>
          <a:bodyPr/>
          <a:lstStyle/>
          <a:p>
            <a:fld id="{74E44F64-4A3C-4DD0-9E04-886FA9267491}" type="slidenum">
              <a:rPr lang="en-US" smtClean="0"/>
              <a:t>‹#›</a:t>
            </a:fld>
            <a:endParaRPr lang="en-US"/>
          </a:p>
        </p:txBody>
      </p:sp>
    </p:spTree>
    <p:extLst>
      <p:ext uri="{BB962C8B-B14F-4D97-AF65-F5344CB8AC3E}">
        <p14:creationId xmlns:p14="http://schemas.microsoft.com/office/powerpoint/2010/main" val="28934228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65D5F6-BF74-5042-5E7C-D5A20C2CE7F9}"/>
              </a:ext>
            </a:extLst>
          </p:cNvPr>
          <p:cNvSpPr>
            <a:spLocks noGrp="1"/>
          </p:cNvSpPr>
          <p:nvPr>
            <p:ph type="dt" sz="half" idx="10"/>
          </p:nvPr>
        </p:nvSpPr>
        <p:spPr/>
        <p:txBody>
          <a:bodyPr/>
          <a:lstStyle/>
          <a:p>
            <a:fld id="{AF7DED95-F5DF-423D-BB8D-768549DCC093}" type="datetimeFigureOut">
              <a:rPr lang="en-US" smtClean="0"/>
              <a:t>7/26/2023</a:t>
            </a:fld>
            <a:endParaRPr lang="en-US"/>
          </a:p>
        </p:txBody>
      </p:sp>
      <p:sp>
        <p:nvSpPr>
          <p:cNvPr id="3" name="Footer Placeholder 2">
            <a:extLst>
              <a:ext uri="{FF2B5EF4-FFF2-40B4-BE49-F238E27FC236}">
                <a16:creationId xmlns:a16="http://schemas.microsoft.com/office/drawing/2014/main" id="{BE15C636-2C4F-20D8-CA32-9DBCDC2045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3D048A-991D-D5E6-A609-1D7B9ABB304B}"/>
              </a:ext>
            </a:extLst>
          </p:cNvPr>
          <p:cNvSpPr>
            <a:spLocks noGrp="1"/>
          </p:cNvSpPr>
          <p:nvPr>
            <p:ph type="sldNum" sz="quarter" idx="12"/>
          </p:nvPr>
        </p:nvSpPr>
        <p:spPr/>
        <p:txBody>
          <a:bodyPr/>
          <a:lstStyle/>
          <a:p>
            <a:fld id="{74E44F64-4A3C-4DD0-9E04-886FA9267491}" type="slidenum">
              <a:rPr lang="en-US" smtClean="0"/>
              <a:t>‹#›</a:t>
            </a:fld>
            <a:endParaRPr lang="en-US"/>
          </a:p>
        </p:txBody>
      </p:sp>
    </p:spTree>
    <p:extLst>
      <p:ext uri="{BB962C8B-B14F-4D97-AF65-F5344CB8AC3E}">
        <p14:creationId xmlns:p14="http://schemas.microsoft.com/office/powerpoint/2010/main" val="21668224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AEA37-D393-6C79-ED04-84374046CF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AB85F85-15B2-FEB0-9C87-148C7BD111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D286F7-5368-1B2F-C337-C704BAFE9B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236CD6-4139-5D2E-720F-96C4A06F3F4F}"/>
              </a:ext>
            </a:extLst>
          </p:cNvPr>
          <p:cNvSpPr>
            <a:spLocks noGrp="1"/>
          </p:cNvSpPr>
          <p:nvPr>
            <p:ph type="dt" sz="half" idx="10"/>
          </p:nvPr>
        </p:nvSpPr>
        <p:spPr/>
        <p:txBody>
          <a:bodyPr/>
          <a:lstStyle/>
          <a:p>
            <a:fld id="{AF7DED95-F5DF-423D-BB8D-768549DCC093}" type="datetimeFigureOut">
              <a:rPr lang="en-US" smtClean="0"/>
              <a:t>7/26/2023</a:t>
            </a:fld>
            <a:endParaRPr lang="en-US"/>
          </a:p>
        </p:txBody>
      </p:sp>
      <p:sp>
        <p:nvSpPr>
          <p:cNvPr id="6" name="Footer Placeholder 5">
            <a:extLst>
              <a:ext uri="{FF2B5EF4-FFF2-40B4-BE49-F238E27FC236}">
                <a16:creationId xmlns:a16="http://schemas.microsoft.com/office/drawing/2014/main" id="{85AE0286-3605-E6BB-C2F6-6A8DDE16CB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7273C8-91DB-2207-7BA3-C6663DE9CDE0}"/>
              </a:ext>
            </a:extLst>
          </p:cNvPr>
          <p:cNvSpPr>
            <a:spLocks noGrp="1"/>
          </p:cNvSpPr>
          <p:nvPr>
            <p:ph type="sldNum" sz="quarter" idx="12"/>
          </p:nvPr>
        </p:nvSpPr>
        <p:spPr/>
        <p:txBody>
          <a:bodyPr/>
          <a:lstStyle/>
          <a:p>
            <a:fld id="{74E44F64-4A3C-4DD0-9E04-886FA9267491}" type="slidenum">
              <a:rPr lang="en-US" smtClean="0"/>
              <a:t>‹#›</a:t>
            </a:fld>
            <a:endParaRPr lang="en-US"/>
          </a:p>
        </p:txBody>
      </p:sp>
    </p:spTree>
    <p:extLst>
      <p:ext uri="{BB962C8B-B14F-4D97-AF65-F5344CB8AC3E}">
        <p14:creationId xmlns:p14="http://schemas.microsoft.com/office/powerpoint/2010/main" val="34071446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67D65-0A57-1F7F-B64A-E6F6A58934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A51B9F-5362-36B4-2AC5-DC297BC764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AB4740-71E6-CB0D-7500-71D8C3A070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B96F75-1001-97C5-A975-A1F110FCC5A1}"/>
              </a:ext>
            </a:extLst>
          </p:cNvPr>
          <p:cNvSpPr>
            <a:spLocks noGrp="1"/>
          </p:cNvSpPr>
          <p:nvPr>
            <p:ph type="dt" sz="half" idx="10"/>
          </p:nvPr>
        </p:nvSpPr>
        <p:spPr/>
        <p:txBody>
          <a:bodyPr/>
          <a:lstStyle/>
          <a:p>
            <a:fld id="{AF7DED95-F5DF-423D-BB8D-768549DCC093}" type="datetimeFigureOut">
              <a:rPr lang="en-US" smtClean="0"/>
              <a:t>7/26/2023</a:t>
            </a:fld>
            <a:endParaRPr lang="en-US"/>
          </a:p>
        </p:txBody>
      </p:sp>
      <p:sp>
        <p:nvSpPr>
          <p:cNvPr id="6" name="Footer Placeholder 5">
            <a:extLst>
              <a:ext uri="{FF2B5EF4-FFF2-40B4-BE49-F238E27FC236}">
                <a16:creationId xmlns:a16="http://schemas.microsoft.com/office/drawing/2014/main" id="{CF9BF19F-3895-2628-099D-B0E95C9C62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A55149-683D-E13D-9D78-E3BC49A49D95}"/>
              </a:ext>
            </a:extLst>
          </p:cNvPr>
          <p:cNvSpPr>
            <a:spLocks noGrp="1"/>
          </p:cNvSpPr>
          <p:nvPr>
            <p:ph type="sldNum" sz="quarter" idx="12"/>
          </p:nvPr>
        </p:nvSpPr>
        <p:spPr/>
        <p:txBody>
          <a:bodyPr/>
          <a:lstStyle/>
          <a:p>
            <a:fld id="{74E44F64-4A3C-4DD0-9E04-886FA9267491}" type="slidenum">
              <a:rPr lang="en-US" smtClean="0"/>
              <a:t>‹#›</a:t>
            </a:fld>
            <a:endParaRPr lang="en-US"/>
          </a:p>
        </p:txBody>
      </p:sp>
    </p:spTree>
    <p:extLst>
      <p:ext uri="{BB962C8B-B14F-4D97-AF65-F5344CB8AC3E}">
        <p14:creationId xmlns:p14="http://schemas.microsoft.com/office/powerpoint/2010/main" val="27657400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8F0E0-02E9-6F29-42FC-18B7F492CA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B5AE46-0812-0B95-A28E-8B353C8E62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3FCEB5-6EDD-35DD-12E3-29A27AAAEC7B}"/>
              </a:ext>
            </a:extLst>
          </p:cNvPr>
          <p:cNvSpPr>
            <a:spLocks noGrp="1"/>
          </p:cNvSpPr>
          <p:nvPr>
            <p:ph type="dt" sz="half" idx="10"/>
          </p:nvPr>
        </p:nvSpPr>
        <p:spPr/>
        <p:txBody>
          <a:bodyPr/>
          <a:lstStyle/>
          <a:p>
            <a:fld id="{AF7DED95-F5DF-423D-BB8D-768549DCC093}" type="datetimeFigureOut">
              <a:rPr lang="en-US" smtClean="0"/>
              <a:t>7/26/2023</a:t>
            </a:fld>
            <a:endParaRPr lang="en-US"/>
          </a:p>
        </p:txBody>
      </p:sp>
      <p:sp>
        <p:nvSpPr>
          <p:cNvPr id="5" name="Footer Placeholder 4">
            <a:extLst>
              <a:ext uri="{FF2B5EF4-FFF2-40B4-BE49-F238E27FC236}">
                <a16:creationId xmlns:a16="http://schemas.microsoft.com/office/drawing/2014/main" id="{FCE7F5DC-391A-5CA7-1211-4526EA24F8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5B7894-1CE3-CF29-95D8-7FC65A2F25F1}"/>
              </a:ext>
            </a:extLst>
          </p:cNvPr>
          <p:cNvSpPr>
            <a:spLocks noGrp="1"/>
          </p:cNvSpPr>
          <p:nvPr>
            <p:ph type="sldNum" sz="quarter" idx="12"/>
          </p:nvPr>
        </p:nvSpPr>
        <p:spPr/>
        <p:txBody>
          <a:bodyPr/>
          <a:lstStyle/>
          <a:p>
            <a:fld id="{74E44F64-4A3C-4DD0-9E04-886FA9267491}" type="slidenum">
              <a:rPr lang="en-US" smtClean="0"/>
              <a:t>‹#›</a:t>
            </a:fld>
            <a:endParaRPr lang="en-US"/>
          </a:p>
        </p:txBody>
      </p:sp>
    </p:spTree>
    <p:extLst>
      <p:ext uri="{BB962C8B-B14F-4D97-AF65-F5344CB8AC3E}">
        <p14:creationId xmlns:p14="http://schemas.microsoft.com/office/powerpoint/2010/main" val="392329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791457-FF61-23DD-0291-97BC6B402F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3C1968-4CAA-7AC4-B0A5-6AEF5284B9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C8AAFA-D736-8BA6-ED5C-CD722650891F}"/>
              </a:ext>
            </a:extLst>
          </p:cNvPr>
          <p:cNvSpPr>
            <a:spLocks noGrp="1"/>
          </p:cNvSpPr>
          <p:nvPr>
            <p:ph type="dt" sz="half" idx="10"/>
          </p:nvPr>
        </p:nvSpPr>
        <p:spPr/>
        <p:txBody>
          <a:bodyPr/>
          <a:lstStyle/>
          <a:p>
            <a:fld id="{AF7DED95-F5DF-423D-BB8D-768549DCC093}" type="datetimeFigureOut">
              <a:rPr lang="en-US" smtClean="0"/>
              <a:t>7/26/2023</a:t>
            </a:fld>
            <a:endParaRPr lang="en-US"/>
          </a:p>
        </p:txBody>
      </p:sp>
      <p:sp>
        <p:nvSpPr>
          <p:cNvPr id="5" name="Footer Placeholder 4">
            <a:extLst>
              <a:ext uri="{FF2B5EF4-FFF2-40B4-BE49-F238E27FC236}">
                <a16:creationId xmlns:a16="http://schemas.microsoft.com/office/drawing/2014/main" id="{D71A607A-9838-5144-A282-FAF41505EF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25EEE8-7CC9-5A5D-8132-CE99E65B7DF4}"/>
              </a:ext>
            </a:extLst>
          </p:cNvPr>
          <p:cNvSpPr>
            <a:spLocks noGrp="1"/>
          </p:cNvSpPr>
          <p:nvPr>
            <p:ph type="sldNum" sz="quarter" idx="12"/>
          </p:nvPr>
        </p:nvSpPr>
        <p:spPr/>
        <p:txBody>
          <a:bodyPr/>
          <a:lstStyle/>
          <a:p>
            <a:fld id="{74E44F64-4A3C-4DD0-9E04-886FA9267491}" type="slidenum">
              <a:rPr lang="en-US" smtClean="0"/>
              <a:t>‹#›</a:t>
            </a:fld>
            <a:endParaRPr lang="en-US"/>
          </a:p>
        </p:txBody>
      </p:sp>
    </p:spTree>
    <p:extLst>
      <p:ext uri="{BB962C8B-B14F-4D97-AF65-F5344CB8AC3E}">
        <p14:creationId xmlns:p14="http://schemas.microsoft.com/office/powerpoint/2010/main" val="3911387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3C6B9B-631E-A1D4-8972-D022FCA350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CE60C5-6CA1-9740-D3E1-8C6839B2A1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214504-A03D-50CE-F027-0677DADD11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D3A093-196C-464E-901A-9B31DC6A707D}" type="datetimeFigureOut">
              <a:rPr lang="en-US" smtClean="0"/>
              <a:t>7/26/2023</a:t>
            </a:fld>
            <a:endParaRPr lang="en-US"/>
          </a:p>
        </p:txBody>
      </p:sp>
      <p:sp>
        <p:nvSpPr>
          <p:cNvPr id="5" name="Footer Placeholder 4">
            <a:extLst>
              <a:ext uri="{FF2B5EF4-FFF2-40B4-BE49-F238E27FC236}">
                <a16:creationId xmlns:a16="http://schemas.microsoft.com/office/drawing/2014/main" id="{919934DE-0E8D-628D-9385-D58A81DD88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6B344F-041A-59EC-383F-8E52909C12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9803A9-3A21-40A7-B2DB-CA006788F75B}" type="slidenum">
              <a:rPr lang="en-US" smtClean="0"/>
              <a:t>‹#›</a:t>
            </a:fld>
            <a:endParaRPr lang="en-US"/>
          </a:p>
        </p:txBody>
      </p:sp>
    </p:spTree>
    <p:extLst>
      <p:ext uri="{BB962C8B-B14F-4D97-AF65-F5344CB8AC3E}">
        <p14:creationId xmlns:p14="http://schemas.microsoft.com/office/powerpoint/2010/main" val="29631977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DB26ED-C7FD-1F2E-90D1-42DA49548A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B3DEDD-033E-8C3F-EF7C-FDCFCE91D1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492CD8-93A3-841A-2F9B-58B9283B40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2D6D7F-EEC3-4A9F-9FDD-5B72F7AD27FC}" type="datetimeFigureOut">
              <a:rPr lang="en-US" smtClean="0"/>
              <a:t>7/26/2023</a:t>
            </a:fld>
            <a:endParaRPr lang="en-US"/>
          </a:p>
        </p:txBody>
      </p:sp>
      <p:sp>
        <p:nvSpPr>
          <p:cNvPr id="5" name="Footer Placeholder 4">
            <a:extLst>
              <a:ext uri="{FF2B5EF4-FFF2-40B4-BE49-F238E27FC236}">
                <a16:creationId xmlns:a16="http://schemas.microsoft.com/office/drawing/2014/main" id="{EB3A78F1-EB61-813E-F1F2-2EEC49B3A5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BFC8600-11BB-F7F4-CF79-891D51D5C4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B7B3F8-B684-421F-B511-E2DA7EE6DF98}" type="slidenum">
              <a:rPr lang="en-US" smtClean="0"/>
              <a:t>‹#›</a:t>
            </a:fld>
            <a:endParaRPr lang="en-US"/>
          </a:p>
        </p:txBody>
      </p:sp>
    </p:spTree>
    <p:extLst>
      <p:ext uri="{BB962C8B-B14F-4D97-AF65-F5344CB8AC3E}">
        <p14:creationId xmlns:p14="http://schemas.microsoft.com/office/powerpoint/2010/main" val="20108202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986CE4-9156-C705-30BE-8FB4A198F3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617D03-9583-991D-1929-EBB070539B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8F41D3-134C-CBBD-1EB8-5B84A345B1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7DED95-F5DF-423D-BB8D-768549DCC093}" type="datetimeFigureOut">
              <a:rPr lang="en-US" smtClean="0"/>
              <a:t>7/26/2023</a:t>
            </a:fld>
            <a:endParaRPr lang="en-US"/>
          </a:p>
        </p:txBody>
      </p:sp>
      <p:sp>
        <p:nvSpPr>
          <p:cNvPr id="5" name="Footer Placeholder 4">
            <a:extLst>
              <a:ext uri="{FF2B5EF4-FFF2-40B4-BE49-F238E27FC236}">
                <a16:creationId xmlns:a16="http://schemas.microsoft.com/office/drawing/2014/main" id="{A13247C9-3014-7CFD-7585-59EFF2D71E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F5567F-209C-9009-3251-BB2F17732F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E44F64-4A3C-4DD0-9E04-886FA9267491}" type="slidenum">
              <a:rPr lang="en-US" smtClean="0"/>
              <a:t>‹#›</a:t>
            </a:fld>
            <a:endParaRPr lang="en-US"/>
          </a:p>
        </p:txBody>
      </p:sp>
    </p:spTree>
    <p:extLst>
      <p:ext uri="{BB962C8B-B14F-4D97-AF65-F5344CB8AC3E}">
        <p14:creationId xmlns:p14="http://schemas.microsoft.com/office/powerpoint/2010/main" val="81442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hyperlink" Target="https://cletoolkit.communityinclusion.org/" TargetMode="External"/><Relationship Id="rId5" Type="http://schemas.openxmlformats.org/officeDocument/2006/relationships/image" Target="../media/image2.png"/><Relationship Id="rId4" Type="http://schemas.openxmlformats.org/officeDocument/2006/relationships/hyperlink" Target="https://kboo.fm/media/77404-creating-livable-communities-all-ages-age-inclusive-advocate-gil-penalosa"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descr="A picture containing diagram&#10;&#10;Description automatically generated">
            <a:extLst>
              <a:ext uri="{FF2B5EF4-FFF2-40B4-BE49-F238E27FC236}">
                <a16:creationId xmlns:a16="http://schemas.microsoft.com/office/drawing/2014/main" id="{ECDEC1B3-CC57-CAC8-25D6-184F71944C06}"/>
              </a:ext>
            </a:extLst>
          </p:cNvPr>
          <p:cNvPicPr>
            <a:picLocks noGrp="1" noChangeAspect="1"/>
          </p:cNvPicPr>
          <p:nvPr>
            <p:ph type="pic" idx="1"/>
          </p:nvPr>
        </p:nvPicPr>
        <p:blipFill rotWithShape="1">
          <a:blip r:embed="rId3">
            <a:extLst>
              <a:ext uri="{837473B0-CC2E-450A-ABE3-18F120FF3D39}">
                <a1611:picAttrSrcUrl xmlns:a1611="http://schemas.microsoft.com/office/drawing/2016/11/main" r:id="rId4"/>
              </a:ext>
            </a:extLst>
          </a:blip>
          <a:srcRect l="27803" r="8897" b="-2"/>
          <a:stretch/>
        </p:blipFill>
        <p:spPr>
          <a:xfrm>
            <a:off x="162272" y="384048"/>
            <a:ext cx="3692752" cy="5833872"/>
          </a:xfrm>
          <a:prstGeom prst="rect">
            <a:avLst/>
          </a:prstGeom>
        </p:spPr>
      </p:pic>
      <p:sp>
        <p:nvSpPr>
          <p:cNvPr id="2" name="Title 1">
            <a:extLst>
              <a:ext uri="{FF2B5EF4-FFF2-40B4-BE49-F238E27FC236}">
                <a16:creationId xmlns:a16="http://schemas.microsoft.com/office/drawing/2014/main" id="{31E93D5D-81D9-C50B-2EFF-10EACAEC88EF}"/>
              </a:ext>
            </a:extLst>
          </p:cNvPr>
          <p:cNvSpPr>
            <a:spLocks noGrp="1"/>
          </p:cNvSpPr>
          <p:nvPr>
            <p:ph type="title"/>
          </p:nvPr>
        </p:nvSpPr>
        <p:spPr>
          <a:xfrm>
            <a:off x="4427885" y="0"/>
            <a:ext cx="7726424" cy="1746504"/>
          </a:xfrm>
        </p:spPr>
        <p:txBody>
          <a:bodyPr vert="horz" lIns="91440" tIns="45720" rIns="91440" bIns="45720" rtlCol="0" anchor="ctr">
            <a:normAutofit/>
          </a:bodyPr>
          <a:lstStyle/>
          <a:p>
            <a:r>
              <a:rPr lang="en-US" sz="3400" b="1" dirty="0">
                <a:solidFill>
                  <a:schemeClr val="tx1">
                    <a:lumMod val="85000"/>
                    <a:lumOff val="15000"/>
                  </a:schemeClr>
                </a:solidFill>
              </a:rPr>
              <a:t>What is </a:t>
            </a:r>
            <a:r>
              <a:rPr lang="en-US" sz="3400" b="1" i="1" dirty="0">
                <a:solidFill>
                  <a:schemeClr val="tx1">
                    <a:lumMod val="85000"/>
                    <a:lumOff val="15000"/>
                  </a:schemeClr>
                </a:solidFill>
              </a:rPr>
              <a:t>Community Life Engagement</a:t>
            </a:r>
            <a:r>
              <a:rPr lang="en-US" sz="3400" b="1" dirty="0">
                <a:solidFill>
                  <a:schemeClr val="tx1">
                    <a:lumMod val="85000"/>
                    <a:lumOff val="15000"/>
                  </a:schemeClr>
                </a:solidFill>
              </a:rPr>
              <a:t> </a:t>
            </a:r>
            <a:br>
              <a:rPr lang="en-US" sz="3400" b="1" dirty="0">
                <a:solidFill>
                  <a:schemeClr val="tx1">
                    <a:lumMod val="85000"/>
                    <a:lumOff val="15000"/>
                  </a:schemeClr>
                </a:solidFill>
              </a:rPr>
            </a:br>
            <a:r>
              <a:rPr lang="en-US" sz="3400" b="1" dirty="0">
                <a:solidFill>
                  <a:schemeClr val="tx1">
                    <a:lumMod val="85000"/>
                    <a:lumOff val="15000"/>
                  </a:schemeClr>
                </a:solidFill>
              </a:rPr>
              <a:t>(CLE)? </a:t>
            </a:r>
          </a:p>
        </p:txBody>
      </p:sp>
      <p:sp>
        <p:nvSpPr>
          <p:cNvPr id="3" name="TextBox 2">
            <a:extLst>
              <a:ext uri="{FF2B5EF4-FFF2-40B4-BE49-F238E27FC236}">
                <a16:creationId xmlns:a16="http://schemas.microsoft.com/office/drawing/2014/main" id="{946BB0E5-AB31-271F-05C1-BBAE30DC7602}"/>
              </a:ext>
            </a:extLst>
          </p:cNvPr>
          <p:cNvSpPr txBox="1"/>
          <p:nvPr/>
        </p:nvSpPr>
        <p:spPr>
          <a:xfrm>
            <a:off x="4427885" y="2022475"/>
            <a:ext cx="7529419" cy="4559553"/>
          </a:xfrm>
          <a:prstGeom prst="rect">
            <a:avLst/>
          </a:prstGeom>
        </p:spPr>
        <p:txBody>
          <a:bodyPr vert="horz" lIns="91440" tIns="45720" rIns="91440" bIns="45720" rtlCol="0" anchor="t">
            <a:noAutofit/>
          </a:bodyPr>
          <a:lstStyle/>
          <a:p>
            <a:pPr defTabSz="914400" fontAlgn="base">
              <a:lnSpc>
                <a:spcPct val="90000"/>
              </a:lnSpc>
              <a:spcAft>
                <a:spcPts val="600"/>
              </a:spcAft>
              <a:buClr>
                <a:schemeClr val="tx1">
                  <a:lumMod val="85000"/>
                  <a:lumOff val="15000"/>
                </a:schemeClr>
              </a:buClr>
            </a:pPr>
            <a:r>
              <a:rPr lang="en-US" sz="2400" b="0" i="0" u="none" strike="noStrike" dirty="0">
                <a:effectLst/>
              </a:rPr>
              <a:t>All the ways that people </a:t>
            </a:r>
            <a:r>
              <a:rPr lang="en-US" sz="2400" dirty="0"/>
              <a:t>with IDD access</a:t>
            </a:r>
            <a:r>
              <a:rPr lang="en-US" sz="2400" b="0" i="0" u="none" strike="noStrike" dirty="0">
                <a:effectLst/>
              </a:rPr>
              <a:t> and participate in their communities, outside of employment, as part of a meaningful day. </a:t>
            </a:r>
            <a:r>
              <a:rPr lang="en-US" sz="2400" b="0" i="0" dirty="0">
                <a:effectLst/>
              </a:rPr>
              <a:t>​</a:t>
            </a:r>
          </a:p>
          <a:p>
            <a:pPr indent="-182880" defTabSz="914400" fontAlgn="base">
              <a:lnSpc>
                <a:spcPct val="90000"/>
              </a:lnSpc>
              <a:spcAft>
                <a:spcPts val="600"/>
              </a:spcAft>
              <a:buClr>
                <a:schemeClr val="tx1">
                  <a:lumMod val="85000"/>
                  <a:lumOff val="15000"/>
                </a:schemeClr>
              </a:buClr>
              <a:buFont typeface="Garamond" pitchFamily="18" charset="0"/>
              <a:buChar char="◦"/>
            </a:pPr>
            <a:endParaRPr lang="en-US" sz="2400" b="0" i="0">
              <a:effectLst/>
            </a:endParaRPr>
          </a:p>
          <a:p>
            <a:pPr indent="-182880" defTabSz="914400" fontAlgn="base">
              <a:lnSpc>
                <a:spcPct val="90000"/>
              </a:lnSpc>
              <a:spcAft>
                <a:spcPts val="600"/>
              </a:spcAft>
              <a:buClr>
                <a:schemeClr val="tx1">
                  <a:lumMod val="85000"/>
                  <a:lumOff val="15000"/>
                </a:schemeClr>
              </a:buClr>
              <a:buFont typeface="Garamond" pitchFamily="18" charset="0"/>
              <a:buChar char="◦"/>
            </a:pPr>
            <a:r>
              <a:rPr lang="en-US" sz="2400" dirty="0"/>
              <a:t>An outcome, not a service</a:t>
            </a:r>
            <a:endParaRPr lang="en-US" sz="2400" b="0" i="0" dirty="0">
              <a:effectLst/>
              <a:cs typeface="Calibri"/>
            </a:endParaRPr>
          </a:p>
          <a:p>
            <a:pPr indent="-182880" fontAlgn="base">
              <a:lnSpc>
                <a:spcPct val="90000"/>
              </a:lnSpc>
              <a:spcAft>
                <a:spcPts val="600"/>
              </a:spcAft>
              <a:buClr>
                <a:schemeClr val="tx1">
                  <a:lumMod val="85000"/>
                  <a:lumOff val="15000"/>
                </a:schemeClr>
              </a:buClr>
              <a:buFont typeface="Garamond" pitchFamily="18" charset="0"/>
              <a:buChar char="◦"/>
            </a:pPr>
            <a:r>
              <a:rPr lang="en-US" sz="2400" b="0" i="0" u="none" strike="noStrike" dirty="0">
                <a:effectLst/>
              </a:rPr>
              <a:t>Non-work</a:t>
            </a:r>
            <a:r>
              <a:rPr lang="en-US" sz="2400" b="0" i="0" dirty="0">
                <a:effectLst/>
              </a:rPr>
              <a:t>​</a:t>
            </a:r>
            <a:r>
              <a:rPr lang="en-US" sz="2400" dirty="0"/>
              <a:t> (although it can be a pathway)</a:t>
            </a:r>
            <a:endParaRPr lang="en-US" sz="2400" b="0" i="0" dirty="0">
              <a:effectLst/>
              <a:cs typeface="Calibri"/>
            </a:endParaRPr>
          </a:p>
          <a:p>
            <a:pPr indent="-182880" defTabSz="914400" fontAlgn="base">
              <a:lnSpc>
                <a:spcPct val="90000"/>
              </a:lnSpc>
              <a:spcAft>
                <a:spcPts val="600"/>
              </a:spcAft>
              <a:buClr>
                <a:schemeClr val="tx1">
                  <a:lumMod val="85000"/>
                  <a:lumOff val="15000"/>
                </a:schemeClr>
              </a:buClr>
              <a:buFont typeface="Garamond" pitchFamily="18" charset="0"/>
              <a:buChar char="◦"/>
            </a:pPr>
            <a:r>
              <a:rPr lang="en-US" sz="2400" b="0" i="0" u="none" strike="noStrike" dirty="0">
                <a:effectLst/>
              </a:rPr>
              <a:t>Accessing typical community facilities (library, gym, rec center, etc.)</a:t>
            </a:r>
            <a:r>
              <a:rPr lang="en-US" sz="2400" b="0" i="0" dirty="0">
                <a:effectLst/>
              </a:rPr>
              <a:t>​</a:t>
            </a:r>
            <a:endParaRPr lang="en-US" sz="2400" b="0" i="0" dirty="0">
              <a:effectLst/>
              <a:cs typeface="Calibri"/>
            </a:endParaRPr>
          </a:p>
          <a:p>
            <a:pPr indent="-182880" defTabSz="914400" fontAlgn="base">
              <a:lnSpc>
                <a:spcPct val="90000"/>
              </a:lnSpc>
              <a:spcAft>
                <a:spcPts val="600"/>
              </a:spcAft>
              <a:buClr>
                <a:schemeClr val="tx1">
                  <a:lumMod val="85000"/>
                  <a:lumOff val="15000"/>
                </a:schemeClr>
              </a:buClr>
              <a:buFont typeface="Garamond" pitchFamily="18" charset="0"/>
              <a:buChar char="◦"/>
            </a:pPr>
            <a:r>
              <a:rPr lang="en-US" sz="2400" b="0" i="0" u="none" strike="noStrike" dirty="0">
                <a:effectLst/>
              </a:rPr>
              <a:t>Volunteerism </a:t>
            </a:r>
            <a:r>
              <a:rPr lang="en-US" sz="2400" b="0" i="0" dirty="0">
                <a:effectLst/>
              </a:rPr>
              <a:t>​</a:t>
            </a:r>
            <a:endParaRPr lang="en-US" sz="2400" b="0" i="0" dirty="0">
              <a:effectLst/>
              <a:cs typeface="Calibri"/>
            </a:endParaRPr>
          </a:p>
          <a:p>
            <a:pPr indent="-182880" defTabSz="914400" fontAlgn="base">
              <a:lnSpc>
                <a:spcPct val="90000"/>
              </a:lnSpc>
              <a:spcAft>
                <a:spcPts val="600"/>
              </a:spcAft>
              <a:buClr>
                <a:schemeClr val="tx1">
                  <a:lumMod val="85000"/>
                  <a:lumOff val="15000"/>
                </a:schemeClr>
              </a:buClr>
              <a:buFont typeface="Garamond" pitchFamily="18" charset="0"/>
              <a:buChar char="◦"/>
            </a:pPr>
            <a:r>
              <a:rPr lang="en-US" sz="2400" b="0" i="0" u="none" strike="noStrike" dirty="0">
                <a:effectLst/>
              </a:rPr>
              <a:t>Post-secondary &amp;/or continuing education</a:t>
            </a:r>
            <a:r>
              <a:rPr lang="en-US" sz="2400" b="0" i="0" dirty="0">
                <a:effectLst/>
              </a:rPr>
              <a:t>​</a:t>
            </a:r>
            <a:endParaRPr lang="en-US" sz="2400" b="0" i="0" dirty="0">
              <a:effectLst/>
              <a:cs typeface="Calibri"/>
            </a:endParaRPr>
          </a:p>
          <a:p>
            <a:pPr defTabSz="914400" fontAlgn="base">
              <a:lnSpc>
                <a:spcPct val="90000"/>
              </a:lnSpc>
              <a:spcAft>
                <a:spcPts val="600"/>
              </a:spcAft>
              <a:buClr>
                <a:schemeClr val="tx1">
                  <a:lumMod val="85000"/>
                  <a:lumOff val="15000"/>
                </a:schemeClr>
              </a:buClr>
            </a:pPr>
            <a:endParaRPr lang="en-US" dirty="0"/>
          </a:p>
        </p:txBody>
      </p:sp>
      <p:sp>
        <p:nvSpPr>
          <p:cNvPr id="5" name="Slide Number Placeholder 4">
            <a:extLst>
              <a:ext uri="{FF2B5EF4-FFF2-40B4-BE49-F238E27FC236}">
                <a16:creationId xmlns:a16="http://schemas.microsoft.com/office/drawing/2014/main" id="{89890C36-9E9C-CC1D-B4A9-AAD987E17E75}"/>
              </a:ext>
            </a:extLst>
          </p:cNvPr>
          <p:cNvSpPr>
            <a:spLocks noGrp="1"/>
          </p:cNvSpPr>
          <p:nvPr>
            <p:ph type="sldNum" sz="quarter" idx="12"/>
          </p:nvPr>
        </p:nvSpPr>
        <p:spPr>
          <a:xfrm>
            <a:off x="298024" y="6217920"/>
            <a:ext cx="1463040" cy="256032"/>
          </a:xfrm>
        </p:spPr>
        <p:txBody>
          <a:bodyPr vert="horz" lIns="91440" tIns="45720" rIns="91440" bIns="45720" rtlCol="0" anchor="b">
            <a:normAutofit lnSpcReduction="10000"/>
          </a:bodyPr>
          <a:lstStyle/>
          <a:p>
            <a:pPr algn="l" defTabSz="914400">
              <a:spcAft>
                <a:spcPts val="600"/>
              </a:spcAft>
              <a:defRPr/>
            </a:pPr>
            <a:fld id="{915FAA45-AC5B-014B-9F74-53D558B73BE0}" type="slidenum">
              <a:rPr lang="en-US" smtClean="0"/>
              <a:pPr algn="l" defTabSz="914400">
                <a:spcAft>
                  <a:spcPts val="600"/>
                </a:spcAft>
                <a:defRPr/>
              </a:pPr>
              <a:t>1</a:t>
            </a:fld>
            <a:endParaRPr lang="en-US"/>
          </a:p>
        </p:txBody>
      </p:sp>
      <p:pic>
        <p:nvPicPr>
          <p:cNvPr id="8" name="Picture 7" descr="Logo&#10;&#10;Description automatically generated with medium confidence">
            <a:extLst>
              <a:ext uri="{FF2B5EF4-FFF2-40B4-BE49-F238E27FC236}">
                <a16:creationId xmlns:a16="http://schemas.microsoft.com/office/drawing/2014/main" id="{4788BC46-0381-2312-5873-6B73B2B34CAD}"/>
              </a:ext>
            </a:extLst>
          </p:cNvPr>
          <p:cNvPicPr>
            <a:picLocks noChangeAspect="1"/>
          </p:cNvPicPr>
          <p:nvPr/>
        </p:nvPicPr>
        <p:blipFill>
          <a:blip r:embed="rId5"/>
          <a:stretch>
            <a:fillRect/>
          </a:stretch>
        </p:blipFill>
        <p:spPr>
          <a:xfrm>
            <a:off x="10708712" y="5961266"/>
            <a:ext cx="1253389" cy="620763"/>
          </a:xfrm>
          <a:prstGeom prst="rect">
            <a:avLst/>
          </a:prstGeom>
        </p:spPr>
      </p:pic>
      <p:sp>
        <p:nvSpPr>
          <p:cNvPr id="4" name="TextBox 3">
            <a:extLst>
              <a:ext uri="{FF2B5EF4-FFF2-40B4-BE49-F238E27FC236}">
                <a16:creationId xmlns:a16="http://schemas.microsoft.com/office/drawing/2014/main" id="{D4E892A8-BDCF-3546-A9D6-1CDAFA48DDDD}"/>
              </a:ext>
            </a:extLst>
          </p:cNvPr>
          <p:cNvSpPr txBox="1"/>
          <p:nvPr/>
        </p:nvSpPr>
        <p:spPr>
          <a:xfrm>
            <a:off x="3990776" y="6104620"/>
            <a:ext cx="5653668" cy="369332"/>
          </a:xfrm>
          <a:prstGeom prst="rect">
            <a:avLst/>
          </a:prstGeom>
          <a:noFill/>
        </p:spPr>
        <p:txBody>
          <a:bodyPr wrap="square" rtlCol="0">
            <a:spAutoFit/>
          </a:bodyPr>
          <a:lstStyle/>
          <a:p>
            <a:r>
              <a:rPr lang="en-US" dirty="0">
                <a:hlinkClick r:id="rId6"/>
              </a:rPr>
              <a:t>CLE TOOLKIT - CLE-Toolkit (communityinclusion.org)</a:t>
            </a:r>
            <a:endParaRPr lang="en-US" dirty="0"/>
          </a:p>
        </p:txBody>
      </p:sp>
    </p:spTree>
    <p:extLst>
      <p:ext uri="{BB962C8B-B14F-4D97-AF65-F5344CB8AC3E}">
        <p14:creationId xmlns:p14="http://schemas.microsoft.com/office/powerpoint/2010/main" val="1440314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DD087-6D4E-7E98-9BCF-CBAD493D6DE2}"/>
              </a:ext>
            </a:extLst>
          </p:cNvPr>
          <p:cNvSpPr>
            <a:spLocks noGrp="1"/>
          </p:cNvSpPr>
          <p:nvPr>
            <p:ph type="title"/>
          </p:nvPr>
        </p:nvSpPr>
        <p:spPr>
          <a:xfrm>
            <a:off x="838200" y="-112395"/>
            <a:ext cx="10515600" cy="1325563"/>
          </a:xfrm>
        </p:spPr>
        <p:txBody>
          <a:bodyPr/>
          <a:lstStyle/>
          <a:p>
            <a:pPr algn="ctr"/>
            <a:r>
              <a:rPr lang="en-US" b="1" dirty="0"/>
              <a:t>CLE Guideposts of Support </a:t>
            </a:r>
          </a:p>
        </p:txBody>
      </p:sp>
      <p:sp>
        <p:nvSpPr>
          <p:cNvPr id="4" name="Oval 3">
            <a:extLst>
              <a:ext uri="{FF2B5EF4-FFF2-40B4-BE49-F238E27FC236}">
                <a16:creationId xmlns:a16="http://schemas.microsoft.com/office/drawing/2014/main" id="{D06716AD-7523-3D61-56A0-E31C8E68ED9C}"/>
              </a:ext>
            </a:extLst>
          </p:cNvPr>
          <p:cNvSpPr/>
          <p:nvPr/>
        </p:nvSpPr>
        <p:spPr>
          <a:xfrm>
            <a:off x="114299" y="1166496"/>
            <a:ext cx="2847975" cy="4073525"/>
          </a:xfrm>
          <a:prstGeom prst="ellipse">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dirty="0"/>
              <a:t>1</a:t>
            </a:r>
          </a:p>
          <a:p>
            <a:pPr algn="ctr"/>
            <a:r>
              <a:rPr lang="en-US" sz="2800" dirty="0"/>
              <a:t>Individualize supports for each person. </a:t>
            </a:r>
            <a:endParaRPr lang="en-US" sz="2800" dirty="0">
              <a:cs typeface="Calibri"/>
            </a:endParaRPr>
          </a:p>
        </p:txBody>
      </p:sp>
      <p:sp>
        <p:nvSpPr>
          <p:cNvPr id="6" name="Oval 5">
            <a:extLst>
              <a:ext uri="{FF2B5EF4-FFF2-40B4-BE49-F238E27FC236}">
                <a16:creationId xmlns:a16="http://schemas.microsoft.com/office/drawing/2014/main" id="{3C67DA95-36C2-39FA-1961-B2994939F197}"/>
              </a:ext>
            </a:extLst>
          </p:cNvPr>
          <p:cNvSpPr/>
          <p:nvPr/>
        </p:nvSpPr>
        <p:spPr>
          <a:xfrm>
            <a:off x="3248024" y="1213168"/>
            <a:ext cx="2847975" cy="4073525"/>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2 </a:t>
            </a:r>
          </a:p>
          <a:p>
            <a:pPr algn="ctr"/>
            <a:r>
              <a:rPr lang="en-US" sz="2400" b="1" dirty="0"/>
              <a:t>Promote community membership and contribution. </a:t>
            </a:r>
          </a:p>
        </p:txBody>
      </p:sp>
      <p:sp>
        <p:nvSpPr>
          <p:cNvPr id="7" name="Oval 6">
            <a:extLst>
              <a:ext uri="{FF2B5EF4-FFF2-40B4-BE49-F238E27FC236}">
                <a16:creationId xmlns:a16="http://schemas.microsoft.com/office/drawing/2014/main" id="{BBF4A1AB-DAC1-6C8C-2F03-78CF305B7286}"/>
              </a:ext>
            </a:extLst>
          </p:cNvPr>
          <p:cNvSpPr/>
          <p:nvPr/>
        </p:nvSpPr>
        <p:spPr>
          <a:xfrm>
            <a:off x="6231729" y="1213168"/>
            <a:ext cx="2847975" cy="4073525"/>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3</a:t>
            </a:r>
          </a:p>
          <a:p>
            <a:pPr algn="ctr"/>
            <a:r>
              <a:rPr lang="en-US" sz="2400" b="1" dirty="0"/>
              <a:t>Build skills and facilitate relationships to decrease reliance on paid staff. </a:t>
            </a:r>
          </a:p>
        </p:txBody>
      </p:sp>
      <p:sp>
        <p:nvSpPr>
          <p:cNvPr id="8" name="Oval 7">
            <a:extLst>
              <a:ext uri="{FF2B5EF4-FFF2-40B4-BE49-F238E27FC236}">
                <a16:creationId xmlns:a16="http://schemas.microsoft.com/office/drawing/2014/main" id="{62C85BED-D6EB-87C8-59D9-23780E0C3F49}"/>
              </a:ext>
            </a:extLst>
          </p:cNvPr>
          <p:cNvSpPr/>
          <p:nvPr/>
        </p:nvSpPr>
        <p:spPr>
          <a:xfrm>
            <a:off x="9285444" y="1213168"/>
            <a:ext cx="2847975" cy="40735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4</a:t>
            </a:r>
          </a:p>
          <a:p>
            <a:pPr algn="ctr"/>
            <a:r>
              <a:rPr lang="en-US" sz="2400" b="1" dirty="0"/>
              <a:t>Ensure that supports are outcome-oriented and monitored. </a:t>
            </a:r>
          </a:p>
        </p:txBody>
      </p:sp>
      <p:pic>
        <p:nvPicPr>
          <p:cNvPr id="10" name="Graphic 9" descr="Man with solid fill">
            <a:extLst>
              <a:ext uri="{FF2B5EF4-FFF2-40B4-BE49-F238E27FC236}">
                <a16:creationId xmlns:a16="http://schemas.microsoft.com/office/drawing/2014/main" id="{8ACC0684-8243-7BA8-15F7-48369F912F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6947" y="5559110"/>
            <a:ext cx="914400" cy="914400"/>
          </a:xfrm>
          <a:prstGeom prst="rect">
            <a:avLst/>
          </a:prstGeom>
        </p:spPr>
      </p:pic>
      <p:pic>
        <p:nvPicPr>
          <p:cNvPr id="12" name="Graphic 11" descr="Neighborhood with solid fill">
            <a:extLst>
              <a:ext uri="{FF2B5EF4-FFF2-40B4-BE49-F238E27FC236}">
                <a16:creationId xmlns:a16="http://schemas.microsoft.com/office/drawing/2014/main" id="{1DE19E4D-2139-97AD-676C-5E4D755B39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59909" y="5466716"/>
            <a:ext cx="914400" cy="914400"/>
          </a:xfrm>
          <a:prstGeom prst="rect">
            <a:avLst/>
          </a:prstGeom>
        </p:spPr>
      </p:pic>
      <p:pic>
        <p:nvPicPr>
          <p:cNvPr id="14" name="Graphic 13" descr="Lightbulb with solid fill">
            <a:extLst>
              <a:ext uri="{FF2B5EF4-FFF2-40B4-BE49-F238E27FC236}">
                <a16:creationId xmlns:a16="http://schemas.microsoft.com/office/drawing/2014/main" id="{7EF4F902-585A-A802-2DAE-540389D55EE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67980" y="5430838"/>
            <a:ext cx="914400" cy="914400"/>
          </a:xfrm>
          <a:prstGeom prst="rect">
            <a:avLst/>
          </a:prstGeom>
        </p:spPr>
      </p:pic>
      <p:pic>
        <p:nvPicPr>
          <p:cNvPr id="16" name="Graphic 15" descr="Bar chart with solid fill">
            <a:extLst>
              <a:ext uri="{FF2B5EF4-FFF2-40B4-BE49-F238E27FC236}">
                <a16:creationId xmlns:a16="http://schemas.microsoft.com/office/drawing/2014/main" id="{8F10F847-A3A1-F0E1-DE2D-4CCF12E86CA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472259" y="5522914"/>
            <a:ext cx="914400" cy="914400"/>
          </a:xfrm>
          <a:prstGeom prst="rect">
            <a:avLst/>
          </a:prstGeom>
        </p:spPr>
      </p:pic>
    </p:spTree>
    <p:extLst>
      <p:ext uri="{BB962C8B-B14F-4D97-AF65-F5344CB8AC3E}">
        <p14:creationId xmlns:p14="http://schemas.microsoft.com/office/powerpoint/2010/main" val="1318475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itle 3"/>
          <p:cNvSpPr>
            <a:spLocks noGrp="1"/>
          </p:cNvSpPr>
          <p:nvPr>
            <p:ph type="title"/>
          </p:nvPr>
        </p:nvSpPr>
        <p:spPr>
          <a:xfrm>
            <a:off x="330647" y="320400"/>
            <a:ext cx="3939688" cy="3108600"/>
          </a:xfrm>
        </p:spPr>
        <p:txBody>
          <a:bodyPr>
            <a:normAutofit/>
          </a:bodyPr>
          <a:lstStyle/>
          <a:p>
            <a:pPr algn="r"/>
            <a:r>
              <a:rPr lang="en-US" sz="5000" b="1" dirty="0">
                <a:latin typeface="Candara" panose="020E0502030303020204" pitchFamily="34" charset="0"/>
                <a:ea typeface="+mn-ea"/>
                <a:cs typeface="+mn-cs"/>
              </a:rPr>
              <a:t>How does CLE relate to employment?</a:t>
            </a:r>
          </a:p>
        </p:txBody>
      </p:sp>
      <p:sp>
        <p:nvSpPr>
          <p:cNvPr id="3" name="Slide Number Placeholder 2"/>
          <p:cNvSpPr>
            <a:spLocks noGrp="1"/>
          </p:cNvSpPr>
          <p:nvPr>
            <p:ph type="sldNum" sz="quarter" idx="12"/>
          </p:nvPr>
        </p:nvSpPr>
        <p:spPr>
          <a:xfrm>
            <a:off x="8610600" y="320400"/>
            <a:ext cx="2743200" cy="365125"/>
          </a:xfrm>
          <a:prstGeom prst="rect">
            <a:avLst/>
          </a:prstGeom>
        </p:spPr>
        <p:txBody>
          <a:bodyPr vert="horz" lIns="91440" tIns="45720" rIns="91440" bIns="45720" numCol="1" rtlCol="0" anchorCtr="0" compatLnSpc="1">
            <a:prstTxWarp prst="textNoShape">
              <a:avLst/>
            </a:prstTxWarp>
            <a:normAutofit/>
          </a:bodyPr>
          <a:lstStyle>
            <a:defPPr>
              <a:defRPr lang="en-US"/>
            </a:defPPr>
            <a:lvl1pPr algn="r" rtl="0" eaLnBrk="0" fontAlgn="base" hangingPunct="0">
              <a:spcBef>
                <a:spcPct val="0"/>
              </a:spcBef>
              <a:spcAft>
                <a:spcPct val="0"/>
              </a:spcAft>
              <a:defRPr sz="1200" kern="1200">
                <a:solidFill>
                  <a:srgbClr val="898989"/>
                </a:solidFill>
                <a:latin typeface="Arial" charset="0"/>
                <a:ea typeface="ヒラギノ角ゴ Pro W3" charset="0"/>
                <a:cs typeface="ヒラギノ角ゴ Pro W3" charset="0"/>
              </a:defRPr>
            </a:lvl1pPr>
            <a:lvl2pPr marL="4572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2pPr>
            <a:lvl3pPr marL="9144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3pPr>
            <a:lvl4pPr marL="13716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4pPr>
            <a:lvl5pPr marL="18288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5pPr>
            <a:lvl6pPr marL="2286000" algn="l" defTabSz="457200" rtl="0" eaLnBrk="1" latinLnBrk="0" hangingPunct="1">
              <a:defRPr sz="2000" kern="1200">
                <a:solidFill>
                  <a:schemeClr val="tx1"/>
                </a:solidFill>
                <a:latin typeface="Arial" charset="0"/>
                <a:ea typeface="ヒラギノ角ゴ Pro W3" charset="0"/>
                <a:cs typeface="ヒラギノ角ゴ Pro W3" charset="0"/>
              </a:defRPr>
            </a:lvl6pPr>
            <a:lvl7pPr marL="2743200" algn="l" defTabSz="457200" rtl="0" eaLnBrk="1" latinLnBrk="0" hangingPunct="1">
              <a:defRPr sz="2000" kern="1200">
                <a:solidFill>
                  <a:schemeClr val="tx1"/>
                </a:solidFill>
                <a:latin typeface="Arial" charset="0"/>
                <a:ea typeface="ヒラギノ角ゴ Pro W3" charset="0"/>
                <a:cs typeface="ヒラギノ角ゴ Pro W3" charset="0"/>
              </a:defRPr>
            </a:lvl7pPr>
            <a:lvl8pPr marL="3200400" algn="l" defTabSz="457200" rtl="0" eaLnBrk="1" latinLnBrk="0" hangingPunct="1">
              <a:defRPr sz="2000" kern="1200">
                <a:solidFill>
                  <a:schemeClr val="tx1"/>
                </a:solidFill>
                <a:latin typeface="Arial" charset="0"/>
                <a:ea typeface="ヒラギノ角ゴ Pro W3" charset="0"/>
                <a:cs typeface="ヒラギノ角ゴ Pro W3" charset="0"/>
              </a:defRPr>
            </a:lvl8pPr>
            <a:lvl9pPr marL="3657600" algn="l" defTabSz="457200" rtl="0" eaLnBrk="1" latinLnBrk="0" hangingPunct="1">
              <a:defRPr sz="2000" kern="1200">
                <a:solidFill>
                  <a:schemeClr val="tx1"/>
                </a:solidFill>
                <a:latin typeface="Arial" charset="0"/>
                <a:ea typeface="ヒラギノ角ゴ Pro W3" charset="0"/>
                <a:cs typeface="ヒラギノ角ゴ Pro W3" charset="0"/>
              </a:defRPr>
            </a:lvl9pPr>
          </a:lstStyle>
          <a:p>
            <a:pPr>
              <a:spcAft>
                <a:spcPts val="600"/>
              </a:spcAft>
            </a:pPr>
            <a:fld id="{A518ECD4-D09A-904E-A564-1221085D9D8B}" type="slidenum">
              <a:rPr lang="en-US">
                <a:solidFill>
                  <a:schemeClr val="tx1">
                    <a:alpha val="60000"/>
                  </a:schemeClr>
                </a:solidFill>
              </a:rPr>
              <a:pPr>
                <a:spcAft>
                  <a:spcPts val="600"/>
                </a:spcAft>
              </a:pPr>
              <a:t>3</a:t>
            </a:fld>
            <a:endParaRPr lang="en-US">
              <a:solidFill>
                <a:schemeClr val="tx1">
                  <a:alpha val="60000"/>
                </a:schemeClr>
              </a:solidFill>
            </a:endParaRPr>
          </a:p>
        </p:txBody>
      </p:sp>
      <p:cxnSp>
        <p:nvCxnSpPr>
          <p:cNvPr id="14" name="Straight Connector 1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4">
            <a:extLst>
              <a:ext uri="{FF2B5EF4-FFF2-40B4-BE49-F238E27FC236}">
                <a16:creationId xmlns:a16="http://schemas.microsoft.com/office/drawing/2014/main" id="{5A2BC18C-43BA-010F-FE0E-3170DC87DCAD}"/>
              </a:ext>
            </a:extLst>
          </p:cNvPr>
          <p:cNvGraphicFramePr>
            <a:graphicFrameLocks noGrp="1"/>
          </p:cNvGraphicFramePr>
          <p:nvPr>
            <p:ph idx="1"/>
            <p:extLst>
              <p:ext uri="{D42A27DB-BD31-4B8C-83A1-F6EECF244321}">
                <p14:modId xmlns:p14="http://schemas.microsoft.com/office/powerpoint/2010/main" val="379599635"/>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descr="A person with different colored icons&#10;&#10;Description automatically generated">
            <a:extLst>
              <a:ext uri="{FF2B5EF4-FFF2-40B4-BE49-F238E27FC236}">
                <a16:creationId xmlns:a16="http://schemas.microsoft.com/office/drawing/2014/main" id="{CDFE7DC8-9392-4390-2C09-A604112E1DA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78164" y="3429000"/>
            <a:ext cx="2371725" cy="2571750"/>
          </a:xfrm>
          <a:prstGeom prst="rect">
            <a:avLst/>
          </a:prstGeom>
        </p:spPr>
      </p:pic>
    </p:spTree>
    <p:extLst>
      <p:ext uri="{BB962C8B-B14F-4D97-AF65-F5344CB8AC3E}">
        <p14:creationId xmlns:p14="http://schemas.microsoft.com/office/powerpoint/2010/main" val="1415462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6775" y="1"/>
            <a:ext cx="7044316" cy="1940438"/>
          </a:xfrm>
        </p:spPr>
        <p:txBody>
          <a:bodyPr vert="horz" lIns="91440" tIns="45720" rIns="91440" bIns="45720" rtlCol="0" anchor="ctr">
            <a:normAutofit/>
          </a:bodyPr>
          <a:lstStyle/>
          <a:p>
            <a:pPr eaLnBrk="1" hangingPunct="1"/>
            <a:r>
              <a:rPr lang="en-US" sz="4000" dirty="0"/>
              <a:t>Number in Employment and Day services 1989 through 2021</a:t>
            </a:r>
          </a:p>
        </p:txBody>
      </p:sp>
      <p:sp>
        <p:nvSpPr>
          <p:cNvPr id="4" name="Content Placeholder 3"/>
          <p:cNvSpPr>
            <a:spLocks noGrp="1"/>
          </p:cNvSpPr>
          <p:nvPr>
            <p:ph idx="1"/>
          </p:nvPr>
        </p:nvSpPr>
        <p:spPr>
          <a:xfrm>
            <a:off x="1910864" y="2198363"/>
            <a:ext cx="3214072" cy="3471141"/>
          </a:xfrm>
        </p:spPr>
        <p:txBody>
          <a:bodyPr vert="horz" lIns="91440" tIns="45720" rIns="91440" bIns="45720" rtlCol="0">
            <a:normAutofit/>
          </a:bodyPr>
          <a:lstStyle/>
          <a:p>
            <a:endParaRPr lang="en-US" sz="1600" u="sng" dirty="0"/>
          </a:p>
          <a:p>
            <a:endParaRPr lang="en-US" sz="1600" dirty="0"/>
          </a:p>
          <a:p>
            <a:endParaRPr lang="en-US" sz="1600" dirty="0"/>
          </a:p>
        </p:txBody>
      </p:sp>
      <p:pic>
        <p:nvPicPr>
          <p:cNvPr id="1028" name="Picture 4" descr="image">
            <a:extLst>
              <a:ext uri="{FF2B5EF4-FFF2-40B4-BE49-F238E27FC236}">
                <a16:creationId xmlns:a16="http://schemas.microsoft.com/office/drawing/2014/main" id="{2A4F46B7-0F6A-8E52-9E6C-D4B483FA6DF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443240" y="1819565"/>
            <a:ext cx="6717914" cy="5038435"/>
          </a:xfrm>
          <a:prstGeom prst="rect">
            <a:avLst/>
          </a:prstGeom>
          <a:noFill/>
          <a:extLst>
            <a:ext uri="{909E8E84-426E-40DD-AFC4-6F175D3DCCD1}">
              <a14:hiddenFill xmlns:a14="http://schemas.microsoft.com/office/drawing/2010/main">
                <a:solidFill>
                  <a:srgbClr val="FFFFFF"/>
                </a:solidFill>
              </a14:hiddenFill>
            </a:ext>
          </a:extLst>
        </p:spPr>
      </p:pic>
      <p:sp>
        <p:nvSpPr>
          <p:cNvPr id="3" name="Arrow: Left 2">
            <a:extLst>
              <a:ext uri="{FF2B5EF4-FFF2-40B4-BE49-F238E27FC236}">
                <a16:creationId xmlns:a16="http://schemas.microsoft.com/office/drawing/2014/main" id="{4B8889F6-E94E-4B5B-3C64-922DDEE26BAD}"/>
              </a:ext>
            </a:extLst>
          </p:cNvPr>
          <p:cNvSpPr/>
          <p:nvPr/>
        </p:nvSpPr>
        <p:spPr>
          <a:xfrm>
            <a:off x="8729649" y="2877008"/>
            <a:ext cx="3024403" cy="210633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ea typeface="Calibri"/>
                <a:cs typeface="Calibri"/>
              </a:rPr>
              <a:t>Most people are here!</a:t>
            </a:r>
          </a:p>
          <a:p>
            <a:pPr algn="ctr"/>
            <a:r>
              <a:rPr lang="en-US" dirty="0">
                <a:cs typeface="Calibri"/>
              </a:rPr>
              <a:t>So, what are we doing?</a:t>
            </a:r>
          </a:p>
        </p:txBody>
      </p:sp>
    </p:spTree>
    <p:extLst>
      <p:ext uri="{BB962C8B-B14F-4D97-AF65-F5344CB8AC3E}">
        <p14:creationId xmlns:p14="http://schemas.microsoft.com/office/powerpoint/2010/main" val="2213966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a:extLst>
              <a:ext uri="{FF2B5EF4-FFF2-40B4-BE49-F238E27FC236}">
                <a16:creationId xmlns:a16="http://schemas.microsoft.com/office/drawing/2014/main" id="{43DE4E54-3568-83E5-934D-B1F60443E96C}"/>
              </a:ext>
            </a:extLst>
          </p:cNvPr>
          <p:cNvGraphicFramePr/>
          <p:nvPr>
            <p:extLst>
              <p:ext uri="{D42A27DB-BD31-4B8C-83A1-F6EECF244321}">
                <p14:modId xmlns:p14="http://schemas.microsoft.com/office/powerpoint/2010/main" val="2000425803"/>
              </p:ext>
            </p:extLst>
          </p:nvPr>
        </p:nvGraphicFramePr>
        <p:xfrm>
          <a:off x="362315" y="-39855"/>
          <a:ext cx="11231939" cy="4093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1194F438-5282-0AC6-BED5-6C58D59582CD}"/>
              </a:ext>
            </a:extLst>
          </p:cNvPr>
          <p:cNvSpPr>
            <a:spLocks noGrp="1"/>
          </p:cNvSpPr>
          <p:nvPr>
            <p:ph type="title"/>
          </p:nvPr>
        </p:nvSpPr>
        <p:spPr>
          <a:xfrm>
            <a:off x="447211" y="74357"/>
            <a:ext cx="11255339" cy="796531"/>
          </a:xfrm>
        </p:spPr>
        <p:txBody>
          <a:bodyPr anchor="t">
            <a:normAutofit/>
          </a:bodyPr>
          <a:lstStyle/>
          <a:p>
            <a:r>
              <a:rPr lang="en-US" dirty="0"/>
              <a:t>Envision a Potential Holistic Flow of Services </a:t>
            </a:r>
          </a:p>
        </p:txBody>
      </p:sp>
      <p:cxnSp>
        <p:nvCxnSpPr>
          <p:cNvPr id="6" name="Straight Connector 5">
            <a:extLst>
              <a:ext uri="{FF2B5EF4-FFF2-40B4-BE49-F238E27FC236}">
                <a16:creationId xmlns:a16="http://schemas.microsoft.com/office/drawing/2014/main" id="{CBB30E9D-EE6C-F5FB-4E12-8970880680EF}"/>
              </a:ext>
            </a:extLst>
          </p:cNvPr>
          <p:cNvCxnSpPr/>
          <p:nvPr/>
        </p:nvCxnSpPr>
        <p:spPr>
          <a:xfrm>
            <a:off x="224203" y="742433"/>
            <a:ext cx="11507056"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FFACE92D-3C7C-0F91-A077-BF90B91B3691}"/>
              </a:ext>
            </a:extLst>
          </p:cNvPr>
          <p:cNvSpPr txBox="1">
            <a:spLocks noGrp="1"/>
          </p:cNvSpPr>
          <p:nvPr>
            <p:ph idx="1"/>
          </p:nvPr>
        </p:nvSpPr>
        <p:spPr>
          <a:xfrm>
            <a:off x="127399" y="621517"/>
            <a:ext cx="11739915" cy="867930"/>
          </a:xfrm>
          <a:prstGeom prst="rect">
            <a:avLst/>
          </a:prstGeom>
          <a:noFill/>
        </p:spPr>
        <p:txBody>
          <a:bodyPr wrap="square" lIns="91440" tIns="45720" rIns="91440" bIns="45720" rtlCol="0" anchor="t">
            <a:spAutoFit/>
          </a:bodyPr>
          <a:lstStyle/>
          <a:p>
            <a:pPr marL="914400" lvl="2" indent="0">
              <a:buNone/>
            </a:pP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 </a:t>
            </a:r>
          </a:p>
        </p:txBody>
      </p:sp>
      <p:sp>
        <p:nvSpPr>
          <p:cNvPr id="10" name="Rectangle 9">
            <a:extLst>
              <a:ext uri="{FF2B5EF4-FFF2-40B4-BE49-F238E27FC236}">
                <a16:creationId xmlns:a16="http://schemas.microsoft.com/office/drawing/2014/main" id="{5C9205D8-17E7-4CC0-CE35-C088A7BB2A8C}"/>
              </a:ext>
            </a:extLst>
          </p:cNvPr>
          <p:cNvSpPr/>
          <p:nvPr/>
        </p:nvSpPr>
        <p:spPr>
          <a:xfrm>
            <a:off x="381103" y="2798589"/>
            <a:ext cx="2068531" cy="389369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sz="1200" dirty="0">
                <a:solidFill>
                  <a:schemeClr val="tx1"/>
                </a:solidFill>
              </a:rPr>
              <a:t>Person-centered, based on interests, skills and abilities</a:t>
            </a:r>
          </a:p>
          <a:p>
            <a:pPr marL="285750" indent="-285750">
              <a:buFont typeface="Arial" panose="020B0604020202020204" pitchFamily="34" charset="0"/>
              <a:buChar char="•"/>
            </a:pPr>
            <a:r>
              <a:rPr lang="en-US" sz="1200" dirty="0">
                <a:solidFill>
                  <a:schemeClr val="tx1"/>
                </a:solidFill>
              </a:rPr>
              <a:t>Integrated settings, community-based exploration</a:t>
            </a:r>
            <a:endParaRPr lang="en-US" sz="1200" dirty="0">
              <a:solidFill>
                <a:schemeClr val="tx1"/>
              </a:solidFill>
              <a:cs typeface="Calibri"/>
            </a:endParaRPr>
          </a:p>
          <a:p>
            <a:pPr marL="285750" indent="-285750">
              <a:buFont typeface="Arial" panose="020B0604020202020204" pitchFamily="34" charset="0"/>
              <a:buChar char="•"/>
            </a:pPr>
            <a:r>
              <a:rPr lang="en-US" sz="1200" dirty="0">
                <a:solidFill>
                  <a:schemeClr val="tx1"/>
                </a:solidFill>
              </a:rPr>
              <a:t>Building relationships</a:t>
            </a:r>
          </a:p>
          <a:p>
            <a:pPr marL="285750" indent="-285750">
              <a:buFont typeface="Arial" panose="020B0604020202020204" pitchFamily="34" charset="0"/>
              <a:buChar char="•"/>
            </a:pPr>
            <a:r>
              <a:rPr lang="en-US" sz="1200" dirty="0">
                <a:solidFill>
                  <a:schemeClr val="tx1"/>
                </a:solidFill>
              </a:rPr>
              <a:t>Self-advocacy</a:t>
            </a:r>
          </a:p>
          <a:p>
            <a:pPr marL="285750" indent="-285750">
              <a:buFont typeface="Arial" panose="020B0604020202020204" pitchFamily="34" charset="0"/>
              <a:buChar char="•"/>
            </a:pPr>
            <a:r>
              <a:rPr lang="en-US" sz="1200" dirty="0">
                <a:solidFill>
                  <a:schemeClr val="tx1"/>
                </a:solidFill>
              </a:rPr>
              <a:t>Volunteerism</a:t>
            </a:r>
          </a:p>
          <a:p>
            <a:pPr marL="285750" indent="-285750">
              <a:buFont typeface="Arial" panose="020B0604020202020204" pitchFamily="34" charset="0"/>
              <a:buChar char="•"/>
            </a:pPr>
            <a:r>
              <a:rPr lang="en-US" sz="1200" dirty="0">
                <a:solidFill>
                  <a:srgbClr val="FF0000"/>
                </a:solidFill>
              </a:rPr>
              <a:t>Small-d discovery</a:t>
            </a:r>
            <a:endParaRPr lang="en-US" sz="1200" dirty="0">
              <a:solidFill>
                <a:srgbClr val="FF0000"/>
              </a:solidFill>
              <a:cs typeface="Calibri"/>
            </a:endParaRPr>
          </a:p>
          <a:p>
            <a:pPr marL="285750" indent="-285750">
              <a:buFont typeface="Arial" panose="020B0604020202020204" pitchFamily="34" charset="0"/>
              <a:buChar char="•"/>
            </a:pPr>
            <a:r>
              <a:rPr lang="en-US" sz="1200" dirty="0">
                <a:solidFill>
                  <a:schemeClr val="tx1"/>
                </a:solidFill>
              </a:rPr>
              <a:t>Travel training</a:t>
            </a:r>
          </a:p>
          <a:p>
            <a:pPr marL="285750" indent="-285750">
              <a:buFont typeface="Arial" panose="020B0604020202020204" pitchFamily="34" charset="0"/>
              <a:buChar char="•"/>
            </a:pPr>
            <a:r>
              <a:rPr lang="en-US" sz="1200" dirty="0">
                <a:solidFill>
                  <a:schemeClr val="tx1"/>
                </a:solidFill>
              </a:rPr>
              <a:t>Safety skills</a:t>
            </a:r>
          </a:p>
          <a:p>
            <a:pPr marL="285750" indent="-285750">
              <a:buFont typeface="Arial" panose="020B0604020202020204" pitchFamily="34" charset="0"/>
              <a:buChar char="•"/>
            </a:pPr>
            <a:r>
              <a:rPr lang="en-US" sz="1200" dirty="0">
                <a:solidFill>
                  <a:schemeClr val="tx1"/>
                </a:solidFill>
              </a:rPr>
              <a:t>Socialization</a:t>
            </a:r>
            <a:endParaRPr lang="en-US" sz="1200" dirty="0">
              <a:solidFill>
                <a:schemeClr val="tx1"/>
              </a:solidFill>
              <a:cs typeface="Calibri"/>
            </a:endParaRPr>
          </a:p>
          <a:p>
            <a:pPr marL="285750" indent="-285750">
              <a:buFont typeface="Arial" panose="020B0604020202020204" pitchFamily="34" charset="0"/>
              <a:buChar char="•"/>
            </a:pPr>
            <a:r>
              <a:rPr lang="en-US" sz="1200" dirty="0">
                <a:solidFill>
                  <a:schemeClr val="tx1"/>
                </a:solidFill>
              </a:rPr>
              <a:t>Retirement activities</a:t>
            </a:r>
          </a:p>
          <a:p>
            <a:pPr marL="285750" indent="-285750">
              <a:buFont typeface="Arial" panose="020B0604020202020204" pitchFamily="34" charset="0"/>
              <a:buChar char="•"/>
            </a:pPr>
            <a:r>
              <a:rPr lang="en-US" sz="1200" dirty="0">
                <a:solidFill>
                  <a:schemeClr val="tx1"/>
                </a:solidFill>
              </a:rPr>
              <a:t>Focused on outcomes, not just plugging into activities</a:t>
            </a:r>
          </a:p>
          <a:p>
            <a:pPr marL="285750" indent="-285750">
              <a:buFont typeface="Arial" panose="020B0604020202020204" pitchFamily="34" charset="0"/>
              <a:buChar char="•"/>
            </a:pPr>
            <a:r>
              <a:rPr lang="en-US" sz="1200" dirty="0">
                <a:solidFill>
                  <a:schemeClr val="tx1"/>
                </a:solidFill>
                <a:cs typeface="Calibri"/>
              </a:rPr>
              <a:t>Recreation (not first on list)</a:t>
            </a:r>
          </a:p>
          <a:p>
            <a:endParaRPr lang="en-US" dirty="0">
              <a:solidFill>
                <a:schemeClr val="tx1"/>
              </a:solidFill>
              <a:cs typeface="Calibri" panose="020F0502020204030204"/>
            </a:endParaRPr>
          </a:p>
        </p:txBody>
      </p:sp>
      <p:sp>
        <p:nvSpPr>
          <p:cNvPr id="11" name="Rectangle 10">
            <a:extLst>
              <a:ext uri="{FF2B5EF4-FFF2-40B4-BE49-F238E27FC236}">
                <a16:creationId xmlns:a16="http://schemas.microsoft.com/office/drawing/2014/main" id="{1452EB41-A4EA-D4F8-7E86-36A4765B7A28}"/>
              </a:ext>
            </a:extLst>
          </p:cNvPr>
          <p:cNvSpPr/>
          <p:nvPr/>
        </p:nvSpPr>
        <p:spPr>
          <a:xfrm>
            <a:off x="4990681" y="2849470"/>
            <a:ext cx="2068531" cy="3934171"/>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a:solidFill>
                  <a:schemeClr val="tx1"/>
                </a:solidFill>
              </a:rPr>
              <a:t>30-day job placement plan developed</a:t>
            </a:r>
          </a:p>
          <a:p>
            <a:pPr marL="285750" indent="-285750">
              <a:buFont typeface="Arial" panose="020B0604020202020204" pitchFamily="34" charset="0"/>
              <a:buChar char="•"/>
            </a:pPr>
            <a:r>
              <a:rPr lang="en-US" sz="1400" dirty="0">
                <a:solidFill>
                  <a:schemeClr val="tx1"/>
                </a:solidFill>
              </a:rPr>
              <a:t>Includes specific action items</a:t>
            </a:r>
          </a:p>
          <a:p>
            <a:pPr marL="285750" indent="-285750">
              <a:buFont typeface="Arial" panose="020B0604020202020204" pitchFamily="34" charset="0"/>
              <a:buChar char="•"/>
            </a:pPr>
            <a:r>
              <a:rPr lang="en-US" sz="1400" dirty="0">
                <a:solidFill>
                  <a:schemeClr val="tx1"/>
                </a:solidFill>
              </a:rPr>
              <a:t>Employer outreach is based on network contacts in placement plan</a:t>
            </a:r>
          </a:p>
          <a:p>
            <a:pPr marL="285750" indent="-285750">
              <a:buFont typeface="Arial" panose="020B0604020202020204" pitchFamily="34" charset="0"/>
              <a:buChar char="•"/>
            </a:pPr>
            <a:r>
              <a:rPr lang="en-US" sz="1400" dirty="0">
                <a:solidFill>
                  <a:schemeClr val="tx1"/>
                </a:solidFill>
              </a:rPr>
              <a:t>Contacts lead to meetings/interviews</a:t>
            </a:r>
          </a:p>
          <a:p>
            <a:pPr marL="285750" indent="-285750">
              <a:buFont typeface="Arial" panose="020B0604020202020204" pitchFamily="34" charset="0"/>
              <a:buChar char="•"/>
            </a:pPr>
            <a:r>
              <a:rPr lang="en-US" sz="1400" dirty="0">
                <a:solidFill>
                  <a:schemeClr val="tx1"/>
                </a:solidFill>
              </a:rPr>
              <a:t>Plan reviewed every 30 days and updated</a:t>
            </a:r>
          </a:p>
          <a:p>
            <a:pPr marL="285750" indent="-285750">
              <a:buFont typeface="Arial" panose="020B0604020202020204" pitchFamily="34" charset="0"/>
              <a:buChar char="•"/>
            </a:pPr>
            <a:r>
              <a:rPr lang="en-US" sz="1400" dirty="0">
                <a:solidFill>
                  <a:schemeClr val="tx1"/>
                </a:solidFill>
              </a:rPr>
              <a:t>Placement- based on match between skills, preferences and job position</a:t>
            </a:r>
          </a:p>
          <a:p>
            <a:pPr marL="285750" indent="-285750">
              <a:buFont typeface="Arial" panose="020B0604020202020204" pitchFamily="34" charset="0"/>
              <a:buChar char="•"/>
            </a:pPr>
            <a:r>
              <a:rPr lang="en-US" sz="1400" dirty="0">
                <a:solidFill>
                  <a:schemeClr val="tx1"/>
                </a:solidFill>
              </a:rPr>
              <a:t>Initial natural supports identified  	</a:t>
            </a:r>
          </a:p>
        </p:txBody>
      </p:sp>
      <p:sp>
        <p:nvSpPr>
          <p:cNvPr id="12" name="Rectangle 11">
            <a:extLst>
              <a:ext uri="{FF2B5EF4-FFF2-40B4-BE49-F238E27FC236}">
                <a16:creationId xmlns:a16="http://schemas.microsoft.com/office/drawing/2014/main" id="{BC7838DF-8526-B70D-F99E-2894C21EB623}"/>
              </a:ext>
            </a:extLst>
          </p:cNvPr>
          <p:cNvSpPr/>
          <p:nvPr/>
        </p:nvSpPr>
        <p:spPr>
          <a:xfrm>
            <a:off x="7282892" y="2824489"/>
            <a:ext cx="2068531" cy="326118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sz="1400" dirty="0">
                <a:solidFill>
                  <a:schemeClr val="tx1"/>
                </a:solidFill>
              </a:rPr>
              <a:t>Initial placement supports </a:t>
            </a:r>
          </a:p>
          <a:p>
            <a:pPr marL="285750" indent="-285750">
              <a:buFont typeface="Arial" panose="020B0604020202020204" pitchFamily="34" charset="0"/>
              <a:buChar char="•"/>
            </a:pPr>
            <a:r>
              <a:rPr lang="en-US" sz="1400" dirty="0">
                <a:solidFill>
                  <a:schemeClr val="tx1"/>
                </a:solidFill>
              </a:rPr>
              <a:t>Follow-along supports</a:t>
            </a:r>
          </a:p>
          <a:p>
            <a:pPr marL="285750" indent="-285750">
              <a:buFont typeface="Arial" panose="020B0604020202020204" pitchFamily="34" charset="0"/>
              <a:buChar char="•"/>
            </a:pPr>
            <a:r>
              <a:rPr lang="en-US" sz="1400" dirty="0">
                <a:solidFill>
                  <a:schemeClr val="tx1"/>
                </a:solidFill>
              </a:rPr>
              <a:t>Level of job coaching fades</a:t>
            </a:r>
          </a:p>
          <a:p>
            <a:pPr marL="285750" indent="-285750">
              <a:buFont typeface="Arial" panose="020B0604020202020204" pitchFamily="34" charset="0"/>
              <a:buChar char="•"/>
            </a:pPr>
            <a:r>
              <a:rPr lang="en-US" sz="1400" dirty="0">
                <a:solidFill>
                  <a:schemeClr val="tx1"/>
                </a:solidFill>
              </a:rPr>
              <a:t>Employment support plan includes employee and employer</a:t>
            </a:r>
          </a:p>
          <a:p>
            <a:pPr marL="285750" indent="-285750">
              <a:buFont typeface="Arial" panose="020B0604020202020204" pitchFamily="34" charset="0"/>
              <a:buChar char="•"/>
            </a:pPr>
            <a:r>
              <a:rPr lang="en-US" sz="1400" dirty="0">
                <a:solidFill>
                  <a:schemeClr val="tx1"/>
                </a:solidFill>
              </a:rPr>
              <a:t>Earnings properly reported to Social Security</a:t>
            </a:r>
          </a:p>
          <a:p>
            <a:pPr marL="285750" indent="-285750">
              <a:buFont typeface="Arial" panose="020B0604020202020204" pitchFamily="34" charset="0"/>
              <a:buChar char="•"/>
            </a:pPr>
            <a:r>
              <a:rPr lang="en-US" sz="1400" dirty="0">
                <a:solidFill>
                  <a:schemeClr val="tx1"/>
                </a:solidFill>
                <a:cs typeface="Calibri"/>
              </a:rPr>
              <a:t>Identify new career planning goals  </a:t>
            </a:r>
            <a:endParaRPr lang="en-US" dirty="0">
              <a:solidFill>
                <a:schemeClr val="tx1"/>
              </a:solidFill>
            </a:endParaRPr>
          </a:p>
        </p:txBody>
      </p:sp>
      <p:sp>
        <p:nvSpPr>
          <p:cNvPr id="13" name="Rectangle 12">
            <a:extLst>
              <a:ext uri="{FF2B5EF4-FFF2-40B4-BE49-F238E27FC236}">
                <a16:creationId xmlns:a16="http://schemas.microsoft.com/office/drawing/2014/main" id="{4B76B605-27E1-B9EE-1971-B2DD9E9E7112}"/>
              </a:ext>
            </a:extLst>
          </p:cNvPr>
          <p:cNvSpPr/>
          <p:nvPr/>
        </p:nvSpPr>
        <p:spPr>
          <a:xfrm>
            <a:off x="9518686" y="2849471"/>
            <a:ext cx="2068531" cy="131818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a:solidFill>
                  <a:schemeClr val="tx1"/>
                </a:solidFill>
              </a:rPr>
              <a:t>Wrap-around supports provided when people are not working to make a meaningful week </a:t>
            </a:r>
          </a:p>
        </p:txBody>
      </p:sp>
      <p:sp>
        <p:nvSpPr>
          <p:cNvPr id="14" name="Rectangle 13">
            <a:extLst>
              <a:ext uri="{FF2B5EF4-FFF2-40B4-BE49-F238E27FC236}">
                <a16:creationId xmlns:a16="http://schemas.microsoft.com/office/drawing/2014/main" id="{3EE0AE03-CF63-8530-D7BC-D3A6F73F7F35}"/>
              </a:ext>
            </a:extLst>
          </p:cNvPr>
          <p:cNvSpPr/>
          <p:nvPr/>
        </p:nvSpPr>
        <p:spPr>
          <a:xfrm>
            <a:off x="2673314" y="2849470"/>
            <a:ext cx="2068531" cy="2636929"/>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a:solidFill>
                  <a:schemeClr val="tx1"/>
                </a:solidFill>
              </a:rPr>
              <a:t>Individualized (one job seeker at a time)</a:t>
            </a:r>
          </a:p>
          <a:p>
            <a:pPr marL="285750" indent="-285750">
              <a:buFont typeface="Arial" panose="020B0604020202020204" pitchFamily="34" charset="0"/>
              <a:buChar char="•"/>
            </a:pPr>
            <a:r>
              <a:rPr lang="en-US" sz="1400" dirty="0">
                <a:solidFill>
                  <a:schemeClr val="tx1"/>
                </a:solidFill>
              </a:rPr>
              <a:t>Get to know the job seeker by discovering their ideal conditions for employment</a:t>
            </a:r>
          </a:p>
          <a:p>
            <a:pPr marL="285750" indent="-285750">
              <a:buFont typeface="Arial" panose="020B0604020202020204" pitchFamily="34" charset="0"/>
              <a:buChar char="•"/>
            </a:pPr>
            <a:r>
              <a:rPr lang="en-US" sz="1400" dirty="0">
                <a:solidFill>
                  <a:schemeClr val="tx1"/>
                </a:solidFill>
              </a:rPr>
              <a:t>Community-based assessment and trials</a:t>
            </a:r>
          </a:p>
          <a:p>
            <a:pPr marL="285750" indent="-285750">
              <a:buFont typeface="Arial" panose="020B0604020202020204" pitchFamily="34" charset="0"/>
              <a:buChar char="•"/>
            </a:pPr>
            <a:r>
              <a:rPr lang="en-US" sz="1400" dirty="0">
                <a:solidFill>
                  <a:schemeClr val="tx1"/>
                </a:solidFill>
              </a:rPr>
              <a:t>Benefits counseling</a:t>
            </a:r>
          </a:p>
          <a:p>
            <a:pPr marL="285750" indent="-285750">
              <a:buFont typeface="Arial" panose="020B0604020202020204" pitchFamily="34" charset="0"/>
              <a:buChar char="•"/>
            </a:pPr>
            <a:r>
              <a:rPr lang="en-US" sz="1400" dirty="0">
                <a:solidFill>
                  <a:schemeClr val="tx1"/>
                </a:solidFill>
              </a:rPr>
              <a:t>Transportation options explored </a:t>
            </a:r>
          </a:p>
          <a:p>
            <a:pPr marL="285750" indent="-285750">
              <a:buFont typeface="Arial" panose="020B0604020202020204" pitchFamily="34" charset="0"/>
              <a:buChar char="•"/>
            </a:pPr>
            <a:r>
              <a:rPr lang="en-US" sz="1400" dirty="0">
                <a:solidFill>
                  <a:schemeClr val="tx1"/>
                </a:solidFill>
              </a:rPr>
              <a:t>Profile completed</a:t>
            </a:r>
          </a:p>
        </p:txBody>
      </p:sp>
      <p:sp>
        <p:nvSpPr>
          <p:cNvPr id="16" name="Flowchart: Preparation 15">
            <a:extLst>
              <a:ext uri="{FF2B5EF4-FFF2-40B4-BE49-F238E27FC236}">
                <a16:creationId xmlns:a16="http://schemas.microsoft.com/office/drawing/2014/main" id="{F9B0023E-937D-72B6-44C9-3B221B9829EB}"/>
              </a:ext>
            </a:extLst>
          </p:cNvPr>
          <p:cNvSpPr/>
          <p:nvPr/>
        </p:nvSpPr>
        <p:spPr>
          <a:xfrm>
            <a:off x="9518686" y="4678531"/>
            <a:ext cx="2612104" cy="1890727"/>
          </a:xfrm>
          <a:prstGeom prst="flowChartPreparation">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rPr>
              <a:t>Note: a person can enter or re-enter at any point in this process</a:t>
            </a:r>
          </a:p>
        </p:txBody>
      </p:sp>
      <p:sp>
        <p:nvSpPr>
          <p:cNvPr id="41" name="TextBox 40">
            <a:extLst>
              <a:ext uri="{FF2B5EF4-FFF2-40B4-BE49-F238E27FC236}">
                <a16:creationId xmlns:a16="http://schemas.microsoft.com/office/drawing/2014/main" id="{DDB01BAB-A0C2-55CA-28D7-31127F22C0B1}"/>
              </a:ext>
            </a:extLst>
          </p:cNvPr>
          <p:cNvSpPr txBox="1"/>
          <p:nvPr/>
        </p:nvSpPr>
        <p:spPr>
          <a:xfrm>
            <a:off x="4724400" y="3200400"/>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Arrow: Curved Left 17">
            <a:extLst>
              <a:ext uri="{FF2B5EF4-FFF2-40B4-BE49-F238E27FC236}">
                <a16:creationId xmlns:a16="http://schemas.microsoft.com/office/drawing/2014/main" id="{03D649FD-21AC-FB48-F512-364783972031}"/>
              </a:ext>
            </a:extLst>
          </p:cNvPr>
          <p:cNvSpPr/>
          <p:nvPr/>
        </p:nvSpPr>
        <p:spPr>
          <a:xfrm rot="5400000">
            <a:off x="7985842" y="4811664"/>
            <a:ext cx="896502" cy="289350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268562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7D4DB096-F6C5-7634-5BE3-8C19BAF9AFC7}"/>
              </a:ext>
            </a:extLst>
          </p:cNvPr>
          <p:cNvGraphicFramePr/>
          <p:nvPr>
            <p:extLst>
              <p:ext uri="{D42A27DB-BD31-4B8C-83A1-F6EECF244321}">
                <p14:modId xmlns:p14="http://schemas.microsoft.com/office/powerpoint/2010/main" val="1058644946"/>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val 2">
            <a:extLst>
              <a:ext uri="{FF2B5EF4-FFF2-40B4-BE49-F238E27FC236}">
                <a16:creationId xmlns:a16="http://schemas.microsoft.com/office/drawing/2014/main" id="{05E9A289-5745-6F48-EEA7-B1EAFDBFB5C7}"/>
              </a:ext>
            </a:extLst>
          </p:cNvPr>
          <p:cNvSpPr/>
          <p:nvPr/>
        </p:nvSpPr>
        <p:spPr>
          <a:xfrm>
            <a:off x="4912360" y="140546"/>
            <a:ext cx="1452880" cy="115824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New Adults</a:t>
            </a:r>
          </a:p>
        </p:txBody>
      </p:sp>
      <p:sp>
        <p:nvSpPr>
          <p:cNvPr id="4" name="Arrow: Down 3">
            <a:extLst>
              <a:ext uri="{FF2B5EF4-FFF2-40B4-BE49-F238E27FC236}">
                <a16:creationId xmlns:a16="http://schemas.microsoft.com/office/drawing/2014/main" id="{A5730CAC-1A46-1F8B-770F-A8D0C1F9C2AF}"/>
              </a:ext>
            </a:extLst>
          </p:cNvPr>
          <p:cNvSpPr/>
          <p:nvPr/>
        </p:nvSpPr>
        <p:spPr>
          <a:xfrm>
            <a:off x="655320" y="548640"/>
            <a:ext cx="3068320" cy="5008880"/>
          </a:xfrm>
          <a:prstGeom prst="down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Everyone goes through new Flow of Services</a:t>
            </a:r>
          </a:p>
          <a:p>
            <a:pPr algn="ctr"/>
            <a:r>
              <a:rPr lang="en-US" b="1" dirty="0">
                <a:solidFill>
                  <a:schemeClr val="tx1"/>
                </a:solidFill>
              </a:rPr>
              <a:t>One Person at a Time</a:t>
            </a:r>
          </a:p>
        </p:txBody>
      </p:sp>
      <p:sp>
        <p:nvSpPr>
          <p:cNvPr id="5" name="Rectangle: Rounded Corners 4">
            <a:extLst>
              <a:ext uri="{FF2B5EF4-FFF2-40B4-BE49-F238E27FC236}">
                <a16:creationId xmlns:a16="http://schemas.microsoft.com/office/drawing/2014/main" id="{96DAF02C-5BD0-7981-181F-F7C2EB064697}"/>
              </a:ext>
            </a:extLst>
          </p:cNvPr>
          <p:cNvSpPr/>
          <p:nvPr/>
        </p:nvSpPr>
        <p:spPr>
          <a:xfrm>
            <a:off x="8961120" y="4040627"/>
            <a:ext cx="3004820" cy="2524676"/>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4000" b="1" dirty="0"/>
              <a:t>Updated Service Structure </a:t>
            </a:r>
            <a:endParaRPr lang="en-US" sz="4000" b="1" dirty="0">
              <a:cs typeface="Calibri"/>
            </a:endParaRPr>
          </a:p>
        </p:txBody>
      </p:sp>
      <p:sp>
        <p:nvSpPr>
          <p:cNvPr id="6" name="Oval 5">
            <a:extLst>
              <a:ext uri="{FF2B5EF4-FFF2-40B4-BE49-F238E27FC236}">
                <a16:creationId xmlns:a16="http://schemas.microsoft.com/office/drawing/2014/main" id="{59C2D9FC-F308-EB30-B383-334D83574820}"/>
              </a:ext>
            </a:extLst>
          </p:cNvPr>
          <p:cNvSpPr/>
          <p:nvPr/>
        </p:nvSpPr>
        <p:spPr>
          <a:xfrm>
            <a:off x="4850130" y="5306906"/>
            <a:ext cx="2801620" cy="1381759"/>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t>Pilot</a:t>
            </a:r>
            <a:r>
              <a:rPr lang="en-US" dirty="0"/>
              <a:t> </a:t>
            </a:r>
          </a:p>
        </p:txBody>
      </p:sp>
      <p:sp>
        <p:nvSpPr>
          <p:cNvPr id="7" name="Arrow: Down 6">
            <a:extLst>
              <a:ext uri="{FF2B5EF4-FFF2-40B4-BE49-F238E27FC236}">
                <a16:creationId xmlns:a16="http://schemas.microsoft.com/office/drawing/2014/main" id="{59FDD8B0-FD43-9982-B873-67C67517F5D7}"/>
              </a:ext>
            </a:extLst>
          </p:cNvPr>
          <p:cNvSpPr/>
          <p:nvPr/>
        </p:nvSpPr>
        <p:spPr>
          <a:xfrm rot="16011363">
            <a:off x="7939246" y="5502316"/>
            <a:ext cx="846666" cy="541866"/>
          </a:xfrm>
          <a:prstGeom prst="downArrow">
            <a:avLst/>
          </a:prstGeom>
        </p:spPr>
        <p:style>
          <a:lnRef idx="2">
            <a:schemeClr val="lt1">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dk1">
              <a:hueOff val="0"/>
              <a:satOff val="0"/>
              <a:lumOff val="0"/>
              <a:alphaOff val="0"/>
            </a:schemeClr>
          </a:fontRef>
        </p:style>
        <p:txBody>
          <a:bodyPr/>
          <a:lstStyle/>
          <a:p>
            <a:endParaRPr lang="en-US"/>
          </a:p>
        </p:txBody>
      </p:sp>
    </p:spTree>
    <p:extLst>
      <p:ext uri="{BB962C8B-B14F-4D97-AF65-F5344CB8AC3E}">
        <p14:creationId xmlns:p14="http://schemas.microsoft.com/office/powerpoint/2010/main" val="3027891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04A8AC-3712-BFFE-E13E-305520A17243}"/>
              </a:ext>
            </a:extLst>
          </p:cNvPr>
          <p:cNvSpPr>
            <a:spLocks noGrp="1"/>
          </p:cNvSpPr>
          <p:nvPr>
            <p:ph type="title"/>
          </p:nvPr>
        </p:nvSpPr>
        <p:spPr>
          <a:xfrm>
            <a:off x="884149" y="-725947"/>
            <a:ext cx="5323715" cy="1642970"/>
          </a:xfrm>
        </p:spPr>
        <p:txBody>
          <a:bodyPr anchor="b">
            <a:normAutofit/>
          </a:bodyPr>
          <a:lstStyle/>
          <a:p>
            <a:r>
              <a:rPr lang="en-US" sz="4000" b="1" dirty="0"/>
              <a:t>The Power of a Pilot!</a:t>
            </a:r>
          </a:p>
        </p:txBody>
      </p:sp>
      <p:sp>
        <p:nvSpPr>
          <p:cNvPr id="3" name="Content Placeholder 2">
            <a:extLst>
              <a:ext uri="{FF2B5EF4-FFF2-40B4-BE49-F238E27FC236}">
                <a16:creationId xmlns:a16="http://schemas.microsoft.com/office/drawing/2014/main" id="{48DE07AD-1613-638A-4F4C-C8873D1FC3B1}"/>
              </a:ext>
            </a:extLst>
          </p:cNvPr>
          <p:cNvSpPr>
            <a:spLocks noGrp="1"/>
          </p:cNvSpPr>
          <p:nvPr>
            <p:ph idx="1"/>
          </p:nvPr>
        </p:nvSpPr>
        <p:spPr>
          <a:xfrm>
            <a:off x="103868" y="1241526"/>
            <a:ext cx="7562265" cy="4957527"/>
          </a:xfrm>
        </p:spPr>
        <p:txBody>
          <a:bodyPr anchor="t">
            <a:normAutofit fontScale="92500" lnSpcReduction="10000"/>
          </a:bodyPr>
          <a:lstStyle/>
          <a:p>
            <a:r>
              <a:rPr lang="en-US" sz="2400" dirty="0"/>
              <a:t>Allows you to start small</a:t>
            </a:r>
            <a:endParaRPr lang="en-US" sz="2400" dirty="0">
              <a:cs typeface="Calibri"/>
            </a:endParaRPr>
          </a:p>
          <a:p>
            <a:r>
              <a:rPr lang="en-US" sz="2400" dirty="0">
                <a:cs typeface="Calibri"/>
              </a:rPr>
              <a:t>Figure out your new flow (process, tools, policies, workflows, etc.)</a:t>
            </a:r>
            <a:endParaRPr lang="en-US" sz="2400" dirty="0"/>
          </a:p>
          <a:p>
            <a:r>
              <a:rPr lang="en-US" sz="2600" dirty="0">
                <a:cs typeface="Calibri"/>
              </a:rPr>
              <a:t>Identify where people are in your flow of service</a:t>
            </a:r>
            <a:endParaRPr lang="en-US" sz="2400" dirty="0"/>
          </a:p>
          <a:p>
            <a:r>
              <a:rPr lang="en-US" sz="2400" dirty="0"/>
              <a:t>Gather and use data </a:t>
            </a:r>
          </a:p>
          <a:p>
            <a:pPr lvl="1"/>
            <a:r>
              <a:rPr lang="en-US" sz="2000" dirty="0"/>
              <a:t>(outcomes, operations, staffing, hiring/onboarding, program costs, needed funding etc.)</a:t>
            </a:r>
          </a:p>
          <a:p>
            <a:r>
              <a:rPr lang="en-US" sz="2400" dirty="0"/>
              <a:t>Identify gaps </a:t>
            </a:r>
            <a:endParaRPr lang="en-US" sz="2400" dirty="0">
              <a:cs typeface="Calibri"/>
            </a:endParaRPr>
          </a:p>
          <a:p>
            <a:r>
              <a:rPr lang="en-US" sz="2400" dirty="0"/>
              <a:t>Build out projected budgets based on service projections (see spreadsheet)</a:t>
            </a:r>
          </a:p>
          <a:p>
            <a:r>
              <a:rPr lang="en-US" sz="2400" dirty="0"/>
              <a:t>Leverage grant/bridge funds </a:t>
            </a:r>
            <a:endParaRPr lang="en-US" sz="2400" dirty="0">
              <a:cs typeface="Calibri"/>
            </a:endParaRPr>
          </a:p>
          <a:p>
            <a:r>
              <a:rPr lang="en-US" sz="2400" dirty="0"/>
              <a:t>Strategically manage growth</a:t>
            </a:r>
          </a:p>
          <a:p>
            <a:r>
              <a:rPr lang="en-US" sz="2400" dirty="0"/>
              <a:t>But….you have to scale up or that pilot is just extra work with potentially no extra revenue</a:t>
            </a:r>
          </a:p>
          <a:p>
            <a:pPr marL="457200" lvl="1" indent="0">
              <a:buNone/>
            </a:pPr>
            <a:endParaRPr lang="en-US" sz="1400" dirty="0"/>
          </a:p>
        </p:txBody>
      </p:sp>
      <p:sp>
        <p:nvSpPr>
          <p:cNvPr id="16" name="Rectangle 15">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4B3BAFEB-19A5-7D2D-688F-0C9643E2AC79}"/>
              </a:ext>
            </a:extLst>
          </p:cNvPr>
          <p:cNvPicPr>
            <a:picLocks noChangeAspect="1"/>
          </p:cNvPicPr>
          <p:nvPr/>
        </p:nvPicPr>
        <p:blipFill rotWithShape="1">
          <a:blip r:embed="rId3"/>
          <a:srcRect l="30073" r="27677"/>
          <a:stretch/>
        </p:blipFill>
        <p:spPr>
          <a:xfrm>
            <a:off x="7951258" y="1241526"/>
            <a:ext cx="3438075" cy="4577319"/>
          </a:xfrm>
          <a:prstGeom prst="rect">
            <a:avLst/>
          </a:prstGeom>
        </p:spPr>
      </p:pic>
    </p:spTree>
    <p:extLst>
      <p:ext uri="{BB962C8B-B14F-4D97-AF65-F5344CB8AC3E}">
        <p14:creationId xmlns:p14="http://schemas.microsoft.com/office/powerpoint/2010/main" val="1807697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97ef7c57-f98b-4bbf-abe5-0dccd9ed8267">
      <UserInfo>
        <DisplayName/>
        <AccountId xsi:nil="true"/>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270A6BDCF9EDE429F30368D7F34C74C" ma:contentTypeVersion="8" ma:contentTypeDescription="Create a new document." ma:contentTypeScope="" ma:versionID="90e2959f7ede8bf6ad6e7ec9bccdd909">
  <xsd:schema xmlns:xsd="http://www.w3.org/2001/XMLSchema" xmlns:xs="http://www.w3.org/2001/XMLSchema" xmlns:p="http://schemas.microsoft.com/office/2006/metadata/properties" xmlns:ns2="2ba670d5-100b-44a8-b60c-b9ae61acdd03" xmlns:ns3="97ef7c57-f98b-4bbf-abe5-0dccd9ed8267" targetNamespace="http://schemas.microsoft.com/office/2006/metadata/properties" ma:root="true" ma:fieldsID="c7705e0506eb033bd23cd490c837d094" ns2:_="" ns3:_="">
    <xsd:import namespace="2ba670d5-100b-44a8-b60c-b9ae61acdd03"/>
    <xsd:import namespace="97ef7c57-f98b-4bbf-abe5-0dccd9ed826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a670d5-100b-44a8-b60c-b9ae61acdd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ef7c57-f98b-4bbf-abe5-0dccd9ed826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233D6C-E467-4EA0-9DB3-7BE160ACCBE9}">
  <ds:schemaRefs>
    <ds:schemaRef ds:uri="http://schemas.microsoft.com/sharepoint/v3/contenttype/forms"/>
  </ds:schemaRefs>
</ds:datastoreItem>
</file>

<file path=customXml/itemProps2.xml><?xml version="1.0" encoding="utf-8"?>
<ds:datastoreItem xmlns:ds="http://schemas.openxmlformats.org/officeDocument/2006/customXml" ds:itemID="{5B1D9020-2B0F-481B-B252-55DA6BF1ACA7}">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4111AAD-EEA0-4C05-9408-52148D60DE77}"/>
</file>

<file path=docProps/app.xml><?xml version="1.0" encoding="utf-8"?>
<Properties xmlns="http://schemas.openxmlformats.org/officeDocument/2006/extended-properties" xmlns:vt="http://schemas.openxmlformats.org/officeDocument/2006/docPropsVTypes">
  <TotalTime>63</TotalTime>
  <Words>589</Words>
  <Application>Microsoft Office PowerPoint</Application>
  <PresentationFormat>Widescreen</PresentationFormat>
  <Paragraphs>78</Paragraphs>
  <Slides>7</Slides>
  <Notes>4</Notes>
  <HiddenSlides>0</HiddenSlides>
  <MMClips>0</MMClips>
  <ScaleCrop>false</ScaleCrop>
  <HeadingPairs>
    <vt:vector size="4" baseType="variant">
      <vt:variant>
        <vt:lpstr>Theme</vt:lpstr>
      </vt:variant>
      <vt:variant>
        <vt:i4>3</vt:i4>
      </vt:variant>
      <vt:variant>
        <vt:lpstr>Slide Titles</vt:lpstr>
      </vt:variant>
      <vt:variant>
        <vt:i4>7</vt:i4>
      </vt:variant>
    </vt:vector>
  </HeadingPairs>
  <TitlesOfParts>
    <vt:vector size="10" baseType="lpstr">
      <vt:lpstr>Office Theme</vt:lpstr>
      <vt:lpstr>Office Theme</vt:lpstr>
      <vt:lpstr>Office Theme</vt:lpstr>
      <vt:lpstr>What is Community Life Engagement  (CLE)? </vt:lpstr>
      <vt:lpstr>CLE Guideposts of Support </vt:lpstr>
      <vt:lpstr>How does CLE relate to employment?</vt:lpstr>
      <vt:lpstr>Number in Employment and Day services 1989 through 2021</vt:lpstr>
      <vt:lpstr>Envision a Potential Holistic Flow of Services </vt:lpstr>
      <vt:lpstr>PowerPoint Presentation</vt:lpstr>
      <vt:lpstr>The Power of a Pilot!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Staci Jones</dc:creator>
  <cp:lastModifiedBy>Staci Jones</cp:lastModifiedBy>
  <cp:revision>57</cp:revision>
  <dcterms:created xsi:type="dcterms:W3CDTF">2023-07-21T19:21:35Z</dcterms:created>
  <dcterms:modified xsi:type="dcterms:W3CDTF">2023-07-26T19:15:17Z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0x0101008270A6BDCF9EDE429F30368D7F34C74C</vt:lpwstr>
  </property>
  <property fmtid="{D5CDD505-2E9C-101B-9397-08002B2CF9AE}" pid="3" name="xd_ProgID">
    <vt:lpwstr/>
  </property>
  <property fmtid="{D5CDD505-2E9C-101B-9397-08002B2CF9AE}" pid="4" name="MediaServiceImageTags">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bool>false</vt:bool>
  </property>
</Properties>
</file>