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3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e Johnson" userId="6bd09ee2-0241-4d7c-bfc6-19b2cde50a5c" providerId="ADAL" clId="{04C652F2-63AE-4F67-8A8F-AB92505A8D16}"/>
    <pc:docChg chg="undo custSel addSld delSld modSld sldOrd">
      <pc:chgData name="Denise Johnson" userId="6bd09ee2-0241-4d7c-bfc6-19b2cde50a5c" providerId="ADAL" clId="{04C652F2-63AE-4F67-8A8F-AB92505A8D16}" dt="2022-01-25T15:29:12.990" v="2525" actId="20577"/>
      <pc:docMkLst>
        <pc:docMk/>
      </pc:docMkLst>
      <pc:sldChg chg="modSp">
        <pc:chgData name="Denise Johnson" userId="6bd09ee2-0241-4d7c-bfc6-19b2cde50a5c" providerId="ADAL" clId="{04C652F2-63AE-4F67-8A8F-AB92505A8D16}" dt="2022-01-25T14:55:08.398" v="995" actId="20577"/>
        <pc:sldMkLst>
          <pc:docMk/>
          <pc:sldMk cId="349813424" sldId="256"/>
        </pc:sldMkLst>
        <pc:spChg chg="mod">
          <ac:chgData name="Denise Johnson" userId="6bd09ee2-0241-4d7c-bfc6-19b2cde50a5c" providerId="ADAL" clId="{04C652F2-63AE-4F67-8A8F-AB92505A8D16}" dt="2022-01-25T14:54:31.863" v="948" actId="20577"/>
          <ac:spMkLst>
            <pc:docMk/>
            <pc:sldMk cId="349813424" sldId="256"/>
            <ac:spMk id="2" creationId="{1E25E3EE-BD6C-4FAA-B507-CB874AC94781}"/>
          </ac:spMkLst>
        </pc:spChg>
        <pc:spChg chg="mod">
          <ac:chgData name="Denise Johnson" userId="6bd09ee2-0241-4d7c-bfc6-19b2cde50a5c" providerId="ADAL" clId="{04C652F2-63AE-4F67-8A8F-AB92505A8D16}" dt="2022-01-25T14:55:08.398" v="995" actId="20577"/>
          <ac:spMkLst>
            <pc:docMk/>
            <pc:sldMk cId="349813424" sldId="256"/>
            <ac:spMk id="3" creationId="{B7B579FC-982E-4584-9372-ACB17AE9E1EB}"/>
          </ac:spMkLst>
        </pc:spChg>
      </pc:sldChg>
      <pc:sldChg chg="modSp">
        <pc:chgData name="Denise Johnson" userId="6bd09ee2-0241-4d7c-bfc6-19b2cde50a5c" providerId="ADAL" clId="{04C652F2-63AE-4F67-8A8F-AB92505A8D16}" dt="2022-01-25T13:46:26.718" v="26" actId="20577"/>
        <pc:sldMkLst>
          <pc:docMk/>
          <pc:sldMk cId="778717786" sldId="257"/>
        </pc:sldMkLst>
        <pc:spChg chg="mod">
          <ac:chgData name="Denise Johnson" userId="6bd09ee2-0241-4d7c-bfc6-19b2cde50a5c" providerId="ADAL" clId="{04C652F2-63AE-4F67-8A8F-AB92505A8D16}" dt="2022-01-25T13:46:26.718" v="26" actId="20577"/>
          <ac:spMkLst>
            <pc:docMk/>
            <pc:sldMk cId="778717786" sldId="257"/>
            <ac:spMk id="6" creationId="{7C6414E8-EE3E-4185-8BC4-011D48F1FBFA}"/>
          </ac:spMkLst>
        </pc:spChg>
        <pc:spChg chg="mod">
          <ac:chgData name="Denise Johnson" userId="6bd09ee2-0241-4d7c-bfc6-19b2cde50a5c" providerId="ADAL" clId="{04C652F2-63AE-4F67-8A8F-AB92505A8D16}" dt="2022-01-24T22:18:14.964" v="8" actId="113"/>
          <ac:spMkLst>
            <pc:docMk/>
            <pc:sldMk cId="778717786" sldId="257"/>
            <ac:spMk id="24" creationId="{76E847A4-862D-4C74-9928-601E870DA76B}"/>
          </ac:spMkLst>
        </pc:spChg>
      </pc:sldChg>
      <pc:sldChg chg="modSp">
        <pc:chgData name="Denise Johnson" userId="6bd09ee2-0241-4d7c-bfc6-19b2cde50a5c" providerId="ADAL" clId="{04C652F2-63AE-4F67-8A8F-AB92505A8D16}" dt="2022-01-24T22:18:00.716" v="6" actId="207"/>
        <pc:sldMkLst>
          <pc:docMk/>
          <pc:sldMk cId="1422299837" sldId="258"/>
        </pc:sldMkLst>
        <pc:spChg chg="mod">
          <ac:chgData name="Denise Johnson" userId="6bd09ee2-0241-4d7c-bfc6-19b2cde50a5c" providerId="ADAL" clId="{04C652F2-63AE-4F67-8A8F-AB92505A8D16}" dt="2022-01-24T22:18:00.716" v="6" actId="207"/>
          <ac:spMkLst>
            <pc:docMk/>
            <pc:sldMk cId="1422299837" sldId="258"/>
            <ac:spMk id="2" creationId="{B21855A0-4648-40D7-8DF8-5356EE6A78EC}"/>
          </ac:spMkLst>
        </pc:spChg>
      </pc:sldChg>
      <pc:sldChg chg="addSp delSp modSp add ord">
        <pc:chgData name="Denise Johnson" userId="6bd09ee2-0241-4d7c-bfc6-19b2cde50a5c" providerId="ADAL" clId="{04C652F2-63AE-4F67-8A8F-AB92505A8D16}" dt="2022-01-25T15:26:24.605" v="2136"/>
        <pc:sldMkLst>
          <pc:docMk/>
          <pc:sldMk cId="3307032541" sldId="259"/>
        </pc:sldMkLst>
        <pc:spChg chg="add mod">
          <ac:chgData name="Denise Johnson" userId="6bd09ee2-0241-4d7c-bfc6-19b2cde50a5c" providerId="ADAL" clId="{04C652F2-63AE-4F67-8A8F-AB92505A8D16}" dt="2022-01-25T14:41:29.448" v="173" actId="1076"/>
          <ac:spMkLst>
            <pc:docMk/>
            <pc:sldMk cId="3307032541" sldId="259"/>
            <ac:spMk id="2" creationId="{31474A78-C0FA-4914-85DE-118BB5F8EC9B}"/>
          </ac:spMkLst>
        </pc:spChg>
        <pc:spChg chg="add mod">
          <ac:chgData name="Denise Johnson" userId="6bd09ee2-0241-4d7c-bfc6-19b2cde50a5c" providerId="ADAL" clId="{04C652F2-63AE-4F67-8A8F-AB92505A8D16}" dt="2022-01-25T14:43:46.831" v="207" actId="20577"/>
          <ac:spMkLst>
            <pc:docMk/>
            <pc:sldMk cId="3307032541" sldId="259"/>
            <ac:spMk id="3" creationId="{3231AEFE-FB6B-47C0-BBFF-77C76CC14D17}"/>
          </ac:spMkLst>
        </pc:spChg>
        <pc:spChg chg="mod">
          <ac:chgData name="Denise Johnson" userId="6bd09ee2-0241-4d7c-bfc6-19b2cde50a5c" providerId="ADAL" clId="{04C652F2-63AE-4F67-8A8F-AB92505A8D16}" dt="2022-01-25T14:41:07.083" v="169" actId="1076"/>
          <ac:spMkLst>
            <pc:docMk/>
            <pc:sldMk cId="3307032541" sldId="259"/>
            <ac:spMk id="4" creationId="{6C0AE0E2-486D-4650-BCC1-753040677407}"/>
          </ac:spMkLst>
        </pc:spChg>
        <pc:spChg chg="add mod">
          <ac:chgData name="Denise Johnson" userId="6bd09ee2-0241-4d7c-bfc6-19b2cde50a5c" providerId="ADAL" clId="{04C652F2-63AE-4F67-8A8F-AB92505A8D16}" dt="2022-01-25T14:42:10.675" v="177" actId="1076"/>
          <ac:spMkLst>
            <pc:docMk/>
            <pc:sldMk cId="3307032541" sldId="259"/>
            <ac:spMk id="5" creationId="{B369557A-1A70-470D-AFCE-A177B42FC410}"/>
          </ac:spMkLst>
        </pc:spChg>
        <pc:spChg chg="mod">
          <ac:chgData name="Denise Johnson" userId="6bd09ee2-0241-4d7c-bfc6-19b2cde50a5c" providerId="ADAL" clId="{04C652F2-63AE-4F67-8A8F-AB92505A8D16}" dt="2022-01-25T13:46:53.564" v="35" actId="20577"/>
          <ac:spMkLst>
            <pc:docMk/>
            <pc:sldMk cId="3307032541" sldId="259"/>
            <ac:spMk id="6" creationId="{7C6414E8-EE3E-4185-8BC4-011D48F1FBFA}"/>
          </ac:spMkLst>
        </pc:spChg>
        <pc:spChg chg="mod">
          <ac:chgData name="Denise Johnson" userId="6bd09ee2-0241-4d7c-bfc6-19b2cde50a5c" providerId="ADAL" clId="{04C652F2-63AE-4F67-8A8F-AB92505A8D16}" dt="2022-01-25T14:57:48.124" v="1037" actId="207"/>
          <ac:spMkLst>
            <pc:docMk/>
            <pc:sldMk cId="3307032541" sldId="259"/>
            <ac:spMk id="7" creationId="{5A210B59-220F-4AA4-9AA5-1C4D6B7526A3}"/>
          </ac:spMkLst>
        </pc:spChg>
        <pc:spChg chg="add mod">
          <ac:chgData name="Denise Johnson" userId="6bd09ee2-0241-4d7c-bfc6-19b2cde50a5c" providerId="ADAL" clId="{04C652F2-63AE-4F67-8A8F-AB92505A8D16}" dt="2022-01-25T14:42:53.129" v="182" actId="207"/>
          <ac:spMkLst>
            <pc:docMk/>
            <pc:sldMk cId="3307032541" sldId="259"/>
            <ac:spMk id="8" creationId="{05DE08A9-2E07-4B48-B9F2-4EE0D330042A}"/>
          </ac:spMkLst>
        </pc:spChg>
        <pc:spChg chg="add mod">
          <ac:chgData name="Denise Johnson" userId="6bd09ee2-0241-4d7c-bfc6-19b2cde50a5c" providerId="ADAL" clId="{04C652F2-63AE-4F67-8A8F-AB92505A8D16}" dt="2022-01-25T14:43:13.683" v="185" actId="207"/>
          <ac:spMkLst>
            <pc:docMk/>
            <pc:sldMk cId="3307032541" sldId="259"/>
            <ac:spMk id="9" creationId="{0E50A637-27FD-4F4C-8844-9F095A5DC951}"/>
          </ac:spMkLst>
        </pc:spChg>
        <pc:spChg chg="mod">
          <ac:chgData name="Denise Johnson" userId="6bd09ee2-0241-4d7c-bfc6-19b2cde50a5c" providerId="ADAL" clId="{04C652F2-63AE-4F67-8A8F-AB92505A8D16}" dt="2022-01-25T14:41:22.835" v="172" actId="1076"/>
          <ac:spMkLst>
            <pc:docMk/>
            <pc:sldMk cId="3307032541" sldId="259"/>
            <ac:spMk id="10" creationId="{C5EACED5-1834-4F31-A9EA-80647BDCCED6}"/>
          </ac:spMkLst>
        </pc:spChg>
        <pc:spChg chg="add del mod">
          <ac:chgData name="Denise Johnson" userId="6bd09ee2-0241-4d7c-bfc6-19b2cde50a5c" providerId="ADAL" clId="{04C652F2-63AE-4F67-8A8F-AB92505A8D16}" dt="2022-01-25T15:26:24.605" v="2136"/>
          <ac:spMkLst>
            <pc:docMk/>
            <pc:sldMk cId="3307032541" sldId="259"/>
            <ac:spMk id="12" creationId="{D46DFF0C-A308-4C52-9A3B-27D29682F409}"/>
          </ac:spMkLst>
        </pc:spChg>
        <pc:spChg chg="add del mod">
          <ac:chgData name="Denise Johnson" userId="6bd09ee2-0241-4d7c-bfc6-19b2cde50a5c" providerId="ADAL" clId="{04C652F2-63AE-4F67-8A8F-AB92505A8D16}" dt="2022-01-25T15:26:24.605" v="2136"/>
          <ac:spMkLst>
            <pc:docMk/>
            <pc:sldMk cId="3307032541" sldId="259"/>
            <ac:spMk id="13" creationId="{B306CB62-262C-49CF-8055-D589705C82A7}"/>
          </ac:spMkLst>
        </pc:spChg>
        <pc:spChg chg="mod">
          <ac:chgData name="Denise Johnson" userId="6bd09ee2-0241-4d7c-bfc6-19b2cde50a5c" providerId="ADAL" clId="{04C652F2-63AE-4F67-8A8F-AB92505A8D16}" dt="2022-01-25T14:41:13.190" v="170" actId="1076"/>
          <ac:spMkLst>
            <pc:docMk/>
            <pc:sldMk cId="3307032541" sldId="259"/>
            <ac:spMk id="14" creationId="{D87C3C29-7F08-4BE3-9F85-641F2F686840}"/>
          </ac:spMkLst>
        </pc:spChg>
        <pc:spChg chg="mod">
          <ac:chgData name="Denise Johnson" userId="6bd09ee2-0241-4d7c-bfc6-19b2cde50a5c" providerId="ADAL" clId="{04C652F2-63AE-4F67-8A8F-AB92505A8D16}" dt="2022-01-25T14:41:16.726" v="171" actId="1076"/>
          <ac:spMkLst>
            <pc:docMk/>
            <pc:sldMk cId="3307032541" sldId="259"/>
            <ac:spMk id="15" creationId="{B252A174-EA7A-47A8-9FCD-7FD43FA171CF}"/>
          </ac:spMkLst>
        </pc:spChg>
        <pc:spChg chg="mod">
          <ac:chgData name="Denise Johnson" userId="6bd09ee2-0241-4d7c-bfc6-19b2cde50a5c" providerId="ADAL" clId="{04C652F2-63AE-4F67-8A8F-AB92505A8D16}" dt="2022-01-25T14:42:46.826" v="181" actId="14100"/>
          <ac:spMkLst>
            <pc:docMk/>
            <pc:sldMk cId="3307032541" sldId="259"/>
            <ac:spMk id="18" creationId="{C51EE64E-044F-4F2F-AD4C-22B492951E4C}"/>
          </ac:spMkLst>
        </pc:spChg>
        <pc:spChg chg="mod">
          <ac:chgData name="Denise Johnson" userId="6bd09ee2-0241-4d7c-bfc6-19b2cde50a5c" providerId="ADAL" clId="{04C652F2-63AE-4F67-8A8F-AB92505A8D16}" dt="2022-01-25T14:58:55.594" v="1038" actId="1076"/>
          <ac:spMkLst>
            <pc:docMk/>
            <pc:sldMk cId="3307032541" sldId="259"/>
            <ac:spMk id="22" creationId="{67ECCAB1-5EE6-4F6D-B86C-F28A60A2F7E5}"/>
          </ac:spMkLst>
        </pc:spChg>
        <pc:spChg chg="mod">
          <ac:chgData name="Denise Johnson" userId="6bd09ee2-0241-4d7c-bfc6-19b2cde50a5c" providerId="ADAL" clId="{04C652F2-63AE-4F67-8A8F-AB92505A8D16}" dt="2022-01-25T13:44:47.927" v="15" actId="14100"/>
          <ac:spMkLst>
            <pc:docMk/>
            <pc:sldMk cId="3307032541" sldId="259"/>
            <ac:spMk id="23" creationId="{64A0C061-DC25-4E95-9284-8357A5CD6767}"/>
          </ac:spMkLst>
        </pc:spChg>
        <pc:spChg chg="mod">
          <ac:chgData name="Denise Johnson" userId="6bd09ee2-0241-4d7c-bfc6-19b2cde50a5c" providerId="ADAL" clId="{04C652F2-63AE-4F67-8A8F-AB92505A8D16}" dt="2022-01-25T14:55:42.514" v="1034" actId="20577"/>
          <ac:spMkLst>
            <pc:docMk/>
            <pc:sldMk cId="3307032541" sldId="259"/>
            <ac:spMk id="24" creationId="{76E847A4-862D-4C74-9928-601E870DA76B}"/>
          </ac:spMkLst>
        </pc:spChg>
      </pc:sldChg>
      <pc:sldChg chg="modSp add">
        <pc:chgData name="Denise Johnson" userId="6bd09ee2-0241-4d7c-bfc6-19b2cde50a5c" providerId="ADAL" clId="{04C652F2-63AE-4F67-8A8F-AB92505A8D16}" dt="2022-01-25T14:53:57.925" v="901" actId="27636"/>
        <pc:sldMkLst>
          <pc:docMk/>
          <pc:sldMk cId="343371806" sldId="260"/>
        </pc:sldMkLst>
        <pc:spChg chg="mod">
          <ac:chgData name="Denise Johnson" userId="6bd09ee2-0241-4d7c-bfc6-19b2cde50a5c" providerId="ADAL" clId="{04C652F2-63AE-4F67-8A8F-AB92505A8D16}" dt="2022-01-25T14:47:43.081" v="311" actId="20577"/>
          <ac:spMkLst>
            <pc:docMk/>
            <pc:sldMk cId="343371806" sldId="260"/>
            <ac:spMk id="2" creationId="{213B0BA0-8AF6-4720-8FF5-90F3FDDD589C}"/>
          </ac:spMkLst>
        </pc:spChg>
        <pc:spChg chg="mod">
          <ac:chgData name="Denise Johnson" userId="6bd09ee2-0241-4d7c-bfc6-19b2cde50a5c" providerId="ADAL" clId="{04C652F2-63AE-4F67-8A8F-AB92505A8D16}" dt="2022-01-25T14:53:57.925" v="901" actId="27636"/>
          <ac:spMkLst>
            <pc:docMk/>
            <pc:sldMk cId="343371806" sldId="260"/>
            <ac:spMk id="3" creationId="{B805A41A-7D4D-4DD9-B151-310690839C7C}"/>
          </ac:spMkLst>
        </pc:spChg>
      </pc:sldChg>
      <pc:sldChg chg="modSp add">
        <pc:chgData name="Denise Johnson" userId="6bd09ee2-0241-4d7c-bfc6-19b2cde50a5c" providerId="ADAL" clId="{04C652F2-63AE-4F67-8A8F-AB92505A8D16}" dt="2022-01-25T15:09:47.846" v="1756" actId="20577"/>
        <pc:sldMkLst>
          <pc:docMk/>
          <pc:sldMk cId="2641127408" sldId="261"/>
        </pc:sldMkLst>
        <pc:spChg chg="mod">
          <ac:chgData name="Denise Johnson" userId="6bd09ee2-0241-4d7c-bfc6-19b2cde50a5c" providerId="ADAL" clId="{04C652F2-63AE-4F67-8A8F-AB92505A8D16}" dt="2022-01-25T15:05:08.381" v="1109" actId="20577"/>
          <ac:spMkLst>
            <pc:docMk/>
            <pc:sldMk cId="2641127408" sldId="261"/>
            <ac:spMk id="2" creationId="{2435F82C-233C-498E-8626-C21E36DDA1F3}"/>
          </ac:spMkLst>
        </pc:spChg>
        <pc:spChg chg="mod">
          <ac:chgData name="Denise Johnson" userId="6bd09ee2-0241-4d7c-bfc6-19b2cde50a5c" providerId="ADAL" clId="{04C652F2-63AE-4F67-8A8F-AB92505A8D16}" dt="2022-01-25T15:05:42.464" v="1119" actId="207"/>
          <ac:spMkLst>
            <pc:docMk/>
            <pc:sldMk cId="2641127408" sldId="261"/>
            <ac:spMk id="3" creationId="{D0E5D8BE-1949-47CD-9509-E20796143351}"/>
          </ac:spMkLst>
        </pc:spChg>
        <pc:spChg chg="mod">
          <ac:chgData name="Denise Johnson" userId="6bd09ee2-0241-4d7c-bfc6-19b2cde50a5c" providerId="ADAL" clId="{04C652F2-63AE-4F67-8A8F-AB92505A8D16}" dt="2022-01-25T15:07:21.604" v="1367" actId="20577"/>
          <ac:spMkLst>
            <pc:docMk/>
            <pc:sldMk cId="2641127408" sldId="261"/>
            <ac:spMk id="4" creationId="{A4DAD537-F576-4E2E-9DAA-14E57C1B5358}"/>
          </ac:spMkLst>
        </pc:spChg>
        <pc:spChg chg="mod">
          <ac:chgData name="Denise Johnson" userId="6bd09ee2-0241-4d7c-bfc6-19b2cde50a5c" providerId="ADAL" clId="{04C652F2-63AE-4F67-8A8F-AB92505A8D16}" dt="2022-01-25T15:05:46.235" v="1120" actId="207"/>
          <ac:spMkLst>
            <pc:docMk/>
            <pc:sldMk cId="2641127408" sldId="261"/>
            <ac:spMk id="5" creationId="{ADABA040-A5F6-494B-8E1F-EA48F063413D}"/>
          </ac:spMkLst>
        </pc:spChg>
        <pc:spChg chg="mod">
          <ac:chgData name="Denise Johnson" userId="6bd09ee2-0241-4d7c-bfc6-19b2cde50a5c" providerId="ADAL" clId="{04C652F2-63AE-4F67-8A8F-AB92505A8D16}" dt="2022-01-25T15:09:47.846" v="1756" actId="20577"/>
          <ac:spMkLst>
            <pc:docMk/>
            <pc:sldMk cId="2641127408" sldId="261"/>
            <ac:spMk id="6" creationId="{38221CE2-909A-4D8C-9EC3-16ECE70968FE}"/>
          </ac:spMkLst>
        </pc:spChg>
      </pc:sldChg>
      <pc:sldChg chg="modSp add">
        <pc:chgData name="Denise Johnson" userId="6bd09ee2-0241-4d7c-bfc6-19b2cde50a5c" providerId="ADAL" clId="{04C652F2-63AE-4F67-8A8F-AB92505A8D16}" dt="2022-01-25T15:24:59.864" v="2134" actId="20577"/>
        <pc:sldMkLst>
          <pc:docMk/>
          <pc:sldMk cId="1080874493" sldId="262"/>
        </pc:sldMkLst>
        <pc:spChg chg="mod">
          <ac:chgData name="Denise Johnson" userId="6bd09ee2-0241-4d7c-bfc6-19b2cde50a5c" providerId="ADAL" clId="{04C652F2-63AE-4F67-8A8F-AB92505A8D16}" dt="2022-01-25T15:11:35.077" v="1786" actId="20577"/>
          <ac:spMkLst>
            <pc:docMk/>
            <pc:sldMk cId="1080874493" sldId="262"/>
            <ac:spMk id="2" creationId="{5302A5EC-6EE4-4A21-8673-3824CE40F80A}"/>
          </ac:spMkLst>
        </pc:spChg>
        <pc:spChg chg="mod">
          <ac:chgData name="Denise Johnson" userId="6bd09ee2-0241-4d7c-bfc6-19b2cde50a5c" providerId="ADAL" clId="{04C652F2-63AE-4F67-8A8F-AB92505A8D16}" dt="2022-01-25T15:24:59.864" v="2134" actId="20577"/>
          <ac:spMkLst>
            <pc:docMk/>
            <pc:sldMk cId="1080874493" sldId="262"/>
            <ac:spMk id="3" creationId="{3FE1003B-E005-4FD0-80DA-69CC1FA89E4C}"/>
          </ac:spMkLst>
        </pc:spChg>
      </pc:sldChg>
      <pc:sldChg chg="modSp add del">
        <pc:chgData name="Denise Johnson" userId="6bd09ee2-0241-4d7c-bfc6-19b2cde50a5c" providerId="ADAL" clId="{04C652F2-63AE-4F67-8A8F-AB92505A8D16}" dt="2022-01-25T15:11:16.772" v="1772" actId="2696"/>
        <pc:sldMkLst>
          <pc:docMk/>
          <pc:sldMk cId="2742972901" sldId="262"/>
        </pc:sldMkLst>
        <pc:spChg chg="mod">
          <ac:chgData name="Denise Johnson" userId="6bd09ee2-0241-4d7c-bfc6-19b2cde50a5c" providerId="ADAL" clId="{04C652F2-63AE-4F67-8A8F-AB92505A8D16}" dt="2022-01-25T15:11:09.464" v="1771" actId="113"/>
          <ac:spMkLst>
            <pc:docMk/>
            <pc:sldMk cId="2742972901" sldId="262"/>
            <ac:spMk id="2" creationId="{27AD2108-009E-4E6E-B223-954D9FC1EBB9}"/>
          </ac:spMkLst>
        </pc:spChg>
      </pc:sldChg>
      <pc:sldChg chg="modSp add">
        <pc:chgData name="Denise Johnson" userId="6bd09ee2-0241-4d7c-bfc6-19b2cde50a5c" providerId="ADAL" clId="{04C652F2-63AE-4F67-8A8F-AB92505A8D16}" dt="2022-01-25T15:29:12.990" v="2525" actId="20577"/>
        <pc:sldMkLst>
          <pc:docMk/>
          <pc:sldMk cId="2528970382" sldId="263"/>
        </pc:sldMkLst>
        <pc:spChg chg="mod">
          <ac:chgData name="Denise Johnson" userId="6bd09ee2-0241-4d7c-bfc6-19b2cde50a5c" providerId="ADAL" clId="{04C652F2-63AE-4F67-8A8F-AB92505A8D16}" dt="2022-01-25T15:27:34.381" v="2256" actId="20577"/>
          <ac:spMkLst>
            <pc:docMk/>
            <pc:sldMk cId="2528970382" sldId="263"/>
            <ac:spMk id="2" creationId="{3D06278E-A472-494B-B7C5-7DA553C2FA7C}"/>
          </ac:spMkLst>
        </pc:spChg>
        <pc:spChg chg="mod">
          <ac:chgData name="Denise Johnson" userId="6bd09ee2-0241-4d7c-bfc6-19b2cde50a5c" providerId="ADAL" clId="{04C652F2-63AE-4F67-8A8F-AB92505A8D16}" dt="2022-01-25T15:29:12.990" v="2525" actId="20577"/>
          <ac:spMkLst>
            <pc:docMk/>
            <pc:sldMk cId="2528970382" sldId="263"/>
            <ac:spMk id="3" creationId="{FB01234B-CB8E-45DC-9182-53CA20C4507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67FD-8021-41C0-BCD1-A3140032E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5E450-1949-4430-8234-E8E6A28F6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80D5A-9998-420D-ACD2-9AADBD63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BE7E0-3DF4-4217-AF11-8C7E19C2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30DA3-1E39-4D19-9EBA-63E8FD6D2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5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93EF8-A6F4-47B2-9216-CF2A3A4E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C979D-BCA0-411E-A760-7CBE192A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DD6F2-A748-4FF7-8BBF-B70D771D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8DB8A-5507-488D-A9D8-22C93B75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AF11B-9377-4A86-AD2A-635299B3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7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D4C9-6A56-49C6-BAF2-2BAC38942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E0C46-A38E-4FD8-84C5-457F1D51D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72866-1B42-43E9-A330-9E20CA97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2FB11-9EC1-44DB-B9E3-0BF7D5B5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7735E-CD88-442E-A165-4D0E09D5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1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5F5D4-0767-45C6-AAD9-6F3D360E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2E041-FAA5-4EA0-BC34-B21B63532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9205B-77D1-47BE-9359-BB25FA9AC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0FA68-E70D-4CDB-B86C-1D80941B6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6A9F2-7F63-42DD-8CF1-60F062CA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7D269-8382-416D-B9CA-F20120A7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6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886E-F2E0-4470-817E-FDEFA5D5A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3B9D6-FE1E-417F-B305-22F315486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1BAF1-3449-42C9-801E-B0970B292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A0B60-0948-4501-B55B-0234BE84E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2C36C-5A85-43C5-876B-F0B3D8C54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88056-740D-4F7E-A5BE-CB96C9AE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C44FB4-7A2C-4FAF-B634-150E202F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35A4A-FE01-4A95-9226-011BB9BF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2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121D-145F-4490-B2D7-0A1F6C30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87D64-909E-4416-B9DD-A2D375AC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6D4A6-A900-4F18-8A72-200C5BC5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AD114-E357-490E-8B84-F21E66D6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4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965D3E-D097-49EF-9DD1-0ED75414E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D8A45-76F1-4F69-A16C-6C36F800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9C60C-0C68-470B-AFF5-11ED6F86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4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1604-A08D-47CD-8D5F-9456983B1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5E264-4179-4EF2-A2C6-9A042DDB0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124AD-3D44-4E65-836E-591DE6B98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5F94B-1A11-48BC-90A0-1A50495C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B6BAE-C9FE-43DC-AC7A-1B12777F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A75C2-A6E0-4487-8EBF-34E584BD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9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3173-D94A-4BD7-AA6C-AF5572E5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E19082-DB67-43E7-BBAA-8FEC98991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0EA99-48D3-4E48-B288-386E53952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182C3-81D8-43EF-A9E8-8F89DE29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F6536-A501-4E5D-8E7C-6A678E550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84D66-3035-4364-9D96-46AA0496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83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CE47-95DF-49D3-9BE7-A6DE91920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E283F-B85B-4FA5-BE3B-4701DBD35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69D3C-8F48-40CB-8820-48056AA00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051FF-5428-4BFD-9EDC-90C31C26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8F80C-B271-41BF-9699-4293FC912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4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D88C7D-625B-45E7-AC09-08D3405EB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BCAC3-DB47-4F77-A0AF-19E23EE70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BEBF8-8F9D-4798-99EC-E7C56D0A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23CB8-35CF-43BD-BD84-27A40A98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F74B3-0A36-4DF4-A8D8-97DE12D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4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AD1DC-3EB6-42F6-A2A3-8EE64857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223E6-EF4B-4280-906C-67BF6D599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9DD10-4BE5-470A-824F-9B9550889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AEAEA-8109-4CB8-9A0D-721530A187E9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238E6-59D0-413D-8CD6-7FB81E655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32DF6-A90D-4CC1-A0E0-936D55194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0E2AD-C1F4-43C1-80EC-357075679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4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E3EE-BD6C-4FAA-B507-CB874AC94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Service Coordination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579FC-982E-4584-9372-ACB17AE9E1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Strategy Discussion</a:t>
            </a:r>
          </a:p>
          <a:p>
            <a:r>
              <a:rPr lang="en-US" dirty="0">
                <a:solidFill>
                  <a:schemeClr val="accent1"/>
                </a:solidFill>
              </a:rPr>
              <a:t>January 25, 2022</a:t>
            </a:r>
          </a:p>
        </p:txBody>
      </p:sp>
    </p:spTree>
    <p:extLst>
      <p:ext uri="{BB962C8B-B14F-4D97-AF65-F5344CB8AC3E}">
        <p14:creationId xmlns:p14="http://schemas.microsoft.com/office/powerpoint/2010/main" val="349813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0AE0E2-486D-4650-BCC1-753040677407}"/>
              </a:ext>
            </a:extLst>
          </p:cNvPr>
          <p:cNvSpPr/>
          <p:nvPr/>
        </p:nvSpPr>
        <p:spPr>
          <a:xfrm>
            <a:off x="3071041" y="2225180"/>
            <a:ext cx="1644242" cy="24076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PreVoc</a:t>
            </a:r>
            <a:r>
              <a:rPr lang="en-US" dirty="0"/>
              <a:t>/Paid Work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Exploration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Day Support / Non-Work Activities 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6414E8-EE3E-4185-8BC4-011D48F1FBFA}"/>
              </a:ext>
            </a:extLst>
          </p:cNvPr>
          <p:cNvSpPr/>
          <p:nvPr/>
        </p:nvSpPr>
        <p:spPr>
          <a:xfrm>
            <a:off x="8528498" y="2225180"/>
            <a:ext cx="1375795" cy="24190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Assessments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Job Coaching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Job Placement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Pre-ETS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210B59-220F-4AA4-9AA5-1C4D6B7526A3}"/>
              </a:ext>
            </a:extLst>
          </p:cNvPr>
          <p:cNvSpPr/>
          <p:nvPr/>
        </p:nvSpPr>
        <p:spPr>
          <a:xfrm>
            <a:off x="362477" y="2522988"/>
            <a:ext cx="1560353" cy="7759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Enclaves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EACED5-1834-4F31-A9EA-80647BDCCED6}"/>
              </a:ext>
            </a:extLst>
          </p:cNvPr>
          <p:cNvSpPr/>
          <p:nvPr/>
        </p:nvSpPr>
        <p:spPr>
          <a:xfrm>
            <a:off x="6376974" y="3590489"/>
            <a:ext cx="914400" cy="6040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815FC3-F1A0-464B-88BE-724F6F32E4E5}"/>
              </a:ext>
            </a:extLst>
          </p:cNvPr>
          <p:cNvSpPr/>
          <p:nvPr/>
        </p:nvSpPr>
        <p:spPr>
          <a:xfrm>
            <a:off x="398729" y="3846351"/>
            <a:ext cx="1496040" cy="53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Community Integration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87C3C29-7F08-4BE3-9F85-641F2F686840}"/>
              </a:ext>
            </a:extLst>
          </p:cNvPr>
          <p:cNvSpPr/>
          <p:nvPr/>
        </p:nvSpPr>
        <p:spPr>
          <a:xfrm rot="10800000">
            <a:off x="2123814" y="2746430"/>
            <a:ext cx="637564" cy="276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252A174-EA7A-47A8-9FCD-7FD43FA171CF}"/>
              </a:ext>
            </a:extLst>
          </p:cNvPr>
          <p:cNvSpPr/>
          <p:nvPr/>
        </p:nvSpPr>
        <p:spPr>
          <a:xfrm rot="10800000">
            <a:off x="2104237" y="3988965"/>
            <a:ext cx="647352" cy="276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51EE64E-044F-4F2F-AD4C-22B492951E4C}"/>
              </a:ext>
            </a:extLst>
          </p:cNvPr>
          <p:cNvSpPr/>
          <p:nvPr/>
        </p:nvSpPr>
        <p:spPr>
          <a:xfrm rot="10800000">
            <a:off x="7580711" y="3691155"/>
            <a:ext cx="755009" cy="3103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E54EA4-C799-4AF8-ACE9-72C6FDC61DDF}"/>
              </a:ext>
            </a:extLst>
          </p:cNvPr>
          <p:cNvSpPr txBox="1"/>
          <p:nvPr/>
        </p:nvSpPr>
        <p:spPr>
          <a:xfrm>
            <a:off x="8159383" y="35147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ECCAB1-5EE6-4F6D-B86C-F28A60A2F7E5}"/>
              </a:ext>
            </a:extLst>
          </p:cNvPr>
          <p:cNvSpPr/>
          <p:nvPr/>
        </p:nvSpPr>
        <p:spPr>
          <a:xfrm>
            <a:off x="755009" y="5058561"/>
            <a:ext cx="399316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Facility Based Services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A0C061-DC25-4E95-9284-8357A5CD6767}"/>
              </a:ext>
            </a:extLst>
          </p:cNvPr>
          <p:cNvSpPr/>
          <p:nvPr/>
        </p:nvSpPr>
        <p:spPr>
          <a:xfrm>
            <a:off x="6544588" y="5005018"/>
            <a:ext cx="3414319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     </a:t>
            </a:r>
            <a:r>
              <a:rPr lang="en-US" dirty="0">
                <a:solidFill>
                  <a:schemeClr val="tx1"/>
                </a:solidFill>
              </a:rPr>
              <a:t>100% Community Based Services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E847A4-862D-4C74-9928-601E870DA76B}"/>
              </a:ext>
            </a:extLst>
          </p:cNvPr>
          <p:cNvSpPr txBox="1"/>
          <p:nvPr/>
        </p:nvSpPr>
        <p:spPr>
          <a:xfrm>
            <a:off x="1842368" y="706772"/>
            <a:ext cx="72295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Current Services </a:t>
            </a:r>
          </a:p>
        </p:txBody>
      </p:sp>
    </p:spTree>
    <p:extLst>
      <p:ext uri="{BB962C8B-B14F-4D97-AF65-F5344CB8AC3E}">
        <p14:creationId xmlns:p14="http://schemas.microsoft.com/office/powerpoint/2010/main" val="77871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55A0-4648-40D7-8DF8-5356EE6A7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Stakeholders Are Asking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D05E2-8E4E-4065-8CFF-B48EA8D4E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EDS (Employment Development Services) for internal AND external participants</a:t>
            </a:r>
          </a:p>
          <a:p>
            <a:r>
              <a:rPr lang="en-US" dirty="0">
                <a:solidFill>
                  <a:schemeClr val="accent1"/>
                </a:solidFill>
              </a:rPr>
              <a:t>Transition Students – Gradual introduction to day services, using VR dollars to transition</a:t>
            </a:r>
          </a:p>
          <a:p>
            <a:r>
              <a:rPr lang="en-US" dirty="0">
                <a:solidFill>
                  <a:schemeClr val="accent1"/>
                </a:solidFill>
              </a:rPr>
              <a:t>Not to be associated with PHASE due to perception of 100% facility based services</a:t>
            </a:r>
          </a:p>
          <a:p>
            <a:r>
              <a:rPr lang="en-US" dirty="0">
                <a:solidFill>
                  <a:schemeClr val="accent1"/>
                </a:solidFill>
              </a:rPr>
              <a:t>Job Search and Placement that doesn’t affect paid work from and enclave or center based work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29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0AE0E2-486D-4650-BCC1-753040677407}"/>
              </a:ext>
            </a:extLst>
          </p:cNvPr>
          <p:cNvSpPr/>
          <p:nvPr/>
        </p:nvSpPr>
        <p:spPr>
          <a:xfrm>
            <a:off x="2761378" y="2225180"/>
            <a:ext cx="1644242" cy="24076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PreVoc</a:t>
            </a:r>
            <a:r>
              <a:rPr lang="en-US" dirty="0"/>
              <a:t>/Paid Work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Exploration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Day Support / Non-Work Activities 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6414E8-EE3E-4185-8BC4-011D48F1FBFA}"/>
              </a:ext>
            </a:extLst>
          </p:cNvPr>
          <p:cNvSpPr/>
          <p:nvPr/>
        </p:nvSpPr>
        <p:spPr>
          <a:xfrm>
            <a:off x="9765958" y="2225180"/>
            <a:ext cx="1375795" cy="24190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Assessments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Job Coaching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Job Placement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Pre-ETS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210B59-220F-4AA4-9AA5-1C4D6B7526A3}"/>
              </a:ext>
            </a:extLst>
          </p:cNvPr>
          <p:cNvSpPr/>
          <p:nvPr/>
        </p:nvSpPr>
        <p:spPr>
          <a:xfrm>
            <a:off x="286991" y="2530014"/>
            <a:ext cx="1560353" cy="77598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Enclaves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EACED5-1834-4F31-A9EA-80647BDCCED6}"/>
              </a:ext>
            </a:extLst>
          </p:cNvPr>
          <p:cNvSpPr/>
          <p:nvPr/>
        </p:nvSpPr>
        <p:spPr>
          <a:xfrm>
            <a:off x="5827464" y="3597689"/>
            <a:ext cx="2239663" cy="9144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815FC3-F1A0-464B-88BE-724F6F32E4E5}"/>
              </a:ext>
            </a:extLst>
          </p:cNvPr>
          <p:cNvSpPr/>
          <p:nvPr/>
        </p:nvSpPr>
        <p:spPr>
          <a:xfrm>
            <a:off x="398729" y="3846351"/>
            <a:ext cx="1496040" cy="536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Community Integration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87C3C29-7F08-4BE3-9F85-641F2F686840}"/>
              </a:ext>
            </a:extLst>
          </p:cNvPr>
          <p:cNvSpPr/>
          <p:nvPr/>
        </p:nvSpPr>
        <p:spPr>
          <a:xfrm rot="10800000">
            <a:off x="2004210" y="2730617"/>
            <a:ext cx="637564" cy="276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252A174-EA7A-47A8-9FCD-7FD43FA171CF}"/>
              </a:ext>
            </a:extLst>
          </p:cNvPr>
          <p:cNvSpPr/>
          <p:nvPr/>
        </p:nvSpPr>
        <p:spPr>
          <a:xfrm rot="10800000">
            <a:off x="1989757" y="3939310"/>
            <a:ext cx="647352" cy="276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51EE64E-044F-4F2F-AD4C-22B492951E4C}"/>
              </a:ext>
            </a:extLst>
          </p:cNvPr>
          <p:cNvSpPr/>
          <p:nvPr/>
        </p:nvSpPr>
        <p:spPr>
          <a:xfrm rot="10800000">
            <a:off x="8624134" y="3905752"/>
            <a:ext cx="978409" cy="4774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E54EA4-C799-4AF8-ACE9-72C6FDC61DDF}"/>
              </a:ext>
            </a:extLst>
          </p:cNvPr>
          <p:cNvSpPr txBox="1"/>
          <p:nvPr/>
        </p:nvSpPr>
        <p:spPr>
          <a:xfrm>
            <a:off x="8159383" y="35147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ECCAB1-5EE6-4F6D-B86C-F28A60A2F7E5}"/>
              </a:ext>
            </a:extLst>
          </p:cNvPr>
          <p:cNvSpPr/>
          <p:nvPr/>
        </p:nvSpPr>
        <p:spPr>
          <a:xfrm>
            <a:off x="1722104" y="4934390"/>
            <a:ext cx="2683516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Facility Based Services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A0C061-DC25-4E95-9284-8357A5CD6767}"/>
              </a:ext>
            </a:extLst>
          </p:cNvPr>
          <p:cNvSpPr/>
          <p:nvPr/>
        </p:nvSpPr>
        <p:spPr>
          <a:xfrm>
            <a:off x="8963025" y="4929300"/>
            <a:ext cx="2409509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     </a:t>
            </a:r>
            <a:r>
              <a:rPr lang="en-US" dirty="0">
                <a:solidFill>
                  <a:schemeClr val="tx1"/>
                </a:solidFill>
              </a:rPr>
              <a:t>100% Community Based Services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E847A4-862D-4C74-9928-601E870DA76B}"/>
              </a:ext>
            </a:extLst>
          </p:cNvPr>
          <p:cNvSpPr txBox="1"/>
          <p:nvPr/>
        </p:nvSpPr>
        <p:spPr>
          <a:xfrm>
            <a:off x="1922831" y="847288"/>
            <a:ext cx="72295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Current Service Needs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1474A78-C0FA-4914-85DE-118BB5F8EC9B}"/>
              </a:ext>
            </a:extLst>
          </p:cNvPr>
          <p:cNvSpPr/>
          <p:nvPr/>
        </p:nvSpPr>
        <p:spPr>
          <a:xfrm>
            <a:off x="5827464" y="2203072"/>
            <a:ext cx="2085974" cy="95348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EDS</a:t>
            </a:r>
          </a:p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1AEFE-FB6B-47C0-BBFF-77C76CC14D17}"/>
              </a:ext>
            </a:extLst>
          </p:cNvPr>
          <p:cNvSpPr/>
          <p:nvPr/>
        </p:nvSpPr>
        <p:spPr>
          <a:xfrm>
            <a:off x="5917951" y="4924650"/>
            <a:ext cx="1905000" cy="9144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Need Specialized Staff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369557A-1A70-470D-AFCE-A177B42FC410}"/>
              </a:ext>
            </a:extLst>
          </p:cNvPr>
          <p:cNvSpPr/>
          <p:nvPr/>
        </p:nvSpPr>
        <p:spPr>
          <a:xfrm rot="10800000">
            <a:off x="8473821" y="253001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5DE08A9-2E07-4B48-B9F2-4EE0D330042A}"/>
              </a:ext>
            </a:extLst>
          </p:cNvPr>
          <p:cNvSpPr/>
          <p:nvPr/>
        </p:nvSpPr>
        <p:spPr>
          <a:xfrm>
            <a:off x="4627338" y="2384403"/>
            <a:ext cx="978408" cy="48463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E50A637-27FD-4F4C-8844-9F095A5DC951}"/>
              </a:ext>
            </a:extLst>
          </p:cNvPr>
          <p:cNvSpPr/>
          <p:nvPr/>
        </p:nvSpPr>
        <p:spPr>
          <a:xfrm>
            <a:off x="4627338" y="3835412"/>
            <a:ext cx="978408" cy="48463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32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278E-A472-494B-B7C5-7DA553C2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Initiating ESD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1234B-CB8E-45DC-9182-53CA20C45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PP wants to work in competitive integrated employment</a:t>
            </a:r>
          </a:p>
          <a:p>
            <a:r>
              <a:rPr lang="en-US" dirty="0">
                <a:solidFill>
                  <a:schemeClr val="accent1"/>
                </a:solidFill>
              </a:rPr>
              <a:t>Has the skills a boss would want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Attendance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Hygiene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Able to take redirection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Pace and stamina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Not currently making commensurate wage</a:t>
            </a:r>
          </a:p>
        </p:txBody>
      </p:sp>
    </p:spTree>
    <p:extLst>
      <p:ext uri="{BB962C8B-B14F-4D97-AF65-F5344CB8AC3E}">
        <p14:creationId xmlns:p14="http://schemas.microsoft.com/office/powerpoint/2010/main" val="252897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B0BA0-8AF6-4720-8FF5-90F3FDDD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Actions For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5A41A-7D4D-4DD9-B151-31069083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Create specialized position to provide EDS to internal and external participants</a:t>
            </a:r>
          </a:p>
          <a:p>
            <a:r>
              <a:rPr lang="en-US" dirty="0">
                <a:solidFill>
                  <a:schemeClr val="accent1"/>
                </a:solidFill>
              </a:rPr>
              <a:t>Commitment by all sites for regular scheduled times for EDS</a:t>
            </a:r>
          </a:p>
          <a:p>
            <a:r>
              <a:rPr lang="en-US" dirty="0">
                <a:solidFill>
                  <a:schemeClr val="accent1"/>
                </a:solidFill>
              </a:rPr>
              <a:t>Shift in focus of meeting contracted work to program service needs</a:t>
            </a:r>
          </a:p>
          <a:p>
            <a:r>
              <a:rPr lang="en-US" dirty="0">
                <a:solidFill>
                  <a:schemeClr val="accent1"/>
                </a:solidFill>
              </a:rPr>
              <a:t>Create ways for students to transition to day and employment services</a:t>
            </a:r>
          </a:p>
          <a:p>
            <a:r>
              <a:rPr lang="en-US" dirty="0">
                <a:solidFill>
                  <a:schemeClr val="accent1"/>
                </a:solidFill>
              </a:rPr>
              <a:t>Increase community integration to full and part days as part of every service day for everyone wanting community integration</a:t>
            </a:r>
          </a:p>
          <a:p>
            <a:r>
              <a:rPr lang="en-US" dirty="0">
                <a:solidFill>
                  <a:schemeClr val="accent1"/>
                </a:solidFill>
              </a:rPr>
              <a:t>Focus on community integration, paid and not paid, will reduce stigma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71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F82C-233C-498E-8626-C21E36DDA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EDS and ESS Staff Duties and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5D8BE-1949-47CD-9509-E20796143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ESS</a:t>
            </a:r>
            <a:r>
              <a:rPr lang="en-US" dirty="0"/>
              <a:t>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AD537-F576-4E2E-9DAA-14E57C1B53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Works 1:1 with participants</a:t>
            </a:r>
          </a:p>
          <a:p>
            <a:r>
              <a:rPr lang="en-US" dirty="0">
                <a:solidFill>
                  <a:schemeClr val="accent1"/>
                </a:solidFill>
              </a:rPr>
              <a:t>Works independently</a:t>
            </a:r>
          </a:p>
          <a:p>
            <a:r>
              <a:rPr lang="en-US" dirty="0">
                <a:solidFill>
                  <a:schemeClr val="accent1"/>
                </a:solidFill>
              </a:rPr>
              <a:t>Self-starter</a:t>
            </a:r>
          </a:p>
          <a:p>
            <a:r>
              <a:rPr lang="en-US" dirty="0">
                <a:solidFill>
                  <a:schemeClr val="accent1"/>
                </a:solidFill>
              </a:rPr>
              <a:t>Provides support to pp’s and to businesses</a:t>
            </a:r>
          </a:p>
          <a:p>
            <a:r>
              <a:rPr lang="en-US" dirty="0">
                <a:solidFill>
                  <a:schemeClr val="accent1"/>
                </a:solidFill>
              </a:rPr>
              <a:t>Fluent with DEED and regulated by DHS</a:t>
            </a:r>
          </a:p>
          <a:p>
            <a:r>
              <a:rPr lang="en-US" dirty="0">
                <a:solidFill>
                  <a:schemeClr val="accent1"/>
                </a:solidFill>
              </a:rPr>
              <a:t>Increasingly time intensive </a:t>
            </a:r>
          </a:p>
          <a:p>
            <a:r>
              <a:rPr lang="en-US" dirty="0">
                <a:solidFill>
                  <a:schemeClr val="accent1"/>
                </a:solidFill>
              </a:rPr>
              <a:t>Professional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BA040-A5F6-494B-8E1F-EA48F0634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EDS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221CE2-909A-4D8C-9EC3-16ECE70968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Works 1:1 with participants</a:t>
            </a:r>
          </a:p>
          <a:p>
            <a:r>
              <a:rPr lang="en-US" dirty="0">
                <a:solidFill>
                  <a:schemeClr val="accent1"/>
                </a:solidFill>
              </a:rPr>
              <a:t>Assists pp’s to set up My Vault and develop an Employment Portfolio before moving to VRS services </a:t>
            </a:r>
          </a:p>
          <a:p>
            <a:r>
              <a:rPr lang="en-US" dirty="0">
                <a:solidFill>
                  <a:schemeClr val="accent1"/>
                </a:solidFill>
              </a:rPr>
              <a:t>Completes a mini Discovery process </a:t>
            </a:r>
          </a:p>
          <a:p>
            <a:r>
              <a:rPr lang="en-US" dirty="0">
                <a:solidFill>
                  <a:schemeClr val="accent1"/>
                </a:solidFill>
              </a:rPr>
              <a:t>Fluent with DEED and regulated by DHS</a:t>
            </a:r>
          </a:p>
          <a:p>
            <a:r>
              <a:rPr lang="en-US" dirty="0">
                <a:solidFill>
                  <a:schemeClr val="accent1"/>
                </a:solidFill>
              </a:rPr>
              <a:t>Works with internal and external pp’s</a:t>
            </a:r>
          </a:p>
          <a:p>
            <a:r>
              <a:rPr lang="en-US" dirty="0">
                <a:solidFill>
                  <a:schemeClr val="accent1"/>
                </a:solidFill>
              </a:rPr>
              <a:t>Professional</a:t>
            </a:r>
          </a:p>
        </p:txBody>
      </p:sp>
    </p:spTree>
    <p:extLst>
      <p:ext uri="{BB962C8B-B14F-4D97-AF65-F5344CB8AC3E}">
        <p14:creationId xmlns:p14="http://schemas.microsoft.com/office/powerpoint/2010/main" val="264112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2A5EC-6EE4-4A21-8673-3824CE40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1003B-E005-4FD0-80DA-69CC1FA89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Who supervises? Roles and Responsibilities.  Service provision vs regulations.</a:t>
            </a:r>
          </a:p>
          <a:p>
            <a:r>
              <a:rPr lang="en-US" dirty="0">
                <a:solidFill>
                  <a:schemeClr val="accent1"/>
                </a:solidFill>
              </a:rPr>
              <a:t>Triggers for Service Agreements.  Same process as  triggers for ESS group or other day services?</a:t>
            </a:r>
          </a:p>
          <a:p>
            <a:r>
              <a:rPr lang="en-US" dirty="0">
                <a:solidFill>
                  <a:schemeClr val="accent1"/>
                </a:solidFill>
              </a:rPr>
              <a:t>Counties are initiating the intake process with ESD.  Not a central intake. </a:t>
            </a:r>
          </a:p>
        </p:txBody>
      </p:sp>
    </p:spTree>
    <p:extLst>
      <p:ext uri="{BB962C8B-B14F-4D97-AF65-F5344CB8AC3E}">
        <p14:creationId xmlns:p14="http://schemas.microsoft.com/office/powerpoint/2010/main" val="1080874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7ef7c57-f98b-4bbf-abe5-0dccd9ed8267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70A6BDCF9EDE429F30368D7F34C74C" ma:contentTypeVersion="8" ma:contentTypeDescription="Create a new document." ma:contentTypeScope="" ma:versionID="90e2959f7ede8bf6ad6e7ec9bccdd909">
  <xsd:schema xmlns:xsd="http://www.w3.org/2001/XMLSchema" xmlns:xs="http://www.w3.org/2001/XMLSchema" xmlns:p="http://schemas.microsoft.com/office/2006/metadata/properties" xmlns:ns2="2ba670d5-100b-44a8-b60c-b9ae61acdd03" xmlns:ns3="97ef7c57-f98b-4bbf-abe5-0dccd9ed8267" targetNamespace="http://schemas.microsoft.com/office/2006/metadata/properties" ma:root="true" ma:fieldsID="c7705e0506eb033bd23cd490c837d094" ns2:_="" ns3:_="">
    <xsd:import namespace="2ba670d5-100b-44a8-b60c-b9ae61acdd03"/>
    <xsd:import namespace="97ef7c57-f98b-4bbf-abe5-0dccd9ed82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a670d5-100b-44a8-b60c-b9ae61acdd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ef7c57-f98b-4bbf-abe5-0dccd9ed826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768AAF-EAD0-445E-81FE-BDB521C4A6D4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76f7cdd3-ac54-49a5-b137-57b18de43852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1e0e84c4-f330-4d2c-875a-a25837946e8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9D0E511-384C-41F6-A926-414EEAC90D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131562-A5F8-44DF-A6EA-3B2F03C33E9B}"/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365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Service Coordination </vt:lpstr>
      <vt:lpstr>PowerPoint Presentation</vt:lpstr>
      <vt:lpstr>What Stakeholders Are Asking For</vt:lpstr>
      <vt:lpstr>PowerPoint Presentation</vt:lpstr>
      <vt:lpstr>Initiating ESD Services </vt:lpstr>
      <vt:lpstr>Actions For Discussion</vt:lpstr>
      <vt:lpstr>EDS and ESS Staff Duties and Requirements</vt:lpstr>
      <vt:lpstr>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Denise Johnson</dc:creator>
  <cp:lastModifiedBy>Denise Johnson</cp:lastModifiedBy>
  <cp:revision>8</cp:revision>
  <dcterms:created xsi:type="dcterms:W3CDTF">2022-01-24T21:19:50Z</dcterms:created>
  <dcterms:modified xsi:type="dcterms:W3CDTF">2022-01-25T15:29:51Z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0x0101008270A6BDCF9EDE429F30368D7F34C74C</vt:lpwstr>
  </property>
  <property fmtid="{D5CDD505-2E9C-101B-9397-08002B2CF9AE}" pid="3" name="Order">
    <vt:r8>1700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