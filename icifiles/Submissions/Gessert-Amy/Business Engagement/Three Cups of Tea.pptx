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7379" autoAdjust="0"/>
  </p:normalViewPr>
  <p:slideViewPr>
    <p:cSldViewPr snapToGrid="0">
      <p:cViewPr varScale="1">
        <p:scale>
          <a:sx n="39" d="100"/>
          <a:sy n="39" d="100"/>
        </p:scale>
        <p:origin x="16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11849-A4A2-4158-8FB5-34A55C65AE2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BC2AA-DBCC-4AEE-92BB-4B34452A3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3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Practice your opening: “Hello my name is, </a:t>
            </a:r>
            <a:r>
              <a:rPr lang="en-US" sz="12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Amy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I’m an Employment Specialist at PHASE-Industries. I help people who want to work find jobs. Tell me about your business OR/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Could I set up a time to come back for about 15 minutes and learn more about your business? What day/time works best for you?”</a:t>
            </a:r>
          </a:p>
          <a:p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goal is to get to speak with someone who can make hiring decisions.  Ideally, you’ve researched the company(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ies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that are there and know who you’re looking for.  You should have  a list of questions.  The goal here is to have a conversation where they do most of the talking.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you can’t have a full conversation here to learn more about their business/organization, set up the follow-up to get your cup of tea.  </a:t>
            </a:r>
          </a:p>
          <a:p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BC2AA-DBCC-4AEE-92BB-4B34452A31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23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Here’s this great resource I found, or this product flyer, or this interesting person I met that may have the same interests as you/be able to help you. I really appreciated getting to know a little bit about your business. would I be able to come in and tour to get a better understanding of what you do? 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Again, you’re listening and looking here. What are the jobs that aren’t getting done, what are the things keeping them up at night.  What can they use help with?</a:t>
            </a:r>
          </a:p>
          <a:p>
            <a:endParaRPr lang="en-US" sz="18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Can I come by and tour your business so I can learn a little bit more about it?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BC2AA-DBCC-4AEE-92BB-4B34452A31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43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see you have XYZ that is bogging down some of your staff, I have this person who is great at ____________ that I think could help you! Can I bring them by to meet you?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have someone interested in your kind of work, can I bring someone in to watch your staff work (informal job shadow)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have someone who has trouble interviewing, would you be willing to help by doing a mock interview with them?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BC2AA-DBCC-4AEE-92BB-4B34452A31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13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who will be there and enough about their business you know what to ask. </a:t>
            </a:r>
          </a:p>
          <a:p>
            <a:endParaRPr lang="en-US" dirty="0"/>
          </a:p>
          <a:p>
            <a:r>
              <a:rPr lang="en-US" dirty="0"/>
              <a:t>Don’t come to a restaurant hoping to talk with a decision maker at lunchtime.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BC2AA-DBCC-4AEE-92BB-4B34452A31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B98EE-7340-7681-665F-21F76F268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20360-6BFC-9D4D-699C-5D6546C95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1E26E-6424-2510-8843-EE941CE3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4E5C2-B13F-01B3-EB31-BA0041B9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5088E-C318-8B0C-D693-5B08CC18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8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8E3C-F05E-660A-8ADD-B16A67A9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31FA7-5FEB-06A6-F104-65EC19440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D7C6-7021-B0B7-47D7-ACE05643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59F2F-1D4A-CB5D-6BF0-2C3C343D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75226-718B-F0DD-3169-64DEA039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3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8BAA-7E9D-EDD8-7024-B024929F5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BF3DF-6F00-510D-37EA-0FB6A7C69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9010E-20E9-E309-6291-67B264E3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F4EEA-D1D6-AA32-A8B0-15D78AEA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BB153-213A-168D-2FC2-EAF7E693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4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9A2D-A343-8DDB-E664-F86E2AFB2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F16F-C789-7CCF-1E60-85C2975A9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CC779-9A39-9E0E-770C-7A50AFA84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CF3E6-E3BF-3280-775D-220695D0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2E9D4-206B-F1B3-555C-CB983233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0D799-D5CB-95AD-B19F-0CBCEA8E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8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5B38-E4AC-D06C-117F-CBDC6861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3362B-EBEB-7C1F-24E0-5958E11C3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2361A-8BBA-A818-B91F-B0D5047DF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9F61F-6263-1228-E704-E530F4F25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AD642-3325-414B-096A-A0F760B4E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967F4-0A9D-6195-60CC-3710E917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5AD1D-7ABE-FACB-56AE-9982DC63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A4258-8ABB-7FE5-450D-EE60372A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55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5427-3AE1-D016-E46E-20123FC2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27C-5B71-C22F-8AA8-4DCA010AC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9466D-98DE-4742-088E-7975B749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6A01A-6605-CA2C-2556-32DBAF1C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38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C1843-49AF-F8AF-3C1B-C6D8EB76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7B0EB-F4F9-4D95-606B-4E81F63E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216A-88D6-C657-0601-C139E7DD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66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A995-465D-A922-B6C4-62FE6613F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449CC-1A9D-9DA7-D125-F8FE9AE9F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F9DAE-A18B-C60C-A1BE-D83ACE09E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1C8E5-2FE4-144D-9FA2-DF30DCFC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C826E-4CF7-1353-107B-3DE76727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9988E-F761-3E5D-C3F4-B14FF138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7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93E46-58C4-4FFB-442D-CE317AA5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6554B-60F9-DD2D-1E1F-F72DD146A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85687-79BB-5758-1D90-1A335326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BB7F4-19A6-D2A4-86AB-F2ECBB07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6BF97-9364-CD0C-EFAF-86DC8C453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18852-6F46-CAE9-BD4D-20322192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8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8CF4A-0E8F-A613-5269-6D03B741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DAB75-937C-D977-8F5D-91BEB6112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896AF-DCCB-E38F-B334-C2BCB352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F02B8-A606-64AE-428D-CCE967B5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89FCA-9234-65C8-6BF7-0F51E09B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7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5651A-CD13-FA7C-84F1-25217D952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A29C0-ABDF-BB93-96B0-0F1676A60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C49EE-F2A8-7D45-097D-46E52C54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0B7A0-7607-B3B1-D44A-2BD47E8D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C2EF4-492D-9E2C-6A4C-D132DB7D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9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95CC4-513D-191D-5633-117C364E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64182-B5FD-8A3C-15F8-4D2C2C8E8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51F37-0626-013B-D359-4C94A4FA5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655F-CE76-4EC8-87F6-081B763BAE6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061B8-B475-455C-7433-CF12B365A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B2A2E-E55B-284E-4368-330C09341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9E8D8-C4E1-43BB-A780-F4391D57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7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UMHwcpZhHA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 with teacup">
            <a:extLst>
              <a:ext uri="{FF2B5EF4-FFF2-40B4-BE49-F238E27FC236}">
                <a16:creationId xmlns:a16="http://schemas.microsoft.com/office/drawing/2014/main" id="{A76796E2-D2F7-F87B-6009-019C561473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98" b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60324-2003-0121-3609-7E9A71ECE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Three Cups of Tea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5E747-FBF3-C73F-D758-08D2A051D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Mastering the Art of Networking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401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50852-BE3E-7F82-234B-C6F95724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Balti proverb (Northern Pakistan) The first time you share tea with a Balti, you are a stranger. The second time, you are an honored guest. The third time, you become family.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-Pakistani Proverb-Greg Mortensen, </a:t>
            </a:r>
            <a:r>
              <a:rPr lang="en-US" sz="2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Three Cups of Tea</a:t>
            </a:r>
            <a:endParaRPr lang="en-US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150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n shaking hands in office">
            <a:extLst>
              <a:ext uri="{FF2B5EF4-FFF2-40B4-BE49-F238E27FC236}">
                <a16:creationId xmlns:a16="http://schemas.microsoft.com/office/drawing/2014/main" id="{E0F2CA13-AEA6-4F73-F173-FFA64F0EB9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" r="3841" b="-1"/>
          <a:stretch/>
        </p:blipFill>
        <p:spPr>
          <a:xfrm>
            <a:off x="2533241" y="10"/>
            <a:ext cx="966964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85DA7-0622-7833-7DF2-7B060D08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Three Cups of Tea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150AD-77D9-9ADD-8744-57A350A28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024" y="2121967"/>
            <a:ext cx="4702629" cy="3742762"/>
          </a:xfrm>
        </p:spPr>
        <p:txBody>
          <a:bodyPr>
            <a:noAutofit/>
          </a:bodyPr>
          <a:lstStyle/>
          <a:p>
            <a:r>
              <a:rPr lang="en-US" sz="1800" dirty="0"/>
              <a:t>Take time to get to know them, listen and ask questions, you’re learning about their business or organization here.  </a:t>
            </a:r>
            <a:r>
              <a:rPr lang="en-US" sz="1800" b="1" dirty="0"/>
              <a:t>FIRST CUP OF TEA</a:t>
            </a:r>
          </a:p>
          <a:p>
            <a:r>
              <a:rPr lang="en-US" sz="1800" dirty="0"/>
              <a:t>Offer them something: Share an article you found that may be helpful, connect them with another of your contacts, etc. This is about building trust.  </a:t>
            </a:r>
            <a:r>
              <a:rPr lang="en-US" sz="1800" b="1" dirty="0"/>
              <a:t>SECOND CUP OF TEA</a:t>
            </a:r>
          </a:p>
          <a:p>
            <a:r>
              <a:rPr lang="en-US" sz="1800" dirty="0"/>
              <a:t>Make “the ask”. If they can’t give it to you, ask them to make a recommendation of someone who could help, or ask if you can add them to your “experts” list.  </a:t>
            </a:r>
            <a:r>
              <a:rPr lang="en-US" sz="1800" b="1" dirty="0"/>
              <a:t>THIRD CUP OF TEA</a:t>
            </a:r>
          </a:p>
        </p:txBody>
      </p:sp>
    </p:spTree>
    <p:extLst>
      <p:ext uri="{BB962C8B-B14F-4D97-AF65-F5344CB8AC3E}">
        <p14:creationId xmlns:p14="http://schemas.microsoft.com/office/powerpoint/2010/main" val="2056442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1E9B6-32C4-7E41-7842-8C9F33A11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US"/>
              <a:t>First Cup of Tea</a:t>
            </a:r>
          </a:p>
        </p:txBody>
      </p:sp>
      <p:pic>
        <p:nvPicPr>
          <p:cNvPr id="11" name="Picture 10" descr="A person and person shaking hands&#10;&#10;Description automatically generated">
            <a:extLst>
              <a:ext uri="{FF2B5EF4-FFF2-40B4-BE49-F238E27FC236}">
                <a16:creationId xmlns:a16="http://schemas.microsoft.com/office/drawing/2014/main" id="{E0194D0F-608B-0B23-696D-B41649290D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66" b="16766"/>
          <a:stretch/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3885-CF0A-0D21-81F9-1E93D3E73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 and Secure a Follow-up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52189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3 Great Networking Tips  | #culturedrop | Galen Emanuele">
            <a:hlinkClick r:id="" action="ppaction://media"/>
            <a:extLst>
              <a:ext uri="{FF2B5EF4-FFF2-40B4-BE49-F238E27FC236}">
                <a16:creationId xmlns:a16="http://schemas.microsoft.com/office/drawing/2014/main" id="{EBD7BF0A-CCB2-73C4-6E1B-C379C28320F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16000" y="558800"/>
            <a:ext cx="9907814" cy="55979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720F15-D215-AA7D-44BB-EE9DF1C962C6}"/>
              </a:ext>
            </a:extLst>
          </p:cNvPr>
          <p:cNvSpPr txBox="1"/>
          <p:nvPr/>
        </p:nvSpPr>
        <p:spPr>
          <a:xfrm>
            <a:off x="5969907" y="629920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https://youtu.be/eUMHwcpZhHA?si=XQihQzix4CW4Aq4N</a:t>
            </a:r>
          </a:p>
        </p:txBody>
      </p:sp>
    </p:spTree>
    <p:extLst>
      <p:ext uri="{BB962C8B-B14F-4D97-AF65-F5344CB8AC3E}">
        <p14:creationId xmlns:p14="http://schemas.microsoft.com/office/powerpoint/2010/main" val="373353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oup of people sitting around a table">
            <a:extLst>
              <a:ext uri="{FF2B5EF4-FFF2-40B4-BE49-F238E27FC236}">
                <a16:creationId xmlns:a16="http://schemas.microsoft.com/office/drawing/2014/main" id="{315EF733-7105-62AE-F1F4-D674238A94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8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D9707-540F-4A42-3048-C9474B3F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Second Cup of Tea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575B8-1FEB-C28C-2D0A-48AF9EDEA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5403" y="4629234"/>
            <a:ext cx="344576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/>
              <a:t>Follow-Up &amp; Offer them something helpful.</a:t>
            </a:r>
          </a:p>
        </p:txBody>
      </p:sp>
    </p:spTree>
    <p:extLst>
      <p:ext uri="{BB962C8B-B14F-4D97-AF65-F5344CB8AC3E}">
        <p14:creationId xmlns:p14="http://schemas.microsoft.com/office/powerpoint/2010/main" val="207705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haking hands&#10;&#10;Description automatically generated">
            <a:extLst>
              <a:ext uri="{FF2B5EF4-FFF2-40B4-BE49-F238E27FC236}">
                <a16:creationId xmlns:a16="http://schemas.microsoft.com/office/drawing/2014/main" id="{6A8FD680-8330-7172-06A7-94BC6FD21D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6" t="6484" r="26813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F573F-6E59-5449-13DD-6E331EBA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Third Cup of Tea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37CA2-9D14-9461-A6F0-39F87FFC9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/>
              <a:t>Make the “Ask.”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566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oung woman thinking">
            <a:extLst>
              <a:ext uri="{FF2B5EF4-FFF2-40B4-BE49-F238E27FC236}">
                <a16:creationId xmlns:a16="http://schemas.microsoft.com/office/drawing/2014/main" id="{38B03C0B-3EC2-229F-35A7-8764DE618C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" r="4191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58B60-80F5-EF12-90E9-5245BBD45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864552"/>
          </a:xfrm>
        </p:spPr>
        <p:txBody>
          <a:bodyPr>
            <a:normAutofit/>
          </a:bodyPr>
          <a:lstStyle/>
          <a:p>
            <a:r>
              <a:rPr lang="en-US" u="sng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B4179-7BE8-8372-9E5E-67C43713C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1229677"/>
            <a:ext cx="3822189" cy="3742762"/>
          </a:xfrm>
        </p:spPr>
        <p:txBody>
          <a:bodyPr>
            <a:noAutofit/>
          </a:bodyPr>
          <a:lstStyle/>
          <a:p>
            <a:r>
              <a:rPr lang="en-US" sz="3600" dirty="0"/>
              <a:t>Know before you go!</a:t>
            </a:r>
          </a:p>
          <a:p>
            <a:r>
              <a:rPr lang="en-US" sz="3600" dirty="0"/>
              <a:t>Have your opening and questions ready. </a:t>
            </a:r>
          </a:p>
          <a:p>
            <a:r>
              <a:rPr lang="en-US" sz="3600" dirty="0"/>
              <a:t>Make meaningful offerings.</a:t>
            </a:r>
          </a:p>
          <a:p>
            <a:r>
              <a:rPr lang="en-US" sz="3600" dirty="0"/>
              <a:t>Be considerate of the person’s time. </a:t>
            </a:r>
          </a:p>
        </p:txBody>
      </p:sp>
    </p:spTree>
    <p:extLst>
      <p:ext uri="{BB962C8B-B14F-4D97-AF65-F5344CB8AC3E}">
        <p14:creationId xmlns:p14="http://schemas.microsoft.com/office/powerpoint/2010/main" val="332964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11533</TotalTime>
  <Words>619</Words>
  <Application>Microsoft Office PowerPoint</Application>
  <PresentationFormat>Widescreen</PresentationFormat>
  <Paragraphs>39</Paragraphs>
  <Slides>8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Three Cups of Tea</vt:lpstr>
      <vt:lpstr>Balti proverb (Northern Pakistan) The first time you share tea with a Balti, you are a stranger. The second time, you are an honored guest. The third time, you become family. -Pakistani Proverb-Greg Mortensen, Three Cups of Tea</vt:lpstr>
      <vt:lpstr>Three Cups of Tea</vt:lpstr>
      <vt:lpstr>First Cup of Tea</vt:lpstr>
      <vt:lpstr>PowerPoint Presentation</vt:lpstr>
      <vt:lpstr>Second Cup of Tea</vt:lpstr>
      <vt:lpstr>Third Cup of Tea</vt:lpstr>
      <vt:lpstr>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Cups of Tea</dc:title>
  <dc:creator>Amy C Gessert</dc:creator>
  <cp:lastModifiedBy>Amy C Gessert</cp:lastModifiedBy>
  <cp:revision>3</cp:revision>
  <dcterms:created xsi:type="dcterms:W3CDTF">2024-05-03T18:23:49Z</dcterms:created>
  <dcterms:modified xsi:type="dcterms:W3CDTF">2025-06-10T13:30:17Z</dcterms:modified>
</cp:coreProperties>
</file>