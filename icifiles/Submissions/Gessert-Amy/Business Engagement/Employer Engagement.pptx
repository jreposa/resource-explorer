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538" r:id="rId2"/>
    <p:sldId id="524" r:id="rId3"/>
    <p:sldId id="268" r:id="rId4"/>
    <p:sldId id="353" r:id="rId5"/>
    <p:sldId id="507" r:id="rId6"/>
    <p:sldId id="508" r:id="rId7"/>
    <p:sldId id="509" r:id="rId8"/>
    <p:sldId id="354" r:id="rId9"/>
    <p:sldId id="510" r:id="rId10"/>
    <p:sldId id="511" r:id="rId11"/>
    <p:sldId id="436" r:id="rId12"/>
    <p:sldId id="371" r:id="rId13"/>
    <p:sldId id="292" r:id="rId14"/>
    <p:sldId id="360" r:id="rId15"/>
    <p:sldId id="370" r:id="rId16"/>
    <p:sldId id="366" r:id="rId17"/>
    <p:sldId id="536" r:id="rId18"/>
    <p:sldId id="518" r:id="rId19"/>
    <p:sldId id="537" r:id="rId20"/>
    <p:sldId id="364" r:id="rId21"/>
    <p:sldId id="441" r:id="rId22"/>
    <p:sldId id="367" r:id="rId23"/>
    <p:sldId id="4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20"/>
    <p:restoredTop sz="95135"/>
  </p:normalViewPr>
  <p:slideViewPr>
    <p:cSldViewPr snapToGrid="0">
      <p:cViewPr varScale="1">
        <p:scale>
          <a:sx n="90" d="100"/>
          <a:sy n="90" d="100"/>
        </p:scale>
        <p:origin x="520" y="19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4E1326-05B5-41E7-8B73-50A3D9246F29}" type="doc">
      <dgm:prSet loTypeId="urn:microsoft.com/office/officeart/2005/8/layout/hierarchy1" loCatId="hierarchy" qsTypeId="urn:microsoft.com/office/officeart/2005/8/quickstyle/simple5" qsCatId="simple" csTypeId="urn:microsoft.com/office/officeart/2005/8/colors/accent2_2" csCatId="accent2" phldr="1"/>
      <dgm:spPr/>
      <dgm:t>
        <a:bodyPr/>
        <a:lstStyle/>
        <a:p>
          <a:endParaRPr lang="en-US"/>
        </a:p>
      </dgm:t>
    </dgm:pt>
    <dgm:pt modelId="{1C6148EC-C767-476A-963C-4E5A47604F41}">
      <dgm:prSet/>
      <dgm:spPr/>
      <dgm:t>
        <a:bodyPr/>
        <a:lstStyle/>
        <a:p>
          <a:pPr>
            <a:defRPr cap="all"/>
          </a:pPr>
          <a:r>
            <a:rPr lang="en-US"/>
            <a:t>Involve them in the process</a:t>
          </a:r>
        </a:p>
      </dgm:t>
    </dgm:pt>
    <dgm:pt modelId="{3DDDDEC9-A491-44D3-8B6F-C203FAD38C3C}" type="parTrans" cxnId="{14243A33-252D-4629-9FB6-A611528D3A3D}">
      <dgm:prSet/>
      <dgm:spPr/>
      <dgm:t>
        <a:bodyPr/>
        <a:lstStyle/>
        <a:p>
          <a:endParaRPr lang="en-US"/>
        </a:p>
      </dgm:t>
    </dgm:pt>
    <dgm:pt modelId="{2D87E808-03A8-4253-A261-3F190356AF48}" type="sibTrans" cxnId="{14243A33-252D-4629-9FB6-A611528D3A3D}">
      <dgm:prSet/>
      <dgm:spPr/>
      <dgm:t>
        <a:bodyPr/>
        <a:lstStyle/>
        <a:p>
          <a:endParaRPr lang="en-US"/>
        </a:p>
      </dgm:t>
    </dgm:pt>
    <dgm:pt modelId="{2C69C21D-57B3-47B4-9EED-0613A2547ADA}">
      <dgm:prSet/>
      <dgm:spPr/>
      <dgm:t>
        <a:bodyPr/>
        <a:lstStyle/>
        <a:p>
          <a:pPr>
            <a:defRPr cap="all"/>
          </a:pPr>
          <a:r>
            <a:rPr lang="en-US"/>
            <a:t>They have networks that can be useful</a:t>
          </a:r>
        </a:p>
      </dgm:t>
    </dgm:pt>
    <dgm:pt modelId="{276B457B-6699-475E-A3D2-788651FB8BCF}" type="parTrans" cxnId="{A3FCEC51-6526-4A18-99AF-9DE3CAB7E27E}">
      <dgm:prSet/>
      <dgm:spPr/>
      <dgm:t>
        <a:bodyPr/>
        <a:lstStyle/>
        <a:p>
          <a:endParaRPr lang="en-US"/>
        </a:p>
      </dgm:t>
    </dgm:pt>
    <dgm:pt modelId="{E96E084F-A008-4BEB-8BDF-093105FD1725}" type="sibTrans" cxnId="{A3FCEC51-6526-4A18-99AF-9DE3CAB7E27E}">
      <dgm:prSet/>
      <dgm:spPr/>
      <dgm:t>
        <a:bodyPr/>
        <a:lstStyle/>
        <a:p>
          <a:endParaRPr lang="en-US"/>
        </a:p>
      </dgm:t>
    </dgm:pt>
    <dgm:pt modelId="{03B9533E-E6D6-854B-93A8-CB35854248D7}" type="pres">
      <dgm:prSet presAssocID="{284E1326-05B5-41E7-8B73-50A3D9246F29}" presName="hierChild1" presStyleCnt="0">
        <dgm:presLayoutVars>
          <dgm:chPref val="1"/>
          <dgm:dir/>
          <dgm:animOne val="branch"/>
          <dgm:animLvl val="lvl"/>
          <dgm:resizeHandles/>
        </dgm:presLayoutVars>
      </dgm:prSet>
      <dgm:spPr/>
    </dgm:pt>
    <dgm:pt modelId="{79312E3C-8FE0-6D4D-815E-F206983895FF}" type="pres">
      <dgm:prSet presAssocID="{1C6148EC-C767-476A-963C-4E5A47604F41}" presName="hierRoot1" presStyleCnt="0"/>
      <dgm:spPr/>
    </dgm:pt>
    <dgm:pt modelId="{72F5399B-C85F-F148-A31F-DEF44C06CDBD}" type="pres">
      <dgm:prSet presAssocID="{1C6148EC-C767-476A-963C-4E5A47604F41}" presName="composite" presStyleCnt="0"/>
      <dgm:spPr/>
    </dgm:pt>
    <dgm:pt modelId="{FD6154FF-7D1A-B543-91AD-C66E6883E76B}" type="pres">
      <dgm:prSet presAssocID="{1C6148EC-C767-476A-963C-4E5A47604F41}" presName="background" presStyleLbl="node0" presStyleIdx="0" presStyleCnt="2"/>
      <dgm:spPr/>
    </dgm:pt>
    <dgm:pt modelId="{25AF30F7-9C80-614B-B086-7CAD7291D286}" type="pres">
      <dgm:prSet presAssocID="{1C6148EC-C767-476A-963C-4E5A47604F41}" presName="text" presStyleLbl="fgAcc0" presStyleIdx="0" presStyleCnt="2">
        <dgm:presLayoutVars>
          <dgm:chPref val="3"/>
        </dgm:presLayoutVars>
      </dgm:prSet>
      <dgm:spPr/>
    </dgm:pt>
    <dgm:pt modelId="{C90BD206-49DE-4640-A1FE-AF7DE0BB78C9}" type="pres">
      <dgm:prSet presAssocID="{1C6148EC-C767-476A-963C-4E5A47604F41}" presName="hierChild2" presStyleCnt="0"/>
      <dgm:spPr/>
    </dgm:pt>
    <dgm:pt modelId="{6DFB07DD-EA83-F145-BE67-AE5DA5C935F5}" type="pres">
      <dgm:prSet presAssocID="{2C69C21D-57B3-47B4-9EED-0613A2547ADA}" presName="hierRoot1" presStyleCnt="0"/>
      <dgm:spPr/>
    </dgm:pt>
    <dgm:pt modelId="{593C2302-BB1A-714C-A52E-C2631C4D2706}" type="pres">
      <dgm:prSet presAssocID="{2C69C21D-57B3-47B4-9EED-0613A2547ADA}" presName="composite" presStyleCnt="0"/>
      <dgm:spPr/>
    </dgm:pt>
    <dgm:pt modelId="{B03576BA-0E6B-854B-BF95-7B9F0B586DCD}" type="pres">
      <dgm:prSet presAssocID="{2C69C21D-57B3-47B4-9EED-0613A2547ADA}" presName="background" presStyleLbl="node0" presStyleIdx="1" presStyleCnt="2"/>
      <dgm:spPr/>
    </dgm:pt>
    <dgm:pt modelId="{9D5D2C06-4FF6-684E-BEC3-8E49F5DC7622}" type="pres">
      <dgm:prSet presAssocID="{2C69C21D-57B3-47B4-9EED-0613A2547ADA}" presName="text" presStyleLbl="fgAcc0" presStyleIdx="1" presStyleCnt="2">
        <dgm:presLayoutVars>
          <dgm:chPref val="3"/>
        </dgm:presLayoutVars>
      </dgm:prSet>
      <dgm:spPr/>
    </dgm:pt>
    <dgm:pt modelId="{1D426435-5FED-7640-B13A-D98E0454A93F}" type="pres">
      <dgm:prSet presAssocID="{2C69C21D-57B3-47B4-9EED-0613A2547ADA}" presName="hierChild2" presStyleCnt="0"/>
      <dgm:spPr/>
    </dgm:pt>
  </dgm:ptLst>
  <dgm:cxnLst>
    <dgm:cxn modelId="{6BDFB02C-4C84-7644-9EE4-D63C53C26B3A}" type="presOf" srcId="{2C69C21D-57B3-47B4-9EED-0613A2547ADA}" destId="{9D5D2C06-4FF6-684E-BEC3-8E49F5DC7622}" srcOrd="0" destOrd="0" presId="urn:microsoft.com/office/officeart/2005/8/layout/hierarchy1"/>
    <dgm:cxn modelId="{14243A33-252D-4629-9FB6-A611528D3A3D}" srcId="{284E1326-05B5-41E7-8B73-50A3D9246F29}" destId="{1C6148EC-C767-476A-963C-4E5A47604F41}" srcOrd="0" destOrd="0" parTransId="{3DDDDEC9-A491-44D3-8B6F-C203FAD38C3C}" sibTransId="{2D87E808-03A8-4253-A261-3F190356AF48}"/>
    <dgm:cxn modelId="{A3FCEC51-6526-4A18-99AF-9DE3CAB7E27E}" srcId="{284E1326-05B5-41E7-8B73-50A3D9246F29}" destId="{2C69C21D-57B3-47B4-9EED-0613A2547ADA}" srcOrd="1" destOrd="0" parTransId="{276B457B-6699-475E-A3D2-788651FB8BCF}" sibTransId="{E96E084F-A008-4BEB-8BDF-093105FD1725}"/>
    <dgm:cxn modelId="{FFFCBBD4-3212-CA4C-8823-94740C300CCD}" type="presOf" srcId="{1C6148EC-C767-476A-963C-4E5A47604F41}" destId="{25AF30F7-9C80-614B-B086-7CAD7291D286}" srcOrd="0" destOrd="0" presId="urn:microsoft.com/office/officeart/2005/8/layout/hierarchy1"/>
    <dgm:cxn modelId="{A415CDE6-2076-B940-BA9B-6DD98A596F9F}" type="presOf" srcId="{284E1326-05B5-41E7-8B73-50A3D9246F29}" destId="{03B9533E-E6D6-854B-93A8-CB35854248D7}" srcOrd="0" destOrd="0" presId="urn:microsoft.com/office/officeart/2005/8/layout/hierarchy1"/>
    <dgm:cxn modelId="{51054620-7C38-B04C-8086-1E0C56101783}" type="presParOf" srcId="{03B9533E-E6D6-854B-93A8-CB35854248D7}" destId="{79312E3C-8FE0-6D4D-815E-F206983895FF}" srcOrd="0" destOrd="0" presId="urn:microsoft.com/office/officeart/2005/8/layout/hierarchy1"/>
    <dgm:cxn modelId="{DF955B14-CA25-4542-AEF5-FE26ADA347BF}" type="presParOf" srcId="{79312E3C-8FE0-6D4D-815E-F206983895FF}" destId="{72F5399B-C85F-F148-A31F-DEF44C06CDBD}" srcOrd="0" destOrd="0" presId="urn:microsoft.com/office/officeart/2005/8/layout/hierarchy1"/>
    <dgm:cxn modelId="{703FDB89-86F8-5D41-A52A-3D8FE133961F}" type="presParOf" srcId="{72F5399B-C85F-F148-A31F-DEF44C06CDBD}" destId="{FD6154FF-7D1A-B543-91AD-C66E6883E76B}" srcOrd="0" destOrd="0" presId="urn:microsoft.com/office/officeart/2005/8/layout/hierarchy1"/>
    <dgm:cxn modelId="{A7E36E60-42C7-2649-A026-ABAC3F6D2890}" type="presParOf" srcId="{72F5399B-C85F-F148-A31F-DEF44C06CDBD}" destId="{25AF30F7-9C80-614B-B086-7CAD7291D286}" srcOrd="1" destOrd="0" presId="urn:microsoft.com/office/officeart/2005/8/layout/hierarchy1"/>
    <dgm:cxn modelId="{B91E5E87-4DC4-D945-B414-B501E78D79A9}" type="presParOf" srcId="{79312E3C-8FE0-6D4D-815E-F206983895FF}" destId="{C90BD206-49DE-4640-A1FE-AF7DE0BB78C9}" srcOrd="1" destOrd="0" presId="urn:microsoft.com/office/officeart/2005/8/layout/hierarchy1"/>
    <dgm:cxn modelId="{21D53D82-9936-8642-B902-F49142BEA2EC}" type="presParOf" srcId="{03B9533E-E6D6-854B-93A8-CB35854248D7}" destId="{6DFB07DD-EA83-F145-BE67-AE5DA5C935F5}" srcOrd="1" destOrd="0" presId="urn:microsoft.com/office/officeart/2005/8/layout/hierarchy1"/>
    <dgm:cxn modelId="{19A6BF43-45AD-7449-B1D4-F2C5B4128DA3}" type="presParOf" srcId="{6DFB07DD-EA83-F145-BE67-AE5DA5C935F5}" destId="{593C2302-BB1A-714C-A52E-C2631C4D2706}" srcOrd="0" destOrd="0" presId="urn:microsoft.com/office/officeart/2005/8/layout/hierarchy1"/>
    <dgm:cxn modelId="{6E028DD8-9FEC-564C-AA27-562AB9D2A5C1}" type="presParOf" srcId="{593C2302-BB1A-714C-A52E-C2631C4D2706}" destId="{B03576BA-0E6B-854B-BF95-7B9F0B586DCD}" srcOrd="0" destOrd="0" presId="urn:microsoft.com/office/officeart/2005/8/layout/hierarchy1"/>
    <dgm:cxn modelId="{EA12A945-AFAD-F64D-92BF-0AEAFF6D7DA8}" type="presParOf" srcId="{593C2302-BB1A-714C-A52E-C2631C4D2706}" destId="{9D5D2C06-4FF6-684E-BEC3-8E49F5DC7622}" srcOrd="1" destOrd="0" presId="urn:microsoft.com/office/officeart/2005/8/layout/hierarchy1"/>
    <dgm:cxn modelId="{90F62C4B-3EC3-BB43-AFBC-A24A8D0D6D43}" type="presParOf" srcId="{6DFB07DD-EA83-F145-BE67-AE5DA5C935F5}" destId="{1D426435-5FED-7640-B13A-D98E0454A93F}"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37FC9E-27A7-4CA1-AB07-A8316BD733E9}"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C6C1F70-711B-4C81-8967-3B67022557AF}">
      <dgm:prSet/>
      <dgm:spPr/>
      <dgm:t>
        <a:bodyPr/>
        <a:lstStyle/>
        <a:p>
          <a:r>
            <a:rPr lang="en-US" dirty="0"/>
            <a:t>Labor Market Survey</a:t>
          </a:r>
        </a:p>
      </dgm:t>
    </dgm:pt>
    <dgm:pt modelId="{CBF71C81-F5B6-454D-A681-6FBA324CFAAC}" type="parTrans" cxnId="{AE4D00F1-34B7-4E76-B499-33C33B56D315}">
      <dgm:prSet/>
      <dgm:spPr/>
      <dgm:t>
        <a:bodyPr/>
        <a:lstStyle/>
        <a:p>
          <a:endParaRPr lang="en-US"/>
        </a:p>
      </dgm:t>
    </dgm:pt>
    <dgm:pt modelId="{E48B1331-0F96-4B8E-B29F-06A44F6A7B9F}" type="sibTrans" cxnId="{AE4D00F1-34B7-4E76-B499-33C33B56D315}">
      <dgm:prSet/>
      <dgm:spPr/>
      <dgm:t>
        <a:bodyPr/>
        <a:lstStyle/>
        <a:p>
          <a:endParaRPr lang="en-US"/>
        </a:p>
      </dgm:t>
    </dgm:pt>
    <dgm:pt modelId="{A9C4D765-0267-452C-851A-70897AB7963C}">
      <dgm:prSet/>
      <dgm:spPr/>
      <dgm:t>
        <a:bodyPr/>
        <a:lstStyle/>
        <a:p>
          <a:r>
            <a:rPr lang="en-US" dirty="0"/>
            <a:t>American Job Centers</a:t>
          </a:r>
        </a:p>
      </dgm:t>
    </dgm:pt>
    <dgm:pt modelId="{1F5E7950-94A3-4B31-87D9-9329289D2EF5}" type="parTrans" cxnId="{2138A76A-79CD-4869-965E-0BE6679AADD8}">
      <dgm:prSet/>
      <dgm:spPr/>
      <dgm:t>
        <a:bodyPr/>
        <a:lstStyle/>
        <a:p>
          <a:endParaRPr lang="en-US"/>
        </a:p>
      </dgm:t>
    </dgm:pt>
    <dgm:pt modelId="{B735BDFA-3EA9-49D2-AA60-EFD852AA3651}" type="sibTrans" cxnId="{2138A76A-79CD-4869-965E-0BE6679AADD8}">
      <dgm:prSet/>
      <dgm:spPr/>
      <dgm:t>
        <a:bodyPr/>
        <a:lstStyle/>
        <a:p>
          <a:endParaRPr lang="en-US"/>
        </a:p>
      </dgm:t>
    </dgm:pt>
    <dgm:pt modelId="{9B70378A-695F-4860-91B6-C30777B59249}">
      <dgm:prSet/>
      <dgm:spPr/>
      <dgm:t>
        <a:bodyPr/>
        <a:lstStyle/>
        <a:p>
          <a:r>
            <a:rPr lang="en-US" dirty="0"/>
            <a:t>Employer Job Postings</a:t>
          </a:r>
        </a:p>
      </dgm:t>
    </dgm:pt>
    <dgm:pt modelId="{5E8CEB2C-1BC3-4E31-9CD1-89C782C2F2BF}" type="parTrans" cxnId="{5EEADB7F-09AA-44C6-859E-321C9C4C3ED0}">
      <dgm:prSet/>
      <dgm:spPr/>
      <dgm:t>
        <a:bodyPr/>
        <a:lstStyle/>
        <a:p>
          <a:endParaRPr lang="en-US"/>
        </a:p>
      </dgm:t>
    </dgm:pt>
    <dgm:pt modelId="{0CEEF70C-42F3-474A-A13B-CF962792E19C}" type="sibTrans" cxnId="{5EEADB7F-09AA-44C6-859E-321C9C4C3ED0}">
      <dgm:prSet/>
      <dgm:spPr/>
      <dgm:t>
        <a:bodyPr/>
        <a:lstStyle/>
        <a:p>
          <a:endParaRPr lang="en-US"/>
        </a:p>
      </dgm:t>
    </dgm:pt>
    <dgm:pt modelId="{95682241-7007-4845-8DFB-3A05C3D68DC6}">
      <dgm:prSet/>
      <dgm:spPr/>
      <dgm:t>
        <a:bodyPr/>
        <a:lstStyle/>
        <a:p>
          <a:r>
            <a:rPr lang="en-US" dirty="0"/>
            <a:t>Job Fairs</a:t>
          </a:r>
        </a:p>
      </dgm:t>
    </dgm:pt>
    <dgm:pt modelId="{8E7FD97E-163F-435D-8DBB-D65E06F18911}" type="parTrans" cxnId="{397BCA85-B3B5-4605-BD24-C1B818703B4F}">
      <dgm:prSet/>
      <dgm:spPr/>
      <dgm:t>
        <a:bodyPr/>
        <a:lstStyle/>
        <a:p>
          <a:endParaRPr lang="en-US"/>
        </a:p>
      </dgm:t>
    </dgm:pt>
    <dgm:pt modelId="{7F53345F-DD85-45EA-B182-86014666806B}" type="sibTrans" cxnId="{397BCA85-B3B5-4605-BD24-C1B818703B4F}">
      <dgm:prSet/>
      <dgm:spPr/>
      <dgm:t>
        <a:bodyPr/>
        <a:lstStyle/>
        <a:p>
          <a:endParaRPr lang="en-US"/>
        </a:p>
      </dgm:t>
    </dgm:pt>
    <dgm:pt modelId="{924516A5-CA39-4B1A-81B7-E14CC1744A0F}">
      <dgm:prSet/>
      <dgm:spPr/>
      <dgm:t>
        <a:bodyPr/>
        <a:lstStyle/>
        <a:p>
          <a:r>
            <a:rPr lang="en-US" dirty="0"/>
            <a:t>Indeed</a:t>
          </a:r>
        </a:p>
      </dgm:t>
    </dgm:pt>
    <dgm:pt modelId="{36676D06-A980-4EB2-ABCB-CE3DB813E729}" type="parTrans" cxnId="{BCAAFE10-E84F-45D7-9AA2-AC1D96329F48}">
      <dgm:prSet/>
      <dgm:spPr/>
      <dgm:t>
        <a:bodyPr/>
        <a:lstStyle/>
        <a:p>
          <a:endParaRPr lang="en-US"/>
        </a:p>
      </dgm:t>
    </dgm:pt>
    <dgm:pt modelId="{326EFC01-E735-484F-96C8-CD75D8A3C0BD}" type="sibTrans" cxnId="{BCAAFE10-E84F-45D7-9AA2-AC1D96329F48}">
      <dgm:prSet/>
      <dgm:spPr/>
      <dgm:t>
        <a:bodyPr/>
        <a:lstStyle/>
        <a:p>
          <a:endParaRPr lang="en-US"/>
        </a:p>
      </dgm:t>
    </dgm:pt>
    <dgm:pt modelId="{E2FA64E4-2AEC-4FFD-9E40-42D8572BB82F}">
      <dgm:prSet/>
      <dgm:spPr/>
      <dgm:t>
        <a:bodyPr/>
        <a:lstStyle/>
        <a:p>
          <a:r>
            <a:rPr lang="en-US" dirty="0"/>
            <a:t>Facebook Pages</a:t>
          </a:r>
        </a:p>
      </dgm:t>
    </dgm:pt>
    <dgm:pt modelId="{2EB5E09C-FFED-47CF-ADC0-944A0B03046A}" type="parTrans" cxnId="{9A06B703-A21F-43FC-B53A-45ACF510D968}">
      <dgm:prSet/>
      <dgm:spPr/>
      <dgm:t>
        <a:bodyPr/>
        <a:lstStyle/>
        <a:p>
          <a:endParaRPr lang="en-US"/>
        </a:p>
      </dgm:t>
    </dgm:pt>
    <dgm:pt modelId="{4193CF5A-4EAA-44D4-B3BC-936BF0DB409D}" type="sibTrans" cxnId="{9A06B703-A21F-43FC-B53A-45ACF510D968}">
      <dgm:prSet/>
      <dgm:spPr/>
      <dgm:t>
        <a:bodyPr/>
        <a:lstStyle/>
        <a:p>
          <a:endParaRPr lang="en-US"/>
        </a:p>
      </dgm:t>
    </dgm:pt>
    <dgm:pt modelId="{600833DE-CD2A-4E7C-9BD3-6E5C29910F25}">
      <dgm:prSet/>
      <dgm:spPr/>
      <dgm:t>
        <a:bodyPr/>
        <a:lstStyle/>
        <a:p>
          <a:r>
            <a:rPr lang="en-US" dirty="0"/>
            <a:t>City, State &amp; Federal Employment Offices</a:t>
          </a:r>
        </a:p>
      </dgm:t>
    </dgm:pt>
    <dgm:pt modelId="{D25E5142-2293-45BD-B485-3DA07E2A4B1E}" type="parTrans" cxnId="{81EA0640-2E94-43C8-B146-11782103BB00}">
      <dgm:prSet/>
      <dgm:spPr/>
      <dgm:t>
        <a:bodyPr/>
        <a:lstStyle/>
        <a:p>
          <a:endParaRPr lang="en-US"/>
        </a:p>
      </dgm:t>
    </dgm:pt>
    <dgm:pt modelId="{24F22619-B5B1-4180-A493-12DDC112B339}" type="sibTrans" cxnId="{81EA0640-2E94-43C8-B146-11782103BB00}">
      <dgm:prSet/>
      <dgm:spPr/>
      <dgm:t>
        <a:bodyPr/>
        <a:lstStyle/>
        <a:p>
          <a:endParaRPr lang="en-US"/>
        </a:p>
      </dgm:t>
    </dgm:pt>
    <dgm:pt modelId="{85B3C10F-03A5-452D-A857-F7D5E20ED6A5}">
      <dgm:prSet/>
      <dgm:spPr/>
      <dgm:t>
        <a:bodyPr/>
        <a:lstStyle/>
        <a:p>
          <a:r>
            <a:rPr lang="en-US" dirty="0"/>
            <a:t>E.E.O / Affirmative Action Offices</a:t>
          </a:r>
        </a:p>
      </dgm:t>
    </dgm:pt>
    <dgm:pt modelId="{E6B1597D-7FE2-49BD-BD1F-20DD7F051330}" type="parTrans" cxnId="{F6F9780F-7356-455D-BC7F-89DE410F5353}">
      <dgm:prSet/>
      <dgm:spPr/>
      <dgm:t>
        <a:bodyPr/>
        <a:lstStyle/>
        <a:p>
          <a:endParaRPr lang="en-US"/>
        </a:p>
      </dgm:t>
    </dgm:pt>
    <dgm:pt modelId="{9CB61BAF-AD35-4433-9B92-1229830AE4A8}" type="sibTrans" cxnId="{F6F9780F-7356-455D-BC7F-89DE410F5353}">
      <dgm:prSet/>
      <dgm:spPr/>
      <dgm:t>
        <a:bodyPr/>
        <a:lstStyle/>
        <a:p>
          <a:endParaRPr lang="en-US"/>
        </a:p>
      </dgm:t>
    </dgm:pt>
    <dgm:pt modelId="{DF70A7B3-7CB1-4EB0-8DA0-4DEEB376D35C}">
      <dgm:prSet/>
      <dgm:spPr/>
      <dgm:t>
        <a:bodyPr/>
        <a:lstStyle/>
        <a:p>
          <a:r>
            <a:rPr lang="en-US" dirty="0"/>
            <a:t>Networking Contacts</a:t>
          </a:r>
        </a:p>
      </dgm:t>
    </dgm:pt>
    <dgm:pt modelId="{37100067-6772-4E9E-BB33-65585D192507}" type="parTrans" cxnId="{A4C228E3-BEF4-4DBD-8EC5-263C03255262}">
      <dgm:prSet/>
      <dgm:spPr/>
      <dgm:t>
        <a:bodyPr/>
        <a:lstStyle/>
        <a:p>
          <a:endParaRPr lang="en-US"/>
        </a:p>
      </dgm:t>
    </dgm:pt>
    <dgm:pt modelId="{C0FC02FC-D381-40C5-8C43-6CBCB4EF56BC}" type="sibTrans" cxnId="{A4C228E3-BEF4-4DBD-8EC5-263C03255262}">
      <dgm:prSet/>
      <dgm:spPr/>
      <dgm:t>
        <a:bodyPr/>
        <a:lstStyle/>
        <a:p>
          <a:endParaRPr lang="en-US"/>
        </a:p>
      </dgm:t>
    </dgm:pt>
    <dgm:pt modelId="{003A034F-F883-7D4A-A3EE-0D203EDD5E56}" type="pres">
      <dgm:prSet presAssocID="{E237FC9E-27A7-4CA1-AB07-A8316BD733E9}" presName="vert0" presStyleCnt="0">
        <dgm:presLayoutVars>
          <dgm:dir/>
          <dgm:animOne val="branch"/>
          <dgm:animLvl val="lvl"/>
        </dgm:presLayoutVars>
      </dgm:prSet>
      <dgm:spPr/>
    </dgm:pt>
    <dgm:pt modelId="{DF73162F-4577-FE43-93FE-F363988D79A3}" type="pres">
      <dgm:prSet presAssocID="{CC6C1F70-711B-4C81-8967-3B67022557AF}" presName="thickLine" presStyleLbl="alignNode1" presStyleIdx="0" presStyleCnt="9"/>
      <dgm:spPr/>
    </dgm:pt>
    <dgm:pt modelId="{9E06E196-AB21-DA4C-A334-67FA264D55C7}" type="pres">
      <dgm:prSet presAssocID="{CC6C1F70-711B-4C81-8967-3B67022557AF}" presName="horz1" presStyleCnt="0"/>
      <dgm:spPr/>
    </dgm:pt>
    <dgm:pt modelId="{B2D7DB81-E04D-B64F-B338-3F3C61794068}" type="pres">
      <dgm:prSet presAssocID="{CC6C1F70-711B-4C81-8967-3B67022557AF}" presName="tx1" presStyleLbl="revTx" presStyleIdx="0" presStyleCnt="9"/>
      <dgm:spPr/>
    </dgm:pt>
    <dgm:pt modelId="{70A9DA0D-2689-4E42-9F6E-30DC48DF9842}" type="pres">
      <dgm:prSet presAssocID="{CC6C1F70-711B-4C81-8967-3B67022557AF}" presName="vert1" presStyleCnt="0"/>
      <dgm:spPr/>
    </dgm:pt>
    <dgm:pt modelId="{59E89FEB-3AFA-804E-9C15-81BDBEA106E9}" type="pres">
      <dgm:prSet presAssocID="{A9C4D765-0267-452C-851A-70897AB7963C}" presName="thickLine" presStyleLbl="alignNode1" presStyleIdx="1" presStyleCnt="9"/>
      <dgm:spPr/>
    </dgm:pt>
    <dgm:pt modelId="{DE9B874E-6520-474D-82A9-19AEF9837119}" type="pres">
      <dgm:prSet presAssocID="{A9C4D765-0267-452C-851A-70897AB7963C}" presName="horz1" presStyleCnt="0"/>
      <dgm:spPr/>
    </dgm:pt>
    <dgm:pt modelId="{5C4CCA7D-C3CA-5547-A2C0-2F6E174AC77C}" type="pres">
      <dgm:prSet presAssocID="{A9C4D765-0267-452C-851A-70897AB7963C}" presName="tx1" presStyleLbl="revTx" presStyleIdx="1" presStyleCnt="9"/>
      <dgm:spPr/>
    </dgm:pt>
    <dgm:pt modelId="{109F9116-9476-CC4E-B239-DA5CB86969EE}" type="pres">
      <dgm:prSet presAssocID="{A9C4D765-0267-452C-851A-70897AB7963C}" presName="vert1" presStyleCnt="0"/>
      <dgm:spPr/>
    </dgm:pt>
    <dgm:pt modelId="{765DF0CE-ECD2-4448-9506-C8C131E3F751}" type="pres">
      <dgm:prSet presAssocID="{9B70378A-695F-4860-91B6-C30777B59249}" presName="thickLine" presStyleLbl="alignNode1" presStyleIdx="2" presStyleCnt="9"/>
      <dgm:spPr/>
    </dgm:pt>
    <dgm:pt modelId="{BAC31312-0A9B-E147-BCBB-4293695CF683}" type="pres">
      <dgm:prSet presAssocID="{9B70378A-695F-4860-91B6-C30777B59249}" presName="horz1" presStyleCnt="0"/>
      <dgm:spPr/>
    </dgm:pt>
    <dgm:pt modelId="{F073253E-DC6B-C042-B68E-13B208FC4966}" type="pres">
      <dgm:prSet presAssocID="{9B70378A-695F-4860-91B6-C30777B59249}" presName="tx1" presStyleLbl="revTx" presStyleIdx="2" presStyleCnt="9"/>
      <dgm:spPr/>
    </dgm:pt>
    <dgm:pt modelId="{CC1193F1-FB2A-B74F-ACB0-E93F0DDF3B6D}" type="pres">
      <dgm:prSet presAssocID="{9B70378A-695F-4860-91B6-C30777B59249}" presName="vert1" presStyleCnt="0"/>
      <dgm:spPr/>
    </dgm:pt>
    <dgm:pt modelId="{2A41D33F-948E-1E40-AE74-0646E4E7A1FB}" type="pres">
      <dgm:prSet presAssocID="{95682241-7007-4845-8DFB-3A05C3D68DC6}" presName="thickLine" presStyleLbl="alignNode1" presStyleIdx="3" presStyleCnt="9"/>
      <dgm:spPr/>
    </dgm:pt>
    <dgm:pt modelId="{55C023A1-B6B0-B044-84F6-4580365375E4}" type="pres">
      <dgm:prSet presAssocID="{95682241-7007-4845-8DFB-3A05C3D68DC6}" presName="horz1" presStyleCnt="0"/>
      <dgm:spPr/>
    </dgm:pt>
    <dgm:pt modelId="{CCDE46BA-CE2A-284E-908C-DF38DEB59A1E}" type="pres">
      <dgm:prSet presAssocID="{95682241-7007-4845-8DFB-3A05C3D68DC6}" presName="tx1" presStyleLbl="revTx" presStyleIdx="3" presStyleCnt="9"/>
      <dgm:spPr/>
    </dgm:pt>
    <dgm:pt modelId="{23E1EC48-C639-894C-A387-ECA8A287FD15}" type="pres">
      <dgm:prSet presAssocID="{95682241-7007-4845-8DFB-3A05C3D68DC6}" presName="vert1" presStyleCnt="0"/>
      <dgm:spPr/>
    </dgm:pt>
    <dgm:pt modelId="{0E995368-3538-2646-8A8A-0587D4BE6B3A}" type="pres">
      <dgm:prSet presAssocID="{924516A5-CA39-4B1A-81B7-E14CC1744A0F}" presName="thickLine" presStyleLbl="alignNode1" presStyleIdx="4" presStyleCnt="9"/>
      <dgm:spPr/>
    </dgm:pt>
    <dgm:pt modelId="{B25254F6-BD03-964A-89F4-08F649B08F2E}" type="pres">
      <dgm:prSet presAssocID="{924516A5-CA39-4B1A-81B7-E14CC1744A0F}" presName="horz1" presStyleCnt="0"/>
      <dgm:spPr/>
    </dgm:pt>
    <dgm:pt modelId="{2269BEE0-279E-FB40-AA2D-7BC555424204}" type="pres">
      <dgm:prSet presAssocID="{924516A5-CA39-4B1A-81B7-E14CC1744A0F}" presName="tx1" presStyleLbl="revTx" presStyleIdx="4" presStyleCnt="9"/>
      <dgm:spPr/>
    </dgm:pt>
    <dgm:pt modelId="{A4CECE5D-60E7-654C-9E1D-CD18447D3716}" type="pres">
      <dgm:prSet presAssocID="{924516A5-CA39-4B1A-81B7-E14CC1744A0F}" presName="vert1" presStyleCnt="0"/>
      <dgm:spPr/>
    </dgm:pt>
    <dgm:pt modelId="{1370A646-6E82-A145-9242-D1B939F9C6F2}" type="pres">
      <dgm:prSet presAssocID="{E2FA64E4-2AEC-4FFD-9E40-42D8572BB82F}" presName="thickLine" presStyleLbl="alignNode1" presStyleIdx="5" presStyleCnt="9"/>
      <dgm:spPr/>
    </dgm:pt>
    <dgm:pt modelId="{3976832B-130C-7F40-B3EB-5114EF022845}" type="pres">
      <dgm:prSet presAssocID="{E2FA64E4-2AEC-4FFD-9E40-42D8572BB82F}" presName="horz1" presStyleCnt="0"/>
      <dgm:spPr/>
    </dgm:pt>
    <dgm:pt modelId="{EA11AF81-1CE9-2148-86FD-7D35CA909BB2}" type="pres">
      <dgm:prSet presAssocID="{E2FA64E4-2AEC-4FFD-9E40-42D8572BB82F}" presName="tx1" presStyleLbl="revTx" presStyleIdx="5" presStyleCnt="9"/>
      <dgm:spPr/>
    </dgm:pt>
    <dgm:pt modelId="{239F5179-5239-A74D-8D08-A23D53B62004}" type="pres">
      <dgm:prSet presAssocID="{E2FA64E4-2AEC-4FFD-9E40-42D8572BB82F}" presName="vert1" presStyleCnt="0"/>
      <dgm:spPr/>
    </dgm:pt>
    <dgm:pt modelId="{5A8B71F0-76F1-3B46-BECF-5C6728CD6F64}" type="pres">
      <dgm:prSet presAssocID="{600833DE-CD2A-4E7C-9BD3-6E5C29910F25}" presName="thickLine" presStyleLbl="alignNode1" presStyleIdx="6" presStyleCnt="9"/>
      <dgm:spPr/>
    </dgm:pt>
    <dgm:pt modelId="{48EB9A9D-33F8-1744-BA83-01F49D68F5F8}" type="pres">
      <dgm:prSet presAssocID="{600833DE-CD2A-4E7C-9BD3-6E5C29910F25}" presName="horz1" presStyleCnt="0"/>
      <dgm:spPr/>
    </dgm:pt>
    <dgm:pt modelId="{3A7A14BC-3FBA-C940-B2F2-56D0820A5944}" type="pres">
      <dgm:prSet presAssocID="{600833DE-CD2A-4E7C-9BD3-6E5C29910F25}" presName="tx1" presStyleLbl="revTx" presStyleIdx="6" presStyleCnt="9"/>
      <dgm:spPr/>
    </dgm:pt>
    <dgm:pt modelId="{C2D8ED44-BCA7-4F49-AB1B-92CBFD404BCD}" type="pres">
      <dgm:prSet presAssocID="{600833DE-CD2A-4E7C-9BD3-6E5C29910F25}" presName="vert1" presStyleCnt="0"/>
      <dgm:spPr/>
    </dgm:pt>
    <dgm:pt modelId="{7FB4F9C2-20EB-DA4A-A6CB-F685DDCABADF}" type="pres">
      <dgm:prSet presAssocID="{85B3C10F-03A5-452D-A857-F7D5E20ED6A5}" presName="thickLine" presStyleLbl="alignNode1" presStyleIdx="7" presStyleCnt="9"/>
      <dgm:spPr/>
    </dgm:pt>
    <dgm:pt modelId="{CFDB0F6E-6825-744E-B792-45116B2CBEAC}" type="pres">
      <dgm:prSet presAssocID="{85B3C10F-03A5-452D-A857-F7D5E20ED6A5}" presName="horz1" presStyleCnt="0"/>
      <dgm:spPr/>
    </dgm:pt>
    <dgm:pt modelId="{15F5E4FB-32CD-D445-903C-36A964D8E3A1}" type="pres">
      <dgm:prSet presAssocID="{85B3C10F-03A5-452D-A857-F7D5E20ED6A5}" presName="tx1" presStyleLbl="revTx" presStyleIdx="7" presStyleCnt="9"/>
      <dgm:spPr/>
    </dgm:pt>
    <dgm:pt modelId="{9B89F0C2-AD41-8440-9F4F-9D55835DA5E6}" type="pres">
      <dgm:prSet presAssocID="{85B3C10F-03A5-452D-A857-F7D5E20ED6A5}" presName="vert1" presStyleCnt="0"/>
      <dgm:spPr/>
    </dgm:pt>
    <dgm:pt modelId="{3C9834A1-FA7F-CF42-8577-3D1815484662}" type="pres">
      <dgm:prSet presAssocID="{DF70A7B3-7CB1-4EB0-8DA0-4DEEB376D35C}" presName="thickLine" presStyleLbl="alignNode1" presStyleIdx="8" presStyleCnt="9"/>
      <dgm:spPr/>
    </dgm:pt>
    <dgm:pt modelId="{43A62D2A-610B-B44A-A0A4-B988B9CF1E09}" type="pres">
      <dgm:prSet presAssocID="{DF70A7B3-7CB1-4EB0-8DA0-4DEEB376D35C}" presName="horz1" presStyleCnt="0"/>
      <dgm:spPr/>
    </dgm:pt>
    <dgm:pt modelId="{A9A74893-0303-CC47-9B9E-7BAC38AB740C}" type="pres">
      <dgm:prSet presAssocID="{DF70A7B3-7CB1-4EB0-8DA0-4DEEB376D35C}" presName="tx1" presStyleLbl="revTx" presStyleIdx="8" presStyleCnt="9"/>
      <dgm:spPr/>
    </dgm:pt>
    <dgm:pt modelId="{0383A760-B7DA-3D4E-9C32-800DFC8B3DA8}" type="pres">
      <dgm:prSet presAssocID="{DF70A7B3-7CB1-4EB0-8DA0-4DEEB376D35C}" presName="vert1" presStyleCnt="0"/>
      <dgm:spPr/>
    </dgm:pt>
  </dgm:ptLst>
  <dgm:cxnLst>
    <dgm:cxn modelId="{9A06B703-A21F-43FC-B53A-45ACF510D968}" srcId="{E237FC9E-27A7-4CA1-AB07-A8316BD733E9}" destId="{E2FA64E4-2AEC-4FFD-9E40-42D8572BB82F}" srcOrd="5" destOrd="0" parTransId="{2EB5E09C-FFED-47CF-ADC0-944A0B03046A}" sibTransId="{4193CF5A-4EAA-44D4-B3BC-936BF0DB409D}"/>
    <dgm:cxn modelId="{67D4ED07-9D42-F242-9786-D788273769D0}" type="presOf" srcId="{95682241-7007-4845-8DFB-3A05C3D68DC6}" destId="{CCDE46BA-CE2A-284E-908C-DF38DEB59A1E}" srcOrd="0" destOrd="0" presId="urn:microsoft.com/office/officeart/2008/layout/LinedList"/>
    <dgm:cxn modelId="{F6F9780F-7356-455D-BC7F-89DE410F5353}" srcId="{E237FC9E-27A7-4CA1-AB07-A8316BD733E9}" destId="{85B3C10F-03A5-452D-A857-F7D5E20ED6A5}" srcOrd="7" destOrd="0" parTransId="{E6B1597D-7FE2-49BD-BD1F-20DD7F051330}" sibTransId="{9CB61BAF-AD35-4433-9B92-1229830AE4A8}"/>
    <dgm:cxn modelId="{BCAAFE10-E84F-45D7-9AA2-AC1D96329F48}" srcId="{E237FC9E-27A7-4CA1-AB07-A8316BD733E9}" destId="{924516A5-CA39-4B1A-81B7-E14CC1744A0F}" srcOrd="4" destOrd="0" parTransId="{36676D06-A980-4EB2-ABCB-CE3DB813E729}" sibTransId="{326EFC01-E735-484F-96C8-CD75D8A3C0BD}"/>
    <dgm:cxn modelId="{48DEBB29-D284-C84C-AD4F-D58B0DEE4815}" type="presOf" srcId="{924516A5-CA39-4B1A-81B7-E14CC1744A0F}" destId="{2269BEE0-279E-FB40-AA2D-7BC555424204}" srcOrd="0" destOrd="0" presId="urn:microsoft.com/office/officeart/2008/layout/LinedList"/>
    <dgm:cxn modelId="{B4A10C2A-3D9B-6547-A5E4-1CB8283D7D42}" type="presOf" srcId="{CC6C1F70-711B-4C81-8967-3B67022557AF}" destId="{B2D7DB81-E04D-B64F-B338-3F3C61794068}" srcOrd="0" destOrd="0" presId="urn:microsoft.com/office/officeart/2008/layout/LinedList"/>
    <dgm:cxn modelId="{81EA0640-2E94-43C8-B146-11782103BB00}" srcId="{E237FC9E-27A7-4CA1-AB07-A8316BD733E9}" destId="{600833DE-CD2A-4E7C-9BD3-6E5C29910F25}" srcOrd="6" destOrd="0" parTransId="{D25E5142-2293-45BD-B485-3DA07E2A4B1E}" sibTransId="{24F22619-B5B1-4180-A493-12DDC112B339}"/>
    <dgm:cxn modelId="{01282B66-0731-FE4E-943E-08B5CE09CD2C}" type="presOf" srcId="{E237FC9E-27A7-4CA1-AB07-A8316BD733E9}" destId="{003A034F-F883-7D4A-A3EE-0D203EDD5E56}" srcOrd="0" destOrd="0" presId="urn:microsoft.com/office/officeart/2008/layout/LinedList"/>
    <dgm:cxn modelId="{2138A76A-79CD-4869-965E-0BE6679AADD8}" srcId="{E237FC9E-27A7-4CA1-AB07-A8316BD733E9}" destId="{A9C4D765-0267-452C-851A-70897AB7963C}" srcOrd="1" destOrd="0" parTransId="{1F5E7950-94A3-4B31-87D9-9329289D2EF5}" sibTransId="{B735BDFA-3EA9-49D2-AA60-EFD852AA3651}"/>
    <dgm:cxn modelId="{3B766170-E285-664C-AD5E-4CC48C1DE5D7}" type="presOf" srcId="{DF70A7B3-7CB1-4EB0-8DA0-4DEEB376D35C}" destId="{A9A74893-0303-CC47-9B9E-7BAC38AB740C}" srcOrd="0" destOrd="0" presId="urn:microsoft.com/office/officeart/2008/layout/LinedList"/>
    <dgm:cxn modelId="{EFAB687D-832E-5542-B4B8-CDBBDA201186}" type="presOf" srcId="{9B70378A-695F-4860-91B6-C30777B59249}" destId="{F073253E-DC6B-C042-B68E-13B208FC4966}" srcOrd="0" destOrd="0" presId="urn:microsoft.com/office/officeart/2008/layout/LinedList"/>
    <dgm:cxn modelId="{5EEADB7F-09AA-44C6-859E-321C9C4C3ED0}" srcId="{E237FC9E-27A7-4CA1-AB07-A8316BD733E9}" destId="{9B70378A-695F-4860-91B6-C30777B59249}" srcOrd="2" destOrd="0" parTransId="{5E8CEB2C-1BC3-4E31-9CD1-89C782C2F2BF}" sibTransId="{0CEEF70C-42F3-474A-A13B-CF962792E19C}"/>
    <dgm:cxn modelId="{6E7B9582-CC41-8C43-A256-7BC6F77C3F17}" type="presOf" srcId="{85B3C10F-03A5-452D-A857-F7D5E20ED6A5}" destId="{15F5E4FB-32CD-D445-903C-36A964D8E3A1}" srcOrd="0" destOrd="0" presId="urn:microsoft.com/office/officeart/2008/layout/LinedList"/>
    <dgm:cxn modelId="{397BCA85-B3B5-4605-BD24-C1B818703B4F}" srcId="{E237FC9E-27A7-4CA1-AB07-A8316BD733E9}" destId="{95682241-7007-4845-8DFB-3A05C3D68DC6}" srcOrd="3" destOrd="0" parTransId="{8E7FD97E-163F-435D-8DBB-D65E06F18911}" sibTransId="{7F53345F-DD85-45EA-B182-86014666806B}"/>
    <dgm:cxn modelId="{1FCCF9A2-9355-0C4D-9E83-98280BE55ED6}" type="presOf" srcId="{A9C4D765-0267-452C-851A-70897AB7963C}" destId="{5C4CCA7D-C3CA-5547-A2C0-2F6E174AC77C}" srcOrd="0" destOrd="0" presId="urn:microsoft.com/office/officeart/2008/layout/LinedList"/>
    <dgm:cxn modelId="{DC6F13DB-26A8-3E4D-9D7B-4C3C2745C3C6}" type="presOf" srcId="{E2FA64E4-2AEC-4FFD-9E40-42D8572BB82F}" destId="{EA11AF81-1CE9-2148-86FD-7D35CA909BB2}" srcOrd="0" destOrd="0" presId="urn:microsoft.com/office/officeart/2008/layout/LinedList"/>
    <dgm:cxn modelId="{A4C228E3-BEF4-4DBD-8EC5-263C03255262}" srcId="{E237FC9E-27A7-4CA1-AB07-A8316BD733E9}" destId="{DF70A7B3-7CB1-4EB0-8DA0-4DEEB376D35C}" srcOrd="8" destOrd="0" parTransId="{37100067-6772-4E9E-BB33-65585D192507}" sibTransId="{C0FC02FC-D381-40C5-8C43-6CBCB4EF56BC}"/>
    <dgm:cxn modelId="{3E91E6EB-05FC-4948-8585-6AC6BBD3DC6A}" type="presOf" srcId="{600833DE-CD2A-4E7C-9BD3-6E5C29910F25}" destId="{3A7A14BC-3FBA-C940-B2F2-56D0820A5944}" srcOrd="0" destOrd="0" presId="urn:microsoft.com/office/officeart/2008/layout/LinedList"/>
    <dgm:cxn modelId="{AE4D00F1-34B7-4E76-B499-33C33B56D315}" srcId="{E237FC9E-27A7-4CA1-AB07-A8316BD733E9}" destId="{CC6C1F70-711B-4C81-8967-3B67022557AF}" srcOrd="0" destOrd="0" parTransId="{CBF71C81-F5B6-454D-A681-6FBA324CFAAC}" sibTransId="{E48B1331-0F96-4B8E-B29F-06A44F6A7B9F}"/>
    <dgm:cxn modelId="{D2A4D21E-C561-3E4B-9D40-64ABCC04253A}" type="presParOf" srcId="{003A034F-F883-7D4A-A3EE-0D203EDD5E56}" destId="{DF73162F-4577-FE43-93FE-F363988D79A3}" srcOrd="0" destOrd="0" presId="urn:microsoft.com/office/officeart/2008/layout/LinedList"/>
    <dgm:cxn modelId="{61DAF5C3-F3E0-0548-BF50-73DF9CD5A4FA}" type="presParOf" srcId="{003A034F-F883-7D4A-A3EE-0D203EDD5E56}" destId="{9E06E196-AB21-DA4C-A334-67FA264D55C7}" srcOrd="1" destOrd="0" presId="urn:microsoft.com/office/officeart/2008/layout/LinedList"/>
    <dgm:cxn modelId="{3D567D20-7753-4943-8368-5F3401F6CCF3}" type="presParOf" srcId="{9E06E196-AB21-DA4C-A334-67FA264D55C7}" destId="{B2D7DB81-E04D-B64F-B338-3F3C61794068}" srcOrd="0" destOrd="0" presId="urn:microsoft.com/office/officeart/2008/layout/LinedList"/>
    <dgm:cxn modelId="{69B18766-5062-FE4E-9704-43D9FDF2E05E}" type="presParOf" srcId="{9E06E196-AB21-DA4C-A334-67FA264D55C7}" destId="{70A9DA0D-2689-4E42-9F6E-30DC48DF9842}" srcOrd="1" destOrd="0" presId="urn:microsoft.com/office/officeart/2008/layout/LinedList"/>
    <dgm:cxn modelId="{6FAD8C75-B660-2E47-804D-1FC738896510}" type="presParOf" srcId="{003A034F-F883-7D4A-A3EE-0D203EDD5E56}" destId="{59E89FEB-3AFA-804E-9C15-81BDBEA106E9}" srcOrd="2" destOrd="0" presId="urn:microsoft.com/office/officeart/2008/layout/LinedList"/>
    <dgm:cxn modelId="{F2759FD9-398B-3242-A02C-AD1D49A08010}" type="presParOf" srcId="{003A034F-F883-7D4A-A3EE-0D203EDD5E56}" destId="{DE9B874E-6520-474D-82A9-19AEF9837119}" srcOrd="3" destOrd="0" presId="urn:microsoft.com/office/officeart/2008/layout/LinedList"/>
    <dgm:cxn modelId="{E3453A61-FD47-1B40-83D7-AC434F19C186}" type="presParOf" srcId="{DE9B874E-6520-474D-82A9-19AEF9837119}" destId="{5C4CCA7D-C3CA-5547-A2C0-2F6E174AC77C}" srcOrd="0" destOrd="0" presId="urn:microsoft.com/office/officeart/2008/layout/LinedList"/>
    <dgm:cxn modelId="{027BC4AF-0F92-074B-B49A-C6F63BFA60C2}" type="presParOf" srcId="{DE9B874E-6520-474D-82A9-19AEF9837119}" destId="{109F9116-9476-CC4E-B239-DA5CB86969EE}" srcOrd="1" destOrd="0" presId="urn:microsoft.com/office/officeart/2008/layout/LinedList"/>
    <dgm:cxn modelId="{47BE67D6-054B-7147-A10F-8229B2D1419A}" type="presParOf" srcId="{003A034F-F883-7D4A-A3EE-0D203EDD5E56}" destId="{765DF0CE-ECD2-4448-9506-C8C131E3F751}" srcOrd="4" destOrd="0" presId="urn:microsoft.com/office/officeart/2008/layout/LinedList"/>
    <dgm:cxn modelId="{60960FBC-B43F-E14B-961A-1AA7913F976D}" type="presParOf" srcId="{003A034F-F883-7D4A-A3EE-0D203EDD5E56}" destId="{BAC31312-0A9B-E147-BCBB-4293695CF683}" srcOrd="5" destOrd="0" presId="urn:microsoft.com/office/officeart/2008/layout/LinedList"/>
    <dgm:cxn modelId="{DA0922DD-9548-BF41-8115-76DB3A6D2202}" type="presParOf" srcId="{BAC31312-0A9B-E147-BCBB-4293695CF683}" destId="{F073253E-DC6B-C042-B68E-13B208FC4966}" srcOrd="0" destOrd="0" presId="urn:microsoft.com/office/officeart/2008/layout/LinedList"/>
    <dgm:cxn modelId="{9884F58F-5A35-0F48-8D25-1F5B2FA16F84}" type="presParOf" srcId="{BAC31312-0A9B-E147-BCBB-4293695CF683}" destId="{CC1193F1-FB2A-B74F-ACB0-E93F0DDF3B6D}" srcOrd="1" destOrd="0" presId="urn:microsoft.com/office/officeart/2008/layout/LinedList"/>
    <dgm:cxn modelId="{2C74FFC1-2CD2-AD4E-8D5F-0E0DFA67BFA1}" type="presParOf" srcId="{003A034F-F883-7D4A-A3EE-0D203EDD5E56}" destId="{2A41D33F-948E-1E40-AE74-0646E4E7A1FB}" srcOrd="6" destOrd="0" presId="urn:microsoft.com/office/officeart/2008/layout/LinedList"/>
    <dgm:cxn modelId="{E4B7A950-2695-2641-A1E4-F1F579A16E14}" type="presParOf" srcId="{003A034F-F883-7D4A-A3EE-0D203EDD5E56}" destId="{55C023A1-B6B0-B044-84F6-4580365375E4}" srcOrd="7" destOrd="0" presId="urn:microsoft.com/office/officeart/2008/layout/LinedList"/>
    <dgm:cxn modelId="{B2070EDF-B6F6-C44C-97C6-6301763EA240}" type="presParOf" srcId="{55C023A1-B6B0-B044-84F6-4580365375E4}" destId="{CCDE46BA-CE2A-284E-908C-DF38DEB59A1E}" srcOrd="0" destOrd="0" presId="urn:microsoft.com/office/officeart/2008/layout/LinedList"/>
    <dgm:cxn modelId="{E876FA6A-34ED-C943-92EB-53DC28F67F32}" type="presParOf" srcId="{55C023A1-B6B0-B044-84F6-4580365375E4}" destId="{23E1EC48-C639-894C-A387-ECA8A287FD15}" srcOrd="1" destOrd="0" presId="urn:microsoft.com/office/officeart/2008/layout/LinedList"/>
    <dgm:cxn modelId="{65BBEC32-B6C1-2D4B-8E6E-72282A7497F2}" type="presParOf" srcId="{003A034F-F883-7D4A-A3EE-0D203EDD5E56}" destId="{0E995368-3538-2646-8A8A-0587D4BE6B3A}" srcOrd="8" destOrd="0" presId="urn:microsoft.com/office/officeart/2008/layout/LinedList"/>
    <dgm:cxn modelId="{EBC93110-B7DE-4648-B5BF-9882D948DF55}" type="presParOf" srcId="{003A034F-F883-7D4A-A3EE-0D203EDD5E56}" destId="{B25254F6-BD03-964A-89F4-08F649B08F2E}" srcOrd="9" destOrd="0" presId="urn:microsoft.com/office/officeart/2008/layout/LinedList"/>
    <dgm:cxn modelId="{B50D6B0C-6E26-7149-A644-6A9C0471FB34}" type="presParOf" srcId="{B25254F6-BD03-964A-89F4-08F649B08F2E}" destId="{2269BEE0-279E-FB40-AA2D-7BC555424204}" srcOrd="0" destOrd="0" presId="urn:microsoft.com/office/officeart/2008/layout/LinedList"/>
    <dgm:cxn modelId="{6C819EDC-1DB0-1F47-AFF6-907C5A778729}" type="presParOf" srcId="{B25254F6-BD03-964A-89F4-08F649B08F2E}" destId="{A4CECE5D-60E7-654C-9E1D-CD18447D3716}" srcOrd="1" destOrd="0" presId="urn:microsoft.com/office/officeart/2008/layout/LinedList"/>
    <dgm:cxn modelId="{63278127-CD2D-E149-9FBF-F300C95CA6D8}" type="presParOf" srcId="{003A034F-F883-7D4A-A3EE-0D203EDD5E56}" destId="{1370A646-6E82-A145-9242-D1B939F9C6F2}" srcOrd="10" destOrd="0" presId="urn:microsoft.com/office/officeart/2008/layout/LinedList"/>
    <dgm:cxn modelId="{DB6B54F2-ACAA-484E-99B6-21ACCC363984}" type="presParOf" srcId="{003A034F-F883-7D4A-A3EE-0D203EDD5E56}" destId="{3976832B-130C-7F40-B3EB-5114EF022845}" srcOrd="11" destOrd="0" presId="urn:microsoft.com/office/officeart/2008/layout/LinedList"/>
    <dgm:cxn modelId="{548D04AA-0F8B-F249-8D6F-ECFD617FAC2F}" type="presParOf" srcId="{3976832B-130C-7F40-B3EB-5114EF022845}" destId="{EA11AF81-1CE9-2148-86FD-7D35CA909BB2}" srcOrd="0" destOrd="0" presId="urn:microsoft.com/office/officeart/2008/layout/LinedList"/>
    <dgm:cxn modelId="{B983F094-0BFE-304D-984B-EAD38A3979F2}" type="presParOf" srcId="{3976832B-130C-7F40-B3EB-5114EF022845}" destId="{239F5179-5239-A74D-8D08-A23D53B62004}" srcOrd="1" destOrd="0" presId="urn:microsoft.com/office/officeart/2008/layout/LinedList"/>
    <dgm:cxn modelId="{8439611E-7302-4440-A328-431037EBC1F2}" type="presParOf" srcId="{003A034F-F883-7D4A-A3EE-0D203EDD5E56}" destId="{5A8B71F0-76F1-3B46-BECF-5C6728CD6F64}" srcOrd="12" destOrd="0" presId="urn:microsoft.com/office/officeart/2008/layout/LinedList"/>
    <dgm:cxn modelId="{D8EAC646-945F-654B-877E-CFB721431BB2}" type="presParOf" srcId="{003A034F-F883-7D4A-A3EE-0D203EDD5E56}" destId="{48EB9A9D-33F8-1744-BA83-01F49D68F5F8}" srcOrd="13" destOrd="0" presId="urn:microsoft.com/office/officeart/2008/layout/LinedList"/>
    <dgm:cxn modelId="{0C244878-E0D4-C946-BB3B-1F8141F6A67F}" type="presParOf" srcId="{48EB9A9D-33F8-1744-BA83-01F49D68F5F8}" destId="{3A7A14BC-3FBA-C940-B2F2-56D0820A5944}" srcOrd="0" destOrd="0" presId="urn:microsoft.com/office/officeart/2008/layout/LinedList"/>
    <dgm:cxn modelId="{C6697805-89ED-F44C-9F59-75F0781F49C8}" type="presParOf" srcId="{48EB9A9D-33F8-1744-BA83-01F49D68F5F8}" destId="{C2D8ED44-BCA7-4F49-AB1B-92CBFD404BCD}" srcOrd="1" destOrd="0" presId="urn:microsoft.com/office/officeart/2008/layout/LinedList"/>
    <dgm:cxn modelId="{163C23D7-3AC6-8C4E-B812-C75D218018C0}" type="presParOf" srcId="{003A034F-F883-7D4A-A3EE-0D203EDD5E56}" destId="{7FB4F9C2-20EB-DA4A-A6CB-F685DDCABADF}" srcOrd="14" destOrd="0" presId="urn:microsoft.com/office/officeart/2008/layout/LinedList"/>
    <dgm:cxn modelId="{E9F15646-954F-CC47-8180-77807CABAA30}" type="presParOf" srcId="{003A034F-F883-7D4A-A3EE-0D203EDD5E56}" destId="{CFDB0F6E-6825-744E-B792-45116B2CBEAC}" srcOrd="15" destOrd="0" presId="urn:microsoft.com/office/officeart/2008/layout/LinedList"/>
    <dgm:cxn modelId="{9F292A8B-36E7-224C-95F6-86B861C571D4}" type="presParOf" srcId="{CFDB0F6E-6825-744E-B792-45116B2CBEAC}" destId="{15F5E4FB-32CD-D445-903C-36A964D8E3A1}" srcOrd="0" destOrd="0" presId="urn:microsoft.com/office/officeart/2008/layout/LinedList"/>
    <dgm:cxn modelId="{857C1044-2073-E44B-AB9A-47EFC4CBB791}" type="presParOf" srcId="{CFDB0F6E-6825-744E-B792-45116B2CBEAC}" destId="{9B89F0C2-AD41-8440-9F4F-9D55835DA5E6}" srcOrd="1" destOrd="0" presId="urn:microsoft.com/office/officeart/2008/layout/LinedList"/>
    <dgm:cxn modelId="{1EBA6870-235F-054B-965B-DF91172ECE30}" type="presParOf" srcId="{003A034F-F883-7D4A-A3EE-0D203EDD5E56}" destId="{3C9834A1-FA7F-CF42-8577-3D1815484662}" srcOrd="16" destOrd="0" presId="urn:microsoft.com/office/officeart/2008/layout/LinedList"/>
    <dgm:cxn modelId="{4B1AA52B-1C02-C848-AEF5-B48226EF71C9}" type="presParOf" srcId="{003A034F-F883-7D4A-A3EE-0D203EDD5E56}" destId="{43A62D2A-610B-B44A-A0A4-B988B9CF1E09}" srcOrd="17" destOrd="0" presId="urn:microsoft.com/office/officeart/2008/layout/LinedList"/>
    <dgm:cxn modelId="{A9C22C44-87AE-4248-BA31-BA65C9981EFD}" type="presParOf" srcId="{43A62D2A-610B-B44A-A0A4-B988B9CF1E09}" destId="{A9A74893-0303-CC47-9B9E-7BAC38AB740C}" srcOrd="0" destOrd="0" presId="urn:microsoft.com/office/officeart/2008/layout/LinedList"/>
    <dgm:cxn modelId="{E9A6F58A-C336-F548-B267-C4BD9EB15FE2}" type="presParOf" srcId="{43A62D2A-610B-B44A-A0A4-B988B9CF1E09}" destId="{0383A760-B7DA-3D4E-9C32-800DFC8B3DA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C3F936-B858-45DA-BCA4-9054577FD760}"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964987E8-2350-4E35-BE1B-635E1D6CAD53}">
      <dgm:prSet/>
      <dgm:spPr/>
      <dgm:t>
        <a:bodyPr/>
        <a:lstStyle/>
        <a:p>
          <a:r>
            <a:rPr lang="en-US" dirty="0"/>
            <a:t>1. Who are the major </a:t>
          </a:r>
          <a:r>
            <a:rPr lang="en-US" b="1" dirty="0"/>
            <a:t>employers</a:t>
          </a:r>
          <a:r>
            <a:rPr lang="en-US" dirty="0"/>
            <a:t> in your area?</a:t>
          </a:r>
        </a:p>
      </dgm:t>
    </dgm:pt>
    <dgm:pt modelId="{89D5404E-C41F-4FE5-8375-FD3FF9FBBDD2}" type="parTrans" cxnId="{476413EB-E7E7-4E25-A7C8-FEA4BD61416B}">
      <dgm:prSet/>
      <dgm:spPr/>
      <dgm:t>
        <a:bodyPr/>
        <a:lstStyle/>
        <a:p>
          <a:endParaRPr lang="en-US"/>
        </a:p>
      </dgm:t>
    </dgm:pt>
    <dgm:pt modelId="{F98F4D6F-694D-491F-86F0-9A2380BE5EC5}" type="sibTrans" cxnId="{476413EB-E7E7-4E25-A7C8-FEA4BD61416B}">
      <dgm:prSet/>
      <dgm:spPr/>
      <dgm:t>
        <a:bodyPr/>
        <a:lstStyle/>
        <a:p>
          <a:endParaRPr lang="en-US"/>
        </a:p>
      </dgm:t>
    </dgm:pt>
    <dgm:pt modelId="{BC23BDAB-6F40-47A8-A43F-1A3E2E0BCE36}">
      <dgm:prSet/>
      <dgm:spPr/>
      <dgm:t>
        <a:bodyPr/>
        <a:lstStyle/>
        <a:p>
          <a:r>
            <a:rPr lang="en-US" dirty="0"/>
            <a:t>2. What </a:t>
          </a:r>
          <a:r>
            <a:rPr lang="en-US" b="1" dirty="0"/>
            <a:t>industries</a:t>
          </a:r>
          <a:r>
            <a:rPr lang="en-US" dirty="0"/>
            <a:t> are most prevalent in the local area?</a:t>
          </a:r>
        </a:p>
      </dgm:t>
    </dgm:pt>
    <dgm:pt modelId="{38AB013A-B9B4-4527-A4E5-B1A60C82F354}" type="parTrans" cxnId="{E333844C-3302-43B8-A3E9-BEBBE28E863E}">
      <dgm:prSet/>
      <dgm:spPr/>
      <dgm:t>
        <a:bodyPr/>
        <a:lstStyle/>
        <a:p>
          <a:endParaRPr lang="en-US"/>
        </a:p>
      </dgm:t>
    </dgm:pt>
    <dgm:pt modelId="{F25AC14F-C91C-4B07-ADF3-6D455D68BFF7}" type="sibTrans" cxnId="{E333844C-3302-43B8-A3E9-BEBBE28E863E}">
      <dgm:prSet/>
      <dgm:spPr/>
      <dgm:t>
        <a:bodyPr/>
        <a:lstStyle/>
        <a:p>
          <a:endParaRPr lang="en-US"/>
        </a:p>
      </dgm:t>
    </dgm:pt>
    <dgm:pt modelId="{AEAA8E5D-30F7-4EDE-B0CE-255C02DE30DB}">
      <dgm:prSet/>
      <dgm:spPr/>
      <dgm:t>
        <a:bodyPr/>
        <a:lstStyle/>
        <a:p>
          <a:r>
            <a:rPr lang="en-US" dirty="0"/>
            <a:t>- What jobs are found in these industries?</a:t>
          </a:r>
        </a:p>
      </dgm:t>
    </dgm:pt>
    <dgm:pt modelId="{CCC102CB-0527-4416-9AC9-82520F262F5F}" type="parTrans" cxnId="{E2E0718C-C05B-4038-AC99-0472659E8441}">
      <dgm:prSet/>
      <dgm:spPr/>
      <dgm:t>
        <a:bodyPr/>
        <a:lstStyle/>
        <a:p>
          <a:endParaRPr lang="en-US"/>
        </a:p>
      </dgm:t>
    </dgm:pt>
    <dgm:pt modelId="{B67A9B52-305B-4778-AB84-709777CA409A}" type="sibTrans" cxnId="{E2E0718C-C05B-4038-AC99-0472659E8441}">
      <dgm:prSet/>
      <dgm:spPr/>
      <dgm:t>
        <a:bodyPr/>
        <a:lstStyle/>
        <a:p>
          <a:endParaRPr lang="en-US"/>
        </a:p>
      </dgm:t>
    </dgm:pt>
    <dgm:pt modelId="{22E4DB8A-84B3-4D04-BC41-36BF3A3CC64A}">
      <dgm:prSet/>
      <dgm:spPr/>
      <dgm:t>
        <a:bodyPr/>
        <a:lstStyle/>
        <a:p>
          <a:r>
            <a:rPr lang="en-US" dirty="0"/>
            <a:t>3. What </a:t>
          </a:r>
          <a:r>
            <a:rPr lang="en-US" b="1" dirty="0"/>
            <a:t>companies</a:t>
          </a:r>
          <a:r>
            <a:rPr lang="en-US" dirty="0"/>
            <a:t> / types of employment have highest turnover rate?</a:t>
          </a:r>
        </a:p>
      </dgm:t>
    </dgm:pt>
    <dgm:pt modelId="{772039D0-0E34-482A-B34F-8C9BB61F09E0}" type="parTrans" cxnId="{05A33C09-F7A0-497A-BEAE-E80DCF0A2CE2}">
      <dgm:prSet/>
      <dgm:spPr/>
      <dgm:t>
        <a:bodyPr/>
        <a:lstStyle/>
        <a:p>
          <a:endParaRPr lang="en-US"/>
        </a:p>
      </dgm:t>
    </dgm:pt>
    <dgm:pt modelId="{52B8811A-E627-4158-A9C8-6ABF531D2E95}" type="sibTrans" cxnId="{05A33C09-F7A0-497A-BEAE-E80DCF0A2CE2}">
      <dgm:prSet/>
      <dgm:spPr/>
      <dgm:t>
        <a:bodyPr/>
        <a:lstStyle/>
        <a:p>
          <a:endParaRPr lang="en-US"/>
        </a:p>
      </dgm:t>
    </dgm:pt>
    <dgm:pt modelId="{0F4A4F32-ABE2-42DB-8D1E-304106EC2EC0}">
      <dgm:prSet/>
      <dgm:spPr/>
      <dgm:t>
        <a:bodyPr/>
        <a:lstStyle/>
        <a:p>
          <a:r>
            <a:rPr lang="en-US" dirty="0"/>
            <a:t>4. Does the community have seasonal employment?</a:t>
          </a:r>
        </a:p>
      </dgm:t>
    </dgm:pt>
    <dgm:pt modelId="{30B5114C-217F-4742-A454-3029928442E3}" type="parTrans" cxnId="{B8A107F6-56F2-4C0F-B84C-5B8EF157C2CD}">
      <dgm:prSet/>
      <dgm:spPr/>
      <dgm:t>
        <a:bodyPr/>
        <a:lstStyle/>
        <a:p>
          <a:endParaRPr lang="en-US"/>
        </a:p>
      </dgm:t>
    </dgm:pt>
    <dgm:pt modelId="{28F0859A-8353-4C81-BDC7-1578A0BB11CA}" type="sibTrans" cxnId="{B8A107F6-56F2-4C0F-B84C-5B8EF157C2CD}">
      <dgm:prSet/>
      <dgm:spPr/>
      <dgm:t>
        <a:bodyPr/>
        <a:lstStyle/>
        <a:p>
          <a:endParaRPr lang="en-US"/>
        </a:p>
      </dgm:t>
    </dgm:pt>
    <dgm:pt modelId="{231C01EC-94CD-4D7D-8F6C-4231914E4361}">
      <dgm:prSet/>
      <dgm:spPr/>
      <dgm:t>
        <a:bodyPr/>
        <a:lstStyle/>
        <a:p>
          <a:r>
            <a:rPr lang="en-US" dirty="0"/>
            <a:t>5. How can this info benefit the job seeker?</a:t>
          </a:r>
        </a:p>
      </dgm:t>
    </dgm:pt>
    <dgm:pt modelId="{61FCD1E2-FC36-4AC0-965D-9B0FF28F99F8}" type="parTrans" cxnId="{95553185-2722-44CC-817E-E2AE1F93CC7C}">
      <dgm:prSet/>
      <dgm:spPr/>
      <dgm:t>
        <a:bodyPr/>
        <a:lstStyle/>
        <a:p>
          <a:endParaRPr lang="en-US"/>
        </a:p>
      </dgm:t>
    </dgm:pt>
    <dgm:pt modelId="{F892C799-1BDB-4335-A96B-C4462D9D4DAF}" type="sibTrans" cxnId="{95553185-2722-44CC-817E-E2AE1F93CC7C}">
      <dgm:prSet/>
      <dgm:spPr/>
      <dgm:t>
        <a:bodyPr/>
        <a:lstStyle/>
        <a:p>
          <a:endParaRPr lang="en-US"/>
        </a:p>
      </dgm:t>
    </dgm:pt>
    <dgm:pt modelId="{1567AE90-0E23-45C3-881D-6C7DB101EF56}">
      <dgm:prSet/>
      <dgm:spPr/>
      <dgm:t>
        <a:bodyPr/>
        <a:lstStyle/>
        <a:p>
          <a:r>
            <a:rPr lang="en-US" dirty="0"/>
            <a:t>6. How can it help you engage employers?</a:t>
          </a:r>
        </a:p>
      </dgm:t>
    </dgm:pt>
    <dgm:pt modelId="{2C7AF10D-DAB4-451B-A071-D0E87BFA256C}" type="parTrans" cxnId="{1DEFCFE6-2A23-4753-92E6-20FD0D684D3F}">
      <dgm:prSet/>
      <dgm:spPr/>
      <dgm:t>
        <a:bodyPr/>
        <a:lstStyle/>
        <a:p>
          <a:endParaRPr lang="en-US"/>
        </a:p>
      </dgm:t>
    </dgm:pt>
    <dgm:pt modelId="{1C102B2A-385E-4F7B-8249-8BB2039A1C41}" type="sibTrans" cxnId="{1DEFCFE6-2A23-4753-92E6-20FD0D684D3F}">
      <dgm:prSet/>
      <dgm:spPr/>
      <dgm:t>
        <a:bodyPr/>
        <a:lstStyle/>
        <a:p>
          <a:endParaRPr lang="en-US"/>
        </a:p>
      </dgm:t>
    </dgm:pt>
    <dgm:pt modelId="{67FB3E03-6978-774A-8123-ACDD7B050C83}" type="pres">
      <dgm:prSet presAssocID="{EFC3F936-B858-45DA-BCA4-9054577FD760}" presName="Name0" presStyleCnt="0">
        <dgm:presLayoutVars>
          <dgm:dir/>
          <dgm:resizeHandles val="exact"/>
        </dgm:presLayoutVars>
      </dgm:prSet>
      <dgm:spPr/>
    </dgm:pt>
    <dgm:pt modelId="{BEA769CF-8DB0-6E4E-B965-1A73996F4FCE}" type="pres">
      <dgm:prSet presAssocID="{964987E8-2350-4E35-BE1B-635E1D6CAD53}" presName="node" presStyleLbl="node1" presStyleIdx="0" presStyleCnt="6">
        <dgm:presLayoutVars>
          <dgm:bulletEnabled val="1"/>
        </dgm:presLayoutVars>
      </dgm:prSet>
      <dgm:spPr/>
    </dgm:pt>
    <dgm:pt modelId="{3F9F2252-232D-A144-812A-2847772443B1}" type="pres">
      <dgm:prSet presAssocID="{F98F4D6F-694D-491F-86F0-9A2380BE5EC5}" presName="sibTrans" presStyleLbl="sibTrans1D1" presStyleIdx="0" presStyleCnt="5"/>
      <dgm:spPr/>
    </dgm:pt>
    <dgm:pt modelId="{754E3358-A058-EA49-A4F7-9845F813BE2F}" type="pres">
      <dgm:prSet presAssocID="{F98F4D6F-694D-491F-86F0-9A2380BE5EC5}" presName="connectorText" presStyleLbl="sibTrans1D1" presStyleIdx="0" presStyleCnt="5"/>
      <dgm:spPr/>
    </dgm:pt>
    <dgm:pt modelId="{3F0BDF81-9C57-1C43-9A3F-AA7B20EE078F}" type="pres">
      <dgm:prSet presAssocID="{BC23BDAB-6F40-47A8-A43F-1A3E2E0BCE36}" presName="node" presStyleLbl="node1" presStyleIdx="1" presStyleCnt="6">
        <dgm:presLayoutVars>
          <dgm:bulletEnabled val="1"/>
        </dgm:presLayoutVars>
      </dgm:prSet>
      <dgm:spPr/>
    </dgm:pt>
    <dgm:pt modelId="{DC565517-6FD3-1F4B-876B-B11FBBC0194D}" type="pres">
      <dgm:prSet presAssocID="{F25AC14F-C91C-4B07-ADF3-6D455D68BFF7}" presName="sibTrans" presStyleLbl="sibTrans1D1" presStyleIdx="1" presStyleCnt="5"/>
      <dgm:spPr/>
    </dgm:pt>
    <dgm:pt modelId="{DEA39DFC-0E19-744A-AC7D-3CDF8C929BEF}" type="pres">
      <dgm:prSet presAssocID="{F25AC14F-C91C-4B07-ADF3-6D455D68BFF7}" presName="connectorText" presStyleLbl="sibTrans1D1" presStyleIdx="1" presStyleCnt="5"/>
      <dgm:spPr/>
    </dgm:pt>
    <dgm:pt modelId="{6648C4E1-DB1B-1745-B97B-D4DABCF240FB}" type="pres">
      <dgm:prSet presAssocID="{22E4DB8A-84B3-4D04-BC41-36BF3A3CC64A}" presName="node" presStyleLbl="node1" presStyleIdx="2" presStyleCnt="6">
        <dgm:presLayoutVars>
          <dgm:bulletEnabled val="1"/>
        </dgm:presLayoutVars>
      </dgm:prSet>
      <dgm:spPr/>
    </dgm:pt>
    <dgm:pt modelId="{75FE808B-BE04-7442-9E4B-B40928ACBE47}" type="pres">
      <dgm:prSet presAssocID="{52B8811A-E627-4158-A9C8-6ABF531D2E95}" presName="sibTrans" presStyleLbl="sibTrans1D1" presStyleIdx="2" presStyleCnt="5"/>
      <dgm:spPr/>
    </dgm:pt>
    <dgm:pt modelId="{25BEE05E-03BC-3C42-BF05-4C2B7DD104A0}" type="pres">
      <dgm:prSet presAssocID="{52B8811A-E627-4158-A9C8-6ABF531D2E95}" presName="connectorText" presStyleLbl="sibTrans1D1" presStyleIdx="2" presStyleCnt="5"/>
      <dgm:spPr/>
    </dgm:pt>
    <dgm:pt modelId="{03AC5A1E-BDA5-DB4A-BAD3-B599A73226CD}" type="pres">
      <dgm:prSet presAssocID="{0F4A4F32-ABE2-42DB-8D1E-304106EC2EC0}" presName="node" presStyleLbl="node1" presStyleIdx="3" presStyleCnt="6">
        <dgm:presLayoutVars>
          <dgm:bulletEnabled val="1"/>
        </dgm:presLayoutVars>
      </dgm:prSet>
      <dgm:spPr/>
    </dgm:pt>
    <dgm:pt modelId="{AB995B9C-4BE3-FC4C-85C1-AD896C92228A}" type="pres">
      <dgm:prSet presAssocID="{28F0859A-8353-4C81-BDC7-1578A0BB11CA}" presName="sibTrans" presStyleLbl="sibTrans1D1" presStyleIdx="3" presStyleCnt="5"/>
      <dgm:spPr/>
    </dgm:pt>
    <dgm:pt modelId="{B1146D3E-6356-7F49-B7CB-F3CFA868332D}" type="pres">
      <dgm:prSet presAssocID="{28F0859A-8353-4C81-BDC7-1578A0BB11CA}" presName="connectorText" presStyleLbl="sibTrans1D1" presStyleIdx="3" presStyleCnt="5"/>
      <dgm:spPr/>
    </dgm:pt>
    <dgm:pt modelId="{212530E8-A80E-F643-87C2-EC1A8DA512E6}" type="pres">
      <dgm:prSet presAssocID="{231C01EC-94CD-4D7D-8F6C-4231914E4361}" presName="node" presStyleLbl="node1" presStyleIdx="4" presStyleCnt="6">
        <dgm:presLayoutVars>
          <dgm:bulletEnabled val="1"/>
        </dgm:presLayoutVars>
      </dgm:prSet>
      <dgm:spPr/>
    </dgm:pt>
    <dgm:pt modelId="{AE435273-056B-D048-B5A8-4788256C8C8A}" type="pres">
      <dgm:prSet presAssocID="{F892C799-1BDB-4335-A96B-C4462D9D4DAF}" presName="sibTrans" presStyleLbl="sibTrans1D1" presStyleIdx="4" presStyleCnt="5"/>
      <dgm:spPr/>
    </dgm:pt>
    <dgm:pt modelId="{117CF501-77FB-284D-8E0A-E96C1A7D5A0F}" type="pres">
      <dgm:prSet presAssocID="{F892C799-1BDB-4335-A96B-C4462D9D4DAF}" presName="connectorText" presStyleLbl="sibTrans1D1" presStyleIdx="4" presStyleCnt="5"/>
      <dgm:spPr/>
    </dgm:pt>
    <dgm:pt modelId="{963CC126-584B-0A47-B241-1FC2B7C7F299}" type="pres">
      <dgm:prSet presAssocID="{1567AE90-0E23-45C3-881D-6C7DB101EF56}" presName="node" presStyleLbl="node1" presStyleIdx="5" presStyleCnt="6">
        <dgm:presLayoutVars>
          <dgm:bulletEnabled val="1"/>
        </dgm:presLayoutVars>
      </dgm:prSet>
      <dgm:spPr/>
    </dgm:pt>
  </dgm:ptLst>
  <dgm:cxnLst>
    <dgm:cxn modelId="{A1239C08-94F1-D449-A60A-53DCCF42D108}" type="presOf" srcId="{F98F4D6F-694D-491F-86F0-9A2380BE5EC5}" destId="{3F9F2252-232D-A144-812A-2847772443B1}" srcOrd="0" destOrd="0" presId="urn:microsoft.com/office/officeart/2016/7/layout/RepeatingBendingProcessNew"/>
    <dgm:cxn modelId="{05A33C09-F7A0-497A-BEAE-E80DCF0A2CE2}" srcId="{EFC3F936-B858-45DA-BCA4-9054577FD760}" destId="{22E4DB8A-84B3-4D04-BC41-36BF3A3CC64A}" srcOrd="2" destOrd="0" parTransId="{772039D0-0E34-482A-B34F-8C9BB61F09E0}" sibTransId="{52B8811A-E627-4158-A9C8-6ABF531D2E95}"/>
    <dgm:cxn modelId="{2B0AA80A-EEFC-AA42-B05A-C5BCA7F1F263}" type="presOf" srcId="{F25AC14F-C91C-4B07-ADF3-6D455D68BFF7}" destId="{DC565517-6FD3-1F4B-876B-B11FBBC0194D}" srcOrd="0" destOrd="0" presId="urn:microsoft.com/office/officeart/2016/7/layout/RepeatingBendingProcessNew"/>
    <dgm:cxn modelId="{A6E83D13-55A1-DF4B-9B8F-581905E208AC}" type="presOf" srcId="{AEAA8E5D-30F7-4EDE-B0CE-255C02DE30DB}" destId="{3F0BDF81-9C57-1C43-9A3F-AA7B20EE078F}" srcOrd="0" destOrd="1" presId="urn:microsoft.com/office/officeart/2016/7/layout/RepeatingBendingProcessNew"/>
    <dgm:cxn modelId="{17A6F240-2E52-B841-AA48-76078FB8DAC8}" type="presOf" srcId="{BC23BDAB-6F40-47A8-A43F-1A3E2E0BCE36}" destId="{3F0BDF81-9C57-1C43-9A3F-AA7B20EE078F}" srcOrd="0" destOrd="0" presId="urn:microsoft.com/office/officeart/2016/7/layout/RepeatingBendingProcessNew"/>
    <dgm:cxn modelId="{EA037E5B-9E1C-EB43-8F64-BF7051165C2A}" type="presOf" srcId="{52B8811A-E627-4158-A9C8-6ABF531D2E95}" destId="{25BEE05E-03BC-3C42-BF05-4C2B7DD104A0}" srcOrd="1" destOrd="0" presId="urn:microsoft.com/office/officeart/2016/7/layout/RepeatingBendingProcessNew"/>
    <dgm:cxn modelId="{C67F4863-C213-9246-8570-3E2216ACC85E}" type="presOf" srcId="{231C01EC-94CD-4D7D-8F6C-4231914E4361}" destId="{212530E8-A80E-F643-87C2-EC1A8DA512E6}" srcOrd="0" destOrd="0" presId="urn:microsoft.com/office/officeart/2016/7/layout/RepeatingBendingProcessNew"/>
    <dgm:cxn modelId="{60F83C65-94C1-E148-8DF9-A658971B0E0F}" type="presOf" srcId="{F98F4D6F-694D-491F-86F0-9A2380BE5EC5}" destId="{754E3358-A058-EA49-A4F7-9845F813BE2F}" srcOrd="1" destOrd="0" presId="urn:microsoft.com/office/officeart/2016/7/layout/RepeatingBendingProcessNew"/>
    <dgm:cxn modelId="{E333844C-3302-43B8-A3E9-BEBBE28E863E}" srcId="{EFC3F936-B858-45DA-BCA4-9054577FD760}" destId="{BC23BDAB-6F40-47A8-A43F-1A3E2E0BCE36}" srcOrd="1" destOrd="0" parTransId="{38AB013A-B9B4-4527-A4E5-B1A60C82F354}" sibTransId="{F25AC14F-C91C-4B07-ADF3-6D455D68BFF7}"/>
    <dgm:cxn modelId="{7B8B654D-B0F3-2848-AB53-93945906E67A}" type="presOf" srcId="{1567AE90-0E23-45C3-881D-6C7DB101EF56}" destId="{963CC126-584B-0A47-B241-1FC2B7C7F299}" srcOrd="0" destOrd="0" presId="urn:microsoft.com/office/officeart/2016/7/layout/RepeatingBendingProcessNew"/>
    <dgm:cxn modelId="{1998EE4E-64C0-CC4A-96BC-9C2172E01510}" type="presOf" srcId="{0F4A4F32-ABE2-42DB-8D1E-304106EC2EC0}" destId="{03AC5A1E-BDA5-DB4A-BAD3-B599A73226CD}" srcOrd="0" destOrd="0" presId="urn:microsoft.com/office/officeart/2016/7/layout/RepeatingBendingProcessNew"/>
    <dgm:cxn modelId="{B757E875-243A-6544-816D-BFC8DE625A5E}" type="presOf" srcId="{964987E8-2350-4E35-BE1B-635E1D6CAD53}" destId="{BEA769CF-8DB0-6E4E-B965-1A73996F4FCE}" srcOrd="0" destOrd="0" presId="urn:microsoft.com/office/officeart/2016/7/layout/RepeatingBendingProcessNew"/>
    <dgm:cxn modelId="{BD7E5F7B-D741-D741-8A40-767BB2E05CC6}" type="presOf" srcId="{22E4DB8A-84B3-4D04-BC41-36BF3A3CC64A}" destId="{6648C4E1-DB1B-1745-B97B-D4DABCF240FB}" srcOrd="0" destOrd="0" presId="urn:microsoft.com/office/officeart/2016/7/layout/RepeatingBendingProcessNew"/>
    <dgm:cxn modelId="{1FC8127C-0940-AF4D-A3F6-75713DED13EA}" type="presOf" srcId="{52B8811A-E627-4158-A9C8-6ABF531D2E95}" destId="{75FE808B-BE04-7442-9E4B-B40928ACBE47}" srcOrd="0" destOrd="0" presId="urn:microsoft.com/office/officeart/2016/7/layout/RepeatingBendingProcessNew"/>
    <dgm:cxn modelId="{95553185-2722-44CC-817E-E2AE1F93CC7C}" srcId="{EFC3F936-B858-45DA-BCA4-9054577FD760}" destId="{231C01EC-94CD-4D7D-8F6C-4231914E4361}" srcOrd="4" destOrd="0" parTransId="{61FCD1E2-FC36-4AC0-965D-9B0FF28F99F8}" sibTransId="{F892C799-1BDB-4335-A96B-C4462D9D4DAF}"/>
    <dgm:cxn modelId="{F9B7498A-BB33-B343-9700-7626EA39A569}" type="presOf" srcId="{28F0859A-8353-4C81-BDC7-1578A0BB11CA}" destId="{AB995B9C-4BE3-FC4C-85C1-AD896C92228A}" srcOrd="0" destOrd="0" presId="urn:microsoft.com/office/officeart/2016/7/layout/RepeatingBendingProcessNew"/>
    <dgm:cxn modelId="{5DA8098C-92B7-DB43-A763-B8295F3C91B8}" type="presOf" srcId="{EFC3F936-B858-45DA-BCA4-9054577FD760}" destId="{67FB3E03-6978-774A-8123-ACDD7B050C83}" srcOrd="0" destOrd="0" presId="urn:microsoft.com/office/officeart/2016/7/layout/RepeatingBendingProcessNew"/>
    <dgm:cxn modelId="{E2E0718C-C05B-4038-AC99-0472659E8441}" srcId="{BC23BDAB-6F40-47A8-A43F-1A3E2E0BCE36}" destId="{AEAA8E5D-30F7-4EDE-B0CE-255C02DE30DB}" srcOrd="0" destOrd="0" parTransId="{CCC102CB-0527-4416-9AC9-82520F262F5F}" sibTransId="{B67A9B52-305B-4778-AB84-709777CA409A}"/>
    <dgm:cxn modelId="{CE9023C5-5587-5F4C-8398-952435A301CF}" type="presOf" srcId="{F892C799-1BDB-4335-A96B-C4462D9D4DAF}" destId="{117CF501-77FB-284D-8E0A-E96C1A7D5A0F}" srcOrd="1" destOrd="0" presId="urn:microsoft.com/office/officeart/2016/7/layout/RepeatingBendingProcessNew"/>
    <dgm:cxn modelId="{1DEFCFE6-2A23-4753-92E6-20FD0D684D3F}" srcId="{EFC3F936-B858-45DA-BCA4-9054577FD760}" destId="{1567AE90-0E23-45C3-881D-6C7DB101EF56}" srcOrd="5" destOrd="0" parTransId="{2C7AF10D-DAB4-451B-A071-D0E87BFA256C}" sibTransId="{1C102B2A-385E-4F7B-8249-8BB2039A1C41}"/>
    <dgm:cxn modelId="{F1A328E7-EA20-2E45-93B2-103E56431613}" type="presOf" srcId="{28F0859A-8353-4C81-BDC7-1578A0BB11CA}" destId="{B1146D3E-6356-7F49-B7CB-F3CFA868332D}" srcOrd="1" destOrd="0" presId="urn:microsoft.com/office/officeart/2016/7/layout/RepeatingBendingProcessNew"/>
    <dgm:cxn modelId="{476413EB-E7E7-4E25-A7C8-FEA4BD61416B}" srcId="{EFC3F936-B858-45DA-BCA4-9054577FD760}" destId="{964987E8-2350-4E35-BE1B-635E1D6CAD53}" srcOrd="0" destOrd="0" parTransId="{89D5404E-C41F-4FE5-8375-FD3FF9FBBDD2}" sibTransId="{F98F4D6F-694D-491F-86F0-9A2380BE5EC5}"/>
    <dgm:cxn modelId="{85CA89F4-43D5-B94E-87AE-1AB9E2C0AE0F}" type="presOf" srcId="{F892C799-1BDB-4335-A96B-C4462D9D4DAF}" destId="{AE435273-056B-D048-B5A8-4788256C8C8A}" srcOrd="0" destOrd="0" presId="urn:microsoft.com/office/officeart/2016/7/layout/RepeatingBendingProcessNew"/>
    <dgm:cxn modelId="{B8A107F6-56F2-4C0F-B84C-5B8EF157C2CD}" srcId="{EFC3F936-B858-45DA-BCA4-9054577FD760}" destId="{0F4A4F32-ABE2-42DB-8D1E-304106EC2EC0}" srcOrd="3" destOrd="0" parTransId="{30B5114C-217F-4742-A454-3029928442E3}" sibTransId="{28F0859A-8353-4C81-BDC7-1578A0BB11CA}"/>
    <dgm:cxn modelId="{B03BBBF9-C524-6B41-A5D1-4C0DC289DF13}" type="presOf" srcId="{F25AC14F-C91C-4B07-ADF3-6D455D68BFF7}" destId="{DEA39DFC-0E19-744A-AC7D-3CDF8C929BEF}" srcOrd="1" destOrd="0" presId="urn:microsoft.com/office/officeart/2016/7/layout/RepeatingBendingProcessNew"/>
    <dgm:cxn modelId="{A5854C3B-9A9F-FA41-8D9E-8977C90CCCE4}" type="presParOf" srcId="{67FB3E03-6978-774A-8123-ACDD7B050C83}" destId="{BEA769CF-8DB0-6E4E-B965-1A73996F4FCE}" srcOrd="0" destOrd="0" presId="urn:microsoft.com/office/officeart/2016/7/layout/RepeatingBendingProcessNew"/>
    <dgm:cxn modelId="{36C9DD84-52FE-4A42-8518-F8542BBB0ED2}" type="presParOf" srcId="{67FB3E03-6978-774A-8123-ACDD7B050C83}" destId="{3F9F2252-232D-A144-812A-2847772443B1}" srcOrd="1" destOrd="0" presId="urn:microsoft.com/office/officeart/2016/7/layout/RepeatingBendingProcessNew"/>
    <dgm:cxn modelId="{F1B494B7-7FDE-AB48-88E0-B7D8B4CEE673}" type="presParOf" srcId="{3F9F2252-232D-A144-812A-2847772443B1}" destId="{754E3358-A058-EA49-A4F7-9845F813BE2F}" srcOrd="0" destOrd="0" presId="urn:microsoft.com/office/officeart/2016/7/layout/RepeatingBendingProcessNew"/>
    <dgm:cxn modelId="{06401FD6-C586-7048-8314-B33A1E24F437}" type="presParOf" srcId="{67FB3E03-6978-774A-8123-ACDD7B050C83}" destId="{3F0BDF81-9C57-1C43-9A3F-AA7B20EE078F}" srcOrd="2" destOrd="0" presId="urn:microsoft.com/office/officeart/2016/7/layout/RepeatingBendingProcessNew"/>
    <dgm:cxn modelId="{53F6BD07-7C7A-924D-BA99-65AF4EC63ED0}" type="presParOf" srcId="{67FB3E03-6978-774A-8123-ACDD7B050C83}" destId="{DC565517-6FD3-1F4B-876B-B11FBBC0194D}" srcOrd="3" destOrd="0" presId="urn:microsoft.com/office/officeart/2016/7/layout/RepeatingBendingProcessNew"/>
    <dgm:cxn modelId="{24F7AA6B-E33C-C844-B90F-42664214C5B6}" type="presParOf" srcId="{DC565517-6FD3-1F4B-876B-B11FBBC0194D}" destId="{DEA39DFC-0E19-744A-AC7D-3CDF8C929BEF}" srcOrd="0" destOrd="0" presId="urn:microsoft.com/office/officeart/2016/7/layout/RepeatingBendingProcessNew"/>
    <dgm:cxn modelId="{D985D1FF-39CF-B74F-8E61-954A35CE283B}" type="presParOf" srcId="{67FB3E03-6978-774A-8123-ACDD7B050C83}" destId="{6648C4E1-DB1B-1745-B97B-D4DABCF240FB}" srcOrd="4" destOrd="0" presId="urn:microsoft.com/office/officeart/2016/7/layout/RepeatingBendingProcessNew"/>
    <dgm:cxn modelId="{37B7B351-7169-BC4C-98F9-C1D4C7BEC5D1}" type="presParOf" srcId="{67FB3E03-6978-774A-8123-ACDD7B050C83}" destId="{75FE808B-BE04-7442-9E4B-B40928ACBE47}" srcOrd="5" destOrd="0" presId="urn:microsoft.com/office/officeart/2016/7/layout/RepeatingBendingProcessNew"/>
    <dgm:cxn modelId="{41C9ACF8-C6AE-264D-B8DF-1BFB9D8DE3B6}" type="presParOf" srcId="{75FE808B-BE04-7442-9E4B-B40928ACBE47}" destId="{25BEE05E-03BC-3C42-BF05-4C2B7DD104A0}" srcOrd="0" destOrd="0" presId="urn:microsoft.com/office/officeart/2016/7/layout/RepeatingBendingProcessNew"/>
    <dgm:cxn modelId="{6FB32752-0EA6-1242-867D-1B6A1FB1DAC1}" type="presParOf" srcId="{67FB3E03-6978-774A-8123-ACDD7B050C83}" destId="{03AC5A1E-BDA5-DB4A-BAD3-B599A73226CD}" srcOrd="6" destOrd="0" presId="urn:microsoft.com/office/officeart/2016/7/layout/RepeatingBendingProcessNew"/>
    <dgm:cxn modelId="{2385A34F-24FB-7948-ADC9-A470AECFECB1}" type="presParOf" srcId="{67FB3E03-6978-774A-8123-ACDD7B050C83}" destId="{AB995B9C-4BE3-FC4C-85C1-AD896C92228A}" srcOrd="7" destOrd="0" presId="urn:microsoft.com/office/officeart/2016/7/layout/RepeatingBendingProcessNew"/>
    <dgm:cxn modelId="{C64AD5A1-F46A-864E-966B-DFBC3E5CC768}" type="presParOf" srcId="{AB995B9C-4BE3-FC4C-85C1-AD896C92228A}" destId="{B1146D3E-6356-7F49-B7CB-F3CFA868332D}" srcOrd="0" destOrd="0" presId="urn:microsoft.com/office/officeart/2016/7/layout/RepeatingBendingProcessNew"/>
    <dgm:cxn modelId="{4852F9C7-391F-4B49-95F2-AC8B327BBCFD}" type="presParOf" srcId="{67FB3E03-6978-774A-8123-ACDD7B050C83}" destId="{212530E8-A80E-F643-87C2-EC1A8DA512E6}" srcOrd="8" destOrd="0" presId="urn:microsoft.com/office/officeart/2016/7/layout/RepeatingBendingProcessNew"/>
    <dgm:cxn modelId="{FC4A92BA-D290-4040-A291-11CF2E132497}" type="presParOf" srcId="{67FB3E03-6978-774A-8123-ACDD7B050C83}" destId="{AE435273-056B-D048-B5A8-4788256C8C8A}" srcOrd="9" destOrd="0" presId="urn:microsoft.com/office/officeart/2016/7/layout/RepeatingBendingProcessNew"/>
    <dgm:cxn modelId="{CFA6372A-8BF8-8F4C-9717-4B0B00A5D24C}" type="presParOf" srcId="{AE435273-056B-D048-B5A8-4788256C8C8A}" destId="{117CF501-77FB-284D-8E0A-E96C1A7D5A0F}" srcOrd="0" destOrd="0" presId="urn:microsoft.com/office/officeart/2016/7/layout/RepeatingBendingProcessNew"/>
    <dgm:cxn modelId="{E45D7D04-A6B1-3A40-9A4A-3348A3B4B53A}" type="presParOf" srcId="{67FB3E03-6978-774A-8123-ACDD7B050C83}" destId="{963CC126-584B-0A47-B241-1FC2B7C7F299}" srcOrd="10"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0DEE4A-97ED-4D95-85B4-092383AE6F6E}"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BD8BEF2F-937A-4A22-8934-31DA7379041C}">
      <dgm:prSet/>
      <dgm:spPr/>
      <dgm:t>
        <a:bodyPr/>
        <a:lstStyle/>
        <a:p>
          <a:r>
            <a:rPr lang="en-US" dirty="0"/>
            <a:t>Find jobs with better wages</a:t>
          </a:r>
        </a:p>
      </dgm:t>
    </dgm:pt>
    <dgm:pt modelId="{D183DD52-69D2-4764-9F63-E99721C6589A}" type="parTrans" cxnId="{451B54FD-703B-47F9-A8FF-12DB6210BCE2}">
      <dgm:prSet/>
      <dgm:spPr/>
      <dgm:t>
        <a:bodyPr/>
        <a:lstStyle/>
        <a:p>
          <a:endParaRPr lang="en-US"/>
        </a:p>
      </dgm:t>
    </dgm:pt>
    <dgm:pt modelId="{8AAC55F2-23D8-4883-8185-8E71C1A4B94E}" type="sibTrans" cxnId="{451B54FD-703B-47F9-A8FF-12DB6210BCE2}">
      <dgm:prSet phldrT="1" phldr="0"/>
      <dgm:spPr/>
      <dgm:t>
        <a:bodyPr/>
        <a:lstStyle/>
        <a:p>
          <a:r>
            <a:rPr lang="en-US" dirty="0"/>
            <a:t>1</a:t>
          </a:r>
        </a:p>
      </dgm:t>
    </dgm:pt>
    <dgm:pt modelId="{4194A2F4-A892-44EB-9ED6-58EAEA2F532E}">
      <dgm:prSet/>
      <dgm:spPr/>
      <dgm:t>
        <a:bodyPr/>
        <a:lstStyle/>
        <a:p>
          <a:r>
            <a:rPr lang="en-US" dirty="0"/>
            <a:t>Secure jobs with more hours</a:t>
          </a:r>
        </a:p>
      </dgm:t>
    </dgm:pt>
    <dgm:pt modelId="{ECDAE34D-554C-4636-9ECB-43FFAD0F58D6}" type="parTrans" cxnId="{48476662-AD87-4BDB-833B-19654FC2E78A}">
      <dgm:prSet/>
      <dgm:spPr/>
      <dgm:t>
        <a:bodyPr/>
        <a:lstStyle/>
        <a:p>
          <a:endParaRPr lang="en-US"/>
        </a:p>
      </dgm:t>
    </dgm:pt>
    <dgm:pt modelId="{1D9F71CC-E195-40AD-ACF1-76880F13186C}" type="sibTrans" cxnId="{48476662-AD87-4BDB-833B-19654FC2E78A}">
      <dgm:prSet phldrT="2" phldr="0"/>
      <dgm:spPr/>
      <dgm:t>
        <a:bodyPr/>
        <a:lstStyle/>
        <a:p>
          <a:r>
            <a:rPr lang="en-US" dirty="0"/>
            <a:t>2</a:t>
          </a:r>
        </a:p>
      </dgm:t>
    </dgm:pt>
    <dgm:pt modelId="{2FD88668-EFA4-4605-BF91-695235AD5170}">
      <dgm:prSet/>
      <dgm:spPr/>
      <dgm:t>
        <a:bodyPr/>
        <a:lstStyle/>
        <a:p>
          <a:r>
            <a:rPr lang="en-US" dirty="0"/>
            <a:t>Shorten length of job search</a:t>
          </a:r>
        </a:p>
      </dgm:t>
    </dgm:pt>
    <dgm:pt modelId="{443E7938-95CB-4B09-AEC5-9337EA54F828}" type="parTrans" cxnId="{10A5FE07-AB2A-4CC3-9CE4-C810073CCD58}">
      <dgm:prSet/>
      <dgm:spPr/>
      <dgm:t>
        <a:bodyPr/>
        <a:lstStyle/>
        <a:p>
          <a:endParaRPr lang="en-US"/>
        </a:p>
      </dgm:t>
    </dgm:pt>
    <dgm:pt modelId="{204E5673-9E85-407D-B4B5-C843DD48557F}" type="sibTrans" cxnId="{10A5FE07-AB2A-4CC3-9CE4-C810073CCD58}">
      <dgm:prSet phldrT="3" phldr="0"/>
      <dgm:spPr/>
      <dgm:t>
        <a:bodyPr/>
        <a:lstStyle/>
        <a:p>
          <a:r>
            <a:rPr lang="en-US" dirty="0"/>
            <a:t>3</a:t>
          </a:r>
        </a:p>
      </dgm:t>
    </dgm:pt>
    <dgm:pt modelId="{588DDF97-019E-7944-BB8F-9F557A21A990}" type="pres">
      <dgm:prSet presAssocID="{830DEE4A-97ED-4D95-85B4-092383AE6F6E}" presName="Name0" presStyleCnt="0">
        <dgm:presLayoutVars>
          <dgm:animLvl val="lvl"/>
          <dgm:resizeHandles val="exact"/>
        </dgm:presLayoutVars>
      </dgm:prSet>
      <dgm:spPr/>
    </dgm:pt>
    <dgm:pt modelId="{E6634032-8B11-D647-8904-9030D03DE516}" type="pres">
      <dgm:prSet presAssocID="{BD8BEF2F-937A-4A22-8934-31DA7379041C}" presName="compositeNode" presStyleCnt="0">
        <dgm:presLayoutVars>
          <dgm:bulletEnabled val="1"/>
        </dgm:presLayoutVars>
      </dgm:prSet>
      <dgm:spPr/>
    </dgm:pt>
    <dgm:pt modelId="{A53FE8FC-175A-844E-A20E-BE5DEA2A0E02}" type="pres">
      <dgm:prSet presAssocID="{BD8BEF2F-937A-4A22-8934-31DA7379041C}" presName="bgRect" presStyleLbl="bgAccFollowNode1" presStyleIdx="0" presStyleCnt="3"/>
      <dgm:spPr/>
    </dgm:pt>
    <dgm:pt modelId="{5993A384-FC9E-F640-83AB-103D349B430E}" type="pres">
      <dgm:prSet presAssocID="{8AAC55F2-23D8-4883-8185-8E71C1A4B94E}" presName="sibTransNodeCircle" presStyleLbl="alignNode1" presStyleIdx="0" presStyleCnt="6">
        <dgm:presLayoutVars>
          <dgm:chMax val="0"/>
          <dgm:bulletEnabled/>
        </dgm:presLayoutVars>
      </dgm:prSet>
      <dgm:spPr/>
    </dgm:pt>
    <dgm:pt modelId="{94555F69-611B-9545-B545-403E09D112D5}" type="pres">
      <dgm:prSet presAssocID="{BD8BEF2F-937A-4A22-8934-31DA7379041C}" presName="bottomLine" presStyleLbl="alignNode1" presStyleIdx="1" presStyleCnt="6">
        <dgm:presLayoutVars/>
      </dgm:prSet>
      <dgm:spPr/>
    </dgm:pt>
    <dgm:pt modelId="{A30F0579-89FF-214F-A0E5-1938925F012B}" type="pres">
      <dgm:prSet presAssocID="{BD8BEF2F-937A-4A22-8934-31DA7379041C}" presName="nodeText" presStyleLbl="bgAccFollowNode1" presStyleIdx="0" presStyleCnt="3">
        <dgm:presLayoutVars>
          <dgm:bulletEnabled val="1"/>
        </dgm:presLayoutVars>
      </dgm:prSet>
      <dgm:spPr/>
    </dgm:pt>
    <dgm:pt modelId="{2CA24F7E-0CD4-6347-8F1A-55E0464728B2}" type="pres">
      <dgm:prSet presAssocID="{8AAC55F2-23D8-4883-8185-8E71C1A4B94E}" presName="sibTrans" presStyleCnt="0"/>
      <dgm:spPr/>
    </dgm:pt>
    <dgm:pt modelId="{C9E2B8FA-3B9C-5843-83D0-0230C904C6BB}" type="pres">
      <dgm:prSet presAssocID="{4194A2F4-A892-44EB-9ED6-58EAEA2F532E}" presName="compositeNode" presStyleCnt="0">
        <dgm:presLayoutVars>
          <dgm:bulletEnabled val="1"/>
        </dgm:presLayoutVars>
      </dgm:prSet>
      <dgm:spPr/>
    </dgm:pt>
    <dgm:pt modelId="{7B0B3A7B-C151-4C42-8EE3-8C88A53A926F}" type="pres">
      <dgm:prSet presAssocID="{4194A2F4-A892-44EB-9ED6-58EAEA2F532E}" presName="bgRect" presStyleLbl="bgAccFollowNode1" presStyleIdx="1" presStyleCnt="3"/>
      <dgm:spPr/>
    </dgm:pt>
    <dgm:pt modelId="{66FEBB95-EB7A-DA46-9E60-E17E08266320}" type="pres">
      <dgm:prSet presAssocID="{1D9F71CC-E195-40AD-ACF1-76880F13186C}" presName="sibTransNodeCircle" presStyleLbl="alignNode1" presStyleIdx="2" presStyleCnt="6">
        <dgm:presLayoutVars>
          <dgm:chMax val="0"/>
          <dgm:bulletEnabled/>
        </dgm:presLayoutVars>
      </dgm:prSet>
      <dgm:spPr/>
    </dgm:pt>
    <dgm:pt modelId="{B2F8C697-9727-FD43-A472-A66020B2FEE9}" type="pres">
      <dgm:prSet presAssocID="{4194A2F4-A892-44EB-9ED6-58EAEA2F532E}" presName="bottomLine" presStyleLbl="alignNode1" presStyleIdx="3" presStyleCnt="6">
        <dgm:presLayoutVars/>
      </dgm:prSet>
      <dgm:spPr/>
    </dgm:pt>
    <dgm:pt modelId="{03D93737-C7FB-1444-A5F5-3A0C0C319CC5}" type="pres">
      <dgm:prSet presAssocID="{4194A2F4-A892-44EB-9ED6-58EAEA2F532E}" presName="nodeText" presStyleLbl="bgAccFollowNode1" presStyleIdx="1" presStyleCnt="3">
        <dgm:presLayoutVars>
          <dgm:bulletEnabled val="1"/>
        </dgm:presLayoutVars>
      </dgm:prSet>
      <dgm:spPr/>
    </dgm:pt>
    <dgm:pt modelId="{06C60CCF-FE69-E843-8AED-8783C12B4E9E}" type="pres">
      <dgm:prSet presAssocID="{1D9F71CC-E195-40AD-ACF1-76880F13186C}" presName="sibTrans" presStyleCnt="0"/>
      <dgm:spPr/>
    </dgm:pt>
    <dgm:pt modelId="{2CB48A68-D121-0949-AF1B-106308D63300}" type="pres">
      <dgm:prSet presAssocID="{2FD88668-EFA4-4605-BF91-695235AD5170}" presName="compositeNode" presStyleCnt="0">
        <dgm:presLayoutVars>
          <dgm:bulletEnabled val="1"/>
        </dgm:presLayoutVars>
      </dgm:prSet>
      <dgm:spPr/>
    </dgm:pt>
    <dgm:pt modelId="{95AE7C03-3696-6D4B-AB1F-777E1FB36D0C}" type="pres">
      <dgm:prSet presAssocID="{2FD88668-EFA4-4605-BF91-695235AD5170}" presName="bgRect" presStyleLbl="bgAccFollowNode1" presStyleIdx="2" presStyleCnt="3"/>
      <dgm:spPr/>
    </dgm:pt>
    <dgm:pt modelId="{B0B95375-4BD1-0E43-8DDE-E482E47DDBE3}" type="pres">
      <dgm:prSet presAssocID="{204E5673-9E85-407D-B4B5-C843DD48557F}" presName="sibTransNodeCircle" presStyleLbl="alignNode1" presStyleIdx="4" presStyleCnt="6">
        <dgm:presLayoutVars>
          <dgm:chMax val="0"/>
          <dgm:bulletEnabled/>
        </dgm:presLayoutVars>
      </dgm:prSet>
      <dgm:spPr/>
    </dgm:pt>
    <dgm:pt modelId="{40F4987B-133F-6941-A650-E22BBB0CE770}" type="pres">
      <dgm:prSet presAssocID="{2FD88668-EFA4-4605-BF91-695235AD5170}" presName="bottomLine" presStyleLbl="alignNode1" presStyleIdx="5" presStyleCnt="6">
        <dgm:presLayoutVars/>
      </dgm:prSet>
      <dgm:spPr/>
    </dgm:pt>
    <dgm:pt modelId="{9827676D-C074-6949-9A23-59713D8251C9}" type="pres">
      <dgm:prSet presAssocID="{2FD88668-EFA4-4605-BF91-695235AD5170}" presName="nodeText" presStyleLbl="bgAccFollowNode1" presStyleIdx="2" presStyleCnt="3">
        <dgm:presLayoutVars>
          <dgm:bulletEnabled val="1"/>
        </dgm:presLayoutVars>
      </dgm:prSet>
      <dgm:spPr/>
    </dgm:pt>
  </dgm:ptLst>
  <dgm:cxnLst>
    <dgm:cxn modelId="{10A5FE07-AB2A-4CC3-9CE4-C810073CCD58}" srcId="{830DEE4A-97ED-4D95-85B4-092383AE6F6E}" destId="{2FD88668-EFA4-4605-BF91-695235AD5170}" srcOrd="2" destOrd="0" parTransId="{443E7938-95CB-4B09-AEC5-9337EA54F828}" sibTransId="{204E5673-9E85-407D-B4B5-C843DD48557F}"/>
    <dgm:cxn modelId="{2B45D41E-4C5C-854D-B7C7-3A5BF45C6244}" type="presOf" srcId="{1D9F71CC-E195-40AD-ACF1-76880F13186C}" destId="{66FEBB95-EB7A-DA46-9E60-E17E08266320}" srcOrd="0" destOrd="0" presId="urn:microsoft.com/office/officeart/2016/7/layout/BasicLinearProcessNumbered"/>
    <dgm:cxn modelId="{8167723C-0994-7047-B90B-9A36F7442128}" type="presOf" srcId="{4194A2F4-A892-44EB-9ED6-58EAEA2F532E}" destId="{7B0B3A7B-C151-4C42-8EE3-8C88A53A926F}" srcOrd="0" destOrd="0" presId="urn:microsoft.com/office/officeart/2016/7/layout/BasicLinearProcessNumbered"/>
    <dgm:cxn modelId="{4983945C-582D-1343-AC07-7D9F91A559F8}" type="presOf" srcId="{2FD88668-EFA4-4605-BF91-695235AD5170}" destId="{9827676D-C074-6949-9A23-59713D8251C9}" srcOrd="1" destOrd="0" presId="urn:microsoft.com/office/officeart/2016/7/layout/BasicLinearProcessNumbered"/>
    <dgm:cxn modelId="{48476662-AD87-4BDB-833B-19654FC2E78A}" srcId="{830DEE4A-97ED-4D95-85B4-092383AE6F6E}" destId="{4194A2F4-A892-44EB-9ED6-58EAEA2F532E}" srcOrd="1" destOrd="0" parTransId="{ECDAE34D-554C-4636-9ECB-43FFAD0F58D6}" sibTransId="{1D9F71CC-E195-40AD-ACF1-76880F13186C}"/>
    <dgm:cxn modelId="{653FB463-D9EC-9E40-89A9-EB5D47062DF5}" type="presOf" srcId="{BD8BEF2F-937A-4A22-8934-31DA7379041C}" destId="{A53FE8FC-175A-844E-A20E-BE5DEA2A0E02}" srcOrd="0" destOrd="0" presId="urn:microsoft.com/office/officeart/2016/7/layout/BasicLinearProcessNumbered"/>
    <dgm:cxn modelId="{921B5F6A-EEFB-F247-BAEC-01D37A169D32}" type="presOf" srcId="{830DEE4A-97ED-4D95-85B4-092383AE6F6E}" destId="{588DDF97-019E-7944-BB8F-9F557A21A990}" srcOrd="0" destOrd="0" presId="urn:microsoft.com/office/officeart/2016/7/layout/BasicLinearProcessNumbered"/>
    <dgm:cxn modelId="{4954B59A-C90F-4F4E-9A7D-DBD20CD4C89C}" type="presOf" srcId="{2FD88668-EFA4-4605-BF91-695235AD5170}" destId="{95AE7C03-3696-6D4B-AB1F-777E1FB36D0C}" srcOrd="0" destOrd="0" presId="urn:microsoft.com/office/officeart/2016/7/layout/BasicLinearProcessNumbered"/>
    <dgm:cxn modelId="{8E3602B6-BB99-8A4D-AD25-A4F54F7ADEE3}" type="presOf" srcId="{204E5673-9E85-407D-B4B5-C843DD48557F}" destId="{B0B95375-4BD1-0E43-8DDE-E482E47DDBE3}" srcOrd="0" destOrd="0" presId="urn:microsoft.com/office/officeart/2016/7/layout/BasicLinearProcessNumbered"/>
    <dgm:cxn modelId="{765C1AC2-7C04-8741-880E-9F78453CABE7}" type="presOf" srcId="{4194A2F4-A892-44EB-9ED6-58EAEA2F532E}" destId="{03D93737-C7FB-1444-A5F5-3A0C0C319CC5}" srcOrd="1" destOrd="0" presId="urn:microsoft.com/office/officeart/2016/7/layout/BasicLinearProcessNumbered"/>
    <dgm:cxn modelId="{56095BC7-2B80-0C4B-964B-B807E7A7651D}" type="presOf" srcId="{8AAC55F2-23D8-4883-8185-8E71C1A4B94E}" destId="{5993A384-FC9E-F640-83AB-103D349B430E}" srcOrd="0" destOrd="0" presId="urn:microsoft.com/office/officeart/2016/7/layout/BasicLinearProcessNumbered"/>
    <dgm:cxn modelId="{BEFCAEFB-5AA4-FD4B-8204-1D3DAF161AD9}" type="presOf" srcId="{BD8BEF2F-937A-4A22-8934-31DA7379041C}" destId="{A30F0579-89FF-214F-A0E5-1938925F012B}" srcOrd="1" destOrd="0" presId="urn:microsoft.com/office/officeart/2016/7/layout/BasicLinearProcessNumbered"/>
    <dgm:cxn modelId="{451B54FD-703B-47F9-A8FF-12DB6210BCE2}" srcId="{830DEE4A-97ED-4D95-85B4-092383AE6F6E}" destId="{BD8BEF2F-937A-4A22-8934-31DA7379041C}" srcOrd="0" destOrd="0" parTransId="{D183DD52-69D2-4764-9F63-E99721C6589A}" sibTransId="{8AAC55F2-23D8-4883-8185-8E71C1A4B94E}"/>
    <dgm:cxn modelId="{410D37D9-A88A-FB46-85E5-C6C642DF0D51}" type="presParOf" srcId="{588DDF97-019E-7944-BB8F-9F557A21A990}" destId="{E6634032-8B11-D647-8904-9030D03DE516}" srcOrd="0" destOrd="0" presId="urn:microsoft.com/office/officeart/2016/7/layout/BasicLinearProcessNumbered"/>
    <dgm:cxn modelId="{AE086E8E-9823-1D4B-AEED-5157F631D8B0}" type="presParOf" srcId="{E6634032-8B11-D647-8904-9030D03DE516}" destId="{A53FE8FC-175A-844E-A20E-BE5DEA2A0E02}" srcOrd="0" destOrd="0" presId="urn:microsoft.com/office/officeart/2016/7/layout/BasicLinearProcessNumbered"/>
    <dgm:cxn modelId="{98CB5E93-9BEE-704A-8D84-E37F3BFFEC0A}" type="presParOf" srcId="{E6634032-8B11-D647-8904-9030D03DE516}" destId="{5993A384-FC9E-F640-83AB-103D349B430E}" srcOrd="1" destOrd="0" presId="urn:microsoft.com/office/officeart/2016/7/layout/BasicLinearProcessNumbered"/>
    <dgm:cxn modelId="{8FE8F9E4-8A3A-674F-95A6-9CBF3756E3CB}" type="presParOf" srcId="{E6634032-8B11-D647-8904-9030D03DE516}" destId="{94555F69-611B-9545-B545-403E09D112D5}" srcOrd="2" destOrd="0" presId="urn:microsoft.com/office/officeart/2016/7/layout/BasicLinearProcessNumbered"/>
    <dgm:cxn modelId="{86512523-F040-9349-9023-03E6F8654872}" type="presParOf" srcId="{E6634032-8B11-D647-8904-9030D03DE516}" destId="{A30F0579-89FF-214F-A0E5-1938925F012B}" srcOrd="3" destOrd="0" presId="urn:microsoft.com/office/officeart/2016/7/layout/BasicLinearProcessNumbered"/>
    <dgm:cxn modelId="{261FD10F-B03F-5349-860E-5038222CE12E}" type="presParOf" srcId="{588DDF97-019E-7944-BB8F-9F557A21A990}" destId="{2CA24F7E-0CD4-6347-8F1A-55E0464728B2}" srcOrd="1" destOrd="0" presId="urn:microsoft.com/office/officeart/2016/7/layout/BasicLinearProcessNumbered"/>
    <dgm:cxn modelId="{8B137253-C596-BE4F-8ED6-D6282038407E}" type="presParOf" srcId="{588DDF97-019E-7944-BB8F-9F557A21A990}" destId="{C9E2B8FA-3B9C-5843-83D0-0230C904C6BB}" srcOrd="2" destOrd="0" presId="urn:microsoft.com/office/officeart/2016/7/layout/BasicLinearProcessNumbered"/>
    <dgm:cxn modelId="{F00AFAD9-D290-8D4D-975D-F79E15BA5087}" type="presParOf" srcId="{C9E2B8FA-3B9C-5843-83D0-0230C904C6BB}" destId="{7B0B3A7B-C151-4C42-8EE3-8C88A53A926F}" srcOrd="0" destOrd="0" presId="urn:microsoft.com/office/officeart/2016/7/layout/BasicLinearProcessNumbered"/>
    <dgm:cxn modelId="{CED3DA95-1CD2-A143-84BB-0BA92EEEDF9A}" type="presParOf" srcId="{C9E2B8FA-3B9C-5843-83D0-0230C904C6BB}" destId="{66FEBB95-EB7A-DA46-9E60-E17E08266320}" srcOrd="1" destOrd="0" presId="urn:microsoft.com/office/officeart/2016/7/layout/BasicLinearProcessNumbered"/>
    <dgm:cxn modelId="{8EFFA047-78ED-8041-9084-FA1671DE041C}" type="presParOf" srcId="{C9E2B8FA-3B9C-5843-83D0-0230C904C6BB}" destId="{B2F8C697-9727-FD43-A472-A66020B2FEE9}" srcOrd="2" destOrd="0" presId="urn:microsoft.com/office/officeart/2016/7/layout/BasicLinearProcessNumbered"/>
    <dgm:cxn modelId="{1D43C1C4-D68B-9E47-AC7D-2AA7E3AF35CA}" type="presParOf" srcId="{C9E2B8FA-3B9C-5843-83D0-0230C904C6BB}" destId="{03D93737-C7FB-1444-A5F5-3A0C0C319CC5}" srcOrd="3" destOrd="0" presId="urn:microsoft.com/office/officeart/2016/7/layout/BasicLinearProcessNumbered"/>
    <dgm:cxn modelId="{DA885395-915B-4A47-9568-908DA8AA1502}" type="presParOf" srcId="{588DDF97-019E-7944-BB8F-9F557A21A990}" destId="{06C60CCF-FE69-E843-8AED-8783C12B4E9E}" srcOrd="3" destOrd="0" presId="urn:microsoft.com/office/officeart/2016/7/layout/BasicLinearProcessNumbered"/>
    <dgm:cxn modelId="{58A578B2-8676-D04A-A5F5-05A0075C218E}" type="presParOf" srcId="{588DDF97-019E-7944-BB8F-9F557A21A990}" destId="{2CB48A68-D121-0949-AF1B-106308D63300}" srcOrd="4" destOrd="0" presId="urn:microsoft.com/office/officeart/2016/7/layout/BasicLinearProcessNumbered"/>
    <dgm:cxn modelId="{2C162118-60F7-324F-B55E-132196941AC0}" type="presParOf" srcId="{2CB48A68-D121-0949-AF1B-106308D63300}" destId="{95AE7C03-3696-6D4B-AB1F-777E1FB36D0C}" srcOrd="0" destOrd="0" presId="urn:microsoft.com/office/officeart/2016/7/layout/BasicLinearProcessNumbered"/>
    <dgm:cxn modelId="{4551427C-862F-5F4F-936F-B15885711C78}" type="presParOf" srcId="{2CB48A68-D121-0949-AF1B-106308D63300}" destId="{B0B95375-4BD1-0E43-8DDE-E482E47DDBE3}" srcOrd="1" destOrd="0" presId="urn:microsoft.com/office/officeart/2016/7/layout/BasicLinearProcessNumbered"/>
    <dgm:cxn modelId="{90542F18-3EEE-8640-9FA2-BB1E564CDDAF}" type="presParOf" srcId="{2CB48A68-D121-0949-AF1B-106308D63300}" destId="{40F4987B-133F-6941-A650-E22BBB0CE770}" srcOrd="2" destOrd="0" presId="urn:microsoft.com/office/officeart/2016/7/layout/BasicLinearProcessNumbered"/>
    <dgm:cxn modelId="{77AD9619-A299-664E-A5BD-63D7711F65A6}" type="presParOf" srcId="{2CB48A68-D121-0949-AF1B-106308D63300}" destId="{9827676D-C074-6949-9A23-59713D8251C9}"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D3CE78-364C-40BF-A7A7-0827148085D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CFE4C46-AF72-486E-A56C-E0B5222B7385}">
      <dgm:prSet/>
      <dgm:spPr/>
      <dgm:t>
        <a:bodyPr/>
        <a:lstStyle/>
        <a:p>
          <a:r>
            <a:rPr lang="en-US" dirty="0"/>
            <a:t>Product / service delivered</a:t>
          </a:r>
        </a:p>
      </dgm:t>
    </dgm:pt>
    <dgm:pt modelId="{138C8097-13D5-42EA-9EC9-2D46B9148ECA}" type="parTrans" cxnId="{27E160F4-272B-4E28-B15C-5BB45D520C8B}">
      <dgm:prSet/>
      <dgm:spPr/>
      <dgm:t>
        <a:bodyPr/>
        <a:lstStyle/>
        <a:p>
          <a:endParaRPr lang="en-US"/>
        </a:p>
      </dgm:t>
    </dgm:pt>
    <dgm:pt modelId="{4B689C7E-3925-4E16-9082-7F9B61C35FD4}" type="sibTrans" cxnId="{27E160F4-272B-4E28-B15C-5BB45D520C8B}">
      <dgm:prSet/>
      <dgm:spPr/>
      <dgm:t>
        <a:bodyPr/>
        <a:lstStyle/>
        <a:p>
          <a:endParaRPr lang="en-US"/>
        </a:p>
      </dgm:t>
    </dgm:pt>
    <dgm:pt modelId="{076975D0-2383-4A93-8CD3-515323CE16DD}">
      <dgm:prSet/>
      <dgm:spPr/>
      <dgm:t>
        <a:bodyPr/>
        <a:lstStyle/>
        <a:p>
          <a:r>
            <a:rPr lang="en-US" dirty="0"/>
            <a:t># of employees</a:t>
          </a:r>
        </a:p>
      </dgm:t>
    </dgm:pt>
    <dgm:pt modelId="{EBEC0ADE-7CB0-4F93-9150-5CDFFF47A4FB}" type="parTrans" cxnId="{5CA564BB-4CAC-4A98-A17A-16B9E421D7D3}">
      <dgm:prSet/>
      <dgm:spPr/>
      <dgm:t>
        <a:bodyPr/>
        <a:lstStyle/>
        <a:p>
          <a:endParaRPr lang="en-US"/>
        </a:p>
      </dgm:t>
    </dgm:pt>
    <dgm:pt modelId="{68CA876A-68CB-46BE-A4FB-54DC1FA0EB77}" type="sibTrans" cxnId="{5CA564BB-4CAC-4A98-A17A-16B9E421D7D3}">
      <dgm:prSet/>
      <dgm:spPr/>
      <dgm:t>
        <a:bodyPr/>
        <a:lstStyle/>
        <a:p>
          <a:endParaRPr lang="en-US"/>
        </a:p>
      </dgm:t>
    </dgm:pt>
    <dgm:pt modelId="{02ACE6AE-0D6F-449E-B5BD-0A3BA50E68DC}">
      <dgm:prSet/>
      <dgm:spPr/>
      <dgm:t>
        <a:bodyPr/>
        <a:lstStyle/>
        <a:p>
          <a:r>
            <a:rPr lang="en-US" dirty="0"/>
            <a:t>Types of jobs</a:t>
          </a:r>
        </a:p>
      </dgm:t>
    </dgm:pt>
    <dgm:pt modelId="{B73CE08E-A272-4B7A-A5A9-27944703C145}" type="parTrans" cxnId="{2451E5E5-E108-4948-8F52-5A630E14C27C}">
      <dgm:prSet/>
      <dgm:spPr/>
      <dgm:t>
        <a:bodyPr/>
        <a:lstStyle/>
        <a:p>
          <a:endParaRPr lang="en-US"/>
        </a:p>
      </dgm:t>
    </dgm:pt>
    <dgm:pt modelId="{043B212C-C093-4DB3-8A7C-37533ABD5A96}" type="sibTrans" cxnId="{2451E5E5-E108-4948-8F52-5A630E14C27C}">
      <dgm:prSet/>
      <dgm:spPr/>
      <dgm:t>
        <a:bodyPr/>
        <a:lstStyle/>
        <a:p>
          <a:endParaRPr lang="en-US"/>
        </a:p>
      </dgm:t>
    </dgm:pt>
    <dgm:pt modelId="{67FD97C2-DB84-4DA9-A036-413BB3E2ED54}">
      <dgm:prSet/>
      <dgm:spPr/>
      <dgm:t>
        <a:bodyPr/>
        <a:lstStyle/>
        <a:p>
          <a:r>
            <a:rPr lang="en-US" dirty="0"/>
            <a:t>Areas &amp; reasons for turnover</a:t>
          </a:r>
        </a:p>
      </dgm:t>
    </dgm:pt>
    <dgm:pt modelId="{8AAAB78A-697F-493C-AC6B-964F14AD29BA}" type="parTrans" cxnId="{012101AE-B83D-4803-9E65-2850437AD603}">
      <dgm:prSet/>
      <dgm:spPr/>
      <dgm:t>
        <a:bodyPr/>
        <a:lstStyle/>
        <a:p>
          <a:endParaRPr lang="en-US"/>
        </a:p>
      </dgm:t>
    </dgm:pt>
    <dgm:pt modelId="{6AE63738-AC39-4384-8D5C-2B828F8C67D0}" type="sibTrans" cxnId="{012101AE-B83D-4803-9E65-2850437AD603}">
      <dgm:prSet/>
      <dgm:spPr/>
      <dgm:t>
        <a:bodyPr/>
        <a:lstStyle/>
        <a:p>
          <a:endParaRPr lang="en-US"/>
        </a:p>
      </dgm:t>
    </dgm:pt>
    <dgm:pt modelId="{A2CED094-EA11-4D4E-AE30-91AAEA002569}">
      <dgm:prSet/>
      <dgm:spPr/>
      <dgm:t>
        <a:bodyPr/>
        <a:lstStyle/>
        <a:p>
          <a:r>
            <a:rPr lang="en-US" dirty="0"/>
            <a:t>Busy seasons, staffing problems</a:t>
          </a:r>
        </a:p>
      </dgm:t>
    </dgm:pt>
    <dgm:pt modelId="{F78983D8-C7C4-4AC9-9896-7AFDB40CBD9B}" type="parTrans" cxnId="{4F7DB226-5CF2-49F1-9CAE-7F46AD839D21}">
      <dgm:prSet/>
      <dgm:spPr/>
      <dgm:t>
        <a:bodyPr/>
        <a:lstStyle/>
        <a:p>
          <a:endParaRPr lang="en-US"/>
        </a:p>
      </dgm:t>
    </dgm:pt>
    <dgm:pt modelId="{AA24EED6-3E7A-4881-8CC5-6EA3EE6A0DAA}" type="sibTrans" cxnId="{4F7DB226-5CF2-49F1-9CAE-7F46AD839D21}">
      <dgm:prSet/>
      <dgm:spPr/>
      <dgm:t>
        <a:bodyPr/>
        <a:lstStyle/>
        <a:p>
          <a:endParaRPr lang="en-US"/>
        </a:p>
      </dgm:t>
    </dgm:pt>
    <dgm:pt modelId="{EC32B276-5AD1-4560-9B0C-CA81566D5B3F}">
      <dgm:prSet/>
      <dgm:spPr/>
      <dgm:t>
        <a:bodyPr/>
        <a:lstStyle/>
        <a:p>
          <a:r>
            <a:rPr lang="en-US" dirty="0"/>
            <a:t>Past/present experiences with employees with disabilities</a:t>
          </a:r>
        </a:p>
      </dgm:t>
    </dgm:pt>
    <dgm:pt modelId="{25BC1AC5-AA7E-409D-B129-F4E3E2BE4D80}" type="parTrans" cxnId="{CA2DEA64-F4C1-4E3D-A736-6D7C10468C6D}">
      <dgm:prSet/>
      <dgm:spPr/>
      <dgm:t>
        <a:bodyPr/>
        <a:lstStyle/>
        <a:p>
          <a:endParaRPr lang="en-US"/>
        </a:p>
      </dgm:t>
    </dgm:pt>
    <dgm:pt modelId="{A63CB28B-4A3D-41EE-B92A-C4C690BC5E37}" type="sibTrans" cxnId="{CA2DEA64-F4C1-4E3D-A736-6D7C10468C6D}">
      <dgm:prSet/>
      <dgm:spPr/>
      <dgm:t>
        <a:bodyPr/>
        <a:lstStyle/>
        <a:p>
          <a:endParaRPr lang="en-US"/>
        </a:p>
      </dgm:t>
    </dgm:pt>
    <dgm:pt modelId="{A0659B35-5B65-9741-8202-A77AD15951E3}" type="pres">
      <dgm:prSet presAssocID="{1AD3CE78-364C-40BF-A7A7-0827148085D2}" presName="linear" presStyleCnt="0">
        <dgm:presLayoutVars>
          <dgm:animLvl val="lvl"/>
          <dgm:resizeHandles val="exact"/>
        </dgm:presLayoutVars>
      </dgm:prSet>
      <dgm:spPr/>
    </dgm:pt>
    <dgm:pt modelId="{A99D217F-55F6-E94E-AEF5-686B83A834D1}" type="pres">
      <dgm:prSet presAssocID="{4CFE4C46-AF72-486E-A56C-E0B5222B7385}" presName="parentText" presStyleLbl="node1" presStyleIdx="0" presStyleCnt="6">
        <dgm:presLayoutVars>
          <dgm:chMax val="0"/>
          <dgm:bulletEnabled val="1"/>
        </dgm:presLayoutVars>
      </dgm:prSet>
      <dgm:spPr/>
    </dgm:pt>
    <dgm:pt modelId="{B1CB7A2B-32CF-C745-A89F-F0FC515A35BE}" type="pres">
      <dgm:prSet presAssocID="{4B689C7E-3925-4E16-9082-7F9B61C35FD4}" presName="spacer" presStyleCnt="0"/>
      <dgm:spPr/>
    </dgm:pt>
    <dgm:pt modelId="{B536EE06-F32D-D94C-B27F-DFAA70F45767}" type="pres">
      <dgm:prSet presAssocID="{076975D0-2383-4A93-8CD3-515323CE16DD}" presName="parentText" presStyleLbl="node1" presStyleIdx="1" presStyleCnt="6">
        <dgm:presLayoutVars>
          <dgm:chMax val="0"/>
          <dgm:bulletEnabled val="1"/>
        </dgm:presLayoutVars>
      </dgm:prSet>
      <dgm:spPr/>
    </dgm:pt>
    <dgm:pt modelId="{6FB80937-AE6D-4347-B04E-2789ED0CE0CA}" type="pres">
      <dgm:prSet presAssocID="{68CA876A-68CB-46BE-A4FB-54DC1FA0EB77}" presName="spacer" presStyleCnt="0"/>
      <dgm:spPr/>
    </dgm:pt>
    <dgm:pt modelId="{9A9F7ADB-1693-2F49-B4AE-C862EB66B80D}" type="pres">
      <dgm:prSet presAssocID="{02ACE6AE-0D6F-449E-B5BD-0A3BA50E68DC}" presName="parentText" presStyleLbl="node1" presStyleIdx="2" presStyleCnt="6">
        <dgm:presLayoutVars>
          <dgm:chMax val="0"/>
          <dgm:bulletEnabled val="1"/>
        </dgm:presLayoutVars>
      </dgm:prSet>
      <dgm:spPr/>
    </dgm:pt>
    <dgm:pt modelId="{9AF7F62A-94E8-DE48-AF7B-71F6800E09DC}" type="pres">
      <dgm:prSet presAssocID="{043B212C-C093-4DB3-8A7C-37533ABD5A96}" presName="spacer" presStyleCnt="0"/>
      <dgm:spPr/>
    </dgm:pt>
    <dgm:pt modelId="{7E72D377-2DE6-0A47-B031-1FD08DAF45E7}" type="pres">
      <dgm:prSet presAssocID="{67FD97C2-DB84-4DA9-A036-413BB3E2ED54}" presName="parentText" presStyleLbl="node1" presStyleIdx="3" presStyleCnt="6">
        <dgm:presLayoutVars>
          <dgm:chMax val="0"/>
          <dgm:bulletEnabled val="1"/>
        </dgm:presLayoutVars>
      </dgm:prSet>
      <dgm:spPr/>
    </dgm:pt>
    <dgm:pt modelId="{B4C62F9F-5B5A-9549-8619-95B8DC5E2CB2}" type="pres">
      <dgm:prSet presAssocID="{6AE63738-AC39-4384-8D5C-2B828F8C67D0}" presName="spacer" presStyleCnt="0"/>
      <dgm:spPr/>
    </dgm:pt>
    <dgm:pt modelId="{86218E74-750D-4F44-9759-286353832503}" type="pres">
      <dgm:prSet presAssocID="{A2CED094-EA11-4D4E-AE30-91AAEA002569}" presName="parentText" presStyleLbl="node1" presStyleIdx="4" presStyleCnt="6">
        <dgm:presLayoutVars>
          <dgm:chMax val="0"/>
          <dgm:bulletEnabled val="1"/>
        </dgm:presLayoutVars>
      </dgm:prSet>
      <dgm:spPr/>
    </dgm:pt>
    <dgm:pt modelId="{B3DA5497-E63C-7A4C-9EC8-AB6D8CDCBD16}" type="pres">
      <dgm:prSet presAssocID="{AA24EED6-3E7A-4881-8CC5-6EA3EE6A0DAA}" presName="spacer" presStyleCnt="0"/>
      <dgm:spPr/>
    </dgm:pt>
    <dgm:pt modelId="{4B19EDA5-C7CF-824A-9A09-DFC7C85A49FB}" type="pres">
      <dgm:prSet presAssocID="{EC32B276-5AD1-4560-9B0C-CA81566D5B3F}" presName="parentText" presStyleLbl="node1" presStyleIdx="5" presStyleCnt="6">
        <dgm:presLayoutVars>
          <dgm:chMax val="0"/>
          <dgm:bulletEnabled val="1"/>
        </dgm:presLayoutVars>
      </dgm:prSet>
      <dgm:spPr/>
    </dgm:pt>
  </dgm:ptLst>
  <dgm:cxnLst>
    <dgm:cxn modelId="{61E2AF16-8F8E-EB43-85BF-7323899347DB}" type="presOf" srcId="{076975D0-2383-4A93-8CD3-515323CE16DD}" destId="{B536EE06-F32D-D94C-B27F-DFAA70F45767}" srcOrd="0" destOrd="0" presId="urn:microsoft.com/office/officeart/2005/8/layout/vList2"/>
    <dgm:cxn modelId="{4F7DB226-5CF2-49F1-9CAE-7F46AD839D21}" srcId="{1AD3CE78-364C-40BF-A7A7-0827148085D2}" destId="{A2CED094-EA11-4D4E-AE30-91AAEA002569}" srcOrd="4" destOrd="0" parTransId="{F78983D8-C7C4-4AC9-9896-7AFDB40CBD9B}" sibTransId="{AA24EED6-3E7A-4881-8CC5-6EA3EE6A0DAA}"/>
    <dgm:cxn modelId="{63496A3E-9D7D-CF45-9F5F-ED2B1D965EFC}" type="presOf" srcId="{67FD97C2-DB84-4DA9-A036-413BB3E2ED54}" destId="{7E72D377-2DE6-0A47-B031-1FD08DAF45E7}" srcOrd="0" destOrd="0" presId="urn:microsoft.com/office/officeart/2005/8/layout/vList2"/>
    <dgm:cxn modelId="{CA2DEA64-F4C1-4E3D-A736-6D7C10468C6D}" srcId="{1AD3CE78-364C-40BF-A7A7-0827148085D2}" destId="{EC32B276-5AD1-4560-9B0C-CA81566D5B3F}" srcOrd="5" destOrd="0" parTransId="{25BC1AC5-AA7E-409D-B129-F4E3E2BE4D80}" sibTransId="{A63CB28B-4A3D-41EE-B92A-C4C690BC5E37}"/>
    <dgm:cxn modelId="{45910855-14C6-4448-8D1C-9ABFCBA51451}" type="presOf" srcId="{EC32B276-5AD1-4560-9B0C-CA81566D5B3F}" destId="{4B19EDA5-C7CF-824A-9A09-DFC7C85A49FB}" srcOrd="0" destOrd="0" presId="urn:microsoft.com/office/officeart/2005/8/layout/vList2"/>
    <dgm:cxn modelId="{35F6169F-A08B-F444-AB39-06F13BC088FF}" type="presOf" srcId="{1AD3CE78-364C-40BF-A7A7-0827148085D2}" destId="{A0659B35-5B65-9741-8202-A77AD15951E3}" srcOrd="0" destOrd="0" presId="urn:microsoft.com/office/officeart/2005/8/layout/vList2"/>
    <dgm:cxn modelId="{9CA237A1-B59F-E046-8BB8-B8CF1BDAB491}" type="presOf" srcId="{4CFE4C46-AF72-486E-A56C-E0B5222B7385}" destId="{A99D217F-55F6-E94E-AEF5-686B83A834D1}" srcOrd="0" destOrd="0" presId="urn:microsoft.com/office/officeart/2005/8/layout/vList2"/>
    <dgm:cxn modelId="{054D50A3-25E5-A44E-9C18-19022F9BC132}" type="presOf" srcId="{A2CED094-EA11-4D4E-AE30-91AAEA002569}" destId="{86218E74-750D-4F44-9759-286353832503}" srcOrd="0" destOrd="0" presId="urn:microsoft.com/office/officeart/2005/8/layout/vList2"/>
    <dgm:cxn modelId="{012101AE-B83D-4803-9E65-2850437AD603}" srcId="{1AD3CE78-364C-40BF-A7A7-0827148085D2}" destId="{67FD97C2-DB84-4DA9-A036-413BB3E2ED54}" srcOrd="3" destOrd="0" parTransId="{8AAAB78A-697F-493C-AC6B-964F14AD29BA}" sibTransId="{6AE63738-AC39-4384-8D5C-2B828F8C67D0}"/>
    <dgm:cxn modelId="{5CA564BB-4CAC-4A98-A17A-16B9E421D7D3}" srcId="{1AD3CE78-364C-40BF-A7A7-0827148085D2}" destId="{076975D0-2383-4A93-8CD3-515323CE16DD}" srcOrd="1" destOrd="0" parTransId="{EBEC0ADE-7CB0-4F93-9150-5CDFFF47A4FB}" sibTransId="{68CA876A-68CB-46BE-A4FB-54DC1FA0EB77}"/>
    <dgm:cxn modelId="{8836DEE2-E5A4-A14E-AFE1-572B7B82BFFB}" type="presOf" srcId="{02ACE6AE-0D6F-449E-B5BD-0A3BA50E68DC}" destId="{9A9F7ADB-1693-2F49-B4AE-C862EB66B80D}" srcOrd="0" destOrd="0" presId="urn:microsoft.com/office/officeart/2005/8/layout/vList2"/>
    <dgm:cxn modelId="{2451E5E5-E108-4948-8F52-5A630E14C27C}" srcId="{1AD3CE78-364C-40BF-A7A7-0827148085D2}" destId="{02ACE6AE-0D6F-449E-B5BD-0A3BA50E68DC}" srcOrd="2" destOrd="0" parTransId="{B73CE08E-A272-4B7A-A5A9-27944703C145}" sibTransId="{043B212C-C093-4DB3-8A7C-37533ABD5A96}"/>
    <dgm:cxn modelId="{27E160F4-272B-4E28-B15C-5BB45D520C8B}" srcId="{1AD3CE78-364C-40BF-A7A7-0827148085D2}" destId="{4CFE4C46-AF72-486E-A56C-E0B5222B7385}" srcOrd="0" destOrd="0" parTransId="{138C8097-13D5-42EA-9EC9-2D46B9148ECA}" sibTransId="{4B689C7E-3925-4E16-9082-7F9B61C35FD4}"/>
    <dgm:cxn modelId="{C465FDD5-5178-E348-8F63-B143658FE0C1}" type="presParOf" srcId="{A0659B35-5B65-9741-8202-A77AD15951E3}" destId="{A99D217F-55F6-E94E-AEF5-686B83A834D1}" srcOrd="0" destOrd="0" presId="urn:microsoft.com/office/officeart/2005/8/layout/vList2"/>
    <dgm:cxn modelId="{3A305B38-22A9-5244-ADFB-F92AAAE7A9FC}" type="presParOf" srcId="{A0659B35-5B65-9741-8202-A77AD15951E3}" destId="{B1CB7A2B-32CF-C745-A89F-F0FC515A35BE}" srcOrd="1" destOrd="0" presId="urn:microsoft.com/office/officeart/2005/8/layout/vList2"/>
    <dgm:cxn modelId="{158C5F54-B096-4C40-822F-7A7BEF3112C3}" type="presParOf" srcId="{A0659B35-5B65-9741-8202-A77AD15951E3}" destId="{B536EE06-F32D-D94C-B27F-DFAA70F45767}" srcOrd="2" destOrd="0" presId="urn:microsoft.com/office/officeart/2005/8/layout/vList2"/>
    <dgm:cxn modelId="{EE6E8A8A-39BE-DD49-BBA4-215868ECFD17}" type="presParOf" srcId="{A0659B35-5B65-9741-8202-A77AD15951E3}" destId="{6FB80937-AE6D-4347-B04E-2789ED0CE0CA}" srcOrd="3" destOrd="0" presId="urn:microsoft.com/office/officeart/2005/8/layout/vList2"/>
    <dgm:cxn modelId="{FC43A455-3A14-A340-8F38-6C5E8EF526B8}" type="presParOf" srcId="{A0659B35-5B65-9741-8202-A77AD15951E3}" destId="{9A9F7ADB-1693-2F49-B4AE-C862EB66B80D}" srcOrd="4" destOrd="0" presId="urn:microsoft.com/office/officeart/2005/8/layout/vList2"/>
    <dgm:cxn modelId="{D31A75B8-878D-984F-A52E-58025108948A}" type="presParOf" srcId="{A0659B35-5B65-9741-8202-A77AD15951E3}" destId="{9AF7F62A-94E8-DE48-AF7B-71F6800E09DC}" srcOrd="5" destOrd="0" presId="urn:microsoft.com/office/officeart/2005/8/layout/vList2"/>
    <dgm:cxn modelId="{11D9821C-231F-3B43-8C82-5B293035271F}" type="presParOf" srcId="{A0659B35-5B65-9741-8202-A77AD15951E3}" destId="{7E72D377-2DE6-0A47-B031-1FD08DAF45E7}" srcOrd="6" destOrd="0" presId="urn:microsoft.com/office/officeart/2005/8/layout/vList2"/>
    <dgm:cxn modelId="{EDE78A80-5052-7244-BEB7-EE55D023292D}" type="presParOf" srcId="{A0659B35-5B65-9741-8202-A77AD15951E3}" destId="{B4C62F9F-5B5A-9549-8619-95B8DC5E2CB2}" srcOrd="7" destOrd="0" presId="urn:microsoft.com/office/officeart/2005/8/layout/vList2"/>
    <dgm:cxn modelId="{06EFF579-0799-4248-BA8D-CC81E4629A76}" type="presParOf" srcId="{A0659B35-5B65-9741-8202-A77AD15951E3}" destId="{86218E74-750D-4F44-9759-286353832503}" srcOrd="8" destOrd="0" presId="urn:microsoft.com/office/officeart/2005/8/layout/vList2"/>
    <dgm:cxn modelId="{55D9AA58-2E46-E34A-9B68-CC42E7640366}" type="presParOf" srcId="{A0659B35-5B65-9741-8202-A77AD15951E3}" destId="{B3DA5497-E63C-7A4C-9EC8-AB6D8CDCBD16}" srcOrd="9" destOrd="0" presId="urn:microsoft.com/office/officeart/2005/8/layout/vList2"/>
    <dgm:cxn modelId="{294BD3ED-C5CC-3849-A68B-455D26D4F98C}" type="presParOf" srcId="{A0659B35-5B65-9741-8202-A77AD15951E3}" destId="{4B19EDA5-C7CF-824A-9A09-DFC7C85A49FB}"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5E15554-A320-488D-9551-B51C0ED5C47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F339ACB-035E-4355-A3B1-E50516B67226}">
      <dgm:prSet/>
      <dgm:spPr/>
      <dgm:t>
        <a:bodyPr/>
        <a:lstStyle/>
        <a:p>
          <a:pPr>
            <a:lnSpc>
              <a:spcPct val="100000"/>
            </a:lnSpc>
          </a:pPr>
          <a:r>
            <a:rPr lang="en-US" dirty="0"/>
            <a:t>Reach out to network contacts and solicit help:</a:t>
          </a:r>
        </a:p>
      </dgm:t>
    </dgm:pt>
    <dgm:pt modelId="{7D44D1ED-D3E1-4A97-BD3F-09FDA2891CC2}" type="parTrans" cxnId="{9326CCC7-45E8-4EFF-90CB-0BBE0638B8BD}">
      <dgm:prSet/>
      <dgm:spPr/>
      <dgm:t>
        <a:bodyPr/>
        <a:lstStyle/>
        <a:p>
          <a:endParaRPr lang="en-US"/>
        </a:p>
      </dgm:t>
    </dgm:pt>
    <dgm:pt modelId="{E64D16EE-68CF-469E-83F2-81E294EB42FD}" type="sibTrans" cxnId="{9326CCC7-45E8-4EFF-90CB-0BBE0638B8BD}">
      <dgm:prSet/>
      <dgm:spPr/>
      <dgm:t>
        <a:bodyPr/>
        <a:lstStyle/>
        <a:p>
          <a:endParaRPr lang="en-US"/>
        </a:p>
      </dgm:t>
    </dgm:pt>
    <dgm:pt modelId="{38DB8CBD-965B-4F7E-B427-A4E2CA90E2B1}">
      <dgm:prSet/>
      <dgm:spPr/>
      <dgm:t>
        <a:bodyPr/>
        <a:lstStyle/>
        <a:p>
          <a:pPr>
            <a:lnSpc>
              <a:spcPct val="100000"/>
            </a:lnSpc>
          </a:pPr>
          <a:r>
            <a:rPr lang="en-US" dirty="0"/>
            <a:t>A thank you note goes a long way</a:t>
          </a:r>
        </a:p>
      </dgm:t>
    </dgm:pt>
    <dgm:pt modelId="{0C3E3AF1-F44F-4DED-8322-2A3E14DE7423}" type="parTrans" cxnId="{F150631D-8186-4C6E-825E-D9CF10B43423}">
      <dgm:prSet/>
      <dgm:spPr/>
      <dgm:t>
        <a:bodyPr/>
        <a:lstStyle/>
        <a:p>
          <a:endParaRPr lang="en-US"/>
        </a:p>
      </dgm:t>
    </dgm:pt>
    <dgm:pt modelId="{EB85B785-A07D-48D7-B1A7-06B5F5767EFD}" type="sibTrans" cxnId="{F150631D-8186-4C6E-825E-D9CF10B43423}">
      <dgm:prSet/>
      <dgm:spPr/>
      <dgm:t>
        <a:bodyPr/>
        <a:lstStyle/>
        <a:p>
          <a:endParaRPr lang="en-US"/>
        </a:p>
      </dgm:t>
    </dgm:pt>
    <dgm:pt modelId="{513AFF3B-A4EC-4F68-B4C1-C1664DEE4C41}">
      <dgm:prSet/>
      <dgm:spPr/>
      <dgm:t>
        <a:bodyPr/>
        <a:lstStyle/>
        <a:p>
          <a:pPr>
            <a:lnSpc>
              <a:spcPct val="100000"/>
            </a:lnSpc>
          </a:pPr>
          <a:r>
            <a:rPr lang="en-US" dirty="0"/>
            <a:t>Always ask…</a:t>
          </a:r>
          <a:r>
            <a:rPr lang="ja-JP"/>
            <a:t>“</a:t>
          </a:r>
          <a:r>
            <a:rPr lang="en-US" dirty="0"/>
            <a:t>Is there anyone else you suggest?” </a:t>
          </a:r>
        </a:p>
      </dgm:t>
    </dgm:pt>
    <dgm:pt modelId="{C8A07447-9A29-4907-A298-80543EE5FD0A}" type="parTrans" cxnId="{2803098E-DC67-476A-8160-75FB0B601BBA}">
      <dgm:prSet/>
      <dgm:spPr/>
      <dgm:t>
        <a:bodyPr/>
        <a:lstStyle/>
        <a:p>
          <a:endParaRPr lang="en-US"/>
        </a:p>
      </dgm:t>
    </dgm:pt>
    <dgm:pt modelId="{7FC59591-B1DD-4757-9DAC-FA25253877DD}" type="sibTrans" cxnId="{2803098E-DC67-476A-8160-75FB0B601BBA}">
      <dgm:prSet/>
      <dgm:spPr/>
      <dgm:t>
        <a:bodyPr/>
        <a:lstStyle/>
        <a:p>
          <a:endParaRPr lang="en-US"/>
        </a:p>
      </dgm:t>
    </dgm:pt>
    <dgm:pt modelId="{44A55271-1078-44D0-97C2-469EA673BCFE}">
      <dgm:prSet/>
      <dgm:spPr/>
      <dgm:t>
        <a:bodyPr/>
        <a:lstStyle/>
        <a:p>
          <a:pPr>
            <a:lnSpc>
              <a:spcPct val="100000"/>
            </a:lnSpc>
          </a:pPr>
          <a:r>
            <a:rPr lang="en-US" dirty="0"/>
            <a:t>I contact?</a:t>
          </a:r>
          <a:r>
            <a:rPr lang="ja-JP"/>
            <a:t>”</a:t>
          </a:r>
          <a:endParaRPr lang="en-US" dirty="0"/>
        </a:p>
      </dgm:t>
    </dgm:pt>
    <dgm:pt modelId="{386055D6-B448-4D5D-A231-DB3AD1911A23}" type="parTrans" cxnId="{A0AD64A5-B025-4CC3-B164-841BF0287578}">
      <dgm:prSet/>
      <dgm:spPr/>
      <dgm:t>
        <a:bodyPr/>
        <a:lstStyle/>
        <a:p>
          <a:endParaRPr lang="en-US"/>
        </a:p>
      </dgm:t>
    </dgm:pt>
    <dgm:pt modelId="{8791D153-6E06-432C-94E1-A86A9E952BD2}" type="sibTrans" cxnId="{A0AD64A5-B025-4CC3-B164-841BF0287578}">
      <dgm:prSet/>
      <dgm:spPr/>
      <dgm:t>
        <a:bodyPr/>
        <a:lstStyle/>
        <a:p>
          <a:endParaRPr lang="en-US"/>
        </a:p>
      </dgm:t>
    </dgm:pt>
    <dgm:pt modelId="{188EE3EF-D798-4F77-B9A6-AB49A80F08C4}" type="pres">
      <dgm:prSet presAssocID="{55E15554-A320-488D-9551-B51C0ED5C47A}" presName="root" presStyleCnt="0">
        <dgm:presLayoutVars>
          <dgm:dir/>
          <dgm:resizeHandles val="exact"/>
        </dgm:presLayoutVars>
      </dgm:prSet>
      <dgm:spPr/>
    </dgm:pt>
    <dgm:pt modelId="{0DDD8A71-7A90-4149-A874-A535B0E433BB}" type="pres">
      <dgm:prSet presAssocID="{DF339ACB-035E-4355-A3B1-E50516B67226}" presName="compNode" presStyleCnt="0"/>
      <dgm:spPr/>
    </dgm:pt>
    <dgm:pt modelId="{13ACBABC-C9DC-45B4-A062-412E449848B6}" type="pres">
      <dgm:prSet presAssocID="{DF339ACB-035E-4355-A3B1-E50516B67226}" presName="bgRect" presStyleLbl="bgShp" presStyleIdx="0" presStyleCnt="4"/>
      <dgm:spPr/>
    </dgm:pt>
    <dgm:pt modelId="{8155EB67-2F83-449B-8B9A-ED9A8273367B}" type="pres">
      <dgm:prSet presAssocID="{DF339ACB-035E-4355-A3B1-E50516B6722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Network"/>
        </a:ext>
      </dgm:extLst>
    </dgm:pt>
    <dgm:pt modelId="{39092F3B-BF6C-4F84-BD16-8141D0F087CB}" type="pres">
      <dgm:prSet presAssocID="{DF339ACB-035E-4355-A3B1-E50516B67226}" presName="spaceRect" presStyleCnt="0"/>
      <dgm:spPr/>
    </dgm:pt>
    <dgm:pt modelId="{2909AE1D-668B-488B-87DA-DC35728669B6}" type="pres">
      <dgm:prSet presAssocID="{DF339ACB-035E-4355-A3B1-E50516B67226}" presName="parTx" presStyleLbl="revTx" presStyleIdx="0" presStyleCnt="4">
        <dgm:presLayoutVars>
          <dgm:chMax val="0"/>
          <dgm:chPref val="0"/>
        </dgm:presLayoutVars>
      </dgm:prSet>
      <dgm:spPr/>
    </dgm:pt>
    <dgm:pt modelId="{5D17920B-2444-49EC-B47B-CA15EE7375DB}" type="pres">
      <dgm:prSet presAssocID="{E64D16EE-68CF-469E-83F2-81E294EB42FD}" presName="sibTrans" presStyleCnt="0"/>
      <dgm:spPr/>
    </dgm:pt>
    <dgm:pt modelId="{FE33EF64-2F5A-44A7-8C39-11A2D53BFF71}" type="pres">
      <dgm:prSet presAssocID="{38DB8CBD-965B-4F7E-B427-A4E2CA90E2B1}" presName="compNode" presStyleCnt="0"/>
      <dgm:spPr/>
    </dgm:pt>
    <dgm:pt modelId="{5BBA0650-6711-41BD-A1CE-397AF34902DF}" type="pres">
      <dgm:prSet presAssocID="{38DB8CBD-965B-4F7E-B427-A4E2CA90E2B1}" presName="bgRect" presStyleLbl="bgShp" presStyleIdx="1" presStyleCnt="4"/>
      <dgm:spPr/>
    </dgm:pt>
    <dgm:pt modelId="{2E8E8BE5-7FD9-436B-9435-0D3C1EC329D0}" type="pres">
      <dgm:prSet presAssocID="{38DB8CBD-965B-4F7E-B427-A4E2CA90E2B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miling Face with No Fill"/>
        </a:ext>
      </dgm:extLst>
    </dgm:pt>
    <dgm:pt modelId="{95AE05E3-6626-443F-BF60-01B58CC06C91}" type="pres">
      <dgm:prSet presAssocID="{38DB8CBD-965B-4F7E-B427-A4E2CA90E2B1}" presName="spaceRect" presStyleCnt="0"/>
      <dgm:spPr/>
    </dgm:pt>
    <dgm:pt modelId="{5B382EAC-2179-42F8-B4C9-040DB2C83982}" type="pres">
      <dgm:prSet presAssocID="{38DB8CBD-965B-4F7E-B427-A4E2CA90E2B1}" presName="parTx" presStyleLbl="revTx" presStyleIdx="1" presStyleCnt="4">
        <dgm:presLayoutVars>
          <dgm:chMax val="0"/>
          <dgm:chPref val="0"/>
        </dgm:presLayoutVars>
      </dgm:prSet>
      <dgm:spPr/>
    </dgm:pt>
    <dgm:pt modelId="{45FFE326-C914-4780-BADC-56F7DFF3107A}" type="pres">
      <dgm:prSet presAssocID="{EB85B785-A07D-48D7-B1A7-06B5F5767EFD}" presName="sibTrans" presStyleCnt="0"/>
      <dgm:spPr/>
    </dgm:pt>
    <dgm:pt modelId="{41927AD0-3B4E-4C27-B0AC-3077E81AAD07}" type="pres">
      <dgm:prSet presAssocID="{513AFF3B-A4EC-4F68-B4C1-C1664DEE4C41}" presName="compNode" presStyleCnt="0"/>
      <dgm:spPr/>
    </dgm:pt>
    <dgm:pt modelId="{38DB65F7-FD49-4B03-9038-839F42A2DBD5}" type="pres">
      <dgm:prSet presAssocID="{513AFF3B-A4EC-4F68-B4C1-C1664DEE4C41}" presName="bgRect" presStyleLbl="bgShp" presStyleIdx="2" presStyleCnt="4"/>
      <dgm:spPr/>
    </dgm:pt>
    <dgm:pt modelId="{AA2138B3-DDE3-48F4-8406-84129197DC4C}" type="pres">
      <dgm:prSet presAssocID="{513AFF3B-A4EC-4F68-B4C1-C1664DEE4C4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Question mark"/>
        </a:ext>
      </dgm:extLst>
    </dgm:pt>
    <dgm:pt modelId="{1E5B8D38-2A81-42CD-8210-AFDB3338284E}" type="pres">
      <dgm:prSet presAssocID="{513AFF3B-A4EC-4F68-B4C1-C1664DEE4C41}" presName="spaceRect" presStyleCnt="0"/>
      <dgm:spPr/>
    </dgm:pt>
    <dgm:pt modelId="{642D4D99-89C4-42CB-BD6C-ADE4A8999A4A}" type="pres">
      <dgm:prSet presAssocID="{513AFF3B-A4EC-4F68-B4C1-C1664DEE4C41}" presName="parTx" presStyleLbl="revTx" presStyleIdx="2" presStyleCnt="4">
        <dgm:presLayoutVars>
          <dgm:chMax val="0"/>
          <dgm:chPref val="0"/>
        </dgm:presLayoutVars>
      </dgm:prSet>
      <dgm:spPr/>
    </dgm:pt>
    <dgm:pt modelId="{9FACD406-3566-475A-AF41-A7AD05B96882}" type="pres">
      <dgm:prSet presAssocID="{7FC59591-B1DD-4757-9DAC-FA25253877DD}" presName="sibTrans" presStyleCnt="0"/>
      <dgm:spPr/>
    </dgm:pt>
    <dgm:pt modelId="{1BA81A6D-0C4C-460F-A5E5-FDBB547FF260}" type="pres">
      <dgm:prSet presAssocID="{44A55271-1078-44D0-97C2-469EA673BCFE}" presName="compNode" presStyleCnt="0"/>
      <dgm:spPr/>
    </dgm:pt>
    <dgm:pt modelId="{2D609708-F672-4190-A983-D4E601776A49}" type="pres">
      <dgm:prSet presAssocID="{44A55271-1078-44D0-97C2-469EA673BCFE}" presName="bgRect" presStyleLbl="bgShp" presStyleIdx="3" presStyleCnt="4"/>
      <dgm:spPr/>
    </dgm:pt>
    <dgm:pt modelId="{1EB240E8-68AD-49C0-9EB2-9D315D162E7D}" type="pres">
      <dgm:prSet presAssocID="{44A55271-1078-44D0-97C2-469EA673BCF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Receiver"/>
        </a:ext>
      </dgm:extLst>
    </dgm:pt>
    <dgm:pt modelId="{002373CE-1DB8-4759-93B0-D4232FB823DA}" type="pres">
      <dgm:prSet presAssocID="{44A55271-1078-44D0-97C2-469EA673BCFE}" presName="spaceRect" presStyleCnt="0"/>
      <dgm:spPr/>
    </dgm:pt>
    <dgm:pt modelId="{F9DDE693-4630-4E37-ACCC-80687CF9559A}" type="pres">
      <dgm:prSet presAssocID="{44A55271-1078-44D0-97C2-469EA673BCFE}" presName="parTx" presStyleLbl="revTx" presStyleIdx="3" presStyleCnt="4">
        <dgm:presLayoutVars>
          <dgm:chMax val="0"/>
          <dgm:chPref val="0"/>
        </dgm:presLayoutVars>
      </dgm:prSet>
      <dgm:spPr/>
    </dgm:pt>
  </dgm:ptLst>
  <dgm:cxnLst>
    <dgm:cxn modelId="{E1B2141C-D6B5-4D05-B36C-D1FABFC72142}" type="presOf" srcId="{44A55271-1078-44D0-97C2-469EA673BCFE}" destId="{F9DDE693-4630-4E37-ACCC-80687CF9559A}" srcOrd="0" destOrd="0" presId="urn:microsoft.com/office/officeart/2018/2/layout/IconVerticalSolidList"/>
    <dgm:cxn modelId="{F150631D-8186-4C6E-825E-D9CF10B43423}" srcId="{55E15554-A320-488D-9551-B51C0ED5C47A}" destId="{38DB8CBD-965B-4F7E-B427-A4E2CA90E2B1}" srcOrd="1" destOrd="0" parTransId="{0C3E3AF1-F44F-4DED-8322-2A3E14DE7423}" sibTransId="{EB85B785-A07D-48D7-B1A7-06B5F5767EFD}"/>
    <dgm:cxn modelId="{494E5D5D-86BC-4517-8E21-CE2D42A5FCFE}" type="presOf" srcId="{55E15554-A320-488D-9551-B51C0ED5C47A}" destId="{188EE3EF-D798-4F77-B9A6-AB49A80F08C4}" srcOrd="0" destOrd="0" presId="urn:microsoft.com/office/officeart/2018/2/layout/IconVerticalSolidList"/>
    <dgm:cxn modelId="{EA8FDC49-6060-42D9-BC75-F5B828A03DD3}" type="presOf" srcId="{38DB8CBD-965B-4F7E-B427-A4E2CA90E2B1}" destId="{5B382EAC-2179-42F8-B4C9-040DB2C83982}" srcOrd="0" destOrd="0" presId="urn:microsoft.com/office/officeart/2018/2/layout/IconVerticalSolidList"/>
    <dgm:cxn modelId="{41161E57-AEC6-4673-A77F-F880B34E43B5}" type="presOf" srcId="{513AFF3B-A4EC-4F68-B4C1-C1664DEE4C41}" destId="{642D4D99-89C4-42CB-BD6C-ADE4A8999A4A}" srcOrd="0" destOrd="0" presId="urn:microsoft.com/office/officeart/2018/2/layout/IconVerticalSolidList"/>
    <dgm:cxn modelId="{2803098E-DC67-476A-8160-75FB0B601BBA}" srcId="{55E15554-A320-488D-9551-B51C0ED5C47A}" destId="{513AFF3B-A4EC-4F68-B4C1-C1664DEE4C41}" srcOrd="2" destOrd="0" parTransId="{C8A07447-9A29-4907-A298-80543EE5FD0A}" sibTransId="{7FC59591-B1DD-4757-9DAC-FA25253877DD}"/>
    <dgm:cxn modelId="{A0AD64A5-B025-4CC3-B164-841BF0287578}" srcId="{55E15554-A320-488D-9551-B51C0ED5C47A}" destId="{44A55271-1078-44D0-97C2-469EA673BCFE}" srcOrd="3" destOrd="0" parTransId="{386055D6-B448-4D5D-A231-DB3AD1911A23}" sibTransId="{8791D153-6E06-432C-94E1-A86A9E952BD2}"/>
    <dgm:cxn modelId="{9326CCC7-45E8-4EFF-90CB-0BBE0638B8BD}" srcId="{55E15554-A320-488D-9551-B51C0ED5C47A}" destId="{DF339ACB-035E-4355-A3B1-E50516B67226}" srcOrd="0" destOrd="0" parTransId="{7D44D1ED-D3E1-4A97-BD3F-09FDA2891CC2}" sibTransId="{E64D16EE-68CF-469E-83F2-81E294EB42FD}"/>
    <dgm:cxn modelId="{3197C9FA-1A65-4450-A41F-98B842EDAD57}" type="presOf" srcId="{DF339ACB-035E-4355-A3B1-E50516B67226}" destId="{2909AE1D-668B-488B-87DA-DC35728669B6}" srcOrd="0" destOrd="0" presId="urn:microsoft.com/office/officeart/2018/2/layout/IconVerticalSolidList"/>
    <dgm:cxn modelId="{27085827-FC1D-4294-8728-7E34622FBB95}" type="presParOf" srcId="{188EE3EF-D798-4F77-B9A6-AB49A80F08C4}" destId="{0DDD8A71-7A90-4149-A874-A535B0E433BB}" srcOrd="0" destOrd="0" presId="urn:microsoft.com/office/officeart/2018/2/layout/IconVerticalSolidList"/>
    <dgm:cxn modelId="{8D7D7C9E-EC97-47FF-9569-252636A9C7A8}" type="presParOf" srcId="{0DDD8A71-7A90-4149-A874-A535B0E433BB}" destId="{13ACBABC-C9DC-45B4-A062-412E449848B6}" srcOrd="0" destOrd="0" presId="urn:microsoft.com/office/officeart/2018/2/layout/IconVerticalSolidList"/>
    <dgm:cxn modelId="{2A4FA7C8-C4F6-40E7-B3CE-23E2EB53A3B8}" type="presParOf" srcId="{0DDD8A71-7A90-4149-A874-A535B0E433BB}" destId="{8155EB67-2F83-449B-8B9A-ED9A8273367B}" srcOrd="1" destOrd="0" presId="urn:microsoft.com/office/officeart/2018/2/layout/IconVerticalSolidList"/>
    <dgm:cxn modelId="{94FE3B8A-04C9-4DAF-9D6C-BC7EA4780837}" type="presParOf" srcId="{0DDD8A71-7A90-4149-A874-A535B0E433BB}" destId="{39092F3B-BF6C-4F84-BD16-8141D0F087CB}" srcOrd="2" destOrd="0" presId="urn:microsoft.com/office/officeart/2018/2/layout/IconVerticalSolidList"/>
    <dgm:cxn modelId="{28D69DA4-E9FA-4AA8-83A4-89361BD6CA26}" type="presParOf" srcId="{0DDD8A71-7A90-4149-A874-A535B0E433BB}" destId="{2909AE1D-668B-488B-87DA-DC35728669B6}" srcOrd="3" destOrd="0" presId="urn:microsoft.com/office/officeart/2018/2/layout/IconVerticalSolidList"/>
    <dgm:cxn modelId="{F654888A-D4FD-43F5-8307-9F0958AFDE7B}" type="presParOf" srcId="{188EE3EF-D798-4F77-B9A6-AB49A80F08C4}" destId="{5D17920B-2444-49EC-B47B-CA15EE7375DB}" srcOrd="1" destOrd="0" presId="urn:microsoft.com/office/officeart/2018/2/layout/IconVerticalSolidList"/>
    <dgm:cxn modelId="{A0038657-02C4-44AC-B529-16596DA33AE2}" type="presParOf" srcId="{188EE3EF-D798-4F77-B9A6-AB49A80F08C4}" destId="{FE33EF64-2F5A-44A7-8C39-11A2D53BFF71}" srcOrd="2" destOrd="0" presId="urn:microsoft.com/office/officeart/2018/2/layout/IconVerticalSolidList"/>
    <dgm:cxn modelId="{1AA155EB-DE39-4B29-B00A-E9E9C13E64EC}" type="presParOf" srcId="{FE33EF64-2F5A-44A7-8C39-11A2D53BFF71}" destId="{5BBA0650-6711-41BD-A1CE-397AF34902DF}" srcOrd="0" destOrd="0" presId="urn:microsoft.com/office/officeart/2018/2/layout/IconVerticalSolidList"/>
    <dgm:cxn modelId="{D4B3F692-B603-4BD6-9E82-6C4C14A0257C}" type="presParOf" srcId="{FE33EF64-2F5A-44A7-8C39-11A2D53BFF71}" destId="{2E8E8BE5-7FD9-436B-9435-0D3C1EC329D0}" srcOrd="1" destOrd="0" presId="urn:microsoft.com/office/officeart/2018/2/layout/IconVerticalSolidList"/>
    <dgm:cxn modelId="{AB50497A-DEEC-46D0-976B-C2260C772DA4}" type="presParOf" srcId="{FE33EF64-2F5A-44A7-8C39-11A2D53BFF71}" destId="{95AE05E3-6626-443F-BF60-01B58CC06C91}" srcOrd="2" destOrd="0" presId="urn:microsoft.com/office/officeart/2018/2/layout/IconVerticalSolidList"/>
    <dgm:cxn modelId="{959FC8DF-5FA2-44C6-BD48-EFE57A5AEC56}" type="presParOf" srcId="{FE33EF64-2F5A-44A7-8C39-11A2D53BFF71}" destId="{5B382EAC-2179-42F8-B4C9-040DB2C83982}" srcOrd="3" destOrd="0" presId="urn:microsoft.com/office/officeart/2018/2/layout/IconVerticalSolidList"/>
    <dgm:cxn modelId="{BA0689A8-45D7-485B-8750-02BFC7791A44}" type="presParOf" srcId="{188EE3EF-D798-4F77-B9A6-AB49A80F08C4}" destId="{45FFE326-C914-4780-BADC-56F7DFF3107A}" srcOrd="3" destOrd="0" presId="urn:microsoft.com/office/officeart/2018/2/layout/IconVerticalSolidList"/>
    <dgm:cxn modelId="{9BEB1E23-87CC-4081-8467-347D2DD1A1FD}" type="presParOf" srcId="{188EE3EF-D798-4F77-B9A6-AB49A80F08C4}" destId="{41927AD0-3B4E-4C27-B0AC-3077E81AAD07}" srcOrd="4" destOrd="0" presId="urn:microsoft.com/office/officeart/2018/2/layout/IconVerticalSolidList"/>
    <dgm:cxn modelId="{0231CC73-B570-4DCA-A957-4B1A82FA7CEF}" type="presParOf" srcId="{41927AD0-3B4E-4C27-B0AC-3077E81AAD07}" destId="{38DB65F7-FD49-4B03-9038-839F42A2DBD5}" srcOrd="0" destOrd="0" presId="urn:microsoft.com/office/officeart/2018/2/layout/IconVerticalSolidList"/>
    <dgm:cxn modelId="{2F76A467-F87B-4CDA-88B1-1E0CD82DE974}" type="presParOf" srcId="{41927AD0-3B4E-4C27-B0AC-3077E81AAD07}" destId="{AA2138B3-DDE3-48F4-8406-84129197DC4C}" srcOrd="1" destOrd="0" presId="urn:microsoft.com/office/officeart/2018/2/layout/IconVerticalSolidList"/>
    <dgm:cxn modelId="{21F2815E-9B87-4978-9575-F3B61FAA64FD}" type="presParOf" srcId="{41927AD0-3B4E-4C27-B0AC-3077E81AAD07}" destId="{1E5B8D38-2A81-42CD-8210-AFDB3338284E}" srcOrd="2" destOrd="0" presId="urn:microsoft.com/office/officeart/2018/2/layout/IconVerticalSolidList"/>
    <dgm:cxn modelId="{20A09077-18E5-407E-83F5-03BAC5141E9B}" type="presParOf" srcId="{41927AD0-3B4E-4C27-B0AC-3077E81AAD07}" destId="{642D4D99-89C4-42CB-BD6C-ADE4A8999A4A}" srcOrd="3" destOrd="0" presId="urn:microsoft.com/office/officeart/2018/2/layout/IconVerticalSolidList"/>
    <dgm:cxn modelId="{A1524144-8F8A-4A1F-8CF8-9BFF707DF0E2}" type="presParOf" srcId="{188EE3EF-D798-4F77-B9A6-AB49A80F08C4}" destId="{9FACD406-3566-475A-AF41-A7AD05B96882}" srcOrd="5" destOrd="0" presId="urn:microsoft.com/office/officeart/2018/2/layout/IconVerticalSolidList"/>
    <dgm:cxn modelId="{B59CAAA8-8600-4E62-B5D8-760A0670179A}" type="presParOf" srcId="{188EE3EF-D798-4F77-B9A6-AB49A80F08C4}" destId="{1BA81A6D-0C4C-460F-A5E5-FDBB547FF260}" srcOrd="6" destOrd="0" presId="urn:microsoft.com/office/officeart/2018/2/layout/IconVerticalSolidList"/>
    <dgm:cxn modelId="{76A679E4-859D-4F25-B61C-DBC3241186FC}" type="presParOf" srcId="{1BA81A6D-0C4C-460F-A5E5-FDBB547FF260}" destId="{2D609708-F672-4190-A983-D4E601776A49}" srcOrd="0" destOrd="0" presId="urn:microsoft.com/office/officeart/2018/2/layout/IconVerticalSolidList"/>
    <dgm:cxn modelId="{42D0B59D-F0B0-4383-9F9B-1CCA0178FF1B}" type="presParOf" srcId="{1BA81A6D-0C4C-460F-A5E5-FDBB547FF260}" destId="{1EB240E8-68AD-49C0-9EB2-9D315D162E7D}" srcOrd="1" destOrd="0" presId="urn:microsoft.com/office/officeart/2018/2/layout/IconVerticalSolidList"/>
    <dgm:cxn modelId="{B2689D16-9EFA-4A60-9B8A-D87D2002BDC6}" type="presParOf" srcId="{1BA81A6D-0C4C-460F-A5E5-FDBB547FF260}" destId="{002373CE-1DB8-4759-93B0-D4232FB823DA}" srcOrd="2" destOrd="0" presId="urn:microsoft.com/office/officeart/2018/2/layout/IconVerticalSolidList"/>
    <dgm:cxn modelId="{0BBDF446-C8A8-40E1-AD44-76A4E4B11076}" type="presParOf" srcId="{1BA81A6D-0C4C-460F-A5E5-FDBB547FF260}" destId="{F9DDE693-4630-4E37-ACCC-80687CF9559A}"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7B8D237-41E4-4603-A3F3-45E82AE37788}"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64F65B4-0F09-4681-9E24-D31BD3AD149D}">
      <dgm:prSet/>
      <dgm:spPr/>
      <dgm:t>
        <a:bodyPr/>
        <a:lstStyle/>
        <a:p>
          <a:pPr>
            <a:defRPr b="1"/>
          </a:pPr>
          <a:r>
            <a:rPr lang="en-US" b="1" dirty="0"/>
            <a:t>Know the </a:t>
          </a:r>
          <a:r>
            <a:rPr lang="en-US" b="1" u="sng" dirty="0"/>
            <a:t>purpose</a:t>
          </a:r>
          <a:r>
            <a:rPr lang="en-US" b="1" dirty="0"/>
            <a:t> of the interaction:</a:t>
          </a:r>
          <a:endParaRPr lang="en-US" dirty="0"/>
        </a:p>
      </dgm:t>
    </dgm:pt>
    <dgm:pt modelId="{FE19E316-B462-491C-A3F3-91490C4F97F8}" type="parTrans" cxnId="{C8F144B7-63A5-4CA8-A6B0-B22698E09F9C}">
      <dgm:prSet/>
      <dgm:spPr/>
      <dgm:t>
        <a:bodyPr/>
        <a:lstStyle/>
        <a:p>
          <a:endParaRPr lang="en-US"/>
        </a:p>
      </dgm:t>
    </dgm:pt>
    <dgm:pt modelId="{B45A0915-402C-47DF-B695-3408EC9D37DA}" type="sibTrans" cxnId="{C8F144B7-63A5-4CA8-A6B0-B22698E09F9C}">
      <dgm:prSet/>
      <dgm:spPr/>
      <dgm:t>
        <a:bodyPr/>
        <a:lstStyle/>
        <a:p>
          <a:endParaRPr lang="en-US"/>
        </a:p>
      </dgm:t>
    </dgm:pt>
    <dgm:pt modelId="{0929FB8E-BE5D-454A-B5D8-94C31712117C}">
      <dgm:prSet/>
      <dgm:spPr/>
      <dgm:t>
        <a:bodyPr/>
        <a:lstStyle/>
        <a:p>
          <a:r>
            <a:rPr lang="en-US" b="1" i="1" dirty="0"/>
            <a:t>General:</a:t>
          </a:r>
          <a:r>
            <a:rPr lang="en-US" dirty="0"/>
            <a:t> to learn about the business &amp; introduce yourself / your agency</a:t>
          </a:r>
        </a:p>
      </dgm:t>
    </dgm:pt>
    <dgm:pt modelId="{D072C451-A187-4751-9EE5-F952257A964F}" type="parTrans" cxnId="{788AE031-74E8-4B84-BFDB-C1DAD7E59621}">
      <dgm:prSet/>
      <dgm:spPr/>
      <dgm:t>
        <a:bodyPr/>
        <a:lstStyle/>
        <a:p>
          <a:endParaRPr lang="en-US"/>
        </a:p>
      </dgm:t>
    </dgm:pt>
    <dgm:pt modelId="{D00F1A47-1998-4327-869E-8A4296B3C86A}" type="sibTrans" cxnId="{788AE031-74E8-4B84-BFDB-C1DAD7E59621}">
      <dgm:prSet/>
      <dgm:spPr/>
      <dgm:t>
        <a:bodyPr/>
        <a:lstStyle/>
        <a:p>
          <a:endParaRPr lang="en-US"/>
        </a:p>
      </dgm:t>
    </dgm:pt>
    <dgm:pt modelId="{8373AF08-889E-4C13-87D1-CC5831ED5D09}">
      <dgm:prSet/>
      <dgm:spPr/>
      <dgm:t>
        <a:bodyPr/>
        <a:lstStyle/>
        <a:p>
          <a:r>
            <a:rPr lang="en-US" b="1" i="1" dirty="0"/>
            <a:t>Specific:</a:t>
          </a:r>
          <a:r>
            <a:rPr lang="en-US" dirty="0"/>
            <a:t> to explore a job for a specific person</a:t>
          </a:r>
        </a:p>
      </dgm:t>
    </dgm:pt>
    <dgm:pt modelId="{7ADB7336-4126-4F7F-B109-C9D21CBF5954}" type="parTrans" cxnId="{7F0D119A-3781-4BFE-82CC-F2B85A152837}">
      <dgm:prSet/>
      <dgm:spPr/>
      <dgm:t>
        <a:bodyPr/>
        <a:lstStyle/>
        <a:p>
          <a:endParaRPr lang="en-US"/>
        </a:p>
      </dgm:t>
    </dgm:pt>
    <dgm:pt modelId="{2CE6D6EF-622E-4BAE-B8BC-473637499F8C}" type="sibTrans" cxnId="{7F0D119A-3781-4BFE-82CC-F2B85A152837}">
      <dgm:prSet/>
      <dgm:spPr/>
      <dgm:t>
        <a:bodyPr/>
        <a:lstStyle/>
        <a:p>
          <a:endParaRPr lang="en-US"/>
        </a:p>
      </dgm:t>
    </dgm:pt>
    <dgm:pt modelId="{99429483-1B38-46D6-9AC7-FBBF6E412511}">
      <dgm:prSet/>
      <dgm:spPr/>
      <dgm:t>
        <a:bodyPr/>
        <a:lstStyle/>
        <a:p>
          <a:pPr>
            <a:defRPr b="1"/>
          </a:pPr>
          <a:r>
            <a:rPr lang="en-US" b="1" dirty="0"/>
            <a:t>Plan interactions based on that </a:t>
          </a:r>
          <a:r>
            <a:rPr lang="en-US" b="1" u="sng" dirty="0"/>
            <a:t>purpose</a:t>
          </a:r>
          <a:endParaRPr lang="en-US" dirty="0"/>
        </a:p>
      </dgm:t>
    </dgm:pt>
    <dgm:pt modelId="{C4F6807B-222A-4C72-B2B2-DFFB714B3278}" type="parTrans" cxnId="{C48015C3-2E55-4A5B-9328-55F05F31865F}">
      <dgm:prSet/>
      <dgm:spPr/>
      <dgm:t>
        <a:bodyPr/>
        <a:lstStyle/>
        <a:p>
          <a:endParaRPr lang="en-US"/>
        </a:p>
      </dgm:t>
    </dgm:pt>
    <dgm:pt modelId="{73FA62B5-D282-4666-9CE1-9560401A0CBF}" type="sibTrans" cxnId="{C48015C3-2E55-4A5B-9328-55F05F31865F}">
      <dgm:prSet/>
      <dgm:spPr/>
      <dgm:t>
        <a:bodyPr/>
        <a:lstStyle/>
        <a:p>
          <a:endParaRPr lang="en-US"/>
        </a:p>
      </dgm:t>
    </dgm:pt>
    <dgm:pt modelId="{270D4EB1-CF39-4761-B2CC-43B1438DCCD3}">
      <dgm:prSet/>
      <dgm:spPr/>
      <dgm:t>
        <a:bodyPr/>
        <a:lstStyle/>
        <a:p>
          <a:r>
            <a:rPr lang="en-US" b="1" i="1" dirty="0"/>
            <a:t>General: </a:t>
          </a:r>
          <a:r>
            <a:rPr lang="en-US" dirty="0"/>
            <a:t>Ask questions about business, provide info about what you do / your agency does </a:t>
          </a:r>
        </a:p>
      </dgm:t>
    </dgm:pt>
    <dgm:pt modelId="{6C45E0BE-4EB8-41DC-B43C-97CC15D80CD2}" type="parTrans" cxnId="{B217FA36-236E-47FD-9050-CB2D30E07D0F}">
      <dgm:prSet/>
      <dgm:spPr/>
      <dgm:t>
        <a:bodyPr/>
        <a:lstStyle/>
        <a:p>
          <a:endParaRPr lang="en-US"/>
        </a:p>
      </dgm:t>
    </dgm:pt>
    <dgm:pt modelId="{7C0C13F1-9053-4C73-BC86-B546628BEA6B}" type="sibTrans" cxnId="{B217FA36-236E-47FD-9050-CB2D30E07D0F}">
      <dgm:prSet/>
      <dgm:spPr/>
      <dgm:t>
        <a:bodyPr/>
        <a:lstStyle/>
        <a:p>
          <a:endParaRPr lang="en-US"/>
        </a:p>
      </dgm:t>
    </dgm:pt>
    <dgm:pt modelId="{05F8CDCF-074E-4FE0-A774-4D956EE5E8BE}">
      <dgm:prSet/>
      <dgm:spPr/>
      <dgm:t>
        <a:bodyPr/>
        <a:lstStyle/>
        <a:p>
          <a:r>
            <a:rPr lang="en-US" b="1" i="1" dirty="0"/>
            <a:t>Specific:</a:t>
          </a:r>
          <a:r>
            <a:rPr lang="en-US" dirty="0"/>
            <a:t> Ask questions about business needs, provide information about specific job seeker</a:t>
          </a:r>
        </a:p>
      </dgm:t>
    </dgm:pt>
    <dgm:pt modelId="{C5CDE7DE-3305-4023-A7C6-2337D3F0BB72}" type="parTrans" cxnId="{8D7673C9-7BF7-43E1-BE80-704BBA15B28F}">
      <dgm:prSet/>
      <dgm:spPr/>
      <dgm:t>
        <a:bodyPr/>
        <a:lstStyle/>
        <a:p>
          <a:endParaRPr lang="en-US"/>
        </a:p>
      </dgm:t>
    </dgm:pt>
    <dgm:pt modelId="{646D7F6A-826F-40C5-942F-D3C65061FB3D}" type="sibTrans" cxnId="{8D7673C9-7BF7-43E1-BE80-704BBA15B28F}">
      <dgm:prSet/>
      <dgm:spPr/>
      <dgm:t>
        <a:bodyPr/>
        <a:lstStyle/>
        <a:p>
          <a:endParaRPr lang="en-US"/>
        </a:p>
      </dgm:t>
    </dgm:pt>
    <dgm:pt modelId="{84B8525E-A54A-4814-9B4E-1F42B008F54C}" type="pres">
      <dgm:prSet presAssocID="{E7B8D237-41E4-4603-A3F3-45E82AE37788}" presName="root" presStyleCnt="0">
        <dgm:presLayoutVars>
          <dgm:dir/>
          <dgm:resizeHandles val="exact"/>
        </dgm:presLayoutVars>
      </dgm:prSet>
      <dgm:spPr/>
    </dgm:pt>
    <dgm:pt modelId="{58ECD476-76B4-47F9-90A6-419F04D4020F}" type="pres">
      <dgm:prSet presAssocID="{464F65B4-0F09-4681-9E24-D31BD3AD149D}" presName="compNode" presStyleCnt="0"/>
      <dgm:spPr/>
    </dgm:pt>
    <dgm:pt modelId="{F28FEDE9-594E-4B7F-B45C-09AC67C20BD3}" type="pres">
      <dgm:prSet presAssocID="{464F65B4-0F09-4681-9E24-D31BD3AD149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ard Room"/>
        </a:ext>
      </dgm:extLst>
    </dgm:pt>
    <dgm:pt modelId="{1F37E5C7-E30F-4DF9-8448-D997127C0126}" type="pres">
      <dgm:prSet presAssocID="{464F65B4-0F09-4681-9E24-D31BD3AD149D}" presName="iconSpace" presStyleCnt="0"/>
      <dgm:spPr/>
    </dgm:pt>
    <dgm:pt modelId="{5A1E5B1D-2F7E-47EB-B68D-9143EF2993CD}" type="pres">
      <dgm:prSet presAssocID="{464F65B4-0F09-4681-9E24-D31BD3AD149D}" presName="parTx" presStyleLbl="revTx" presStyleIdx="0" presStyleCnt="4">
        <dgm:presLayoutVars>
          <dgm:chMax val="0"/>
          <dgm:chPref val="0"/>
        </dgm:presLayoutVars>
      </dgm:prSet>
      <dgm:spPr/>
    </dgm:pt>
    <dgm:pt modelId="{FBF76706-685B-44DB-9813-D7D533EA6DEC}" type="pres">
      <dgm:prSet presAssocID="{464F65B4-0F09-4681-9E24-D31BD3AD149D}" presName="txSpace" presStyleCnt="0"/>
      <dgm:spPr/>
    </dgm:pt>
    <dgm:pt modelId="{8696B56D-8F0D-4541-A255-FAFA9A65007B}" type="pres">
      <dgm:prSet presAssocID="{464F65B4-0F09-4681-9E24-D31BD3AD149D}" presName="desTx" presStyleLbl="revTx" presStyleIdx="1" presStyleCnt="4">
        <dgm:presLayoutVars/>
      </dgm:prSet>
      <dgm:spPr/>
    </dgm:pt>
    <dgm:pt modelId="{A2056D0D-759D-42D4-B8A0-D048BA3E8BA7}" type="pres">
      <dgm:prSet presAssocID="{B45A0915-402C-47DF-B695-3408EC9D37DA}" presName="sibTrans" presStyleCnt="0"/>
      <dgm:spPr/>
    </dgm:pt>
    <dgm:pt modelId="{B355E3C4-8611-4ED3-AFD2-978F8EF017D0}" type="pres">
      <dgm:prSet presAssocID="{99429483-1B38-46D6-9AC7-FBBF6E412511}" presName="compNode" presStyleCnt="0"/>
      <dgm:spPr/>
    </dgm:pt>
    <dgm:pt modelId="{D374DFA0-8D4D-406F-AC2F-364671789FFC}" type="pres">
      <dgm:prSet presAssocID="{99429483-1B38-46D6-9AC7-FBBF6E41251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ED3BE59E-38B1-4D58-9673-873331BE7676}" type="pres">
      <dgm:prSet presAssocID="{99429483-1B38-46D6-9AC7-FBBF6E412511}" presName="iconSpace" presStyleCnt="0"/>
      <dgm:spPr/>
    </dgm:pt>
    <dgm:pt modelId="{3D614622-66AB-492A-9317-CE0DCF869AE0}" type="pres">
      <dgm:prSet presAssocID="{99429483-1B38-46D6-9AC7-FBBF6E412511}" presName="parTx" presStyleLbl="revTx" presStyleIdx="2" presStyleCnt="4">
        <dgm:presLayoutVars>
          <dgm:chMax val="0"/>
          <dgm:chPref val="0"/>
        </dgm:presLayoutVars>
      </dgm:prSet>
      <dgm:spPr/>
    </dgm:pt>
    <dgm:pt modelId="{64C6E8F4-3AE3-4C91-BBD3-51BB1EACC085}" type="pres">
      <dgm:prSet presAssocID="{99429483-1B38-46D6-9AC7-FBBF6E412511}" presName="txSpace" presStyleCnt="0"/>
      <dgm:spPr/>
    </dgm:pt>
    <dgm:pt modelId="{2B80C422-94D3-4AE8-A1CF-DC7BF988AFDC}" type="pres">
      <dgm:prSet presAssocID="{99429483-1B38-46D6-9AC7-FBBF6E412511}" presName="desTx" presStyleLbl="revTx" presStyleIdx="3" presStyleCnt="4">
        <dgm:presLayoutVars/>
      </dgm:prSet>
      <dgm:spPr/>
    </dgm:pt>
  </dgm:ptLst>
  <dgm:cxnLst>
    <dgm:cxn modelId="{D17CCF05-2F4F-42AB-B21B-60AD334C66FA}" type="presOf" srcId="{464F65B4-0F09-4681-9E24-D31BD3AD149D}" destId="{5A1E5B1D-2F7E-47EB-B68D-9143EF2993CD}" srcOrd="0" destOrd="0" presId="urn:microsoft.com/office/officeart/2018/2/layout/IconLabelDescriptionList"/>
    <dgm:cxn modelId="{788AE031-74E8-4B84-BFDB-C1DAD7E59621}" srcId="{464F65B4-0F09-4681-9E24-D31BD3AD149D}" destId="{0929FB8E-BE5D-454A-B5D8-94C31712117C}" srcOrd="0" destOrd="0" parTransId="{D072C451-A187-4751-9EE5-F952257A964F}" sibTransId="{D00F1A47-1998-4327-869E-8A4296B3C86A}"/>
    <dgm:cxn modelId="{B217FA36-236E-47FD-9050-CB2D30E07D0F}" srcId="{99429483-1B38-46D6-9AC7-FBBF6E412511}" destId="{270D4EB1-CF39-4761-B2CC-43B1438DCCD3}" srcOrd="0" destOrd="0" parTransId="{6C45E0BE-4EB8-41DC-B43C-97CC15D80CD2}" sibTransId="{7C0C13F1-9053-4C73-BC86-B546628BEA6B}"/>
    <dgm:cxn modelId="{D6B78650-BB7E-4187-8CA6-EF168C69F3EA}" type="presOf" srcId="{E7B8D237-41E4-4603-A3F3-45E82AE37788}" destId="{84B8525E-A54A-4814-9B4E-1F42B008F54C}" srcOrd="0" destOrd="0" presId="urn:microsoft.com/office/officeart/2018/2/layout/IconLabelDescriptionList"/>
    <dgm:cxn modelId="{418D2C75-534A-4F0E-BAD2-377F825F7E1A}" type="presOf" srcId="{99429483-1B38-46D6-9AC7-FBBF6E412511}" destId="{3D614622-66AB-492A-9317-CE0DCF869AE0}" srcOrd="0" destOrd="0" presId="urn:microsoft.com/office/officeart/2018/2/layout/IconLabelDescriptionList"/>
    <dgm:cxn modelId="{B7A9878B-CF7D-412B-977C-489445378AF3}" type="presOf" srcId="{05F8CDCF-074E-4FE0-A774-4D956EE5E8BE}" destId="{2B80C422-94D3-4AE8-A1CF-DC7BF988AFDC}" srcOrd="0" destOrd="1" presId="urn:microsoft.com/office/officeart/2018/2/layout/IconLabelDescriptionList"/>
    <dgm:cxn modelId="{7F0D119A-3781-4BFE-82CC-F2B85A152837}" srcId="{464F65B4-0F09-4681-9E24-D31BD3AD149D}" destId="{8373AF08-889E-4C13-87D1-CC5831ED5D09}" srcOrd="1" destOrd="0" parTransId="{7ADB7336-4126-4F7F-B109-C9D21CBF5954}" sibTransId="{2CE6D6EF-622E-4BAE-B8BC-473637499F8C}"/>
    <dgm:cxn modelId="{C8F144B7-63A5-4CA8-A6B0-B22698E09F9C}" srcId="{E7B8D237-41E4-4603-A3F3-45E82AE37788}" destId="{464F65B4-0F09-4681-9E24-D31BD3AD149D}" srcOrd="0" destOrd="0" parTransId="{FE19E316-B462-491C-A3F3-91490C4F97F8}" sibTransId="{B45A0915-402C-47DF-B695-3408EC9D37DA}"/>
    <dgm:cxn modelId="{673777B8-7DD6-490A-A7F7-9616B6A391B6}" type="presOf" srcId="{270D4EB1-CF39-4761-B2CC-43B1438DCCD3}" destId="{2B80C422-94D3-4AE8-A1CF-DC7BF988AFDC}" srcOrd="0" destOrd="0" presId="urn:microsoft.com/office/officeart/2018/2/layout/IconLabelDescriptionList"/>
    <dgm:cxn modelId="{C48015C3-2E55-4A5B-9328-55F05F31865F}" srcId="{E7B8D237-41E4-4603-A3F3-45E82AE37788}" destId="{99429483-1B38-46D6-9AC7-FBBF6E412511}" srcOrd="1" destOrd="0" parTransId="{C4F6807B-222A-4C72-B2B2-DFFB714B3278}" sibTransId="{73FA62B5-D282-4666-9CE1-9560401A0CBF}"/>
    <dgm:cxn modelId="{F3F37AC3-246A-423C-8BE9-6B037F311E44}" type="presOf" srcId="{0929FB8E-BE5D-454A-B5D8-94C31712117C}" destId="{8696B56D-8F0D-4541-A255-FAFA9A65007B}" srcOrd="0" destOrd="0" presId="urn:microsoft.com/office/officeart/2018/2/layout/IconLabelDescriptionList"/>
    <dgm:cxn modelId="{8D7673C9-7BF7-43E1-BE80-704BBA15B28F}" srcId="{99429483-1B38-46D6-9AC7-FBBF6E412511}" destId="{05F8CDCF-074E-4FE0-A774-4D956EE5E8BE}" srcOrd="1" destOrd="0" parTransId="{C5CDE7DE-3305-4023-A7C6-2337D3F0BB72}" sibTransId="{646D7F6A-826F-40C5-942F-D3C65061FB3D}"/>
    <dgm:cxn modelId="{08CE9CEE-999F-4763-B55E-B57746BD6581}" type="presOf" srcId="{8373AF08-889E-4C13-87D1-CC5831ED5D09}" destId="{8696B56D-8F0D-4541-A255-FAFA9A65007B}" srcOrd="0" destOrd="1" presId="urn:microsoft.com/office/officeart/2018/2/layout/IconLabelDescriptionList"/>
    <dgm:cxn modelId="{515E95CA-11D9-40BF-A813-A066DA4D5AB3}" type="presParOf" srcId="{84B8525E-A54A-4814-9B4E-1F42B008F54C}" destId="{58ECD476-76B4-47F9-90A6-419F04D4020F}" srcOrd="0" destOrd="0" presId="urn:microsoft.com/office/officeart/2018/2/layout/IconLabelDescriptionList"/>
    <dgm:cxn modelId="{F664CBC8-22D4-4084-8CC7-1DBBA09D85FD}" type="presParOf" srcId="{58ECD476-76B4-47F9-90A6-419F04D4020F}" destId="{F28FEDE9-594E-4B7F-B45C-09AC67C20BD3}" srcOrd="0" destOrd="0" presId="urn:microsoft.com/office/officeart/2018/2/layout/IconLabelDescriptionList"/>
    <dgm:cxn modelId="{E473A106-B234-40BA-84F3-9772AFC8F4BC}" type="presParOf" srcId="{58ECD476-76B4-47F9-90A6-419F04D4020F}" destId="{1F37E5C7-E30F-4DF9-8448-D997127C0126}" srcOrd="1" destOrd="0" presId="urn:microsoft.com/office/officeart/2018/2/layout/IconLabelDescriptionList"/>
    <dgm:cxn modelId="{2A7C71FD-9FAD-4CA4-9516-D5B7A65F7945}" type="presParOf" srcId="{58ECD476-76B4-47F9-90A6-419F04D4020F}" destId="{5A1E5B1D-2F7E-47EB-B68D-9143EF2993CD}" srcOrd="2" destOrd="0" presId="urn:microsoft.com/office/officeart/2018/2/layout/IconLabelDescriptionList"/>
    <dgm:cxn modelId="{FA61E7C0-BF1E-4697-B860-570BFA8A7D47}" type="presParOf" srcId="{58ECD476-76B4-47F9-90A6-419F04D4020F}" destId="{FBF76706-685B-44DB-9813-D7D533EA6DEC}" srcOrd="3" destOrd="0" presId="urn:microsoft.com/office/officeart/2018/2/layout/IconLabelDescriptionList"/>
    <dgm:cxn modelId="{929B191A-5F8A-4BBA-A8C9-91C0FD47AE30}" type="presParOf" srcId="{58ECD476-76B4-47F9-90A6-419F04D4020F}" destId="{8696B56D-8F0D-4541-A255-FAFA9A65007B}" srcOrd="4" destOrd="0" presId="urn:microsoft.com/office/officeart/2018/2/layout/IconLabelDescriptionList"/>
    <dgm:cxn modelId="{5B3097AA-52A8-40F2-8EFF-38A83206814C}" type="presParOf" srcId="{84B8525E-A54A-4814-9B4E-1F42B008F54C}" destId="{A2056D0D-759D-42D4-B8A0-D048BA3E8BA7}" srcOrd="1" destOrd="0" presId="urn:microsoft.com/office/officeart/2018/2/layout/IconLabelDescriptionList"/>
    <dgm:cxn modelId="{3E2F7CB8-7CBA-4ACD-9420-708DA0B75C64}" type="presParOf" srcId="{84B8525E-A54A-4814-9B4E-1F42B008F54C}" destId="{B355E3C4-8611-4ED3-AFD2-978F8EF017D0}" srcOrd="2" destOrd="0" presId="urn:microsoft.com/office/officeart/2018/2/layout/IconLabelDescriptionList"/>
    <dgm:cxn modelId="{CDEC31AA-5321-40B1-BF3D-2534FDFF5775}" type="presParOf" srcId="{B355E3C4-8611-4ED3-AFD2-978F8EF017D0}" destId="{D374DFA0-8D4D-406F-AC2F-364671789FFC}" srcOrd="0" destOrd="0" presId="urn:microsoft.com/office/officeart/2018/2/layout/IconLabelDescriptionList"/>
    <dgm:cxn modelId="{E1ED30DC-142F-4666-A783-A348673A971C}" type="presParOf" srcId="{B355E3C4-8611-4ED3-AFD2-978F8EF017D0}" destId="{ED3BE59E-38B1-4D58-9673-873331BE7676}" srcOrd="1" destOrd="0" presId="urn:microsoft.com/office/officeart/2018/2/layout/IconLabelDescriptionList"/>
    <dgm:cxn modelId="{13AA0E5D-82E4-4A10-9051-3C3DBCD60ADF}" type="presParOf" srcId="{B355E3C4-8611-4ED3-AFD2-978F8EF017D0}" destId="{3D614622-66AB-492A-9317-CE0DCF869AE0}" srcOrd="2" destOrd="0" presId="urn:microsoft.com/office/officeart/2018/2/layout/IconLabelDescriptionList"/>
    <dgm:cxn modelId="{F5059983-A6EC-4F28-A1BA-16A9C9333C5C}" type="presParOf" srcId="{B355E3C4-8611-4ED3-AFD2-978F8EF017D0}" destId="{64C6E8F4-3AE3-4C91-BBD3-51BB1EACC085}" srcOrd="3" destOrd="0" presId="urn:microsoft.com/office/officeart/2018/2/layout/IconLabelDescriptionList"/>
    <dgm:cxn modelId="{6BC108F8-5930-4529-B075-8638F0008347}" type="presParOf" srcId="{B355E3C4-8611-4ED3-AFD2-978F8EF017D0}" destId="{2B80C422-94D3-4AE8-A1CF-DC7BF988AFDC}"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14927DB-4BF9-40C9-87B5-5ADEFC8A0CD9}"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6BC99D11-F5E4-4BFA-8C9B-DF4754FDB836}">
      <dgm:prSet/>
      <dgm:spPr/>
      <dgm:t>
        <a:bodyPr/>
        <a:lstStyle/>
        <a:p>
          <a:r>
            <a:rPr lang="en-US" dirty="0"/>
            <a:t>Replace concerns with knowledge</a:t>
          </a:r>
        </a:p>
      </dgm:t>
    </dgm:pt>
    <dgm:pt modelId="{34E4650A-3454-4791-BAAE-E2EBA4E3CD0A}" type="parTrans" cxnId="{F9CEE4AB-8A41-4601-B523-1C491E72113C}">
      <dgm:prSet/>
      <dgm:spPr/>
      <dgm:t>
        <a:bodyPr/>
        <a:lstStyle/>
        <a:p>
          <a:endParaRPr lang="en-US"/>
        </a:p>
      </dgm:t>
    </dgm:pt>
    <dgm:pt modelId="{7AC1BC6C-65B3-468A-B158-4D84415E79B7}" type="sibTrans" cxnId="{F9CEE4AB-8A41-4601-B523-1C491E72113C}">
      <dgm:prSet/>
      <dgm:spPr/>
      <dgm:t>
        <a:bodyPr/>
        <a:lstStyle/>
        <a:p>
          <a:endParaRPr lang="en-US"/>
        </a:p>
      </dgm:t>
    </dgm:pt>
    <dgm:pt modelId="{954CC8D1-BF92-4715-B59A-CCB2BBF967C2}">
      <dgm:prSet/>
      <dgm:spPr/>
      <dgm:t>
        <a:bodyPr/>
        <a:lstStyle/>
        <a:p>
          <a:r>
            <a:rPr lang="en-US" dirty="0"/>
            <a:t>Explain process of employing people as comparable to people without disabilities </a:t>
          </a:r>
        </a:p>
      </dgm:t>
    </dgm:pt>
    <dgm:pt modelId="{A81B058B-4B0B-4017-B43A-9189C5FD5A43}" type="parTrans" cxnId="{B41989E0-33FF-4311-A659-F5CF9B8DCFFF}">
      <dgm:prSet/>
      <dgm:spPr/>
      <dgm:t>
        <a:bodyPr/>
        <a:lstStyle/>
        <a:p>
          <a:endParaRPr lang="en-US"/>
        </a:p>
      </dgm:t>
    </dgm:pt>
    <dgm:pt modelId="{E17E8F33-84E6-439E-A481-CF58E3E2B5D3}" type="sibTrans" cxnId="{B41989E0-33FF-4311-A659-F5CF9B8DCFFF}">
      <dgm:prSet/>
      <dgm:spPr/>
      <dgm:t>
        <a:bodyPr/>
        <a:lstStyle/>
        <a:p>
          <a:endParaRPr lang="en-US"/>
        </a:p>
      </dgm:t>
    </dgm:pt>
    <dgm:pt modelId="{7B33CE95-1F66-42D4-90DE-5E26B5F1FCB1}">
      <dgm:prSet/>
      <dgm:spPr/>
      <dgm:t>
        <a:bodyPr/>
        <a:lstStyle/>
        <a:p>
          <a:r>
            <a:rPr lang="en-US" dirty="0"/>
            <a:t>Share information on diversity &amp; disability </a:t>
          </a:r>
        </a:p>
      </dgm:t>
    </dgm:pt>
    <dgm:pt modelId="{04964368-02C4-41E7-B078-03E3E205676D}" type="parTrans" cxnId="{A0CFC956-EADE-4EFD-A778-0D76F09C8EDA}">
      <dgm:prSet/>
      <dgm:spPr/>
      <dgm:t>
        <a:bodyPr/>
        <a:lstStyle/>
        <a:p>
          <a:endParaRPr lang="en-US"/>
        </a:p>
      </dgm:t>
    </dgm:pt>
    <dgm:pt modelId="{EE5F6EFE-7846-477D-A912-FAF1F7D02B13}" type="sibTrans" cxnId="{A0CFC956-EADE-4EFD-A778-0D76F09C8EDA}">
      <dgm:prSet/>
      <dgm:spPr/>
      <dgm:t>
        <a:bodyPr/>
        <a:lstStyle/>
        <a:p>
          <a:endParaRPr lang="en-US"/>
        </a:p>
      </dgm:t>
    </dgm:pt>
    <dgm:pt modelId="{F8D8E870-45A4-407E-A033-DFA9FBD04F09}">
      <dgm:prSet/>
      <dgm:spPr/>
      <dgm:t>
        <a:bodyPr/>
        <a:lstStyle/>
        <a:p>
          <a:r>
            <a:rPr lang="en-US" dirty="0"/>
            <a:t>Demonstrating your knowledge helps build confidence</a:t>
          </a:r>
        </a:p>
      </dgm:t>
    </dgm:pt>
    <dgm:pt modelId="{397D6094-4B8C-4F65-8F69-24C76D9AC2EC}" type="parTrans" cxnId="{DD70FF03-83EB-4347-80FE-FA16B7CD3C02}">
      <dgm:prSet/>
      <dgm:spPr/>
      <dgm:t>
        <a:bodyPr/>
        <a:lstStyle/>
        <a:p>
          <a:endParaRPr lang="en-US"/>
        </a:p>
      </dgm:t>
    </dgm:pt>
    <dgm:pt modelId="{D73A3694-3C3B-405D-BB4B-78C70BF5E9D4}" type="sibTrans" cxnId="{DD70FF03-83EB-4347-80FE-FA16B7CD3C02}">
      <dgm:prSet/>
      <dgm:spPr/>
      <dgm:t>
        <a:bodyPr/>
        <a:lstStyle/>
        <a:p>
          <a:endParaRPr lang="en-US"/>
        </a:p>
      </dgm:t>
    </dgm:pt>
    <dgm:pt modelId="{92212106-77E6-405A-8871-6B8EC20C6E09}">
      <dgm:prSet/>
      <dgm:spPr/>
      <dgm:t>
        <a:bodyPr/>
        <a:lstStyle/>
        <a:p>
          <a:r>
            <a:rPr lang="en-US" dirty="0"/>
            <a:t>Use person first language</a:t>
          </a:r>
        </a:p>
      </dgm:t>
    </dgm:pt>
    <dgm:pt modelId="{7F8420E2-80CC-4705-8B96-FE2B88E90B97}" type="parTrans" cxnId="{E1E958AF-FD51-46AB-B0E5-F8001F96FADE}">
      <dgm:prSet/>
      <dgm:spPr/>
      <dgm:t>
        <a:bodyPr/>
        <a:lstStyle/>
        <a:p>
          <a:endParaRPr lang="en-US"/>
        </a:p>
      </dgm:t>
    </dgm:pt>
    <dgm:pt modelId="{D1A66920-99BE-4804-8BAD-EE66D8589B13}" type="sibTrans" cxnId="{E1E958AF-FD51-46AB-B0E5-F8001F96FADE}">
      <dgm:prSet/>
      <dgm:spPr/>
      <dgm:t>
        <a:bodyPr/>
        <a:lstStyle/>
        <a:p>
          <a:endParaRPr lang="en-US"/>
        </a:p>
      </dgm:t>
    </dgm:pt>
    <dgm:pt modelId="{DD6E5E44-15FE-41D0-B8A3-410290C17377}">
      <dgm:prSet/>
      <dgm:spPr/>
      <dgm:t>
        <a:bodyPr/>
        <a:lstStyle/>
        <a:p>
          <a:r>
            <a:rPr lang="en-US" dirty="0"/>
            <a:t>Explain how supports work if needed</a:t>
          </a:r>
        </a:p>
      </dgm:t>
    </dgm:pt>
    <dgm:pt modelId="{AC364E0C-7AFB-452F-A0FC-4BFD26E082C3}" type="parTrans" cxnId="{7BC16A36-6545-47C1-A732-696349CCF847}">
      <dgm:prSet/>
      <dgm:spPr/>
      <dgm:t>
        <a:bodyPr/>
        <a:lstStyle/>
        <a:p>
          <a:endParaRPr lang="en-US"/>
        </a:p>
      </dgm:t>
    </dgm:pt>
    <dgm:pt modelId="{CA7EB634-6559-4129-A843-1074A69E0BB4}" type="sibTrans" cxnId="{7BC16A36-6545-47C1-A732-696349CCF847}">
      <dgm:prSet/>
      <dgm:spPr/>
      <dgm:t>
        <a:bodyPr/>
        <a:lstStyle/>
        <a:p>
          <a:endParaRPr lang="en-US"/>
        </a:p>
      </dgm:t>
    </dgm:pt>
    <dgm:pt modelId="{C47FD569-86E4-6D44-8A31-0D027E0B1E7C}" type="pres">
      <dgm:prSet presAssocID="{814927DB-4BF9-40C9-87B5-5ADEFC8A0CD9}" presName="diagram" presStyleCnt="0">
        <dgm:presLayoutVars>
          <dgm:dir/>
          <dgm:resizeHandles val="exact"/>
        </dgm:presLayoutVars>
      </dgm:prSet>
      <dgm:spPr/>
    </dgm:pt>
    <dgm:pt modelId="{31E89C97-DE4B-F141-868E-6BA65E3E4727}" type="pres">
      <dgm:prSet presAssocID="{6BC99D11-F5E4-4BFA-8C9B-DF4754FDB836}" presName="node" presStyleLbl="node1" presStyleIdx="0" presStyleCnt="6">
        <dgm:presLayoutVars>
          <dgm:bulletEnabled val="1"/>
        </dgm:presLayoutVars>
      </dgm:prSet>
      <dgm:spPr/>
    </dgm:pt>
    <dgm:pt modelId="{3826216D-C804-EC42-B49E-85CC28577B37}" type="pres">
      <dgm:prSet presAssocID="{7AC1BC6C-65B3-468A-B158-4D84415E79B7}" presName="sibTrans" presStyleCnt="0"/>
      <dgm:spPr/>
    </dgm:pt>
    <dgm:pt modelId="{434544E4-14F7-704D-8D51-9F5E63DC764A}" type="pres">
      <dgm:prSet presAssocID="{954CC8D1-BF92-4715-B59A-CCB2BBF967C2}" presName="node" presStyleLbl="node1" presStyleIdx="1" presStyleCnt="6">
        <dgm:presLayoutVars>
          <dgm:bulletEnabled val="1"/>
        </dgm:presLayoutVars>
      </dgm:prSet>
      <dgm:spPr/>
    </dgm:pt>
    <dgm:pt modelId="{B8F43549-FF5D-CA49-81B0-77144B05A768}" type="pres">
      <dgm:prSet presAssocID="{E17E8F33-84E6-439E-A481-CF58E3E2B5D3}" presName="sibTrans" presStyleCnt="0"/>
      <dgm:spPr/>
    </dgm:pt>
    <dgm:pt modelId="{47910377-8A6C-A64A-912C-E10DAB7BAE2A}" type="pres">
      <dgm:prSet presAssocID="{7B33CE95-1F66-42D4-90DE-5E26B5F1FCB1}" presName="node" presStyleLbl="node1" presStyleIdx="2" presStyleCnt="6">
        <dgm:presLayoutVars>
          <dgm:bulletEnabled val="1"/>
        </dgm:presLayoutVars>
      </dgm:prSet>
      <dgm:spPr/>
    </dgm:pt>
    <dgm:pt modelId="{02BEA317-F00B-E44C-96E4-1812DD19598E}" type="pres">
      <dgm:prSet presAssocID="{EE5F6EFE-7846-477D-A912-FAF1F7D02B13}" presName="sibTrans" presStyleCnt="0"/>
      <dgm:spPr/>
    </dgm:pt>
    <dgm:pt modelId="{A7A03A40-8393-C641-BEB1-F0CC0A5C9CD1}" type="pres">
      <dgm:prSet presAssocID="{F8D8E870-45A4-407E-A033-DFA9FBD04F09}" presName="node" presStyleLbl="node1" presStyleIdx="3" presStyleCnt="6">
        <dgm:presLayoutVars>
          <dgm:bulletEnabled val="1"/>
        </dgm:presLayoutVars>
      </dgm:prSet>
      <dgm:spPr/>
    </dgm:pt>
    <dgm:pt modelId="{E771E754-AF7E-5944-94B0-349103B1790A}" type="pres">
      <dgm:prSet presAssocID="{D73A3694-3C3B-405D-BB4B-78C70BF5E9D4}" presName="sibTrans" presStyleCnt="0"/>
      <dgm:spPr/>
    </dgm:pt>
    <dgm:pt modelId="{90A455F2-3403-734F-98B7-CA9B3E6C068A}" type="pres">
      <dgm:prSet presAssocID="{92212106-77E6-405A-8871-6B8EC20C6E09}" presName="node" presStyleLbl="node1" presStyleIdx="4" presStyleCnt="6">
        <dgm:presLayoutVars>
          <dgm:bulletEnabled val="1"/>
        </dgm:presLayoutVars>
      </dgm:prSet>
      <dgm:spPr/>
    </dgm:pt>
    <dgm:pt modelId="{8CF36C40-CB9C-B540-9D1F-318B27431886}" type="pres">
      <dgm:prSet presAssocID="{D1A66920-99BE-4804-8BAD-EE66D8589B13}" presName="sibTrans" presStyleCnt="0"/>
      <dgm:spPr/>
    </dgm:pt>
    <dgm:pt modelId="{3222A3FB-68B5-2344-BF3D-BBC1FC315756}" type="pres">
      <dgm:prSet presAssocID="{DD6E5E44-15FE-41D0-B8A3-410290C17377}" presName="node" presStyleLbl="node1" presStyleIdx="5" presStyleCnt="6">
        <dgm:presLayoutVars>
          <dgm:bulletEnabled val="1"/>
        </dgm:presLayoutVars>
      </dgm:prSet>
      <dgm:spPr/>
    </dgm:pt>
  </dgm:ptLst>
  <dgm:cxnLst>
    <dgm:cxn modelId="{82489A01-C7C6-3C40-8CA6-4A282C3B2749}" type="presOf" srcId="{6BC99D11-F5E4-4BFA-8C9B-DF4754FDB836}" destId="{31E89C97-DE4B-F141-868E-6BA65E3E4727}" srcOrd="0" destOrd="0" presId="urn:microsoft.com/office/officeart/2005/8/layout/default"/>
    <dgm:cxn modelId="{DD70FF03-83EB-4347-80FE-FA16B7CD3C02}" srcId="{814927DB-4BF9-40C9-87B5-5ADEFC8A0CD9}" destId="{F8D8E870-45A4-407E-A033-DFA9FBD04F09}" srcOrd="3" destOrd="0" parTransId="{397D6094-4B8C-4F65-8F69-24C76D9AC2EC}" sibTransId="{D73A3694-3C3B-405D-BB4B-78C70BF5E9D4}"/>
    <dgm:cxn modelId="{D10ED116-612D-5240-8C1A-D253EDA99B35}" type="presOf" srcId="{F8D8E870-45A4-407E-A033-DFA9FBD04F09}" destId="{A7A03A40-8393-C641-BEB1-F0CC0A5C9CD1}" srcOrd="0" destOrd="0" presId="urn:microsoft.com/office/officeart/2005/8/layout/default"/>
    <dgm:cxn modelId="{ADA38832-162F-804E-B401-9B9EABB73452}" type="presOf" srcId="{92212106-77E6-405A-8871-6B8EC20C6E09}" destId="{90A455F2-3403-734F-98B7-CA9B3E6C068A}" srcOrd="0" destOrd="0" presId="urn:microsoft.com/office/officeart/2005/8/layout/default"/>
    <dgm:cxn modelId="{7BC16A36-6545-47C1-A732-696349CCF847}" srcId="{814927DB-4BF9-40C9-87B5-5ADEFC8A0CD9}" destId="{DD6E5E44-15FE-41D0-B8A3-410290C17377}" srcOrd="5" destOrd="0" parTransId="{AC364E0C-7AFB-452F-A0FC-4BFD26E082C3}" sibTransId="{CA7EB634-6559-4129-A843-1074A69E0BB4}"/>
    <dgm:cxn modelId="{3B3DF96D-6896-414F-BBA3-E88A699AB27D}" type="presOf" srcId="{DD6E5E44-15FE-41D0-B8A3-410290C17377}" destId="{3222A3FB-68B5-2344-BF3D-BBC1FC315756}" srcOrd="0" destOrd="0" presId="urn:microsoft.com/office/officeart/2005/8/layout/default"/>
    <dgm:cxn modelId="{A0CFC956-EADE-4EFD-A778-0D76F09C8EDA}" srcId="{814927DB-4BF9-40C9-87B5-5ADEFC8A0CD9}" destId="{7B33CE95-1F66-42D4-90DE-5E26B5F1FCB1}" srcOrd="2" destOrd="0" parTransId="{04964368-02C4-41E7-B078-03E3E205676D}" sibTransId="{EE5F6EFE-7846-477D-A912-FAF1F7D02B13}"/>
    <dgm:cxn modelId="{FE527381-2402-5643-942D-6E5C4C19CF77}" type="presOf" srcId="{814927DB-4BF9-40C9-87B5-5ADEFC8A0CD9}" destId="{C47FD569-86E4-6D44-8A31-0D027E0B1E7C}" srcOrd="0" destOrd="0" presId="urn:microsoft.com/office/officeart/2005/8/layout/default"/>
    <dgm:cxn modelId="{F9CEE4AB-8A41-4601-B523-1C491E72113C}" srcId="{814927DB-4BF9-40C9-87B5-5ADEFC8A0CD9}" destId="{6BC99D11-F5E4-4BFA-8C9B-DF4754FDB836}" srcOrd="0" destOrd="0" parTransId="{34E4650A-3454-4791-BAAE-E2EBA4E3CD0A}" sibTransId="{7AC1BC6C-65B3-468A-B158-4D84415E79B7}"/>
    <dgm:cxn modelId="{E1E958AF-FD51-46AB-B0E5-F8001F96FADE}" srcId="{814927DB-4BF9-40C9-87B5-5ADEFC8A0CD9}" destId="{92212106-77E6-405A-8871-6B8EC20C6E09}" srcOrd="4" destOrd="0" parTransId="{7F8420E2-80CC-4705-8B96-FE2B88E90B97}" sibTransId="{D1A66920-99BE-4804-8BAD-EE66D8589B13}"/>
    <dgm:cxn modelId="{441B8EB8-79F3-DF44-984A-301E9C8E65F9}" type="presOf" srcId="{7B33CE95-1F66-42D4-90DE-5E26B5F1FCB1}" destId="{47910377-8A6C-A64A-912C-E10DAB7BAE2A}" srcOrd="0" destOrd="0" presId="urn:microsoft.com/office/officeart/2005/8/layout/default"/>
    <dgm:cxn modelId="{4CD145D3-25FF-6044-B24C-2A062ABBEDFA}" type="presOf" srcId="{954CC8D1-BF92-4715-B59A-CCB2BBF967C2}" destId="{434544E4-14F7-704D-8D51-9F5E63DC764A}" srcOrd="0" destOrd="0" presId="urn:microsoft.com/office/officeart/2005/8/layout/default"/>
    <dgm:cxn modelId="{B41989E0-33FF-4311-A659-F5CF9B8DCFFF}" srcId="{814927DB-4BF9-40C9-87B5-5ADEFC8A0CD9}" destId="{954CC8D1-BF92-4715-B59A-CCB2BBF967C2}" srcOrd="1" destOrd="0" parTransId="{A81B058B-4B0B-4017-B43A-9189C5FD5A43}" sibTransId="{E17E8F33-84E6-439E-A481-CF58E3E2B5D3}"/>
    <dgm:cxn modelId="{AEB6F147-F7E2-464B-94D6-705020840C81}" type="presParOf" srcId="{C47FD569-86E4-6D44-8A31-0D027E0B1E7C}" destId="{31E89C97-DE4B-F141-868E-6BA65E3E4727}" srcOrd="0" destOrd="0" presId="urn:microsoft.com/office/officeart/2005/8/layout/default"/>
    <dgm:cxn modelId="{9D5C3477-B850-354B-80E3-3977935BCA0A}" type="presParOf" srcId="{C47FD569-86E4-6D44-8A31-0D027E0B1E7C}" destId="{3826216D-C804-EC42-B49E-85CC28577B37}" srcOrd="1" destOrd="0" presId="urn:microsoft.com/office/officeart/2005/8/layout/default"/>
    <dgm:cxn modelId="{35D05036-DA1E-5440-9C11-36CF862CB322}" type="presParOf" srcId="{C47FD569-86E4-6D44-8A31-0D027E0B1E7C}" destId="{434544E4-14F7-704D-8D51-9F5E63DC764A}" srcOrd="2" destOrd="0" presId="urn:microsoft.com/office/officeart/2005/8/layout/default"/>
    <dgm:cxn modelId="{E9421ACD-6B7C-EF47-8954-92E9684E0512}" type="presParOf" srcId="{C47FD569-86E4-6D44-8A31-0D027E0B1E7C}" destId="{B8F43549-FF5D-CA49-81B0-77144B05A768}" srcOrd="3" destOrd="0" presId="urn:microsoft.com/office/officeart/2005/8/layout/default"/>
    <dgm:cxn modelId="{227BD56C-1E22-264C-BB54-EEA51C9DD561}" type="presParOf" srcId="{C47FD569-86E4-6D44-8A31-0D027E0B1E7C}" destId="{47910377-8A6C-A64A-912C-E10DAB7BAE2A}" srcOrd="4" destOrd="0" presId="urn:microsoft.com/office/officeart/2005/8/layout/default"/>
    <dgm:cxn modelId="{B1C09692-1949-254E-AD58-669AE124D40D}" type="presParOf" srcId="{C47FD569-86E4-6D44-8A31-0D027E0B1E7C}" destId="{02BEA317-F00B-E44C-96E4-1812DD19598E}" srcOrd="5" destOrd="0" presId="urn:microsoft.com/office/officeart/2005/8/layout/default"/>
    <dgm:cxn modelId="{2CD29A67-19FC-8E4B-9665-2B3B6D94D9EE}" type="presParOf" srcId="{C47FD569-86E4-6D44-8A31-0D027E0B1E7C}" destId="{A7A03A40-8393-C641-BEB1-F0CC0A5C9CD1}" srcOrd="6" destOrd="0" presId="urn:microsoft.com/office/officeart/2005/8/layout/default"/>
    <dgm:cxn modelId="{4439A7D1-0BBB-FA42-89D2-F354E6C61D25}" type="presParOf" srcId="{C47FD569-86E4-6D44-8A31-0D027E0B1E7C}" destId="{E771E754-AF7E-5944-94B0-349103B1790A}" srcOrd="7" destOrd="0" presId="urn:microsoft.com/office/officeart/2005/8/layout/default"/>
    <dgm:cxn modelId="{D0DBC522-D9CC-BE48-BD47-701A8A89A306}" type="presParOf" srcId="{C47FD569-86E4-6D44-8A31-0D027E0B1E7C}" destId="{90A455F2-3403-734F-98B7-CA9B3E6C068A}" srcOrd="8" destOrd="0" presId="urn:microsoft.com/office/officeart/2005/8/layout/default"/>
    <dgm:cxn modelId="{030A544D-769C-3D40-B7FA-80F14E8249C9}" type="presParOf" srcId="{C47FD569-86E4-6D44-8A31-0D027E0B1E7C}" destId="{8CF36C40-CB9C-B540-9D1F-318B27431886}" srcOrd="9" destOrd="0" presId="urn:microsoft.com/office/officeart/2005/8/layout/default"/>
    <dgm:cxn modelId="{B84DB789-A595-F942-8231-32D21E3CCD87}" type="presParOf" srcId="{C47FD569-86E4-6D44-8A31-0D027E0B1E7C}" destId="{3222A3FB-68B5-2344-BF3D-BBC1FC315756}"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1C65962-E9EE-425D-AB4E-C1690D58099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E30C92A3-43B3-4B2F-AFA4-60B57611B51A}">
      <dgm:prSet/>
      <dgm:spPr/>
      <dgm:t>
        <a:bodyPr/>
        <a:lstStyle/>
        <a:p>
          <a:r>
            <a:rPr lang="en-US" dirty="0"/>
            <a:t>If you are prepared with responses, you won’t get caught off guard or become defensive.</a:t>
          </a:r>
        </a:p>
      </dgm:t>
    </dgm:pt>
    <dgm:pt modelId="{BD56E349-7109-46ED-AB36-081E377BB23A}" type="parTrans" cxnId="{B1BE7AF2-6FE0-4D1E-9094-C2139AB8A0CE}">
      <dgm:prSet/>
      <dgm:spPr/>
      <dgm:t>
        <a:bodyPr/>
        <a:lstStyle/>
        <a:p>
          <a:endParaRPr lang="en-US"/>
        </a:p>
      </dgm:t>
    </dgm:pt>
    <dgm:pt modelId="{C52890D5-1885-4C27-82AF-8D487A93AEAA}" type="sibTrans" cxnId="{B1BE7AF2-6FE0-4D1E-9094-C2139AB8A0CE}">
      <dgm:prSet/>
      <dgm:spPr/>
      <dgm:t>
        <a:bodyPr/>
        <a:lstStyle/>
        <a:p>
          <a:endParaRPr lang="en-US"/>
        </a:p>
      </dgm:t>
    </dgm:pt>
    <dgm:pt modelId="{68CA7E66-CE76-41FB-818D-C7BF9691C804}">
      <dgm:prSet/>
      <dgm:spPr/>
      <dgm:t>
        <a:bodyPr/>
        <a:lstStyle/>
        <a:p>
          <a:r>
            <a:rPr lang="en-US" dirty="0"/>
            <a:t>Dispel myths  and handle objections (no greater safety or liability risks, no increase to health insurance, etc.)</a:t>
          </a:r>
        </a:p>
      </dgm:t>
    </dgm:pt>
    <dgm:pt modelId="{D35371D6-5A83-4148-8758-BB6567543AE9}" type="parTrans" cxnId="{08F5A0E2-EC5B-4FAC-ACBE-93F85539A0FB}">
      <dgm:prSet/>
      <dgm:spPr/>
      <dgm:t>
        <a:bodyPr/>
        <a:lstStyle/>
        <a:p>
          <a:endParaRPr lang="en-US"/>
        </a:p>
      </dgm:t>
    </dgm:pt>
    <dgm:pt modelId="{C0EF071B-084F-465C-82D8-A1596D4401B1}" type="sibTrans" cxnId="{08F5A0E2-EC5B-4FAC-ACBE-93F85539A0FB}">
      <dgm:prSet/>
      <dgm:spPr/>
      <dgm:t>
        <a:bodyPr/>
        <a:lstStyle/>
        <a:p>
          <a:endParaRPr lang="en-US"/>
        </a:p>
      </dgm:t>
    </dgm:pt>
    <dgm:pt modelId="{960B9B8B-8263-A541-8E74-3D438D1325AD}" type="pres">
      <dgm:prSet presAssocID="{F1C65962-E9EE-425D-AB4E-C1690D580994}" presName="vert0" presStyleCnt="0">
        <dgm:presLayoutVars>
          <dgm:dir/>
          <dgm:animOne val="branch"/>
          <dgm:animLvl val="lvl"/>
        </dgm:presLayoutVars>
      </dgm:prSet>
      <dgm:spPr/>
    </dgm:pt>
    <dgm:pt modelId="{E617D96C-F6BA-0F49-8E89-453487555CE8}" type="pres">
      <dgm:prSet presAssocID="{E30C92A3-43B3-4B2F-AFA4-60B57611B51A}" presName="thickLine" presStyleLbl="alignNode1" presStyleIdx="0" presStyleCnt="2"/>
      <dgm:spPr/>
    </dgm:pt>
    <dgm:pt modelId="{01AA5483-15FA-C843-A5F4-44E1AF55528C}" type="pres">
      <dgm:prSet presAssocID="{E30C92A3-43B3-4B2F-AFA4-60B57611B51A}" presName="horz1" presStyleCnt="0"/>
      <dgm:spPr/>
    </dgm:pt>
    <dgm:pt modelId="{FD8FBFE9-68A5-8648-B038-12B99CF842DD}" type="pres">
      <dgm:prSet presAssocID="{E30C92A3-43B3-4B2F-AFA4-60B57611B51A}" presName="tx1" presStyleLbl="revTx" presStyleIdx="0" presStyleCnt="2"/>
      <dgm:spPr/>
    </dgm:pt>
    <dgm:pt modelId="{FE2C92D4-9CF8-6D43-AFD9-D39F483E1220}" type="pres">
      <dgm:prSet presAssocID="{E30C92A3-43B3-4B2F-AFA4-60B57611B51A}" presName="vert1" presStyleCnt="0"/>
      <dgm:spPr/>
    </dgm:pt>
    <dgm:pt modelId="{74BC27C7-29BC-C149-A384-D4D1AE4785E6}" type="pres">
      <dgm:prSet presAssocID="{68CA7E66-CE76-41FB-818D-C7BF9691C804}" presName="thickLine" presStyleLbl="alignNode1" presStyleIdx="1" presStyleCnt="2"/>
      <dgm:spPr/>
    </dgm:pt>
    <dgm:pt modelId="{CA86D5C7-95A4-FF46-998C-A16C5BBCA607}" type="pres">
      <dgm:prSet presAssocID="{68CA7E66-CE76-41FB-818D-C7BF9691C804}" presName="horz1" presStyleCnt="0"/>
      <dgm:spPr/>
    </dgm:pt>
    <dgm:pt modelId="{FC945520-A609-1D4F-952A-C0CF3E676E93}" type="pres">
      <dgm:prSet presAssocID="{68CA7E66-CE76-41FB-818D-C7BF9691C804}" presName="tx1" presStyleLbl="revTx" presStyleIdx="1" presStyleCnt="2"/>
      <dgm:spPr/>
    </dgm:pt>
    <dgm:pt modelId="{AA04D13D-3B37-2C41-B9C5-8BBC59D8B65E}" type="pres">
      <dgm:prSet presAssocID="{68CA7E66-CE76-41FB-818D-C7BF9691C804}" presName="vert1" presStyleCnt="0"/>
      <dgm:spPr/>
    </dgm:pt>
  </dgm:ptLst>
  <dgm:cxnLst>
    <dgm:cxn modelId="{D9BA8267-3EA5-594E-A74B-33B2789EE332}" type="presOf" srcId="{F1C65962-E9EE-425D-AB4E-C1690D580994}" destId="{960B9B8B-8263-A541-8E74-3D438D1325AD}" srcOrd="0" destOrd="0" presId="urn:microsoft.com/office/officeart/2008/layout/LinedList"/>
    <dgm:cxn modelId="{3907C768-B594-B141-A7BA-31A2D73C65C4}" type="presOf" srcId="{E30C92A3-43B3-4B2F-AFA4-60B57611B51A}" destId="{FD8FBFE9-68A5-8648-B038-12B99CF842DD}" srcOrd="0" destOrd="0" presId="urn:microsoft.com/office/officeart/2008/layout/LinedList"/>
    <dgm:cxn modelId="{08F5A0E2-EC5B-4FAC-ACBE-93F85539A0FB}" srcId="{F1C65962-E9EE-425D-AB4E-C1690D580994}" destId="{68CA7E66-CE76-41FB-818D-C7BF9691C804}" srcOrd="1" destOrd="0" parTransId="{D35371D6-5A83-4148-8758-BB6567543AE9}" sibTransId="{C0EF071B-084F-465C-82D8-A1596D4401B1}"/>
    <dgm:cxn modelId="{1670B1E8-4CEC-4947-B8A1-D9898E38DCB5}" type="presOf" srcId="{68CA7E66-CE76-41FB-818D-C7BF9691C804}" destId="{FC945520-A609-1D4F-952A-C0CF3E676E93}" srcOrd="0" destOrd="0" presId="urn:microsoft.com/office/officeart/2008/layout/LinedList"/>
    <dgm:cxn modelId="{B1BE7AF2-6FE0-4D1E-9094-C2139AB8A0CE}" srcId="{F1C65962-E9EE-425D-AB4E-C1690D580994}" destId="{E30C92A3-43B3-4B2F-AFA4-60B57611B51A}" srcOrd="0" destOrd="0" parTransId="{BD56E349-7109-46ED-AB36-081E377BB23A}" sibTransId="{C52890D5-1885-4C27-82AF-8D487A93AEAA}"/>
    <dgm:cxn modelId="{21CD54C8-46A5-B641-850E-45B35FABD47B}" type="presParOf" srcId="{960B9B8B-8263-A541-8E74-3D438D1325AD}" destId="{E617D96C-F6BA-0F49-8E89-453487555CE8}" srcOrd="0" destOrd="0" presId="urn:microsoft.com/office/officeart/2008/layout/LinedList"/>
    <dgm:cxn modelId="{104B6F02-A9D8-CA44-B3A7-77FF65E14DDB}" type="presParOf" srcId="{960B9B8B-8263-A541-8E74-3D438D1325AD}" destId="{01AA5483-15FA-C843-A5F4-44E1AF55528C}" srcOrd="1" destOrd="0" presId="urn:microsoft.com/office/officeart/2008/layout/LinedList"/>
    <dgm:cxn modelId="{373B512D-A8DA-E44B-B6FD-7915F8BD7558}" type="presParOf" srcId="{01AA5483-15FA-C843-A5F4-44E1AF55528C}" destId="{FD8FBFE9-68A5-8648-B038-12B99CF842DD}" srcOrd="0" destOrd="0" presId="urn:microsoft.com/office/officeart/2008/layout/LinedList"/>
    <dgm:cxn modelId="{24DD3E11-DC5A-4F4C-9DE0-36FC29672E4B}" type="presParOf" srcId="{01AA5483-15FA-C843-A5F4-44E1AF55528C}" destId="{FE2C92D4-9CF8-6D43-AFD9-D39F483E1220}" srcOrd="1" destOrd="0" presId="urn:microsoft.com/office/officeart/2008/layout/LinedList"/>
    <dgm:cxn modelId="{6CF7EA75-58A3-5C47-9A33-7F9AB88F6D49}" type="presParOf" srcId="{960B9B8B-8263-A541-8E74-3D438D1325AD}" destId="{74BC27C7-29BC-C149-A384-D4D1AE4785E6}" srcOrd="2" destOrd="0" presId="urn:microsoft.com/office/officeart/2008/layout/LinedList"/>
    <dgm:cxn modelId="{3790067B-B004-1E45-8D06-626675A9CF57}" type="presParOf" srcId="{960B9B8B-8263-A541-8E74-3D438D1325AD}" destId="{CA86D5C7-95A4-FF46-998C-A16C5BBCA607}" srcOrd="3" destOrd="0" presId="urn:microsoft.com/office/officeart/2008/layout/LinedList"/>
    <dgm:cxn modelId="{BFFDBEFE-B1BB-7F41-A66E-7642EB68B579}" type="presParOf" srcId="{CA86D5C7-95A4-FF46-998C-A16C5BBCA607}" destId="{FC945520-A609-1D4F-952A-C0CF3E676E93}" srcOrd="0" destOrd="0" presId="urn:microsoft.com/office/officeart/2008/layout/LinedList"/>
    <dgm:cxn modelId="{07393DAF-B6E7-994B-9B0F-E72B4B94C4FC}" type="presParOf" srcId="{CA86D5C7-95A4-FF46-998C-A16C5BBCA607}" destId="{AA04D13D-3B37-2C41-B9C5-8BBC59D8B65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6154FF-7D1A-B543-91AD-C66E6883E76B}">
      <dsp:nvSpPr>
        <dsp:cNvPr id="0" name=""/>
        <dsp:cNvSpPr/>
      </dsp:nvSpPr>
      <dsp:spPr>
        <a:xfrm>
          <a:off x="544" y="1314069"/>
          <a:ext cx="1912514" cy="121444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5AF30F7-9C80-614B-B086-7CAD7291D286}">
      <dsp:nvSpPr>
        <dsp:cNvPr id="0" name=""/>
        <dsp:cNvSpPr/>
      </dsp:nvSpPr>
      <dsp:spPr>
        <a:xfrm>
          <a:off x="213046" y="1515946"/>
          <a:ext cx="1912514" cy="1214446"/>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defRPr cap="all"/>
          </a:pPr>
          <a:r>
            <a:rPr lang="en-US" sz="1900" kern="1200"/>
            <a:t>Involve them in the process</a:t>
          </a:r>
        </a:p>
      </dsp:txBody>
      <dsp:txXfrm>
        <a:off x="248616" y="1551516"/>
        <a:ext cx="1841374" cy="1143306"/>
      </dsp:txXfrm>
    </dsp:sp>
    <dsp:sp modelId="{B03576BA-0E6B-854B-BF95-7B9F0B586DCD}">
      <dsp:nvSpPr>
        <dsp:cNvPr id="0" name=""/>
        <dsp:cNvSpPr/>
      </dsp:nvSpPr>
      <dsp:spPr>
        <a:xfrm>
          <a:off x="2338062" y="1314069"/>
          <a:ext cx="1912514" cy="121444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D5D2C06-4FF6-684E-BEC3-8E49F5DC7622}">
      <dsp:nvSpPr>
        <dsp:cNvPr id="0" name=""/>
        <dsp:cNvSpPr/>
      </dsp:nvSpPr>
      <dsp:spPr>
        <a:xfrm>
          <a:off x="2550563" y="1515946"/>
          <a:ext cx="1912514" cy="1214446"/>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defRPr cap="all"/>
          </a:pPr>
          <a:r>
            <a:rPr lang="en-US" sz="1900" kern="1200"/>
            <a:t>They have networks that can be useful</a:t>
          </a:r>
        </a:p>
      </dsp:txBody>
      <dsp:txXfrm>
        <a:off x="2586133" y="1551516"/>
        <a:ext cx="1841374" cy="11433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73162F-4577-FE43-93FE-F363988D79A3}">
      <dsp:nvSpPr>
        <dsp:cNvPr id="0" name=""/>
        <dsp:cNvSpPr/>
      </dsp:nvSpPr>
      <dsp:spPr>
        <a:xfrm>
          <a:off x="0" y="675"/>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D7DB81-E04D-B64F-B338-3F3C61794068}">
      <dsp:nvSpPr>
        <dsp:cNvPr id="0" name=""/>
        <dsp:cNvSpPr/>
      </dsp:nvSpPr>
      <dsp:spPr>
        <a:xfrm>
          <a:off x="0" y="675"/>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Labor Market Survey</a:t>
          </a:r>
        </a:p>
      </dsp:txBody>
      <dsp:txXfrm>
        <a:off x="0" y="675"/>
        <a:ext cx="6900512" cy="614976"/>
      </dsp:txXfrm>
    </dsp:sp>
    <dsp:sp modelId="{59E89FEB-3AFA-804E-9C15-81BDBEA106E9}">
      <dsp:nvSpPr>
        <dsp:cNvPr id="0" name=""/>
        <dsp:cNvSpPr/>
      </dsp:nvSpPr>
      <dsp:spPr>
        <a:xfrm>
          <a:off x="0" y="615652"/>
          <a:ext cx="6900512" cy="0"/>
        </a:xfrm>
        <a:prstGeom prst="line">
          <a:avLst/>
        </a:prstGeom>
        <a:solidFill>
          <a:schemeClr val="accent2">
            <a:hueOff val="-181920"/>
            <a:satOff val="-10491"/>
            <a:lumOff val="1078"/>
            <a:alphaOff val="0"/>
          </a:schemeClr>
        </a:solidFill>
        <a:ln w="12700" cap="flat" cmpd="sng" algn="ctr">
          <a:solidFill>
            <a:schemeClr val="accent2">
              <a:hueOff val="-181920"/>
              <a:satOff val="-10491"/>
              <a:lumOff val="107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4CCA7D-C3CA-5547-A2C0-2F6E174AC77C}">
      <dsp:nvSpPr>
        <dsp:cNvPr id="0" name=""/>
        <dsp:cNvSpPr/>
      </dsp:nvSpPr>
      <dsp:spPr>
        <a:xfrm>
          <a:off x="0" y="615652"/>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American Job Centers</a:t>
          </a:r>
        </a:p>
      </dsp:txBody>
      <dsp:txXfrm>
        <a:off x="0" y="615652"/>
        <a:ext cx="6900512" cy="614976"/>
      </dsp:txXfrm>
    </dsp:sp>
    <dsp:sp modelId="{765DF0CE-ECD2-4448-9506-C8C131E3F751}">
      <dsp:nvSpPr>
        <dsp:cNvPr id="0" name=""/>
        <dsp:cNvSpPr/>
      </dsp:nvSpPr>
      <dsp:spPr>
        <a:xfrm>
          <a:off x="0" y="1230628"/>
          <a:ext cx="6900512" cy="0"/>
        </a:xfrm>
        <a:prstGeom prst="line">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73253E-DC6B-C042-B68E-13B208FC4966}">
      <dsp:nvSpPr>
        <dsp:cNvPr id="0" name=""/>
        <dsp:cNvSpPr/>
      </dsp:nvSpPr>
      <dsp:spPr>
        <a:xfrm>
          <a:off x="0" y="1230628"/>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Employer Job Postings</a:t>
          </a:r>
        </a:p>
      </dsp:txBody>
      <dsp:txXfrm>
        <a:off x="0" y="1230628"/>
        <a:ext cx="6900512" cy="614976"/>
      </dsp:txXfrm>
    </dsp:sp>
    <dsp:sp modelId="{2A41D33F-948E-1E40-AE74-0646E4E7A1FB}">
      <dsp:nvSpPr>
        <dsp:cNvPr id="0" name=""/>
        <dsp:cNvSpPr/>
      </dsp:nvSpPr>
      <dsp:spPr>
        <a:xfrm>
          <a:off x="0" y="1845605"/>
          <a:ext cx="6900512" cy="0"/>
        </a:xfrm>
        <a:prstGeom prst="line">
          <a:avLst/>
        </a:prstGeom>
        <a:solidFill>
          <a:schemeClr val="accent2">
            <a:hueOff val="-545761"/>
            <a:satOff val="-31473"/>
            <a:lumOff val="3235"/>
            <a:alphaOff val="0"/>
          </a:schemeClr>
        </a:solidFill>
        <a:ln w="12700" cap="flat" cmpd="sng" algn="ctr">
          <a:solidFill>
            <a:schemeClr val="accent2">
              <a:hueOff val="-545761"/>
              <a:satOff val="-31473"/>
              <a:lumOff val="323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DE46BA-CE2A-284E-908C-DF38DEB59A1E}">
      <dsp:nvSpPr>
        <dsp:cNvPr id="0" name=""/>
        <dsp:cNvSpPr/>
      </dsp:nvSpPr>
      <dsp:spPr>
        <a:xfrm>
          <a:off x="0" y="1845605"/>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Job Fairs</a:t>
          </a:r>
        </a:p>
      </dsp:txBody>
      <dsp:txXfrm>
        <a:off x="0" y="1845605"/>
        <a:ext cx="6900512" cy="614976"/>
      </dsp:txXfrm>
    </dsp:sp>
    <dsp:sp modelId="{0E995368-3538-2646-8A8A-0587D4BE6B3A}">
      <dsp:nvSpPr>
        <dsp:cNvPr id="0" name=""/>
        <dsp:cNvSpPr/>
      </dsp:nvSpPr>
      <dsp:spPr>
        <a:xfrm>
          <a:off x="0" y="2460582"/>
          <a:ext cx="6900512"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69BEE0-279E-FB40-AA2D-7BC555424204}">
      <dsp:nvSpPr>
        <dsp:cNvPr id="0" name=""/>
        <dsp:cNvSpPr/>
      </dsp:nvSpPr>
      <dsp:spPr>
        <a:xfrm>
          <a:off x="0" y="2460582"/>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Indeed</a:t>
          </a:r>
        </a:p>
      </dsp:txBody>
      <dsp:txXfrm>
        <a:off x="0" y="2460582"/>
        <a:ext cx="6900512" cy="614976"/>
      </dsp:txXfrm>
    </dsp:sp>
    <dsp:sp modelId="{1370A646-6E82-A145-9242-D1B939F9C6F2}">
      <dsp:nvSpPr>
        <dsp:cNvPr id="0" name=""/>
        <dsp:cNvSpPr/>
      </dsp:nvSpPr>
      <dsp:spPr>
        <a:xfrm>
          <a:off x="0" y="3075558"/>
          <a:ext cx="6900512" cy="0"/>
        </a:xfrm>
        <a:prstGeom prst="line">
          <a:avLst/>
        </a:prstGeom>
        <a:solidFill>
          <a:schemeClr val="accent2">
            <a:hueOff val="-909602"/>
            <a:satOff val="-52455"/>
            <a:lumOff val="5392"/>
            <a:alphaOff val="0"/>
          </a:schemeClr>
        </a:solidFill>
        <a:ln w="12700" cap="flat" cmpd="sng" algn="ctr">
          <a:solidFill>
            <a:schemeClr val="accent2">
              <a:hueOff val="-909602"/>
              <a:satOff val="-52455"/>
              <a:lumOff val="5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11AF81-1CE9-2148-86FD-7D35CA909BB2}">
      <dsp:nvSpPr>
        <dsp:cNvPr id="0" name=""/>
        <dsp:cNvSpPr/>
      </dsp:nvSpPr>
      <dsp:spPr>
        <a:xfrm>
          <a:off x="0" y="3075558"/>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Facebook Pages</a:t>
          </a:r>
        </a:p>
      </dsp:txBody>
      <dsp:txXfrm>
        <a:off x="0" y="3075558"/>
        <a:ext cx="6900512" cy="614976"/>
      </dsp:txXfrm>
    </dsp:sp>
    <dsp:sp modelId="{5A8B71F0-76F1-3B46-BECF-5C6728CD6F64}">
      <dsp:nvSpPr>
        <dsp:cNvPr id="0" name=""/>
        <dsp:cNvSpPr/>
      </dsp:nvSpPr>
      <dsp:spPr>
        <a:xfrm>
          <a:off x="0" y="3690535"/>
          <a:ext cx="6900512" cy="0"/>
        </a:xfrm>
        <a:prstGeom prst="line">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7A14BC-3FBA-C940-B2F2-56D0820A5944}">
      <dsp:nvSpPr>
        <dsp:cNvPr id="0" name=""/>
        <dsp:cNvSpPr/>
      </dsp:nvSpPr>
      <dsp:spPr>
        <a:xfrm>
          <a:off x="0" y="3690535"/>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City, State &amp; Federal Employment Offices</a:t>
          </a:r>
        </a:p>
      </dsp:txBody>
      <dsp:txXfrm>
        <a:off x="0" y="3690535"/>
        <a:ext cx="6900512" cy="614976"/>
      </dsp:txXfrm>
    </dsp:sp>
    <dsp:sp modelId="{7FB4F9C2-20EB-DA4A-A6CB-F685DDCABADF}">
      <dsp:nvSpPr>
        <dsp:cNvPr id="0" name=""/>
        <dsp:cNvSpPr/>
      </dsp:nvSpPr>
      <dsp:spPr>
        <a:xfrm>
          <a:off x="0" y="4305512"/>
          <a:ext cx="6900512" cy="0"/>
        </a:xfrm>
        <a:prstGeom prst="line">
          <a:avLst/>
        </a:prstGeom>
        <a:solidFill>
          <a:schemeClr val="accent2">
            <a:hueOff val="-1273443"/>
            <a:satOff val="-73437"/>
            <a:lumOff val="7549"/>
            <a:alphaOff val="0"/>
          </a:schemeClr>
        </a:solidFill>
        <a:ln w="12700" cap="flat" cmpd="sng" algn="ctr">
          <a:solidFill>
            <a:schemeClr val="accent2">
              <a:hueOff val="-1273443"/>
              <a:satOff val="-73437"/>
              <a:lumOff val="75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F5E4FB-32CD-D445-903C-36A964D8E3A1}">
      <dsp:nvSpPr>
        <dsp:cNvPr id="0" name=""/>
        <dsp:cNvSpPr/>
      </dsp:nvSpPr>
      <dsp:spPr>
        <a:xfrm>
          <a:off x="0" y="4305512"/>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E.E.O / Affirmative Action Offices</a:t>
          </a:r>
        </a:p>
      </dsp:txBody>
      <dsp:txXfrm>
        <a:off x="0" y="4305512"/>
        <a:ext cx="6900512" cy="614976"/>
      </dsp:txXfrm>
    </dsp:sp>
    <dsp:sp modelId="{3C9834A1-FA7F-CF42-8577-3D1815484662}">
      <dsp:nvSpPr>
        <dsp:cNvPr id="0" name=""/>
        <dsp:cNvSpPr/>
      </dsp:nvSpPr>
      <dsp:spPr>
        <a:xfrm>
          <a:off x="0" y="4920488"/>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A74893-0303-CC47-9B9E-7BAC38AB740C}">
      <dsp:nvSpPr>
        <dsp:cNvPr id="0" name=""/>
        <dsp:cNvSpPr/>
      </dsp:nvSpPr>
      <dsp:spPr>
        <a:xfrm>
          <a:off x="0" y="4920488"/>
          <a:ext cx="6900512" cy="614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Networking Contacts</a:t>
          </a:r>
        </a:p>
      </dsp:txBody>
      <dsp:txXfrm>
        <a:off x="0" y="4920488"/>
        <a:ext cx="6900512" cy="6149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9F2252-232D-A144-812A-2847772443B1}">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2848"/>
        <a:ext cx="34897" cy="6979"/>
      </dsp:txXfrm>
    </dsp:sp>
    <dsp:sp modelId="{BEA769CF-8DB0-6E4E-B965-1A73996F4FCE}">
      <dsp:nvSpPr>
        <dsp:cNvPr id="0" name=""/>
        <dsp:cNvSpPr/>
      </dsp:nvSpPr>
      <dsp:spPr>
        <a:xfrm>
          <a:off x="8061" y="5979"/>
          <a:ext cx="3034531" cy="182071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dirty="0"/>
            <a:t>1. Who are the major </a:t>
          </a:r>
          <a:r>
            <a:rPr lang="en-US" sz="2100" b="1" kern="1200" dirty="0"/>
            <a:t>employers</a:t>
          </a:r>
          <a:r>
            <a:rPr lang="en-US" sz="2100" kern="1200" dirty="0"/>
            <a:t> in your area?</a:t>
          </a:r>
        </a:p>
      </dsp:txBody>
      <dsp:txXfrm>
        <a:off x="8061" y="5979"/>
        <a:ext cx="3034531" cy="1820718"/>
      </dsp:txXfrm>
    </dsp:sp>
    <dsp:sp modelId="{DC565517-6FD3-1F4B-876B-B11FBBC0194D}">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6350" cap="flat" cmpd="sng" algn="ctr">
          <a:solidFill>
            <a:schemeClr val="accent2">
              <a:hueOff val="-363841"/>
              <a:satOff val="-20982"/>
              <a:lumOff val="215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2848"/>
        <a:ext cx="34897" cy="6979"/>
      </dsp:txXfrm>
    </dsp:sp>
    <dsp:sp modelId="{3F0BDF81-9C57-1C43-9A3F-AA7B20EE078F}">
      <dsp:nvSpPr>
        <dsp:cNvPr id="0" name=""/>
        <dsp:cNvSpPr/>
      </dsp:nvSpPr>
      <dsp:spPr>
        <a:xfrm>
          <a:off x="3740534" y="5979"/>
          <a:ext cx="3034531" cy="1820718"/>
        </a:xfrm>
        <a:prstGeom prst="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t" anchorCtr="0">
          <a:noAutofit/>
        </a:bodyPr>
        <a:lstStyle/>
        <a:p>
          <a:pPr marL="0" lvl="0" indent="0" algn="l" defTabSz="933450">
            <a:lnSpc>
              <a:spcPct val="90000"/>
            </a:lnSpc>
            <a:spcBef>
              <a:spcPct val="0"/>
            </a:spcBef>
            <a:spcAft>
              <a:spcPct val="35000"/>
            </a:spcAft>
            <a:buNone/>
          </a:pPr>
          <a:r>
            <a:rPr lang="en-US" sz="2100" kern="1200" dirty="0"/>
            <a:t>2. What </a:t>
          </a:r>
          <a:r>
            <a:rPr lang="en-US" sz="2100" b="1" kern="1200" dirty="0"/>
            <a:t>industries</a:t>
          </a:r>
          <a:r>
            <a:rPr lang="en-US" sz="2100" kern="1200" dirty="0"/>
            <a:t> are most prevalent in the local area?</a:t>
          </a:r>
        </a:p>
        <a:p>
          <a:pPr marL="171450" lvl="1" indent="-171450" algn="l" defTabSz="711200">
            <a:lnSpc>
              <a:spcPct val="90000"/>
            </a:lnSpc>
            <a:spcBef>
              <a:spcPct val="0"/>
            </a:spcBef>
            <a:spcAft>
              <a:spcPct val="15000"/>
            </a:spcAft>
            <a:buChar char="•"/>
          </a:pPr>
          <a:r>
            <a:rPr lang="en-US" sz="1600" kern="1200" dirty="0"/>
            <a:t>- What jobs are found in these industries?</a:t>
          </a:r>
        </a:p>
      </dsp:txBody>
      <dsp:txXfrm>
        <a:off x="3740534" y="5979"/>
        <a:ext cx="3034531" cy="1820718"/>
      </dsp:txXfrm>
    </dsp:sp>
    <dsp:sp modelId="{75FE808B-BE04-7442-9E4B-B40928ACBE47}">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6350" cap="flat" cmpd="sng" algn="ctr">
          <a:solidFill>
            <a:schemeClr val="accent2">
              <a:hueOff val="-727682"/>
              <a:satOff val="-41964"/>
              <a:lumOff val="431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079"/>
        <a:ext cx="374875" cy="6979"/>
      </dsp:txXfrm>
    </dsp:sp>
    <dsp:sp modelId="{6648C4E1-DB1B-1745-B97B-D4DABCF240FB}">
      <dsp:nvSpPr>
        <dsp:cNvPr id="0" name=""/>
        <dsp:cNvSpPr/>
      </dsp:nvSpPr>
      <dsp:spPr>
        <a:xfrm>
          <a:off x="7473007" y="5979"/>
          <a:ext cx="3034531" cy="1820718"/>
        </a:xfrm>
        <a:prstGeom prst="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dirty="0"/>
            <a:t>3. What </a:t>
          </a:r>
          <a:r>
            <a:rPr lang="en-US" sz="2100" b="1" kern="1200" dirty="0"/>
            <a:t>companies</a:t>
          </a:r>
          <a:r>
            <a:rPr lang="en-US" sz="2100" kern="1200" dirty="0"/>
            <a:t> / types of employment have highest turnover rate?</a:t>
          </a:r>
        </a:p>
      </dsp:txBody>
      <dsp:txXfrm>
        <a:off x="7473007" y="5979"/>
        <a:ext cx="3034531" cy="1820718"/>
      </dsp:txXfrm>
    </dsp:sp>
    <dsp:sp modelId="{AB995B9C-4BE3-FC4C-85C1-AD896C92228A}">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6350" cap="flat" cmpd="sng" algn="ctr">
          <a:solidFill>
            <a:schemeClr val="accent2">
              <a:hueOff val="-1091522"/>
              <a:satOff val="-62946"/>
              <a:lumOff val="6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1509"/>
        <a:ext cx="34897" cy="6979"/>
      </dsp:txXfrm>
    </dsp:sp>
    <dsp:sp modelId="{03AC5A1E-BDA5-DB4A-BAD3-B599A73226CD}">
      <dsp:nvSpPr>
        <dsp:cNvPr id="0" name=""/>
        <dsp:cNvSpPr/>
      </dsp:nvSpPr>
      <dsp:spPr>
        <a:xfrm>
          <a:off x="8061" y="2524640"/>
          <a:ext cx="3034531" cy="1820718"/>
        </a:xfrm>
        <a:prstGeom prst="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dirty="0"/>
            <a:t>4. Does the community have seasonal employment?</a:t>
          </a:r>
        </a:p>
      </dsp:txBody>
      <dsp:txXfrm>
        <a:off x="8061" y="2524640"/>
        <a:ext cx="3034531" cy="1820718"/>
      </dsp:txXfrm>
    </dsp:sp>
    <dsp:sp modelId="{AE435273-056B-D048-B5A8-4788256C8C8A}">
      <dsp:nvSpPr>
        <dsp:cNvPr id="0" name=""/>
        <dsp:cNvSpPr/>
      </dsp:nvSpPr>
      <dsp:spPr>
        <a:xfrm>
          <a:off x="6773265" y="3389279"/>
          <a:ext cx="667342" cy="91440"/>
        </a:xfrm>
        <a:custGeom>
          <a:avLst/>
          <a:gdLst/>
          <a:ahLst/>
          <a:cxnLst/>
          <a:rect l="0" t="0" r="0" b="0"/>
          <a:pathLst>
            <a:path>
              <a:moveTo>
                <a:pt x="0" y="45720"/>
              </a:moveTo>
              <a:lnTo>
                <a:pt x="667342" y="45720"/>
              </a:lnTo>
            </a:path>
          </a:pathLst>
        </a:custGeom>
        <a:noFill/>
        <a:ln w="6350" cap="flat" cmpd="sng" algn="ctr">
          <a:solidFill>
            <a:schemeClr val="accent2">
              <a:hueOff val="-1455363"/>
              <a:satOff val="-83928"/>
              <a:lumOff val="862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3431509"/>
        <a:ext cx="34897" cy="6979"/>
      </dsp:txXfrm>
    </dsp:sp>
    <dsp:sp modelId="{212530E8-A80E-F643-87C2-EC1A8DA512E6}">
      <dsp:nvSpPr>
        <dsp:cNvPr id="0" name=""/>
        <dsp:cNvSpPr/>
      </dsp:nvSpPr>
      <dsp:spPr>
        <a:xfrm>
          <a:off x="3740534" y="2524640"/>
          <a:ext cx="3034531" cy="1820718"/>
        </a:xfrm>
        <a:prstGeom prst="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dirty="0"/>
            <a:t>5. How can this info benefit the job seeker?</a:t>
          </a:r>
        </a:p>
      </dsp:txBody>
      <dsp:txXfrm>
        <a:off x="3740534" y="2524640"/>
        <a:ext cx="3034531" cy="1820718"/>
      </dsp:txXfrm>
    </dsp:sp>
    <dsp:sp modelId="{963CC126-584B-0A47-B241-1FC2B7C7F299}">
      <dsp:nvSpPr>
        <dsp:cNvPr id="0" name=""/>
        <dsp:cNvSpPr/>
      </dsp:nvSpPr>
      <dsp:spPr>
        <a:xfrm>
          <a:off x="7473007" y="2524640"/>
          <a:ext cx="3034531" cy="1820718"/>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933450">
            <a:lnSpc>
              <a:spcPct val="90000"/>
            </a:lnSpc>
            <a:spcBef>
              <a:spcPct val="0"/>
            </a:spcBef>
            <a:spcAft>
              <a:spcPct val="35000"/>
            </a:spcAft>
            <a:buNone/>
          </a:pPr>
          <a:r>
            <a:rPr lang="en-US" sz="2100" kern="1200" dirty="0"/>
            <a:t>6. How can it help you engage employers?</a:t>
          </a:r>
        </a:p>
      </dsp:txBody>
      <dsp:txXfrm>
        <a:off x="7473007" y="2524640"/>
        <a:ext cx="3034531" cy="18207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FE8FC-175A-844E-A20E-BE5DEA2A0E02}">
      <dsp:nvSpPr>
        <dsp:cNvPr id="0" name=""/>
        <dsp:cNvSpPr/>
      </dsp:nvSpPr>
      <dsp:spPr>
        <a:xfrm>
          <a:off x="0" y="995871"/>
          <a:ext cx="1685425" cy="235959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402" tIns="330200" rIns="131402" bIns="330200" numCol="1" spcCol="1270" anchor="t" anchorCtr="0">
          <a:noAutofit/>
        </a:bodyPr>
        <a:lstStyle/>
        <a:p>
          <a:pPr marL="0" lvl="0" indent="0" algn="l" defTabSz="800100">
            <a:lnSpc>
              <a:spcPct val="90000"/>
            </a:lnSpc>
            <a:spcBef>
              <a:spcPct val="0"/>
            </a:spcBef>
            <a:spcAft>
              <a:spcPct val="35000"/>
            </a:spcAft>
            <a:buNone/>
          </a:pPr>
          <a:r>
            <a:rPr lang="en-US" sz="1800" kern="1200" dirty="0"/>
            <a:t>Find jobs with better wages</a:t>
          </a:r>
        </a:p>
      </dsp:txBody>
      <dsp:txXfrm>
        <a:off x="0" y="1892517"/>
        <a:ext cx="1685425" cy="1415757"/>
      </dsp:txXfrm>
    </dsp:sp>
    <dsp:sp modelId="{5993A384-FC9E-F640-83AB-103D349B430E}">
      <dsp:nvSpPr>
        <dsp:cNvPr id="0" name=""/>
        <dsp:cNvSpPr/>
      </dsp:nvSpPr>
      <dsp:spPr>
        <a:xfrm>
          <a:off x="488773" y="1231830"/>
          <a:ext cx="707878" cy="7078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189" tIns="12700" rIns="55189" bIns="12700" numCol="1" spcCol="1270" anchor="ctr" anchorCtr="0">
          <a:noAutofit/>
        </a:bodyPr>
        <a:lstStyle/>
        <a:p>
          <a:pPr marL="0" lvl="0" indent="0" algn="ctr" defTabSz="1511300">
            <a:lnSpc>
              <a:spcPct val="90000"/>
            </a:lnSpc>
            <a:spcBef>
              <a:spcPct val="0"/>
            </a:spcBef>
            <a:spcAft>
              <a:spcPct val="35000"/>
            </a:spcAft>
            <a:buNone/>
          </a:pPr>
          <a:r>
            <a:rPr lang="en-US" sz="3400" kern="1200" dirty="0"/>
            <a:t>1</a:t>
          </a:r>
        </a:p>
      </dsp:txBody>
      <dsp:txXfrm>
        <a:off x="592439" y="1335496"/>
        <a:ext cx="500546" cy="500546"/>
      </dsp:txXfrm>
    </dsp:sp>
    <dsp:sp modelId="{94555F69-611B-9545-B545-403E09D112D5}">
      <dsp:nvSpPr>
        <dsp:cNvPr id="0" name=""/>
        <dsp:cNvSpPr/>
      </dsp:nvSpPr>
      <dsp:spPr>
        <a:xfrm>
          <a:off x="0" y="3355394"/>
          <a:ext cx="1685425"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0B3A7B-C151-4C42-8EE3-8C88A53A926F}">
      <dsp:nvSpPr>
        <dsp:cNvPr id="0" name=""/>
        <dsp:cNvSpPr/>
      </dsp:nvSpPr>
      <dsp:spPr>
        <a:xfrm>
          <a:off x="1853967" y="995871"/>
          <a:ext cx="1685425" cy="235959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402" tIns="330200" rIns="131402" bIns="330200" numCol="1" spcCol="1270" anchor="t" anchorCtr="0">
          <a:noAutofit/>
        </a:bodyPr>
        <a:lstStyle/>
        <a:p>
          <a:pPr marL="0" lvl="0" indent="0" algn="l" defTabSz="800100">
            <a:lnSpc>
              <a:spcPct val="90000"/>
            </a:lnSpc>
            <a:spcBef>
              <a:spcPct val="0"/>
            </a:spcBef>
            <a:spcAft>
              <a:spcPct val="35000"/>
            </a:spcAft>
            <a:buNone/>
          </a:pPr>
          <a:r>
            <a:rPr lang="en-US" sz="1800" kern="1200" dirty="0"/>
            <a:t>Secure jobs with more hours</a:t>
          </a:r>
        </a:p>
      </dsp:txBody>
      <dsp:txXfrm>
        <a:off x="1853967" y="1892517"/>
        <a:ext cx="1685425" cy="1415757"/>
      </dsp:txXfrm>
    </dsp:sp>
    <dsp:sp modelId="{66FEBB95-EB7A-DA46-9E60-E17E08266320}">
      <dsp:nvSpPr>
        <dsp:cNvPr id="0" name=""/>
        <dsp:cNvSpPr/>
      </dsp:nvSpPr>
      <dsp:spPr>
        <a:xfrm>
          <a:off x="2342741" y="1231830"/>
          <a:ext cx="707878" cy="7078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189" tIns="12700" rIns="55189" bIns="12700" numCol="1" spcCol="1270" anchor="ctr" anchorCtr="0">
          <a:noAutofit/>
        </a:bodyPr>
        <a:lstStyle/>
        <a:p>
          <a:pPr marL="0" lvl="0" indent="0" algn="ctr" defTabSz="1511300">
            <a:lnSpc>
              <a:spcPct val="90000"/>
            </a:lnSpc>
            <a:spcBef>
              <a:spcPct val="0"/>
            </a:spcBef>
            <a:spcAft>
              <a:spcPct val="35000"/>
            </a:spcAft>
            <a:buNone/>
          </a:pPr>
          <a:r>
            <a:rPr lang="en-US" sz="3400" kern="1200" dirty="0"/>
            <a:t>2</a:t>
          </a:r>
        </a:p>
      </dsp:txBody>
      <dsp:txXfrm>
        <a:off x="2446407" y="1335496"/>
        <a:ext cx="500546" cy="500546"/>
      </dsp:txXfrm>
    </dsp:sp>
    <dsp:sp modelId="{B2F8C697-9727-FD43-A472-A66020B2FEE9}">
      <dsp:nvSpPr>
        <dsp:cNvPr id="0" name=""/>
        <dsp:cNvSpPr/>
      </dsp:nvSpPr>
      <dsp:spPr>
        <a:xfrm>
          <a:off x="1853967" y="3355394"/>
          <a:ext cx="1685425"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AE7C03-3696-6D4B-AB1F-777E1FB36D0C}">
      <dsp:nvSpPr>
        <dsp:cNvPr id="0" name=""/>
        <dsp:cNvSpPr/>
      </dsp:nvSpPr>
      <dsp:spPr>
        <a:xfrm>
          <a:off x="3707935" y="995871"/>
          <a:ext cx="1685425" cy="235959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1402" tIns="330200" rIns="131402" bIns="330200" numCol="1" spcCol="1270" anchor="t" anchorCtr="0">
          <a:noAutofit/>
        </a:bodyPr>
        <a:lstStyle/>
        <a:p>
          <a:pPr marL="0" lvl="0" indent="0" algn="l" defTabSz="800100">
            <a:lnSpc>
              <a:spcPct val="90000"/>
            </a:lnSpc>
            <a:spcBef>
              <a:spcPct val="0"/>
            </a:spcBef>
            <a:spcAft>
              <a:spcPct val="35000"/>
            </a:spcAft>
            <a:buNone/>
          </a:pPr>
          <a:r>
            <a:rPr lang="en-US" sz="1800" kern="1200" dirty="0"/>
            <a:t>Shorten length of job search</a:t>
          </a:r>
        </a:p>
      </dsp:txBody>
      <dsp:txXfrm>
        <a:off x="3707935" y="1892517"/>
        <a:ext cx="1685425" cy="1415757"/>
      </dsp:txXfrm>
    </dsp:sp>
    <dsp:sp modelId="{B0B95375-4BD1-0E43-8DDE-E482E47DDBE3}">
      <dsp:nvSpPr>
        <dsp:cNvPr id="0" name=""/>
        <dsp:cNvSpPr/>
      </dsp:nvSpPr>
      <dsp:spPr>
        <a:xfrm>
          <a:off x="4196709" y="1231830"/>
          <a:ext cx="707878" cy="70787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189" tIns="12700" rIns="55189" bIns="12700" numCol="1" spcCol="1270" anchor="ctr" anchorCtr="0">
          <a:noAutofit/>
        </a:bodyPr>
        <a:lstStyle/>
        <a:p>
          <a:pPr marL="0" lvl="0" indent="0" algn="ctr" defTabSz="1511300">
            <a:lnSpc>
              <a:spcPct val="90000"/>
            </a:lnSpc>
            <a:spcBef>
              <a:spcPct val="0"/>
            </a:spcBef>
            <a:spcAft>
              <a:spcPct val="35000"/>
            </a:spcAft>
            <a:buNone/>
          </a:pPr>
          <a:r>
            <a:rPr lang="en-US" sz="3400" kern="1200" dirty="0"/>
            <a:t>3</a:t>
          </a:r>
        </a:p>
      </dsp:txBody>
      <dsp:txXfrm>
        <a:off x="4300375" y="1335496"/>
        <a:ext cx="500546" cy="500546"/>
      </dsp:txXfrm>
    </dsp:sp>
    <dsp:sp modelId="{40F4987B-133F-6941-A650-E22BBB0CE770}">
      <dsp:nvSpPr>
        <dsp:cNvPr id="0" name=""/>
        <dsp:cNvSpPr/>
      </dsp:nvSpPr>
      <dsp:spPr>
        <a:xfrm>
          <a:off x="3707935" y="3355394"/>
          <a:ext cx="1685425"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9D217F-55F6-E94E-AEF5-686B83A834D1}">
      <dsp:nvSpPr>
        <dsp:cNvPr id="0" name=""/>
        <dsp:cNvSpPr/>
      </dsp:nvSpPr>
      <dsp:spPr>
        <a:xfrm>
          <a:off x="0" y="501477"/>
          <a:ext cx="6363449"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Product / service delivered</a:t>
          </a:r>
        </a:p>
      </dsp:txBody>
      <dsp:txXfrm>
        <a:off x="23417" y="524894"/>
        <a:ext cx="6316615" cy="432866"/>
      </dsp:txXfrm>
    </dsp:sp>
    <dsp:sp modelId="{B536EE06-F32D-D94C-B27F-DFAA70F45767}">
      <dsp:nvSpPr>
        <dsp:cNvPr id="0" name=""/>
        <dsp:cNvSpPr/>
      </dsp:nvSpPr>
      <dsp:spPr>
        <a:xfrm>
          <a:off x="0" y="1038777"/>
          <a:ext cx="6363449"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 of employees</a:t>
          </a:r>
        </a:p>
      </dsp:txBody>
      <dsp:txXfrm>
        <a:off x="23417" y="1062194"/>
        <a:ext cx="6316615" cy="432866"/>
      </dsp:txXfrm>
    </dsp:sp>
    <dsp:sp modelId="{9A9F7ADB-1693-2F49-B4AE-C862EB66B80D}">
      <dsp:nvSpPr>
        <dsp:cNvPr id="0" name=""/>
        <dsp:cNvSpPr/>
      </dsp:nvSpPr>
      <dsp:spPr>
        <a:xfrm>
          <a:off x="0" y="1576078"/>
          <a:ext cx="6363449"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Types of jobs</a:t>
          </a:r>
        </a:p>
      </dsp:txBody>
      <dsp:txXfrm>
        <a:off x="23417" y="1599495"/>
        <a:ext cx="6316615" cy="432866"/>
      </dsp:txXfrm>
    </dsp:sp>
    <dsp:sp modelId="{7E72D377-2DE6-0A47-B031-1FD08DAF45E7}">
      <dsp:nvSpPr>
        <dsp:cNvPr id="0" name=""/>
        <dsp:cNvSpPr/>
      </dsp:nvSpPr>
      <dsp:spPr>
        <a:xfrm>
          <a:off x="0" y="2113378"/>
          <a:ext cx="6363449"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Areas &amp; reasons for turnover</a:t>
          </a:r>
        </a:p>
      </dsp:txBody>
      <dsp:txXfrm>
        <a:off x="23417" y="2136795"/>
        <a:ext cx="6316615" cy="432866"/>
      </dsp:txXfrm>
    </dsp:sp>
    <dsp:sp modelId="{86218E74-750D-4F44-9759-286353832503}">
      <dsp:nvSpPr>
        <dsp:cNvPr id="0" name=""/>
        <dsp:cNvSpPr/>
      </dsp:nvSpPr>
      <dsp:spPr>
        <a:xfrm>
          <a:off x="0" y="2650678"/>
          <a:ext cx="6363449"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Busy seasons, staffing problems</a:t>
          </a:r>
        </a:p>
      </dsp:txBody>
      <dsp:txXfrm>
        <a:off x="23417" y="2674095"/>
        <a:ext cx="6316615" cy="432866"/>
      </dsp:txXfrm>
    </dsp:sp>
    <dsp:sp modelId="{4B19EDA5-C7CF-824A-9A09-DFC7C85A49FB}">
      <dsp:nvSpPr>
        <dsp:cNvPr id="0" name=""/>
        <dsp:cNvSpPr/>
      </dsp:nvSpPr>
      <dsp:spPr>
        <a:xfrm>
          <a:off x="0" y="3187978"/>
          <a:ext cx="6363449" cy="47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Past/present experiences with employees with disabilities</a:t>
          </a:r>
        </a:p>
      </dsp:txBody>
      <dsp:txXfrm>
        <a:off x="23417" y="3211395"/>
        <a:ext cx="6316615" cy="4328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ACBABC-C9DC-45B4-A062-412E449848B6}">
      <dsp:nvSpPr>
        <dsp:cNvPr id="0" name=""/>
        <dsp:cNvSpPr/>
      </dsp:nvSpPr>
      <dsp:spPr>
        <a:xfrm>
          <a:off x="0" y="1445"/>
          <a:ext cx="6251110" cy="7328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55EB67-2F83-449B-8B9A-ED9A8273367B}">
      <dsp:nvSpPr>
        <dsp:cNvPr id="0" name=""/>
        <dsp:cNvSpPr/>
      </dsp:nvSpPr>
      <dsp:spPr>
        <a:xfrm>
          <a:off x="221682" y="166334"/>
          <a:ext cx="403059" cy="4030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09AE1D-668B-488B-87DA-DC35728669B6}">
      <dsp:nvSpPr>
        <dsp:cNvPr id="0" name=""/>
        <dsp:cNvSpPr/>
      </dsp:nvSpPr>
      <dsp:spPr>
        <a:xfrm>
          <a:off x="846425" y="1445"/>
          <a:ext cx="5404684" cy="732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559" tIns="77559" rIns="77559" bIns="77559" numCol="1" spcCol="1270" anchor="ctr" anchorCtr="0">
          <a:noAutofit/>
        </a:bodyPr>
        <a:lstStyle/>
        <a:p>
          <a:pPr marL="0" lvl="0" indent="0" algn="l" defTabSz="933450">
            <a:lnSpc>
              <a:spcPct val="100000"/>
            </a:lnSpc>
            <a:spcBef>
              <a:spcPct val="0"/>
            </a:spcBef>
            <a:spcAft>
              <a:spcPct val="35000"/>
            </a:spcAft>
            <a:buNone/>
          </a:pPr>
          <a:r>
            <a:rPr lang="en-US" sz="2100" kern="1200" dirty="0"/>
            <a:t>Reach out to network contacts and solicit help:</a:t>
          </a:r>
        </a:p>
      </dsp:txBody>
      <dsp:txXfrm>
        <a:off x="846425" y="1445"/>
        <a:ext cx="5404684" cy="732836"/>
      </dsp:txXfrm>
    </dsp:sp>
    <dsp:sp modelId="{5BBA0650-6711-41BD-A1CE-397AF34902DF}">
      <dsp:nvSpPr>
        <dsp:cNvPr id="0" name=""/>
        <dsp:cNvSpPr/>
      </dsp:nvSpPr>
      <dsp:spPr>
        <a:xfrm>
          <a:off x="0" y="917491"/>
          <a:ext cx="6251110" cy="7328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8E8BE5-7FD9-436B-9435-0D3C1EC329D0}">
      <dsp:nvSpPr>
        <dsp:cNvPr id="0" name=""/>
        <dsp:cNvSpPr/>
      </dsp:nvSpPr>
      <dsp:spPr>
        <a:xfrm>
          <a:off x="221682" y="1082379"/>
          <a:ext cx="403059" cy="4030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382EAC-2179-42F8-B4C9-040DB2C83982}">
      <dsp:nvSpPr>
        <dsp:cNvPr id="0" name=""/>
        <dsp:cNvSpPr/>
      </dsp:nvSpPr>
      <dsp:spPr>
        <a:xfrm>
          <a:off x="846425" y="917491"/>
          <a:ext cx="5404684" cy="732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559" tIns="77559" rIns="77559" bIns="77559" numCol="1" spcCol="1270" anchor="ctr" anchorCtr="0">
          <a:noAutofit/>
        </a:bodyPr>
        <a:lstStyle/>
        <a:p>
          <a:pPr marL="0" lvl="0" indent="0" algn="l" defTabSz="933450">
            <a:lnSpc>
              <a:spcPct val="100000"/>
            </a:lnSpc>
            <a:spcBef>
              <a:spcPct val="0"/>
            </a:spcBef>
            <a:spcAft>
              <a:spcPct val="35000"/>
            </a:spcAft>
            <a:buNone/>
          </a:pPr>
          <a:r>
            <a:rPr lang="en-US" sz="2100" kern="1200" dirty="0"/>
            <a:t>A thank you note goes a long way</a:t>
          </a:r>
        </a:p>
      </dsp:txBody>
      <dsp:txXfrm>
        <a:off x="846425" y="917491"/>
        <a:ext cx="5404684" cy="732836"/>
      </dsp:txXfrm>
    </dsp:sp>
    <dsp:sp modelId="{38DB65F7-FD49-4B03-9038-839F42A2DBD5}">
      <dsp:nvSpPr>
        <dsp:cNvPr id="0" name=""/>
        <dsp:cNvSpPr/>
      </dsp:nvSpPr>
      <dsp:spPr>
        <a:xfrm>
          <a:off x="0" y="1833536"/>
          <a:ext cx="6251110" cy="7328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2138B3-DDE3-48F4-8406-84129197DC4C}">
      <dsp:nvSpPr>
        <dsp:cNvPr id="0" name=""/>
        <dsp:cNvSpPr/>
      </dsp:nvSpPr>
      <dsp:spPr>
        <a:xfrm>
          <a:off x="221682" y="1998424"/>
          <a:ext cx="403059" cy="4030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2D4D99-89C4-42CB-BD6C-ADE4A8999A4A}">
      <dsp:nvSpPr>
        <dsp:cNvPr id="0" name=""/>
        <dsp:cNvSpPr/>
      </dsp:nvSpPr>
      <dsp:spPr>
        <a:xfrm>
          <a:off x="846425" y="1833536"/>
          <a:ext cx="5404684" cy="732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559" tIns="77559" rIns="77559" bIns="77559" numCol="1" spcCol="1270" anchor="ctr" anchorCtr="0">
          <a:noAutofit/>
        </a:bodyPr>
        <a:lstStyle/>
        <a:p>
          <a:pPr marL="0" lvl="0" indent="0" algn="l" defTabSz="933450">
            <a:lnSpc>
              <a:spcPct val="100000"/>
            </a:lnSpc>
            <a:spcBef>
              <a:spcPct val="0"/>
            </a:spcBef>
            <a:spcAft>
              <a:spcPct val="35000"/>
            </a:spcAft>
            <a:buNone/>
          </a:pPr>
          <a:r>
            <a:rPr lang="en-US" sz="2100" kern="1200" dirty="0"/>
            <a:t>Always ask…</a:t>
          </a:r>
          <a:r>
            <a:rPr lang="ja-JP" sz="2100" kern="1200"/>
            <a:t>“</a:t>
          </a:r>
          <a:r>
            <a:rPr lang="en-US" sz="2100" kern="1200" dirty="0"/>
            <a:t>Is there anyone else you suggest?” </a:t>
          </a:r>
        </a:p>
      </dsp:txBody>
      <dsp:txXfrm>
        <a:off x="846425" y="1833536"/>
        <a:ext cx="5404684" cy="732836"/>
      </dsp:txXfrm>
    </dsp:sp>
    <dsp:sp modelId="{2D609708-F672-4190-A983-D4E601776A49}">
      <dsp:nvSpPr>
        <dsp:cNvPr id="0" name=""/>
        <dsp:cNvSpPr/>
      </dsp:nvSpPr>
      <dsp:spPr>
        <a:xfrm>
          <a:off x="0" y="2749581"/>
          <a:ext cx="6251110" cy="7328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B240E8-68AD-49C0-9EB2-9D315D162E7D}">
      <dsp:nvSpPr>
        <dsp:cNvPr id="0" name=""/>
        <dsp:cNvSpPr/>
      </dsp:nvSpPr>
      <dsp:spPr>
        <a:xfrm>
          <a:off x="221682" y="2914469"/>
          <a:ext cx="403059" cy="40305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DDE693-4630-4E37-ACCC-80687CF9559A}">
      <dsp:nvSpPr>
        <dsp:cNvPr id="0" name=""/>
        <dsp:cNvSpPr/>
      </dsp:nvSpPr>
      <dsp:spPr>
        <a:xfrm>
          <a:off x="846425" y="2749581"/>
          <a:ext cx="5404684" cy="732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559" tIns="77559" rIns="77559" bIns="77559" numCol="1" spcCol="1270" anchor="ctr" anchorCtr="0">
          <a:noAutofit/>
        </a:bodyPr>
        <a:lstStyle/>
        <a:p>
          <a:pPr marL="0" lvl="0" indent="0" algn="l" defTabSz="933450">
            <a:lnSpc>
              <a:spcPct val="100000"/>
            </a:lnSpc>
            <a:spcBef>
              <a:spcPct val="0"/>
            </a:spcBef>
            <a:spcAft>
              <a:spcPct val="35000"/>
            </a:spcAft>
            <a:buNone/>
          </a:pPr>
          <a:r>
            <a:rPr lang="en-US" sz="2100" kern="1200" dirty="0"/>
            <a:t>I contact?</a:t>
          </a:r>
          <a:r>
            <a:rPr lang="ja-JP" sz="2100" kern="1200"/>
            <a:t>”</a:t>
          </a:r>
          <a:endParaRPr lang="en-US" sz="2100" kern="1200" dirty="0"/>
        </a:p>
      </dsp:txBody>
      <dsp:txXfrm>
        <a:off x="846425" y="2749581"/>
        <a:ext cx="5404684" cy="73283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8FEDE9-594E-4B7F-B45C-09AC67C20BD3}">
      <dsp:nvSpPr>
        <dsp:cNvPr id="0" name=""/>
        <dsp:cNvSpPr/>
      </dsp:nvSpPr>
      <dsp:spPr>
        <a:xfrm>
          <a:off x="559800" y="46609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1E5B1D-2F7E-47EB-B68D-9143EF2993CD}">
      <dsp:nvSpPr>
        <dsp:cNvPr id="0" name=""/>
        <dsp:cNvSpPr/>
      </dsp:nvSpPr>
      <dsp:spPr>
        <a:xfrm>
          <a:off x="559800" y="212511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90000"/>
            </a:lnSpc>
            <a:spcBef>
              <a:spcPct val="0"/>
            </a:spcBef>
            <a:spcAft>
              <a:spcPct val="35000"/>
            </a:spcAft>
            <a:buNone/>
            <a:defRPr b="1"/>
          </a:pPr>
          <a:r>
            <a:rPr lang="en-US" sz="2300" b="1" kern="1200" dirty="0"/>
            <a:t>Know the </a:t>
          </a:r>
          <a:r>
            <a:rPr lang="en-US" sz="2300" b="1" u="sng" kern="1200" dirty="0"/>
            <a:t>purpose</a:t>
          </a:r>
          <a:r>
            <a:rPr lang="en-US" sz="2300" b="1" kern="1200" dirty="0"/>
            <a:t> of the interaction:</a:t>
          </a:r>
          <a:endParaRPr lang="en-US" sz="2300" kern="1200" dirty="0"/>
        </a:p>
      </dsp:txBody>
      <dsp:txXfrm>
        <a:off x="559800" y="2125114"/>
        <a:ext cx="4320000" cy="648000"/>
      </dsp:txXfrm>
    </dsp:sp>
    <dsp:sp modelId="{8696B56D-8F0D-4541-A255-FAFA9A65007B}">
      <dsp:nvSpPr>
        <dsp:cNvPr id="0" name=""/>
        <dsp:cNvSpPr/>
      </dsp:nvSpPr>
      <dsp:spPr>
        <a:xfrm>
          <a:off x="559800" y="2841497"/>
          <a:ext cx="4320000" cy="1043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b="1" i="1" kern="1200" dirty="0"/>
            <a:t>General:</a:t>
          </a:r>
          <a:r>
            <a:rPr lang="en-US" sz="1700" kern="1200" dirty="0"/>
            <a:t> to learn about the business &amp; introduce yourself / your agency</a:t>
          </a:r>
        </a:p>
        <a:p>
          <a:pPr marL="0" lvl="0" indent="0" algn="l" defTabSz="755650">
            <a:lnSpc>
              <a:spcPct val="90000"/>
            </a:lnSpc>
            <a:spcBef>
              <a:spcPct val="0"/>
            </a:spcBef>
            <a:spcAft>
              <a:spcPct val="35000"/>
            </a:spcAft>
            <a:buNone/>
          </a:pPr>
          <a:r>
            <a:rPr lang="en-US" sz="1700" b="1" i="1" kern="1200" dirty="0"/>
            <a:t>Specific:</a:t>
          </a:r>
          <a:r>
            <a:rPr lang="en-US" sz="1700" kern="1200" dirty="0"/>
            <a:t> to explore a job for a specific person</a:t>
          </a:r>
        </a:p>
      </dsp:txBody>
      <dsp:txXfrm>
        <a:off x="559800" y="2841497"/>
        <a:ext cx="4320000" cy="1043749"/>
      </dsp:txXfrm>
    </dsp:sp>
    <dsp:sp modelId="{D374DFA0-8D4D-406F-AC2F-364671789FFC}">
      <dsp:nvSpPr>
        <dsp:cNvPr id="0" name=""/>
        <dsp:cNvSpPr/>
      </dsp:nvSpPr>
      <dsp:spPr>
        <a:xfrm>
          <a:off x="5635800" y="46609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614622-66AB-492A-9317-CE0DCF869AE0}">
      <dsp:nvSpPr>
        <dsp:cNvPr id="0" name=""/>
        <dsp:cNvSpPr/>
      </dsp:nvSpPr>
      <dsp:spPr>
        <a:xfrm>
          <a:off x="5635800" y="212511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90000"/>
            </a:lnSpc>
            <a:spcBef>
              <a:spcPct val="0"/>
            </a:spcBef>
            <a:spcAft>
              <a:spcPct val="35000"/>
            </a:spcAft>
            <a:buNone/>
            <a:defRPr b="1"/>
          </a:pPr>
          <a:r>
            <a:rPr lang="en-US" sz="2300" b="1" kern="1200" dirty="0"/>
            <a:t>Plan interactions based on that </a:t>
          </a:r>
          <a:r>
            <a:rPr lang="en-US" sz="2300" b="1" u="sng" kern="1200" dirty="0"/>
            <a:t>purpose</a:t>
          </a:r>
          <a:endParaRPr lang="en-US" sz="2300" kern="1200" dirty="0"/>
        </a:p>
      </dsp:txBody>
      <dsp:txXfrm>
        <a:off x="5635800" y="2125114"/>
        <a:ext cx="4320000" cy="648000"/>
      </dsp:txXfrm>
    </dsp:sp>
    <dsp:sp modelId="{2B80C422-94D3-4AE8-A1CF-DC7BF988AFDC}">
      <dsp:nvSpPr>
        <dsp:cNvPr id="0" name=""/>
        <dsp:cNvSpPr/>
      </dsp:nvSpPr>
      <dsp:spPr>
        <a:xfrm>
          <a:off x="5635800" y="2841497"/>
          <a:ext cx="4320000" cy="1043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b="1" i="1" kern="1200" dirty="0"/>
            <a:t>General: </a:t>
          </a:r>
          <a:r>
            <a:rPr lang="en-US" sz="1700" kern="1200" dirty="0"/>
            <a:t>Ask questions about business, provide info about what you do / your agency does </a:t>
          </a:r>
        </a:p>
        <a:p>
          <a:pPr marL="0" lvl="0" indent="0" algn="l" defTabSz="755650">
            <a:lnSpc>
              <a:spcPct val="90000"/>
            </a:lnSpc>
            <a:spcBef>
              <a:spcPct val="0"/>
            </a:spcBef>
            <a:spcAft>
              <a:spcPct val="35000"/>
            </a:spcAft>
            <a:buNone/>
          </a:pPr>
          <a:r>
            <a:rPr lang="en-US" sz="1700" b="1" i="1" kern="1200" dirty="0"/>
            <a:t>Specific:</a:t>
          </a:r>
          <a:r>
            <a:rPr lang="en-US" sz="1700" kern="1200" dirty="0"/>
            <a:t> Ask questions about business needs, provide information about specific job seeker</a:t>
          </a:r>
        </a:p>
      </dsp:txBody>
      <dsp:txXfrm>
        <a:off x="5635800" y="2841497"/>
        <a:ext cx="4320000" cy="104374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E89C97-DE4B-F141-868E-6BA65E3E4727}">
      <dsp:nvSpPr>
        <dsp:cNvPr id="0" name=""/>
        <dsp:cNvSpPr/>
      </dsp:nvSpPr>
      <dsp:spPr>
        <a:xfrm>
          <a:off x="545672" y="1800"/>
          <a:ext cx="2766269" cy="165976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Replace concerns with knowledge</a:t>
          </a:r>
        </a:p>
      </dsp:txBody>
      <dsp:txXfrm>
        <a:off x="545672" y="1800"/>
        <a:ext cx="2766269" cy="1659761"/>
      </dsp:txXfrm>
    </dsp:sp>
    <dsp:sp modelId="{434544E4-14F7-704D-8D51-9F5E63DC764A}">
      <dsp:nvSpPr>
        <dsp:cNvPr id="0" name=""/>
        <dsp:cNvSpPr/>
      </dsp:nvSpPr>
      <dsp:spPr>
        <a:xfrm>
          <a:off x="3588569" y="1800"/>
          <a:ext cx="2766269" cy="1659761"/>
        </a:xfrm>
        <a:prstGeom prst="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Explain process of employing people as comparable to people without disabilities </a:t>
          </a:r>
        </a:p>
      </dsp:txBody>
      <dsp:txXfrm>
        <a:off x="3588569" y="1800"/>
        <a:ext cx="2766269" cy="1659761"/>
      </dsp:txXfrm>
    </dsp:sp>
    <dsp:sp modelId="{47910377-8A6C-A64A-912C-E10DAB7BAE2A}">
      <dsp:nvSpPr>
        <dsp:cNvPr id="0" name=""/>
        <dsp:cNvSpPr/>
      </dsp:nvSpPr>
      <dsp:spPr>
        <a:xfrm>
          <a:off x="545672" y="1938189"/>
          <a:ext cx="2766269" cy="1659761"/>
        </a:xfrm>
        <a:prstGeom prst="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Share information on diversity &amp; disability </a:t>
          </a:r>
        </a:p>
      </dsp:txBody>
      <dsp:txXfrm>
        <a:off x="545672" y="1938189"/>
        <a:ext cx="2766269" cy="1659761"/>
      </dsp:txXfrm>
    </dsp:sp>
    <dsp:sp modelId="{A7A03A40-8393-C641-BEB1-F0CC0A5C9CD1}">
      <dsp:nvSpPr>
        <dsp:cNvPr id="0" name=""/>
        <dsp:cNvSpPr/>
      </dsp:nvSpPr>
      <dsp:spPr>
        <a:xfrm>
          <a:off x="3588569" y="1938189"/>
          <a:ext cx="2766269" cy="1659761"/>
        </a:xfrm>
        <a:prstGeom prst="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Demonstrating your knowledge helps build confidence</a:t>
          </a:r>
        </a:p>
      </dsp:txBody>
      <dsp:txXfrm>
        <a:off x="3588569" y="1938189"/>
        <a:ext cx="2766269" cy="1659761"/>
      </dsp:txXfrm>
    </dsp:sp>
    <dsp:sp modelId="{90A455F2-3403-734F-98B7-CA9B3E6C068A}">
      <dsp:nvSpPr>
        <dsp:cNvPr id="0" name=""/>
        <dsp:cNvSpPr/>
      </dsp:nvSpPr>
      <dsp:spPr>
        <a:xfrm>
          <a:off x="545672" y="3874578"/>
          <a:ext cx="2766269" cy="1659761"/>
        </a:xfrm>
        <a:prstGeom prst="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Use person first language</a:t>
          </a:r>
        </a:p>
      </dsp:txBody>
      <dsp:txXfrm>
        <a:off x="545672" y="3874578"/>
        <a:ext cx="2766269" cy="1659761"/>
      </dsp:txXfrm>
    </dsp:sp>
    <dsp:sp modelId="{3222A3FB-68B5-2344-BF3D-BBC1FC315756}">
      <dsp:nvSpPr>
        <dsp:cNvPr id="0" name=""/>
        <dsp:cNvSpPr/>
      </dsp:nvSpPr>
      <dsp:spPr>
        <a:xfrm>
          <a:off x="3588569" y="3874578"/>
          <a:ext cx="2766269" cy="1659761"/>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Explain how supports work if needed</a:t>
          </a:r>
        </a:p>
      </dsp:txBody>
      <dsp:txXfrm>
        <a:off x="3588569" y="3874578"/>
        <a:ext cx="2766269" cy="165976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17D96C-F6BA-0F49-8E89-453487555CE8}">
      <dsp:nvSpPr>
        <dsp:cNvPr id="0" name=""/>
        <dsp:cNvSpPr/>
      </dsp:nvSpPr>
      <dsp:spPr>
        <a:xfrm>
          <a:off x="0" y="0"/>
          <a:ext cx="629171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8FBFE9-68A5-8648-B038-12B99CF842DD}">
      <dsp:nvSpPr>
        <dsp:cNvPr id="0" name=""/>
        <dsp:cNvSpPr/>
      </dsp:nvSpPr>
      <dsp:spPr>
        <a:xfrm>
          <a:off x="0" y="0"/>
          <a:ext cx="6291714" cy="2765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t>If you are prepared with responses, you won’t get caught off guard or become defensive.</a:t>
          </a:r>
        </a:p>
      </dsp:txBody>
      <dsp:txXfrm>
        <a:off x="0" y="0"/>
        <a:ext cx="6291714" cy="2765367"/>
      </dsp:txXfrm>
    </dsp:sp>
    <dsp:sp modelId="{74BC27C7-29BC-C149-A384-D4D1AE4785E6}">
      <dsp:nvSpPr>
        <dsp:cNvPr id="0" name=""/>
        <dsp:cNvSpPr/>
      </dsp:nvSpPr>
      <dsp:spPr>
        <a:xfrm>
          <a:off x="0" y="2765367"/>
          <a:ext cx="6291714"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945520-A609-1D4F-952A-C0CF3E676E93}">
      <dsp:nvSpPr>
        <dsp:cNvPr id="0" name=""/>
        <dsp:cNvSpPr/>
      </dsp:nvSpPr>
      <dsp:spPr>
        <a:xfrm>
          <a:off x="0" y="2765367"/>
          <a:ext cx="6291714" cy="2765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dirty="0"/>
            <a:t>Dispel myths  and handle objections (no greater safety or liability risks, no increase to health insurance, etc.)</a:t>
          </a:r>
        </a:p>
      </dsp:txBody>
      <dsp:txXfrm>
        <a:off x="0" y="2765367"/>
        <a:ext cx="6291714" cy="276536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6F816C-CCD9-3F43-9B72-9C220A01D98B}" type="datetimeFigureOut">
              <a:rPr lang="en-US" smtClean="0"/>
              <a:t>4/18/2024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67406-0B6E-594E-AE1E-733C5BA4AC24}" type="slidenum">
              <a:rPr lang="en-US" smtClean="0"/>
              <a:t>‹#›</a:t>
            </a:fld>
            <a:endParaRPr lang="en-US" dirty="0"/>
          </a:p>
        </p:txBody>
      </p:sp>
    </p:spTree>
    <p:extLst>
      <p:ext uri="{BB962C8B-B14F-4D97-AF65-F5344CB8AC3E}">
        <p14:creationId xmlns:p14="http://schemas.microsoft.com/office/powerpoint/2010/main" val="132632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Employer engagement is another in-depth, time intensive process.  It is like discovery in many ways.</a:t>
            </a:r>
          </a:p>
        </p:txBody>
      </p:sp>
      <p:sp>
        <p:nvSpPr>
          <p:cNvPr id="4" name="Slide Number Placeholder 3"/>
          <p:cNvSpPr>
            <a:spLocks noGrp="1"/>
          </p:cNvSpPr>
          <p:nvPr>
            <p:ph type="sldNum" sz="quarter" idx="5"/>
          </p:nvPr>
        </p:nvSpPr>
        <p:spPr/>
        <p:txBody>
          <a:bodyPr/>
          <a:lstStyle/>
          <a:p>
            <a:fld id="{8D167406-0B6E-594E-AE1E-733C5BA4AC24}" type="slidenum">
              <a:rPr lang="en-US" smtClean="0"/>
              <a:t>1</a:t>
            </a:fld>
            <a:endParaRPr lang="en-US" dirty="0"/>
          </a:p>
        </p:txBody>
      </p:sp>
    </p:spTree>
    <p:extLst>
      <p:ext uri="{BB962C8B-B14F-4D97-AF65-F5344CB8AC3E}">
        <p14:creationId xmlns:p14="http://schemas.microsoft.com/office/powerpoint/2010/main" val="1622583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about parental concerns early is critical.  They may have concerns about safety, acceptance on the job, benefits, transportation.  Perhaps they didn’t believe that the person can work.  Some parents have a particular job or tasks in mind.  They will need to trust you and your judgement.  Consider how you can build a relationship with them.  Later on in the process, a personal or professional network can be helpful in supporting the job seeker or making connections with employers.</a:t>
            </a:r>
          </a:p>
        </p:txBody>
      </p:sp>
      <p:sp>
        <p:nvSpPr>
          <p:cNvPr id="4" name="Slide Number Placeholder 3"/>
          <p:cNvSpPr>
            <a:spLocks noGrp="1"/>
          </p:cNvSpPr>
          <p:nvPr>
            <p:ph type="sldNum" sz="quarter" idx="5"/>
          </p:nvPr>
        </p:nvSpPr>
        <p:spPr/>
        <p:txBody>
          <a:bodyPr/>
          <a:lstStyle/>
          <a:p>
            <a:fld id="{8D167406-0B6E-594E-AE1E-733C5BA4AC24}" type="slidenum">
              <a:rPr lang="en-US" smtClean="0"/>
              <a:t>2</a:t>
            </a:fld>
            <a:endParaRPr lang="en-US" dirty="0"/>
          </a:p>
        </p:txBody>
      </p:sp>
    </p:spTree>
    <p:extLst>
      <p:ext uri="{BB962C8B-B14F-4D97-AF65-F5344CB8AC3E}">
        <p14:creationId xmlns:p14="http://schemas.microsoft.com/office/powerpoint/2010/main" val="2651194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resources that will help you begin to gather information and data.  Notice that this is not job development for a particular person but learning about business and industry.</a:t>
            </a:r>
          </a:p>
        </p:txBody>
      </p:sp>
      <p:sp>
        <p:nvSpPr>
          <p:cNvPr id="4" name="Slide Number Placeholder 3"/>
          <p:cNvSpPr>
            <a:spLocks noGrp="1"/>
          </p:cNvSpPr>
          <p:nvPr>
            <p:ph type="sldNum" sz="quarter" idx="5"/>
          </p:nvPr>
        </p:nvSpPr>
        <p:spPr/>
        <p:txBody>
          <a:bodyPr/>
          <a:lstStyle/>
          <a:p>
            <a:fld id="{8D167406-0B6E-594E-AE1E-733C5BA4AC24}" type="slidenum">
              <a:rPr lang="en-US" smtClean="0"/>
              <a:t>3</a:t>
            </a:fld>
            <a:endParaRPr lang="en-US" dirty="0"/>
          </a:p>
        </p:txBody>
      </p:sp>
    </p:spTree>
    <p:extLst>
      <p:ext uri="{BB962C8B-B14F-4D97-AF65-F5344CB8AC3E}">
        <p14:creationId xmlns:p14="http://schemas.microsoft.com/office/powerpoint/2010/main" val="3542347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labor market information in the previous slide, you will be able to narrow down where you will begin.  These questions assist you in the discovery aspect of business engagement.</a:t>
            </a:r>
          </a:p>
        </p:txBody>
      </p:sp>
      <p:sp>
        <p:nvSpPr>
          <p:cNvPr id="4" name="Slide Number Placeholder 3"/>
          <p:cNvSpPr>
            <a:spLocks noGrp="1"/>
          </p:cNvSpPr>
          <p:nvPr>
            <p:ph type="sldNum" sz="quarter" idx="5"/>
          </p:nvPr>
        </p:nvSpPr>
        <p:spPr/>
        <p:txBody>
          <a:bodyPr/>
          <a:lstStyle/>
          <a:p>
            <a:fld id="{8D167406-0B6E-594E-AE1E-733C5BA4AC24}" type="slidenum">
              <a:rPr lang="en-US" smtClean="0"/>
              <a:t>4</a:t>
            </a:fld>
            <a:endParaRPr lang="en-US" dirty="0"/>
          </a:p>
        </p:txBody>
      </p:sp>
    </p:spTree>
    <p:extLst>
      <p:ext uri="{BB962C8B-B14F-4D97-AF65-F5344CB8AC3E}">
        <p14:creationId xmlns:p14="http://schemas.microsoft.com/office/powerpoint/2010/main" val="3760165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you you take the leap between learning through web sites to actually securing an appointment for an informational interview, situational assessment or job shadowing.  Use the personal and professional network that you have, your organization, and that of the job seeker and their family and supporters.</a:t>
            </a:r>
          </a:p>
        </p:txBody>
      </p:sp>
      <p:sp>
        <p:nvSpPr>
          <p:cNvPr id="4" name="Slide Number Placeholder 3"/>
          <p:cNvSpPr>
            <a:spLocks noGrp="1"/>
          </p:cNvSpPr>
          <p:nvPr>
            <p:ph type="sldNum" sz="quarter" idx="5"/>
          </p:nvPr>
        </p:nvSpPr>
        <p:spPr/>
        <p:txBody>
          <a:bodyPr/>
          <a:lstStyle/>
          <a:p>
            <a:fld id="{8D167406-0B6E-594E-AE1E-733C5BA4AC24}" type="slidenum">
              <a:rPr lang="en-US" smtClean="0"/>
              <a:t>5</a:t>
            </a:fld>
            <a:endParaRPr lang="en-US" dirty="0"/>
          </a:p>
        </p:txBody>
      </p:sp>
    </p:spTree>
    <p:extLst>
      <p:ext uri="{BB962C8B-B14F-4D97-AF65-F5344CB8AC3E}">
        <p14:creationId xmlns:p14="http://schemas.microsoft.com/office/powerpoint/2010/main" val="4003082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drill down into a person’s life, our own and our fellow staff members, you will be able to gather many names, cover a variety of occupations and also be able to save time for your employer engagement work.  Developing a network is a frequently missed step in the job development/employer engagement process.  </a:t>
            </a:r>
          </a:p>
        </p:txBody>
      </p:sp>
      <p:sp>
        <p:nvSpPr>
          <p:cNvPr id="4" name="Slide Number Placeholder 3"/>
          <p:cNvSpPr>
            <a:spLocks noGrp="1"/>
          </p:cNvSpPr>
          <p:nvPr>
            <p:ph type="sldNum" sz="quarter" idx="5"/>
          </p:nvPr>
        </p:nvSpPr>
        <p:spPr/>
        <p:txBody>
          <a:bodyPr/>
          <a:lstStyle/>
          <a:p>
            <a:fld id="{8D167406-0B6E-594E-AE1E-733C5BA4AC24}" type="slidenum">
              <a:rPr lang="en-US" smtClean="0"/>
              <a:t>7</a:t>
            </a:fld>
            <a:endParaRPr lang="en-US" dirty="0"/>
          </a:p>
        </p:txBody>
      </p:sp>
    </p:spTree>
    <p:extLst>
      <p:ext uri="{BB962C8B-B14F-4D97-AF65-F5344CB8AC3E}">
        <p14:creationId xmlns:p14="http://schemas.microsoft.com/office/powerpoint/2010/main" val="2034430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wide and then narrow.  You want to know as much as possible about the business.  Think about the work culture.  Do people thrive in their jobs?  Is there room for advancement.  What does the environment feel like.  How accessible is the business.  </a:t>
            </a:r>
          </a:p>
        </p:txBody>
      </p:sp>
      <p:sp>
        <p:nvSpPr>
          <p:cNvPr id="4" name="Slide Number Placeholder 3"/>
          <p:cNvSpPr>
            <a:spLocks noGrp="1"/>
          </p:cNvSpPr>
          <p:nvPr>
            <p:ph type="sldNum" sz="quarter" idx="5"/>
          </p:nvPr>
        </p:nvSpPr>
        <p:spPr/>
        <p:txBody>
          <a:bodyPr/>
          <a:lstStyle/>
          <a:p>
            <a:fld id="{8D167406-0B6E-594E-AE1E-733C5BA4AC24}" type="slidenum">
              <a:rPr lang="en-US" smtClean="0"/>
              <a:t>8</a:t>
            </a:fld>
            <a:endParaRPr lang="en-US" dirty="0"/>
          </a:p>
        </p:txBody>
      </p:sp>
    </p:spTree>
    <p:extLst>
      <p:ext uri="{BB962C8B-B14F-4D97-AF65-F5344CB8AC3E}">
        <p14:creationId xmlns:p14="http://schemas.microsoft.com/office/powerpoint/2010/main" val="1248101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8D7DC7C-105F-44EE-9257-79384F3DF3E2}" type="slidenum">
              <a:rPr lang="en-US" altLang="en-US" sz="1200"/>
              <a:pPr/>
              <a:t>9</a:t>
            </a:fld>
            <a:endParaRPr lang="en-US" altLang="en-US" sz="1200" dirty="0"/>
          </a:p>
        </p:txBody>
      </p:sp>
      <p:sp>
        <p:nvSpPr>
          <p:cNvPr id="70659" name="Rectangle 2"/>
          <p:cNvSpPr>
            <a:spLocks noGrp="1" noRot="1" noChangeAspect="1" noChangeArrowheads="1" noTextEdit="1"/>
          </p:cNvSpPr>
          <p:nvPr>
            <p:ph type="sldImg"/>
          </p:nvPr>
        </p:nvSpPr>
        <p:spPr>
          <a:xfrm>
            <a:off x="-1968500" y="-635000"/>
            <a:ext cx="10795000" cy="6072188"/>
          </a:xfrm>
          <a:solidFill>
            <a:srgbClr val="FFFFFF"/>
          </a:solidFill>
          <a:ln/>
        </p:spPr>
      </p:sp>
      <p:sp>
        <p:nvSpPr>
          <p:cNvPr id="70660" name="Rectangle 3"/>
          <p:cNvSpPr>
            <a:spLocks noGrp="1" noChangeArrowheads="1"/>
          </p:cNvSpPr>
          <p:nvPr>
            <p:ph type="body" idx="1"/>
          </p:nvPr>
        </p:nvSpPr>
        <p:spPr>
          <a:solidFill>
            <a:srgbClr val="FFFFFF"/>
          </a:solidFill>
          <a:ln>
            <a:solidFill>
              <a:srgbClr val="000000"/>
            </a:solidFill>
          </a:ln>
        </p:spPr>
        <p:txBody>
          <a:bodyPr/>
          <a:lstStyle/>
          <a:p>
            <a:pPr lvl="0">
              <a:lnSpc>
                <a:spcPct val="100000"/>
              </a:lnSpc>
            </a:pPr>
            <a:r>
              <a:rPr lang="en-US" sz="1200" dirty="0"/>
              <a:t>Introduce you to people who work in a given field, Introduce you to people who work for a specified company.  You may be surprised that most jobs are filled before they are advertised!</a:t>
            </a:r>
          </a:p>
          <a:p>
            <a:pPr eaLnBrk="1" hangingPunct="1"/>
            <a:endParaRPr lang="en-US" altLang="en-US" dirty="0">
              <a:latin typeface="Arial" pitchFamily="34" charset="0"/>
              <a:ea typeface="ＭＳ Ｐゴシック" pitchFamily="34" charset="-128"/>
              <a:cs typeface="Geneva" pitchFamily="1" charset="-128"/>
            </a:endParaRPr>
          </a:p>
        </p:txBody>
      </p:sp>
    </p:spTree>
    <p:extLst>
      <p:ext uri="{BB962C8B-B14F-4D97-AF65-F5344CB8AC3E}">
        <p14:creationId xmlns:p14="http://schemas.microsoft.com/office/powerpoint/2010/main" val="302560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script to keep handy when you are making their first contacts.  Although everyone is busy, you will find that people like to show off their company</a:t>
            </a:r>
          </a:p>
        </p:txBody>
      </p:sp>
      <p:sp>
        <p:nvSpPr>
          <p:cNvPr id="4" name="Slide Number Placeholder 3"/>
          <p:cNvSpPr>
            <a:spLocks noGrp="1"/>
          </p:cNvSpPr>
          <p:nvPr>
            <p:ph type="sldNum" sz="quarter" idx="5"/>
          </p:nvPr>
        </p:nvSpPr>
        <p:spPr/>
        <p:txBody>
          <a:bodyPr/>
          <a:lstStyle/>
          <a:p>
            <a:fld id="{8D167406-0B6E-594E-AE1E-733C5BA4AC24}" type="slidenum">
              <a:rPr lang="en-US" smtClean="0"/>
              <a:t>10</a:t>
            </a:fld>
            <a:endParaRPr lang="en-US" dirty="0"/>
          </a:p>
        </p:txBody>
      </p:sp>
    </p:spTree>
    <p:extLst>
      <p:ext uri="{BB962C8B-B14F-4D97-AF65-F5344CB8AC3E}">
        <p14:creationId xmlns:p14="http://schemas.microsoft.com/office/powerpoint/2010/main" val="1784103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a few talking points for your different meetings</a:t>
            </a:r>
          </a:p>
        </p:txBody>
      </p:sp>
      <p:sp>
        <p:nvSpPr>
          <p:cNvPr id="4" name="Slide Number Placeholder 3"/>
          <p:cNvSpPr>
            <a:spLocks noGrp="1"/>
          </p:cNvSpPr>
          <p:nvPr>
            <p:ph type="sldNum" sz="quarter" idx="5"/>
          </p:nvPr>
        </p:nvSpPr>
        <p:spPr/>
        <p:txBody>
          <a:bodyPr/>
          <a:lstStyle/>
          <a:p>
            <a:fld id="{8D167406-0B6E-594E-AE1E-733C5BA4AC24}" type="slidenum">
              <a:rPr lang="en-US" smtClean="0"/>
              <a:t>12</a:t>
            </a:fld>
            <a:endParaRPr lang="en-US" dirty="0"/>
          </a:p>
        </p:txBody>
      </p:sp>
    </p:spTree>
    <p:extLst>
      <p:ext uri="{BB962C8B-B14F-4D97-AF65-F5344CB8AC3E}">
        <p14:creationId xmlns:p14="http://schemas.microsoft.com/office/powerpoint/2010/main" val="2348101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Osaka" pitchFamily="8" charset="-128"/>
              </a:defRPr>
            </a:lvl1pPr>
            <a:lvl2pPr marL="742950" indent="-285750">
              <a:defRPr sz="2400">
                <a:solidFill>
                  <a:schemeClr val="tx1"/>
                </a:solidFill>
                <a:latin typeface="Arial" pitchFamily="34" charset="0"/>
                <a:ea typeface="Osaka" pitchFamily="8" charset="-128"/>
              </a:defRPr>
            </a:lvl2pPr>
            <a:lvl3pPr marL="1143000" indent="-228600">
              <a:defRPr sz="2400">
                <a:solidFill>
                  <a:schemeClr val="tx1"/>
                </a:solidFill>
                <a:latin typeface="Arial" pitchFamily="34" charset="0"/>
                <a:ea typeface="Osaka" pitchFamily="8" charset="-128"/>
              </a:defRPr>
            </a:lvl3pPr>
            <a:lvl4pPr marL="1600200" indent="-228600">
              <a:defRPr sz="2400">
                <a:solidFill>
                  <a:schemeClr val="tx1"/>
                </a:solidFill>
                <a:latin typeface="Arial" pitchFamily="34" charset="0"/>
                <a:ea typeface="Osaka" pitchFamily="8" charset="-128"/>
              </a:defRPr>
            </a:lvl4pPr>
            <a:lvl5pPr marL="2057400" indent="-228600">
              <a:defRPr sz="2400">
                <a:solidFill>
                  <a:schemeClr val="tx1"/>
                </a:solidFill>
                <a:latin typeface="Arial" pitchFamily="34" charset="0"/>
                <a:ea typeface="Osaka" pitchFamily="8" charset="-128"/>
              </a:defRPr>
            </a:lvl5pPr>
            <a:lvl6pPr marL="2514600" indent="-228600" eaLnBrk="0" fontAlgn="base" hangingPunct="0">
              <a:spcBef>
                <a:spcPct val="0"/>
              </a:spcBef>
              <a:spcAft>
                <a:spcPct val="0"/>
              </a:spcAft>
              <a:defRPr sz="2400">
                <a:solidFill>
                  <a:schemeClr val="tx1"/>
                </a:solidFill>
                <a:latin typeface="Arial" pitchFamily="34" charset="0"/>
                <a:ea typeface="Osaka" pitchFamily="8" charset="-128"/>
              </a:defRPr>
            </a:lvl6pPr>
            <a:lvl7pPr marL="2971800" indent="-228600" eaLnBrk="0" fontAlgn="base" hangingPunct="0">
              <a:spcBef>
                <a:spcPct val="0"/>
              </a:spcBef>
              <a:spcAft>
                <a:spcPct val="0"/>
              </a:spcAft>
              <a:defRPr sz="2400">
                <a:solidFill>
                  <a:schemeClr val="tx1"/>
                </a:solidFill>
                <a:latin typeface="Arial" pitchFamily="34" charset="0"/>
                <a:ea typeface="Osaka" pitchFamily="8" charset="-128"/>
              </a:defRPr>
            </a:lvl7pPr>
            <a:lvl8pPr marL="3429000" indent="-228600" eaLnBrk="0" fontAlgn="base" hangingPunct="0">
              <a:spcBef>
                <a:spcPct val="0"/>
              </a:spcBef>
              <a:spcAft>
                <a:spcPct val="0"/>
              </a:spcAft>
              <a:defRPr sz="2400">
                <a:solidFill>
                  <a:schemeClr val="tx1"/>
                </a:solidFill>
                <a:latin typeface="Arial" pitchFamily="34" charset="0"/>
                <a:ea typeface="Osaka" pitchFamily="8" charset="-128"/>
              </a:defRPr>
            </a:lvl8pPr>
            <a:lvl9pPr marL="3886200" indent="-228600" eaLnBrk="0" fontAlgn="base" hangingPunct="0">
              <a:spcBef>
                <a:spcPct val="0"/>
              </a:spcBef>
              <a:spcAft>
                <a:spcPct val="0"/>
              </a:spcAft>
              <a:defRPr sz="2400">
                <a:solidFill>
                  <a:schemeClr val="tx1"/>
                </a:solidFill>
                <a:latin typeface="Arial" pitchFamily="34" charset="0"/>
                <a:ea typeface="Osaka" pitchFamily="8" charset="-128"/>
              </a:defRPr>
            </a:lvl9pPr>
          </a:lstStyle>
          <a:p>
            <a:fld id="{19D4B86F-CBEC-48DD-AB1F-B6739376E339}" type="slidenum">
              <a:rPr lang="en-US" altLang="en-US" sz="1200"/>
              <a:pPr/>
              <a:t>13</a:t>
            </a:fld>
            <a:endParaRPr lang="en-US" altLang="en-US" sz="1200" dirty="0"/>
          </a:p>
        </p:txBody>
      </p:sp>
      <p:sp>
        <p:nvSpPr>
          <p:cNvPr id="73731" name="Rectangle 2"/>
          <p:cNvSpPr>
            <a:spLocks noGrp="1" noRot="1" noChangeAspect="1" noChangeArrowheads="1" noTextEdit="1"/>
          </p:cNvSpPr>
          <p:nvPr>
            <p:ph type="sldImg"/>
          </p:nvPr>
        </p:nvSpPr>
        <p:spPr>
          <a:xfrm>
            <a:off x="-1968500" y="-635000"/>
            <a:ext cx="10795000" cy="6072188"/>
          </a:xfrm>
          <a:solidFill>
            <a:srgbClr val="FFFFFF"/>
          </a:solidFill>
          <a:ln/>
        </p:spPr>
      </p:sp>
      <p:sp>
        <p:nvSpPr>
          <p:cNvPr id="7373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latin typeface="Arial" pitchFamily="34" charset="0"/>
                <a:ea typeface="ＭＳ Ｐゴシック" pitchFamily="34" charset="-128"/>
              </a:rPr>
              <a:t>A businessperson may be curious about your role.  Your job is with an employment staffing business, and you are doing research to learn about businesses, what they do, for whom, and the skills they seek when hiring.</a:t>
            </a:r>
          </a:p>
        </p:txBody>
      </p:sp>
    </p:spTree>
    <p:extLst>
      <p:ext uri="{BB962C8B-B14F-4D97-AF65-F5344CB8AC3E}">
        <p14:creationId xmlns:p14="http://schemas.microsoft.com/office/powerpoint/2010/main" val="1946410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Osaka" pitchFamily="8" charset="-128"/>
              </a:defRPr>
            </a:lvl1pPr>
            <a:lvl2pPr marL="742950" indent="-285750">
              <a:defRPr sz="2400">
                <a:solidFill>
                  <a:schemeClr val="tx1"/>
                </a:solidFill>
                <a:latin typeface="Arial" pitchFamily="34" charset="0"/>
                <a:ea typeface="Osaka" pitchFamily="8" charset="-128"/>
              </a:defRPr>
            </a:lvl2pPr>
            <a:lvl3pPr marL="1143000" indent="-228600">
              <a:defRPr sz="2400">
                <a:solidFill>
                  <a:schemeClr val="tx1"/>
                </a:solidFill>
                <a:latin typeface="Arial" pitchFamily="34" charset="0"/>
                <a:ea typeface="Osaka" pitchFamily="8" charset="-128"/>
              </a:defRPr>
            </a:lvl3pPr>
            <a:lvl4pPr marL="1600200" indent="-228600">
              <a:defRPr sz="2400">
                <a:solidFill>
                  <a:schemeClr val="tx1"/>
                </a:solidFill>
                <a:latin typeface="Arial" pitchFamily="34" charset="0"/>
                <a:ea typeface="Osaka" pitchFamily="8" charset="-128"/>
              </a:defRPr>
            </a:lvl4pPr>
            <a:lvl5pPr marL="2057400" indent="-228600">
              <a:defRPr sz="2400">
                <a:solidFill>
                  <a:schemeClr val="tx1"/>
                </a:solidFill>
                <a:latin typeface="Arial" pitchFamily="34" charset="0"/>
                <a:ea typeface="Osaka" pitchFamily="8" charset="-128"/>
              </a:defRPr>
            </a:lvl5pPr>
            <a:lvl6pPr marL="2514600" indent="-228600" eaLnBrk="0" fontAlgn="base" hangingPunct="0">
              <a:spcBef>
                <a:spcPct val="0"/>
              </a:spcBef>
              <a:spcAft>
                <a:spcPct val="0"/>
              </a:spcAft>
              <a:defRPr sz="2400">
                <a:solidFill>
                  <a:schemeClr val="tx1"/>
                </a:solidFill>
                <a:latin typeface="Arial" pitchFamily="34" charset="0"/>
                <a:ea typeface="Osaka" pitchFamily="8" charset="-128"/>
              </a:defRPr>
            </a:lvl6pPr>
            <a:lvl7pPr marL="2971800" indent="-228600" eaLnBrk="0" fontAlgn="base" hangingPunct="0">
              <a:spcBef>
                <a:spcPct val="0"/>
              </a:spcBef>
              <a:spcAft>
                <a:spcPct val="0"/>
              </a:spcAft>
              <a:defRPr sz="2400">
                <a:solidFill>
                  <a:schemeClr val="tx1"/>
                </a:solidFill>
                <a:latin typeface="Arial" pitchFamily="34" charset="0"/>
                <a:ea typeface="Osaka" pitchFamily="8" charset="-128"/>
              </a:defRPr>
            </a:lvl7pPr>
            <a:lvl8pPr marL="3429000" indent="-228600" eaLnBrk="0" fontAlgn="base" hangingPunct="0">
              <a:spcBef>
                <a:spcPct val="0"/>
              </a:spcBef>
              <a:spcAft>
                <a:spcPct val="0"/>
              </a:spcAft>
              <a:defRPr sz="2400">
                <a:solidFill>
                  <a:schemeClr val="tx1"/>
                </a:solidFill>
                <a:latin typeface="Arial" pitchFamily="34" charset="0"/>
                <a:ea typeface="Osaka" pitchFamily="8" charset="-128"/>
              </a:defRPr>
            </a:lvl8pPr>
            <a:lvl9pPr marL="3886200" indent="-228600" eaLnBrk="0" fontAlgn="base" hangingPunct="0">
              <a:spcBef>
                <a:spcPct val="0"/>
              </a:spcBef>
              <a:spcAft>
                <a:spcPct val="0"/>
              </a:spcAft>
              <a:defRPr sz="2400">
                <a:solidFill>
                  <a:schemeClr val="tx1"/>
                </a:solidFill>
                <a:latin typeface="Arial" pitchFamily="34" charset="0"/>
                <a:ea typeface="Osaka" pitchFamily="8" charset="-128"/>
              </a:defRPr>
            </a:lvl9pPr>
          </a:lstStyle>
          <a:p>
            <a:fld id="{1E4783DC-46AF-454B-8587-7D8F321602D7}" type="slidenum">
              <a:rPr lang="en-US" altLang="en-US" sz="1200"/>
              <a:pPr/>
              <a:t>14</a:t>
            </a:fld>
            <a:endParaRPr lang="en-US" altLang="en-US" sz="1200" dirty="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lnSpc>
                <a:spcPct val="80000"/>
              </a:lnSpc>
            </a:pPr>
            <a:r>
              <a:rPr lang="en-US" altLang="en-US" dirty="0">
                <a:latin typeface="Arial" pitchFamily="34" charset="0"/>
                <a:ea typeface="ＭＳ Ｐゴシック" pitchFamily="34" charset="-128"/>
              </a:rPr>
              <a:t>You want to develop a long term mutually beneficial relationship.  </a:t>
            </a:r>
          </a:p>
          <a:p>
            <a:pPr eaLnBrk="1" hangingPunct="1">
              <a:lnSpc>
                <a:spcPct val="80000"/>
              </a:lnSpc>
            </a:pPr>
            <a:endParaRPr lang="en-US" altLang="en-US" dirty="0">
              <a:latin typeface="Arial" pitchFamily="34" charset="0"/>
              <a:ea typeface="ＭＳ Ｐゴシック" pitchFamily="34" charset="-128"/>
            </a:endParaRPr>
          </a:p>
          <a:p>
            <a:pPr eaLnBrk="1" hangingPunct="1">
              <a:lnSpc>
                <a:spcPct val="80000"/>
              </a:lnSpc>
            </a:pPr>
            <a:r>
              <a:rPr lang="en-US" altLang="en-US" dirty="0">
                <a:latin typeface="Arial" pitchFamily="34" charset="0"/>
                <a:ea typeface="ＭＳ Ｐゴシック" pitchFamily="34" charset="-128"/>
              </a:rPr>
              <a:t>Show the employer that your applicant is a motivated employee who is interested in what their company is doing and is dying to work for them.</a:t>
            </a:r>
          </a:p>
          <a:p>
            <a:pPr eaLnBrk="1" hangingPunct="1">
              <a:lnSpc>
                <a:spcPct val="80000"/>
              </a:lnSpc>
            </a:pPr>
            <a:endParaRPr lang="en-US" altLang="en-US" dirty="0">
              <a:latin typeface="Arial" pitchFamily="34" charset="0"/>
              <a:ea typeface="ＭＳ Ｐゴシック" pitchFamily="34" charset="-128"/>
            </a:endParaRPr>
          </a:p>
          <a:p>
            <a:pPr eaLnBrk="1" hangingPunct="1">
              <a:lnSpc>
                <a:spcPct val="80000"/>
              </a:lnSpc>
            </a:pPr>
            <a:r>
              <a:rPr lang="en-US" altLang="en-US" b="1" dirty="0">
                <a:latin typeface="Arial" pitchFamily="34" charset="0"/>
                <a:ea typeface="ＭＳ Ｐゴシック" pitchFamily="34" charset="-128"/>
              </a:rPr>
              <a:t>Save you money</a:t>
            </a:r>
            <a:r>
              <a:rPr lang="en-US" altLang="en-US" dirty="0">
                <a:latin typeface="Arial" pitchFamily="34" charset="0"/>
                <a:ea typeface="ＭＳ Ｐゴシック" pitchFamily="34" charset="-128"/>
              </a:rPr>
              <a:t> -are they paying people $30,000/year to stuff mailings? file? Or collate information packets? Paying over time?</a:t>
            </a:r>
          </a:p>
          <a:p>
            <a:pPr eaLnBrk="1" hangingPunct="1">
              <a:lnSpc>
                <a:spcPct val="80000"/>
              </a:lnSpc>
            </a:pPr>
            <a:endParaRPr lang="en-US" altLang="en-US" dirty="0">
              <a:latin typeface="Arial" pitchFamily="34" charset="0"/>
              <a:ea typeface="ＭＳ Ｐゴシック" pitchFamily="34" charset="-128"/>
            </a:endParaRPr>
          </a:p>
          <a:p>
            <a:pPr eaLnBrk="1" hangingPunct="1">
              <a:lnSpc>
                <a:spcPct val="80000"/>
              </a:lnSpc>
            </a:pPr>
            <a:r>
              <a:rPr lang="en-US" altLang="en-US" b="1" dirty="0">
                <a:latin typeface="Arial" pitchFamily="34" charset="0"/>
                <a:ea typeface="ＭＳ Ｐゴシック" pitchFamily="34" charset="-128"/>
              </a:rPr>
              <a:t>Improve efficiency, productivity or employee morale -</a:t>
            </a:r>
            <a:r>
              <a:rPr lang="en-US" altLang="en-US" dirty="0">
                <a:latin typeface="Arial" pitchFamily="34" charset="0"/>
                <a:ea typeface="ＭＳ Ｐゴシック" pitchFamily="34" charset="-128"/>
              </a:rPr>
              <a:t>could these $30,000/year employees be making better use of their time? Are there log jams that can be cleared with a little extra clerical support?  Who has the messiest in-boxes? Who has to stay overtime to get all the little things done? Are people having to work weekends? Employees are happier and more productive if they are working on tasks that match their interests and skill levels.</a:t>
            </a:r>
          </a:p>
          <a:p>
            <a:pPr eaLnBrk="1" hangingPunct="1">
              <a:lnSpc>
                <a:spcPct val="80000"/>
              </a:lnSpc>
            </a:pPr>
            <a:endParaRPr lang="en-US" altLang="en-US" dirty="0">
              <a:latin typeface="Arial" pitchFamily="34" charset="0"/>
              <a:ea typeface="ＭＳ Ｐゴシック" pitchFamily="34" charset="-128"/>
            </a:endParaRPr>
          </a:p>
          <a:p>
            <a:pPr eaLnBrk="1" hangingPunct="1">
              <a:lnSpc>
                <a:spcPct val="80000"/>
              </a:lnSpc>
            </a:pPr>
            <a:r>
              <a:rPr lang="en-US" altLang="en-US" b="1" dirty="0">
                <a:latin typeface="Arial" pitchFamily="34" charset="0"/>
                <a:ea typeface="ＭＳ Ｐゴシック" pitchFamily="34" charset="-128"/>
              </a:rPr>
              <a:t>Earn more money-  </a:t>
            </a:r>
            <a:r>
              <a:rPr lang="en-US" altLang="en-US" dirty="0">
                <a:latin typeface="Arial" pitchFamily="34" charset="0"/>
                <a:ea typeface="ＭＳ Ｐゴシック" pitchFamily="34" charset="-128"/>
              </a:rPr>
              <a:t>Are there ways to improve a company</a:t>
            </a:r>
            <a:r>
              <a:rPr lang="ja-JP" altLang="en-US">
                <a:latin typeface="Arial" pitchFamily="34" charset="0"/>
                <a:ea typeface="ＭＳ Ｐゴシック" pitchFamily="34" charset="-128"/>
              </a:rPr>
              <a:t>’</a:t>
            </a:r>
            <a:r>
              <a:rPr lang="en-US" altLang="ja-JP" dirty="0">
                <a:latin typeface="Arial" pitchFamily="34" charset="0"/>
                <a:ea typeface="ＭＳ Ｐゴシック" pitchFamily="34" charset="-128"/>
              </a:rPr>
              <a:t>s outreach or customer service? Can a position be created that will generate income by improving the company</a:t>
            </a:r>
            <a:r>
              <a:rPr lang="ja-JP" altLang="en-US">
                <a:latin typeface="Arial" pitchFamily="34" charset="0"/>
                <a:ea typeface="ＭＳ Ｐゴシック" pitchFamily="34" charset="-128"/>
              </a:rPr>
              <a:t>’</a:t>
            </a:r>
            <a:r>
              <a:rPr lang="en-US" altLang="ja-JP" dirty="0">
                <a:latin typeface="Arial" pitchFamily="34" charset="0"/>
                <a:ea typeface="ＭＳ Ｐゴシック" pitchFamily="34" charset="-128"/>
              </a:rPr>
              <a:t>s ability to reach more clients/customers and  respond to their needs?</a:t>
            </a:r>
          </a:p>
          <a:p>
            <a:pPr eaLnBrk="1" hangingPunct="1">
              <a:lnSpc>
                <a:spcPct val="80000"/>
              </a:lnSpc>
            </a:pPr>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27323799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Osaka" pitchFamily="8" charset="-128"/>
              </a:defRPr>
            </a:lvl1pPr>
            <a:lvl2pPr marL="742950" indent="-285750">
              <a:defRPr sz="2400">
                <a:solidFill>
                  <a:schemeClr val="tx1"/>
                </a:solidFill>
                <a:latin typeface="Arial" pitchFamily="34" charset="0"/>
                <a:ea typeface="Osaka" pitchFamily="8" charset="-128"/>
              </a:defRPr>
            </a:lvl2pPr>
            <a:lvl3pPr marL="1143000" indent="-228600">
              <a:defRPr sz="2400">
                <a:solidFill>
                  <a:schemeClr val="tx1"/>
                </a:solidFill>
                <a:latin typeface="Arial" pitchFamily="34" charset="0"/>
                <a:ea typeface="Osaka" pitchFamily="8" charset="-128"/>
              </a:defRPr>
            </a:lvl3pPr>
            <a:lvl4pPr marL="1600200" indent="-228600">
              <a:defRPr sz="2400">
                <a:solidFill>
                  <a:schemeClr val="tx1"/>
                </a:solidFill>
                <a:latin typeface="Arial" pitchFamily="34" charset="0"/>
                <a:ea typeface="Osaka" pitchFamily="8" charset="-128"/>
              </a:defRPr>
            </a:lvl4pPr>
            <a:lvl5pPr marL="2057400" indent="-228600">
              <a:defRPr sz="2400">
                <a:solidFill>
                  <a:schemeClr val="tx1"/>
                </a:solidFill>
                <a:latin typeface="Arial" pitchFamily="34" charset="0"/>
                <a:ea typeface="Osaka" pitchFamily="8" charset="-128"/>
              </a:defRPr>
            </a:lvl5pPr>
            <a:lvl6pPr marL="2514600" indent="-228600" eaLnBrk="0" fontAlgn="base" hangingPunct="0">
              <a:spcBef>
                <a:spcPct val="0"/>
              </a:spcBef>
              <a:spcAft>
                <a:spcPct val="0"/>
              </a:spcAft>
              <a:defRPr sz="2400">
                <a:solidFill>
                  <a:schemeClr val="tx1"/>
                </a:solidFill>
                <a:latin typeface="Arial" pitchFamily="34" charset="0"/>
                <a:ea typeface="Osaka" pitchFamily="8" charset="-128"/>
              </a:defRPr>
            </a:lvl6pPr>
            <a:lvl7pPr marL="2971800" indent="-228600" eaLnBrk="0" fontAlgn="base" hangingPunct="0">
              <a:spcBef>
                <a:spcPct val="0"/>
              </a:spcBef>
              <a:spcAft>
                <a:spcPct val="0"/>
              </a:spcAft>
              <a:defRPr sz="2400">
                <a:solidFill>
                  <a:schemeClr val="tx1"/>
                </a:solidFill>
                <a:latin typeface="Arial" pitchFamily="34" charset="0"/>
                <a:ea typeface="Osaka" pitchFamily="8" charset="-128"/>
              </a:defRPr>
            </a:lvl7pPr>
            <a:lvl8pPr marL="3429000" indent="-228600" eaLnBrk="0" fontAlgn="base" hangingPunct="0">
              <a:spcBef>
                <a:spcPct val="0"/>
              </a:spcBef>
              <a:spcAft>
                <a:spcPct val="0"/>
              </a:spcAft>
              <a:defRPr sz="2400">
                <a:solidFill>
                  <a:schemeClr val="tx1"/>
                </a:solidFill>
                <a:latin typeface="Arial" pitchFamily="34" charset="0"/>
                <a:ea typeface="Osaka" pitchFamily="8" charset="-128"/>
              </a:defRPr>
            </a:lvl8pPr>
            <a:lvl9pPr marL="3886200" indent="-228600" eaLnBrk="0" fontAlgn="base" hangingPunct="0">
              <a:spcBef>
                <a:spcPct val="0"/>
              </a:spcBef>
              <a:spcAft>
                <a:spcPct val="0"/>
              </a:spcAft>
              <a:defRPr sz="2400">
                <a:solidFill>
                  <a:schemeClr val="tx1"/>
                </a:solidFill>
                <a:latin typeface="Arial" pitchFamily="34" charset="0"/>
                <a:ea typeface="Osaka" pitchFamily="8" charset="-128"/>
              </a:defRPr>
            </a:lvl9pPr>
          </a:lstStyle>
          <a:p>
            <a:fld id="{CBDA32C3-E817-432D-853F-C53CA680B022}" type="slidenum">
              <a:rPr lang="en-US" altLang="en-US" sz="1200"/>
              <a:pPr/>
              <a:t>15</a:t>
            </a:fld>
            <a:endParaRPr lang="en-US" altLang="en-US" sz="1200" dirty="0"/>
          </a:p>
        </p:txBody>
      </p:sp>
      <p:sp>
        <p:nvSpPr>
          <p:cNvPr id="75779" name="Rectangle 2"/>
          <p:cNvSpPr>
            <a:spLocks noGrp="1" noRot="1" noChangeAspect="1" noChangeArrowheads="1" noTextEdit="1"/>
          </p:cNvSpPr>
          <p:nvPr>
            <p:ph type="sldImg"/>
          </p:nvPr>
        </p:nvSpPr>
        <p:spPr>
          <a:xfrm>
            <a:off x="325438" y="615950"/>
            <a:ext cx="6207125" cy="3492500"/>
          </a:xfrm>
          <a:ln w="12700" cap="flat">
            <a:solidFill>
              <a:schemeClr val="tx1"/>
            </a:solidFill>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487" tIns="44450" rIns="90487" bIns="44450"/>
          <a:lstStyle/>
          <a:p>
            <a:pPr eaLnBrk="1" hangingPunct="1"/>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3986969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you with the variety of information that can be provided to a business person.  The type of information offered will depend upon the purpose of the visit with the business.  Be prepared with examples of how you have worked with businesses and how your service is personalized to fit their need. </a:t>
            </a:r>
          </a:p>
        </p:txBody>
      </p:sp>
      <p:sp>
        <p:nvSpPr>
          <p:cNvPr id="4" name="Slide Number Placeholder 3"/>
          <p:cNvSpPr>
            <a:spLocks noGrp="1"/>
          </p:cNvSpPr>
          <p:nvPr>
            <p:ph type="sldNum" sz="quarter" idx="5"/>
          </p:nvPr>
        </p:nvSpPr>
        <p:spPr/>
        <p:txBody>
          <a:bodyPr/>
          <a:lstStyle/>
          <a:p>
            <a:fld id="{8D167406-0B6E-594E-AE1E-733C5BA4AC24}" type="slidenum">
              <a:rPr lang="en-US" smtClean="0"/>
              <a:t>16</a:t>
            </a:fld>
            <a:endParaRPr lang="en-US" dirty="0"/>
          </a:p>
        </p:txBody>
      </p:sp>
    </p:spTree>
    <p:extLst>
      <p:ext uri="{BB962C8B-B14F-4D97-AF65-F5344CB8AC3E}">
        <p14:creationId xmlns:p14="http://schemas.microsoft.com/office/powerpoint/2010/main" val="1348521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 your information, there is a resource document on the learning management system which gives a few common objections that we have heard and how to respond to them.</a:t>
            </a:r>
          </a:p>
        </p:txBody>
      </p:sp>
      <p:sp>
        <p:nvSpPr>
          <p:cNvPr id="4" name="Slide Number Placeholder 3"/>
          <p:cNvSpPr>
            <a:spLocks noGrp="1"/>
          </p:cNvSpPr>
          <p:nvPr>
            <p:ph type="sldNum" sz="quarter" idx="5"/>
          </p:nvPr>
        </p:nvSpPr>
        <p:spPr/>
        <p:txBody>
          <a:bodyPr/>
          <a:lstStyle/>
          <a:p>
            <a:fld id="{8D167406-0B6E-594E-AE1E-733C5BA4AC24}" type="slidenum">
              <a:rPr lang="en-US" smtClean="0"/>
              <a:t>17</a:t>
            </a:fld>
            <a:endParaRPr lang="en-US" dirty="0"/>
          </a:p>
        </p:txBody>
      </p:sp>
    </p:spTree>
    <p:extLst>
      <p:ext uri="{BB962C8B-B14F-4D97-AF65-F5344CB8AC3E}">
        <p14:creationId xmlns:p14="http://schemas.microsoft.com/office/powerpoint/2010/main" val="816401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to a businessperson is only one part of the visit.  A tour is necessary to obtain a complete picture.</a:t>
            </a:r>
          </a:p>
        </p:txBody>
      </p:sp>
      <p:sp>
        <p:nvSpPr>
          <p:cNvPr id="4" name="Slide Number Placeholder 3"/>
          <p:cNvSpPr>
            <a:spLocks noGrp="1"/>
          </p:cNvSpPr>
          <p:nvPr>
            <p:ph type="sldNum" sz="quarter" idx="5"/>
          </p:nvPr>
        </p:nvSpPr>
        <p:spPr/>
        <p:txBody>
          <a:bodyPr/>
          <a:lstStyle/>
          <a:p>
            <a:fld id="{8D167406-0B6E-594E-AE1E-733C5BA4AC24}" type="slidenum">
              <a:rPr lang="en-US" smtClean="0"/>
              <a:t>18</a:t>
            </a:fld>
            <a:endParaRPr lang="en-US" dirty="0"/>
          </a:p>
        </p:txBody>
      </p:sp>
    </p:spTree>
    <p:extLst>
      <p:ext uri="{BB962C8B-B14F-4D97-AF65-F5344CB8AC3E}">
        <p14:creationId xmlns:p14="http://schemas.microsoft.com/office/powerpoint/2010/main" val="2612129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better prepared you are the less nervous you will be and the chance that you and the job seeker will make a good impression</a:t>
            </a:r>
          </a:p>
        </p:txBody>
      </p:sp>
      <p:sp>
        <p:nvSpPr>
          <p:cNvPr id="4" name="Slide Number Placeholder 3"/>
          <p:cNvSpPr>
            <a:spLocks noGrp="1"/>
          </p:cNvSpPr>
          <p:nvPr>
            <p:ph type="sldNum" sz="quarter" idx="5"/>
          </p:nvPr>
        </p:nvSpPr>
        <p:spPr/>
        <p:txBody>
          <a:bodyPr/>
          <a:lstStyle/>
          <a:p>
            <a:fld id="{8D167406-0B6E-594E-AE1E-733C5BA4AC24}" type="slidenum">
              <a:rPr lang="en-US" smtClean="0"/>
              <a:t>19</a:t>
            </a:fld>
            <a:endParaRPr lang="en-US" dirty="0"/>
          </a:p>
        </p:txBody>
      </p:sp>
    </p:spTree>
    <p:extLst>
      <p:ext uri="{BB962C8B-B14F-4D97-AF65-F5344CB8AC3E}">
        <p14:creationId xmlns:p14="http://schemas.microsoft.com/office/powerpoint/2010/main" val="3088433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individual did not go with you, explain that you are making the first contact to learn more about the business and from the interview you’ll be able to determine whether the business and tasks are a good fit for both parties.</a:t>
            </a:r>
            <a:fld id="{2F5E092A-A4AA-F443-94BF-DABB30110746}" type="slidenum">
              <a:rPr lang="en-US" smtClean="0"/>
              <a:t>20</a:t>
            </a:fld>
            <a:endParaRPr lang="en-US" dirty="0"/>
          </a:p>
        </p:txBody>
      </p:sp>
      <p:sp>
        <p:nvSpPr>
          <p:cNvPr id="4" name="Slide Number Placeholder 3"/>
          <p:cNvSpPr>
            <a:spLocks noGrp="1"/>
          </p:cNvSpPr>
          <p:nvPr>
            <p:ph type="sldNum" sz="quarter" idx="5"/>
          </p:nvPr>
        </p:nvSpPr>
        <p:spPr/>
        <p:txBody>
          <a:bodyPr/>
          <a:lstStyle/>
          <a:p>
            <a:fld id="{8D167406-0B6E-594E-AE1E-733C5BA4AC24}" type="slidenum">
              <a:rPr lang="en-US" smtClean="0"/>
              <a:t>20</a:t>
            </a:fld>
            <a:endParaRPr lang="en-US" dirty="0"/>
          </a:p>
        </p:txBody>
      </p:sp>
    </p:spTree>
    <p:extLst>
      <p:ext uri="{BB962C8B-B14F-4D97-AF65-F5344CB8AC3E}">
        <p14:creationId xmlns:p14="http://schemas.microsoft.com/office/powerpoint/2010/main" val="2654366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the job seeker for what will happen.  Practice with them.  Develop a few questions for them to ask and also plan their responses to questions that may be asked of them.  Be</a:t>
            </a:r>
          </a:p>
        </p:txBody>
      </p:sp>
      <p:sp>
        <p:nvSpPr>
          <p:cNvPr id="4" name="Slide Number Placeholder 3"/>
          <p:cNvSpPr>
            <a:spLocks noGrp="1"/>
          </p:cNvSpPr>
          <p:nvPr>
            <p:ph type="sldNum" sz="quarter" idx="5"/>
          </p:nvPr>
        </p:nvSpPr>
        <p:spPr/>
        <p:txBody>
          <a:bodyPr/>
          <a:lstStyle/>
          <a:p>
            <a:fld id="{8D167406-0B6E-594E-AE1E-733C5BA4AC24}" type="slidenum">
              <a:rPr lang="en-US" smtClean="0"/>
              <a:t>21</a:t>
            </a:fld>
            <a:endParaRPr lang="en-US" dirty="0"/>
          </a:p>
        </p:txBody>
      </p:sp>
    </p:spTree>
    <p:extLst>
      <p:ext uri="{BB962C8B-B14F-4D97-AF65-F5344CB8AC3E}">
        <p14:creationId xmlns:p14="http://schemas.microsoft.com/office/powerpoint/2010/main" val="12104797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Osaka" pitchFamily="8" charset="-128"/>
              </a:defRPr>
            </a:lvl1pPr>
            <a:lvl2pPr marL="742950" indent="-285750">
              <a:defRPr sz="2400">
                <a:solidFill>
                  <a:schemeClr val="tx1"/>
                </a:solidFill>
                <a:latin typeface="Arial" pitchFamily="34" charset="0"/>
                <a:ea typeface="Osaka" pitchFamily="8" charset="-128"/>
              </a:defRPr>
            </a:lvl2pPr>
            <a:lvl3pPr marL="1143000" indent="-228600">
              <a:defRPr sz="2400">
                <a:solidFill>
                  <a:schemeClr val="tx1"/>
                </a:solidFill>
                <a:latin typeface="Arial" pitchFamily="34" charset="0"/>
                <a:ea typeface="Osaka" pitchFamily="8" charset="-128"/>
              </a:defRPr>
            </a:lvl3pPr>
            <a:lvl4pPr marL="1600200" indent="-228600">
              <a:defRPr sz="2400">
                <a:solidFill>
                  <a:schemeClr val="tx1"/>
                </a:solidFill>
                <a:latin typeface="Arial" pitchFamily="34" charset="0"/>
                <a:ea typeface="Osaka" pitchFamily="8" charset="-128"/>
              </a:defRPr>
            </a:lvl4pPr>
            <a:lvl5pPr marL="2057400" indent="-228600">
              <a:defRPr sz="2400">
                <a:solidFill>
                  <a:schemeClr val="tx1"/>
                </a:solidFill>
                <a:latin typeface="Arial" pitchFamily="34" charset="0"/>
                <a:ea typeface="Osaka" pitchFamily="8" charset="-128"/>
              </a:defRPr>
            </a:lvl5pPr>
            <a:lvl6pPr marL="2514600" indent="-228600" eaLnBrk="0" fontAlgn="base" hangingPunct="0">
              <a:spcBef>
                <a:spcPct val="0"/>
              </a:spcBef>
              <a:spcAft>
                <a:spcPct val="0"/>
              </a:spcAft>
              <a:defRPr sz="2400">
                <a:solidFill>
                  <a:schemeClr val="tx1"/>
                </a:solidFill>
                <a:latin typeface="Arial" pitchFamily="34" charset="0"/>
                <a:ea typeface="Osaka" pitchFamily="8" charset="-128"/>
              </a:defRPr>
            </a:lvl6pPr>
            <a:lvl7pPr marL="2971800" indent="-228600" eaLnBrk="0" fontAlgn="base" hangingPunct="0">
              <a:spcBef>
                <a:spcPct val="0"/>
              </a:spcBef>
              <a:spcAft>
                <a:spcPct val="0"/>
              </a:spcAft>
              <a:defRPr sz="2400">
                <a:solidFill>
                  <a:schemeClr val="tx1"/>
                </a:solidFill>
                <a:latin typeface="Arial" pitchFamily="34" charset="0"/>
                <a:ea typeface="Osaka" pitchFamily="8" charset="-128"/>
              </a:defRPr>
            </a:lvl7pPr>
            <a:lvl8pPr marL="3429000" indent="-228600" eaLnBrk="0" fontAlgn="base" hangingPunct="0">
              <a:spcBef>
                <a:spcPct val="0"/>
              </a:spcBef>
              <a:spcAft>
                <a:spcPct val="0"/>
              </a:spcAft>
              <a:defRPr sz="2400">
                <a:solidFill>
                  <a:schemeClr val="tx1"/>
                </a:solidFill>
                <a:latin typeface="Arial" pitchFamily="34" charset="0"/>
                <a:ea typeface="Osaka" pitchFamily="8" charset="-128"/>
              </a:defRPr>
            </a:lvl8pPr>
            <a:lvl9pPr marL="3886200" indent="-228600" eaLnBrk="0" fontAlgn="base" hangingPunct="0">
              <a:spcBef>
                <a:spcPct val="0"/>
              </a:spcBef>
              <a:spcAft>
                <a:spcPct val="0"/>
              </a:spcAft>
              <a:defRPr sz="2400">
                <a:solidFill>
                  <a:schemeClr val="tx1"/>
                </a:solidFill>
                <a:latin typeface="Arial" pitchFamily="34" charset="0"/>
                <a:ea typeface="Osaka" pitchFamily="8" charset="-128"/>
              </a:defRPr>
            </a:lvl9pPr>
          </a:lstStyle>
          <a:p>
            <a:fld id="{72B325F0-E819-4C93-8324-4BE1C18790DD}" type="slidenum">
              <a:rPr lang="en-US" altLang="en-US" sz="1200">
                <a:ea typeface="ＭＳ Ｐゴシック" pitchFamily="34" charset="-128"/>
              </a:rPr>
              <a:pPr/>
              <a:t>23</a:t>
            </a:fld>
            <a:endParaRPr lang="en-US" altLang="en-US" sz="1200" dirty="0">
              <a:ea typeface="ＭＳ Ｐゴシック" pitchFamily="34" charset="-128"/>
            </a:endParaRPr>
          </a:p>
        </p:txBody>
      </p:sp>
      <p:sp>
        <p:nvSpPr>
          <p:cNvPr id="77827" name="Rectangle 2"/>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487" tIns="44450" rIns="90487" bIns="44450"/>
          <a:lstStyle/>
          <a:p>
            <a:pPr eaLnBrk="1" hangingPunct="1"/>
            <a:r>
              <a:rPr lang="en-US" altLang="en-US" dirty="0">
                <a:latin typeface="Arial" pitchFamily="34" charset="0"/>
                <a:ea typeface="ＭＳ Ｐゴシック" pitchFamily="34" charset="-128"/>
              </a:rPr>
              <a:t>Expect hesitancy.  If a hire is too easy, be careful.  The business may be in dire need for workers and will hire anyone.  This is not what you are looking for in a business partnership.</a:t>
            </a:r>
          </a:p>
        </p:txBody>
      </p:sp>
      <p:sp>
        <p:nvSpPr>
          <p:cNvPr id="77828" name="Rectangle 3"/>
          <p:cNvSpPr>
            <a:spLocks noGrp="1" noRot="1" noChangeAspect="1" noChangeArrowheads="1" noTextEdit="1"/>
          </p:cNvSpPr>
          <p:nvPr>
            <p:ph type="sldImg"/>
          </p:nvPr>
        </p:nvSpPr>
        <p:spPr>
          <a:xfrm>
            <a:off x="393700" y="692150"/>
            <a:ext cx="6072188" cy="3416300"/>
          </a:xfrm>
          <a:ln w="12700" cap="flat">
            <a:solidFill>
              <a:schemeClr val="tx1"/>
            </a:solidFill>
          </a:ln>
        </p:spPr>
      </p:sp>
    </p:spTree>
    <p:extLst>
      <p:ext uri="{BB962C8B-B14F-4D97-AF65-F5344CB8AC3E}">
        <p14:creationId xmlns:p14="http://schemas.microsoft.com/office/powerpoint/2010/main" val="780818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07F5E-4FF9-4CD4-2576-6CE385D6B1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CB9E62-BB26-2F77-D273-BEC2FFDF45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AEFC7B-20A4-DEF0-408B-F8F286989D2F}"/>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5" name="Footer Placeholder 4">
            <a:extLst>
              <a:ext uri="{FF2B5EF4-FFF2-40B4-BE49-F238E27FC236}">
                <a16:creationId xmlns:a16="http://schemas.microsoft.com/office/drawing/2014/main" id="{F07A9673-5575-A10D-5CC4-0834D9E0A8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1735730-0506-7082-E544-1218C77B5497}"/>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2328787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FF7D-819D-0530-DAD5-A7B11FFF82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26C607-B71C-98DC-72C2-AC795EC75D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09D8B-B26F-89E1-C3F8-D9751F1489D4}"/>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5" name="Footer Placeholder 4">
            <a:extLst>
              <a:ext uri="{FF2B5EF4-FFF2-40B4-BE49-F238E27FC236}">
                <a16:creationId xmlns:a16="http://schemas.microsoft.com/office/drawing/2014/main" id="{395C4D33-1010-E6DA-CA4D-BD0F726A0D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5D6B21-2AE5-D5D7-BB75-9A0AC85C6C9C}"/>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1310766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B2BCE-9E6C-CF2C-803B-1B7D02C62B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591A6F-3F80-DDC3-7A92-91001EE2D2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FEFBB4-F7DD-2198-3371-803B31A4444D}"/>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5" name="Footer Placeholder 4">
            <a:extLst>
              <a:ext uri="{FF2B5EF4-FFF2-40B4-BE49-F238E27FC236}">
                <a16:creationId xmlns:a16="http://schemas.microsoft.com/office/drawing/2014/main" id="{1147A5E0-1775-559B-5D58-E178DD3E2C5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96C138-9824-CA09-E1B6-179BFA2243FE}"/>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1757266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01A67-3BE6-787F-C4CB-3003D852D7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BBB6CA-29B2-2E18-AF37-66E6E0DD81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8B95C6-A4DF-EAFF-D04C-A43921D98F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AA4B52-539D-0B7A-F78E-E9DCDEA0173B}"/>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6" name="Footer Placeholder 5">
            <a:extLst>
              <a:ext uri="{FF2B5EF4-FFF2-40B4-BE49-F238E27FC236}">
                <a16:creationId xmlns:a16="http://schemas.microsoft.com/office/drawing/2014/main" id="{D261C1E1-BEC1-8C79-FF6A-FB39F830CE9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2E1186-A5F2-066F-A370-90C975D525F2}"/>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485286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0DF7B-9D3D-65A7-6BBE-6F96E1FCE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923D56-16DC-479C-C363-7E5552C30F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08DB32-8BDF-DD84-EFD5-B62ED23BB6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BE555D-CE00-B183-1EC9-4FD0C703E0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DC65A7-8763-2143-DE87-7EDEAA0CEE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B2120A-FBA0-F59D-0911-A8B52661D292}"/>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8" name="Footer Placeholder 7">
            <a:extLst>
              <a:ext uri="{FF2B5EF4-FFF2-40B4-BE49-F238E27FC236}">
                <a16:creationId xmlns:a16="http://schemas.microsoft.com/office/drawing/2014/main" id="{1F809F74-C45A-919F-191A-CC3B7E27F3C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2771C5A-D4ED-2EA9-2504-F1FCFCE56806}"/>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3637852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AF72F-0F86-9E03-C455-2B46FF78E5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89933A-4A90-78DD-0145-B40D3A97345A}"/>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4" name="Footer Placeholder 3">
            <a:extLst>
              <a:ext uri="{FF2B5EF4-FFF2-40B4-BE49-F238E27FC236}">
                <a16:creationId xmlns:a16="http://schemas.microsoft.com/office/drawing/2014/main" id="{3A9FE733-FD3D-A916-F1F4-99D4327DD3B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F0B643D-2586-6C8B-F3C7-DCC7C393C013}"/>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518882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F35D2-6EBE-6D9E-4750-10383EBABE83}"/>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3" name="Footer Placeholder 2">
            <a:extLst>
              <a:ext uri="{FF2B5EF4-FFF2-40B4-BE49-F238E27FC236}">
                <a16:creationId xmlns:a16="http://schemas.microsoft.com/office/drawing/2014/main" id="{050B9013-A1E7-1E29-058D-62D69DA138E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1481C90-C897-5607-3F73-2EBEB37CF772}"/>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3511423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CA114-A2CD-6415-DEA9-A4ABA24252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2D4942-5014-B15E-207F-0384AA7307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BA831A-AFA8-0A80-4FB4-5FC9D50676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CA06C4-14D4-6BD0-C999-321125A7CD86}"/>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6" name="Footer Placeholder 5">
            <a:extLst>
              <a:ext uri="{FF2B5EF4-FFF2-40B4-BE49-F238E27FC236}">
                <a16:creationId xmlns:a16="http://schemas.microsoft.com/office/drawing/2014/main" id="{5657152C-27EA-C0B0-5F69-AC0A4E35D0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AE11BED-5E74-0EC4-706E-E230F787AA6B}"/>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224125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3D429-25B4-9F02-A43B-75993C8D2C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A7E363-F2E7-165E-5572-AC04157CCB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496A906-75F6-FFD2-A602-10CD67BC60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511CB-334B-237C-402D-CF1196DFA53B}"/>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6" name="Footer Placeholder 5">
            <a:extLst>
              <a:ext uri="{FF2B5EF4-FFF2-40B4-BE49-F238E27FC236}">
                <a16:creationId xmlns:a16="http://schemas.microsoft.com/office/drawing/2014/main" id="{00579AA8-FAC2-9026-19C6-D9C1D5E92A9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9A840B1-C979-9969-C53A-8D3E4FEA654E}"/>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4238745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C7149-8BDA-B518-FF9B-193865D7E6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631D0B-2951-45B5-A4F8-82F31CD3DB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F38520-8211-4D24-43A9-AD96444A8CF7}"/>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5" name="Footer Placeholder 4">
            <a:extLst>
              <a:ext uri="{FF2B5EF4-FFF2-40B4-BE49-F238E27FC236}">
                <a16:creationId xmlns:a16="http://schemas.microsoft.com/office/drawing/2014/main" id="{5D6FD4F2-541B-6D75-151C-81A5DD27EFA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213A06-56CE-5127-1C9B-8E793BCB518E}"/>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1889820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B39135-47A0-4DFB-FC07-5948721F05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2C4442-F70C-82B5-DFAF-2B41479BF6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FDEAF9-22BB-379D-7FF6-7B1014484344}"/>
              </a:ext>
            </a:extLst>
          </p:cNvPr>
          <p:cNvSpPr>
            <a:spLocks noGrp="1"/>
          </p:cNvSpPr>
          <p:nvPr>
            <p:ph type="dt" sz="half" idx="10"/>
          </p:nvPr>
        </p:nvSpPr>
        <p:spPr/>
        <p:txBody>
          <a:bodyPr/>
          <a:lstStyle/>
          <a:p>
            <a:fld id="{342B4C8A-20DD-0B4A-8BF5-B4EAC4168BCB}" type="datetimeFigureOut">
              <a:rPr lang="en-US" smtClean="0"/>
              <a:t>4/18/2024</a:t>
            </a:fld>
            <a:endParaRPr lang="en-US" dirty="0"/>
          </a:p>
        </p:txBody>
      </p:sp>
      <p:sp>
        <p:nvSpPr>
          <p:cNvPr id="5" name="Footer Placeholder 4">
            <a:extLst>
              <a:ext uri="{FF2B5EF4-FFF2-40B4-BE49-F238E27FC236}">
                <a16:creationId xmlns:a16="http://schemas.microsoft.com/office/drawing/2014/main" id="{1AC31D0E-FC86-4387-757C-D776CE8AE6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83C3637-F574-CC9C-96C7-BCAC7DDB0B85}"/>
              </a:ext>
            </a:extLst>
          </p:cNvPr>
          <p:cNvSpPr>
            <a:spLocks noGrp="1"/>
          </p:cNvSpPr>
          <p:nvPr>
            <p:ph type="sldNum" sz="quarter" idx="12"/>
          </p:nvPr>
        </p:nvSpPr>
        <p:spPr/>
        <p:txBody>
          <a:bodyPr/>
          <a:lstStyle/>
          <a:p>
            <a:fld id="{97E142FC-8F92-F449-9552-0C74EDAD1DD0}" type="slidenum">
              <a:rPr lang="en-US" smtClean="0"/>
              <a:t>‹#›</a:t>
            </a:fld>
            <a:endParaRPr lang="en-US" dirty="0"/>
          </a:p>
        </p:txBody>
      </p:sp>
    </p:spTree>
    <p:extLst>
      <p:ext uri="{BB962C8B-B14F-4D97-AF65-F5344CB8AC3E}">
        <p14:creationId xmlns:p14="http://schemas.microsoft.com/office/powerpoint/2010/main" val="2528958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9AC9B7-9C00-7A7F-CA19-C5BF1DDCD0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64597-7421-5B3D-3B80-28C2EBB0C9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20A42-D117-003F-A320-0E7AACE818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2B4C8A-20DD-0B4A-8BF5-B4EAC4168BCB}" type="datetimeFigureOut">
              <a:rPr lang="en-US" smtClean="0"/>
              <a:t>4/18/2024</a:t>
            </a:fld>
            <a:endParaRPr lang="en-US" dirty="0"/>
          </a:p>
        </p:txBody>
      </p:sp>
      <p:sp>
        <p:nvSpPr>
          <p:cNvPr id="5" name="Footer Placeholder 4">
            <a:extLst>
              <a:ext uri="{FF2B5EF4-FFF2-40B4-BE49-F238E27FC236}">
                <a16:creationId xmlns:a16="http://schemas.microsoft.com/office/drawing/2014/main" id="{A836147C-AF79-CE7F-612F-ADE05EEE15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EEEFE61-1D74-AE0B-BECD-7480D5C309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E142FC-8F92-F449-9552-0C74EDAD1DD0}" type="slidenum">
              <a:rPr lang="en-US" smtClean="0"/>
              <a:t>‹#›</a:t>
            </a:fld>
            <a:endParaRPr lang="en-US" dirty="0"/>
          </a:p>
        </p:txBody>
      </p:sp>
    </p:spTree>
    <p:extLst>
      <p:ext uri="{BB962C8B-B14F-4D97-AF65-F5344CB8AC3E}">
        <p14:creationId xmlns:p14="http://schemas.microsoft.com/office/powerpoint/2010/main" val="3487348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6.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8.jpeg"/><Relationship Id="rId7" Type="http://schemas.openxmlformats.org/officeDocument/2006/relationships/diagramColors" Target="../diagrams/colors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BF3F17-21B2-EA72-CB3B-11217935FE2A}"/>
              </a:ext>
            </a:extLst>
          </p:cNvPr>
          <p:cNvSpPr>
            <a:spLocks noGrp="1"/>
          </p:cNvSpPr>
          <p:nvPr>
            <p:ph type="title"/>
          </p:nvPr>
        </p:nvSpPr>
        <p:spPr>
          <a:xfrm>
            <a:off x="5596501" y="489508"/>
            <a:ext cx="5754896" cy="1667569"/>
          </a:xfrm>
        </p:spPr>
        <p:txBody>
          <a:bodyPr anchor="b">
            <a:normAutofit/>
          </a:bodyPr>
          <a:lstStyle/>
          <a:p>
            <a:r>
              <a:rPr lang="en-US" sz="4000"/>
              <a:t>Employer Engagement</a:t>
            </a:r>
          </a:p>
        </p:txBody>
      </p:sp>
      <p:pic>
        <p:nvPicPr>
          <p:cNvPr id="7" name="Graphic 6" descr="Group Brainstorm">
            <a:extLst>
              <a:ext uri="{FF2B5EF4-FFF2-40B4-BE49-F238E27FC236}">
                <a16:creationId xmlns:a16="http://schemas.microsoft.com/office/drawing/2014/main" id="{BC534D4F-271C-94F6-C669-DB162CB982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8130" y="1275070"/>
            <a:ext cx="3876165" cy="3876165"/>
          </a:xfrm>
          <a:prstGeom prst="rect">
            <a:avLst/>
          </a:prstGeom>
        </p:spPr>
      </p:pic>
      <p:sp>
        <p:nvSpPr>
          <p:cNvPr id="3" name="Content Placeholder 2">
            <a:extLst>
              <a:ext uri="{FF2B5EF4-FFF2-40B4-BE49-F238E27FC236}">
                <a16:creationId xmlns:a16="http://schemas.microsoft.com/office/drawing/2014/main" id="{FDC3C115-B7C3-C02C-FDCA-FF140CD6707B}"/>
              </a:ext>
            </a:extLst>
          </p:cNvPr>
          <p:cNvSpPr>
            <a:spLocks noGrp="1"/>
          </p:cNvSpPr>
          <p:nvPr>
            <p:ph idx="1"/>
          </p:nvPr>
        </p:nvSpPr>
        <p:spPr>
          <a:xfrm>
            <a:off x="5596502" y="2405894"/>
            <a:ext cx="5754896" cy="3197464"/>
          </a:xfrm>
        </p:spPr>
        <p:txBody>
          <a:bodyPr anchor="t">
            <a:normAutofit/>
          </a:bodyPr>
          <a:lstStyle/>
          <a:p>
            <a:r>
              <a:rPr lang="en-US" sz="2400" dirty="0"/>
              <a:t>Think about employer engagement as another type of discovery process with a different group of people. It involves:</a:t>
            </a:r>
          </a:p>
          <a:p>
            <a:pPr lvl="1"/>
            <a:r>
              <a:rPr lang="en-US" dirty="0"/>
              <a:t>Awareness of the labor market in your community, town and city</a:t>
            </a:r>
          </a:p>
          <a:p>
            <a:pPr lvl="1"/>
            <a:r>
              <a:rPr lang="en-US" dirty="0"/>
              <a:t>Acquaint yourselves with individual employers through informational interviewing</a:t>
            </a:r>
          </a:p>
          <a:p>
            <a:endParaRPr lang="en-US" sz="2000" dirty="0"/>
          </a:p>
        </p:txBody>
      </p:sp>
      <p:sp>
        <p:nvSpPr>
          <p:cNvPr id="25" name="Rectangle 24">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130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9C6BB092-9541-12BA-FBAD-1B177AA0AE50}"/>
              </a:ext>
            </a:extLst>
          </p:cNvPr>
          <p:cNvSpPr>
            <a:spLocks noGrp="1"/>
          </p:cNvSpPr>
          <p:nvPr>
            <p:ph type="title"/>
          </p:nvPr>
        </p:nvSpPr>
        <p:spPr>
          <a:xfrm>
            <a:off x="2232252" y="633046"/>
            <a:ext cx="4463623" cy="1314996"/>
          </a:xfrm>
        </p:spPr>
        <p:txBody>
          <a:bodyPr anchor="b">
            <a:normAutofit/>
          </a:bodyPr>
          <a:lstStyle/>
          <a:p>
            <a:r>
              <a:rPr lang="en-US" sz="3700">
                <a:solidFill>
                  <a:schemeClr val="bg1"/>
                </a:solidFill>
              </a:rPr>
              <a:t>Parents, other family and guardians</a:t>
            </a:r>
          </a:p>
        </p:txBody>
      </p:sp>
      <p:sp>
        <p:nvSpPr>
          <p:cNvPr id="15" name="Freeform: Shape 14">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7" name="Freeform: Shape 16">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1" name="Freeform: Shape 20">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3" name="Freeform: Shape 22">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6" name="Picture 5">
            <a:extLst>
              <a:ext uri="{FF2B5EF4-FFF2-40B4-BE49-F238E27FC236}">
                <a16:creationId xmlns:a16="http://schemas.microsoft.com/office/drawing/2014/main" id="{53EE965B-2808-35E0-2C93-EC8DC9C280C6}"/>
              </a:ext>
            </a:extLst>
          </p:cNvPr>
          <p:cNvPicPr>
            <a:picLocks noChangeAspect="1"/>
          </p:cNvPicPr>
          <p:nvPr/>
        </p:nvPicPr>
        <p:blipFill rotWithShape="1">
          <a:blip r:embed="rId3"/>
          <a:srcRect r="24999" b="-1"/>
          <a:stretch/>
        </p:blipFill>
        <p:spPr>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25"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6" name="Freeform: Shape 25">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26">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28">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graphicFrame>
        <p:nvGraphicFramePr>
          <p:cNvPr id="5" name="Content Placeholder 2">
            <a:extLst>
              <a:ext uri="{FF2B5EF4-FFF2-40B4-BE49-F238E27FC236}">
                <a16:creationId xmlns:a16="http://schemas.microsoft.com/office/drawing/2014/main" id="{64AB2422-311C-789F-2D9C-4F8083C68517}"/>
              </a:ext>
            </a:extLst>
          </p:cNvPr>
          <p:cNvGraphicFramePr>
            <a:graphicFrameLocks noGrp="1"/>
          </p:cNvGraphicFramePr>
          <p:nvPr>
            <p:ph idx="1"/>
            <p:extLst>
              <p:ext uri="{D42A27DB-BD31-4B8C-83A1-F6EECF244321}">
                <p14:modId xmlns:p14="http://schemas.microsoft.com/office/powerpoint/2010/main" val="2800469944"/>
              </p:ext>
            </p:extLst>
          </p:nvPr>
        </p:nvGraphicFramePr>
        <p:xfrm>
          <a:off x="2232252" y="2125737"/>
          <a:ext cx="4463623" cy="40444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8184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32" name="Rectangle 2153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7" name="Rectangle 2"/>
          <p:cNvSpPr>
            <a:spLocks noGrp="1" noChangeArrowheads="1"/>
          </p:cNvSpPr>
          <p:nvPr>
            <p:ph type="title"/>
          </p:nvPr>
        </p:nvSpPr>
        <p:spPr>
          <a:xfrm>
            <a:off x="635000" y="640823"/>
            <a:ext cx="3418659" cy="5583148"/>
          </a:xfrm>
        </p:spPr>
        <p:txBody>
          <a:bodyPr vert="horz" lIns="90487" tIns="44450" rIns="90487" bIns="44450" rtlCol="0" anchor="ctr">
            <a:normAutofit/>
          </a:bodyPr>
          <a:lstStyle/>
          <a:p>
            <a:pPr eaLnBrk="1" hangingPunct="1"/>
            <a:r>
              <a:rPr lang="en-US" altLang="en-US" sz="5400">
                <a:ea typeface="Osaka" pitchFamily="8" charset="-128"/>
              </a:rPr>
              <a:t>Labor market information</a:t>
            </a:r>
          </a:p>
        </p:txBody>
      </p:sp>
      <p:sp>
        <p:nvSpPr>
          <p:cNvPr id="2153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Slide Number Placeholder 5"/>
          <p:cNvSpPr>
            <a:spLocks noGrp="1"/>
          </p:cNvSpPr>
          <p:nvPr>
            <p:ph type="sldNum" sz="quarter" idx="12"/>
          </p:nvPr>
        </p:nvSpPr>
        <p:spPr bwMode="auto">
          <a:xfrm>
            <a:off x="8610600" y="6356350"/>
            <a:ext cx="2743200" cy="365125"/>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lnSpc>
                <a:spcPct val="90000"/>
              </a:lnSpc>
              <a:spcBef>
                <a:spcPct val="0"/>
              </a:spcBef>
              <a:spcAft>
                <a:spcPts val="600"/>
              </a:spcAft>
              <a:buFontTx/>
              <a:buNone/>
            </a:pPr>
            <a:fld id="{E704B20B-EBBA-48ED-9B15-DEEC4C24B20A}" type="slidenum">
              <a:rPr lang="en-US" altLang="en-US" sz="1800">
                <a:ea typeface="Osaka" pitchFamily="8" charset="-128"/>
              </a:rPr>
              <a:pPr>
                <a:lnSpc>
                  <a:spcPct val="90000"/>
                </a:lnSpc>
                <a:spcBef>
                  <a:spcPct val="0"/>
                </a:spcBef>
                <a:spcAft>
                  <a:spcPts val="600"/>
                </a:spcAft>
                <a:buFontTx/>
                <a:buNone/>
              </a:pPr>
              <a:t>3</a:t>
            </a:fld>
            <a:endParaRPr lang="en-US" altLang="en-US" sz="1800">
              <a:ea typeface="Osaka" pitchFamily="8" charset="-128"/>
            </a:endParaRPr>
          </a:p>
        </p:txBody>
      </p:sp>
      <p:graphicFrame>
        <p:nvGraphicFramePr>
          <p:cNvPr id="21510" name="Rectangle 3">
            <a:extLst>
              <a:ext uri="{FF2B5EF4-FFF2-40B4-BE49-F238E27FC236}">
                <a16:creationId xmlns:a16="http://schemas.microsoft.com/office/drawing/2014/main" id="{D7F81D53-02E8-E87D-C94F-C0A4759441B3}"/>
              </a:ext>
            </a:extLst>
          </p:cNvPr>
          <p:cNvGraphicFramePr/>
          <p:nvPr>
            <p:extLst>
              <p:ext uri="{D42A27DB-BD31-4B8C-83A1-F6EECF244321}">
                <p14:modId xmlns:p14="http://schemas.microsoft.com/office/powerpoint/2010/main" val="131902519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3145895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450" name="Picture 18449">
            <a:extLst>
              <a:ext uri="{FF2B5EF4-FFF2-40B4-BE49-F238E27FC236}">
                <a16:creationId xmlns:a16="http://schemas.microsoft.com/office/drawing/2014/main" id="{67983418-FAE2-6DF9-D37E-4B777A01CEFC}"/>
              </a:ext>
            </a:extLst>
          </p:cNvPr>
          <p:cNvPicPr>
            <a:picLocks noChangeAspect="1"/>
          </p:cNvPicPr>
          <p:nvPr/>
        </p:nvPicPr>
        <p:blipFill rotWithShape="1">
          <a:blip r:embed="rId3"/>
          <a:srcRect t="17952" b="7048"/>
          <a:stretch/>
        </p:blipFill>
        <p:spPr>
          <a:xfrm>
            <a:off x="20" y="10"/>
            <a:ext cx="12191980" cy="6857990"/>
          </a:xfrm>
          <a:prstGeom prst="rect">
            <a:avLst/>
          </a:prstGeom>
        </p:spPr>
      </p:pic>
      <p:sp>
        <p:nvSpPr>
          <p:cNvPr id="18454" name="Rectangle 18453">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434" name="Rectangle 2"/>
          <p:cNvSpPr>
            <a:spLocks noGrp="1" noChangeArrowheads="1"/>
          </p:cNvSpPr>
          <p:nvPr>
            <p:ph type="title" idx="4294967295"/>
          </p:nvPr>
        </p:nvSpPr>
        <p:spPr>
          <a:xfrm>
            <a:off x="838200" y="365125"/>
            <a:ext cx="10515600" cy="1325563"/>
          </a:xfrm>
        </p:spPr>
        <p:txBody>
          <a:bodyPr vert="horz" lIns="91440" tIns="45720" rIns="91440" bIns="45720" rtlCol="0" anchor="ctr">
            <a:normAutofit/>
          </a:bodyPr>
          <a:lstStyle/>
          <a:p>
            <a:r>
              <a:rPr lang="en-US" altLang="en-US" sz="2800" dirty="0"/>
              <a:t>In the beginning….. :</a:t>
            </a:r>
            <a:br>
              <a:rPr lang="en-US" altLang="en-US" sz="2800" dirty="0"/>
            </a:br>
            <a:r>
              <a:rPr lang="en-US" altLang="en-US" sz="2800" dirty="0"/>
              <a:t>These questions will direct your business discovery (business engagement)</a:t>
            </a:r>
          </a:p>
        </p:txBody>
      </p:sp>
      <p:sp>
        <p:nvSpPr>
          <p:cNvPr id="18436" name="Slide Number Placeholder 1"/>
          <p:cNvSpPr>
            <a:spLocks noGrp="1"/>
          </p:cNvSpPr>
          <p:nvPr>
            <p:ph type="sldNum" sz="quarter" idx="12"/>
          </p:nvPr>
        </p:nvSpPr>
        <p:spPr bwMode="auto">
          <a:xfrm>
            <a:off x="8610600" y="6356350"/>
            <a:ext cx="2743200" cy="365125"/>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spcBef>
                <a:spcPts val="0"/>
              </a:spcBef>
              <a:spcAft>
                <a:spcPts val="600"/>
              </a:spcAft>
              <a:buNone/>
              <a:defRPr/>
            </a:pPr>
            <a:fld id="{1A12EBB4-212A-4612-8E5D-ECFA25088195}" type="slidenum">
              <a:rPr lang="en-US" altLang="en-US" sz="1200">
                <a:solidFill>
                  <a:schemeClr val="tx1">
                    <a:lumMod val="50000"/>
                    <a:lumOff val="50000"/>
                  </a:schemeClr>
                </a:solidFill>
                <a:latin typeface="Calibri" panose="020F0502020204030204"/>
                <a:ea typeface="+mn-ea"/>
              </a:rPr>
              <a:pPr>
                <a:spcBef>
                  <a:spcPts val="0"/>
                </a:spcBef>
                <a:spcAft>
                  <a:spcPts val="600"/>
                </a:spcAft>
                <a:buNone/>
                <a:defRPr/>
              </a:pPr>
              <a:t>4</a:t>
            </a:fld>
            <a:endParaRPr lang="en-US" altLang="en-US" sz="1200">
              <a:solidFill>
                <a:schemeClr val="tx1">
                  <a:lumMod val="50000"/>
                  <a:lumOff val="50000"/>
                </a:schemeClr>
              </a:solidFill>
              <a:latin typeface="Calibri" panose="020F0502020204030204"/>
              <a:ea typeface="+mn-ea"/>
            </a:endParaRPr>
          </a:p>
        </p:txBody>
      </p:sp>
      <p:graphicFrame>
        <p:nvGraphicFramePr>
          <p:cNvPr id="18438" name="Rectangle 3">
            <a:extLst>
              <a:ext uri="{FF2B5EF4-FFF2-40B4-BE49-F238E27FC236}">
                <a16:creationId xmlns:a16="http://schemas.microsoft.com/office/drawing/2014/main" id="{41445B75-DAB8-A130-4E19-03F9B70E9E5D}"/>
              </a:ext>
            </a:extLst>
          </p:cNvPr>
          <p:cNvGraphicFramePr/>
          <p:nvPr>
            <p:extLst>
              <p:ext uri="{D42A27DB-BD31-4B8C-83A1-F6EECF244321}">
                <p14:modId xmlns:p14="http://schemas.microsoft.com/office/powerpoint/2010/main" val="160588227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727246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56" name="Rectangle 5155">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22" name="Rectangle 2"/>
          <p:cNvSpPr>
            <a:spLocks noGrp="1" noChangeArrowheads="1"/>
          </p:cNvSpPr>
          <p:nvPr>
            <p:ph type="title"/>
          </p:nvPr>
        </p:nvSpPr>
        <p:spPr>
          <a:xfrm>
            <a:off x="640080" y="325369"/>
            <a:ext cx="4368602" cy="1956841"/>
          </a:xfrm>
        </p:spPr>
        <p:txBody>
          <a:bodyPr vert="horz" lIns="91440" tIns="45720" rIns="91440" bIns="45720" rtlCol="0" anchor="b">
            <a:normAutofit/>
          </a:bodyPr>
          <a:lstStyle/>
          <a:p>
            <a:r>
              <a:rPr lang="en-US" altLang="ja-JP" sz="3400" kern="1200" dirty="0">
                <a:latin typeface="+mj-lt"/>
                <a:ea typeface="+mj-ea"/>
                <a:cs typeface="+mj-cs"/>
              </a:rPr>
              <a:t>Employment Specialist’s Most Effective Strategy </a:t>
            </a:r>
            <a:br>
              <a:rPr lang="en-US" altLang="ja-JP" sz="3400" kern="1200" dirty="0">
                <a:latin typeface="+mj-lt"/>
                <a:ea typeface="+mj-ea"/>
                <a:cs typeface="+mj-cs"/>
              </a:rPr>
            </a:br>
            <a:br>
              <a:rPr lang="en-US" altLang="ja-JP" sz="3400" kern="1200" dirty="0">
                <a:latin typeface="+mj-lt"/>
                <a:ea typeface="+mj-ea"/>
                <a:cs typeface="+mj-cs"/>
              </a:rPr>
            </a:br>
            <a:r>
              <a:rPr lang="en-US" altLang="ja-JP" sz="3400" kern="1200" dirty="0">
                <a:latin typeface="+mj-lt"/>
                <a:ea typeface="+mj-ea"/>
                <a:cs typeface="+mj-cs"/>
              </a:rPr>
              <a:t>IS…</a:t>
            </a:r>
            <a:endParaRPr lang="en-US" altLang="en-US" sz="3400" kern="1200" dirty="0">
              <a:latin typeface="+mj-lt"/>
              <a:ea typeface="+mj-ea"/>
              <a:cs typeface="+mj-cs"/>
            </a:endParaRPr>
          </a:p>
        </p:txBody>
      </p:sp>
      <p:sp>
        <p:nvSpPr>
          <p:cNvPr id="5158"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23" name="Rectangle 3"/>
          <p:cNvSpPr>
            <a:spLocks noGrp="1" noChangeArrowheads="1"/>
          </p:cNvSpPr>
          <p:nvPr>
            <p:ph type="body" idx="1"/>
          </p:nvPr>
        </p:nvSpPr>
        <p:spPr>
          <a:xfrm>
            <a:off x="640080" y="2872899"/>
            <a:ext cx="4243589" cy="3320668"/>
          </a:xfrm>
        </p:spPr>
        <p:txBody>
          <a:bodyPr vert="horz" lIns="91440" tIns="45720" rIns="91440" bIns="45720" rtlCol="0">
            <a:normAutofit/>
          </a:bodyPr>
          <a:lstStyle/>
          <a:p>
            <a:pPr marL="0" indent="0">
              <a:buNone/>
            </a:pPr>
            <a:r>
              <a:rPr lang="en-US" altLang="en-US" sz="2200" b="1" kern="1200" dirty="0">
                <a:latin typeface="+mn-lt"/>
                <a:ea typeface="+mn-ea"/>
                <a:cs typeface="+mn-cs"/>
              </a:rPr>
              <a:t>NETWORKING!!!! </a:t>
            </a:r>
          </a:p>
        </p:txBody>
      </p:sp>
      <p:pic>
        <p:nvPicPr>
          <p:cNvPr id="5124" name="Picture 2" descr="networking3.jpg"/>
          <p:cNvPicPr>
            <a:picLocks noChangeAspect="1"/>
          </p:cNvPicPr>
          <p:nvPr/>
        </p:nvPicPr>
        <p:blipFill rotWithShape="1">
          <a:blip r:embed="rId3">
            <a:extLst>
              <a:ext uri="{28A0092B-C50C-407E-A947-70E740481C1C}">
                <a14:useLocalDpi xmlns:a14="http://schemas.microsoft.com/office/drawing/2010/main" val="0"/>
              </a:ext>
            </a:extLst>
          </a:blip>
          <a:srcRect t="302"/>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125" name="Slide Number Placeholder 1"/>
          <p:cNvSpPr>
            <a:spLocks noGrp="1"/>
          </p:cNvSpPr>
          <p:nvPr>
            <p:ph type="sldNum" sz="quarter" idx="12"/>
          </p:nvPr>
        </p:nvSpPr>
        <p:spPr>
          <a:xfrm>
            <a:off x="10439400" y="6356350"/>
            <a:ext cx="9144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lIns="91440" tIns="45720" rIns="91440" bIns="45720" rtlCol="0">
            <a:normAutofit/>
          </a:bodyPr>
          <a:lstStyle>
            <a:lvl1pPr>
              <a:spcBef>
                <a:spcPct val="20000"/>
              </a:spcBef>
              <a:buChar char="•"/>
              <a:defRPr sz="3200">
                <a:solidFill>
                  <a:schemeClr val="tx1"/>
                </a:solidFill>
                <a:latin typeface="Verdana" pitchFamily="34" charset="0"/>
                <a:ea typeface="Osaka" pitchFamily="8" charset="-128"/>
              </a:defRPr>
            </a:lvl1pPr>
            <a:lvl2pPr marL="742950" indent="-285750">
              <a:spcBef>
                <a:spcPct val="20000"/>
              </a:spcBef>
              <a:buChar char="–"/>
              <a:defRPr sz="2800">
                <a:solidFill>
                  <a:schemeClr val="tx1"/>
                </a:solidFill>
                <a:latin typeface="Verdana" pitchFamily="34" charset="0"/>
                <a:ea typeface="Osaka" pitchFamily="8" charset="-128"/>
              </a:defRPr>
            </a:lvl2pPr>
            <a:lvl3pPr marL="1143000" indent="-228600">
              <a:spcBef>
                <a:spcPct val="20000"/>
              </a:spcBef>
              <a:buChar char="•"/>
              <a:defRPr sz="2400">
                <a:solidFill>
                  <a:schemeClr val="tx1"/>
                </a:solidFill>
                <a:latin typeface="Verdana" pitchFamily="34" charset="0"/>
                <a:ea typeface="Osaka" pitchFamily="8" charset="-128"/>
              </a:defRPr>
            </a:lvl3pPr>
            <a:lvl4pPr marL="1600200" indent="-228600">
              <a:spcBef>
                <a:spcPct val="20000"/>
              </a:spcBef>
              <a:buChar char="–"/>
              <a:defRPr sz="2000">
                <a:solidFill>
                  <a:schemeClr val="tx1"/>
                </a:solidFill>
                <a:latin typeface="Verdana" pitchFamily="34" charset="0"/>
                <a:ea typeface="Osaka" pitchFamily="8" charset="-128"/>
              </a:defRPr>
            </a:lvl4pPr>
            <a:lvl5pPr marL="2057400" indent="-228600">
              <a:spcBef>
                <a:spcPct val="20000"/>
              </a:spcBef>
              <a:buChar char="»"/>
              <a:defRPr sz="2000">
                <a:solidFill>
                  <a:schemeClr val="tx1"/>
                </a:solidFill>
                <a:latin typeface="Verdana" pitchFamily="34" charset="0"/>
                <a:ea typeface="Osaka" pitchFamily="8" charset="-128"/>
              </a:defRPr>
            </a:lvl5pPr>
            <a:lvl6pPr marL="25146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6pPr>
            <a:lvl7pPr marL="29718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7pPr>
            <a:lvl8pPr marL="34290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8pPr>
            <a:lvl9pPr marL="38862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9pPr>
          </a:lstStyle>
          <a:p>
            <a:pPr>
              <a:lnSpc>
                <a:spcPct val="90000"/>
              </a:lnSpc>
              <a:spcBef>
                <a:spcPct val="0"/>
              </a:spcBef>
              <a:spcAft>
                <a:spcPts val="600"/>
              </a:spcAft>
              <a:buFontTx/>
              <a:buNone/>
            </a:pPr>
            <a:fld id="{6ECC9289-F069-4B86-B73B-B82FA64C09D0}" type="slidenum">
              <a:rPr lang="en-US" altLang="en-US" sz="1800">
                <a:solidFill>
                  <a:srgbClr val="FFFFFF"/>
                </a:solidFill>
                <a:latin typeface="+mn-lt"/>
                <a:ea typeface="+mn-ea"/>
              </a:rPr>
              <a:pPr>
                <a:lnSpc>
                  <a:spcPct val="90000"/>
                </a:lnSpc>
                <a:spcBef>
                  <a:spcPct val="0"/>
                </a:spcBef>
                <a:spcAft>
                  <a:spcPts val="600"/>
                </a:spcAft>
                <a:buFontTx/>
                <a:buNone/>
              </a:pPr>
              <a:t>5</a:t>
            </a:fld>
            <a:endParaRPr lang="en-US" altLang="en-US" sz="1800" dirty="0">
              <a:solidFill>
                <a:srgbClr val="FFFFFF"/>
              </a:solidFill>
              <a:latin typeface="+mn-lt"/>
              <a:ea typeface="+mn-ea"/>
            </a:endParaRPr>
          </a:p>
        </p:txBody>
      </p:sp>
    </p:spTree>
    <p:extLst>
      <p:ext uri="{BB962C8B-B14F-4D97-AF65-F5344CB8AC3E}">
        <p14:creationId xmlns:p14="http://schemas.microsoft.com/office/powerpoint/2010/main" val="261913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5122"/>
                                        </p:tgtEl>
                                        <p:attrNameLst>
                                          <p:attrName>style.visibility</p:attrName>
                                        </p:attrNameLst>
                                      </p:cBhvr>
                                      <p:to>
                                        <p:strVal val="visible"/>
                                      </p:to>
                                    </p:set>
                                    <p:animEffect transition="in" filter="fade">
                                      <p:cBhvr>
                                        <p:cTn id="7" dur="7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4" name="Rectangle 6153">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146" name="Title 3"/>
          <p:cNvSpPr>
            <a:spLocks noGrp="1"/>
          </p:cNvSpPr>
          <p:nvPr>
            <p:ph type="title"/>
          </p:nvPr>
        </p:nvSpPr>
        <p:spPr>
          <a:xfrm>
            <a:off x="838200" y="365125"/>
            <a:ext cx="5393361" cy="1325563"/>
          </a:xfrm>
        </p:spPr>
        <p:txBody>
          <a:bodyPr>
            <a:normAutofit/>
          </a:bodyPr>
          <a:lstStyle/>
          <a:p>
            <a:r>
              <a:rPr lang="en-US" altLang="en-US" dirty="0">
                <a:latin typeface="Arial" pitchFamily="34" charset="0"/>
                <a:cs typeface="Arial" pitchFamily="34" charset="0"/>
              </a:rPr>
              <a:t>Networking Helps Job Seekers…</a:t>
            </a:r>
          </a:p>
        </p:txBody>
      </p:sp>
      <p:graphicFrame>
        <p:nvGraphicFramePr>
          <p:cNvPr id="6160" name="Content Placeholder 4">
            <a:extLst>
              <a:ext uri="{FF2B5EF4-FFF2-40B4-BE49-F238E27FC236}">
                <a16:creationId xmlns:a16="http://schemas.microsoft.com/office/drawing/2014/main" id="{9BEC24B5-A2DC-4B29-CA1A-5316E16F7749}"/>
              </a:ext>
            </a:extLst>
          </p:cNvPr>
          <p:cNvGraphicFramePr>
            <a:graphicFrameLocks noGrp="1"/>
          </p:cNvGraphicFramePr>
          <p:nvPr>
            <p:ph idx="1"/>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8" name="Picture 5" descr="networking.jpg"/>
          <p:cNvPicPr>
            <a:picLocks noChangeAspect="1"/>
          </p:cNvPicPr>
          <p:nvPr/>
        </p:nvPicPr>
        <p:blipFill rotWithShape="1">
          <a:blip r:embed="rId7">
            <a:extLst>
              <a:ext uri="{28A0092B-C50C-407E-A947-70E740481C1C}">
                <a14:useLocalDpi xmlns:a14="http://schemas.microsoft.com/office/drawing/2010/main" val="0"/>
              </a:ext>
            </a:extLst>
          </a:blip>
          <a:srcRect r="14252" b="2"/>
          <a:stretch/>
        </p:blipFill>
        <p:spPr bwMode="auto">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149" name="Slide Number Placeholder 2"/>
          <p:cNvSpPr>
            <a:spLocks noGrp="1"/>
          </p:cNvSpPr>
          <p:nvPr>
            <p:ph type="sldNum" sz="quarter" idx="12"/>
          </p:nvPr>
        </p:nvSpPr>
        <p:spPr>
          <a:xfrm>
            <a:off x="8610600" y="6356349"/>
            <a:ext cx="27432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spcBef>
                <a:spcPct val="20000"/>
              </a:spcBef>
              <a:buChar char="•"/>
              <a:defRPr sz="3200">
                <a:solidFill>
                  <a:schemeClr val="tx1"/>
                </a:solidFill>
                <a:latin typeface="Verdana" pitchFamily="34" charset="0"/>
                <a:ea typeface="Osaka" pitchFamily="8" charset="-128"/>
              </a:defRPr>
            </a:lvl1pPr>
            <a:lvl2pPr marL="742950" indent="-285750">
              <a:spcBef>
                <a:spcPct val="20000"/>
              </a:spcBef>
              <a:buChar char="–"/>
              <a:defRPr sz="2800">
                <a:solidFill>
                  <a:schemeClr val="tx1"/>
                </a:solidFill>
                <a:latin typeface="Verdana" pitchFamily="34" charset="0"/>
                <a:ea typeface="Osaka" pitchFamily="8" charset="-128"/>
              </a:defRPr>
            </a:lvl2pPr>
            <a:lvl3pPr marL="1143000" indent="-228600">
              <a:spcBef>
                <a:spcPct val="20000"/>
              </a:spcBef>
              <a:buChar char="•"/>
              <a:defRPr sz="2400">
                <a:solidFill>
                  <a:schemeClr val="tx1"/>
                </a:solidFill>
                <a:latin typeface="Verdana" pitchFamily="34" charset="0"/>
                <a:ea typeface="Osaka" pitchFamily="8" charset="-128"/>
              </a:defRPr>
            </a:lvl3pPr>
            <a:lvl4pPr marL="1600200" indent="-228600">
              <a:spcBef>
                <a:spcPct val="20000"/>
              </a:spcBef>
              <a:buChar char="–"/>
              <a:defRPr sz="2000">
                <a:solidFill>
                  <a:schemeClr val="tx1"/>
                </a:solidFill>
                <a:latin typeface="Verdana" pitchFamily="34" charset="0"/>
                <a:ea typeface="Osaka" pitchFamily="8" charset="-128"/>
              </a:defRPr>
            </a:lvl4pPr>
            <a:lvl5pPr marL="2057400" indent="-228600">
              <a:spcBef>
                <a:spcPct val="20000"/>
              </a:spcBef>
              <a:buChar char="»"/>
              <a:defRPr sz="2000">
                <a:solidFill>
                  <a:schemeClr val="tx1"/>
                </a:solidFill>
                <a:latin typeface="Verdana" pitchFamily="34" charset="0"/>
                <a:ea typeface="Osaka" pitchFamily="8" charset="-128"/>
              </a:defRPr>
            </a:lvl5pPr>
            <a:lvl6pPr marL="25146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6pPr>
            <a:lvl7pPr marL="29718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7pPr>
            <a:lvl8pPr marL="34290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8pPr>
            <a:lvl9pPr marL="38862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9pPr>
          </a:lstStyle>
          <a:p>
            <a:pPr>
              <a:lnSpc>
                <a:spcPct val="90000"/>
              </a:lnSpc>
              <a:spcBef>
                <a:spcPct val="0"/>
              </a:spcBef>
              <a:spcAft>
                <a:spcPts val="600"/>
              </a:spcAft>
              <a:buFontTx/>
              <a:buNone/>
            </a:pPr>
            <a:fld id="{D1289036-BE53-4E65-8797-5506B1969532}" type="slidenum">
              <a:rPr lang="en-US" altLang="en-US" sz="1800">
                <a:latin typeface="Arial" pitchFamily="34" charset="0"/>
              </a:rPr>
              <a:pPr>
                <a:lnSpc>
                  <a:spcPct val="90000"/>
                </a:lnSpc>
                <a:spcBef>
                  <a:spcPct val="0"/>
                </a:spcBef>
                <a:spcAft>
                  <a:spcPts val="600"/>
                </a:spcAft>
                <a:buFontTx/>
                <a:buNone/>
              </a:pPr>
              <a:t>6</a:t>
            </a:fld>
            <a:endParaRPr lang="en-US" altLang="en-US" sz="1800" dirty="0">
              <a:latin typeface="Arial" pitchFamily="34" charset="0"/>
            </a:endParaRPr>
          </a:p>
        </p:txBody>
      </p:sp>
      <p:sp>
        <p:nvSpPr>
          <p:cNvPr id="6156"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158"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9529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45" name="Rectangle 7244">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04" name="Picture 7203" descr="Close-up unopened pill packets">
            <a:extLst>
              <a:ext uri="{FF2B5EF4-FFF2-40B4-BE49-F238E27FC236}">
                <a16:creationId xmlns:a16="http://schemas.microsoft.com/office/drawing/2014/main" id="{B9D826E1-CE42-153B-4A36-62EE38F70B7E}"/>
              </a:ext>
            </a:extLst>
          </p:cNvPr>
          <p:cNvPicPr>
            <a:picLocks noChangeAspect="1"/>
          </p:cNvPicPr>
          <p:nvPr/>
        </p:nvPicPr>
        <p:blipFill rotWithShape="1">
          <a:blip r:embed="rId3"/>
          <a:srcRect t="7224" b="7224"/>
          <a:stretch/>
        </p:blipFill>
        <p:spPr>
          <a:xfrm>
            <a:off x="1" y="1"/>
            <a:ext cx="12192000" cy="6857999"/>
          </a:xfrm>
          <a:prstGeom prst="rect">
            <a:avLst/>
          </a:prstGeom>
        </p:spPr>
      </p:pic>
      <p:sp>
        <p:nvSpPr>
          <p:cNvPr id="7244" name="Freeform: Shape 7243">
            <a:extLst>
              <a:ext uri="{FF2B5EF4-FFF2-40B4-BE49-F238E27FC236}">
                <a16:creationId xmlns:a16="http://schemas.microsoft.com/office/drawing/2014/main" id="{C74F2646-08C7-4051-81DA-751C43A03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099" y="585274"/>
            <a:ext cx="7036051" cy="5492212"/>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chemeClr val="bg1"/>
          </a:solidFill>
          <a:ln>
            <a:noFill/>
          </a:ln>
          <a:effectLst>
            <a:outerShdw blurRad="50800" dist="254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46" name="Freeform: Shape 7245">
            <a:extLst>
              <a:ext uri="{FF2B5EF4-FFF2-40B4-BE49-F238E27FC236}">
                <a16:creationId xmlns:a16="http://schemas.microsoft.com/office/drawing/2014/main" id="{DCD6552F-C98B-4FBA-842F-3EF2D5ACA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099" y="585274"/>
            <a:ext cx="7036051" cy="5492212"/>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170" name="Rectangle 2"/>
          <p:cNvSpPr>
            <a:spLocks noGrp="1" noChangeArrowheads="1"/>
          </p:cNvSpPr>
          <p:nvPr>
            <p:ph type="title"/>
          </p:nvPr>
        </p:nvSpPr>
        <p:spPr>
          <a:xfrm>
            <a:off x="1215900" y="1071349"/>
            <a:ext cx="5886449" cy="1211475"/>
          </a:xfrm>
        </p:spPr>
        <p:txBody>
          <a:bodyPr>
            <a:normAutofit/>
          </a:bodyPr>
          <a:lstStyle/>
          <a:p>
            <a:pPr algn="ctr" eaLnBrk="1" hangingPunct="1"/>
            <a:br>
              <a:rPr lang="en-US" altLang="en-US" sz="3600"/>
            </a:br>
            <a:r>
              <a:rPr lang="en-US" altLang="en-US" sz="3600">
                <a:latin typeface="Arial" pitchFamily="34" charset="0"/>
                <a:cs typeface="Arial" pitchFamily="34" charset="0"/>
              </a:rPr>
              <a:t>Potential Contacts</a:t>
            </a:r>
          </a:p>
        </p:txBody>
      </p:sp>
      <p:sp>
        <p:nvSpPr>
          <p:cNvPr id="7248"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5249" y="395108"/>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7" name="Rectangle 3"/>
          <p:cNvSpPr>
            <a:spLocks noGrp="1" noChangeArrowheads="1"/>
          </p:cNvSpPr>
          <p:nvPr>
            <p:ph type="body" idx="1"/>
          </p:nvPr>
        </p:nvSpPr>
        <p:spPr>
          <a:xfrm>
            <a:off x="1283384" y="2419350"/>
            <a:ext cx="6217554" cy="3237647"/>
          </a:xfrm>
        </p:spPr>
        <p:txBody>
          <a:bodyPr anchor="ctr">
            <a:normAutofit fontScale="47500" lnSpcReduction="20000"/>
          </a:bodyPr>
          <a:lstStyle/>
          <a:p>
            <a:pPr eaLnBrk="1" hangingPunct="1"/>
            <a:r>
              <a:rPr lang="en-US" altLang="en-US" sz="3200" dirty="0">
                <a:latin typeface="Arial" pitchFamily="34" charset="0"/>
                <a:cs typeface="Arial" pitchFamily="34" charset="0"/>
              </a:rPr>
              <a:t>Personal (family, friends, neighbors, school, etc.)</a:t>
            </a:r>
          </a:p>
          <a:p>
            <a:pPr eaLnBrk="1" hangingPunct="1"/>
            <a:r>
              <a:rPr lang="en-US" altLang="en-US" sz="3200" dirty="0">
                <a:latin typeface="Arial" pitchFamily="34" charset="0"/>
                <a:cs typeface="Arial" pitchFamily="34" charset="0"/>
              </a:rPr>
              <a:t>Services used</a:t>
            </a:r>
          </a:p>
          <a:p>
            <a:pPr marL="574675" lvl="1"/>
            <a:r>
              <a:rPr lang="en-US" altLang="en-US" sz="3200" dirty="0">
                <a:latin typeface="Arial" pitchFamily="34" charset="0"/>
                <a:ea typeface="ＭＳ Ｐゴシック" pitchFamily="34" charset="-128"/>
              </a:rPr>
              <a:t>Bank, insurance, restaurants, health club, hair stylist</a:t>
            </a:r>
          </a:p>
          <a:p>
            <a:pPr marL="574675" lvl="1"/>
            <a:r>
              <a:rPr lang="en-US" altLang="en-US" sz="3200" dirty="0">
                <a:latin typeface="Arial" pitchFamily="34" charset="0"/>
                <a:ea typeface="ＭＳ Ｐゴシック" pitchFamily="34" charset="-128"/>
              </a:rPr>
              <a:t>Doctor / dentist / vet</a:t>
            </a:r>
          </a:p>
          <a:p>
            <a:pPr marL="574675" lvl="1"/>
            <a:r>
              <a:rPr lang="en-US" altLang="en-US" sz="3200" dirty="0">
                <a:latin typeface="Arial" pitchFamily="34" charset="0"/>
                <a:ea typeface="ＭＳ Ｐゴシック" pitchFamily="34" charset="-128"/>
              </a:rPr>
              <a:t>Stores (food, pharmacy, etc.)</a:t>
            </a:r>
          </a:p>
          <a:p>
            <a:pPr marL="574675" lvl="1"/>
            <a:r>
              <a:rPr lang="en-US" altLang="en-US" sz="3200" dirty="0">
                <a:latin typeface="Arial" pitchFamily="34" charset="0"/>
                <a:ea typeface="ＭＳ Ｐゴシック" pitchFamily="34" charset="-128"/>
              </a:rPr>
              <a:t>Day care &amp; other child contacts</a:t>
            </a:r>
          </a:p>
          <a:p>
            <a:pPr eaLnBrk="1" hangingPunct="1"/>
            <a:r>
              <a:rPr lang="en-US" altLang="en-US" sz="3200" dirty="0">
                <a:latin typeface="Arial" pitchFamily="34" charset="0"/>
                <a:cs typeface="Arial" pitchFamily="34" charset="0"/>
              </a:rPr>
              <a:t>Associations</a:t>
            </a:r>
          </a:p>
          <a:p>
            <a:pPr marL="574675" lvl="1"/>
            <a:r>
              <a:rPr lang="en-US" altLang="en-US" sz="3200" dirty="0">
                <a:latin typeface="Arial" pitchFamily="34" charset="0"/>
                <a:ea typeface="ＭＳ Ｐゴシック" pitchFamily="34" charset="-128"/>
              </a:rPr>
              <a:t>Church / temple / mosque</a:t>
            </a:r>
          </a:p>
          <a:p>
            <a:pPr marL="574675" lvl="1"/>
            <a:r>
              <a:rPr lang="en-US" altLang="en-US" sz="3200" dirty="0">
                <a:latin typeface="Arial" pitchFamily="34" charset="0"/>
                <a:ea typeface="ＭＳ Ｐゴシック" pitchFamily="34" charset="-128"/>
              </a:rPr>
              <a:t>Elks, Rotary, Masons, military, etc. </a:t>
            </a:r>
          </a:p>
          <a:p>
            <a:pPr eaLnBrk="1" hangingPunct="1"/>
            <a:r>
              <a:rPr lang="en-US" altLang="en-US" sz="3200" dirty="0">
                <a:latin typeface="Arial" pitchFamily="34" charset="0"/>
                <a:cs typeface="Arial" pitchFamily="34" charset="0"/>
              </a:rPr>
              <a:t>Agency contacts</a:t>
            </a:r>
          </a:p>
          <a:p>
            <a:pPr marL="574675" lvl="1"/>
            <a:r>
              <a:rPr lang="en-US" altLang="en-US" sz="3200" dirty="0">
                <a:latin typeface="Arial" pitchFamily="34" charset="0"/>
                <a:ea typeface="ＭＳ Ｐゴシック" pitchFamily="34" charset="-128"/>
              </a:rPr>
              <a:t>Staff, board members, accounts payable, others…</a:t>
            </a:r>
            <a:endParaRPr lang="en-US" altLang="en-US" sz="3200" b="1" dirty="0">
              <a:latin typeface="Arial" pitchFamily="34" charset="0"/>
              <a:ea typeface="ＭＳ Ｐゴシック" pitchFamily="34" charset="-128"/>
            </a:endParaRPr>
          </a:p>
          <a:p>
            <a:pPr marL="574675" lvl="1">
              <a:buNone/>
            </a:pPr>
            <a:r>
              <a:rPr lang="en-US" altLang="en-US" sz="3200" b="1" dirty="0">
                <a:latin typeface="Arial" pitchFamily="34" charset="0"/>
                <a:ea typeface="ＭＳ Ｐゴシック" pitchFamily="34" charset="-128"/>
              </a:rPr>
              <a:t>Avoid the </a:t>
            </a:r>
            <a:r>
              <a:rPr lang="ja-JP" altLang="en-US" sz="3200" b="1">
                <a:latin typeface="Arial" pitchFamily="34" charset="0"/>
                <a:ea typeface="ＭＳ Ｐゴシック" pitchFamily="34" charset="-128"/>
              </a:rPr>
              <a:t>“</a:t>
            </a:r>
            <a:r>
              <a:rPr lang="en-US" altLang="ja-JP" sz="3200" b="1" dirty="0">
                <a:latin typeface="Arial" pitchFamily="34" charset="0"/>
                <a:ea typeface="ＭＳ Ｐゴシック" pitchFamily="34" charset="-128"/>
                <a:cs typeface="Arial" pitchFamily="34" charset="0"/>
              </a:rPr>
              <a:t>I don</a:t>
            </a:r>
            <a:r>
              <a:rPr lang="ja-JP" altLang="en-US" sz="3200" b="1">
                <a:latin typeface="Arial" pitchFamily="34" charset="0"/>
                <a:ea typeface="ＭＳ Ｐゴシック" pitchFamily="34" charset="-128"/>
              </a:rPr>
              <a:t>’</a:t>
            </a:r>
            <a:r>
              <a:rPr lang="en-US" altLang="ja-JP" sz="3200" b="1" dirty="0">
                <a:latin typeface="Arial" pitchFamily="34" charset="0"/>
                <a:cs typeface="Arial" pitchFamily="34" charset="0"/>
              </a:rPr>
              <a:t>t know anyone</a:t>
            </a:r>
            <a:r>
              <a:rPr lang="ja-JP" altLang="en-US" sz="3200" b="1">
                <a:latin typeface="Arial" pitchFamily="34" charset="0"/>
                <a:ea typeface="ＭＳ Ｐゴシック" pitchFamily="34" charset="-128"/>
              </a:rPr>
              <a:t>”</a:t>
            </a:r>
            <a:r>
              <a:rPr lang="en-US" altLang="ja-JP" sz="3200" b="1" dirty="0">
                <a:latin typeface="Arial" pitchFamily="34" charset="0"/>
                <a:cs typeface="Arial" pitchFamily="34" charset="0"/>
              </a:rPr>
              <a:t> syndrome</a:t>
            </a:r>
          </a:p>
          <a:p>
            <a:pPr marL="574675" lvl="1"/>
            <a:endParaRPr lang="en-US" altLang="en-US" sz="1300" dirty="0"/>
          </a:p>
        </p:txBody>
      </p:sp>
    </p:spTree>
    <p:extLst>
      <p:ext uri="{BB962C8B-B14F-4D97-AF65-F5344CB8AC3E}">
        <p14:creationId xmlns:p14="http://schemas.microsoft.com/office/powerpoint/2010/main" val="931030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8672" name="Rectangle 198664">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8674" name="Group 198666">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98668" name="Freeform: Shape 198667">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8675" name="Rectangle 198668">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8671" name="Rectangle 198670">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8673" name="Isosceles Triangle 198672">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54" name="Slide Number Placeholder 6"/>
          <p:cNvSpPr>
            <a:spLocks noGrp="1"/>
          </p:cNvSpPr>
          <p:nvPr>
            <p:ph type="sldNum" sz="quarter" idx="12"/>
          </p:nvPr>
        </p:nvSpPr>
        <p:spPr bwMode="auto">
          <a:xfrm>
            <a:off x="9277724" y="643467"/>
            <a:ext cx="1828577" cy="438859"/>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defTabSz="868680">
              <a:spcBef>
                <a:spcPct val="0"/>
              </a:spcBef>
              <a:spcAft>
                <a:spcPts val="600"/>
              </a:spcAft>
              <a:buNone/>
            </a:pPr>
            <a:fld id="{F5684D26-1063-47A8-A708-3D2D526829FD}" type="slidenum">
              <a:rPr lang="en-US" altLang="en-US" sz="1330" kern="1200">
                <a:solidFill>
                  <a:schemeClr val="tx1"/>
                </a:solidFill>
                <a:latin typeface="Arial" pitchFamily="34" charset="0"/>
                <a:ea typeface="Osaka" pitchFamily="8" charset="-128"/>
                <a:cs typeface="+mn-cs"/>
              </a:rPr>
              <a:pPr defTabSz="868680">
                <a:spcBef>
                  <a:spcPct val="0"/>
                </a:spcBef>
                <a:spcAft>
                  <a:spcPts val="600"/>
                </a:spcAft>
                <a:buNone/>
              </a:pPr>
              <a:t>8</a:t>
            </a:fld>
            <a:endParaRPr lang="en-US" altLang="en-US" sz="1400" dirty="0">
              <a:ea typeface="Osaka" pitchFamily="8" charset="-128"/>
            </a:endParaRPr>
          </a:p>
        </p:txBody>
      </p:sp>
      <p:sp>
        <p:nvSpPr>
          <p:cNvPr id="23555" name="Rectangle 2"/>
          <p:cNvSpPr>
            <a:spLocks noGrp="1" noChangeArrowheads="1"/>
          </p:cNvSpPr>
          <p:nvPr>
            <p:ph type="title"/>
          </p:nvPr>
        </p:nvSpPr>
        <p:spPr>
          <a:xfrm>
            <a:off x="1670843" y="680039"/>
            <a:ext cx="7460595" cy="780191"/>
          </a:xfrm>
        </p:spPr>
        <p:txBody>
          <a:bodyPr>
            <a:normAutofit fontScale="90000"/>
          </a:bodyPr>
          <a:lstStyle/>
          <a:p>
            <a:pPr defTabSz="868680"/>
            <a:r>
              <a:rPr lang="en-US" altLang="en-US" sz="3420" kern="1200" dirty="0">
                <a:solidFill>
                  <a:schemeClr val="tx1"/>
                </a:solidFill>
                <a:latin typeface="+mj-lt"/>
                <a:ea typeface="Osaka" pitchFamily="8" charset="-128"/>
                <a:cs typeface="+mj-cs"/>
              </a:rPr>
              <a:t>Researching a Company</a:t>
            </a:r>
            <a:br>
              <a:rPr lang="en-US" altLang="en-US" sz="3420" kern="1200" dirty="0">
                <a:solidFill>
                  <a:schemeClr val="tx1"/>
                </a:solidFill>
                <a:latin typeface="+mj-lt"/>
                <a:ea typeface="Osaka" pitchFamily="8" charset="-128"/>
                <a:cs typeface="+mj-cs"/>
              </a:rPr>
            </a:br>
            <a:endParaRPr lang="en-US" altLang="en-US" sz="3600" dirty="0">
              <a:ea typeface="Osaka" pitchFamily="8" charset="-128"/>
            </a:endParaRPr>
          </a:p>
        </p:txBody>
      </p:sp>
      <p:sp>
        <p:nvSpPr>
          <p:cNvPr id="23556" name="Rectangle 3"/>
          <p:cNvSpPr>
            <a:spLocks noGrp="1" noChangeArrowheads="1"/>
          </p:cNvSpPr>
          <p:nvPr>
            <p:ph type="body" sz="half" idx="1"/>
          </p:nvPr>
        </p:nvSpPr>
        <p:spPr>
          <a:xfrm>
            <a:off x="1231984" y="1460231"/>
            <a:ext cx="3510868" cy="658288"/>
          </a:xfrm>
        </p:spPr>
        <p:txBody>
          <a:bodyPr/>
          <a:lstStyle/>
          <a:p>
            <a:pPr marL="217170" indent="-217170" defTabSz="868680">
              <a:spcBef>
                <a:spcPts val="950"/>
              </a:spcBef>
              <a:buNone/>
            </a:pPr>
            <a:r>
              <a:rPr lang="en-US" altLang="en-US" sz="3040" kern="1200" dirty="0">
                <a:solidFill>
                  <a:srgbClr val="000000"/>
                </a:solidFill>
                <a:latin typeface="+mn-lt"/>
                <a:ea typeface="Osaka" pitchFamily="8" charset="-128"/>
                <a:cs typeface="+mn-cs"/>
              </a:rPr>
              <a:t>Where to Look:</a:t>
            </a:r>
            <a:endParaRPr lang="en-US" altLang="en-US" sz="3200" dirty="0">
              <a:solidFill>
                <a:srgbClr val="000000"/>
              </a:solidFill>
              <a:ea typeface="Osaka" pitchFamily="8" charset="-128"/>
            </a:endParaRPr>
          </a:p>
        </p:txBody>
      </p:sp>
      <p:sp>
        <p:nvSpPr>
          <p:cNvPr id="198660" name="Rectangle 4"/>
          <p:cNvSpPr>
            <a:spLocks noChangeArrowheads="1"/>
          </p:cNvSpPr>
          <p:nvPr/>
        </p:nvSpPr>
        <p:spPr bwMode="auto">
          <a:xfrm>
            <a:off x="1085698" y="2118520"/>
            <a:ext cx="4169156" cy="2415136"/>
          </a:xfrm>
          <a:prstGeom prst="rect">
            <a:avLst/>
          </a:prstGeom>
          <a:noFill/>
          <a:ln w="12700">
            <a:noFill/>
            <a:miter lim="800000"/>
            <a:headEnd/>
            <a:tailEnd/>
          </a:ln>
          <a:effectLst/>
        </p:spPr>
        <p:txBody>
          <a:bodyPr>
            <a:spAutoFit/>
          </a:bodyPr>
          <a:lstStyle/>
          <a:p>
            <a:pPr marL="325755" indent="-325755" defTabSz="868680">
              <a:spcBef>
                <a:spcPct val="20000"/>
              </a:spcBef>
              <a:spcAft>
                <a:spcPct val="35000"/>
              </a:spcAft>
              <a:buClr>
                <a:schemeClr val="tx2"/>
              </a:buClr>
              <a:buSzPct val="75000"/>
              <a:buFont typeface="Arial" charset="0"/>
              <a:buChar char="•"/>
              <a:defRPr/>
            </a:pPr>
            <a:r>
              <a:rPr lang="en-US" sz="1710" kern="1200" dirty="0">
                <a:solidFill>
                  <a:schemeClr val="tx1"/>
                </a:solidFill>
                <a:latin typeface="Arial"/>
                <a:ea typeface="+mn-ea"/>
                <a:cs typeface="Arial"/>
              </a:rPr>
              <a:t>Company brochures</a:t>
            </a:r>
          </a:p>
          <a:p>
            <a:pPr marL="325755" indent="-325755" defTabSz="868680">
              <a:spcBef>
                <a:spcPct val="20000"/>
              </a:spcBef>
              <a:spcAft>
                <a:spcPct val="35000"/>
              </a:spcAft>
              <a:buClr>
                <a:schemeClr val="tx2"/>
              </a:buClr>
              <a:buSzPct val="75000"/>
              <a:buFont typeface="Arial" charset="0"/>
              <a:buChar char="•"/>
              <a:defRPr/>
            </a:pPr>
            <a:r>
              <a:rPr lang="en-US" sz="1710" kern="1200" dirty="0">
                <a:solidFill>
                  <a:schemeClr val="tx1"/>
                </a:solidFill>
                <a:latin typeface="Arial"/>
                <a:ea typeface="+mn-ea"/>
                <a:cs typeface="Arial"/>
              </a:rPr>
              <a:t> Annual report</a:t>
            </a:r>
          </a:p>
          <a:p>
            <a:pPr marL="325755" indent="-325755" defTabSz="868680">
              <a:spcBef>
                <a:spcPct val="20000"/>
              </a:spcBef>
              <a:spcAft>
                <a:spcPct val="35000"/>
              </a:spcAft>
              <a:buClr>
                <a:schemeClr val="tx2"/>
              </a:buClr>
              <a:buSzPct val="75000"/>
              <a:buFont typeface="Arial" charset="0"/>
              <a:buChar char="•"/>
              <a:defRPr/>
            </a:pPr>
            <a:r>
              <a:rPr lang="en-US" sz="1710" kern="1200" dirty="0">
                <a:solidFill>
                  <a:schemeClr val="tx1"/>
                </a:solidFill>
                <a:latin typeface="Arial"/>
                <a:ea typeface="+mn-ea"/>
                <a:cs typeface="Arial"/>
              </a:rPr>
              <a:t> Talk to employees</a:t>
            </a:r>
          </a:p>
          <a:p>
            <a:pPr marL="325755" indent="-325755" defTabSz="868680">
              <a:spcBef>
                <a:spcPct val="20000"/>
              </a:spcBef>
              <a:spcAft>
                <a:spcPct val="35000"/>
              </a:spcAft>
              <a:buClr>
                <a:schemeClr val="tx2"/>
              </a:buClr>
              <a:buSzPct val="75000"/>
              <a:buFont typeface="Arial" charset="0"/>
              <a:buChar char="•"/>
              <a:defRPr/>
            </a:pPr>
            <a:r>
              <a:rPr lang="en-US" sz="1710" kern="1200" dirty="0">
                <a:solidFill>
                  <a:schemeClr val="tx1"/>
                </a:solidFill>
                <a:latin typeface="Arial"/>
                <a:ea typeface="+mn-ea"/>
                <a:cs typeface="Arial"/>
              </a:rPr>
              <a:t> Talk to competition</a:t>
            </a:r>
          </a:p>
          <a:p>
            <a:pPr marL="325755" indent="-325755" defTabSz="868680">
              <a:spcBef>
                <a:spcPct val="20000"/>
              </a:spcBef>
              <a:spcAft>
                <a:spcPct val="35000"/>
              </a:spcAft>
              <a:buClr>
                <a:schemeClr val="tx2"/>
              </a:buClr>
              <a:buSzPct val="75000"/>
              <a:buFont typeface="Arial" charset="0"/>
              <a:buChar char="•"/>
              <a:defRPr/>
            </a:pPr>
            <a:r>
              <a:rPr lang="en-US" sz="1710" kern="1200" dirty="0">
                <a:solidFill>
                  <a:schemeClr val="tx1"/>
                </a:solidFill>
                <a:latin typeface="Arial"/>
                <a:ea typeface="+mn-ea"/>
                <a:cs typeface="Arial"/>
              </a:rPr>
              <a:t> Take a tour</a:t>
            </a:r>
          </a:p>
          <a:p>
            <a:pPr marL="325755" indent="-325755" defTabSz="868680">
              <a:spcBef>
                <a:spcPct val="20000"/>
              </a:spcBef>
              <a:spcAft>
                <a:spcPct val="35000"/>
              </a:spcAft>
              <a:buClr>
                <a:schemeClr val="tx2"/>
              </a:buClr>
              <a:buSzPct val="75000"/>
              <a:buFont typeface="Arial" charset="0"/>
              <a:buChar char="•"/>
              <a:defRPr/>
            </a:pPr>
            <a:r>
              <a:rPr lang="en-US" sz="1710" kern="1200" dirty="0">
                <a:solidFill>
                  <a:schemeClr val="tx1"/>
                </a:solidFill>
                <a:latin typeface="Arial"/>
                <a:ea typeface="+mn-ea"/>
                <a:cs typeface="Arial"/>
              </a:rPr>
              <a:t> Read the bulletin board           </a:t>
            </a:r>
            <a:r>
              <a:rPr lang="en-US" sz="1710" kern="1200" dirty="0">
                <a:solidFill>
                  <a:schemeClr val="tx1"/>
                </a:solidFill>
                <a:latin typeface="Verdana" charset="0"/>
                <a:ea typeface="+mn-ea"/>
                <a:cs typeface="+mn-cs"/>
              </a:rPr>
              <a:t>	</a:t>
            </a:r>
            <a:endParaRPr lang="en-US" dirty="0">
              <a:solidFill>
                <a:schemeClr val="tx2"/>
              </a:solidFill>
              <a:effectLst>
                <a:outerShdw blurRad="38100" dist="38100" dir="2700000" algn="tl">
                  <a:srgbClr val="DDDDDD"/>
                </a:outerShdw>
              </a:effectLst>
              <a:latin typeface="Verdana" charset="0"/>
              <a:ea typeface="Osaka" charset="0"/>
              <a:cs typeface="Osaka" charset="0"/>
            </a:endParaRPr>
          </a:p>
        </p:txBody>
      </p:sp>
      <p:sp>
        <p:nvSpPr>
          <p:cNvPr id="2" name="Text Box 6"/>
          <p:cNvSpPr txBox="1">
            <a:spLocks noChangeArrowheads="1"/>
          </p:cNvSpPr>
          <p:nvPr/>
        </p:nvSpPr>
        <p:spPr bwMode="auto">
          <a:xfrm>
            <a:off x="5327997" y="1460231"/>
            <a:ext cx="3730297" cy="556193"/>
          </a:xfrm>
          <a:prstGeom prst="rect">
            <a:avLst/>
          </a:prstGeom>
          <a:noFill/>
          <a:ln>
            <a:noFill/>
          </a:ln>
        </p:spPr>
        <p:txBody>
          <a:bodyPr>
            <a:spAutoFit/>
          </a:bodyPr>
          <a:lstStyle>
            <a:lvl1pPr>
              <a:defRPr sz="2400">
                <a:solidFill>
                  <a:schemeClr val="tx1"/>
                </a:solidFill>
                <a:latin typeface="Arial" charset="0"/>
                <a:ea typeface="Osaka" charset="0"/>
                <a:cs typeface="Osaka" charset="0"/>
              </a:defRPr>
            </a:lvl1pPr>
            <a:lvl2pPr marL="742950" indent="-285750">
              <a:defRPr sz="2400">
                <a:solidFill>
                  <a:schemeClr val="tx1"/>
                </a:solidFill>
                <a:latin typeface="Arial" charset="0"/>
                <a:ea typeface="Osaka" charset="0"/>
                <a:cs typeface="Osaka" charset="0"/>
              </a:defRPr>
            </a:lvl2pPr>
            <a:lvl3pPr marL="1143000" indent="-228600">
              <a:defRPr sz="2400">
                <a:solidFill>
                  <a:schemeClr val="tx1"/>
                </a:solidFill>
                <a:latin typeface="Arial" charset="0"/>
                <a:ea typeface="Osaka" charset="0"/>
                <a:cs typeface="Osaka" charset="0"/>
              </a:defRPr>
            </a:lvl3pPr>
            <a:lvl4pPr marL="1600200" indent="-228600">
              <a:defRPr sz="2400">
                <a:solidFill>
                  <a:schemeClr val="tx1"/>
                </a:solidFill>
                <a:latin typeface="Arial" charset="0"/>
                <a:ea typeface="Osaka" charset="0"/>
                <a:cs typeface="Osaka" charset="0"/>
              </a:defRPr>
            </a:lvl4pPr>
            <a:lvl5pPr marL="2057400" indent="-228600">
              <a:defRPr sz="2400">
                <a:solidFill>
                  <a:schemeClr val="tx1"/>
                </a:solidFill>
                <a:latin typeface="Arial" charset="0"/>
                <a:ea typeface="Osaka" charset="0"/>
                <a:cs typeface="Osaka" charset="0"/>
              </a:defRPr>
            </a:lvl5pPr>
            <a:lvl6pPr marL="2514600" indent="-228600" eaLnBrk="0" fontAlgn="base" hangingPunct="0">
              <a:spcBef>
                <a:spcPct val="0"/>
              </a:spcBef>
              <a:spcAft>
                <a:spcPct val="0"/>
              </a:spcAft>
              <a:defRPr sz="2400">
                <a:solidFill>
                  <a:schemeClr val="tx1"/>
                </a:solidFill>
                <a:latin typeface="Arial" charset="0"/>
                <a:ea typeface="Osaka" charset="0"/>
                <a:cs typeface="Osaka" charset="0"/>
              </a:defRPr>
            </a:lvl6pPr>
            <a:lvl7pPr marL="2971800" indent="-228600" eaLnBrk="0" fontAlgn="base" hangingPunct="0">
              <a:spcBef>
                <a:spcPct val="0"/>
              </a:spcBef>
              <a:spcAft>
                <a:spcPct val="0"/>
              </a:spcAft>
              <a:defRPr sz="2400">
                <a:solidFill>
                  <a:schemeClr val="tx1"/>
                </a:solidFill>
                <a:latin typeface="Arial" charset="0"/>
                <a:ea typeface="Osaka" charset="0"/>
                <a:cs typeface="Osaka" charset="0"/>
              </a:defRPr>
            </a:lvl7pPr>
            <a:lvl8pPr marL="3429000" indent="-228600" eaLnBrk="0" fontAlgn="base" hangingPunct="0">
              <a:spcBef>
                <a:spcPct val="0"/>
              </a:spcBef>
              <a:spcAft>
                <a:spcPct val="0"/>
              </a:spcAft>
              <a:defRPr sz="2400">
                <a:solidFill>
                  <a:schemeClr val="tx1"/>
                </a:solidFill>
                <a:latin typeface="Arial" charset="0"/>
                <a:ea typeface="Osaka" charset="0"/>
                <a:cs typeface="Osaka" charset="0"/>
              </a:defRPr>
            </a:lvl8pPr>
            <a:lvl9pPr marL="3886200" indent="-228600" eaLnBrk="0" fontAlgn="base" hangingPunct="0">
              <a:spcBef>
                <a:spcPct val="0"/>
              </a:spcBef>
              <a:spcAft>
                <a:spcPct val="0"/>
              </a:spcAft>
              <a:defRPr sz="2400">
                <a:solidFill>
                  <a:schemeClr val="tx1"/>
                </a:solidFill>
                <a:latin typeface="Arial" charset="0"/>
                <a:ea typeface="Osaka" charset="0"/>
                <a:cs typeface="Osaka" charset="0"/>
              </a:defRPr>
            </a:lvl9pPr>
          </a:lstStyle>
          <a:p>
            <a:pPr defTabSz="868680">
              <a:spcBef>
                <a:spcPct val="50000"/>
              </a:spcBef>
              <a:defRPr/>
            </a:pPr>
            <a:r>
              <a:rPr lang="en-US" sz="3040" kern="1200" dirty="0">
                <a:solidFill>
                  <a:schemeClr val="tx1"/>
                </a:solidFill>
                <a:latin typeface="+mn-lt"/>
                <a:ea typeface="Osaka" charset="0"/>
                <a:cs typeface="Osaka" charset="0"/>
              </a:rPr>
              <a:t>Info to Gather:</a:t>
            </a:r>
            <a:endParaRPr lang="en-US" sz="3200" dirty="0">
              <a:latin typeface="+mn-lt"/>
            </a:endParaRPr>
          </a:p>
        </p:txBody>
      </p:sp>
      <p:graphicFrame>
        <p:nvGraphicFramePr>
          <p:cNvPr id="198677" name="Rectangle 5">
            <a:extLst>
              <a:ext uri="{FF2B5EF4-FFF2-40B4-BE49-F238E27FC236}">
                <a16:creationId xmlns:a16="http://schemas.microsoft.com/office/drawing/2014/main" id="{5FD7B08D-7CFF-B927-5D6D-D15750E737B9}"/>
              </a:ext>
            </a:extLst>
          </p:cNvPr>
          <p:cNvGraphicFramePr/>
          <p:nvPr>
            <p:extLst>
              <p:ext uri="{D42A27DB-BD31-4B8C-83A1-F6EECF244321}">
                <p14:modId xmlns:p14="http://schemas.microsoft.com/office/powerpoint/2010/main" val="483882900"/>
              </p:ext>
            </p:extLst>
          </p:nvPr>
        </p:nvGraphicFramePr>
        <p:xfrm>
          <a:off x="4596566" y="2045376"/>
          <a:ext cx="6363450" cy="41691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174769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49" name="Rectangle 8237">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94" name="Rectangle 2"/>
          <p:cNvSpPr>
            <a:spLocks noGrp="1" noChangeArrowheads="1"/>
          </p:cNvSpPr>
          <p:nvPr>
            <p:ph type="title"/>
          </p:nvPr>
        </p:nvSpPr>
        <p:spPr>
          <a:xfrm>
            <a:off x="5297762" y="329184"/>
            <a:ext cx="6251110" cy="1783080"/>
          </a:xfrm>
        </p:spPr>
        <p:txBody>
          <a:bodyPr anchor="b">
            <a:normAutofit/>
          </a:bodyPr>
          <a:lstStyle/>
          <a:p>
            <a:pPr eaLnBrk="1" hangingPunct="1"/>
            <a:r>
              <a:rPr lang="en-US" altLang="en-US" sz="5400" dirty="0">
                <a:latin typeface="Arial" pitchFamily="34" charset="0"/>
                <a:cs typeface="Arial" pitchFamily="34" charset="0"/>
              </a:rPr>
              <a:t>Using Networks and Follow Up</a:t>
            </a:r>
          </a:p>
        </p:txBody>
      </p:sp>
      <p:pic>
        <p:nvPicPr>
          <p:cNvPr id="8198" name="Picture 8197" descr="White puzzle with one red piece">
            <a:extLst>
              <a:ext uri="{FF2B5EF4-FFF2-40B4-BE49-F238E27FC236}">
                <a16:creationId xmlns:a16="http://schemas.microsoft.com/office/drawing/2014/main" id="{602135D2-9E76-6611-9203-E43EF77AE15B}"/>
              </a:ext>
            </a:extLst>
          </p:cNvPr>
          <p:cNvPicPr>
            <a:picLocks noChangeAspect="1"/>
          </p:cNvPicPr>
          <p:nvPr/>
        </p:nvPicPr>
        <p:blipFill rotWithShape="1">
          <a:blip r:embed="rId3"/>
          <a:srcRect l="31686" r="30114"/>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8250"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96" name="Slide Number Placeholder 1"/>
          <p:cNvSpPr>
            <a:spLocks noGrp="1"/>
          </p:cNvSpPr>
          <p:nvPr>
            <p:ph type="sldNum" sz="quarter" idx="12"/>
          </p:nvPr>
        </p:nvSpPr>
        <p:spPr>
          <a:xfrm>
            <a:off x="10052978" y="6356350"/>
            <a:ext cx="1300821" cy="365125"/>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3200">
                <a:solidFill>
                  <a:schemeClr val="tx1"/>
                </a:solidFill>
                <a:latin typeface="Verdana" pitchFamily="34" charset="0"/>
                <a:ea typeface="Osaka" pitchFamily="8" charset="-128"/>
              </a:defRPr>
            </a:lvl1pPr>
            <a:lvl2pPr marL="742950" indent="-285750">
              <a:spcBef>
                <a:spcPct val="20000"/>
              </a:spcBef>
              <a:buChar char="–"/>
              <a:defRPr sz="2800">
                <a:solidFill>
                  <a:schemeClr val="tx1"/>
                </a:solidFill>
                <a:latin typeface="Verdana" pitchFamily="34" charset="0"/>
                <a:ea typeface="Osaka" pitchFamily="8" charset="-128"/>
              </a:defRPr>
            </a:lvl2pPr>
            <a:lvl3pPr marL="1143000" indent="-228600">
              <a:spcBef>
                <a:spcPct val="20000"/>
              </a:spcBef>
              <a:buChar char="•"/>
              <a:defRPr sz="2400">
                <a:solidFill>
                  <a:schemeClr val="tx1"/>
                </a:solidFill>
                <a:latin typeface="Verdana" pitchFamily="34" charset="0"/>
                <a:ea typeface="Osaka" pitchFamily="8" charset="-128"/>
              </a:defRPr>
            </a:lvl3pPr>
            <a:lvl4pPr marL="1600200" indent="-228600">
              <a:spcBef>
                <a:spcPct val="20000"/>
              </a:spcBef>
              <a:buChar char="–"/>
              <a:defRPr sz="2000">
                <a:solidFill>
                  <a:schemeClr val="tx1"/>
                </a:solidFill>
                <a:latin typeface="Verdana" pitchFamily="34" charset="0"/>
                <a:ea typeface="Osaka" pitchFamily="8" charset="-128"/>
              </a:defRPr>
            </a:lvl4pPr>
            <a:lvl5pPr marL="2057400" indent="-228600">
              <a:spcBef>
                <a:spcPct val="20000"/>
              </a:spcBef>
              <a:buChar char="»"/>
              <a:defRPr sz="2000">
                <a:solidFill>
                  <a:schemeClr val="tx1"/>
                </a:solidFill>
                <a:latin typeface="Verdana" pitchFamily="34" charset="0"/>
                <a:ea typeface="Osaka" pitchFamily="8" charset="-128"/>
              </a:defRPr>
            </a:lvl5pPr>
            <a:lvl6pPr marL="25146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6pPr>
            <a:lvl7pPr marL="29718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7pPr>
            <a:lvl8pPr marL="34290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8pPr>
            <a:lvl9pPr marL="38862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9pPr>
          </a:lstStyle>
          <a:p>
            <a:pPr>
              <a:lnSpc>
                <a:spcPct val="90000"/>
              </a:lnSpc>
              <a:spcBef>
                <a:spcPct val="0"/>
              </a:spcBef>
              <a:spcAft>
                <a:spcPts val="600"/>
              </a:spcAft>
              <a:buFontTx/>
              <a:buNone/>
            </a:pPr>
            <a:fld id="{33BC42B3-D58E-42F7-AB17-5CB21965DC53}" type="slidenum">
              <a:rPr lang="en-US" altLang="en-US" sz="1800">
                <a:latin typeface="Arial" pitchFamily="34" charset="0"/>
              </a:rPr>
              <a:pPr>
                <a:lnSpc>
                  <a:spcPct val="90000"/>
                </a:lnSpc>
                <a:spcBef>
                  <a:spcPct val="0"/>
                </a:spcBef>
                <a:spcAft>
                  <a:spcPts val="600"/>
                </a:spcAft>
                <a:buFontTx/>
                <a:buNone/>
              </a:pPr>
              <a:t>9</a:t>
            </a:fld>
            <a:endParaRPr lang="en-US" altLang="en-US" sz="1800" dirty="0">
              <a:latin typeface="Arial" pitchFamily="34" charset="0"/>
            </a:endParaRPr>
          </a:p>
        </p:txBody>
      </p:sp>
      <p:graphicFrame>
        <p:nvGraphicFramePr>
          <p:cNvPr id="8242" name="Rectangle 3">
            <a:extLst>
              <a:ext uri="{FF2B5EF4-FFF2-40B4-BE49-F238E27FC236}">
                <a16:creationId xmlns:a16="http://schemas.microsoft.com/office/drawing/2014/main" id="{53025FAA-ACF1-8F4D-1948-00FA4B261117}"/>
              </a:ext>
            </a:extLst>
          </p:cNvPr>
          <p:cNvGraphicFramePr/>
          <p:nvPr>
            <p:extLst>
              <p:ext uri="{D42A27DB-BD31-4B8C-83A1-F6EECF244321}">
                <p14:modId xmlns:p14="http://schemas.microsoft.com/office/powerpoint/2010/main" val="507744302"/>
              </p:ext>
            </p:extLst>
          </p:nvPr>
        </p:nvGraphicFramePr>
        <p:xfrm>
          <a:off x="5297762" y="2706624"/>
          <a:ext cx="6251110" cy="34838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6774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43" name="Rectangle 9242">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45" name="Rectangle 9244">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18" name="Rectangle 2"/>
          <p:cNvSpPr>
            <a:spLocks noGrp="1" noChangeArrowheads="1"/>
          </p:cNvSpPr>
          <p:nvPr>
            <p:ph type="title"/>
          </p:nvPr>
        </p:nvSpPr>
        <p:spPr>
          <a:xfrm>
            <a:off x="4572001" y="601744"/>
            <a:ext cx="6781800" cy="1338696"/>
          </a:xfrm>
        </p:spPr>
        <p:txBody>
          <a:bodyPr>
            <a:normAutofit/>
          </a:bodyPr>
          <a:lstStyle/>
          <a:p>
            <a:pPr eaLnBrk="1" hangingPunct="1"/>
            <a:r>
              <a:rPr lang="en-US" altLang="en-US" sz="3400" dirty="0">
                <a:latin typeface="Arial" pitchFamily="34" charset="0"/>
                <a:cs typeface="Arial" pitchFamily="34" charset="0"/>
              </a:rPr>
              <a:t>What to Say When Networking as a Job Developer </a:t>
            </a:r>
            <a:r>
              <a:rPr lang="en-US" altLang="en-US" sz="3400" u="sng" dirty="0">
                <a:latin typeface="Arial" pitchFamily="34" charset="0"/>
                <a:cs typeface="Arial" pitchFamily="34" charset="0"/>
              </a:rPr>
              <a:t>or</a:t>
            </a:r>
            <a:r>
              <a:rPr lang="en-US" altLang="en-US" sz="3400" dirty="0">
                <a:latin typeface="Arial" pitchFamily="34" charset="0"/>
                <a:cs typeface="Arial" pitchFamily="34" charset="0"/>
              </a:rPr>
              <a:t> Job Seeker</a:t>
            </a:r>
          </a:p>
        </p:txBody>
      </p:sp>
      <p:pic>
        <p:nvPicPr>
          <p:cNvPr id="9239" name="Picture 9238" descr="Working space background">
            <a:extLst>
              <a:ext uri="{FF2B5EF4-FFF2-40B4-BE49-F238E27FC236}">
                <a16:creationId xmlns:a16="http://schemas.microsoft.com/office/drawing/2014/main" id="{4C22A993-E207-B471-9D05-2CF7BBD2365B}"/>
              </a:ext>
            </a:extLst>
          </p:cNvPr>
          <p:cNvPicPr>
            <a:picLocks noChangeAspect="1"/>
          </p:cNvPicPr>
          <p:nvPr/>
        </p:nvPicPr>
        <p:blipFill rotWithShape="1">
          <a:blip r:embed="rId3"/>
          <a:srcRect l="62848" r="606" b="-1"/>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9219" name="Rectangle 3"/>
          <p:cNvSpPr>
            <a:spLocks noGrp="1" noChangeArrowheads="1"/>
          </p:cNvSpPr>
          <p:nvPr>
            <p:ph type="body" idx="1"/>
          </p:nvPr>
        </p:nvSpPr>
        <p:spPr>
          <a:xfrm>
            <a:off x="4572001" y="2201958"/>
            <a:ext cx="6781800" cy="3900730"/>
          </a:xfrm>
        </p:spPr>
        <p:txBody>
          <a:bodyPr anchor="t">
            <a:normAutofit/>
          </a:bodyPr>
          <a:lstStyle/>
          <a:p>
            <a:pPr eaLnBrk="1" hangingPunct="1"/>
            <a:r>
              <a:rPr lang="ja-JP" altLang="en-US" sz="2000">
                <a:latin typeface="Arial" pitchFamily="34" charset="0"/>
                <a:cs typeface="Arial" pitchFamily="34" charset="0"/>
              </a:rPr>
              <a:t>“</a:t>
            </a:r>
            <a:r>
              <a:rPr lang="en-US" altLang="ja-JP" sz="2000" dirty="0">
                <a:latin typeface="Arial" pitchFamily="34" charset="0"/>
                <a:cs typeface="Arial" pitchFamily="34" charset="0"/>
              </a:rPr>
              <a:t>(contact name) suggested I contact you</a:t>
            </a:r>
            <a:r>
              <a:rPr lang="ja-JP" altLang="en-US" sz="2000">
                <a:latin typeface="Arial" pitchFamily="34" charset="0"/>
                <a:cs typeface="Arial" pitchFamily="34" charset="0"/>
              </a:rPr>
              <a:t>”</a:t>
            </a:r>
            <a:endParaRPr lang="en-US" altLang="ja-JP" sz="2000" dirty="0">
              <a:latin typeface="Arial" pitchFamily="34" charset="0"/>
              <a:cs typeface="Arial" pitchFamily="34" charset="0"/>
            </a:endParaRPr>
          </a:p>
          <a:p>
            <a:pPr eaLnBrk="1" hangingPunct="1"/>
            <a:r>
              <a:rPr lang="ja-JP" altLang="en-US" sz="2000">
                <a:latin typeface="Arial" pitchFamily="34" charset="0"/>
                <a:cs typeface="Arial" pitchFamily="34" charset="0"/>
              </a:rPr>
              <a:t>“</a:t>
            </a:r>
            <a:r>
              <a:rPr lang="en-US" altLang="ja-JP" sz="2000" dirty="0">
                <a:latin typeface="Arial" pitchFamily="34" charset="0"/>
                <a:cs typeface="Arial" pitchFamily="34" charset="0"/>
              </a:rPr>
              <a:t>I am in the process of learning about jobs in the ___ field” (or at ___ company)</a:t>
            </a:r>
          </a:p>
          <a:p>
            <a:pPr eaLnBrk="1" hangingPunct="1"/>
            <a:r>
              <a:rPr lang="ja-JP" altLang="en-US" sz="2000">
                <a:latin typeface="Arial" pitchFamily="34" charset="0"/>
                <a:cs typeface="Arial" pitchFamily="34" charset="0"/>
              </a:rPr>
              <a:t>“</a:t>
            </a:r>
            <a:r>
              <a:rPr lang="en-US" altLang="ja-JP" sz="2000" dirty="0">
                <a:latin typeface="Arial" pitchFamily="34" charset="0"/>
                <a:cs typeface="Arial" pitchFamily="34" charset="0"/>
              </a:rPr>
              <a:t>Tell me a little about what you do</a:t>
            </a:r>
            <a:r>
              <a:rPr lang="ja-JP" altLang="en-US" sz="2000">
                <a:latin typeface="Arial" pitchFamily="34" charset="0"/>
                <a:cs typeface="Arial" pitchFamily="34" charset="0"/>
              </a:rPr>
              <a:t>”</a:t>
            </a:r>
            <a:endParaRPr lang="en-US" altLang="ja-JP" sz="2000" dirty="0">
              <a:latin typeface="Arial" pitchFamily="34" charset="0"/>
              <a:cs typeface="Arial" pitchFamily="34" charset="0"/>
            </a:endParaRPr>
          </a:p>
          <a:p>
            <a:pPr eaLnBrk="1" hangingPunct="1"/>
            <a:r>
              <a:rPr lang="ja-JP" altLang="en-US" sz="2000">
                <a:latin typeface="Arial" pitchFamily="34" charset="0"/>
                <a:cs typeface="Arial" pitchFamily="34" charset="0"/>
              </a:rPr>
              <a:t>“</a:t>
            </a:r>
            <a:r>
              <a:rPr lang="en-US" altLang="ja-JP" sz="2000" dirty="0">
                <a:latin typeface="Arial" pitchFamily="34" charset="0"/>
                <a:cs typeface="Arial" pitchFamily="34" charset="0"/>
              </a:rPr>
              <a:t>I am assisting someone who has an interest in working in your field</a:t>
            </a:r>
            <a:r>
              <a:rPr lang="ja-JP" altLang="en-US" sz="2000">
                <a:latin typeface="Arial" pitchFamily="34" charset="0"/>
                <a:cs typeface="Arial" pitchFamily="34" charset="0"/>
              </a:rPr>
              <a:t>”</a:t>
            </a:r>
            <a:r>
              <a:rPr lang="en-US" altLang="ja-JP" sz="2000" dirty="0">
                <a:latin typeface="Arial" pitchFamily="34" charset="0"/>
                <a:cs typeface="Arial" pitchFamily="34" charset="0"/>
              </a:rPr>
              <a:t> (or at your company)</a:t>
            </a:r>
          </a:p>
          <a:p>
            <a:pPr eaLnBrk="1" hangingPunct="1"/>
            <a:r>
              <a:rPr lang="ja-JP" altLang="en-US" sz="2000">
                <a:latin typeface="Arial" pitchFamily="34" charset="0"/>
                <a:cs typeface="Arial" pitchFamily="34" charset="0"/>
              </a:rPr>
              <a:t>“</a:t>
            </a:r>
            <a:r>
              <a:rPr lang="en-US" altLang="ja-JP" sz="2000" dirty="0">
                <a:latin typeface="Arial" pitchFamily="34" charset="0"/>
                <a:cs typeface="Arial" pitchFamily="34" charset="0"/>
              </a:rPr>
              <a:t>Can you suggest anyone else I should talk to?</a:t>
            </a:r>
            <a:r>
              <a:rPr lang="ja-JP" altLang="en-US" sz="2000">
                <a:latin typeface="Arial" pitchFamily="34" charset="0"/>
                <a:cs typeface="Arial" pitchFamily="34" charset="0"/>
              </a:rPr>
              <a:t>”</a:t>
            </a:r>
            <a:endParaRPr lang="en-US" altLang="ja-JP" sz="2000" dirty="0">
              <a:latin typeface="Arial" pitchFamily="34" charset="0"/>
              <a:cs typeface="Arial" pitchFamily="34" charset="0"/>
            </a:endParaRPr>
          </a:p>
          <a:p>
            <a:pPr eaLnBrk="1" hangingPunct="1">
              <a:buFontTx/>
              <a:buNone/>
            </a:pPr>
            <a:endParaRPr lang="en-US" altLang="en-US" sz="2000" dirty="0">
              <a:latin typeface="Arial" pitchFamily="34" charset="0"/>
              <a:cs typeface="Arial" pitchFamily="34" charset="0"/>
            </a:endParaRPr>
          </a:p>
          <a:p>
            <a:pPr eaLnBrk="1" hangingPunct="1">
              <a:buFontTx/>
              <a:buNone/>
            </a:pPr>
            <a:r>
              <a:rPr lang="en-US" altLang="en-US" sz="2000" b="1" i="1" dirty="0">
                <a:latin typeface="Arial" pitchFamily="34" charset="0"/>
                <a:cs typeface="Arial" pitchFamily="34" charset="0"/>
              </a:rPr>
              <a:t>Use these lines for networking </a:t>
            </a:r>
          </a:p>
          <a:p>
            <a:pPr eaLnBrk="1" hangingPunct="1">
              <a:buFontTx/>
              <a:buNone/>
            </a:pPr>
            <a:r>
              <a:rPr lang="en-US" altLang="en-US" sz="2000" b="1" i="1" dirty="0">
                <a:latin typeface="Arial" pitchFamily="34" charset="0"/>
                <a:cs typeface="Arial" pitchFamily="34" charset="0"/>
              </a:rPr>
              <a:t>on social media, phone, or in person </a:t>
            </a:r>
          </a:p>
        </p:txBody>
      </p:sp>
      <p:sp>
        <p:nvSpPr>
          <p:cNvPr id="9220" name="Slide Number Placeholder 1"/>
          <p:cNvSpPr>
            <a:spLocks noGrp="1"/>
          </p:cNvSpPr>
          <p:nvPr>
            <p:ph type="sldNum" sz="quarter" idx="12"/>
          </p:nvPr>
        </p:nvSpPr>
        <p:spPr>
          <a:xfrm>
            <a:off x="8610600" y="6356350"/>
            <a:ext cx="27432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spcBef>
                <a:spcPct val="20000"/>
              </a:spcBef>
              <a:buChar char="•"/>
              <a:defRPr sz="3200">
                <a:solidFill>
                  <a:schemeClr val="tx1"/>
                </a:solidFill>
                <a:latin typeface="Verdana" pitchFamily="34" charset="0"/>
                <a:ea typeface="Osaka" pitchFamily="8" charset="-128"/>
              </a:defRPr>
            </a:lvl1pPr>
            <a:lvl2pPr marL="742950" indent="-285750">
              <a:spcBef>
                <a:spcPct val="20000"/>
              </a:spcBef>
              <a:buChar char="–"/>
              <a:defRPr sz="2800">
                <a:solidFill>
                  <a:schemeClr val="tx1"/>
                </a:solidFill>
                <a:latin typeface="Verdana" pitchFamily="34" charset="0"/>
                <a:ea typeface="Osaka" pitchFamily="8" charset="-128"/>
              </a:defRPr>
            </a:lvl2pPr>
            <a:lvl3pPr marL="1143000" indent="-228600">
              <a:spcBef>
                <a:spcPct val="20000"/>
              </a:spcBef>
              <a:buChar char="•"/>
              <a:defRPr sz="2400">
                <a:solidFill>
                  <a:schemeClr val="tx1"/>
                </a:solidFill>
                <a:latin typeface="Verdana" pitchFamily="34" charset="0"/>
                <a:ea typeface="Osaka" pitchFamily="8" charset="-128"/>
              </a:defRPr>
            </a:lvl3pPr>
            <a:lvl4pPr marL="1600200" indent="-228600">
              <a:spcBef>
                <a:spcPct val="20000"/>
              </a:spcBef>
              <a:buChar char="–"/>
              <a:defRPr sz="2000">
                <a:solidFill>
                  <a:schemeClr val="tx1"/>
                </a:solidFill>
                <a:latin typeface="Verdana" pitchFamily="34" charset="0"/>
                <a:ea typeface="Osaka" pitchFamily="8" charset="-128"/>
              </a:defRPr>
            </a:lvl4pPr>
            <a:lvl5pPr marL="2057400" indent="-228600">
              <a:spcBef>
                <a:spcPct val="20000"/>
              </a:spcBef>
              <a:buChar char="»"/>
              <a:defRPr sz="2000">
                <a:solidFill>
                  <a:schemeClr val="tx1"/>
                </a:solidFill>
                <a:latin typeface="Verdana" pitchFamily="34" charset="0"/>
                <a:ea typeface="Osaka" pitchFamily="8" charset="-128"/>
              </a:defRPr>
            </a:lvl5pPr>
            <a:lvl6pPr marL="25146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6pPr>
            <a:lvl7pPr marL="29718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7pPr>
            <a:lvl8pPr marL="34290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8pPr>
            <a:lvl9pPr marL="3886200" indent="-228600" eaLnBrk="0" fontAlgn="base" hangingPunct="0">
              <a:spcBef>
                <a:spcPct val="20000"/>
              </a:spcBef>
              <a:spcAft>
                <a:spcPct val="0"/>
              </a:spcAft>
              <a:buChar char="»"/>
              <a:defRPr sz="2000">
                <a:solidFill>
                  <a:schemeClr val="tx1"/>
                </a:solidFill>
                <a:latin typeface="Verdana" pitchFamily="34" charset="0"/>
                <a:ea typeface="Osaka" pitchFamily="8" charset="-128"/>
              </a:defRPr>
            </a:lvl9pPr>
          </a:lstStyle>
          <a:p>
            <a:pPr>
              <a:spcBef>
                <a:spcPct val="0"/>
              </a:spcBef>
              <a:spcAft>
                <a:spcPts val="600"/>
              </a:spcAft>
              <a:buFontTx/>
              <a:buNone/>
            </a:pPr>
            <a:fld id="{C4BEC2B4-D583-4123-8B1B-CD752573D812}" type="slidenum">
              <a:rPr lang="en-US" altLang="en-US" sz="1000">
                <a:latin typeface="Arial" pitchFamily="34" charset="0"/>
              </a:rPr>
              <a:pPr>
                <a:spcBef>
                  <a:spcPct val="0"/>
                </a:spcBef>
                <a:spcAft>
                  <a:spcPts val="600"/>
                </a:spcAft>
                <a:buFontTx/>
                <a:buNone/>
              </a:pPr>
              <a:t>10</a:t>
            </a:fld>
            <a:endParaRPr lang="en-US" altLang="en-US" sz="1000" dirty="0">
              <a:latin typeface="Arial" pitchFamily="34" charset="0"/>
            </a:endParaRPr>
          </a:p>
        </p:txBody>
      </p:sp>
    </p:spTree>
    <p:extLst>
      <p:ext uri="{BB962C8B-B14F-4D97-AF65-F5344CB8AC3E}">
        <p14:creationId xmlns:p14="http://schemas.microsoft.com/office/powerpoint/2010/main" val="1026665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34" name="Rectangle 26633">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626" name="Title 1"/>
          <p:cNvSpPr>
            <a:spLocks noGrp="1"/>
          </p:cNvSpPr>
          <p:nvPr>
            <p:ph type="title"/>
          </p:nvPr>
        </p:nvSpPr>
        <p:spPr>
          <a:xfrm>
            <a:off x="838200" y="459863"/>
            <a:ext cx="10515600" cy="1004594"/>
          </a:xfrm>
        </p:spPr>
        <p:txBody>
          <a:bodyPr>
            <a:normAutofit/>
          </a:bodyPr>
          <a:lstStyle/>
          <a:p>
            <a:pPr algn="ctr"/>
            <a:r>
              <a:rPr lang="en-US" altLang="en-US" sz="3100" dirty="0">
                <a:solidFill>
                  <a:srgbClr val="FFFFFF"/>
                </a:solidFill>
                <a:ea typeface="Osaka" pitchFamily="8" charset="-128"/>
              </a:rPr>
              <a:t>Get Ready</a:t>
            </a:r>
            <a:br>
              <a:rPr lang="en-US" altLang="en-US" sz="3100" dirty="0">
                <a:solidFill>
                  <a:srgbClr val="FFFFFF"/>
                </a:solidFill>
                <a:ea typeface="Osaka" pitchFamily="8" charset="-128"/>
              </a:rPr>
            </a:br>
            <a:r>
              <a:rPr lang="en-US" altLang="en-US" sz="3100" dirty="0">
                <a:solidFill>
                  <a:srgbClr val="FFFFFF"/>
                </a:solidFill>
                <a:ea typeface="Osaka" pitchFamily="8" charset="-128"/>
              </a:rPr>
              <a:t> To Talk with Employers</a:t>
            </a:r>
          </a:p>
        </p:txBody>
      </p:sp>
      <p:sp>
        <p:nvSpPr>
          <p:cNvPr id="26636" name="Rectangle: Rounded Corners 26635">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628" name="Slide Number Placeholder 3"/>
          <p:cNvSpPr>
            <a:spLocks noGrp="1"/>
          </p:cNvSpPr>
          <p:nvPr>
            <p:ph type="sldNum" sz="quarter" idx="12"/>
          </p:nvPr>
        </p:nvSpPr>
        <p:spPr bwMode="auto">
          <a:xfrm>
            <a:off x="8610600" y="6356350"/>
            <a:ext cx="2743200" cy="365125"/>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lnSpc>
                <a:spcPct val="90000"/>
              </a:lnSpc>
              <a:spcBef>
                <a:spcPct val="0"/>
              </a:spcBef>
              <a:spcAft>
                <a:spcPts val="600"/>
              </a:spcAft>
              <a:buFontTx/>
              <a:buNone/>
            </a:pPr>
            <a:fld id="{DB3A360D-9B7A-4D74-B3B1-AAB3A9DAB4A4}" type="slidenum">
              <a:rPr lang="en-US" altLang="en-US" sz="1800">
                <a:solidFill>
                  <a:srgbClr val="FFFFFF"/>
                </a:solidFill>
                <a:ea typeface="Osaka" pitchFamily="8" charset="-128"/>
              </a:rPr>
              <a:pPr>
                <a:lnSpc>
                  <a:spcPct val="90000"/>
                </a:lnSpc>
                <a:spcBef>
                  <a:spcPct val="0"/>
                </a:spcBef>
                <a:spcAft>
                  <a:spcPts val="600"/>
                </a:spcAft>
                <a:buFontTx/>
                <a:buNone/>
              </a:pPr>
              <a:t>11</a:t>
            </a:fld>
            <a:endParaRPr lang="en-US" altLang="en-US" sz="1800" dirty="0">
              <a:solidFill>
                <a:srgbClr val="FFFFFF"/>
              </a:solidFill>
              <a:ea typeface="Osaka" pitchFamily="8" charset="-128"/>
            </a:endParaRPr>
          </a:p>
        </p:txBody>
      </p:sp>
      <p:graphicFrame>
        <p:nvGraphicFramePr>
          <p:cNvPr id="26630" name="Content Placeholder 2">
            <a:extLst>
              <a:ext uri="{FF2B5EF4-FFF2-40B4-BE49-F238E27FC236}">
                <a16:creationId xmlns:a16="http://schemas.microsoft.com/office/drawing/2014/main" id="{E7CCA5F5-C785-2583-C8B9-A75770F84302}"/>
              </a:ext>
            </a:extLst>
          </p:cNvPr>
          <p:cNvGraphicFramePr>
            <a:graphicFrameLocks noGrp="1"/>
          </p:cNvGraphicFramePr>
          <p:nvPr>
            <p:ph idx="1"/>
            <p:extLst>
              <p:ext uri="{D42A27DB-BD31-4B8C-83A1-F6EECF244321}">
                <p14:modId xmlns:p14="http://schemas.microsoft.com/office/powerpoint/2010/main" val="2706591771"/>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1729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50" name="Rectangle 25639">
            <a:extLst>
              <a:ext uri="{FF2B5EF4-FFF2-40B4-BE49-F238E27FC236}">
                <a16:creationId xmlns:a16="http://schemas.microsoft.com/office/drawing/2014/main" id="{A9E881A4-A468-403A-9941-F8FFD5C6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606" name="Picture 25605" descr="Sunlit desk">
            <a:extLst>
              <a:ext uri="{FF2B5EF4-FFF2-40B4-BE49-F238E27FC236}">
                <a16:creationId xmlns:a16="http://schemas.microsoft.com/office/drawing/2014/main" id="{DA54C459-DA52-7017-7444-2AEDA14EDF47}"/>
              </a:ext>
            </a:extLst>
          </p:cNvPr>
          <p:cNvPicPr>
            <a:picLocks noChangeAspect="1"/>
          </p:cNvPicPr>
          <p:nvPr/>
        </p:nvPicPr>
        <p:blipFill rotWithShape="1">
          <a:blip r:embed="rId3"/>
          <a:srcRect l="12033" r="21014" b="-1"/>
          <a:stretch/>
        </p:blipFill>
        <p:spPr>
          <a:xfrm>
            <a:off x="765840" y="1872192"/>
            <a:ext cx="3220466" cy="3210733"/>
          </a:xfrm>
          <a:prstGeom prst="rect">
            <a:avLst/>
          </a:prstGeom>
        </p:spPr>
      </p:pic>
      <p:sp>
        <p:nvSpPr>
          <p:cNvPr id="25651" name="Rectangle 25641">
            <a:extLst>
              <a:ext uri="{FF2B5EF4-FFF2-40B4-BE49-F238E27FC236}">
                <a16:creationId xmlns:a16="http://schemas.microsoft.com/office/drawing/2014/main" id="{6F168544-607B-491A-8601-3087D0FCE1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5603" name="Rectangle 2"/>
          <p:cNvSpPr>
            <a:spLocks noGrp="1" noChangeArrowheads="1"/>
          </p:cNvSpPr>
          <p:nvPr>
            <p:ph type="title"/>
          </p:nvPr>
        </p:nvSpPr>
        <p:spPr>
          <a:xfrm>
            <a:off x="5653287" y="871442"/>
            <a:ext cx="5667269" cy="1289024"/>
          </a:xfrm>
        </p:spPr>
        <p:txBody>
          <a:bodyPr anchor="b">
            <a:normAutofit/>
          </a:bodyPr>
          <a:lstStyle/>
          <a:p>
            <a:pPr algn="ctr" eaLnBrk="1" hangingPunct="1"/>
            <a:r>
              <a:rPr lang="en-US" altLang="en-US" sz="2700" dirty="0">
                <a:solidFill>
                  <a:schemeClr val="bg1">
                    <a:alpha val="60000"/>
                  </a:schemeClr>
                </a:solidFill>
                <a:ea typeface="Osaka" pitchFamily="8" charset="-128"/>
              </a:rPr>
              <a:t>What You Say to an Employer </a:t>
            </a:r>
            <a:br>
              <a:rPr lang="en-US" altLang="en-US" sz="2700" dirty="0">
                <a:solidFill>
                  <a:schemeClr val="bg1">
                    <a:alpha val="60000"/>
                  </a:schemeClr>
                </a:solidFill>
                <a:ea typeface="Osaka" pitchFamily="8" charset="-128"/>
              </a:rPr>
            </a:br>
            <a:r>
              <a:rPr lang="en-US" altLang="en-US" sz="2700" dirty="0">
                <a:solidFill>
                  <a:schemeClr val="bg1">
                    <a:alpha val="60000"/>
                  </a:schemeClr>
                </a:solidFill>
                <a:ea typeface="Osaka" pitchFamily="8" charset="-128"/>
              </a:rPr>
              <a:t>Depends on the Situation,  Be Prepared</a:t>
            </a:r>
          </a:p>
        </p:txBody>
      </p:sp>
      <p:sp>
        <p:nvSpPr>
          <p:cNvPr id="25604" name="Rectangle 3"/>
          <p:cNvSpPr>
            <a:spLocks noGrp="1" noChangeArrowheads="1"/>
          </p:cNvSpPr>
          <p:nvPr>
            <p:ph type="body" idx="1"/>
          </p:nvPr>
        </p:nvSpPr>
        <p:spPr>
          <a:xfrm>
            <a:off x="5653287" y="2447337"/>
            <a:ext cx="5667269" cy="3539220"/>
          </a:xfrm>
        </p:spPr>
        <p:txBody>
          <a:bodyPr anchor="t">
            <a:normAutofit/>
          </a:bodyPr>
          <a:lstStyle/>
          <a:p>
            <a:pPr>
              <a:spcAft>
                <a:spcPts val="600"/>
              </a:spcAft>
            </a:pPr>
            <a:r>
              <a:rPr lang="en-US" altLang="en-US" sz="2000" dirty="0">
                <a:solidFill>
                  <a:schemeClr val="bg1"/>
                </a:solidFill>
                <a:ea typeface="Osaka" pitchFamily="8" charset="-128"/>
              </a:rPr>
              <a:t>Cold Call (phone vs. in person)</a:t>
            </a:r>
          </a:p>
          <a:p>
            <a:pPr>
              <a:spcAft>
                <a:spcPts val="600"/>
              </a:spcAft>
            </a:pPr>
            <a:r>
              <a:rPr lang="en-US" altLang="en-US" sz="2000" dirty="0">
                <a:solidFill>
                  <a:schemeClr val="bg1"/>
                </a:solidFill>
                <a:ea typeface="Osaka" pitchFamily="8" charset="-128"/>
              </a:rPr>
              <a:t>Social Event</a:t>
            </a:r>
          </a:p>
          <a:p>
            <a:pPr>
              <a:spcAft>
                <a:spcPts val="600"/>
              </a:spcAft>
            </a:pPr>
            <a:r>
              <a:rPr lang="en-US" altLang="en-US" sz="2000" dirty="0">
                <a:solidFill>
                  <a:schemeClr val="bg1"/>
                </a:solidFill>
                <a:ea typeface="Osaka" pitchFamily="8" charset="-128"/>
              </a:rPr>
              <a:t>Professional Event (Chamber event, job fair, agency event, etc.)</a:t>
            </a:r>
          </a:p>
          <a:p>
            <a:pPr>
              <a:spcAft>
                <a:spcPts val="600"/>
              </a:spcAft>
            </a:pPr>
            <a:r>
              <a:rPr lang="en-US" altLang="en-US" sz="2000" dirty="0">
                <a:solidFill>
                  <a:schemeClr val="bg1"/>
                </a:solidFill>
                <a:ea typeface="Osaka" pitchFamily="8" charset="-128"/>
              </a:rPr>
              <a:t>1st Meeting / Conversation with Networking Contact</a:t>
            </a:r>
          </a:p>
          <a:p>
            <a:pPr>
              <a:spcAft>
                <a:spcPts val="600"/>
              </a:spcAft>
            </a:pPr>
            <a:r>
              <a:rPr lang="en-US" altLang="en-US" sz="2000" dirty="0">
                <a:solidFill>
                  <a:schemeClr val="bg1"/>
                </a:solidFill>
                <a:ea typeface="Osaka" pitchFamily="8" charset="-128"/>
              </a:rPr>
              <a:t>Meeting / Conversation with Someone You Know</a:t>
            </a:r>
          </a:p>
        </p:txBody>
      </p:sp>
      <p:sp>
        <p:nvSpPr>
          <p:cNvPr id="25602" name="Slide Number Placeholder 5"/>
          <p:cNvSpPr>
            <a:spLocks noGrp="1"/>
          </p:cNvSpPr>
          <p:nvPr>
            <p:ph type="sldNum" sz="quarter" idx="12"/>
          </p:nvPr>
        </p:nvSpPr>
        <p:spPr bwMode="auto">
          <a:xfrm>
            <a:off x="9180576" y="6356350"/>
            <a:ext cx="2743200" cy="365125"/>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spcBef>
                <a:spcPct val="0"/>
              </a:spcBef>
              <a:spcAft>
                <a:spcPts val="600"/>
              </a:spcAft>
              <a:buFontTx/>
              <a:buNone/>
            </a:pPr>
            <a:fld id="{26D6B5DC-AF72-457E-8F96-54078101EEAA}" type="slidenum">
              <a:rPr lang="en-US" altLang="en-US" sz="900">
                <a:solidFill>
                  <a:schemeClr val="bg1">
                    <a:alpha val="60000"/>
                  </a:schemeClr>
                </a:solidFill>
                <a:ea typeface="Osaka" pitchFamily="8" charset="-128"/>
              </a:rPr>
              <a:pPr>
                <a:spcBef>
                  <a:spcPct val="0"/>
                </a:spcBef>
                <a:spcAft>
                  <a:spcPts val="600"/>
                </a:spcAft>
                <a:buFontTx/>
                <a:buNone/>
              </a:pPr>
              <a:t>12</a:t>
            </a:fld>
            <a:endParaRPr lang="en-US" altLang="en-US" sz="900" dirty="0">
              <a:solidFill>
                <a:schemeClr val="bg1">
                  <a:alpha val="60000"/>
                </a:schemeClr>
              </a:solidFill>
              <a:ea typeface="Osaka" pitchFamily="8" charset="-128"/>
            </a:endParaRPr>
          </a:p>
        </p:txBody>
      </p:sp>
    </p:spTree>
    <p:extLst>
      <p:ext uri="{BB962C8B-B14F-4D97-AF65-F5344CB8AC3E}">
        <p14:creationId xmlns:p14="http://schemas.microsoft.com/office/powerpoint/2010/main" val="130382390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730" name="Rectangle 2872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Woman at job interview">
            <a:extLst>
              <a:ext uri="{FF2B5EF4-FFF2-40B4-BE49-F238E27FC236}">
                <a16:creationId xmlns:a16="http://schemas.microsoft.com/office/drawing/2014/main" id="{B403D95A-C74D-BE84-2F05-5B58C0D2D342}"/>
              </a:ext>
            </a:extLst>
          </p:cNvPr>
          <p:cNvPicPr>
            <a:picLocks noChangeAspect="1"/>
          </p:cNvPicPr>
          <p:nvPr/>
        </p:nvPicPr>
        <p:blipFill rotWithShape="1">
          <a:blip r:embed="rId3"/>
          <a:srcRect l="4567" r="1316" b="-1"/>
          <a:stretch/>
        </p:blipFill>
        <p:spPr>
          <a:xfrm>
            <a:off x="0" y="15"/>
            <a:ext cx="4726064" cy="4754880"/>
          </a:xfrm>
          <a:prstGeom prst="rect">
            <a:avLst/>
          </a:prstGeom>
        </p:spPr>
      </p:pic>
      <p:sp>
        <p:nvSpPr>
          <p:cNvPr id="28732" name="Rectangle 2873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675" name="Rectangle 2"/>
          <p:cNvSpPr>
            <a:spLocks noGrp="1" noChangeArrowheads="1"/>
          </p:cNvSpPr>
          <p:nvPr>
            <p:ph type="title"/>
          </p:nvPr>
        </p:nvSpPr>
        <p:spPr>
          <a:xfrm>
            <a:off x="7531610" y="365125"/>
            <a:ext cx="3822189" cy="1899912"/>
          </a:xfrm>
        </p:spPr>
        <p:txBody>
          <a:bodyPr vert="horz" lIns="90487" tIns="44450" rIns="90487" bIns="44450" rtlCol="0">
            <a:normAutofit/>
          </a:bodyPr>
          <a:lstStyle/>
          <a:p>
            <a:pPr eaLnBrk="1" hangingPunct="1"/>
            <a:r>
              <a:rPr lang="en-US" altLang="en-US" sz="4000" dirty="0">
                <a:ea typeface="Osaka" pitchFamily="8" charset="-128"/>
              </a:rPr>
              <a:t>First Contact</a:t>
            </a:r>
            <a:endParaRPr lang="en-US" altLang="en-US" sz="4000" dirty="0">
              <a:ea typeface="ＭＳ Ｐゴシック" pitchFamily="34" charset="-128"/>
              <a:cs typeface="Arial" pitchFamily="34" charset="0"/>
            </a:endParaRPr>
          </a:p>
        </p:txBody>
      </p:sp>
      <p:sp>
        <p:nvSpPr>
          <p:cNvPr id="28676" name="Rectangle 3"/>
          <p:cNvSpPr>
            <a:spLocks noGrp="1" noChangeArrowheads="1"/>
          </p:cNvSpPr>
          <p:nvPr>
            <p:ph type="body" idx="1"/>
          </p:nvPr>
        </p:nvSpPr>
        <p:spPr>
          <a:xfrm>
            <a:off x="5458691" y="2078182"/>
            <a:ext cx="6733309" cy="4098781"/>
          </a:xfrm>
        </p:spPr>
        <p:txBody>
          <a:bodyPr vert="horz" lIns="90487" tIns="44450" rIns="90487" bIns="44450" rtlCol="0">
            <a:normAutofit/>
          </a:bodyPr>
          <a:lstStyle/>
          <a:p>
            <a:pPr marL="0" indent="0">
              <a:buClr>
                <a:schemeClr val="tx1"/>
              </a:buClr>
              <a:buNone/>
            </a:pPr>
            <a:r>
              <a:rPr lang="en-US" altLang="en-US" sz="1800" b="1" i="1" dirty="0">
                <a:ea typeface="Osaka" pitchFamily="8" charset="-128"/>
              </a:rPr>
              <a:t>Enough info to interest them in wanting more!</a:t>
            </a:r>
          </a:p>
          <a:p>
            <a:pPr marL="0" indent="0">
              <a:buClr>
                <a:schemeClr val="tx1"/>
              </a:buClr>
              <a:buNone/>
            </a:pPr>
            <a:endParaRPr lang="en-US" altLang="en-US" sz="1800" b="1" i="1" dirty="0">
              <a:ea typeface="Osaka" pitchFamily="8" charset="-128"/>
            </a:endParaRPr>
          </a:p>
          <a:p>
            <a:pPr marL="0" indent="0">
              <a:buClr>
                <a:schemeClr val="tx1"/>
              </a:buClr>
            </a:pPr>
            <a:r>
              <a:rPr lang="en-US" altLang="en-US" sz="1800" dirty="0">
                <a:ea typeface="Osaka" pitchFamily="8" charset="-128"/>
              </a:rPr>
              <a:t> Highlight benefits of hiring an employee from </a:t>
            </a:r>
            <a:r>
              <a:rPr lang="en-US" altLang="en-US" sz="1800" b="1" dirty="0">
                <a:ea typeface="Osaka" pitchFamily="8" charset="-128"/>
              </a:rPr>
              <a:t>you</a:t>
            </a:r>
          </a:p>
          <a:p>
            <a:pPr marL="0" indent="0">
              <a:buClr>
                <a:schemeClr val="tx1"/>
              </a:buClr>
            </a:pPr>
            <a:r>
              <a:rPr lang="en-US" altLang="en-US" sz="1800" dirty="0">
                <a:ea typeface="Osaka" pitchFamily="8" charset="-128"/>
              </a:rPr>
              <a:t> Explain the range of job seekers you represent</a:t>
            </a:r>
          </a:p>
          <a:p>
            <a:pPr marL="0" indent="0">
              <a:buClr>
                <a:schemeClr val="tx1"/>
              </a:buClr>
            </a:pPr>
            <a:r>
              <a:rPr lang="en-US" altLang="en-US" sz="1800" dirty="0">
                <a:ea typeface="Osaka" pitchFamily="8" charset="-128"/>
              </a:rPr>
              <a:t> Consider using phrases such as </a:t>
            </a:r>
            <a:r>
              <a:rPr lang="ja-JP" altLang="en-US" sz="1800">
                <a:ea typeface="Osaka" pitchFamily="8" charset="-128"/>
              </a:rPr>
              <a:t>“</a:t>
            </a:r>
            <a:r>
              <a:rPr lang="en-US" altLang="ja-JP" sz="1800" dirty="0">
                <a:ea typeface="ＭＳ Ｐゴシック" pitchFamily="34" charset="-128"/>
                <a:cs typeface="Arial" pitchFamily="34" charset="0"/>
              </a:rPr>
              <a:t>employment services for people who are entering or re-entering the workforce</a:t>
            </a:r>
            <a:r>
              <a:rPr lang="ja-JP" altLang="en-US" sz="1800">
                <a:ea typeface="Osaka" pitchFamily="8" charset="-128"/>
              </a:rPr>
              <a:t>”</a:t>
            </a:r>
            <a:endParaRPr lang="en-US" altLang="ja-JP" sz="1800" dirty="0">
              <a:ea typeface="ＭＳ Ｐゴシック" pitchFamily="34" charset="-128"/>
              <a:cs typeface="Arial" pitchFamily="34" charset="0"/>
            </a:endParaRPr>
          </a:p>
          <a:p>
            <a:pPr marL="0" indent="0">
              <a:buClr>
                <a:schemeClr val="tx1"/>
              </a:buClr>
            </a:pPr>
            <a:r>
              <a:rPr lang="en-US" altLang="en-US" sz="1800" dirty="0">
                <a:ea typeface="ＭＳ Ｐゴシック" pitchFamily="34" charset="-128"/>
                <a:cs typeface="Arial" pitchFamily="34" charset="0"/>
              </a:rPr>
              <a:t> Don</a:t>
            </a:r>
            <a:r>
              <a:rPr lang="ja-JP" altLang="en-US" sz="1800">
                <a:ea typeface="Osaka" pitchFamily="8" charset="-128"/>
              </a:rPr>
              <a:t>’</a:t>
            </a:r>
            <a:r>
              <a:rPr lang="en-US" altLang="ja-JP" sz="1800" dirty="0">
                <a:ea typeface="ＭＳ Ｐゴシック" pitchFamily="34" charset="-128"/>
                <a:cs typeface="Arial" pitchFamily="34" charset="0"/>
              </a:rPr>
              <a:t>t give out too much information and don’t go into disability labels</a:t>
            </a:r>
          </a:p>
          <a:p>
            <a:pPr marL="0" indent="0">
              <a:buClr>
                <a:schemeClr val="tx1"/>
              </a:buClr>
            </a:pPr>
            <a:r>
              <a:rPr lang="en-US" altLang="ja-JP" sz="1800" dirty="0">
                <a:ea typeface="ＭＳ Ｐゴシック" pitchFamily="34" charset="-128"/>
                <a:cs typeface="Arial" pitchFamily="34" charset="0"/>
              </a:rPr>
              <a:t>Try to get the person talking by asking probe questions (who, what, where, when and how)</a:t>
            </a:r>
          </a:p>
          <a:p>
            <a:pPr marL="0" indent="0">
              <a:buClr>
                <a:schemeClr val="tx1"/>
              </a:buClr>
            </a:pPr>
            <a:r>
              <a:rPr lang="en-US" altLang="en-US" sz="1800" dirty="0">
                <a:ea typeface="ＭＳ Ｐゴシック" pitchFamily="34" charset="-128"/>
                <a:cs typeface="Arial" pitchFamily="34" charset="0"/>
              </a:rPr>
              <a:t> Be prepared to answer questions about what you do</a:t>
            </a:r>
          </a:p>
        </p:txBody>
      </p:sp>
    </p:spTree>
    <p:extLst>
      <p:ext uri="{BB962C8B-B14F-4D97-AF65-F5344CB8AC3E}">
        <p14:creationId xmlns:p14="http://schemas.microsoft.com/office/powerpoint/2010/main" val="92781589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46" name="Rectangle 5124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248" name="Rectangle 5124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50" name="Rectangle 5124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52" name="Rectangle 5125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54" name="Rectangle 5125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256" name="Freeform: Shape 5125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258" name="Rectangle 5125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99" name="Rectangle 2"/>
          <p:cNvSpPr>
            <a:spLocks noGrp="1" noChangeArrowheads="1"/>
          </p:cNvSpPr>
          <p:nvPr>
            <p:ph type="title"/>
          </p:nvPr>
        </p:nvSpPr>
        <p:spPr>
          <a:xfrm>
            <a:off x="466722" y="586855"/>
            <a:ext cx="3201366" cy="3387497"/>
          </a:xfrm>
        </p:spPr>
        <p:txBody>
          <a:bodyPr anchor="b">
            <a:normAutofit/>
          </a:bodyPr>
          <a:lstStyle/>
          <a:p>
            <a:pPr algn="r" eaLnBrk="1" hangingPunct="1"/>
            <a:r>
              <a:rPr lang="en-US" altLang="en-US" sz="4000">
                <a:solidFill>
                  <a:srgbClr val="FFFFFF"/>
                </a:solidFill>
                <a:ea typeface="Osaka" pitchFamily="8" charset="-128"/>
              </a:rPr>
              <a:t>Give Them Information that will Interest Them</a:t>
            </a:r>
            <a:br>
              <a:rPr lang="en-US" altLang="en-US" sz="4000">
                <a:solidFill>
                  <a:srgbClr val="FFFFFF"/>
                </a:solidFill>
                <a:ea typeface="Osaka" pitchFamily="8" charset="-128"/>
              </a:rPr>
            </a:br>
            <a:endParaRPr lang="en-US" altLang="en-US" sz="4000">
              <a:solidFill>
                <a:srgbClr val="FFFFFF"/>
              </a:solidFill>
              <a:ea typeface="Osaka" pitchFamily="8" charset="-128"/>
            </a:endParaRPr>
          </a:p>
        </p:txBody>
      </p:sp>
      <p:sp>
        <p:nvSpPr>
          <p:cNvPr id="51203" name="Rectangle 3"/>
          <p:cNvSpPr>
            <a:spLocks noGrp="1" noChangeArrowheads="1"/>
          </p:cNvSpPr>
          <p:nvPr>
            <p:ph type="body" idx="1"/>
          </p:nvPr>
        </p:nvSpPr>
        <p:spPr>
          <a:xfrm>
            <a:off x="4810259" y="649480"/>
            <a:ext cx="6555347" cy="5546047"/>
          </a:xfrm>
        </p:spPr>
        <p:txBody>
          <a:bodyPr anchor="ctr">
            <a:normAutofit/>
          </a:bodyPr>
          <a:lstStyle/>
          <a:p>
            <a:pPr marL="0" indent="0">
              <a:buNone/>
              <a:defRPr/>
            </a:pPr>
            <a:r>
              <a:rPr lang="en-US" sz="2000">
                <a:ea typeface="+mn-ea"/>
                <a:cs typeface="+mn-cs"/>
              </a:rPr>
              <a:t>- </a:t>
            </a:r>
            <a:r>
              <a:rPr lang="en-US" sz="2000" dirty="0">
                <a:ea typeface="+mn-ea"/>
                <a:cs typeface="+mn-cs"/>
              </a:rPr>
              <a:t>What you can do for the business</a:t>
            </a:r>
          </a:p>
          <a:p>
            <a:pPr marL="0" indent="0">
              <a:buNone/>
              <a:defRPr/>
            </a:pPr>
            <a:endParaRPr lang="en-US" sz="2000" dirty="0"/>
          </a:p>
          <a:p>
            <a:pPr marL="965200" lvl="2" indent="-287338">
              <a:defRPr/>
            </a:pPr>
            <a:r>
              <a:rPr lang="en-US" dirty="0"/>
              <a:t>Help them find qualified workers</a:t>
            </a:r>
          </a:p>
          <a:p>
            <a:pPr marL="965200" lvl="2" indent="-287338">
              <a:defRPr/>
            </a:pPr>
            <a:r>
              <a:rPr lang="en-US" dirty="0"/>
              <a:t>Spend less money in hiring process</a:t>
            </a:r>
          </a:p>
          <a:p>
            <a:pPr marL="965200" lvl="2" indent="-287338">
              <a:defRPr/>
            </a:pPr>
            <a:r>
              <a:rPr lang="en-US" dirty="0"/>
              <a:t>Make more money through retention of workers</a:t>
            </a:r>
          </a:p>
          <a:p>
            <a:pPr marL="965200" lvl="2" indent="-287338">
              <a:defRPr/>
            </a:pPr>
            <a:r>
              <a:rPr lang="en-US" dirty="0"/>
              <a:t>Diversify workforce</a:t>
            </a:r>
          </a:p>
          <a:p>
            <a:pPr marL="965200" lvl="2" indent="-287338">
              <a:defRPr/>
            </a:pPr>
            <a:r>
              <a:rPr lang="en-US" dirty="0"/>
              <a:t>Improve efficiency / productivity</a:t>
            </a:r>
          </a:p>
          <a:p>
            <a:pPr marL="965200" lvl="2" indent="-287338">
              <a:defRPr/>
            </a:pPr>
            <a:r>
              <a:rPr lang="en-US" dirty="0"/>
              <a:t>Enhance public relations </a:t>
            </a:r>
          </a:p>
          <a:p>
            <a:pPr marL="0" indent="0">
              <a:buNone/>
              <a:defRPr/>
            </a:pPr>
            <a:r>
              <a:rPr lang="en-US" sz="2000" dirty="0"/>
              <a:t>- How your services differ from others? (No bashing!</a:t>
            </a:r>
            <a:r>
              <a:rPr lang="en-US" altLang="ja-JP" sz="2000" dirty="0"/>
              <a:t>)</a:t>
            </a:r>
          </a:p>
          <a:p>
            <a:pPr marL="0" indent="0">
              <a:buNone/>
              <a:defRPr/>
            </a:pPr>
            <a:endParaRPr lang="en-US" sz="2000" dirty="0"/>
          </a:p>
          <a:p>
            <a:pPr eaLnBrk="1" hangingPunct="1">
              <a:buFontTx/>
              <a:buChar char="-"/>
              <a:defRPr/>
            </a:pPr>
            <a:r>
              <a:rPr lang="en-US" sz="2000" dirty="0"/>
              <a:t>Establish credibility &amp; expertise</a:t>
            </a:r>
          </a:p>
          <a:p>
            <a:pPr lvl="2" eaLnBrk="1" hangingPunct="1">
              <a:buSzPct val="130000"/>
              <a:buFont typeface="Arial"/>
              <a:buChar char="•"/>
              <a:defRPr/>
            </a:pPr>
            <a:r>
              <a:rPr lang="en-US" dirty="0"/>
              <a:t>Range of types of jobs / businesses</a:t>
            </a:r>
          </a:p>
          <a:p>
            <a:pPr lvl="2" eaLnBrk="1" hangingPunct="1">
              <a:buSzPct val="130000"/>
              <a:buFont typeface="Arial"/>
              <a:buChar char="•"/>
              <a:defRPr/>
            </a:pPr>
            <a:r>
              <a:rPr lang="en-US" dirty="0"/>
              <a:t>Years in existence</a:t>
            </a:r>
            <a:endParaRPr lang="en-US" b="1" i="1" dirty="0"/>
          </a:p>
          <a:p>
            <a:pPr marL="287338" lvl="2" indent="0">
              <a:buNone/>
              <a:defRPr/>
            </a:pPr>
            <a:r>
              <a:rPr lang="en-US" b="1" i="1" dirty="0"/>
              <a:t>Emphasize: Win-Win Situation for Business &amp; Worker!</a:t>
            </a:r>
          </a:p>
        </p:txBody>
      </p:sp>
      <p:sp>
        <p:nvSpPr>
          <p:cNvPr id="29698" name="Slide Number Placeholder 5"/>
          <p:cNvSpPr>
            <a:spLocks noGrp="1"/>
          </p:cNvSpPr>
          <p:nvPr>
            <p:ph type="sldNum" sz="quarter" idx="12"/>
          </p:nvPr>
        </p:nvSpPr>
        <p:spPr bwMode="auto">
          <a:xfrm>
            <a:off x="11704320" y="6455664"/>
            <a:ext cx="448056"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spcBef>
                <a:spcPct val="0"/>
              </a:spcBef>
              <a:spcAft>
                <a:spcPts val="600"/>
              </a:spcAft>
              <a:buFontTx/>
              <a:buNone/>
            </a:pPr>
            <a:fld id="{E3EADE41-42B1-44E3-B18B-BC869B3AB960}" type="slidenum">
              <a:rPr lang="en-US" altLang="en-US" sz="1100">
                <a:solidFill>
                  <a:schemeClr val="tx1">
                    <a:lumMod val="50000"/>
                    <a:lumOff val="50000"/>
                  </a:schemeClr>
                </a:solidFill>
                <a:ea typeface="Osaka" pitchFamily="8" charset="-128"/>
              </a:rPr>
              <a:pPr>
                <a:spcBef>
                  <a:spcPct val="0"/>
                </a:spcBef>
                <a:spcAft>
                  <a:spcPts val="600"/>
                </a:spcAft>
                <a:buFontTx/>
                <a:buNone/>
              </a:pPr>
              <a:t>14</a:t>
            </a:fld>
            <a:endParaRPr lang="en-US" altLang="en-US" sz="1100">
              <a:solidFill>
                <a:schemeClr val="tx1">
                  <a:lumMod val="50000"/>
                  <a:lumOff val="50000"/>
                </a:schemeClr>
              </a:solidFill>
              <a:ea typeface="Osaka" pitchFamily="8" charset="-128"/>
            </a:endParaRPr>
          </a:p>
        </p:txBody>
      </p:sp>
    </p:spTree>
    <p:extLst>
      <p:ext uri="{BB962C8B-B14F-4D97-AF65-F5344CB8AC3E}">
        <p14:creationId xmlns:p14="http://schemas.microsoft.com/office/powerpoint/2010/main" val="3820436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225301" name="Rectangle 22530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23" name="Rectangle 2"/>
          <p:cNvSpPr>
            <a:spLocks noGrp="1" noChangeArrowheads="1"/>
          </p:cNvSpPr>
          <p:nvPr>
            <p:ph type="title"/>
          </p:nvPr>
        </p:nvSpPr>
        <p:spPr>
          <a:xfrm>
            <a:off x="630936" y="640080"/>
            <a:ext cx="4818888" cy="1481328"/>
          </a:xfrm>
        </p:spPr>
        <p:txBody>
          <a:bodyPr vert="horz" lIns="92051" tIns="45245" rIns="92051" bIns="45245" rtlCol="0" anchor="b">
            <a:normAutofit/>
          </a:bodyPr>
          <a:lstStyle/>
          <a:p>
            <a:pPr eaLnBrk="1" hangingPunct="1"/>
            <a:r>
              <a:rPr lang="en-US" altLang="en-US" sz="4600" dirty="0">
                <a:ea typeface="Osaka" pitchFamily="8" charset="-128"/>
              </a:rPr>
              <a:t>General: Questions to Ask Business</a:t>
            </a:r>
          </a:p>
        </p:txBody>
      </p:sp>
      <p:sp>
        <p:nvSpPr>
          <p:cNvPr id="22530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5283" name="Rectangle 3"/>
          <p:cNvSpPr>
            <a:spLocks noGrp="1" noChangeArrowheads="1"/>
          </p:cNvSpPr>
          <p:nvPr>
            <p:ph type="body" idx="1"/>
          </p:nvPr>
        </p:nvSpPr>
        <p:spPr>
          <a:xfrm>
            <a:off x="290945" y="2709545"/>
            <a:ext cx="6732425" cy="3547872"/>
          </a:xfrm>
        </p:spPr>
        <p:txBody>
          <a:bodyPr vert="horz" lIns="92051" tIns="45245" rIns="92051" bIns="45245" rtlCol="0" anchor="t">
            <a:noAutofit/>
          </a:bodyPr>
          <a:lstStyle/>
          <a:p>
            <a:pPr marL="236538" indent="-236538">
              <a:spcAft>
                <a:spcPct val="30000"/>
              </a:spcAft>
            </a:pPr>
            <a:r>
              <a:rPr lang="en-US" altLang="en-US" sz="2000" dirty="0">
                <a:ea typeface="Osaka" pitchFamily="8" charset="-128"/>
              </a:rPr>
              <a:t>What services do you wish you can offer but don’t have the personnel to do these jobs?</a:t>
            </a:r>
          </a:p>
          <a:p>
            <a:pPr marL="236538" indent="-236538">
              <a:spcAft>
                <a:spcPct val="30000"/>
              </a:spcAft>
            </a:pPr>
            <a:r>
              <a:rPr lang="en-US" altLang="en-US" sz="2000" dirty="0">
                <a:ea typeface="Osaka" pitchFamily="8" charset="-128"/>
              </a:rPr>
              <a:t>What is your biggest challenge currently?</a:t>
            </a:r>
          </a:p>
          <a:p>
            <a:pPr marL="236538" indent="-236538">
              <a:spcAft>
                <a:spcPct val="30000"/>
              </a:spcAft>
            </a:pPr>
            <a:r>
              <a:rPr lang="en-US" altLang="en-US" sz="2000" dirty="0">
                <a:ea typeface="Osaka" pitchFamily="8" charset="-128"/>
              </a:rPr>
              <a:t>Is your staff working overtime and times of the week or year that could use more help?</a:t>
            </a:r>
          </a:p>
          <a:p>
            <a:pPr marL="236538" indent="-236538">
              <a:spcBef>
                <a:spcPct val="35000"/>
              </a:spcBef>
              <a:spcAft>
                <a:spcPct val="30000"/>
              </a:spcAft>
            </a:pPr>
            <a:r>
              <a:rPr lang="en-US" altLang="en-US" sz="2000" dirty="0">
                <a:ea typeface="Osaka" pitchFamily="8" charset="-128"/>
              </a:rPr>
              <a:t>What tasks could be done better or more quickly?</a:t>
            </a:r>
          </a:p>
          <a:p>
            <a:pPr marL="236538" indent="-236538">
              <a:spcBef>
                <a:spcPct val="35000"/>
              </a:spcBef>
              <a:spcAft>
                <a:spcPct val="30000"/>
              </a:spcAft>
            </a:pPr>
            <a:r>
              <a:rPr lang="en-US" altLang="en-US" sz="2000" dirty="0">
                <a:ea typeface="Osaka" pitchFamily="8" charset="-128"/>
              </a:rPr>
              <a:t>Do you have temporary help for certain times or shifts?</a:t>
            </a:r>
          </a:p>
          <a:p>
            <a:pPr marL="236538" indent="-236538">
              <a:spcBef>
                <a:spcPct val="35000"/>
              </a:spcBef>
              <a:spcAft>
                <a:spcPct val="30000"/>
              </a:spcAft>
            </a:pPr>
            <a:r>
              <a:rPr lang="en-US" altLang="en-US" sz="2000" dirty="0">
                <a:ea typeface="Osaka" pitchFamily="8" charset="-128"/>
              </a:rPr>
              <a:t>What would staff say they could use extra help with? </a:t>
            </a:r>
          </a:p>
          <a:p>
            <a:pPr marL="236538" indent="-236538">
              <a:spcBef>
                <a:spcPct val="35000"/>
              </a:spcBef>
              <a:spcAft>
                <a:spcPct val="30000"/>
              </a:spcAft>
            </a:pPr>
            <a:r>
              <a:rPr lang="en-US" altLang="en-US" sz="2000" dirty="0">
                <a:ea typeface="Osaka" pitchFamily="8" charset="-128"/>
              </a:rPr>
              <a:t>What businesses have assisted with your staffing shortages?</a:t>
            </a:r>
          </a:p>
        </p:txBody>
      </p:sp>
      <p:pic>
        <p:nvPicPr>
          <p:cNvPr id="225298" name="Graphic 225297" descr="Connections">
            <a:extLst>
              <a:ext uri="{FF2B5EF4-FFF2-40B4-BE49-F238E27FC236}">
                <a16:creationId xmlns:a16="http://schemas.microsoft.com/office/drawing/2014/main" id="{B3978FD7-4C77-1732-9B3D-2EF15CF18D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52150" y="699516"/>
            <a:ext cx="4805865" cy="5458968"/>
          </a:xfrm>
          <a:prstGeom prst="rect">
            <a:avLst/>
          </a:prstGeom>
        </p:spPr>
      </p:pic>
      <p:sp>
        <p:nvSpPr>
          <p:cNvPr id="30722" name="Slide Number Placeholder 5"/>
          <p:cNvSpPr>
            <a:spLocks noGrp="1"/>
          </p:cNvSpPr>
          <p:nvPr>
            <p:ph type="sldNum" sz="quarter" idx="12"/>
          </p:nvPr>
        </p:nvSpPr>
        <p:spPr bwMode="auto">
          <a:xfrm>
            <a:off x="8610600" y="6356350"/>
            <a:ext cx="27432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lnSpc>
                <a:spcPct val="90000"/>
              </a:lnSpc>
              <a:spcBef>
                <a:spcPct val="0"/>
              </a:spcBef>
              <a:spcAft>
                <a:spcPts val="600"/>
              </a:spcAft>
              <a:buFontTx/>
              <a:buNone/>
            </a:pPr>
            <a:fld id="{B32497C5-C7AE-4FDB-A5BA-19CDFC3D743B}" type="slidenum">
              <a:rPr lang="en-US" altLang="en-US" sz="1800">
                <a:ea typeface="Osaka" pitchFamily="8" charset="-128"/>
              </a:rPr>
              <a:pPr>
                <a:lnSpc>
                  <a:spcPct val="90000"/>
                </a:lnSpc>
                <a:spcBef>
                  <a:spcPct val="0"/>
                </a:spcBef>
                <a:spcAft>
                  <a:spcPts val="600"/>
                </a:spcAft>
                <a:buFontTx/>
                <a:buNone/>
              </a:pPr>
              <a:t>15</a:t>
            </a:fld>
            <a:endParaRPr lang="en-US" altLang="en-US" sz="1800" dirty="0">
              <a:ea typeface="Osaka" pitchFamily="8" charset="-128"/>
            </a:endParaRPr>
          </a:p>
        </p:txBody>
      </p:sp>
    </p:spTree>
    <p:extLst>
      <p:ext uri="{BB962C8B-B14F-4D97-AF65-F5344CB8AC3E}">
        <p14:creationId xmlns:p14="http://schemas.microsoft.com/office/powerpoint/2010/main" val="2703396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283">
                                            <p:txEl>
                                              <p:pRg st="0" end="0"/>
                                            </p:txEl>
                                          </p:spTgt>
                                        </p:tgtEl>
                                        <p:attrNameLst>
                                          <p:attrName>style.visibility</p:attrName>
                                        </p:attrNameLst>
                                      </p:cBhvr>
                                      <p:to>
                                        <p:strVal val="visible"/>
                                      </p:to>
                                    </p:set>
                                    <p:anim calcmode="lin" valueType="num">
                                      <p:cBhvr additive="base">
                                        <p:cTn id="7" dur="500" fill="hold"/>
                                        <p:tgtEl>
                                          <p:spTgt spid="2252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2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283">
                                            <p:txEl>
                                              <p:pRg st="1" end="1"/>
                                            </p:txEl>
                                          </p:spTgt>
                                        </p:tgtEl>
                                        <p:attrNameLst>
                                          <p:attrName>style.visibility</p:attrName>
                                        </p:attrNameLst>
                                      </p:cBhvr>
                                      <p:to>
                                        <p:strVal val="visible"/>
                                      </p:to>
                                    </p:set>
                                    <p:anim calcmode="lin" valueType="num">
                                      <p:cBhvr additive="base">
                                        <p:cTn id="13" dur="500" fill="hold"/>
                                        <p:tgtEl>
                                          <p:spTgt spid="2252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2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283">
                                            <p:txEl>
                                              <p:pRg st="2" end="2"/>
                                            </p:txEl>
                                          </p:spTgt>
                                        </p:tgtEl>
                                        <p:attrNameLst>
                                          <p:attrName>style.visibility</p:attrName>
                                        </p:attrNameLst>
                                      </p:cBhvr>
                                      <p:to>
                                        <p:strVal val="visible"/>
                                      </p:to>
                                    </p:set>
                                    <p:anim calcmode="lin" valueType="num">
                                      <p:cBhvr additive="base">
                                        <p:cTn id="19" dur="500" fill="hold"/>
                                        <p:tgtEl>
                                          <p:spTgt spid="2252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52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5283">
                                            <p:txEl>
                                              <p:pRg st="3" end="3"/>
                                            </p:txEl>
                                          </p:spTgt>
                                        </p:tgtEl>
                                        <p:attrNameLst>
                                          <p:attrName>style.visibility</p:attrName>
                                        </p:attrNameLst>
                                      </p:cBhvr>
                                      <p:to>
                                        <p:strVal val="visible"/>
                                      </p:to>
                                    </p:set>
                                    <p:anim calcmode="lin" valueType="num">
                                      <p:cBhvr additive="base">
                                        <p:cTn id="25" dur="500" fill="hold"/>
                                        <p:tgtEl>
                                          <p:spTgt spid="2252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52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5283">
                                            <p:txEl>
                                              <p:pRg st="4" end="4"/>
                                            </p:txEl>
                                          </p:spTgt>
                                        </p:tgtEl>
                                        <p:attrNameLst>
                                          <p:attrName>style.visibility</p:attrName>
                                        </p:attrNameLst>
                                      </p:cBhvr>
                                      <p:to>
                                        <p:strVal val="visible"/>
                                      </p:to>
                                    </p:set>
                                    <p:anim calcmode="lin" valueType="num">
                                      <p:cBhvr additive="base">
                                        <p:cTn id="31" dur="500" fill="hold"/>
                                        <p:tgtEl>
                                          <p:spTgt spid="2252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52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5283">
                                            <p:txEl>
                                              <p:pRg st="5" end="5"/>
                                            </p:txEl>
                                          </p:spTgt>
                                        </p:tgtEl>
                                        <p:attrNameLst>
                                          <p:attrName>style.visibility</p:attrName>
                                        </p:attrNameLst>
                                      </p:cBhvr>
                                      <p:to>
                                        <p:strVal val="visible"/>
                                      </p:to>
                                    </p:set>
                                    <p:anim calcmode="lin" valueType="num">
                                      <p:cBhvr additive="base">
                                        <p:cTn id="37" dur="500" fill="hold"/>
                                        <p:tgtEl>
                                          <p:spTgt spid="2252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252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25283">
                                            <p:txEl>
                                              <p:pRg st="6" end="6"/>
                                            </p:txEl>
                                          </p:spTgt>
                                        </p:tgtEl>
                                        <p:attrNameLst>
                                          <p:attrName>style.visibility</p:attrName>
                                        </p:attrNameLst>
                                      </p:cBhvr>
                                      <p:to>
                                        <p:strVal val="visible"/>
                                      </p:to>
                                    </p:set>
                                    <p:anim calcmode="lin" valueType="num">
                                      <p:cBhvr additive="base">
                                        <p:cTn id="43" dur="500" fill="hold"/>
                                        <p:tgtEl>
                                          <p:spTgt spid="22528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2528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69" name="Rectangle 3176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747" name="Rectangle 2"/>
          <p:cNvSpPr>
            <a:spLocks noGrp="1" noChangeArrowheads="1"/>
          </p:cNvSpPr>
          <p:nvPr>
            <p:ph type="title"/>
          </p:nvPr>
        </p:nvSpPr>
        <p:spPr>
          <a:xfrm>
            <a:off x="635000" y="640823"/>
            <a:ext cx="3418659" cy="5583148"/>
          </a:xfrm>
        </p:spPr>
        <p:txBody>
          <a:bodyPr anchor="ctr">
            <a:normAutofit/>
          </a:bodyPr>
          <a:lstStyle/>
          <a:p>
            <a:pPr eaLnBrk="1" hangingPunct="1"/>
            <a:r>
              <a:rPr lang="en-US" altLang="en-US" sz="5000" dirty="0">
                <a:ea typeface="Osaka" pitchFamily="8" charset="-128"/>
              </a:rPr>
              <a:t>Take Time to Provide Information</a:t>
            </a:r>
          </a:p>
        </p:txBody>
      </p:sp>
      <p:sp>
        <p:nvSpPr>
          <p:cNvPr id="3177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746" name="Slide Number Placeholder 5"/>
          <p:cNvSpPr>
            <a:spLocks noGrp="1"/>
          </p:cNvSpPr>
          <p:nvPr>
            <p:ph type="sldNum" sz="quarter" idx="12"/>
          </p:nvPr>
        </p:nvSpPr>
        <p:spPr bwMode="auto">
          <a:xfrm>
            <a:off x="8610600" y="6356350"/>
            <a:ext cx="27432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lnSpc>
                <a:spcPct val="90000"/>
              </a:lnSpc>
              <a:spcBef>
                <a:spcPct val="0"/>
              </a:spcBef>
              <a:spcAft>
                <a:spcPts val="600"/>
              </a:spcAft>
              <a:buFontTx/>
              <a:buNone/>
            </a:pPr>
            <a:fld id="{F6932E08-EA07-4280-A9C2-D08E652193D6}" type="slidenum">
              <a:rPr lang="en-US" altLang="en-US" sz="1800">
                <a:ea typeface="Osaka" pitchFamily="8" charset="-128"/>
              </a:rPr>
              <a:pPr>
                <a:lnSpc>
                  <a:spcPct val="90000"/>
                </a:lnSpc>
                <a:spcBef>
                  <a:spcPct val="0"/>
                </a:spcBef>
                <a:spcAft>
                  <a:spcPts val="600"/>
                </a:spcAft>
                <a:buFontTx/>
                <a:buNone/>
              </a:pPr>
              <a:t>16</a:t>
            </a:fld>
            <a:endParaRPr lang="en-US" altLang="en-US" sz="1800" dirty="0">
              <a:ea typeface="Osaka" pitchFamily="8" charset="-128"/>
            </a:endParaRPr>
          </a:p>
        </p:txBody>
      </p:sp>
      <p:graphicFrame>
        <p:nvGraphicFramePr>
          <p:cNvPr id="31750" name="Rectangle 3">
            <a:extLst>
              <a:ext uri="{FF2B5EF4-FFF2-40B4-BE49-F238E27FC236}">
                <a16:creationId xmlns:a16="http://schemas.microsoft.com/office/drawing/2014/main" id="{F71A4A0E-AB69-6BB6-D0EA-CECC983BA5BF}"/>
              </a:ext>
            </a:extLst>
          </p:cNvPr>
          <p:cNvGraphicFramePr/>
          <p:nvPr>
            <p:extLst>
              <p:ext uri="{D42A27DB-BD31-4B8C-83A1-F6EECF244321}">
                <p14:modId xmlns:p14="http://schemas.microsoft.com/office/powerpoint/2010/main" val="345992405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3735746"/>
      </p:ext>
    </p:extLst>
  </p:cSld>
  <p:clrMapOvr>
    <a:masterClrMapping/>
  </p:clrMapOvr>
  <p:transition>
    <p:cover dir="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1"/>
              </a:solidFill>
            </a:endParaRPr>
          </a:p>
        </p:txBody>
      </p:sp>
      <p:sp>
        <p:nvSpPr>
          <p:cNvPr id="2" name="Title 1">
            <a:extLst>
              <a:ext uri="{FF2B5EF4-FFF2-40B4-BE49-F238E27FC236}">
                <a16:creationId xmlns:a16="http://schemas.microsoft.com/office/drawing/2014/main" id="{87497B72-B83F-A95F-9B12-0BA75A30D4B5}"/>
              </a:ext>
            </a:extLst>
          </p:cNvPr>
          <p:cNvSpPr>
            <a:spLocks noGrp="1"/>
          </p:cNvSpPr>
          <p:nvPr>
            <p:ph type="title"/>
          </p:nvPr>
        </p:nvSpPr>
        <p:spPr>
          <a:xfrm>
            <a:off x="838200" y="643467"/>
            <a:ext cx="2951205" cy="5571066"/>
          </a:xfrm>
        </p:spPr>
        <p:txBody>
          <a:bodyPr>
            <a:normAutofit/>
          </a:bodyPr>
          <a:lstStyle/>
          <a:p>
            <a:r>
              <a:rPr lang="en-US" dirty="0">
                <a:solidFill>
                  <a:srgbClr val="FFFFFF"/>
                </a:solidFill>
              </a:rPr>
              <a:t>Objections</a:t>
            </a:r>
          </a:p>
        </p:txBody>
      </p:sp>
      <p:graphicFrame>
        <p:nvGraphicFramePr>
          <p:cNvPr id="5" name="Content Placeholder 2">
            <a:extLst>
              <a:ext uri="{FF2B5EF4-FFF2-40B4-BE49-F238E27FC236}">
                <a16:creationId xmlns:a16="http://schemas.microsoft.com/office/drawing/2014/main" id="{24FAE3F2-C62E-CDA0-5A64-01FDF2ECCE72}"/>
              </a:ext>
            </a:extLst>
          </p:cNvPr>
          <p:cNvGraphicFramePr>
            <a:graphicFrameLocks noGrp="1"/>
          </p:cNvGraphicFramePr>
          <p:nvPr>
            <p:ph idx="1"/>
            <p:extLst>
              <p:ext uri="{D42A27DB-BD31-4B8C-83A1-F6EECF244321}">
                <p14:modId xmlns:p14="http://schemas.microsoft.com/office/powerpoint/2010/main" val="1373843121"/>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9657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A01D9493-F8A4-48E5-EF44-703A87D10B9B}"/>
              </a:ext>
            </a:extLst>
          </p:cNvPr>
          <p:cNvSpPr>
            <a:spLocks noGrp="1"/>
          </p:cNvSpPr>
          <p:nvPr>
            <p:ph type="title"/>
          </p:nvPr>
        </p:nvSpPr>
        <p:spPr>
          <a:xfrm>
            <a:off x="838201" y="365125"/>
            <a:ext cx="5393360" cy="1325563"/>
          </a:xfrm>
        </p:spPr>
        <p:txBody>
          <a:bodyPr>
            <a:normAutofit/>
          </a:bodyPr>
          <a:lstStyle/>
          <a:p>
            <a:r>
              <a:rPr lang="en-US" dirty="0"/>
              <a:t>Follow Up</a:t>
            </a:r>
          </a:p>
        </p:txBody>
      </p:sp>
      <p:sp>
        <p:nvSpPr>
          <p:cNvPr id="18" name="Freeform: Shape 17">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Content Placeholder 2">
            <a:extLst>
              <a:ext uri="{FF2B5EF4-FFF2-40B4-BE49-F238E27FC236}">
                <a16:creationId xmlns:a16="http://schemas.microsoft.com/office/drawing/2014/main" id="{B1286141-F88E-F3D4-F102-5C13D47E95FA}"/>
              </a:ext>
            </a:extLst>
          </p:cNvPr>
          <p:cNvSpPr>
            <a:spLocks noGrp="1"/>
          </p:cNvSpPr>
          <p:nvPr>
            <p:ph idx="1"/>
          </p:nvPr>
        </p:nvSpPr>
        <p:spPr>
          <a:xfrm>
            <a:off x="838200" y="1825625"/>
            <a:ext cx="5393361" cy="4351338"/>
          </a:xfrm>
        </p:spPr>
        <p:txBody>
          <a:bodyPr>
            <a:normAutofit lnSpcReduction="10000"/>
          </a:bodyPr>
          <a:lstStyle/>
          <a:p>
            <a:r>
              <a:rPr lang="en-US" dirty="0"/>
              <a:t>Arrange for a tour of the business</a:t>
            </a:r>
          </a:p>
          <a:p>
            <a:r>
              <a:rPr lang="en-US" dirty="0"/>
              <a:t>Confirm appointment </a:t>
            </a:r>
          </a:p>
          <a:p>
            <a:r>
              <a:rPr lang="en-US" dirty="0"/>
              <a:t>Prior to the tour, ask for permission to speak with a manager or supervisor should you have questions</a:t>
            </a:r>
          </a:p>
          <a:p>
            <a:r>
              <a:rPr lang="en-US"/>
              <a:t>Do not interrupt the flow of work</a:t>
            </a:r>
            <a:endParaRPr lang="en-US" dirty="0"/>
          </a:p>
          <a:p>
            <a:r>
              <a:rPr lang="en-US" dirty="0"/>
              <a:t>Pay attention to the environment (noise, light, equipment, interactions, accessibility)</a:t>
            </a:r>
          </a:p>
        </p:txBody>
      </p:sp>
      <p:sp>
        <p:nvSpPr>
          <p:cNvPr id="20" name="Oval 19">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dirty="0"/>
          </a:p>
        </p:txBody>
      </p:sp>
      <p:pic>
        <p:nvPicPr>
          <p:cNvPr id="5" name="Picture 4" descr="Hotel reception bell">
            <a:extLst>
              <a:ext uri="{FF2B5EF4-FFF2-40B4-BE49-F238E27FC236}">
                <a16:creationId xmlns:a16="http://schemas.microsoft.com/office/drawing/2014/main" id="{2A00A289-1CF2-75AE-5295-EBFE2B0ADF41}"/>
              </a:ext>
            </a:extLst>
          </p:cNvPr>
          <p:cNvPicPr>
            <a:picLocks noChangeAspect="1"/>
          </p:cNvPicPr>
          <p:nvPr/>
        </p:nvPicPr>
        <p:blipFill rotWithShape="1">
          <a:blip r:embed="rId3"/>
          <a:srcRect l="21220" r="12030"/>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4" name="Freeform: Shape 23">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dirty="0"/>
          </a:p>
        </p:txBody>
      </p:sp>
      <p:cxnSp>
        <p:nvCxnSpPr>
          <p:cNvPr id="26" name="Straight Connector 25">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8" name="Freeform: Shape 27">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1042015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 name="Title 1">
            <a:extLst>
              <a:ext uri="{FF2B5EF4-FFF2-40B4-BE49-F238E27FC236}">
                <a16:creationId xmlns:a16="http://schemas.microsoft.com/office/drawing/2014/main" id="{4396B78D-7E78-6FAC-854C-0D80557AF38D}"/>
              </a:ext>
            </a:extLst>
          </p:cNvPr>
          <p:cNvSpPr>
            <a:spLocks noGrp="1"/>
          </p:cNvSpPr>
          <p:nvPr>
            <p:ph type="title"/>
          </p:nvPr>
        </p:nvSpPr>
        <p:spPr>
          <a:xfrm>
            <a:off x="6769570" y="530578"/>
            <a:ext cx="4771178" cy="1160110"/>
          </a:xfrm>
        </p:spPr>
        <p:txBody>
          <a:bodyPr>
            <a:normAutofit/>
          </a:bodyPr>
          <a:lstStyle/>
          <a:p>
            <a:r>
              <a:rPr lang="en-US" dirty="0"/>
              <a:t>Preparation</a:t>
            </a:r>
          </a:p>
        </p:txBody>
      </p:sp>
      <p:pic>
        <p:nvPicPr>
          <p:cNvPr id="7" name="Graphic 6" descr="Suit">
            <a:extLst>
              <a:ext uri="{FF2B5EF4-FFF2-40B4-BE49-F238E27FC236}">
                <a16:creationId xmlns:a16="http://schemas.microsoft.com/office/drawing/2014/main" id="{32505ABB-8DC6-CFFB-996A-6C7C6F75101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199" y="652458"/>
            <a:ext cx="5440195" cy="5440195"/>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12" name="Arc 11">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C95E0BF-4F51-6688-7E92-08E34D9790A5}"/>
              </a:ext>
            </a:extLst>
          </p:cNvPr>
          <p:cNvSpPr>
            <a:spLocks noGrp="1"/>
          </p:cNvSpPr>
          <p:nvPr>
            <p:ph idx="1"/>
          </p:nvPr>
        </p:nvSpPr>
        <p:spPr>
          <a:xfrm>
            <a:off x="6769570" y="1825625"/>
            <a:ext cx="4771178" cy="4388908"/>
          </a:xfrm>
        </p:spPr>
        <p:txBody>
          <a:bodyPr>
            <a:normAutofit/>
          </a:bodyPr>
          <a:lstStyle/>
          <a:p>
            <a:r>
              <a:rPr lang="en-US" dirty="0"/>
              <a:t>Dress according to the workplace, casual or formal</a:t>
            </a:r>
          </a:p>
          <a:p>
            <a:r>
              <a:rPr lang="en-US" dirty="0"/>
              <a:t>Plan transportation to arrive at least 15 minutes early</a:t>
            </a:r>
          </a:p>
          <a:p>
            <a:r>
              <a:rPr lang="en-US" dirty="0"/>
              <a:t>Have your business card handy</a:t>
            </a:r>
          </a:p>
          <a:p>
            <a:r>
              <a:rPr lang="en-US" dirty="0"/>
              <a:t>Do research before the meeting</a:t>
            </a:r>
          </a:p>
          <a:p>
            <a:r>
              <a:rPr lang="en-US" dirty="0"/>
              <a:t>Prepare a few questions </a:t>
            </a:r>
          </a:p>
        </p:txBody>
      </p:sp>
    </p:spTree>
    <p:extLst>
      <p:ext uri="{BB962C8B-B14F-4D97-AF65-F5344CB8AC3E}">
        <p14:creationId xmlns:p14="http://schemas.microsoft.com/office/powerpoint/2010/main" val="4192239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86" name="Rectangle 32777">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771" name="Rectangle 2"/>
          <p:cNvSpPr>
            <a:spLocks noGrp="1" noChangeArrowheads="1"/>
          </p:cNvSpPr>
          <p:nvPr>
            <p:ph type="title"/>
          </p:nvPr>
        </p:nvSpPr>
        <p:spPr>
          <a:xfrm>
            <a:off x="5297762" y="329184"/>
            <a:ext cx="6251110" cy="1305099"/>
          </a:xfrm>
        </p:spPr>
        <p:txBody>
          <a:bodyPr anchor="b">
            <a:normAutofit/>
          </a:bodyPr>
          <a:lstStyle/>
          <a:p>
            <a:pPr eaLnBrk="1" hangingPunct="1"/>
            <a:r>
              <a:rPr lang="en-US" altLang="en-US" sz="3800" dirty="0">
                <a:ea typeface="Osaka" pitchFamily="8" charset="-128"/>
              </a:rPr>
              <a:t>When Marketing An Individual: Important Considerations</a:t>
            </a:r>
          </a:p>
        </p:txBody>
      </p:sp>
      <p:pic>
        <p:nvPicPr>
          <p:cNvPr id="32787" name="Picture 32773" descr="Solo journey">
            <a:extLst>
              <a:ext uri="{FF2B5EF4-FFF2-40B4-BE49-F238E27FC236}">
                <a16:creationId xmlns:a16="http://schemas.microsoft.com/office/drawing/2014/main" id="{F257B754-5A1C-8255-25D9-D0094068439D}"/>
              </a:ext>
            </a:extLst>
          </p:cNvPr>
          <p:cNvPicPr>
            <a:picLocks noChangeAspect="1"/>
          </p:cNvPicPr>
          <p:nvPr/>
        </p:nvPicPr>
        <p:blipFill rotWithShape="1">
          <a:blip r:embed="rId3"/>
          <a:srcRect l="28949" r="20117"/>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278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789" name="Rectangle 3"/>
          <p:cNvSpPr>
            <a:spLocks noGrp="1" noChangeArrowheads="1"/>
          </p:cNvSpPr>
          <p:nvPr>
            <p:ph type="body" idx="1"/>
          </p:nvPr>
        </p:nvSpPr>
        <p:spPr>
          <a:xfrm>
            <a:off x="5297762" y="2706624"/>
            <a:ext cx="6251110" cy="3483864"/>
          </a:xfrm>
        </p:spPr>
        <p:txBody>
          <a:bodyPr>
            <a:normAutofit/>
          </a:bodyPr>
          <a:lstStyle/>
          <a:p>
            <a:pPr marL="236538" indent="-236538">
              <a:spcAft>
                <a:spcPct val="30000"/>
              </a:spcAft>
            </a:pPr>
            <a:r>
              <a:rPr lang="en-US" altLang="en-US" sz="2000" dirty="0">
                <a:ea typeface="ＭＳ Ｐゴシック" pitchFamily="34" charset="-128"/>
                <a:cs typeface="Arial" pitchFamily="34" charset="0"/>
              </a:rPr>
              <a:t>Will you make the initial contact or will person come with you</a:t>
            </a:r>
          </a:p>
          <a:p>
            <a:pPr marL="236538" indent="-236538">
              <a:spcAft>
                <a:spcPct val="30000"/>
              </a:spcAft>
            </a:pPr>
            <a:r>
              <a:rPr lang="en-US" altLang="en-US" sz="2000" dirty="0">
                <a:ea typeface="Osaka" pitchFamily="8" charset="-128"/>
              </a:rPr>
              <a:t>Did you prepare the individual for the meeting?</a:t>
            </a:r>
          </a:p>
          <a:p>
            <a:pPr marL="236538" indent="-236538">
              <a:spcAft>
                <a:spcPct val="30000"/>
              </a:spcAft>
            </a:pPr>
            <a:r>
              <a:rPr lang="en-US" altLang="en-US" sz="2000" dirty="0">
                <a:ea typeface="Osaka" pitchFamily="8" charset="-128"/>
              </a:rPr>
              <a:t>Will you need to provide assistance in responding to questions?</a:t>
            </a:r>
          </a:p>
          <a:p>
            <a:pPr marL="236538" indent="-236538">
              <a:spcAft>
                <a:spcPct val="30000"/>
              </a:spcAft>
            </a:pPr>
            <a:r>
              <a:rPr lang="en-US" altLang="en-US" sz="2000" dirty="0">
                <a:ea typeface="Osaka" pitchFamily="8" charset="-128"/>
              </a:rPr>
              <a:t>Can the person advocate for themselves?</a:t>
            </a:r>
          </a:p>
          <a:p>
            <a:pPr marL="236538" indent="-236538">
              <a:spcAft>
                <a:spcPct val="30000"/>
              </a:spcAft>
            </a:pPr>
            <a:r>
              <a:rPr lang="en-US" altLang="en-US" sz="2000" dirty="0">
                <a:ea typeface="ＭＳ Ｐゴシック" pitchFamily="34" charset="-128"/>
                <a:cs typeface="Arial" pitchFamily="34" charset="0"/>
              </a:rPr>
              <a:t>If you are making first contact alone, how do you explain why without making the job seeker look more limited?</a:t>
            </a:r>
          </a:p>
          <a:p>
            <a:pPr marL="236538" indent="-236538"/>
            <a:endParaRPr lang="en-US" altLang="en-US" sz="1500" dirty="0">
              <a:latin typeface="Verdana" pitchFamily="34" charset="0"/>
              <a:ea typeface="Osaka" pitchFamily="8" charset="-128"/>
            </a:endParaRPr>
          </a:p>
        </p:txBody>
      </p:sp>
    </p:spTree>
    <p:extLst>
      <p:ext uri="{BB962C8B-B14F-4D97-AF65-F5344CB8AC3E}">
        <p14:creationId xmlns:p14="http://schemas.microsoft.com/office/powerpoint/2010/main" val="330834399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823" name="Rectangle 3381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795" name="Rectangle 2"/>
          <p:cNvSpPr>
            <a:spLocks noGrp="1" noChangeArrowheads="1"/>
          </p:cNvSpPr>
          <p:nvPr>
            <p:ph type="title"/>
          </p:nvPr>
        </p:nvSpPr>
        <p:spPr>
          <a:xfrm>
            <a:off x="6392583" y="501651"/>
            <a:ext cx="4414848" cy="1716255"/>
          </a:xfrm>
        </p:spPr>
        <p:txBody>
          <a:bodyPr anchor="b">
            <a:normAutofit/>
          </a:bodyPr>
          <a:lstStyle/>
          <a:p>
            <a:pPr eaLnBrk="1" hangingPunct="1"/>
            <a:r>
              <a:rPr lang="en-US" altLang="en-US" sz="5600" dirty="0">
                <a:ea typeface="Osaka" pitchFamily="8" charset="-128"/>
              </a:rPr>
              <a:t>Individual: The Sales Pitch	</a:t>
            </a:r>
          </a:p>
        </p:txBody>
      </p:sp>
      <p:sp>
        <p:nvSpPr>
          <p:cNvPr id="33824" name="Rectangle 3381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dults talking over laptop">
            <a:extLst>
              <a:ext uri="{FF2B5EF4-FFF2-40B4-BE49-F238E27FC236}">
                <a16:creationId xmlns:a16="http://schemas.microsoft.com/office/drawing/2014/main" id="{5809BE31-9AC3-6269-04DC-56B38F3C50D3}"/>
              </a:ext>
            </a:extLst>
          </p:cNvPr>
          <p:cNvPicPr>
            <a:picLocks noChangeAspect="1"/>
          </p:cNvPicPr>
          <p:nvPr/>
        </p:nvPicPr>
        <p:blipFill rotWithShape="1">
          <a:blip r:embed="rId3"/>
          <a:srcRect l="28406" r="15908"/>
          <a:stretch/>
        </p:blipFill>
        <p:spPr>
          <a:xfrm>
            <a:off x="279143" y="299509"/>
            <a:ext cx="5221625" cy="6258983"/>
          </a:xfrm>
          <a:prstGeom prst="rect">
            <a:avLst/>
          </a:prstGeom>
        </p:spPr>
      </p:pic>
      <p:sp>
        <p:nvSpPr>
          <p:cNvPr id="33796" name="Rectangle 3"/>
          <p:cNvSpPr>
            <a:spLocks noGrp="1" noChangeArrowheads="1"/>
          </p:cNvSpPr>
          <p:nvPr>
            <p:ph type="body" idx="1"/>
          </p:nvPr>
        </p:nvSpPr>
        <p:spPr>
          <a:xfrm>
            <a:off x="6392583" y="2645922"/>
            <a:ext cx="4434721" cy="3710427"/>
          </a:xfrm>
        </p:spPr>
        <p:txBody>
          <a:bodyPr anchor="t">
            <a:normAutofit/>
          </a:bodyPr>
          <a:lstStyle/>
          <a:p>
            <a:pPr marL="287338" indent="-287338">
              <a:spcAft>
                <a:spcPct val="30000"/>
              </a:spcAft>
            </a:pPr>
            <a:r>
              <a:rPr lang="en-US" altLang="en-US" sz="1700" dirty="0">
                <a:solidFill>
                  <a:schemeClr val="tx1">
                    <a:alpha val="80000"/>
                  </a:schemeClr>
                </a:solidFill>
                <a:ea typeface="Osaka" pitchFamily="8" charset="-128"/>
              </a:rPr>
              <a:t>If job seeker is present, allow person to answer questions/speak to employer</a:t>
            </a:r>
          </a:p>
          <a:p>
            <a:pPr marL="287338" indent="-287338">
              <a:spcAft>
                <a:spcPct val="30000"/>
              </a:spcAft>
            </a:pPr>
            <a:r>
              <a:rPr lang="en-US" altLang="en-US" sz="1700" dirty="0">
                <a:solidFill>
                  <a:schemeClr val="tx1">
                    <a:alpha val="80000"/>
                  </a:schemeClr>
                </a:solidFill>
                <a:ea typeface="Osaka" pitchFamily="8" charset="-128"/>
              </a:rPr>
              <a:t>Keep employer engaged! Ask questions. Don</a:t>
            </a:r>
            <a:r>
              <a:rPr lang="ja-JP" altLang="en-US" sz="1700">
                <a:solidFill>
                  <a:schemeClr val="tx1">
                    <a:alpha val="80000"/>
                  </a:schemeClr>
                </a:solidFill>
                <a:ea typeface="Osaka" pitchFamily="8" charset="-128"/>
              </a:rPr>
              <a:t>’</a:t>
            </a:r>
            <a:r>
              <a:rPr lang="en-US" altLang="ja-JP" sz="1700" dirty="0">
                <a:solidFill>
                  <a:schemeClr val="tx1">
                    <a:alpha val="80000"/>
                  </a:schemeClr>
                </a:solidFill>
                <a:ea typeface="Osaka" pitchFamily="8" charset="-128"/>
              </a:rPr>
              <a:t>t monopolize conversation </a:t>
            </a:r>
          </a:p>
          <a:p>
            <a:pPr marL="287338" indent="-287338">
              <a:spcAft>
                <a:spcPct val="30000"/>
              </a:spcAft>
            </a:pPr>
            <a:r>
              <a:rPr lang="en-US" altLang="en-US" sz="1700" dirty="0">
                <a:solidFill>
                  <a:schemeClr val="tx1">
                    <a:alpha val="80000"/>
                  </a:schemeClr>
                </a:solidFill>
                <a:ea typeface="Osaka" pitchFamily="8" charset="-128"/>
              </a:rPr>
              <a:t>Market job seeker with confidence and enthusiasm. Keep conversation positive (don</a:t>
            </a:r>
            <a:r>
              <a:rPr lang="ja-JP" altLang="en-US" sz="1700">
                <a:solidFill>
                  <a:schemeClr val="tx1">
                    <a:alpha val="80000"/>
                  </a:schemeClr>
                </a:solidFill>
                <a:ea typeface="Osaka" pitchFamily="8" charset="-128"/>
              </a:rPr>
              <a:t>’</a:t>
            </a:r>
            <a:r>
              <a:rPr lang="en-US" altLang="ja-JP" sz="1700" dirty="0">
                <a:solidFill>
                  <a:schemeClr val="tx1">
                    <a:alpha val="80000"/>
                  </a:schemeClr>
                </a:solidFill>
                <a:ea typeface="Osaka" pitchFamily="8" charset="-128"/>
              </a:rPr>
              <a:t>t sound apologetic) </a:t>
            </a:r>
          </a:p>
          <a:p>
            <a:pPr marL="287338" indent="-287338">
              <a:spcAft>
                <a:spcPct val="30000"/>
              </a:spcAft>
            </a:pPr>
            <a:r>
              <a:rPr lang="en-US" altLang="en-US" sz="1700" dirty="0">
                <a:solidFill>
                  <a:schemeClr val="tx1">
                    <a:alpha val="80000"/>
                  </a:schemeClr>
                </a:solidFill>
                <a:ea typeface="Osaka" pitchFamily="8" charset="-128"/>
              </a:rPr>
              <a:t>Focus on person as a </a:t>
            </a:r>
            <a:r>
              <a:rPr lang="ja-JP" altLang="en-US" sz="1700">
                <a:solidFill>
                  <a:schemeClr val="tx1">
                    <a:alpha val="80000"/>
                  </a:schemeClr>
                </a:solidFill>
                <a:ea typeface="Osaka" pitchFamily="8" charset="-128"/>
              </a:rPr>
              <a:t>“</a:t>
            </a:r>
            <a:r>
              <a:rPr lang="en-US" altLang="ja-JP" sz="1700" dirty="0">
                <a:solidFill>
                  <a:schemeClr val="tx1">
                    <a:alpha val="80000"/>
                  </a:schemeClr>
                </a:solidFill>
                <a:ea typeface="Osaka" pitchFamily="8" charset="-128"/>
              </a:rPr>
              <a:t>qualified candidate</a:t>
            </a:r>
            <a:r>
              <a:rPr lang="ja-JP" altLang="en-US" sz="1700">
                <a:solidFill>
                  <a:schemeClr val="tx1">
                    <a:alpha val="80000"/>
                  </a:schemeClr>
                </a:solidFill>
                <a:ea typeface="Osaka" pitchFamily="8" charset="-128"/>
              </a:rPr>
              <a:t>”</a:t>
            </a:r>
            <a:r>
              <a:rPr lang="en-US" altLang="ja-JP" sz="1700" dirty="0">
                <a:solidFill>
                  <a:schemeClr val="tx1">
                    <a:alpha val="80000"/>
                  </a:schemeClr>
                </a:solidFill>
                <a:ea typeface="Osaka" pitchFamily="8" charset="-128"/>
              </a:rPr>
              <a:t> by highlighting skills / assets of job seeker (bring resume, portfolio, etc.)</a:t>
            </a:r>
          </a:p>
          <a:p>
            <a:pPr marL="287338" indent="-287338">
              <a:spcAft>
                <a:spcPct val="30000"/>
              </a:spcAft>
            </a:pPr>
            <a:r>
              <a:rPr lang="en-US" altLang="en-US" sz="1700" dirty="0">
                <a:solidFill>
                  <a:schemeClr val="tx1">
                    <a:alpha val="80000"/>
                  </a:schemeClr>
                </a:solidFill>
                <a:ea typeface="Osaka" pitchFamily="8" charset="-128"/>
              </a:rPr>
              <a:t>Mention past relevant experience of job seeker</a:t>
            </a:r>
          </a:p>
        </p:txBody>
      </p:sp>
      <p:sp>
        <p:nvSpPr>
          <p:cNvPr id="33794" name="Slide Number Placeholder 5"/>
          <p:cNvSpPr>
            <a:spLocks noGrp="1"/>
          </p:cNvSpPr>
          <p:nvPr>
            <p:ph type="sldNum" sz="quarter" idx="12"/>
          </p:nvPr>
        </p:nvSpPr>
        <p:spPr bwMode="auto">
          <a:xfrm>
            <a:off x="8610600" y="6356350"/>
            <a:ext cx="2743200" cy="365125"/>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lnSpc>
                <a:spcPct val="90000"/>
              </a:lnSpc>
              <a:spcBef>
                <a:spcPct val="0"/>
              </a:spcBef>
              <a:spcAft>
                <a:spcPts val="600"/>
              </a:spcAft>
              <a:buFontTx/>
              <a:buNone/>
            </a:pPr>
            <a:fld id="{2793A4D5-B3EF-4A43-B24C-291906F63E39}" type="slidenum">
              <a:rPr lang="en-US" altLang="en-US" sz="1800">
                <a:solidFill>
                  <a:schemeClr val="tx1">
                    <a:alpha val="60000"/>
                  </a:schemeClr>
                </a:solidFill>
                <a:ea typeface="Osaka" pitchFamily="8" charset="-128"/>
              </a:rPr>
              <a:pPr>
                <a:lnSpc>
                  <a:spcPct val="90000"/>
                </a:lnSpc>
                <a:spcBef>
                  <a:spcPct val="0"/>
                </a:spcBef>
                <a:spcAft>
                  <a:spcPts val="600"/>
                </a:spcAft>
                <a:buFontTx/>
                <a:buNone/>
              </a:pPr>
              <a:t>21</a:t>
            </a:fld>
            <a:endParaRPr lang="en-US" altLang="en-US" sz="1800" dirty="0">
              <a:solidFill>
                <a:schemeClr val="tx1">
                  <a:alpha val="60000"/>
                </a:schemeClr>
              </a:solidFill>
              <a:ea typeface="Osaka" pitchFamily="8" charset="-128"/>
            </a:endParaRPr>
          </a:p>
        </p:txBody>
      </p:sp>
      <p:cxnSp>
        <p:nvCxnSpPr>
          <p:cNvPr id="33822" name="Straight Connector 33821">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0905420"/>
      </p:ext>
    </p:extLst>
  </p:cSld>
  <p:clrMapOvr>
    <a:masterClrMapping/>
  </p:clrMapOvr>
  <p:transition>
    <p:cover dir="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825" name="Rectangle 34824">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27" name="Oval 34826">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19" name="Rectangle 2"/>
          <p:cNvSpPr>
            <a:spLocks noGrp="1" noChangeArrowheads="1"/>
          </p:cNvSpPr>
          <p:nvPr>
            <p:ph type="title"/>
          </p:nvPr>
        </p:nvSpPr>
        <p:spPr>
          <a:xfrm>
            <a:off x="1389278" y="1233241"/>
            <a:ext cx="3240506" cy="4064628"/>
          </a:xfrm>
        </p:spPr>
        <p:txBody>
          <a:bodyPr>
            <a:normAutofit/>
          </a:bodyPr>
          <a:lstStyle/>
          <a:p>
            <a:pPr eaLnBrk="1" hangingPunct="1"/>
            <a:r>
              <a:rPr lang="en-US" altLang="en-US" dirty="0">
                <a:solidFill>
                  <a:srgbClr val="FFFFFF"/>
                </a:solidFill>
                <a:ea typeface="Osaka" pitchFamily="8" charset="-128"/>
              </a:rPr>
              <a:t>Individual: Marketing Quality</a:t>
            </a:r>
          </a:p>
        </p:txBody>
      </p:sp>
      <p:sp>
        <p:nvSpPr>
          <p:cNvPr id="34836" name="Freeform: Shape 34828">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831" name="Freeform: Shape 34830">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dirty="0"/>
          </a:p>
        </p:txBody>
      </p:sp>
      <p:sp>
        <p:nvSpPr>
          <p:cNvPr id="34833" name="Freeform: Shape 34832">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820" name="Rectangle 3"/>
          <p:cNvSpPr>
            <a:spLocks noGrp="1" noChangeArrowheads="1"/>
          </p:cNvSpPr>
          <p:nvPr>
            <p:ph type="body" idx="1"/>
          </p:nvPr>
        </p:nvSpPr>
        <p:spPr>
          <a:xfrm>
            <a:off x="6096000" y="820880"/>
            <a:ext cx="5257799" cy="4889350"/>
          </a:xfrm>
        </p:spPr>
        <p:txBody>
          <a:bodyPr anchor="t">
            <a:normAutofit/>
          </a:bodyPr>
          <a:lstStyle/>
          <a:p>
            <a:pPr eaLnBrk="1" hangingPunct="1">
              <a:spcAft>
                <a:spcPct val="30000"/>
              </a:spcAft>
            </a:pPr>
            <a:r>
              <a:rPr lang="en-US" altLang="en-US" sz="2200" dirty="0">
                <a:ea typeface="Osaka" pitchFamily="8" charset="-128"/>
              </a:rPr>
              <a:t>Respond to disability / accommodation questions in ways that demonstrate ability, skill and competence</a:t>
            </a:r>
          </a:p>
          <a:p>
            <a:pPr eaLnBrk="1" hangingPunct="1">
              <a:spcAft>
                <a:spcPct val="30000"/>
              </a:spcAft>
            </a:pPr>
            <a:r>
              <a:rPr lang="en-US" altLang="en-US" sz="2200" dirty="0">
                <a:ea typeface="Osaka" pitchFamily="8" charset="-128"/>
              </a:rPr>
              <a:t>Provide only relevant information</a:t>
            </a:r>
          </a:p>
          <a:p>
            <a:pPr eaLnBrk="1" hangingPunct="1">
              <a:spcAft>
                <a:spcPct val="30000"/>
              </a:spcAft>
            </a:pPr>
            <a:r>
              <a:rPr lang="en-US" altLang="en-US" sz="2200" dirty="0">
                <a:ea typeface="Osaka" pitchFamily="8" charset="-128"/>
              </a:rPr>
              <a:t>Use business terms versus human service terms</a:t>
            </a:r>
          </a:p>
          <a:p>
            <a:pPr eaLnBrk="1" hangingPunct="1">
              <a:spcAft>
                <a:spcPct val="30000"/>
              </a:spcAft>
            </a:pPr>
            <a:r>
              <a:rPr lang="en-US" altLang="en-US" sz="2200" dirty="0">
                <a:ea typeface="Osaka" pitchFamily="8" charset="-128"/>
              </a:rPr>
              <a:t>Reassure and negotiate as needed</a:t>
            </a:r>
          </a:p>
          <a:p>
            <a:pPr eaLnBrk="1" hangingPunct="1">
              <a:spcAft>
                <a:spcPct val="30000"/>
              </a:spcAft>
            </a:pPr>
            <a:r>
              <a:rPr lang="en-US" altLang="en-US" sz="2200" dirty="0">
                <a:ea typeface="Osaka" pitchFamily="8" charset="-128"/>
              </a:rPr>
              <a:t>Look for a match between businesses needs &amp; job seeker skills / strengths</a:t>
            </a:r>
          </a:p>
          <a:p>
            <a:pPr eaLnBrk="1" hangingPunct="1">
              <a:spcAft>
                <a:spcPct val="30000"/>
              </a:spcAft>
            </a:pPr>
            <a:r>
              <a:rPr lang="en-US" altLang="en-US" sz="2200" dirty="0">
                <a:ea typeface="Osaka" pitchFamily="8" charset="-128"/>
              </a:rPr>
              <a:t>Identify how the employer will benefit from hiring the job seeker</a:t>
            </a:r>
          </a:p>
        </p:txBody>
      </p:sp>
      <p:sp>
        <p:nvSpPr>
          <p:cNvPr id="34835" name="Freeform: Shape 34834">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dirty="0"/>
          </a:p>
        </p:txBody>
      </p:sp>
      <p:sp>
        <p:nvSpPr>
          <p:cNvPr id="34837" name="Freeform: Shape 34836">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dirty="0"/>
          </a:p>
        </p:txBody>
      </p:sp>
      <p:sp>
        <p:nvSpPr>
          <p:cNvPr id="34839" name="Freeform: Shape 34838">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818" name="Slide Number Placeholder 5"/>
          <p:cNvSpPr>
            <a:spLocks noGrp="1"/>
          </p:cNvSpPr>
          <p:nvPr>
            <p:ph type="sldNum" sz="quarter" idx="12"/>
          </p:nvPr>
        </p:nvSpPr>
        <p:spPr bwMode="auto">
          <a:xfrm>
            <a:off x="10506330" y="6356350"/>
            <a:ext cx="847470" cy="365125"/>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lnSpc>
                <a:spcPct val="90000"/>
              </a:lnSpc>
              <a:spcBef>
                <a:spcPct val="0"/>
              </a:spcBef>
              <a:spcAft>
                <a:spcPts val="600"/>
              </a:spcAft>
              <a:buFontTx/>
              <a:buNone/>
            </a:pPr>
            <a:fld id="{AA5C9CDD-5958-4EF9-9585-7065D0025C51}" type="slidenum">
              <a:rPr lang="en-US" altLang="en-US" sz="1800">
                <a:ea typeface="Osaka" pitchFamily="8" charset="-128"/>
              </a:rPr>
              <a:pPr>
                <a:lnSpc>
                  <a:spcPct val="90000"/>
                </a:lnSpc>
                <a:spcBef>
                  <a:spcPct val="0"/>
                </a:spcBef>
                <a:spcAft>
                  <a:spcPts val="600"/>
                </a:spcAft>
                <a:buFontTx/>
                <a:buNone/>
              </a:pPr>
              <a:t>22</a:t>
            </a:fld>
            <a:endParaRPr lang="en-US" altLang="en-US" sz="1800" dirty="0">
              <a:ea typeface="Osaka" pitchFamily="8" charset="-128"/>
            </a:endParaRPr>
          </a:p>
        </p:txBody>
      </p:sp>
    </p:spTree>
    <p:extLst>
      <p:ext uri="{BB962C8B-B14F-4D97-AF65-F5344CB8AC3E}">
        <p14:creationId xmlns:p14="http://schemas.microsoft.com/office/powerpoint/2010/main" val="1429283536"/>
      </p:ext>
    </p:extLst>
  </p:cSld>
  <p:clrMapOvr>
    <a:masterClrMapping/>
  </p:clrMapOvr>
  <p:transition>
    <p:cover dir="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6" name="Rectangle 37895">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7898" name="Group 37897">
            <a:extLst>
              <a:ext uri="{FF2B5EF4-FFF2-40B4-BE49-F238E27FC236}">
                <a16:creationId xmlns:a16="http://schemas.microsoft.com/office/drawing/2014/main" id="{5F892E19-92E7-4BB2-8C3F-DBDFE8D9D3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37899" name="Group 37898">
              <a:extLst>
                <a:ext uri="{FF2B5EF4-FFF2-40B4-BE49-F238E27FC236}">
                  <a16:creationId xmlns:a16="http://schemas.microsoft.com/office/drawing/2014/main" id="{81E493D3-31D9-4B80-9798-EEA082E12A8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907" name="Freeform: Shape 37906">
                <a:extLst>
                  <a:ext uri="{FF2B5EF4-FFF2-40B4-BE49-F238E27FC236}">
                    <a16:creationId xmlns:a16="http://schemas.microsoft.com/office/drawing/2014/main" id="{62E6AA4D-EC17-45B5-B621-DF0FD91FD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908" name="Freeform: Shape 37907">
                <a:extLst>
                  <a:ext uri="{FF2B5EF4-FFF2-40B4-BE49-F238E27FC236}">
                    <a16:creationId xmlns:a16="http://schemas.microsoft.com/office/drawing/2014/main" id="{D56F11D0-7966-41FE-AAB9-EC0C54F11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7900" name="Group 37899">
              <a:extLst>
                <a:ext uri="{FF2B5EF4-FFF2-40B4-BE49-F238E27FC236}">
                  <a16:creationId xmlns:a16="http://schemas.microsoft.com/office/drawing/2014/main" id="{CEDE579A-0A12-4A10-85D4-A8DA1663B89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7901" name="Group 37900">
                <a:extLst>
                  <a:ext uri="{FF2B5EF4-FFF2-40B4-BE49-F238E27FC236}">
                    <a16:creationId xmlns:a16="http://schemas.microsoft.com/office/drawing/2014/main" id="{15CA79E3-BA58-419A-8541-7498AC2633F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7905" name="Freeform: Shape 37904">
                  <a:extLst>
                    <a:ext uri="{FF2B5EF4-FFF2-40B4-BE49-F238E27FC236}">
                      <a16:creationId xmlns:a16="http://schemas.microsoft.com/office/drawing/2014/main" id="{2348C622-BC44-4959-B64E-427015FD1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906" name="Freeform: Shape 37905">
                  <a:extLst>
                    <a:ext uri="{FF2B5EF4-FFF2-40B4-BE49-F238E27FC236}">
                      <a16:creationId xmlns:a16="http://schemas.microsoft.com/office/drawing/2014/main" id="{F8841A98-AA1D-4F65-A368-EF31110B0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7902" name="Group 37901">
                <a:extLst>
                  <a:ext uri="{FF2B5EF4-FFF2-40B4-BE49-F238E27FC236}">
                    <a16:creationId xmlns:a16="http://schemas.microsoft.com/office/drawing/2014/main" id="{E6609F08-9B2C-4879-AC68-E3E537BED78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3">
                  <a:alphaModFix amt="57000"/>
                </a:blip>
                <a:tile tx="0" ty="0" sx="100000" sy="100000" flip="none" algn="tl"/>
              </a:blipFill>
              <a:effectLst/>
            </p:grpSpPr>
            <p:sp>
              <p:nvSpPr>
                <p:cNvPr id="37903" name="Freeform: Shape 37902">
                  <a:extLst>
                    <a:ext uri="{FF2B5EF4-FFF2-40B4-BE49-F238E27FC236}">
                      <a16:creationId xmlns:a16="http://schemas.microsoft.com/office/drawing/2014/main" id="{6910EFC9-D70D-42FD-BCCD-AB1F710BF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904" name="Freeform: Shape 37903">
                  <a:extLst>
                    <a:ext uri="{FF2B5EF4-FFF2-40B4-BE49-F238E27FC236}">
                      <a16:creationId xmlns:a16="http://schemas.microsoft.com/office/drawing/2014/main" id="{83BEF371-1E22-4C4F-A62F-AC6B92CAE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37890" name="Rectangle 2"/>
          <p:cNvSpPr>
            <a:spLocks noChangeArrowheads="1"/>
          </p:cNvSpPr>
          <p:nvPr/>
        </p:nvSpPr>
        <p:spPr bwMode="auto">
          <a:xfrm>
            <a:off x="827088" y="1641752"/>
            <a:ext cx="2655887" cy="3213277"/>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lIns="91440" tIns="45720" rIns="91440" bIns="45720" rtlCol="0" anchor="t">
            <a:normAutofit/>
          </a:bodyPr>
          <a:lstStyle>
            <a:lvl1pPr>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a:lnSpc>
                <a:spcPct val="90000"/>
              </a:lnSpc>
              <a:spcBef>
                <a:spcPct val="0"/>
              </a:spcBef>
              <a:spcAft>
                <a:spcPts val="600"/>
              </a:spcAft>
              <a:buNone/>
            </a:pPr>
            <a:r>
              <a:rPr lang="en-US" altLang="en-US" sz="4000" b="1" kern="1200" dirty="0">
                <a:solidFill>
                  <a:schemeClr val="tx1"/>
                </a:solidFill>
                <a:latin typeface="+mj-lt"/>
                <a:ea typeface="+mj-ea"/>
                <a:cs typeface="+mj-cs"/>
              </a:rPr>
              <a:t>Dealing With Employer Objections</a:t>
            </a:r>
            <a:endParaRPr lang="en-US" altLang="en-US" sz="4000" b="1" u="sng" kern="1200" dirty="0">
              <a:solidFill>
                <a:schemeClr val="tx1"/>
              </a:solidFill>
              <a:latin typeface="+mj-lt"/>
              <a:ea typeface="+mj-ea"/>
              <a:cs typeface="+mj-cs"/>
            </a:endParaRPr>
          </a:p>
        </p:txBody>
      </p:sp>
      <p:sp>
        <p:nvSpPr>
          <p:cNvPr id="37891" name="Rectangle 3"/>
          <p:cNvSpPr>
            <a:spLocks noChangeArrowheads="1"/>
          </p:cNvSpPr>
          <p:nvPr/>
        </p:nvSpPr>
        <p:spPr bwMode="auto">
          <a:xfrm>
            <a:off x="5232401" y="1721579"/>
            <a:ext cx="6140449" cy="3952648"/>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lIns="91440" tIns="45720" rIns="91440" bIns="45720" rtlCol="0">
            <a:normAutofit/>
          </a:bodyPr>
          <a:lstStyle>
            <a:lvl1pPr marL="457200" indent="-457200">
              <a:spcBef>
                <a:spcPct val="20000"/>
              </a:spcBef>
              <a:buChar char="•"/>
              <a:defRPr sz="2800">
                <a:solidFill>
                  <a:schemeClr val="tx1"/>
                </a:solidFill>
                <a:latin typeface="Arial" pitchFamily="34" charset="0"/>
                <a:ea typeface="ＭＳ Ｐゴシック" pitchFamily="34" charset="-128"/>
              </a:defRPr>
            </a:lvl1pPr>
            <a:lvl2pPr marL="742950" indent="-285750">
              <a:spcBef>
                <a:spcPct val="20000"/>
              </a:spcBef>
              <a:buChar char="–"/>
              <a:defRPr sz="2400">
                <a:solidFill>
                  <a:schemeClr val="tx1"/>
                </a:solidFill>
                <a:latin typeface="Arial" pitchFamily="34" charset="0"/>
                <a:ea typeface="ＭＳ Ｐゴシック" pitchFamily="34" charset="-128"/>
              </a:defRPr>
            </a:lvl2pPr>
            <a:lvl3pPr marL="1143000" indent="-228600">
              <a:spcBef>
                <a:spcPct val="20000"/>
              </a:spcBef>
              <a:buChar char="•"/>
              <a:defRPr sz="2000">
                <a:solidFill>
                  <a:schemeClr val="tx1"/>
                </a:solidFill>
                <a:latin typeface="Arial" pitchFamily="34" charset="0"/>
                <a:ea typeface="ＭＳ Ｐゴシック" pitchFamily="34" charset="-128"/>
              </a:defRPr>
            </a:lvl3pPr>
            <a:lvl4pPr marL="1600200" indent="-228600">
              <a:spcBef>
                <a:spcPct val="20000"/>
              </a:spcBef>
              <a:buChar char="–"/>
              <a:defRPr sz="2000">
                <a:solidFill>
                  <a:schemeClr val="tx1"/>
                </a:solidFill>
                <a:latin typeface="Arial" pitchFamily="34" charset="0"/>
                <a:ea typeface="ＭＳ Ｐゴシック" pitchFamily="34" charset="-128"/>
              </a:defRPr>
            </a:lvl4pPr>
            <a:lvl5pPr marL="2057400" indent="-228600">
              <a:spcBef>
                <a:spcPct val="20000"/>
              </a:spcBef>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34" charset="-128"/>
              </a:defRPr>
            </a:lvl9pPr>
          </a:lstStyle>
          <a:p>
            <a:pPr indent="-228600">
              <a:lnSpc>
                <a:spcPct val="90000"/>
              </a:lnSpc>
              <a:spcBef>
                <a:spcPct val="0"/>
              </a:spcBef>
              <a:spcAft>
                <a:spcPts val="600"/>
              </a:spcAft>
              <a:buFont typeface="Arial" panose="020B0604020202020204" pitchFamily="34" charset="0"/>
              <a:buChar char="•"/>
            </a:pPr>
            <a:r>
              <a:rPr lang="en-US" altLang="en-US" sz="2400" dirty="0">
                <a:solidFill>
                  <a:schemeClr val="tx1">
                    <a:alpha val="80000"/>
                  </a:schemeClr>
                </a:solidFill>
                <a:latin typeface="+mn-lt"/>
                <a:ea typeface="+mn-ea"/>
              </a:rPr>
              <a:t>Draw out concerns &amp; previous experience</a:t>
            </a:r>
          </a:p>
          <a:p>
            <a:pPr indent="-228600">
              <a:lnSpc>
                <a:spcPct val="90000"/>
              </a:lnSpc>
              <a:spcBef>
                <a:spcPct val="0"/>
              </a:spcBef>
              <a:spcAft>
                <a:spcPts val="600"/>
              </a:spcAft>
              <a:buFont typeface="Arial" panose="020B0604020202020204" pitchFamily="34" charset="0"/>
              <a:buChar char="•"/>
            </a:pPr>
            <a:r>
              <a:rPr lang="en-US" altLang="en-US" sz="2400" dirty="0">
                <a:solidFill>
                  <a:schemeClr val="tx1">
                    <a:alpha val="80000"/>
                  </a:schemeClr>
                </a:solidFill>
                <a:latin typeface="+mn-lt"/>
                <a:ea typeface="+mn-ea"/>
              </a:rPr>
              <a:t>Don</a:t>
            </a:r>
            <a:r>
              <a:rPr lang="en-US" altLang="ja-JP" sz="2400" dirty="0">
                <a:solidFill>
                  <a:schemeClr val="tx1">
                    <a:alpha val="80000"/>
                  </a:schemeClr>
                </a:solidFill>
                <a:latin typeface="+mn-lt"/>
                <a:ea typeface="+mn-ea"/>
              </a:rPr>
              <a:t>’t hedge-Address concerns immediately</a:t>
            </a:r>
          </a:p>
          <a:p>
            <a:pPr indent="-228600">
              <a:lnSpc>
                <a:spcPct val="90000"/>
              </a:lnSpc>
              <a:spcBef>
                <a:spcPct val="0"/>
              </a:spcBef>
              <a:spcAft>
                <a:spcPts val="600"/>
              </a:spcAft>
              <a:buFont typeface="Arial" panose="020B0604020202020204" pitchFamily="34" charset="0"/>
              <a:buChar char="•"/>
            </a:pPr>
            <a:r>
              <a:rPr lang="en-US" altLang="en-US" sz="2400" dirty="0">
                <a:solidFill>
                  <a:schemeClr val="tx1">
                    <a:alpha val="80000"/>
                  </a:schemeClr>
                </a:solidFill>
                <a:latin typeface="+mn-lt"/>
                <a:ea typeface="+mn-ea"/>
              </a:rPr>
              <a:t>Demonstrate understanding -use those listening skills</a:t>
            </a:r>
          </a:p>
          <a:p>
            <a:pPr indent="-228600">
              <a:lnSpc>
                <a:spcPct val="90000"/>
              </a:lnSpc>
              <a:spcBef>
                <a:spcPct val="0"/>
              </a:spcBef>
              <a:spcAft>
                <a:spcPts val="600"/>
              </a:spcAft>
              <a:buFont typeface="Arial" panose="020B0604020202020204" pitchFamily="34" charset="0"/>
              <a:buChar char="•"/>
            </a:pPr>
            <a:r>
              <a:rPr lang="en-US" altLang="en-US" sz="2400" dirty="0">
                <a:solidFill>
                  <a:schemeClr val="tx1">
                    <a:alpha val="80000"/>
                  </a:schemeClr>
                </a:solidFill>
                <a:latin typeface="+mn-lt"/>
                <a:ea typeface="+mn-ea"/>
              </a:rPr>
              <a:t>Establish credibility</a:t>
            </a:r>
          </a:p>
          <a:p>
            <a:pPr indent="-228600">
              <a:lnSpc>
                <a:spcPct val="90000"/>
              </a:lnSpc>
              <a:spcBef>
                <a:spcPct val="0"/>
              </a:spcBef>
              <a:spcAft>
                <a:spcPts val="600"/>
              </a:spcAft>
              <a:buFont typeface="Arial" panose="020B0604020202020204" pitchFamily="34" charset="0"/>
              <a:buChar char="•"/>
            </a:pPr>
            <a:endParaRPr lang="en-US" altLang="en-US" sz="2400" dirty="0">
              <a:solidFill>
                <a:schemeClr val="tx1">
                  <a:alpha val="80000"/>
                </a:schemeClr>
              </a:solidFill>
              <a:latin typeface="+mn-lt"/>
              <a:ea typeface="+mn-ea"/>
            </a:endParaRPr>
          </a:p>
        </p:txBody>
      </p:sp>
    </p:spTree>
    <p:extLst>
      <p:ext uri="{BB962C8B-B14F-4D97-AF65-F5344CB8AC3E}">
        <p14:creationId xmlns:p14="http://schemas.microsoft.com/office/powerpoint/2010/main" val="2439302574"/>
      </p:ext>
    </p:extLst>
  </p:cSld>
  <p:clrMapOvr>
    <a:overrideClrMapping bg1="dk1" tx1="lt1" bg2="dk2" tx2="lt2" accent1="accent1" accent2="accent2" accent3="accent3" accent4="accent4" accent5="accent5" accent6="accent6" hlink="hlink" folHlink="folHlink"/>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1473</TotalTime>
  <Words>2240</Words>
  <Application>Microsoft Office PowerPoint</Application>
  <PresentationFormat>Widescreen</PresentationFormat>
  <Paragraphs>228</Paragraphs>
  <Slides>23</Slides>
  <Notes>20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Employer Engagement</vt:lpstr>
      <vt:lpstr>Parents, other family and guardians</vt:lpstr>
      <vt:lpstr>Labor market information</vt:lpstr>
      <vt:lpstr>In the beginning….. : These questions will direct your business discovery (business engagement)</vt:lpstr>
      <vt:lpstr>Employment Specialist’s Most Effective Strategy   IS…</vt:lpstr>
      <vt:lpstr>Networking Helps Job Seekers…</vt:lpstr>
      <vt:lpstr> Potential Contacts</vt:lpstr>
      <vt:lpstr>Researching a Company </vt:lpstr>
      <vt:lpstr>Using Networks and Follow Up</vt:lpstr>
      <vt:lpstr>What to Say When Networking as a Job Developer or Job Seeker</vt:lpstr>
      <vt:lpstr>Get Ready  To Talk with Employers</vt:lpstr>
      <vt:lpstr>What You Say to an Employer  Depends on the Situation,  Be Prepared</vt:lpstr>
      <vt:lpstr>First Contact</vt:lpstr>
      <vt:lpstr>Give Them Information that will Interest Them </vt:lpstr>
      <vt:lpstr>General: Questions to Ask Business</vt:lpstr>
      <vt:lpstr>Take Time to Provide Information</vt:lpstr>
      <vt:lpstr>Objections</vt:lpstr>
      <vt:lpstr>Follow Up</vt:lpstr>
      <vt:lpstr>Preparation</vt:lpstr>
      <vt:lpstr>When Marketing An Individual: Important Considerations</vt:lpstr>
      <vt:lpstr>Individual: The Sales Pitch </vt:lpstr>
      <vt:lpstr>Individual: Marketing Quality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 Flippo</dc:creator>
  <cp:lastModifiedBy>Karen Flippo</cp:lastModifiedBy>
  <cp:revision>24</cp:revision>
  <dcterms:created xsi:type="dcterms:W3CDTF">2023-05-12T16:38:48Z</dcterms:created>
  <dcterms:modified xsi:type="dcterms:W3CDTF">2024-04-18T19:39:48Z</dcterms:modified>
</cp:coreProperties>
</file>