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6" r:id="rId4"/>
    <p:sldMasterId id="2147483738" r:id="rId5"/>
    <p:sldMasterId id="2147483750" r:id="rId6"/>
  </p:sldMasterIdLst>
  <p:notesMasterIdLst>
    <p:notesMasterId r:id="rId29"/>
  </p:notesMasterIdLst>
  <p:handoutMasterIdLst>
    <p:handoutMasterId r:id="rId30"/>
  </p:handoutMasterIdLst>
  <p:sldIdLst>
    <p:sldId id="1454" r:id="rId7"/>
    <p:sldId id="507" r:id="rId8"/>
    <p:sldId id="516" r:id="rId9"/>
    <p:sldId id="1457" r:id="rId10"/>
    <p:sldId id="1475" r:id="rId11"/>
    <p:sldId id="1472" r:id="rId12"/>
    <p:sldId id="1471" r:id="rId13"/>
    <p:sldId id="1470" r:id="rId14"/>
    <p:sldId id="1476" r:id="rId15"/>
    <p:sldId id="1456" r:id="rId16"/>
    <p:sldId id="266" r:id="rId17"/>
    <p:sldId id="1459" r:id="rId18"/>
    <p:sldId id="1473" r:id="rId19"/>
    <p:sldId id="1474" r:id="rId20"/>
    <p:sldId id="1469" r:id="rId21"/>
    <p:sldId id="1460" r:id="rId22"/>
    <p:sldId id="1463" r:id="rId23"/>
    <p:sldId id="1464" r:id="rId24"/>
    <p:sldId id="276" r:id="rId25"/>
    <p:sldId id="279" r:id="rId26"/>
    <p:sldId id="280" r:id="rId27"/>
    <p:sldId id="1477" r:id="rId28"/>
  </p:sldIdLst>
  <p:sldSz cx="9144000" cy="6858000" type="letter"/>
  <p:notesSz cx="6858000" cy="9144000"/>
  <p:defaultTextStyle>
    <a:defPPr>
      <a:defRPr lang="en-US"/>
    </a:defPPr>
    <a:lvl1pPr algn="l" rtl="0" eaLnBrk="0" fontAlgn="base" hangingPunct="0">
      <a:spcBef>
        <a:spcPct val="0"/>
      </a:spcBef>
      <a:spcAft>
        <a:spcPct val="0"/>
      </a:spcAft>
      <a:defRPr sz="2400" b="1" u="sng" kern="1200">
        <a:solidFill>
          <a:schemeClr val="bg1"/>
        </a:solidFill>
        <a:latin typeface="Times" charset="0"/>
        <a:ea typeface="ヒラギノ角ゴ Pro W3" charset="-128"/>
        <a:cs typeface="+mn-cs"/>
      </a:defRPr>
    </a:lvl1pPr>
    <a:lvl2pPr marL="457200" algn="l" rtl="0" eaLnBrk="0" fontAlgn="base" hangingPunct="0">
      <a:spcBef>
        <a:spcPct val="0"/>
      </a:spcBef>
      <a:spcAft>
        <a:spcPct val="0"/>
      </a:spcAft>
      <a:defRPr sz="2400" b="1" u="sng" kern="1200">
        <a:solidFill>
          <a:schemeClr val="bg1"/>
        </a:solidFill>
        <a:latin typeface="Times" charset="0"/>
        <a:ea typeface="ヒラギノ角ゴ Pro W3" charset="-128"/>
        <a:cs typeface="+mn-cs"/>
      </a:defRPr>
    </a:lvl2pPr>
    <a:lvl3pPr marL="914400" algn="l" rtl="0" eaLnBrk="0" fontAlgn="base" hangingPunct="0">
      <a:spcBef>
        <a:spcPct val="0"/>
      </a:spcBef>
      <a:spcAft>
        <a:spcPct val="0"/>
      </a:spcAft>
      <a:defRPr sz="2400" b="1" u="sng" kern="1200">
        <a:solidFill>
          <a:schemeClr val="bg1"/>
        </a:solidFill>
        <a:latin typeface="Times" charset="0"/>
        <a:ea typeface="ヒラギノ角ゴ Pro W3" charset="-128"/>
        <a:cs typeface="+mn-cs"/>
      </a:defRPr>
    </a:lvl3pPr>
    <a:lvl4pPr marL="1371600" algn="l" rtl="0" eaLnBrk="0" fontAlgn="base" hangingPunct="0">
      <a:spcBef>
        <a:spcPct val="0"/>
      </a:spcBef>
      <a:spcAft>
        <a:spcPct val="0"/>
      </a:spcAft>
      <a:defRPr sz="2400" b="1" u="sng" kern="1200">
        <a:solidFill>
          <a:schemeClr val="bg1"/>
        </a:solidFill>
        <a:latin typeface="Times" charset="0"/>
        <a:ea typeface="ヒラギノ角ゴ Pro W3" charset="-128"/>
        <a:cs typeface="+mn-cs"/>
      </a:defRPr>
    </a:lvl4pPr>
    <a:lvl5pPr marL="1828800" algn="l" rtl="0" eaLnBrk="0" fontAlgn="base" hangingPunct="0">
      <a:spcBef>
        <a:spcPct val="0"/>
      </a:spcBef>
      <a:spcAft>
        <a:spcPct val="0"/>
      </a:spcAft>
      <a:defRPr sz="2400" b="1" u="sng" kern="1200">
        <a:solidFill>
          <a:schemeClr val="bg1"/>
        </a:solidFill>
        <a:latin typeface="Times" charset="0"/>
        <a:ea typeface="ヒラギノ角ゴ Pro W3" charset="-128"/>
        <a:cs typeface="+mn-cs"/>
      </a:defRPr>
    </a:lvl5pPr>
    <a:lvl6pPr marL="2286000" algn="l" defTabSz="914400" rtl="0" eaLnBrk="1" latinLnBrk="0" hangingPunct="1">
      <a:defRPr sz="2400" b="1" u="sng" kern="1200">
        <a:solidFill>
          <a:schemeClr val="bg1"/>
        </a:solidFill>
        <a:latin typeface="Times" charset="0"/>
        <a:ea typeface="ヒラギノ角ゴ Pro W3" charset="-128"/>
        <a:cs typeface="+mn-cs"/>
      </a:defRPr>
    </a:lvl6pPr>
    <a:lvl7pPr marL="2743200" algn="l" defTabSz="914400" rtl="0" eaLnBrk="1" latinLnBrk="0" hangingPunct="1">
      <a:defRPr sz="2400" b="1" u="sng" kern="1200">
        <a:solidFill>
          <a:schemeClr val="bg1"/>
        </a:solidFill>
        <a:latin typeface="Times" charset="0"/>
        <a:ea typeface="ヒラギノ角ゴ Pro W3" charset="-128"/>
        <a:cs typeface="+mn-cs"/>
      </a:defRPr>
    </a:lvl7pPr>
    <a:lvl8pPr marL="3200400" algn="l" defTabSz="914400" rtl="0" eaLnBrk="1" latinLnBrk="0" hangingPunct="1">
      <a:defRPr sz="2400" b="1" u="sng" kern="1200">
        <a:solidFill>
          <a:schemeClr val="bg1"/>
        </a:solidFill>
        <a:latin typeface="Times" charset="0"/>
        <a:ea typeface="ヒラギノ角ゴ Pro W3" charset="-128"/>
        <a:cs typeface="+mn-cs"/>
      </a:defRPr>
    </a:lvl8pPr>
    <a:lvl9pPr marL="3657600" algn="l" defTabSz="914400" rtl="0" eaLnBrk="1" latinLnBrk="0" hangingPunct="1">
      <a:defRPr sz="2400" b="1" u="sng" kern="1200">
        <a:solidFill>
          <a:schemeClr val="bg1"/>
        </a:solidFill>
        <a:latin typeface="Times" charset="0"/>
        <a:ea typeface="ヒラギノ角ゴ Pro W3"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128BA2"/>
    <a:srgbClr val="E2AF40"/>
    <a:srgbClr val="FFFD78"/>
    <a:srgbClr val="1F629F"/>
    <a:srgbClr val="FFEE7B"/>
    <a:srgbClr val="FFE58E"/>
    <a:srgbClr val="CC3300"/>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EB728D-6436-25B3-2357-63D9A4589F09}" v="1" dt="2025-06-24T19:47:59.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654" autoAdjust="0"/>
    <p:restoredTop sz="76618" autoAdjust="0"/>
  </p:normalViewPr>
  <p:slideViewPr>
    <p:cSldViewPr>
      <p:cViewPr>
        <p:scale>
          <a:sx n="79" d="100"/>
          <a:sy n="79" d="100"/>
        </p:scale>
        <p:origin x="2068" y="128"/>
      </p:cViewPr>
      <p:guideLst>
        <p:guide orient="horz" pos="2160"/>
        <p:guide pos="2880"/>
      </p:guideLst>
    </p:cSldViewPr>
  </p:slideViewPr>
  <p:outlineViewPr>
    <p:cViewPr>
      <p:scale>
        <a:sx n="66" d="100"/>
        <a:sy n="66" d="100"/>
      </p:scale>
      <p:origin x="0" y="-17112"/>
    </p:cViewPr>
  </p:outlineViewPr>
  <p:notesTextViewPr>
    <p:cViewPr>
      <p:scale>
        <a:sx n="100" d="100"/>
        <a:sy n="100" d="100"/>
      </p:scale>
      <p:origin x="0" y="0"/>
    </p:cViewPr>
  </p:notesTextViewPr>
  <p:sorterViewPr>
    <p:cViewPr>
      <p:scale>
        <a:sx n="50" d="100"/>
        <a:sy n="50" d="100"/>
      </p:scale>
      <p:origin x="0" y="0"/>
    </p:cViewPr>
  </p:sorterViewPr>
  <p:notesViewPr>
    <p:cSldViewPr>
      <p:cViewPr varScale="1">
        <p:scale>
          <a:sx n="93" d="100"/>
          <a:sy n="93" d="100"/>
        </p:scale>
        <p:origin x="2304"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ci Jones" userId="8493031c-935c-4567-bcd9-185995e08a61" providerId="ADAL" clId="{48C7B1E3-9182-4A48-90A8-3CAF086FBF93}"/>
    <pc:docChg chg="undo custSel addSld delSld modSld sldOrd delMainMaster">
      <pc:chgData name="Staci Jones" userId="8493031c-935c-4567-bcd9-185995e08a61" providerId="ADAL" clId="{48C7B1E3-9182-4A48-90A8-3CAF086FBF93}" dt="2024-01-31T21:26:49.012" v="29923"/>
      <pc:docMkLst>
        <pc:docMk/>
      </pc:docMkLst>
      <pc:sldChg chg="modSp del mod ord modNotesTx">
        <pc:chgData name="Staci Jones" userId="8493031c-935c-4567-bcd9-185995e08a61" providerId="ADAL" clId="{48C7B1E3-9182-4A48-90A8-3CAF086FBF93}" dt="2024-01-31T21:24:00.004" v="29912" actId="1076"/>
        <pc:sldMkLst>
          <pc:docMk/>
          <pc:sldMk cId="2576221730" sldId="266"/>
        </pc:sldMkLst>
      </pc:sldChg>
      <pc:sldChg chg="del modNotesTx">
        <pc:chgData name="Staci Jones" userId="8493031c-935c-4567-bcd9-185995e08a61" providerId="ADAL" clId="{48C7B1E3-9182-4A48-90A8-3CAF086FBF93}" dt="2023-07-23T00:22:56.863" v="3962" actId="47"/>
        <pc:sldMkLst>
          <pc:docMk/>
          <pc:sldMk cId="2906352650" sldId="275"/>
        </pc:sldMkLst>
      </pc:sldChg>
      <pc:sldChg chg="addSp delSp modSp add del mod setBg delDesignElem modNotes modNotesTx">
        <pc:chgData name="Staci Jones" userId="8493031c-935c-4567-bcd9-185995e08a61" providerId="ADAL" clId="{48C7B1E3-9182-4A48-90A8-3CAF086FBF93}" dt="2024-01-31T21:22:24.088" v="29762" actId="1076"/>
        <pc:sldMkLst>
          <pc:docMk/>
          <pc:sldMk cId="4211678788" sldId="276"/>
        </pc:sldMkLst>
      </pc:sldChg>
      <pc:sldChg chg="modSp del mod ord">
        <pc:chgData name="Staci Jones" userId="8493031c-935c-4567-bcd9-185995e08a61" providerId="ADAL" clId="{48C7B1E3-9182-4A48-90A8-3CAF086FBF93}" dt="2024-01-31T21:20:11.481" v="29687" actId="47"/>
        <pc:sldMkLst>
          <pc:docMk/>
          <pc:sldMk cId="3889739991" sldId="278"/>
        </pc:sldMkLst>
      </pc:sldChg>
      <pc:sldChg chg="addSp delSp modSp add del mod addAnim delAnim delDesignElem modNotesTx">
        <pc:chgData name="Staci Jones" userId="8493031c-935c-4567-bcd9-185995e08a61" providerId="ADAL" clId="{48C7B1E3-9182-4A48-90A8-3CAF086FBF93}" dt="2024-01-31T20:41:45.994" v="26632" actId="20577"/>
        <pc:sldMkLst>
          <pc:docMk/>
          <pc:sldMk cId="3814916344" sldId="279"/>
        </pc:sldMkLst>
      </pc:sldChg>
      <pc:sldChg chg="addSp delSp modSp add del mod delDesignElem modNotesTx">
        <pc:chgData name="Staci Jones" userId="8493031c-935c-4567-bcd9-185995e08a61" providerId="ADAL" clId="{48C7B1E3-9182-4A48-90A8-3CAF086FBF93}" dt="2024-01-31T20:53:16.931" v="27862" actId="20577"/>
        <pc:sldMkLst>
          <pc:docMk/>
          <pc:sldMk cId="2505621975" sldId="280"/>
        </pc:sldMkLst>
      </pc:sldChg>
      <pc:sldChg chg="del delDesignElem">
        <pc:chgData name="Staci Jones" userId="8493031c-935c-4567-bcd9-185995e08a61" providerId="ADAL" clId="{48C7B1E3-9182-4A48-90A8-3CAF086FBF93}" dt="2023-07-23T00:27:53.280" v="4546" actId="47"/>
        <pc:sldMkLst>
          <pc:docMk/>
          <pc:sldMk cId="1301138840" sldId="281"/>
        </pc:sldMkLst>
      </pc:sldChg>
      <pc:sldChg chg="del delDesignElem">
        <pc:chgData name="Staci Jones" userId="8493031c-935c-4567-bcd9-185995e08a61" providerId="ADAL" clId="{48C7B1E3-9182-4A48-90A8-3CAF086FBF93}" dt="2023-07-23T00:27:31.283" v="4545" actId="47"/>
        <pc:sldMkLst>
          <pc:docMk/>
          <pc:sldMk cId="3060531956" sldId="282"/>
        </pc:sldMkLst>
      </pc:sldChg>
      <pc:sldChg chg="modSp mod modNotesTx">
        <pc:chgData name="Staci Jones" userId="8493031c-935c-4567-bcd9-185995e08a61" providerId="ADAL" clId="{48C7B1E3-9182-4A48-90A8-3CAF086FBF93}" dt="2024-01-31T21:04:53.002" v="28505" actId="20577"/>
        <pc:sldMkLst>
          <pc:docMk/>
          <pc:sldMk cId="1246800762" sldId="507"/>
        </pc:sldMkLst>
      </pc:sldChg>
      <pc:sldChg chg="addSp delSp modSp add del mod setBg delDesignElem modNotesTx">
        <pc:chgData name="Staci Jones" userId="8493031c-935c-4567-bcd9-185995e08a61" providerId="ADAL" clId="{48C7B1E3-9182-4A48-90A8-3CAF086FBF93}" dt="2024-01-30T14:33:36.280" v="13145" actId="20577"/>
        <pc:sldMkLst>
          <pc:docMk/>
          <pc:sldMk cId="3866583377" sldId="516"/>
        </pc:sldMkLst>
      </pc:sldChg>
      <pc:sldChg chg="del">
        <pc:chgData name="Staci Jones" userId="8493031c-935c-4567-bcd9-185995e08a61" providerId="ADAL" clId="{48C7B1E3-9182-4A48-90A8-3CAF086FBF93}" dt="2024-01-29T20:10:04.574" v="12187" actId="47"/>
        <pc:sldMkLst>
          <pc:docMk/>
          <pc:sldMk cId="2605159324" sldId="1182"/>
        </pc:sldMkLst>
      </pc:sldChg>
      <pc:sldChg chg="del">
        <pc:chgData name="Staci Jones" userId="8493031c-935c-4567-bcd9-185995e08a61" providerId="ADAL" clId="{48C7B1E3-9182-4A48-90A8-3CAF086FBF93}" dt="2023-07-22T23:36:47.570" v="1576" actId="47"/>
        <pc:sldMkLst>
          <pc:docMk/>
          <pc:sldMk cId="1359521953" sldId="1201"/>
        </pc:sldMkLst>
      </pc:sldChg>
      <pc:sldChg chg="del">
        <pc:chgData name="Staci Jones" userId="8493031c-935c-4567-bcd9-185995e08a61" providerId="ADAL" clId="{48C7B1E3-9182-4A48-90A8-3CAF086FBF93}" dt="2023-07-22T23:36:45.385" v="1575" actId="47"/>
        <pc:sldMkLst>
          <pc:docMk/>
          <pc:sldMk cId="860183086" sldId="1264"/>
        </pc:sldMkLst>
      </pc:sldChg>
      <pc:sldChg chg="del">
        <pc:chgData name="Staci Jones" userId="8493031c-935c-4567-bcd9-185995e08a61" providerId="ADAL" clId="{48C7B1E3-9182-4A48-90A8-3CAF086FBF93}" dt="2024-01-31T20:11:53.040" v="23007" actId="47"/>
        <pc:sldMkLst>
          <pc:docMk/>
          <pc:sldMk cId="777488834" sldId="1420"/>
        </pc:sldMkLst>
      </pc:sldChg>
      <pc:sldChg chg="del">
        <pc:chgData name="Staci Jones" userId="8493031c-935c-4567-bcd9-185995e08a61" providerId="ADAL" clId="{48C7B1E3-9182-4A48-90A8-3CAF086FBF93}" dt="2024-01-29T20:38:01.121" v="13044" actId="47"/>
        <pc:sldMkLst>
          <pc:docMk/>
          <pc:sldMk cId="1837445667" sldId="1446"/>
        </pc:sldMkLst>
      </pc:sldChg>
      <pc:sldChg chg="del">
        <pc:chgData name="Staci Jones" userId="8493031c-935c-4567-bcd9-185995e08a61" providerId="ADAL" clId="{48C7B1E3-9182-4A48-90A8-3CAF086FBF93}" dt="2023-07-23T00:19:49.074" v="3384" actId="47"/>
        <pc:sldMkLst>
          <pc:docMk/>
          <pc:sldMk cId="2076934902" sldId="1450"/>
        </pc:sldMkLst>
      </pc:sldChg>
      <pc:sldChg chg="addSp delSp modSp mod modTransition modAnim modNotesTx">
        <pc:chgData name="Staci Jones" userId="8493031c-935c-4567-bcd9-185995e08a61" providerId="ADAL" clId="{48C7B1E3-9182-4A48-90A8-3CAF086FBF93}" dt="2024-01-31T21:26:49.012" v="29923"/>
        <pc:sldMkLst>
          <pc:docMk/>
          <pc:sldMk cId="3568794635" sldId="1454"/>
        </pc:sldMkLst>
      </pc:sldChg>
      <pc:sldChg chg="modSp mod ord modNotesTx">
        <pc:chgData name="Staci Jones" userId="8493031c-935c-4567-bcd9-185995e08a61" providerId="ADAL" clId="{48C7B1E3-9182-4A48-90A8-3CAF086FBF93}" dt="2024-01-31T21:09:06.587" v="28760" actId="20577"/>
        <pc:sldMkLst>
          <pc:docMk/>
          <pc:sldMk cId="4195995130" sldId="1456"/>
        </pc:sldMkLst>
      </pc:sldChg>
      <pc:sldChg chg="modSp mod ord modNotesTx">
        <pc:chgData name="Staci Jones" userId="8493031c-935c-4567-bcd9-185995e08a61" providerId="ADAL" clId="{48C7B1E3-9182-4A48-90A8-3CAF086FBF93}" dt="2024-01-31T21:06:23.174" v="28657" actId="20577"/>
        <pc:sldMkLst>
          <pc:docMk/>
          <pc:sldMk cId="1158171299" sldId="1457"/>
        </pc:sldMkLst>
      </pc:sldChg>
      <pc:sldChg chg="del">
        <pc:chgData name="Staci Jones" userId="8493031c-935c-4567-bcd9-185995e08a61" providerId="ADAL" clId="{48C7B1E3-9182-4A48-90A8-3CAF086FBF93}" dt="2024-01-29T20:42:15.023" v="13045" actId="47"/>
        <pc:sldMkLst>
          <pc:docMk/>
          <pc:sldMk cId="2957140832" sldId="1458"/>
        </pc:sldMkLst>
      </pc:sldChg>
      <pc:sldChg chg="addSp delSp modSp mod ord setBg modNotesTx">
        <pc:chgData name="Staci Jones" userId="8493031c-935c-4567-bcd9-185995e08a61" providerId="ADAL" clId="{48C7B1E3-9182-4A48-90A8-3CAF086FBF93}" dt="2024-01-31T21:11:37.618" v="28893"/>
        <pc:sldMkLst>
          <pc:docMk/>
          <pc:sldMk cId="11962283" sldId="1459"/>
        </pc:sldMkLst>
      </pc:sldChg>
      <pc:sldChg chg="addSp modSp mod setBg modNotesTx">
        <pc:chgData name="Staci Jones" userId="8493031c-935c-4567-bcd9-185995e08a61" providerId="ADAL" clId="{48C7B1E3-9182-4A48-90A8-3CAF086FBF93}" dt="2024-01-31T20:11:42.639" v="23005" actId="255"/>
        <pc:sldMkLst>
          <pc:docMk/>
          <pc:sldMk cId="2518600937" sldId="1460"/>
        </pc:sldMkLst>
      </pc:sldChg>
      <pc:sldChg chg="del">
        <pc:chgData name="Staci Jones" userId="8493031c-935c-4567-bcd9-185995e08a61" providerId="ADAL" clId="{48C7B1E3-9182-4A48-90A8-3CAF086FBF93}" dt="2023-07-22T23:56:07.073" v="2980" actId="47"/>
        <pc:sldMkLst>
          <pc:docMk/>
          <pc:sldMk cId="2743267663" sldId="1461"/>
        </pc:sldMkLst>
      </pc:sldChg>
      <pc:sldChg chg="del">
        <pc:chgData name="Staci Jones" userId="8493031c-935c-4567-bcd9-185995e08a61" providerId="ADAL" clId="{48C7B1E3-9182-4A48-90A8-3CAF086FBF93}" dt="2024-01-31T20:11:51.619" v="23006" actId="47"/>
        <pc:sldMkLst>
          <pc:docMk/>
          <pc:sldMk cId="3176053951" sldId="1462"/>
        </pc:sldMkLst>
      </pc:sldChg>
      <pc:sldChg chg="addSp modSp mod setBg modNotesTx">
        <pc:chgData name="Staci Jones" userId="8493031c-935c-4567-bcd9-185995e08a61" providerId="ADAL" clId="{48C7B1E3-9182-4A48-90A8-3CAF086FBF93}" dt="2024-01-31T21:22:40.272" v="29766" actId="1076"/>
        <pc:sldMkLst>
          <pc:docMk/>
          <pc:sldMk cId="1145567481" sldId="1463"/>
        </pc:sldMkLst>
      </pc:sldChg>
      <pc:sldChg chg="addSp delSp modSp mod ord setBg modNotesTx">
        <pc:chgData name="Staci Jones" userId="8493031c-935c-4567-bcd9-185995e08a61" providerId="ADAL" clId="{48C7B1E3-9182-4A48-90A8-3CAF086FBF93}" dt="2024-01-31T21:22:31.056" v="29764" actId="14100"/>
        <pc:sldMkLst>
          <pc:docMk/>
          <pc:sldMk cId="3888986075" sldId="1464"/>
        </pc:sldMkLst>
      </pc:sldChg>
      <pc:sldChg chg="del">
        <pc:chgData name="Staci Jones" userId="8493031c-935c-4567-bcd9-185995e08a61" providerId="ADAL" clId="{48C7B1E3-9182-4A48-90A8-3CAF086FBF93}" dt="2024-01-31T20:49:19.270" v="27641" actId="47"/>
        <pc:sldMkLst>
          <pc:docMk/>
          <pc:sldMk cId="524488650" sldId="1465"/>
        </pc:sldMkLst>
      </pc:sldChg>
      <pc:sldChg chg="addSp modSp del mod setBg modNotesTx">
        <pc:chgData name="Staci Jones" userId="8493031c-935c-4567-bcd9-185995e08a61" providerId="ADAL" clId="{48C7B1E3-9182-4A48-90A8-3CAF086FBF93}" dt="2024-01-31T20:49:29.922" v="27642" actId="47"/>
        <pc:sldMkLst>
          <pc:docMk/>
          <pc:sldMk cId="2952980893" sldId="1466"/>
        </pc:sldMkLst>
      </pc:sldChg>
      <pc:sldChg chg="del modNotesTx">
        <pc:chgData name="Staci Jones" userId="8493031c-935c-4567-bcd9-185995e08a61" providerId="ADAL" clId="{48C7B1E3-9182-4A48-90A8-3CAF086FBF93}" dt="2024-01-31T20:57:31.985" v="27863" actId="2696"/>
        <pc:sldMkLst>
          <pc:docMk/>
          <pc:sldMk cId="3206296679" sldId="1467"/>
        </pc:sldMkLst>
      </pc:sldChg>
      <pc:sldChg chg="new del">
        <pc:chgData name="Staci Jones" userId="8493031c-935c-4567-bcd9-185995e08a61" providerId="ADAL" clId="{48C7B1E3-9182-4A48-90A8-3CAF086FBF93}" dt="2024-01-29T20:42:16.584" v="13046" actId="47"/>
        <pc:sldMkLst>
          <pc:docMk/>
          <pc:sldMk cId="1124224898" sldId="1468"/>
        </pc:sldMkLst>
      </pc:sldChg>
      <pc:sldChg chg="addSp delSp modSp new mod setBg setClrOvrMap modNotesTx">
        <pc:chgData name="Staci Jones" userId="8493031c-935c-4567-bcd9-185995e08a61" providerId="ADAL" clId="{48C7B1E3-9182-4A48-90A8-3CAF086FBF93}" dt="2024-01-31T21:18:41.863" v="29661" actId="20577"/>
        <pc:sldMkLst>
          <pc:docMk/>
          <pc:sldMk cId="4020176799" sldId="1469"/>
        </pc:sldMkLst>
      </pc:sldChg>
      <pc:sldChg chg="addSp delSp modSp new add del mod ord modNotesTx">
        <pc:chgData name="Staci Jones" userId="8493031c-935c-4567-bcd9-185995e08a61" providerId="ADAL" clId="{48C7B1E3-9182-4A48-90A8-3CAF086FBF93}" dt="2024-01-31T21:24:08.069" v="29913"/>
        <pc:sldMkLst>
          <pc:docMk/>
          <pc:sldMk cId="764810882" sldId="1470"/>
        </pc:sldMkLst>
      </pc:sldChg>
      <pc:sldChg chg="addSp delSp modSp new mod ord modNotesTx">
        <pc:chgData name="Staci Jones" userId="8493031c-935c-4567-bcd9-185995e08a61" providerId="ADAL" clId="{48C7B1E3-9182-4A48-90A8-3CAF086FBF93}" dt="2024-01-31T21:24:12.327" v="29914"/>
        <pc:sldMkLst>
          <pc:docMk/>
          <pc:sldMk cId="1723727621" sldId="1471"/>
        </pc:sldMkLst>
      </pc:sldChg>
      <pc:sldChg chg="addSp delSp modSp new mod modNotesTx">
        <pc:chgData name="Staci Jones" userId="8493031c-935c-4567-bcd9-185995e08a61" providerId="ADAL" clId="{48C7B1E3-9182-4A48-90A8-3CAF086FBF93}" dt="2024-01-31T21:24:15.448" v="29915"/>
        <pc:sldMkLst>
          <pc:docMk/>
          <pc:sldMk cId="1300807192" sldId="1472"/>
        </pc:sldMkLst>
      </pc:sldChg>
      <pc:sldChg chg="addSp modSp add mod modNotesTx">
        <pc:chgData name="Staci Jones" userId="8493031c-935c-4567-bcd9-185995e08a61" providerId="ADAL" clId="{48C7B1E3-9182-4A48-90A8-3CAF086FBF93}" dt="2024-01-31T21:16:27.602" v="29369" actId="20577"/>
        <pc:sldMkLst>
          <pc:docMk/>
          <pc:sldMk cId="3245141720" sldId="1473"/>
        </pc:sldMkLst>
      </pc:sldChg>
      <pc:sldChg chg="addSp delSp modSp add mod modNotesTx">
        <pc:chgData name="Staci Jones" userId="8493031c-935c-4567-bcd9-185995e08a61" providerId="ADAL" clId="{48C7B1E3-9182-4A48-90A8-3CAF086FBF93}" dt="2024-01-31T21:18:19.630" v="29642" actId="20577"/>
        <pc:sldMkLst>
          <pc:docMk/>
          <pc:sldMk cId="3836391340" sldId="1474"/>
        </pc:sldMkLst>
      </pc:sldChg>
      <pc:sldChg chg="addSp delSp modSp new mod ord setBg modNotesTx">
        <pc:chgData name="Staci Jones" userId="8493031c-935c-4567-bcd9-185995e08a61" providerId="ADAL" clId="{48C7B1E3-9182-4A48-90A8-3CAF086FBF93}" dt="2024-01-31T21:24:19.349" v="29916"/>
        <pc:sldMkLst>
          <pc:docMk/>
          <pc:sldMk cId="2299890690" sldId="1475"/>
        </pc:sldMkLst>
      </pc:sldChg>
      <pc:sldChg chg="addSp delSp modSp new mod setBg addAnim modNotesTx">
        <pc:chgData name="Staci Jones" userId="8493031c-935c-4567-bcd9-185995e08a61" providerId="ADAL" clId="{48C7B1E3-9182-4A48-90A8-3CAF086FBF93}" dt="2024-01-31T21:08:52.620" v="28752" actId="20577"/>
        <pc:sldMkLst>
          <pc:docMk/>
          <pc:sldMk cId="3538202312" sldId="1476"/>
        </pc:sldMkLst>
      </pc:sldChg>
      <pc:sldChg chg="addSp delSp modSp new mod setBg modNotesTx">
        <pc:chgData name="Staci Jones" userId="8493031c-935c-4567-bcd9-185995e08a61" providerId="ADAL" clId="{48C7B1E3-9182-4A48-90A8-3CAF086FBF93}" dt="2024-01-31T21:23:43.595" v="29911" actId="20577"/>
        <pc:sldMkLst>
          <pc:docMk/>
          <pc:sldMk cId="3651124770" sldId="1477"/>
        </pc:sldMkLst>
      </pc:sldChg>
      <pc:sldMasterChg chg="del delSldLayout">
        <pc:chgData name="Staci Jones" userId="8493031c-935c-4567-bcd9-185995e08a61" providerId="ADAL" clId="{48C7B1E3-9182-4A48-90A8-3CAF086FBF93}" dt="2024-01-31T20:11:53.040" v="23007" actId="47"/>
        <pc:sldMasterMkLst>
          <pc:docMk/>
          <pc:sldMasterMk cId="0" sldId="2147483679"/>
        </pc:sldMasterMkLst>
        <pc:sldLayoutChg chg="del">
          <pc:chgData name="Staci Jones" userId="8493031c-935c-4567-bcd9-185995e08a61" providerId="ADAL" clId="{48C7B1E3-9182-4A48-90A8-3CAF086FBF93}" dt="2024-01-31T20:11:53.040" v="23007" actId="47"/>
          <pc:sldLayoutMkLst>
            <pc:docMk/>
            <pc:sldMasterMk cId="0" sldId="2147483679"/>
            <pc:sldLayoutMk cId="1353227904" sldId="2147483680"/>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1849560798" sldId="2147483681"/>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742541661" sldId="2147483682"/>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870223710" sldId="2147483683"/>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1486257900" sldId="2147483684"/>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6743396" sldId="2147483685"/>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1667106928" sldId="2147483686"/>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846996487" sldId="2147483687"/>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1948344693" sldId="2147483688"/>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998605795" sldId="2147483689"/>
          </pc:sldLayoutMkLst>
        </pc:sldLayoutChg>
        <pc:sldLayoutChg chg="del">
          <pc:chgData name="Staci Jones" userId="8493031c-935c-4567-bcd9-185995e08a61" providerId="ADAL" clId="{48C7B1E3-9182-4A48-90A8-3CAF086FBF93}" dt="2024-01-31T20:11:53.040" v="23007" actId="47"/>
          <pc:sldLayoutMkLst>
            <pc:docMk/>
            <pc:sldMasterMk cId="0" sldId="2147483679"/>
            <pc:sldLayoutMk cId="982895260" sldId="2147483690"/>
          </pc:sldLayoutMkLst>
        </pc:sldLayoutChg>
      </pc:sldMasterChg>
    </pc:docChg>
  </pc:docChgLst>
  <pc:docChgLst>
    <pc:chgData clId="Web-{2BF49BFD-1AE0-0A53-DAE9-EEDABF787010}"/>
    <pc:docChg chg="modSld">
      <pc:chgData name="" userId="" providerId="" clId="Web-{2BF49BFD-1AE0-0A53-DAE9-EEDABF787010}" dt="2025-03-17T18:15:35.611" v="1" actId="1076"/>
      <pc:docMkLst>
        <pc:docMk/>
      </pc:docMkLst>
      <pc:sldChg chg="modSp">
        <pc:chgData name="" userId="" providerId="" clId="Web-{2BF49BFD-1AE0-0A53-DAE9-EEDABF787010}" dt="2025-03-17T18:15:35.611" v="1" actId="1076"/>
        <pc:sldMkLst>
          <pc:docMk/>
          <pc:sldMk cId="3651124770" sldId="1477"/>
        </pc:sldMkLst>
        <pc:graphicFrameChg chg="mod">
          <ac:chgData name="" userId="" providerId="" clId="Web-{2BF49BFD-1AE0-0A53-DAE9-EEDABF787010}" dt="2025-03-17T18:15:35.611" v="1" actId="1076"/>
          <ac:graphicFrameMkLst>
            <pc:docMk/>
            <pc:sldMk cId="3651124770" sldId="1477"/>
            <ac:graphicFrameMk id="5" creationId="{03253BD8-D7E1-2EA2-6095-B66E6599D175}"/>
          </ac:graphicFrameMkLst>
        </pc:graphicFrameChg>
      </pc:sldChg>
    </pc:docChg>
  </pc:docChgLst>
  <pc:docChgLst>
    <pc:chgData name="Amy C Gessert" userId="S::amy.gessert@umb.edu::959649af-45c5-487c-aa74-829e1b24d524" providerId="AD" clId="Web-{02C867AE-A316-B972-84F5-BCC8794BEDA8}"/>
    <pc:docChg chg="modSld">
      <pc:chgData name="Amy C Gessert" userId="S::amy.gessert@umb.edu::959649af-45c5-487c-aa74-829e1b24d524" providerId="AD" clId="Web-{02C867AE-A316-B972-84F5-BCC8794BEDA8}" dt="2025-02-27T15:06:37.519" v="11" actId="1076"/>
      <pc:docMkLst>
        <pc:docMk/>
      </pc:docMkLst>
      <pc:sldChg chg="addSp delSp modSp">
        <pc:chgData name="Amy C Gessert" userId="S::amy.gessert@umb.edu::959649af-45c5-487c-aa74-829e1b24d524" providerId="AD" clId="Web-{02C867AE-A316-B972-84F5-BCC8794BEDA8}" dt="2025-02-27T15:06:37.519" v="11" actId="1076"/>
        <pc:sldMkLst>
          <pc:docMk/>
          <pc:sldMk cId="2576221730" sldId="266"/>
        </pc:sldMkLst>
        <pc:spChg chg="del">
          <ac:chgData name="Amy C Gessert" userId="S::amy.gessert@umb.edu::959649af-45c5-487c-aa74-829e1b24d524" providerId="AD" clId="Web-{02C867AE-A316-B972-84F5-BCC8794BEDA8}" dt="2025-02-27T15:06:19.753" v="7"/>
          <ac:spMkLst>
            <pc:docMk/>
            <pc:sldMk cId="2576221730" sldId="266"/>
            <ac:spMk id="2" creationId="{00000000-0000-0000-0000-000000000000}"/>
          </ac:spMkLst>
        </pc:spChg>
        <pc:spChg chg="del">
          <ac:chgData name="Amy C Gessert" userId="S::amy.gessert@umb.edu::959649af-45c5-487c-aa74-829e1b24d524" providerId="AD" clId="Web-{02C867AE-A316-B972-84F5-BCC8794BEDA8}" dt="2025-02-27T15:06:19.737" v="6"/>
          <ac:spMkLst>
            <pc:docMk/>
            <pc:sldMk cId="2576221730" sldId="266"/>
            <ac:spMk id="5" creationId="{802614FB-2C09-7E48-A88E-4A6E941BF62B}"/>
          </ac:spMkLst>
        </pc:spChg>
        <pc:spChg chg="add del mod">
          <ac:chgData name="Amy C Gessert" userId="S::amy.gessert@umb.edu::959649af-45c5-487c-aa74-829e1b24d524" providerId="AD" clId="Web-{02C867AE-A316-B972-84F5-BCC8794BEDA8}" dt="2025-02-27T15:06:25.066" v="8"/>
          <ac:spMkLst>
            <pc:docMk/>
            <pc:sldMk cId="2576221730" sldId="266"/>
            <ac:spMk id="6" creationId="{9CAEF55E-AE02-6FA7-A7E7-C2CF0D301B68}"/>
          </ac:spMkLst>
        </pc:spChg>
        <pc:spChg chg="del">
          <ac:chgData name="Amy C Gessert" userId="S::amy.gessert@umb.edu::959649af-45c5-487c-aa74-829e1b24d524" providerId="AD" clId="Web-{02C867AE-A316-B972-84F5-BCC8794BEDA8}" dt="2025-02-27T15:06:19.737" v="5"/>
          <ac:spMkLst>
            <pc:docMk/>
            <pc:sldMk cId="2576221730" sldId="266"/>
            <ac:spMk id="7" creationId="{0C366866-44B9-3D41-B13D-3CBCE57088DC}"/>
          </ac:spMkLst>
        </pc:spChg>
        <pc:spChg chg="del">
          <ac:chgData name="Amy C Gessert" userId="S::amy.gessert@umb.edu::959649af-45c5-487c-aa74-829e1b24d524" providerId="AD" clId="Web-{02C867AE-A316-B972-84F5-BCC8794BEDA8}" dt="2025-02-27T15:06:19.737" v="4"/>
          <ac:spMkLst>
            <pc:docMk/>
            <pc:sldMk cId="2576221730" sldId="266"/>
            <ac:spMk id="8" creationId="{D29F3F1E-CA9B-4143-872E-BD513DE16557}"/>
          </ac:spMkLst>
        </pc:spChg>
        <pc:spChg chg="del">
          <ac:chgData name="Amy C Gessert" userId="S::amy.gessert@umb.edu::959649af-45c5-487c-aa74-829e1b24d524" providerId="AD" clId="Web-{02C867AE-A316-B972-84F5-BCC8794BEDA8}" dt="2025-02-27T15:06:19.737" v="0"/>
          <ac:spMkLst>
            <pc:docMk/>
            <pc:sldMk cId="2576221730" sldId="266"/>
            <ac:spMk id="11" creationId="{310B5C56-7F5A-5C45-9CFB-AB89930EABD9}"/>
          </ac:spMkLst>
        </pc:spChg>
        <pc:picChg chg="add mod">
          <ac:chgData name="Amy C Gessert" userId="S::amy.gessert@umb.edu::959649af-45c5-487c-aa74-829e1b24d524" providerId="AD" clId="Web-{02C867AE-A316-B972-84F5-BCC8794BEDA8}" dt="2025-02-27T15:06:37.519" v="11" actId="1076"/>
          <ac:picMkLst>
            <pc:docMk/>
            <pc:sldMk cId="2576221730" sldId="266"/>
            <ac:picMk id="9" creationId="{80769A81-044B-2092-2238-DF2F18201234}"/>
          </ac:picMkLst>
        </pc:picChg>
        <pc:cxnChg chg="del">
          <ac:chgData name="Amy C Gessert" userId="S::amy.gessert@umb.edu::959649af-45c5-487c-aa74-829e1b24d524" providerId="AD" clId="Web-{02C867AE-A316-B972-84F5-BCC8794BEDA8}" dt="2025-02-27T15:06:19.737" v="3"/>
          <ac:cxnSpMkLst>
            <pc:docMk/>
            <pc:sldMk cId="2576221730" sldId="266"/>
            <ac:cxnSpMk id="10" creationId="{33DC9B72-15A3-3B4A-B337-E6788DC3E7C4}"/>
          </ac:cxnSpMkLst>
        </pc:cxnChg>
        <pc:cxnChg chg="del">
          <ac:chgData name="Amy C Gessert" userId="S::amy.gessert@umb.edu::959649af-45c5-487c-aa74-829e1b24d524" providerId="AD" clId="Web-{02C867AE-A316-B972-84F5-BCC8794BEDA8}" dt="2025-02-27T15:06:19.737" v="2"/>
          <ac:cxnSpMkLst>
            <pc:docMk/>
            <pc:sldMk cId="2576221730" sldId="266"/>
            <ac:cxnSpMk id="13" creationId="{256ED5D5-48FC-3F47-87A6-C58DF7290724}"/>
          </ac:cxnSpMkLst>
        </pc:cxnChg>
        <pc:cxnChg chg="del">
          <ac:chgData name="Amy C Gessert" userId="S::amy.gessert@umb.edu::959649af-45c5-487c-aa74-829e1b24d524" providerId="AD" clId="Web-{02C867AE-A316-B972-84F5-BCC8794BEDA8}" dt="2025-02-27T15:06:19.737" v="1"/>
          <ac:cxnSpMkLst>
            <pc:docMk/>
            <pc:sldMk cId="2576221730" sldId="266"/>
            <ac:cxnSpMk id="14" creationId="{927821DC-DECB-B24B-95AA-B24A9321DF05}"/>
          </ac:cxnSpMkLst>
        </pc:cxnChg>
      </pc:sldChg>
    </pc:docChg>
  </pc:docChgLst>
  <pc:docChgLst>
    <pc:chgData name="Bryn Peterson" userId="S::bryn.peterson@umb.edu::fd16c8ef-faa2-4aae-bb46-064735fd85dc" providerId="AD" clId="Web-{EDEF5CFC-A6FD-7F96-B77A-0E59473FC034}"/>
    <pc:docChg chg="modSld">
      <pc:chgData name="Bryn Peterson" userId="S::bryn.peterson@umb.edu::fd16c8ef-faa2-4aae-bb46-064735fd85dc" providerId="AD" clId="Web-{EDEF5CFC-A6FD-7F96-B77A-0E59473FC034}" dt="2025-06-23T15:44:15.084" v="0" actId="1076"/>
      <pc:docMkLst>
        <pc:docMk/>
      </pc:docMkLst>
      <pc:sldChg chg="modSp">
        <pc:chgData name="Bryn Peterson" userId="S::bryn.peterson@umb.edu::fd16c8ef-faa2-4aae-bb46-064735fd85dc" providerId="AD" clId="Web-{EDEF5CFC-A6FD-7F96-B77A-0E59473FC034}" dt="2025-06-23T15:44:15.084" v="0" actId="1076"/>
        <pc:sldMkLst>
          <pc:docMk/>
          <pc:sldMk cId="3651124770" sldId="1477"/>
        </pc:sldMkLst>
        <pc:graphicFrameChg chg="mod">
          <ac:chgData name="Bryn Peterson" userId="S::bryn.peterson@umb.edu::fd16c8ef-faa2-4aae-bb46-064735fd85dc" providerId="AD" clId="Web-{EDEF5CFC-A6FD-7F96-B77A-0E59473FC034}" dt="2025-06-23T15:44:15.084" v="0" actId="1076"/>
          <ac:graphicFrameMkLst>
            <pc:docMk/>
            <pc:sldMk cId="3651124770" sldId="1477"/>
            <ac:graphicFrameMk id="5" creationId="{03253BD8-D7E1-2EA2-6095-B66E6599D175}"/>
          </ac:graphicFrameMkLst>
        </pc:graphicFrameChg>
      </pc:sldChg>
    </pc:docChg>
  </pc:docChgLst>
  <pc:docChgLst>
    <pc:chgData name="Staci Jones" userId="8493031c-935c-4567-bcd9-185995e08a61" providerId="ADAL" clId="{6D5B1E15-6371-4DCD-8599-C0DD6DB3E6D2}"/>
    <pc:docChg chg="undo custSel addSld delSld modSld">
      <pc:chgData name="Staci Jones" userId="8493031c-935c-4567-bcd9-185995e08a61" providerId="ADAL" clId="{6D5B1E15-6371-4DCD-8599-C0DD6DB3E6D2}" dt="2023-06-19T12:54:08.786" v="2024" actId="6549"/>
      <pc:docMkLst>
        <pc:docMk/>
      </pc:docMkLst>
      <pc:sldChg chg="addSp modSp del mod">
        <pc:chgData name="Staci Jones" userId="8493031c-935c-4567-bcd9-185995e08a61" providerId="ADAL" clId="{6D5B1E15-6371-4DCD-8599-C0DD6DB3E6D2}" dt="2023-06-19T12:20:39.147" v="727" actId="47"/>
        <pc:sldMkLst>
          <pc:docMk/>
          <pc:sldMk cId="3764001113" sldId="378"/>
        </pc:sldMkLst>
      </pc:sldChg>
      <pc:sldChg chg="addSp delSp modSp mod setBg delAnim delDesignElem">
        <pc:chgData name="Staci Jones" userId="8493031c-935c-4567-bcd9-185995e08a61" providerId="ADAL" clId="{6D5B1E15-6371-4DCD-8599-C0DD6DB3E6D2}" dt="2023-06-19T12:34:15.052" v="1525" actId="20577"/>
        <pc:sldMkLst>
          <pc:docMk/>
          <pc:sldMk cId="1246800762" sldId="507"/>
        </pc:sldMkLst>
      </pc:sldChg>
      <pc:sldChg chg="addSp modSp mod">
        <pc:chgData name="Staci Jones" userId="8493031c-935c-4567-bcd9-185995e08a61" providerId="ADAL" clId="{6D5B1E15-6371-4DCD-8599-C0DD6DB3E6D2}" dt="2023-06-19T12:54:08.786" v="2024" actId="6549"/>
        <pc:sldMkLst>
          <pc:docMk/>
          <pc:sldMk cId="2605159324" sldId="1182"/>
        </pc:sldMkLst>
      </pc:sldChg>
      <pc:sldChg chg="del">
        <pc:chgData name="Staci Jones" userId="8493031c-935c-4567-bcd9-185995e08a61" providerId="ADAL" clId="{6D5B1E15-6371-4DCD-8599-C0DD6DB3E6D2}" dt="2023-06-19T11:59:05.993" v="221" actId="47"/>
        <pc:sldMkLst>
          <pc:docMk/>
          <pc:sldMk cId="1194835" sldId="1213"/>
        </pc:sldMkLst>
      </pc:sldChg>
      <pc:sldChg chg="modSp">
        <pc:chgData name="Staci Jones" userId="8493031c-935c-4567-bcd9-185995e08a61" providerId="ADAL" clId="{6D5B1E15-6371-4DCD-8599-C0DD6DB3E6D2}" dt="2023-06-19T12:23:32.761" v="1085" actId="1076"/>
        <pc:sldMkLst>
          <pc:docMk/>
          <pc:sldMk cId="860183086" sldId="1264"/>
        </pc:sldMkLst>
      </pc:sldChg>
      <pc:sldChg chg="del">
        <pc:chgData name="Staci Jones" userId="8493031c-935c-4567-bcd9-185995e08a61" providerId="ADAL" clId="{6D5B1E15-6371-4DCD-8599-C0DD6DB3E6D2}" dt="2023-06-19T12:29:46.944" v="1393" actId="47"/>
        <pc:sldMkLst>
          <pc:docMk/>
          <pc:sldMk cId="393860762" sldId="1375"/>
        </pc:sldMkLst>
      </pc:sldChg>
      <pc:sldChg chg="del">
        <pc:chgData name="Staci Jones" userId="8493031c-935c-4567-bcd9-185995e08a61" providerId="ADAL" clId="{6D5B1E15-6371-4DCD-8599-C0DD6DB3E6D2}" dt="2023-06-19T12:23:11.611" v="1083" actId="47"/>
        <pc:sldMkLst>
          <pc:docMk/>
          <pc:sldMk cId="1742592366" sldId="1412"/>
        </pc:sldMkLst>
      </pc:sldChg>
      <pc:sldChg chg="del">
        <pc:chgData name="Staci Jones" userId="8493031c-935c-4567-bcd9-185995e08a61" providerId="ADAL" clId="{6D5B1E15-6371-4DCD-8599-C0DD6DB3E6D2}" dt="2023-06-19T12:24:05.851" v="1128" actId="47"/>
        <pc:sldMkLst>
          <pc:docMk/>
          <pc:sldMk cId="425011022" sldId="1416"/>
        </pc:sldMkLst>
      </pc:sldChg>
      <pc:sldChg chg="del">
        <pc:chgData name="Staci Jones" userId="8493031c-935c-4567-bcd9-185995e08a61" providerId="ADAL" clId="{6D5B1E15-6371-4DCD-8599-C0DD6DB3E6D2}" dt="2023-06-19T12:26:06.603" v="1362" actId="47"/>
        <pc:sldMkLst>
          <pc:docMk/>
          <pc:sldMk cId="1654306655" sldId="1417"/>
        </pc:sldMkLst>
      </pc:sldChg>
      <pc:sldChg chg="del">
        <pc:chgData name="Staci Jones" userId="8493031c-935c-4567-bcd9-185995e08a61" providerId="ADAL" clId="{6D5B1E15-6371-4DCD-8599-C0DD6DB3E6D2}" dt="2023-06-19T12:27:41.591" v="1374" actId="47"/>
        <pc:sldMkLst>
          <pc:docMk/>
          <pc:sldMk cId="664044909" sldId="1418"/>
        </pc:sldMkLst>
      </pc:sldChg>
      <pc:sldChg chg="del">
        <pc:chgData name="Staci Jones" userId="8493031c-935c-4567-bcd9-185995e08a61" providerId="ADAL" clId="{6D5B1E15-6371-4DCD-8599-C0DD6DB3E6D2}" dt="2023-06-19T12:26:43.981" v="1366" actId="47"/>
        <pc:sldMkLst>
          <pc:docMk/>
          <pc:sldMk cId="1449505086" sldId="1419"/>
        </pc:sldMkLst>
      </pc:sldChg>
      <pc:sldChg chg="del">
        <pc:chgData name="Staci Jones" userId="8493031c-935c-4567-bcd9-185995e08a61" providerId="ADAL" clId="{6D5B1E15-6371-4DCD-8599-C0DD6DB3E6D2}" dt="2023-06-19T12:29:30.182" v="1392" actId="47"/>
        <pc:sldMkLst>
          <pc:docMk/>
          <pc:sldMk cId="1389345194" sldId="1432"/>
        </pc:sldMkLst>
      </pc:sldChg>
      <pc:sldChg chg="addSp modSp">
        <pc:chgData name="Staci Jones" userId="8493031c-935c-4567-bcd9-185995e08a61" providerId="ADAL" clId="{6D5B1E15-6371-4DCD-8599-C0DD6DB3E6D2}" dt="2023-06-19T12:08:13.961" v="714" actId="1076"/>
        <pc:sldMkLst>
          <pc:docMk/>
          <pc:sldMk cId="1837445667" sldId="1446"/>
        </pc:sldMkLst>
      </pc:sldChg>
      <pc:sldChg chg="del">
        <pc:chgData name="Staci Jones" userId="8493031c-935c-4567-bcd9-185995e08a61" providerId="ADAL" clId="{6D5B1E15-6371-4DCD-8599-C0DD6DB3E6D2}" dt="2023-06-19T12:27:15.596" v="1370" actId="47"/>
        <pc:sldMkLst>
          <pc:docMk/>
          <pc:sldMk cId="1213408286" sldId="1451"/>
        </pc:sldMkLst>
      </pc:sldChg>
      <pc:sldChg chg="del">
        <pc:chgData name="Staci Jones" userId="8493031c-935c-4567-bcd9-185995e08a61" providerId="ADAL" clId="{6D5B1E15-6371-4DCD-8599-C0DD6DB3E6D2}" dt="2023-06-19T12:28:08.106" v="1379" actId="47"/>
        <pc:sldMkLst>
          <pc:docMk/>
          <pc:sldMk cId="3363967155" sldId="1452"/>
        </pc:sldMkLst>
      </pc:sldChg>
      <pc:sldChg chg="del">
        <pc:chgData name="Staci Jones" userId="8493031c-935c-4567-bcd9-185995e08a61" providerId="ADAL" clId="{6D5B1E15-6371-4DCD-8599-C0DD6DB3E6D2}" dt="2023-06-19T12:28:31.967" v="1383" actId="47"/>
        <pc:sldMkLst>
          <pc:docMk/>
          <pc:sldMk cId="1574626836" sldId="1453"/>
        </pc:sldMkLst>
      </pc:sldChg>
      <pc:sldChg chg="modSp mod modNotesTx">
        <pc:chgData name="Staci Jones" userId="8493031c-935c-4567-bcd9-185995e08a61" providerId="ADAL" clId="{6D5B1E15-6371-4DCD-8599-C0DD6DB3E6D2}" dt="2023-06-19T12:33:03.787" v="1461" actId="20577"/>
        <pc:sldMkLst>
          <pc:docMk/>
          <pc:sldMk cId="3568794635" sldId="1454"/>
        </pc:sldMkLst>
      </pc:sldChg>
      <pc:sldChg chg="addSp delSp modSp mod modNotesTx">
        <pc:chgData name="Staci Jones" userId="8493031c-935c-4567-bcd9-185995e08a61" providerId="ADAL" clId="{6D5B1E15-6371-4DCD-8599-C0DD6DB3E6D2}" dt="2023-06-19T12:53:09.519" v="2011" actId="26606"/>
        <pc:sldMkLst>
          <pc:docMk/>
          <pc:sldMk cId="4195995130" sldId="1456"/>
        </pc:sldMkLst>
      </pc:sldChg>
      <pc:sldChg chg="addSp delSp modSp new mod setBg modNotesTx">
        <pc:chgData name="Staci Jones" userId="8493031c-935c-4567-bcd9-185995e08a61" providerId="ADAL" clId="{6D5B1E15-6371-4DCD-8599-C0DD6DB3E6D2}" dt="2023-06-19T12:37:12.489" v="1920" actId="20577"/>
        <pc:sldMkLst>
          <pc:docMk/>
          <pc:sldMk cId="1158171299" sldId="1457"/>
        </pc:sldMkLst>
      </pc:sldChg>
      <pc:sldChg chg="new del">
        <pc:chgData name="Staci Jones" userId="8493031c-935c-4567-bcd9-185995e08a61" providerId="ADAL" clId="{6D5B1E15-6371-4DCD-8599-C0DD6DB3E6D2}" dt="2023-06-19T11:57:32.139" v="43" actId="680"/>
        <pc:sldMkLst>
          <pc:docMk/>
          <pc:sldMk cId="3276888482" sldId="1457"/>
        </pc:sldMkLst>
      </pc:sldChg>
      <pc:sldChg chg="new del">
        <pc:chgData name="Staci Jones" userId="8493031c-935c-4567-bcd9-185995e08a61" providerId="ADAL" clId="{6D5B1E15-6371-4DCD-8599-C0DD6DB3E6D2}" dt="2023-06-19T12:19:24.801" v="718" actId="47"/>
        <pc:sldMkLst>
          <pc:docMk/>
          <pc:sldMk cId="750243148" sldId="1458"/>
        </pc:sldMkLst>
      </pc:sldChg>
      <pc:sldChg chg="addSp modSp new mod">
        <pc:chgData name="Staci Jones" userId="8493031c-935c-4567-bcd9-185995e08a61" providerId="ADAL" clId="{6D5B1E15-6371-4DCD-8599-C0DD6DB3E6D2}" dt="2023-06-19T12:19:59.493" v="723"/>
        <pc:sldMkLst>
          <pc:docMk/>
          <pc:sldMk cId="2957140832" sldId="1458"/>
        </pc:sldMkLst>
      </pc:sldChg>
      <pc:sldChg chg="addSp modSp new mod">
        <pc:chgData name="Staci Jones" userId="8493031c-935c-4567-bcd9-185995e08a61" providerId="ADAL" clId="{6D5B1E15-6371-4DCD-8599-C0DD6DB3E6D2}" dt="2023-06-19T12:23:08.522" v="1082"/>
        <pc:sldMkLst>
          <pc:docMk/>
          <pc:sldMk cId="11962283" sldId="1459"/>
        </pc:sldMkLst>
      </pc:sldChg>
      <pc:sldChg chg="addSp modSp new mod">
        <pc:chgData name="Staci Jones" userId="8493031c-935c-4567-bcd9-185995e08a61" providerId="ADAL" clId="{6D5B1E15-6371-4DCD-8599-C0DD6DB3E6D2}" dt="2023-06-19T12:24:14.802" v="1129"/>
        <pc:sldMkLst>
          <pc:docMk/>
          <pc:sldMk cId="2518600937" sldId="1460"/>
        </pc:sldMkLst>
      </pc:sldChg>
      <pc:sldChg chg="modSp new del mod">
        <pc:chgData name="Staci Jones" userId="8493031c-935c-4567-bcd9-185995e08a61" providerId="ADAL" clId="{6D5B1E15-6371-4DCD-8599-C0DD6DB3E6D2}" dt="2023-06-19T12:25:25.499" v="1356" actId="47"/>
        <pc:sldMkLst>
          <pc:docMk/>
          <pc:sldMk cId="93431908" sldId="1461"/>
        </pc:sldMkLst>
      </pc:sldChg>
      <pc:sldChg chg="modSp new mod">
        <pc:chgData name="Staci Jones" userId="8493031c-935c-4567-bcd9-185995e08a61" providerId="ADAL" clId="{6D5B1E15-6371-4DCD-8599-C0DD6DB3E6D2}" dt="2023-06-19T12:25:59.059" v="1361"/>
        <pc:sldMkLst>
          <pc:docMk/>
          <pc:sldMk cId="2743267663" sldId="1461"/>
        </pc:sldMkLst>
      </pc:sldChg>
      <pc:sldChg chg="new del">
        <pc:chgData name="Staci Jones" userId="8493031c-935c-4567-bcd9-185995e08a61" providerId="ADAL" clId="{6D5B1E15-6371-4DCD-8599-C0DD6DB3E6D2}" dt="2023-06-19T12:25:36.960" v="1358" actId="680"/>
        <pc:sldMkLst>
          <pc:docMk/>
          <pc:sldMk cId="3980365174" sldId="1461"/>
        </pc:sldMkLst>
      </pc:sldChg>
      <pc:sldChg chg="modSp new mod">
        <pc:chgData name="Staci Jones" userId="8493031c-935c-4567-bcd9-185995e08a61" providerId="ADAL" clId="{6D5B1E15-6371-4DCD-8599-C0DD6DB3E6D2}" dt="2023-06-19T12:26:41.290" v="1365"/>
        <pc:sldMkLst>
          <pc:docMk/>
          <pc:sldMk cId="3176053951" sldId="1462"/>
        </pc:sldMkLst>
      </pc:sldChg>
      <pc:sldChg chg="modSp new mod">
        <pc:chgData name="Staci Jones" userId="8493031c-935c-4567-bcd9-185995e08a61" providerId="ADAL" clId="{6D5B1E15-6371-4DCD-8599-C0DD6DB3E6D2}" dt="2023-06-19T12:27:13.916" v="1369"/>
        <pc:sldMkLst>
          <pc:docMk/>
          <pc:sldMk cId="1145567481" sldId="1463"/>
        </pc:sldMkLst>
      </pc:sldChg>
      <pc:sldChg chg="modSp new mod">
        <pc:chgData name="Staci Jones" userId="8493031c-935c-4567-bcd9-185995e08a61" providerId="ADAL" clId="{6D5B1E15-6371-4DCD-8599-C0DD6DB3E6D2}" dt="2023-06-19T12:27:38.182" v="1373"/>
        <pc:sldMkLst>
          <pc:docMk/>
          <pc:sldMk cId="3888986075" sldId="1464"/>
        </pc:sldMkLst>
      </pc:sldChg>
      <pc:sldChg chg="modSp new mod">
        <pc:chgData name="Staci Jones" userId="8493031c-935c-4567-bcd9-185995e08a61" providerId="ADAL" clId="{6D5B1E15-6371-4DCD-8599-C0DD6DB3E6D2}" dt="2023-06-19T12:28:05.632" v="1378"/>
        <pc:sldMkLst>
          <pc:docMk/>
          <pc:sldMk cId="524488650" sldId="1465"/>
        </pc:sldMkLst>
      </pc:sldChg>
      <pc:sldChg chg="modSp new mod">
        <pc:chgData name="Staci Jones" userId="8493031c-935c-4567-bcd9-185995e08a61" providerId="ADAL" clId="{6D5B1E15-6371-4DCD-8599-C0DD6DB3E6D2}" dt="2023-06-19T12:28:28.013" v="1382"/>
        <pc:sldMkLst>
          <pc:docMk/>
          <pc:sldMk cId="2952980893" sldId="1466"/>
        </pc:sldMkLst>
      </pc:sldChg>
      <pc:sldChg chg="addSp modSp new mod">
        <pc:chgData name="Staci Jones" userId="8493031c-935c-4567-bcd9-185995e08a61" providerId="ADAL" clId="{6D5B1E15-6371-4DCD-8599-C0DD6DB3E6D2}" dt="2023-06-19T12:29:28.261" v="1391"/>
        <pc:sldMkLst>
          <pc:docMk/>
          <pc:sldMk cId="3206296679" sldId="1467"/>
        </pc:sldMkLst>
      </pc:sldChg>
    </pc:docChg>
  </pc:docChgLst>
  <pc:docChgLst>
    <pc:chgData name="Staci Jones" userId="S::staci.jones@umb.edu::8493031c-935c-4567-bcd9-185995e08a61" providerId="AD" clId="Web-{28EB728D-6436-25B3-2357-63D9A4589F09}"/>
    <pc:docChg chg="modSld">
      <pc:chgData name="Staci Jones" userId="S::staci.jones@umb.edu::8493031c-935c-4567-bcd9-185995e08a61" providerId="AD" clId="Web-{28EB728D-6436-25B3-2357-63D9A4589F09}" dt="2025-06-24T19:47:59.804" v="0" actId="14100"/>
      <pc:docMkLst>
        <pc:docMk/>
      </pc:docMkLst>
      <pc:sldChg chg="modSp">
        <pc:chgData name="Staci Jones" userId="S::staci.jones@umb.edu::8493031c-935c-4567-bcd9-185995e08a61" providerId="AD" clId="Web-{28EB728D-6436-25B3-2357-63D9A4589F09}" dt="2025-06-24T19:47:59.804" v="0" actId="14100"/>
        <pc:sldMkLst>
          <pc:docMk/>
          <pc:sldMk cId="3814916344" sldId="279"/>
        </pc:sldMkLst>
        <pc:spChg chg="mod">
          <ac:chgData name="Staci Jones" userId="S::staci.jones@umb.edu::8493031c-935c-4567-bcd9-185995e08a61" providerId="AD" clId="Web-{28EB728D-6436-25B3-2357-63D9A4589F09}" dt="2025-06-24T19:47:59.804" v="0" actId="14100"/>
          <ac:spMkLst>
            <pc:docMk/>
            <pc:sldMk cId="3814916344" sldId="279"/>
            <ac:spMk id="2" creationId="{980585C7-0419-E6F3-9C69-19BD04DB463E}"/>
          </ac:spMkLst>
        </pc:spChg>
      </pc:sldChg>
    </pc:docChg>
  </pc:docChgLst>
  <pc:docChgLst>
    <pc:chgData name="Bryn Peterson" userId="S::bryn.peterson@umb.edu::fd16c8ef-faa2-4aae-bb46-064735fd85dc" providerId="AD" clId="Web-{34B6B76D-0949-6DB5-EA42-61257E3C8CF2}"/>
    <pc:docChg chg="modSld">
      <pc:chgData name="Bryn Peterson" userId="S::bryn.peterson@umb.edu::fd16c8ef-faa2-4aae-bb46-064735fd85dc" providerId="AD" clId="Web-{34B6B76D-0949-6DB5-EA42-61257E3C8CF2}" dt="2025-06-11T16:07:33.661" v="1" actId="20577"/>
      <pc:docMkLst>
        <pc:docMk/>
      </pc:docMkLst>
      <pc:sldChg chg="modSp">
        <pc:chgData name="Bryn Peterson" userId="S::bryn.peterson@umb.edu::fd16c8ef-faa2-4aae-bb46-064735fd85dc" providerId="AD" clId="Web-{34B6B76D-0949-6DB5-EA42-61257E3C8CF2}" dt="2025-06-11T16:07:33.661" v="1" actId="20577"/>
        <pc:sldMkLst>
          <pc:docMk/>
          <pc:sldMk cId="3568794635" sldId="1454"/>
        </pc:sldMkLst>
        <pc:spChg chg="mod">
          <ac:chgData name="Bryn Peterson" userId="S::bryn.peterson@umb.edu::fd16c8ef-faa2-4aae-bb46-064735fd85dc" providerId="AD" clId="Web-{34B6B76D-0949-6DB5-EA42-61257E3C8CF2}" dt="2025-06-11T16:07:33.661" v="1" actId="20577"/>
          <ac:spMkLst>
            <pc:docMk/>
            <pc:sldMk cId="3568794635" sldId="1454"/>
            <ac:spMk id="16" creationId="{F4ACC47B-5EC5-BA94-A1A5-CC93E48B07E9}"/>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E43815-F706-4A65-9E00-D31B540C113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EB04FDE-68DD-4A6C-BA36-593999826112}">
      <dgm:prSet/>
      <dgm:spPr/>
      <dgm:t>
        <a:bodyPr/>
        <a:lstStyle/>
        <a:p>
          <a:pPr>
            <a:lnSpc>
              <a:spcPct val="100000"/>
            </a:lnSpc>
          </a:pPr>
          <a:r>
            <a:rPr lang="en-US" b="1" dirty="0"/>
            <a:t>Quality Assurance: </a:t>
          </a:r>
          <a:r>
            <a:rPr lang="en-US" b="0" dirty="0"/>
            <a:t>process </a:t>
          </a:r>
          <a:r>
            <a:rPr lang="en-US" dirty="0"/>
            <a:t>ensuring everything meets particular industry rules and/or standards</a:t>
          </a:r>
        </a:p>
      </dgm:t>
    </dgm:pt>
    <dgm:pt modelId="{23C8DE97-9B7F-4FE9-9ADD-89913D17746E}" type="parTrans" cxnId="{859C38C9-0072-449D-BA36-CB7DD6F10039}">
      <dgm:prSet/>
      <dgm:spPr/>
      <dgm:t>
        <a:bodyPr/>
        <a:lstStyle/>
        <a:p>
          <a:endParaRPr lang="en-US"/>
        </a:p>
      </dgm:t>
    </dgm:pt>
    <dgm:pt modelId="{BBEC86A2-BF27-4600-8940-789532A88E88}" type="sibTrans" cxnId="{859C38C9-0072-449D-BA36-CB7DD6F10039}">
      <dgm:prSet/>
      <dgm:spPr/>
      <dgm:t>
        <a:bodyPr/>
        <a:lstStyle/>
        <a:p>
          <a:endParaRPr lang="en-US"/>
        </a:p>
      </dgm:t>
    </dgm:pt>
    <dgm:pt modelId="{586908A0-42BD-4C58-9CAC-326EFE3581B9}">
      <dgm:prSet/>
      <dgm:spPr/>
      <dgm:t>
        <a:bodyPr/>
        <a:lstStyle/>
        <a:p>
          <a:pPr>
            <a:lnSpc>
              <a:spcPct val="100000"/>
            </a:lnSpc>
          </a:pPr>
          <a:r>
            <a:rPr lang="en-US" b="1" dirty="0"/>
            <a:t>Quality Improvement</a:t>
          </a:r>
          <a:r>
            <a:rPr lang="en-US" dirty="0"/>
            <a:t>: a framework to improve or make outcomes better over time </a:t>
          </a:r>
        </a:p>
      </dgm:t>
    </dgm:pt>
    <dgm:pt modelId="{307B62AB-B06F-4CB1-9CD1-79C425BA9E8B}" type="parTrans" cxnId="{425AE6BC-C136-42D3-B1AA-26E6681002DD}">
      <dgm:prSet/>
      <dgm:spPr/>
      <dgm:t>
        <a:bodyPr/>
        <a:lstStyle/>
        <a:p>
          <a:endParaRPr lang="en-US"/>
        </a:p>
      </dgm:t>
    </dgm:pt>
    <dgm:pt modelId="{D6B3C9E1-6497-4C43-B55E-24F871E71D7F}" type="sibTrans" cxnId="{425AE6BC-C136-42D3-B1AA-26E6681002DD}">
      <dgm:prSet/>
      <dgm:spPr/>
      <dgm:t>
        <a:bodyPr/>
        <a:lstStyle/>
        <a:p>
          <a:endParaRPr lang="en-US"/>
        </a:p>
      </dgm:t>
    </dgm:pt>
    <dgm:pt modelId="{E4FA4263-8788-47E0-B225-73F396D8CF3D}" type="pres">
      <dgm:prSet presAssocID="{08E43815-F706-4A65-9E00-D31B540C1136}" presName="root" presStyleCnt="0">
        <dgm:presLayoutVars>
          <dgm:dir/>
          <dgm:resizeHandles val="exact"/>
        </dgm:presLayoutVars>
      </dgm:prSet>
      <dgm:spPr/>
    </dgm:pt>
    <dgm:pt modelId="{C61B593D-72D5-4CB2-B407-56C0EB492233}" type="pres">
      <dgm:prSet presAssocID="{EEB04FDE-68DD-4A6C-BA36-593999826112}" presName="compNode" presStyleCnt="0"/>
      <dgm:spPr/>
    </dgm:pt>
    <dgm:pt modelId="{11180196-758D-4BAA-885F-680477736E6F}" type="pres">
      <dgm:prSet presAssocID="{EEB04FDE-68DD-4A6C-BA36-593999826112}" presName="bgRect" presStyleLbl="bgShp" presStyleIdx="0" presStyleCnt="2"/>
      <dgm:spPr/>
    </dgm:pt>
    <dgm:pt modelId="{506C2884-8639-48E2-B214-EBD833613413}" type="pres">
      <dgm:prSet presAssocID="{EEB04FDE-68DD-4A6C-BA36-59399982611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ibbon"/>
        </a:ext>
      </dgm:extLst>
    </dgm:pt>
    <dgm:pt modelId="{91A007BE-8048-4386-B841-0C7C616E641B}" type="pres">
      <dgm:prSet presAssocID="{EEB04FDE-68DD-4A6C-BA36-593999826112}" presName="spaceRect" presStyleCnt="0"/>
      <dgm:spPr/>
    </dgm:pt>
    <dgm:pt modelId="{8CB8DF9D-5168-4DEB-A6E6-831ED1A0AA77}" type="pres">
      <dgm:prSet presAssocID="{EEB04FDE-68DD-4A6C-BA36-593999826112}" presName="parTx" presStyleLbl="revTx" presStyleIdx="0" presStyleCnt="2">
        <dgm:presLayoutVars>
          <dgm:chMax val="0"/>
          <dgm:chPref val="0"/>
        </dgm:presLayoutVars>
      </dgm:prSet>
      <dgm:spPr/>
    </dgm:pt>
    <dgm:pt modelId="{EAFC48E4-1767-4885-B170-021C732F54C9}" type="pres">
      <dgm:prSet presAssocID="{BBEC86A2-BF27-4600-8940-789532A88E88}" presName="sibTrans" presStyleCnt="0"/>
      <dgm:spPr/>
    </dgm:pt>
    <dgm:pt modelId="{322290A1-2AEF-4042-BC35-8CF517A48258}" type="pres">
      <dgm:prSet presAssocID="{586908A0-42BD-4C58-9CAC-326EFE3581B9}" presName="compNode" presStyleCnt="0"/>
      <dgm:spPr/>
    </dgm:pt>
    <dgm:pt modelId="{8940ABEB-C48A-410B-85C7-BA3DAF525562}" type="pres">
      <dgm:prSet presAssocID="{586908A0-42BD-4C58-9CAC-326EFE3581B9}" presName="bgRect" presStyleLbl="bgShp" presStyleIdx="1" presStyleCnt="2"/>
      <dgm:spPr/>
    </dgm:pt>
    <dgm:pt modelId="{3B9F79FB-1284-4230-9949-FBABCCB5153A}" type="pres">
      <dgm:prSet presAssocID="{586908A0-42BD-4C58-9CAC-326EFE3581B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F03B122C-8C76-4559-A2E5-1638BB5ED94A}" type="pres">
      <dgm:prSet presAssocID="{586908A0-42BD-4C58-9CAC-326EFE3581B9}" presName="spaceRect" presStyleCnt="0"/>
      <dgm:spPr/>
    </dgm:pt>
    <dgm:pt modelId="{CFD9629C-2D07-4B9C-B939-2C32449C92E6}" type="pres">
      <dgm:prSet presAssocID="{586908A0-42BD-4C58-9CAC-326EFE3581B9}" presName="parTx" presStyleLbl="revTx" presStyleIdx="1" presStyleCnt="2">
        <dgm:presLayoutVars>
          <dgm:chMax val="0"/>
          <dgm:chPref val="0"/>
        </dgm:presLayoutVars>
      </dgm:prSet>
      <dgm:spPr/>
    </dgm:pt>
  </dgm:ptLst>
  <dgm:cxnLst>
    <dgm:cxn modelId="{E7A5F93B-D9CA-48BA-BF2A-87DB6D48DEF8}" type="presOf" srcId="{EEB04FDE-68DD-4A6C-BA36-593999826112}" destId="{8CB8DF9D-5168-4DEB-A6E6-831ED1A0AA77}" srcOrd="0" destOrd="0" presId="urn:microsoft.com/office/officeart/2018/2/layout/IconVerticalSolidList"/>
    <dgm:cxn modelId="{AED70A55-A901-44E4-B228-BEF52DA2C023}" type="presOf" srcId="{586908A0-42BD-4C58-9CAC-326EFE3581B9}" destId="{CFD9629C-2D07-4B9C-B939-2C32449C92E6}" srcOrd="0" destOrd="0" presId="urn:microsoft.com/office/officeart/2018/2/layout/IconVerticalSolidList"/>
    <dgm:cxn modelId="{548A42BA-0975-4DC1-A759-19A764AE3F3E}" type="presOf" srcId="{08E43815-F706-4A65-9E00-D31B540C1136}" destId="{E4FA4263-8788-47E0-B225-73F396D8CF3D}" srcOrd="0" destOrd="0" presId="urn:microsoft.com/office/officeart/2018/2/layout/IconVerticalSolidList"/>
    <dgm:cxn modelId="{425AE6BC-C136-42D3-B1AA-26E6681002DD}" srcId="{08E43815-F706-4A65-9E00-D31B540C1136}" destId="{586908A0-42BD-4C58-9CAC-326EFE3581B9}" srcOrd="1" destOrd="0" parTransId="{307B62AB-B06F-4CB1-9CD1-79C425BA9E8B}" sibTransId="{D6B3C9E1-6497-4C43-B55E-24F871E71D7F}"/>
    <dgm:cxn modelId="{859C38C9-0072-449D-BA36-CB7DD6F10039}" srcId="{08E43815-F706-4A65-9E00-D31B540C1136}" destId="{EEB04FDE-68DD-4A6C-BA36-593999826112}" srcOrd="0" destOrd="0" parTransId="{23C8DE97-9B7F-4FE9-9ADD-89913D17746E}" sibTransId="{BBEC86A2-BF27-4600-8940-789532A88E88}"/>
    <dgm:cxn modelId="{B6BC6399-CADF-4E9D-A5DD-3A4A2A752240}" type="presParOf" srcId="{E4FA4263-8788-47E0-B225-73F396D8CF3D}" destId="{C61B593D-72D5-4CB2-B407-56C0EB492233}" srcOrd="0" destOrd="0" presId="urn:microsoft.com/office/officeart/2018/2/layout/IconVerticalSolidList"/>
    <dgm:cxn modelId="{18D2535C-8A42-48FB-8753-BF2B252D5135}" type="presParOf" srcId="{C61B593D-72D5-4CB2-B407-56C0EB492233}" destId="{11180196-758D-4BAA-885F-680477736E6F}" srcOrd="0" destOrd="0" presId="urn:microsoft.com/office/officeart/2018/2/layout/IconVerticalSolidList"/>
    <dgm:cxn modelId="{383B1410-3ABC-42ED-BB95-D173AC18605F}" type="presParOf" srcId="{C61B593D-72D5-4CB2-B407-56C0EB492233}" destId="{506C2884-8639-48E2-B214-EBD833613413}" srcOrd="1" destOrd="0" presId="urn:microsoft.com/office/officeart/2018/2/layout/IconVerticalSolidList"/>
    <dgm:cxn modelId="{A2E955CB-52AE-4D9F-8E9D-1B102A430DB2}" type="presParOf" srcId="{C61B593D-72D5-4CB2-B407-56C0EB492233}" destId="{91A007BE-8048-4386-B841-0C7C616E641B}" srcOrd="2" destOrd="0" presId="urn:microsoft.com/office/officeart/2018/2/layout/IconVerticalSolidList"/>
    <dgm:cxn modelId="{78AEC4DB-0EA3-49BC-B929-F5ED028A70B7}" type="presParOf" srcId="{C61B593D-72D5-4CB2-B407-56C0EB492233}" destId="{8CB8DF9D-5168-4DEB-A6E6-831ED1A0AA77}" srcOrd="3" destOrd="0" presId="urn:microsoft.com/office/officeart/2018/2/layout/IconVerticalSolidList"/>
    <dgm:cxn modelId="{80CD09CA-BD2E-48F4-8B32-3E8963084D74}" type="presParOf" srcId="{E4FA4263-8788-47E0-B225-73F396D8CF3D}" destId="{EAFC48E4-1767-4885-B170-021C732F54C9}" srcOrd="1" destOrd="0" presId="urn:microsoft.com/office/officeart/2018/2/layout/IconVerticalSolidList"/>
    <dgm:cxn modelId="{7E99193B-891C-409D-A028-DB0F41443AA3}" type="presParOf" srcId="{E4FA4263-8788-47E0-B225-73F396D8CF3D}" destId="{322290A1-2AEF-4042-BC35-8CF517A48258}" srcOrd="2" destOrd="0" presId="urn:microsoft.com/office/officeart/2018/2/layout/IconVerticalSolidList"/>
    <dgm:cxn modelId="{A2BC5A04-04AA-4604-8E3C-71AE5A5B53CC}" type="presParOf" srcId="{322290A1-2AEF-4042-BC35-8CF517A48258}" destId="{8940ABEB-C48A-410B-85C7-BA3DAF525562}" srcOrd="0" destOrd="0" presId="urn:microsoft.com/office/officeart/2018/2/layout/IconVerticalSolidList"/>
    <dgm:cxn modelId="{E4B50DE8-869A-485C-855F-DD59545D467A}" type="presParOf" srcId="{322290A1-2AEF-4042-BC35-8CF517A48258}" destId="{3B9F79FB-1284-4230-9949-FBABCCB5153A}" srcOrd="1" destOrd="0" presId="urn:microsoft.com/office/officeart/2018/2/layout/IconVerticalSolidList"/>
    <dgm:cxn modelId="{0AFE923C-B42D-4E07-AC86-53E54AB601C9}" type="presParOf" srcId="{322290A1-2AEF-4042-BC35-8CF517A48258}" destId="{F03B122C-8C76-4559-A2E5-1638BB5ED94A}" srcOrd="2" destOrd="0" presId="urn:microsoft.com/office/officeart/2018/2/layout/IconVerticalSolidList"/>
    <dgm:cxn modelId="{C0651842-7E68-4443-90AE-6F415D9CDC3F}" type="presParOf" srcId="{322290A1-2AEF-4042-BC35-8CF517A48258}" destId="{CFD9629C-2D07-4B9C-B939-2C32449C92E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54815A-3117-4832-817D-0B798AA179A2}"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2AA7E313-8D7F-4E24-9975-1D0C481CD52A}">
      <dgm:prSet/>
      <dgm:spPr/>
      <dgm:t>
        <a:bodyPr/>
        <a:lstStyle/>
        <a:p>
          <a:r>
            <a:rPr lang="en-US" b="1" dirty="0"/>
            <a:t>Define your key outcome measures</a:t>
          </a:r>
        </a:p>
      </dgm:t>
    </dgm:pt>
    <dgm:pt modelId="{24C725E5-F50D-4797-A873-AE912FE108C1}" type="parTrans" cxnId="{FBBF744B-EB80-4B88-90F6-1E348A74CE9F}">
      <dgm:prSet/>
      <dgm:spPr/>
      <dgm:t>
        <a:bodyPr/>
        <a:lstStyle/>
        <a:p>
          <a:endParaRPr lang="en-US"/>
        </a:p>
      </dgm:t>
    </dgm:pt>
    <dgm:pt modelId="{48E9233B-C064-4FD9-A058-64A69174C125}" type="sibTrans" cxnId="{FBBF744B-EB80-4B88-90F6-1E348A74CE9F}">
      <dgm:prSet/>
      <dgm:spPr/>
      <dgm:t>
        <a:bodyPr/>
        <a:lstStyle/>
        <a:p>
          <a:endParaRPr lang="en-US"/>
        </a:p>
      </dgm:t>
    </dgm:pt>
    <dgm:pt modelId="{7C2BE56B-65C5-49FC-BA07-2CD80E878CEF}">
      <dgm:prSet/>
      <dgm:spPr/>
      <dgm:t>
        <a:bodyPr/>
        <a:lstStyle/>
        <a:p>
          <a:r>
            <a:rPr lang="en-US" i="1" dirty="0"/>
            <a:t>What are the identified goals for your organization and YOUR department? </a:t>
          </a:r>
          <a:endParaRPr lang="en-US" dirty="0"/>
        </a:p>
      </dgm:t>
    </dgm:pt>
    <dgm:pt modelId="{EC9650AC-109A-48A5-ADDD-37096508F18C}" type="parTrans" cxnId="{210A795A-22A0-424B-AD4C-58D7A0059A2A}">
      <dgm:prSet/>
      <dgm:spPr/>
      <dgm:t>
        <a:bodyPr/>
        <a:lstStyle/>
        <a:p>
          <a:endParaRPr lang="en-US"/>
        </a:p>
      </dgm:t>
    </dgm:pt>
    <dgm:pt modelId="{78AEFB67-058E-4020-9C19-406A0CD4C985}" type="sibTrans" cxnId="{210A795A-22A0-424B-AD4C-58D7A0059A2A}">
      <dgm:prSet/>
      <dgm:spPr/>
      <dgm:t>
        <a:bodyPr/>
        <a:lstStyle/>
        <a:p>
          <a:endParaRPr lang="en-US"/>
        </a:p>
      </dgm:t>
    </dgm:pt>
    <dgm:pt modelId="{548D558C-FE20-44E6-AEE0-52345C8781F4}">
      <dgm:prSet/>
      <dgm:spPr/>
      <dgm:t>
        <a:bodyPr/>
        <a:lstStyle/>
        <a:p>
          <a:r>
            <a:rPr lang="en-US" b="1" dirty="0"/>
            <a:t>Define your key process measures</a:t>
          </a:r>
          <a:br>
            <a:rPr lang="en-US" dirty="0"/>
          </a:br>
          <a:endParaRPr lang="en-US" dirty="0"/>
        </a:p>
      </dgm:t>
    </dgm:pt>
    <dgm:pt modelId="{1806313E-EE2C-4621-841C-C9BD0663A962}" type="parTrans" cxnId="{F015C255-C37C-4D37-B5B6-89F37043D5D2}">
      <dgm:prSet/>
      <dgm:spPr/>
      <dgm:t>
        <a:bodyPr/>
        <a:lstStyle/>
        <a:p>
          <a:endParaRPr lang="en-US"/>
        </a:p>
      </dgm:t>
    </dgm:pt>
    <dgm:pt modelId="{0C394C69-A521-4B46-A431-8A1B830701E1}" type="sibTrans" cxnId="{F015C255-C37C-4D37-B5B6-89F37043D5D2}">
      <dgm:prSet/>
      <dgm:spPr/>
      <dgm:t>
        <a:bodyPr/>
        <a:lstStyle/>
        <a:p>
          <a:endParaRPr lang="en-US"/>
        </a:p>
      </dgm:t>
    </dgm:pt>
    <dgm:pt modelId="{8174534A-8B81-49D5-93EC-CF410B1ED550}">
      <dgm:prSet/>
      <dgm:spPr/>
      <dgm:t>
        <a:bodyPr/>
        <a:lstStyle/>
        <a:p>
          <a:r>
            <a:rPr lang="en-US" i="1" dirty="0"/>
            <a:t>What data is collected?</a:t>
          </a:r>
          <a:endParaRPr lang="en-US" dirty="0"/>
        </a:p>
      </dgm:t>
    </dgm:pt>
    <dgm:pt modelId="{D46D8F52-89EE-42DD-AA74-07401762C605}" type="parTrans" cxnId="{B51B2B89-5D03-460C-A0EF-A82EDAF48E7F}">
      <dgm:prSet/>
      <dgm:spPr/>
      <dgm:t>
        <a:bodyPr/>
        <a:lstStyle/>
        <a:p>
          <a:endParaRPr lang="en-US"/>
        </a:p>
      </dgm:t>
    </dgm:pt>
    <dgm:pt modelId="{0C065116-4129-42B2-A2C6-30C80EF86503}" type="sibTrans" cxnId="{B51B2B89-5D03-460C-A0EF-A82EDAF48E7F}">
      <dgm:prSet/>
      <dgm:spPr/>
      <dgm:t>
        <a:bodyPr/>
        <a:lstStyle/>
        <a:p>
          <a:endParaRPr lang="en-US"/>
        </a:p>
      </dgm:t>
    </dgm:pt>
    <dgm:pt modelId="{E1AFEB0C-D451-4E75-A5C7-70F30984A316}">
      <dgm:prSet/>
      <dgm:spPr/>
      <dgm:t>
        <a:bodyPr/>
        <a:lstStyle/>
        <a:p>
          <a:r>
            <a:rPr lang="en-US" i="1" dirty="0"/>
            <a:t>How is it used?</a:t>
          </a:r>
          <a:endParaRPr lang="en-US" dirty="0"/>
        </a:p>
      </dgm:t>
    </dgm:pt>
    <dgm:pt modelId="{4311F309-11E7-450B-ABE5-680686EC9B25}" type="parTrans" cxnId="{C61F98DA-6F04-40D7-9A23-6AC8001C0B9E}">
      <dgm:prSet/>
      <dgm:spPr/>
      <dgm:t>
        <a:bodyPr/>
        <a:lstStyle/>
        <a:p>
          <a:endParaRPr lang="en-US"/>
        </a:p>
      </dgm:t>
    </dgm:pt>
    <dgm:pt modelId="{950812B3-265E-497E-BF74-DD55766B8934}" type="sibTrans" cxnId="{C61F98DA-6F04-40D7-9A23-6AC8001C0B9E}">
      <dgm:prSet/>
      <dgm:spPr/>
      <dgm:t>
        <a:bodyPr/>
        <a:lstStyle/>
        <a:p>
          <a:endParaRPr lang="en-US"/>
        </a:p>
      </dgm:t>
    </dgm:pt>
    <dgm:pt modelId="{DAB914DB-0C02-4E5A-9A8D-0B053C455C62}">
      <dgm:prSet/>
      <dgm:spPr/>
      <dgm:t>
        <a:bodyPr/>
        <a:lstStyle/>
        <a:p>
          <a:r>
            <a:rPr lang="en-US" i="1" dirty="0"/>
            <a:t>How is that data shared?</a:t>
          </a:r>
          <a:endParaRPr lang="en-US" dirty="0"/>
        </a:p>
      </dgm:t>
    </dgm:pt>
    <dgm:pt modelId="{DAAFE09B-0A96-4BDC-8E15-27B5C62D236A}" type="parTrans" cxnId="{EA59D11D-CC03-4C54-B836-5E5C4EA40E3B}">
      <dgm:prSet/>
      <dgm:spPr/>
      <dgm:t>
        <a:bodyPr/>
        <a:lstStyle/>
        <a:p>
          <a:endParaRPr lang="en-US"/>
        </a:p>
      </dgm:t>
    </dgm:pt>
    <dgm:pt modelId="{8D9DE387-5F45-43A7-A444-250B3F141246}" type="sibTrans" cxnId="{EA59D11D-CC03-4C54-B836-5E5C4EA40E3B}">
      <dgm:prSet/>
      <dgm:spPr/>
      <dgm:t>
        <a:bodyPr/>
        <a:lstStyle/>
        <a:p>
          <a:endParaRPr lang="en-US"/>
        </a:p>
      </dgm:t>
    </dgm:pt>
    <dgm:pt modelId="{D3F07E41-9DA2-46DA-BE2B-D098B51BF8C1}">
      <dgm:prSet/>
      <dgm:spPr/>
      <dgm:t>
        <a:bodyPr/>
        <a:lstStyle/>
        <a:p>
          <a:r>
            <a:rPr lang="en-US" i="1" dirty="0"/>
            <a:t>How do you talk to your team about data?</a:t>
          </a:r>
          <a:endParaRPr lang="en-US" dirty="0"/>
        </a:p>
      </dgm:t>
    </dgm:pt>
    <dgm:pt modelId="{381EA99A-2BB3-47C3-A1B3-EF5390AA7493}" type="parTrans" cxnId="{897D5B91-7008-40E7-9BED-5024E009804F}">
      <dgm:prSet/>
      <dgm:spPr/>
    </dgm:pt>
    <dgm:pt modelId="{6220A430-46F5-43F5-B762-AFA63D3BEA5F}" type="sibTrans" cxnId="{897D5B91-7008-40E7-9BED-5024E009804F}">
      <dgm:prSet/>
      <dgm:spPr/>
    </dgm:pt>
    <dgm:pt modelId="{0B2103CD-D837-4B90-B09B-8B07779140B7}" type="pres">
      <dgm:prSet presAssocID="{B754815A-3117-4832-817D-0B798AA179A2}" presName="Name0" presStyleCnt="0">
        <dgm:presLayoutVars>
          <dgm:dir/>
          <dgm:animLvl val="lvl"/>
          <dgm:resizeHandles val="exact"/>
        </dgm:presLayoutVars>
      </dgm:prSet>
      <dgm:spPr/>
    </dgm:pt>
    <dgm:pt modelId="{969DC599-FF43-4F66-A9DB-F0177D671B76}" type="pres">
      <dgm:prSet presAssocID="{2AA7E313-8D7F-4E24-9975-1D0C481CD52A}" presName="composite" presStyleCnt="0"/>
      <dgm:spPr/>
    </dgm:pt>
    <dgm:pt modelId="{8931030C-D04C-49E9-B83A-786078FBD033}" type="pres">
      <dgm:prSet presAssocID="{2AA7E313-8D7F-4E24-9975-1D0C481CD52A}" presName="parTx" presStyleLbl="alignNode1" presStyleIdx="0" presStyleCnt="2">
        <dgm:presLayoutVars>
          <dgm:chMax val="0"/>
          <dgm:chPref val="0"/>
          <dgm:bulletEnabled val="1"/>
        </dgm:presLayoutVars>
      </dgm:prSet>
      <dgm:spPr/>
    </dgm:pt>
    <dgm:pt modelId="{BB0D1F1E-0612-47FE-AA27-34864799CFB9}" type="pres">
      <dgm:prSet presAssocID="{2AA7E313-8D7F-4E24-9975-1D0C481CD52A}" presName="desTx" presStyleLbl="alignAccFollowNode1" presStyleIdx="0" presStyleCnt="2">
        <dgm:presLayoutVars>
          <dgm:bulletEnabled val="1"/>
        </dgm:presLayoutVars>
      </dgm:prSet>
      <dgm:spPr/>
    </dgm:pt>
    <dgm:pt modelId="{333345ED-EC45-44EA-A0C7-82C18B012924}" type="pres">
      <dgm:prSet presAssocID="{48E9233B-C064-4FD9-A058-64A69174C125}" presName="space" presStyleCnt="0"/>
      <dgm:spPr/>
    </dgm:pt>
    <dgm:pt modelId="{6FCD90B7-2762-4451-9539-1AF1A9B020DF}" type="pres">
      <dgm:prSet presAssocID="{548D558C-FE20-44E6-AEE0-52345C8781F4}" presName="composite" presStyleCnt="0"/>
      <dgm:spPr/>
    </dgm:pt>
    <dgm:pt modelId="{2F9FFD81-4B32-47A1-AEED-65F40BD8E465}" type="pres">
      <dgm:prSet presAssocID="{548D558C-FE20-44E6-AEE0-52345C8781F4}" presName="parTx" presStyleLbl="alignNode1" presStyleIdx="1" presStyleCnt="2">
        <dgm:presLayoutVars>
          <dgm:chMax val="0"/>
          <dgm:chPref val="0"/>
          <dgm:bulletEnabled val="1"/>
        </dgm:presLayoutVars>
      </dgm:prSet>
      <dgm:spPr/>
    </dgm:pt>
    <dgm:pt modelId="{95BC38DC-10EF-404D-809C-9AB2FCE36808}" type="pres">
      <dgm:prSet presAssocID="{548D558C-FE20-44E6-AEE0-52345C8781F4}" presName="desTx" presStyleLbl="alignAccFollowNode1" presStyleIdx="1" presStyleCnt="2">
        <dgm:presLayoutVars>
          <dgm:bulletEnabled val="1"/>
        </dgm:presLayoutVars>
      </dgm:prSet>
      <dgm:spPr/>
    </dgm:pt>
  </dgm:ptLst>
  <dgm:cxnLst>
    <dgm:cxn modelId="{A25F5600-2225-4CCF-837B-C8D46E97F487}" type="presOf" srcId="{7C2BE56B-65C5-49FC-BA07-2CD80E878CEF}" destId="{BB0D1F1E-0612-47FE-AA27-34864799CFB9}" srcOrd="0" destOrd="0" presId="urn:microsoft.com/office/officeart/2005/8/layout/hList1"/>
    <dgm:cxn modelId="{EA59D11D-CC03-4C54-B836-5E5C4EA40E3B}" srcId="{548D558C-FE20-44E6-AEE0-52345C8781F4}" destId="{DAB914DB-0C02-4E5A-9A8D-0B053C455C62}" srcOrd="2" destOrd="0" parTransId="{DAAFE09B-0A96-4BDC-8E15-27B5C62D236A}" sibTransId="{8D9DE387-5F45-43A7-A444-250B3F141246}"/>
    <dgm:cxn modelId="{AE7C3436-ED12-4C07-8713-84D8F4217DC8}" type="presOf" srcId="{548D558C-FE20-44E6-AEE0-52345C8781F4}" destId="{2F9FFD81-4B32-47A1-AEED-65F40BD8E465}" srcOrd="0" destOrd="0" presId="urn:microsoft.com/office/officeart/2005/8/layout/hList1"/>
    <dgm:cxn modelId="{D39F4E5D-C66F-4973-B258-8DB7AFCE4802}" type="presOf" srcId="{2AA7E313-8D7F-4E24-9975-1D0C481CD52A}" destId="{8931030C-D04C-49E9-B83A-786078FBD033}" srcOrd="0" destOrd="0" presId="urn:microsoft.com/office/officeart/2005/8/layout/hList1"/>
    <dgm:cxn modelId="{DF8A8442-9050-4625-8827-E43475A68748}" type="presOf" srcId="{E1AFEB0C-D451-4E75-A5C7-70F30984A316}" destId="{95BC38DC-10EF-404D-809C-9AB2FCE36808}" srcOrd="0" destOrd="1" presId="urn:microsoft.com/office/officeart/2005/8/layout/hList1"/>
    <dgm:cxn modelId="{FBBF744B-EB80-4B88-90F6-1E348A74CE9F}" srcId="{B754815A-3117-4832-817D-0B798AA179A2}" destId="{2AA7E313-8D7F-4E24-9975-1D0C481CD52A}" srcOrd="0" destOrd="0" parTransId="{24C725E5-F50D-4797-A873-AE912FE108C1}" sibTransId="{48E9233B-C064-4FD9-A058-64A69174C125}"/>
    <dgm:cxn modelId="{F015C255-C37C-4D37-B5B6-89F37043D5D2}" srcId="{B754815A-3117-4832-817D-0B798AA179A2}" destId="{548D558C-FE20-44E6-AEE0-52345C8781F4}" srcOrd="1" destOrd="0" parTransId="{1806313E-EE2C-4621-841C-C9BD0663A962}" sibTransId="{0C394C69-A521-4B46-A431-8A1B830701E1}"/>
    <dgm:cxn modelId="{BABEFF75-39A8-4C16-8F78-60FFE0658C29}" type="presOf" srcId="{D3F07E41-9DA2-46DA-BE2B-D098B51BF8C1}" destId="{95BC38DC-10EF-404D-809C-9AB2FCE36808}" srcOrd="0" destOrd="3" presId="urn:microsoft.com/office/officeart/2005/8/layout/hList1"/>
    <dgm:cxn modelId="{210A795A-22A0-424B-AD4C-58D7A0059A2A}" srcId="{2AA7E313-8D7F-4E24-9975-1D0C481CD52A}" destId="{7C2BE56B-65C5-49FC-BA07-2CD80E878CEF}" srcOrd="0" destOrd="0" parTransId="{EC9650AC-109A-48A5-ADDD-37096508F18C}" sibTransId="{78AEFB67-058E-4020-9C19-406A0CD4C985}"/>
    <dgm:cxn modelId="{B51B2B89-5D03-460C-A0EF-A82EDAF48E7F}" srcId="{548D558C-FE20-44E6-AEE0-52345C8781F4}" destId="{8174534A-8B81-49D5-93EC-CF410B1ED550}" srcOrd="0" destOrd="0" parTransId="{D46D8F52-89EE-42DD-AA74-07401762C605}" sibTransId="{0C065116-4129-42B2-A2C6-30C80EF86503}"/>
    <dgm:cxn modelId="{897D5B91-7008-40E7-9BED-5024E009804F}" srcId="{548D558C-FE20-44E6-AEE0-52345C8781F4}" destId="{D3F07E41-9DA2-46DA-BE2B-D098B51BF8C1}" srcOrd="3" destOrd="0" parTransId="{381EA99A-2BB3-47C3-A1B3-EF5390AA7493}" sibTransId="{6220A430-46F5-43F5-B762-AFA63D3BEA5F}"/>
    <dgm:cxn modelId="{6EAC94D5-AC98-43B6-93D9-D808556B9AF4}" type="presOf" srcId="{DAB914DB-0C02-4E5A-9A8D-0B053C455C62}" destId="{95BC38DC-10EF-404D-809C-9AB2FCE36808}" srcOrd="0" destOrd="2" presId="urn:microsoft.com/office/officeart/2005/8/layout/hList1"/>
    <dgm:cxn modelId="{C253DAD7-9CE4-4FF0-A74F-B6FC37867B46}" type="presOf" srcId="{B754815A-3117-4832-817D-0B798AA179A2}" destId="{0B2103CD-D837-4B90-B09B-8B07779140B7}" srcOrd="0" destOrd="0" presId="urn:microsoft.com/office/officeart/2005/8/layout/hList1"/>
    <dgm:cxn modelId="{C61F98DA-6F04-40D7-9A23-6AC8001C0B9E}" srcId="{548D558C-FE20-44E6-AEE0-52345C8781F4}" destId="{E1AFEB0C-D451-4E75-A5C7-70F30984A316}" srcOrd="1" destOrd="0" parTransId="{4311F309-11E7-450B-ABE5-680686EC9B25}" sibTransId="{950812B3-265E-497E-BF74-DD55766B8934}"/>
    <dgm:cxn modelId="{E4712CDC-9BCB-4DED-869A-8AB52113E096}" type="presOf" srcId="{8174534A-8B81-49D5-93EC-CF410B1ED550}" destId="{95BC38DC-10EF-404D-809C-9AB2FCE36808}" srcOrd="0" destOrd="0" presId="urn:microsoft.com/office/officeart/2005/8/layout/hList1"/>
    <dgm:cxn modelId="{C02D6002-155E-4629-AEC8-F324558F717F}" type="presParOf" srcId="{0B2103CD-D837-4B90-B09B-8B07779140B7}" destId="{969DC599-FF43-4F66-A9DB-F0177D671B76}" srcOrd="0" destOrd="0" presId="urn:microsoft.com/office/officeart/2005/8/layout/hList1"/>
    <dgm:cxn modelId="{12D40A4E-B76F-4593-A109-073B433BC1B7}" type="presParOf" srcId="{969DC599-FF43-4F66-A9DB-F0177D671B76}" destId="{8931030C-D04C-49E9-B83A-786078FBD033}" srcOrd="0" destOrd="0" presId="urn:microsoft.com/office/officeart/2005/8/layout/hList1"/>
    <dgm:cxn modelId="{9776E8A4-5910-4EB4-8046-DB59E4F98273}" type="presParOf" srcId="{969DC599-FF43-4F66-A9DB-F0177D671B76}" destId="{BB0D1F1E-0612-47FE-AA27-34864799CFB9}" srcOrd="1" destOrd="0" presId="urn:microsoft.com/office/officeart/2005/8/layout/hList1"/>
    <dgm:cxn modelId="{63AD43D7-940C-4F52-99AD-80D8E1EAA41D}" type="presParOf" srcId="{0B2103CD-D837-4B90-B09B-8B07779140B7}" destId="{333345ED-EC45-44EA-A0C7-82C18B012924}" srcOrd="1" destOrd="0" presId="urn:microsoft.com/office/officeart/2005/8/layout/hList1"/>
    <dgm:cxn modelId="{DD6C4C23-C0EB-46E8-B732-679CC5580BF7}" type="presParOf" srcId="{0B2103CD-D837-4B90-B09B-8B07779140B7}" destId="{6FCD90B7-2762-4451-9539-1AF1A9B020DF}" srcOrd="2" destOrd="0" presId="urn:microsoft.com/office/officeart/2005/8/layout/hList1"/>
    <dgm:cxn modelId="{06A28488-D605-4FD7-9C35-335C4F429176}" type="presParOf" srcId="{6FCD90B7-2762-4451-9539-1AF1A9B020DF}" destId="{2F9FFD81-4B32-47A1-AEED-65F40BD8E465}" srcOrd="0" destOrd="0" presId="urn:microsoft.com/office/officeart/2005/8/layout/hList1"/>
    <dgm:cxn modelId="{CD402653-9A7D-48B5-857E-7E16B67E21FC}" type="presParOf" srcId="{6FCD90B7-2762-4451-9539-1AF1A9B020DF}" destId="{95BC38DC-10EF-404D-809C-9AB2FCE3680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E76129-355F-4B8D-851F-1A04742FC0E3}" type="doc">
      <dgm:prSet loTypeId="urn:microsoft.com/office/officeart/2005/8/layout/vList5" loCatId="list" qsTypeId="urn:microsoft.com/office/officeart/2005/8/quickstyle/simple4" qsCatId="simple" csTypeId="urn:microsoft.com/office/officeart/2005/8/colors/colorful1" csCatId="colorful" phldr="1"/>
      <dgm:spPr/>
      <dgm:t>
        <a:bodyPr/>
        <a:lstStyle/>
        <a:p>
          <a:endParaRPr lang="en-US"/>
        </a:p>
      </dgm:t>
    </dgm:pt>
    <dgm:pt modelId="{BE3FCC0C-F871-4E75-BD5B-707D455CE607}">
      <dgm:prSet/>
      <dgm:spPr/>
      <dgm:t>
        <a:bodyPr/>
        <a:lstStyle/>
        <a:p>
          <a:pPr rtl="0"/>
          <a:r>
            <a:rPr lang="en-US" b="1" dirty="0">
              <a:latin typeface="Calibri Light" panose="020F0302020204030204"/>
            </a:rPr>
            <a:t>Track outcomes</a:t>
          </a:r>
          <a:endParaRPr lang="en-US" b="1" dirty="0"/>
        </a:p>
      </dgm:t>
    </dgm:pt>
    <dgm:pt modelId="{BC7E3992-3566-4D6F-B654-A91250503691}" type="parTrans" cxnId="{42727446-42BB-4E61-A44A-14F567A441D7}">
      <dgm:prSet/>
      <dgm:spPr/>
      <dgm:t>
        <a:bodyPr/>
        <a:lstStyle/>
        <a:p>
          <a:endParaRPr lang="en-US"/>
        </a:p>
      </dgm:t>
    </dgm:pt>
    <dgm:pt modelId="{04D2A495-DC69-4954-8961-88166017D5DF}" type="sibTrans" cxnId="{42727446-42BB-4E61-A44A-14F567A441D7}">
      <dgm:prSet/>
      <dgm:spPr/>
      <dgm:t>
        <a:bodyPr/>
        <a:lstStyle/>
        <a:p>
          <a:endParaRPr lang="en-US"/>
        </a:p>
      </dgm:t>
    </dgm:pt>
    <dgm:pt modelId="{888C264A-09F7-4F1A-9C9E-0A565FF11933}">
      <dgm:prSet/>
      <dgm:spPr/>
      <dgm:t>
        <a:bodyPr/>
        <a:lstStyle/>
        <a:p>
          <a:pPr rtl="0"/>
          <a:r>
            <a:rPr lang="en-US" b="1" dirty="0">
              <a:latin typeface="Calibri Light" panose="020F0302020204030204"/>
            </a:rPr>
            <a:t>Share data with stakeholders</a:t>
          </a:r>
          <a:endParaRPr lang="en-US" b="1" dirty="0"/>
        </a:p>
      </dgm:t>
    </dgm:pt>
    <dgm:pt modelId="{FF82B6CE-B845-4995-AFF3-F06FB0D6DB67}" type="parTrans" cxnId="{9E8A4EED-E08E-4545-9E62-AC258E15AE91}">
      <dgm:prSet/>
      <dgm:spPr/>
      <dgm:t>
        <a:bodyPr/>
        <a:lstStyle/>
        <a:p>
          <a:endParaRPr lang="en-US"/>
        </a:p>
      </dgm:t>
    </dgm:pt>
    <dgm:pt modelId="{3DAFA590-69BD-42FC-AC87-890FD2E38EE8}" type="sibTrans" cxnId="{9E8A4EED-E08E-4545-9E62-AC258E15AE91}">
      <dgm:prSet/>
      <dgm:spPr/>
      <dgm:t>
        <a:bodyPr/>
        <a:lstStyle/>
        <a:p>
          <a:endParaRPr lang="en-US"/>
        </a:p>
      </dgm:t>
    </dgm:pt>
    <dgm:pt modelId="{5BE8F70D-5536-40BA-A8E9-CC6E8B777492}">
      <dgm:prSet/>
      <dgm:spPr/>
      <dgm:t>
        <a:bodyPr/>
        <a:lstStyle/>
        <a:p>
          <a:pPr rtl="0"/>
          <a:r>
            <a:rPr lang="en-US" b="1" dirty="0"/>
            <a:t>Correct course </a:t>
          </a:r>
          <a:r>
            <a:rPr lang="en-US" b="1" dirty="0">
              <a:latin typeface="Calibri Light" panose="020F0302020204030204"/>
            </a:rPr>
            <a:t>as needed</a:t>
          </a:r>
          <a:endParaRPr lang="en-US" b="1" dirty="0"/>
        </a:p>
      </dgm:t>
    </dgm:pt>
    <dgm:pt modelId="{98BFB923-223E-402D-8E9E-CCBCB5C03B24}" type="parTrans" cxnId="{ED98472B-B50E-403E-A795-2F15654AC686}">
      <dgm:prSet/>
      <dgm:spPr/>
      <dgm:t>
        <a:bodyPr/>
        <a:lstStyle/>
        <a:p>
          <a:endParaRPr lang="en-US"/>
        </a:p>
      </dgm:t>
    </dgm:pt>
    <dgm:pt modelId="{8C2BAE3C-D8E9-42BC-AC12-C719627F801B}" type="sibTrans" cxnId="{ED98472B-B50E-403E-A795-2F15654AC686}">
      <dgm:prSet/>
      <dgm:spPr/>
      <dgm:t>
        <a:bodyPr/>
        <a:lstStyle/>
        <a:p>
          <a:endParaRPr lang="en-US"/>
        </a:p>
      </dgm:t>
    </dgm:pt>
    <dgm:pt modelId="{B937B123-BCC3-48E2-A9F5-448E4AFB3A64}">
      <dgm:prSet/>
      <dgm:spPr/>
      <dgm:t>
        <a:bodyPr/>
        <a:lstStyle/>
        <a:p>
          <a:pPr rtl="0"/>
          <a:r>
            <a:rPr lang="en-US" b="1" dirty="0"/>
            <a:t>Celebrate successes</a:t>
          </a:r>
          <a:r>
            <a:rPr lang="en-US" b="1" dirty="0">
              <a:latin typeface="Calibri Light" panose="020F0302020204030204"/>
            </a:rPr>
            <a:t> </a:t>
          </a:r>
          <a:endParaRPr lang="en-US" b="1" dirty="0"/>
        </a:p>
      </dgm:t>
    </dgm:pt>
    <dgm:pt modelId="{76B04337-CA0F-4362-B360-BF51411C163C}" type="parTrans" cxnId="{23353F63-B325-4FE6-8DDE-2F846D256DAE}">
      <dgm:prSet/>
      <dgm:spPr/>
      <dgm:t>
        <a:bodyPr/>
        <a:lstStyle/>
        <a:p>
          <a:endParaRPr lang="en-US"/>
        </a:p>
      </dgm:t>
    </dgm:pt>
    <dgm:pt modelId="{D2B19956-9473-4D8C-9660-BFACA64694D2}" type="sibTrans" cxnId="{23353F63-B325-4FE6-8DDE-2F846D256DAE}">
      <dgm:prSet/>
      <dgm:spPr/>
      <dgm:t>
        <a:bodyPr/>
        <a:lstStyle/>
        <a:p>
          <a:endParaRPr lang="en-US"/>
        </a:p>
      </dgm:t>
    </dgm:pt>
    <dgm:pt modelId="{ED5686BA-CF0A-447C-81B4-DA54C3196221}">
      <dgm:prSet phldr="0"/>
      <dgm:spPr/>
      <dgm:t>
        <a:bodyPr/>
        <a:lstStyle/>
        <a:p>
          <a:pPr rtl="0"/>
          <a:r>
            <a:rPr lang="en-US" b="1" dirty="0">
              <a:latin typeface="Calibri Light" panose="020F0302020204030204"/>
            </a:rPr>
            <a:t>Identify desired outcomes </a:t>
          </a:r>
        </a:p>
      </dgm:t>
    </dgm:pt>
    <dgm:pt modelId="{74119931-E6AB-4EF7-8948-B81D2B409D00}" type="parTrans" cxnId="{2AE84130-8EDC-4439-B114-EA8ABAB2D26F}">
      <dgm:prSet/>
      <dgm:spPr/>
      <dgm:t>
        <a:bodyPr/>
        <a:lstStyle/>
        <a:p>
          <a:endParaRPr lang="en-US"/>
        </a:p>
      </dgm:t>
    </dgm:pt>
    <dgm:pt modelId="{26B0C1CB-6446-4C9D-B6EA-582685FE9375}" type="sibTrans" cxnId="{2AE84130-8EDC-4439-B114-EA8ABAB2D26F}">
      <dgm:prSet/>
      <dgm:spPr/>
      <dgm:t>
        <a:bodyPr/>
        <a:lstStyle/>
        <a:p>
          <a:endParaRPr lang="en-US"/>
        </a:p>
      </dgm:t>
    </dgm:pt>
    <dgm:pt modelId="{80EAE685-2107-4ADB-98FF-3A5BFCFFCA0E}">
      <dgm:prSet phldr="0"/>
      <dgm:spPr/>
      <dgm:t>
        <a:bodyPr/>
        <a:lstStyle/>
        <a:p>
          <a:r>
            <a:rPr lang="en-US" b="1" dirty="0">
              <a:latin typeface="Calibri Light" panose="020F0302020204030204"/>
            </a:rPr>
            <a:t>Implement</a:t>
          </a:r>
        </a:p>
      </dgm:t>
    </dgm:pt>
    <dgm:pt modelId="{886420F5-5A1F-476B-ABAA-A8E6A7DA81EE}" type="parTrans" cxnId="{91003C20-7448-4BB8-906E-908E25B97089}">
      <dgm:prSet/>
      <dgm:spPr/>
      <dgm:t>
        <a:bodyPr/>
        <a:lstStyle/>
        <a:p>
          <a:endParaRPr lang="en-US"/>
        </a:p>
      </dgm:t>
    </dgm:pt>
    <dgm:pt modelId="{70993B13-5A49-4E4A-843E-A4A9431AFA22}" type="sibTrans" cxnId="{91003C20-7448-4BB8-906E-908E25B97089}">
      <dgm:prSet/>
      <dgm:spPr/>
      <dgm:t>
        <a:bodyPr/>
        <a:lstStyle/>
        <a:p>
          <a:endParaRPr lang="en-US"/>
        </a:p>
      </dgm:t>
    </dgm:pt>
    <dgm:pt modelId="{81E33074-7CE3-4D14-94D9-EB59D96CCDFD}" type="pres">
      <dgm:prSet presAssocID="{96E76129-355F-4B8D-851F-1A04742FC0E3}" presName="Name0" presStyleCnt="0">
        <dgm:presLayoutVars>
          <dgm:dir/>
          <dgm:animLvl val="lvl"/>
          <dgm:resizeHandles val="exact"/>
        </dgm:presLayoutVars>
      </dgm:prSet>
      <dgm:spPr/>
    </dgm:pt>
    <dgm:pt modelId="{0F49AB08-A998-4142-A4CE-872FD8364C17}" type="pres">
      <dgm:prSet presAssocID="{ED5686BA-CF0A-447C-81B4-DA54C3196221}" presName="linNode" presStyleCnt="0"/>
      <dgm:spPr/>
    </dgm:pt>
    <dgm:pt modelId="{31BCC7EE-1CD1-4F26-965C-113C5790CB03}" type="pres">
      <dgm:prSet presAssocID="{ED5686BA-CF0A-447C-81B4-DA54C3196221}" presName="parentText" presStyleLbl="node1" presStyleIdx="0" presStyleCnt="6">
        <dgm:presLayoutVars>
          <dgm:chMax val="1"/>
          <dgm:bulletEnabled val="1"/>
        </dgm:presLayoutVars>
      </dgm:prSet>
      <dgm:spPr/>
    </dgm:pt>
    <dgm:pt modelId="{01927B59-9CBC-491E-835F-B4E862DC3B98}" type="pres">
      <dgm:prSet presAssocID="{26B0C1CB-6446-4C9D-B6EA-582685FE9375}" presName="sp" presStyleCnt="0"/>
      <dgm:spPr/>
    </dgm:pt>
    <dgm:pt modelId="{043CE84F-2831-4CBF-BCE7-DE319E1B8E6A}" type="pres">
      <dgm:prSet presAssocID="{80EAE685-2107-4ADB-98FF-3A5BFCFFCA0E}" presName="linNode" presStyleCnt="0"/>
      <dgm:spPr/>
    </dgm:pt>
    <dgm:pt modelId="{7639F1AF-2D45-4FEE-8765-005DC8D3801F}" type="pres">
      <dgm:prSet presAssocID="{80EAE685-2107-4ADB-98FF-3A5BFCFFCA0E}" presName="parentText" presStyleLbl="node1" presStyleIdx="1" presStyleCnt="6">
        <dgm:presLayoutVars>
          <dgm:chMax val="1"/>
          <dgm:bulletEnabled val="1"/>
        </dgm:presLayoutVars>
      </dgm:prSet>
      <dgm:spPr/>
    </dgm:pt>
    <dgm:pt modelId="{87C9833E-B86F-4C80-89ED-8B64B153FE59}" type="pres">
      <dgm:prSet presAssocID="{70993B13-5A49-4E4A-843E-A4A9431AFA22}" presName="sp" presStyleCnt="0"/>
      <dgm:spPr/>
    </dgm:pt>
    <dgm:pt modelId="{1B8BED42-E999-4455-BB4A-A739355108EA}" type="pres">
      <dgm:prSet presAssocID="{BE3FCC0C-F871-4E75-BD5B-707D455CE607}" presName="linNode" presStyleCnt="0"/>
      <dgm:spPr/>
    </dgm:pt>
    <dgm:pt modelId="{BD3B3160-FEF7-42ED-AEE7-E984E0887402}" type="pres">
      <dgm:prSet presAssocID="{BE3FCC0C-F871-4E75-BD5B-707D455CE607}" presName="parentText" presStyleLbl="node1" presStyleIdx="2" presStyleCnt="6">
        <dgm:presLayoutVars>
          <dgm:chMax val="1"/>
          <dgm:bulletEnabled val="1"/>
        </dgm:presLayoutVars>
      </dgm:prSet>
      <dgm:spPr/>
    </dgm:pt>
    <dgm:pt modelId="{0C2C167B-1035-4D49-9E40-09FE4CCFC384}" type="pres">
      <dgm:prSet presAssocID="{04D2A495-DC69-4954-8961-88166017D5DF}" presName="sp" presStyleCnt="0"/>
      <dgm:spPr/>
    </dgm:pt>
    <dgm:pt modelId="{DDAA4EB1-6F41-4239-B069-1F9B1F9A3857}" type="pres">
      <dgm:prSet presAssocID="{888C264A-09F7-4F1A-9C9E-0A565FF11933}" presName="linNode" presStyleCnt="0"/>
      <dgm:spPr/>
    </dgm:pt>
    <dgm:pt modelId="{D77D9121-128D-481C-A163-60C078893C39}" type="pres">
      <dgm:prSet presAssocID="{888C264A-09F7-4F1A-9C9E-0A565FF11933}" presName="parentText" presStyleLbl="node1" presStyleIdx="3" presStyleCnt="6">
        <dgm:presLayoutVars>
          <dgm:chMax val="1"/>
          <dgm:bulletEnabled val="1"/>
        </dgm:presLayoutVars>
      </dgm:prSet>
      <dgm:spPr/>
    </dgm:pt>
    <dgm:pt modelId="{907145EB-967D-4F64-B95B-1E9157F58477}" type="pres">
      <dgm:prSet presAssocID="{3DAFA590-69BD-42FC-AC87-890FD2E38EE8}" presName="sp" presStyleCnt="0"/>
      <dgm:spPr/>
    </dgm:pt>
    <dgm:pt modelId="{9D9D39B6-F2F2-42AD-B133-166E4636568E}" type="pres">
      <dgm:prSet presAssocID="{5BE8F70D-5536-40BA-A8E9-CC6E8B777492}" presName="linNode" presStyleCnt="0"/>
      <dgm:spPr/>
    </dgm:pt>
    <dgm:pt modelId="{61AB2B16-CAE9-49CA-8278-6A2275E29B77}" type="pres">
      <dgm:prSet presAssocID="{5BE8F70D-5536-40BA-A8E9-CC6E8B777492}" presName="parentText" presStyleLbl="node1" presStyleIdx="4" presStyleCnt="6">
        <dgm:presLayoutVars>
          <dgm:chMax val="1"/>
          <dgm:bulletEnabled val="1"/>
        </dgm:presLayoutVars>
      </dgm:prSet>
      <dgm:spPr/>
    </dgm:pt>
    <dgm:pt modelId="{C619276E-3845-4BE4-ACE3-419FF7085C5F}" type="pres">
      <dgm:prSet presAssocID="{8C2BAE3C-D8E9-42BC-AC12-C719627F801B}" presName="sp" presStyleCnt="0"/>
      <dgm:spPr/>
    </dgm:pt>
    <dgm:pt modelId="{777E3FCB-6B5E-4EB0-ADB7-D610EDB6AB81}" type="pres">
      <dgm:prSet presAssocID="{B937B123-BCC3-48E2-A9F5-448E4AFB3A64}" presName="linNode" presStyleCnt="0"/>
      <dgm:spPr/>
    </dgm:pt>
    <dgm:pt modelId="{55CD30DC-924A-4BBA-B46D-0E982F499C69}" type="pres">
      <dgm:prSet presAssocID="{B937B123-BCC3-48E2-A9F5-448E4AFB3A64}" presName="parentText" presStyleLbl="node1" presStyleIdx="5" presStyleCnt="6">
        <dgm:presLayoutVars>
          <dgm:chMax val="1"/>
          <dgm:bulletEnabled val="1"/>
        </dgm:presLayoutVars>
      </dgm:prSet>
      <dgm:spPr/>
    </dgm:pt>
  </dgm:ptLst>
  <dgm:cxnLst>
    <dgm:cxn modelId="{5CE75009-96D5-4CC0-B4D3-150D6300F2FF}" type="presOf" srcId="{888C264A-09F7-4F1A-9C9E-0A565FF11933}" destId="{D77D9121-128D-481C-A163-60C078893C39}" srcOrd="0" destOrd="0" presId="urn:microsoft.com/office/officeart/2005/8/layout/vList5"/>
    <dgm:cxn modelId="{91003C20-7448-4BB8-906E-908E25B97089}" srcId="{96E76129-355F-4B8D-851F-1A04742FC0E3}" destId="{80EAE685-2107-4ADB-98FF-3A5BFCFFCA0E}" srcOrd="1" destOrd="0" parTransId="{886420F5-5A1F-476B-ABAA-A8E6A7DA81EE}" sibTransId="{70993B13-5A49-4E4A-843E-A4A9431AFA22}"/>
    <dgm:cxn modelId="{BE7B3024-7E15-4BE1-A1B9-867B46678E26}" type="presOf" srcId="{5BE8F70D-5536-40BA-A8E9-CC6E8B777492}" destId="{61AB2B16-CAE9-49CA-8278-6A2275E29B77}" srcOrd="0" destOrd="0" presId="urn:microsoft.com/office/officeart/2005/8/layout/vList5"/>
    <dgm:cxn modelId="{1376B929-EB56-497E-9C20-3381DAC2ED8B}" type="presOf" srcId="{96E76129-355F-4B8D-851F-1A04742FC0E3}" destId="{81E33074-7CE3-4D14-94D9-EB59D96CCDFD}" srcOrd="0" destOrd="0" presId="urn:microsoft.com/office/officeart/2005/8/layout/vList5"/>
    <dgm:cxn modelId="{ED98472B-B50E-403E-A795-2F15654AC686}" srcId="{96E76129-355F-4B8D-851F-1A04742FC0E3}" destId="{5BE8F70D-5536-40BA-A8E9-CC6E8B777492}" srcOrd="4" destOrd="0" parTransId="{98BFB923-223E-402D-8E9E-CCBCB5C03B24}" sibTransId="{8C2BAE3C-D8E9-42BC-AC12-C719627F801B}"/>
    <dgm:cxn modelId="{2AE84130-8EDC-4439-B114-EA8ABAB2D26F}" srcId="{96E76129-355F-4B8D-851F-1A04742FC0E3}" destId="{ED5686BA-CF0A-447C-81B4-DA54C3196221}" srcOrd="0" destOrd="0" parTransId="{74119931-E6AB-4EF7-8948-B81D2B409D00}" sibTransId="{26B0C1CB-6446-4C9D-B6EA-582685FE9375}"/>
    <dgm:cxn modelId="{23353F63-B325-4FE6-8DDE-2F846D256DAE}" srcId="{96E76129-355F-4B8D-851F-1A04742FC0E3}" destId="{B937B123-BCC3-48E2-A9F5-448E4AFB3A64}" srcOrd="5" destOrd="0" parTransId="{76B04337-CA0F-4362-B360-BF51411C163C}" sibTransId="{D2B19956-9473-4D8C-9660-BFACA64694D2}"/>
    <dgm:cxn modelId="{42727446-42BB-4E61-A44A-14F567A441D7}" srcId="{96E76129-355F-4B8D-851F-1A04742FC0E3}" destId="{BE3FCC0C-F871-4E75-BD5B-707D455CE607}" srcOrd="2" destOrd="0" parTransId="{BC7E3992-3566-4D6F-B654-A91250503691}" sibTransId="{04D2A495-DC69-4954-8961-88166017D5DF}"/>
    <dgm:cxn modelId="{FB237773-0829-4B8B-A10D-87F07741F70F}" type="presOf" srcId="{80EAE685-2107-4ADB-98FF-3A5BFCFFCA0E}" destId="{7639F1AF-2D45-4FEE-8765-005DC8D3801F}" srcOrd="0" destOrd="0" presId="urn:microsoft.com/office/officeart/2005/8/layout/vList5"/>
    <dgm:cxn modelId="{A8CEC6AC-11D3-4947-A3DB-20FB59D71EB9}" type="presOf" srcId="{ED5686BA-CF0A-447C-81B4-DA54C3196221}" destId="{31BCC7EE-1CD1-4F26-965C-113C5790CB03}" srcOrd="0" destOrd="0" presId="urn:microsoft.com/office/officeart/2005/8/layout/vList5"/>
    <dgm:cxn modelId="{F6818AB2-C20A-4A3B-9C8B-AF4C675FA577}" type="presOf" srcId="{BE3FCC0C-F871-4E75-BD5B-707D455CE607}" destId="{BD3B3160-FEF7-42ED-AEE7-E984E0887402}" srcOrd="0" destOrd="0" presId="urn:microsoft.com/office/officeart/2005/8/layout/vList5"/>
    <dgm:cxn modelId="{9E8A4EED-E08E-4545-9E62-AC258E15AE91}" srcId="{96E76129-355F-4B8D-851F-1A04742FC0E3}" destId="{888C264A-09F7-4F1A-9C9E-0A565FF11933}" srcOrd="3" destOrd="0" parTransId="{FF82B6CE-B845-4995-AFF3-F06FB0D6DB67}" sibTransId="{3DAFA590-69BD-42FC-AC87-890FD2E38EE8}"/>
    <dgm:cxn modelId="{9FA487F3-A1B0-4817-ABF5-35122CD216B2}" type="presOf" srcId="{B937B123-BCC3-48E2-A9F5-448E4AFB3A64}" destId="{55CD30DC-924A-4BBA-B46D-0E982F499C69}" srcOrd="0" destOrd="0" presId="urn:microsoft.com/office/officeart/2005/8/layout/vList5"/>
    <dgm:cxn modelId="{4BE404A0-D2E7-4448-A1C1-53C4FEDA93A0}" type="presParOf" srcId="{81E33074-7CE3-4D14-94D9-EB59D96CCDFD}" destId="{0F49AB08-A998-4142-A4CE-872FD8364C17}" srcOrd="0" destOrd="0" presId="urn:microsoft.com/office/officeart/2005/8/layout/vList5"/>
    <dgm:cxn modelId="{558FAF0D-E2A5-478C-9FF2-D713C17E1ABF}" type="presParOf" srcId="{0F49AB08-A998-4142-A4CE-872FD8364C17}" destId="{31BCC7EE-1CD1-4F26-965C-113C5790CB03}" srcOrd="0" destOrd="0" presId="urn:microsoft.com/office/officeart/2005/8/layout/vList5"/>
    <dgm:cxn modelId="{A21FEECD-0FF9-4967-A4BD-64C78F30A8C1}" type="presParOf" srcId="{81E33074-7CE3-4D14-94D9-EB59D96CCDFD}" destId="{01927B59-9CBC-491E-835F-B4E862DC3B98}" srcOrd="1" destOrd="0" presId="urn:microsoft.com/office/officeart/2005/8/layout/vList5"/>
    <dgm:cxn modelId="{408A0178-FC4A-47D5-95C6-F833647E3864}" type="presParOf" srcId="{81E33074-7CE3-4D14-94D9-EB59D96CCDFD}" destId="{043CE84F-2831-4CBF-BCE7-DE319E1B8E6A}" srcOrd="2" destOrd="0" presId="urn:microsoft.com/office/officeart/2005/8/layout/vList5"/>
    <dgm:cxn modelId="{D1A99ACC-9278-43AA-A3C4-61ABED30ECE6}" type="presParOf" srcId="{043CE84F-2831-4CBF-BCE7-DE319E1B8E6A}" destId="{7639F1AF-2D45-4FEE-8765-005DC8D3801F}" srcOrd="0" destOrd="0" presId="urn:microsoft.com/office/officeart/2005/8/layout/vList5"/>
    <dgm:cxn modelId="{96885D70-684A-4E65-96DA-39A153435C16}" type="presParOf" srcId="{81E33074-7CE3-4D14-94D9-EB59D96CCDFD}" destId="{87C9833E-B86F-4C80-89ED-8B64B153FE59}" srcOrd="3" destOrd="0" presId="urn:microsoft.com/office/officeart/2005/8/layout/vList5"/>
    <dgm:cxn modelId="{B7AF4219-B191-4780-A0F9-1C7AFD6DDEA6}" type="presParOf" srcId="{81E33074-7CE3-4D14-94D9-EB59D96CCDFD}" destId="{1B8BED42-E999-4455-BB4A-A739355108EA}" srcOrd="4" destOrd="0" presId="urn:microsoft.com/office/officeart/2005/8/layout/vList5"/>
    <dgm:cxn modelId="{EAD5A280-1DB3-468E-AFD0-23150D21B469}" type="presParOf" srcId="{1B8BED42-E999-4455-BB4A-A739355108EA}" destId="{BD3B3160-FEF7-42ED-AEE7-E984E0887402}" srcOrd="0" destOrd="0" presId="urn:microsoft.com/office/officeart/2005/8/layout/vList5"/>
    <dgm:cxn modelId="{D7509778-46A6-472A-8ADA-E89E47360F28}" type="presParOf" srcId="{81E33074-7CE3-4D14-94D9-EB59D96CCDFD}" destId="{0C2C167B-1035-4D49-9E40-09FE4CCFC384}" srcOrd="5" destOrd="0" presId="urn:microsoft.com/office/officeart/2005/8/layout/vList5"/>
    <dgm:cxn modelId="{8A99272B-C5F6-4F93-B101-099A15942BD4}" type="presParOf" srcId="{81E33074-7CE3-4D14-94D9-EB59D96CCDFD}" destId="{DDAA4EB1-6F41-4239-B069-1F9B1F9A3857}" srcOrd="6" destOrd="0" presId="urn:microsoft.com/office/officeart/2005/8/layout/vList5"/>
    <dgm:cxn modelId="{C765C3FC-9962-4CA1-8B1E-CEB7E416A148}" type="presParOf" srcId="{DDAA4EB1-6F41-4239-B069-1F9B1F9A3857}" destId="{D77D9121-128D-481C-A163-60C078893C39}" srcOrd="0" destOrd="0" presId="urn:microsoft.com/office/officeart/2005/8/layout/vList5"/>
    <dgm:cxn modelId="{F4215FFE-8EC8-41A4-B5B6-1F5A695B6A57}" type="presParOf" srcId="{81E33074-7CE3-4D14-94D9-EB59D96CCDFD}" destId="{907145EB-967D-4F64-B95B-1E9157F58477}" srcOrd="7" destOrd="0" presId="urn:microsoft.com/office/officeart/2005/8/layout/vList5"/>
    <dgm:cxn modelId="{832496CA-76AC-43F6-9CED-6B9C798D2E72}" type="presParOf" srcId="{81E33074-7CE3-4D14-94D9-EB59D96CCDFD}" destId="{9D9D39B6-F2F2-42AD-B133-166E4636568E}" srcOrd="8" destOrd="0" presId="urn:microsoft.com/office/officeart/2005/8/layout/vList5"/>
    <dgm:cxn modelId="{D9F85EB6-B1C8-4FD0-86ED-4C21B653429F}" type="presParOf" srcId="{9D9D39B6-F2F2-42AD-B133-166E4636568E}" destId="{61AB2B16-CAE9-49CA-8278-6A2275E29B77}" srcOrd="0" destOrd="0" presId="urn:microsoft.com/office/officeart/2005/8/layout/vList5"/>
    <dgm:cxn modelId="{D5B67978-52B0-4B3A-96AB-6EA9A9D4BEFE}" type="presParOf" srcId="{81E33074-7CE3-4D14-94D9-EB59D96CCDFD}" destId="{C619276E-3845-4BE4-ACE3-419FF7085C5F}" srcOrd="9" destOrd="0" presId="urn:microsoft.com/office/officeart/2005/8/layout/vList5"/>
    <dgm:cxn modelId="{E210B30C-BE87-40D5-B5B5-50C87B94FDB5}" type="presParOf" srcId="{81E33074-7CE3-4D14-94D9-EB59D96CCDFD}" destId="{777E3FCB-6B5E-4EB0-ADB7-D610EDB6AB81}" srcOrd="10" destOrd="0" presId="urn:microsoft.com/office/officeart/2005/8/layout/vList5"/>
    <dgm:cxn modelId="{99B7AF99-D828-40E5-AB3E-8E579CBF08E7}" type="presParOf" srcId="{777E3FCB-6B5E-4EB0-ADB7-D610EDB6AB81}" destId="{55CD30DC-924A-4BBA-B46D-0E982F499C69}"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3057FD4-D73C-498D-B2B8-6D2AF807A1C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B18BDD1D-CBBE-4732-883C-F8E1267F9B1B}">
      <dgm:prSet/>
      <dgm:spPr/>
      <dgm:t>
        <a:bodyPr/>
        <a:lstStyle/>
        <a:p>
          <a:r>
            <a:rPr lang="en-US"/>
            <a:t>“Without data, you’re just another person with an opinion.” </a:t>
          </a:r>
        </a:p>
      </dgm:t>
    </dgm:pt>
    <dgm:pt modelId="{E4C69327-3136-4AB5-BB28-DE4BE9B73844}" type="parTrans" cxnId="{A5C7FFC8-F31D-4509-B6BE-9598A58BF44C}">
      <dgm:prSet/>
      <dgm:spPr/>
      <dgm:t>
        <a:bodyPr/>
        <a:lstStyle/>
        <a:p>
          <a:endParaRPr lang="en-US"/>
        </a:p>
      </dgm:t>
    </dgm:pt>
    <dgm:pt modelId="{72275AD1-AD01-4E32-B007-7B3755B288BE}" type="sibTrans" cxnId="{A5C7FFC8-F31D-4509-B6BE-9598A58BF44C}">
      <dgm:prSet/>
      <dgm:spPr/>
      <dgm:t>
        <a:bodyPr/>
        <a:lstStyle/>
        <a:p>
          <a:endParaRPr lang="en-US"/>
        </a:p>
      </dgm:t>
    </dgm:pt>
    <dgm:pt modelId="{12ACDF68-7092-4079-ABD9-F4F6E0F00125}">
      <dgm:prSet/>
      <dgm:spPr/>
      <dgm:t>
        <a:bodyPr/>
        <a:lstStyle/>
        <a:p>
          <a:r>
            <a:rPr lang="en-US"/>
            <a:t>~ W. Edwards Deming </a:t>
          </a:r>
        </a:p>
      </dgm:t>
    </dgm:pt>
    <dgm:pt modelId="{7203CFB6-9252-4F57-BD3D-A62A9C0A2402}" type="parTrans" cxnId="{C4C94EDD-6511-4AD1-B7A3-924181920120}">
      <dgm:prSet/>
      <dgm:spPr/>
      <dgm:t>
        <a:bodyPr/>
        <a:lstStyle/>
        <a:p>
          <a:endParaRPr lang="en-US"/>
        </a:p>
      </dgm:t>
    </dgm:pt>
    <dgm:pt modelId="{BB1B3824-9428-435A-BA58-D3995D16E750}" type="sibTrans" cxnId="{C4C94EDD-6511-4AD1-B7A3-924181920120}">
      <dgm:prSet/>
      <dgm:spPr/>
      <dgm:t>
        <a:bodyPr/>
        <a:lstStyle/>
        <a:p>
          <a:endParaRPr lang="en-US"/>
        </a:p>
      </dgm:t>
    </dgm:pt>
    <dgm:pt modelId="{37BD8B0D-5D79-45F8-85A3-AA470BC2FB26}" type="pres">
      <dgm:prSet presAssocID="{63057FD4-D73C-498D-B2B8-6D2AF807A1C1}" presName="vert0" presStyleCnt="0">
        <dgm:presLayoutVars>
          <dgm:dir/>
          <dgm:animOne val="branch"/>
          <dgm:animLvl val="lvl"/>
        </dgm:presLayoutVars>
      </dgm:prSet>
      <dgm:spPr/>
    </dgm:pt>
    <dgm:pt modelId="{72D31486-527A-43C4-818E-194E96AD962C}" type="pres">
      <dgm:prSet presAssocID="{B18BDD1D-CBBE-4732-883C-F8E1267F9B1B}" presName="thickLine" presStyleLbl="alignNode1" presStyleIdx="0" presStyleCnt="2"/>
      <dgm:spPr/>
    </dgm:pt>
    <dgm:pt modelId="{6F5493AE-C6DE-4621-B7D9-CEABCF68FCC0}" type="pres">
      <dgm:prSet presAssocID="{B18BDD1D-CBBE-4732-883C-F8E1267F9B1B}" presName="horz1" presStyleCnt="0"/>
      <dgm:spPr/>
    </dgm:pt>
    <dgm:pt modelId="{6135951D-E0A8-4008-A808-CF464B833621}" type="pres">
      <dgm:prSet presAssocID="{B18BDD1D-CBBE-4732-883C-F8E1267F9B1B}" presName="tx1" presStyleLbl="revTx" presStyleIdx="0" presStyleCnt="2"/>
      <dgm:spPr/>
    </dgm:pt>
    <dgm:pt modelId="{F63AE097-A233-4D2D-AA55-69773D530871}" type="pres">
      <dgm:prSet presAssocID="{B18BDD1D-CBBE-4732-883C-F8E1267F9B1B}" presName="vert1" presStyleCnt="0"/>
      <dgm:spPr/>
    </dgm:pt>
    <dgm:pt modelId="{4ED4FE21-4428-462F-BC35-511FE5976597}" type="pres">
      <dgm:prSet presAssocID="{12ACDF68-7092-4079-ABD9-F4F6E0F00125}" presName="thickLine" presStyleLbl="alignNode1" presStyleIdx="1" presStyleCnt="2"/>
      <dgm:spPr/>
    </dgm:pt>
    <dgm:pt modelId="{CDA20284-53AC-4CF6-9702-A9754D9393B6}" type="pres">
      <dgm:prSet presAssocID="{12ACDF68-7092-4079-ABD9-F4F6E0F00125}" presName="horz1" presStyleCnt="0"/>
      <dgm:spPr/>
    </dgm:pt>
    <dgm:pt modelId="{4664EBBD-FB37-4A3C-8C70-958E5EAB7636}" type="pres">
      <dgm:prSet presAssocID="{12ACDF68-7092-4079-ABD9-F4F6E0F00125}" presName="tx1" presStyleLbl="revTx" presStyleIdx="1" presStyleCnt="2"/>
      <dgm:spPr/>
    </dgm:pt>
    <dgm:pt modelId="{EA3F8DEF-AD7E-42B4-A88F-9F5D0B44C1C8}" type="pres">
      <dgm:prSet presAssocID="{12ACDF68-7092-4079-ABD9-F4F6E0F00125}" presName="vert1" presStyleCnt="0"/>
      <dgm:spPr/>
    </dgm:pt>
  </dgm:ptLst>
  <dgm:cxnLst>
    <dgm:cxn modelId="{080F6A60-53C1-4213-A787-6048A15BA6C7}" type="presOf" srcId="{63057FD4-D73C-498D-B2B8-6D2AF807A1C1}" destId="{37BD8B0D-5D79-45F8-85A3-AA470BC2FB26}" srcOrd="0" destOrd="0" presId="urn:microsoft.com/office/officeart/2008/layout/LinedList"/>
    <dgm:cxn modelId="{9BEF4B70-79A9-4A77-93D8-84BE91901B8E}" type="presOf" srcId="{12ACDF68-7092-4079-ABD9-F4F6E0F00125}" destId="{4664EBBD-FB37-4A3C-8C70-958E5EAB7636}" srcOrd="0" destOrd="0" presId="urn:microsoft.com/office/officeart/2008/layout/LinedList"/>
    <dgm:cxn modelId="{C97EF898-BA29-4A00-A32F-BD9BAE519261}" type="presOf" srcId="{B18BDD1D-CBBE-4732-883C-F8E1267F9B1B}" destId="{6135951D-E0A8-4008-A808-CF464B833621}" srcOrd="0" destOrd="0" presId="urn:microsoft.com/office/officeart/2008/layout/LinedList"/>
    <dgm:cxn modelId="{A5C7FFC8-F31D-4509-B6BE-9598A58BF44C}" srcId="{63057FD4-D73C-498D-B2B8-6D2AF807A1C1}" destId="{B18BDD1D-CBBE-4732-883C-F8E1267F9B1B}" srcOrd="0" destOrd="0" parTransId="{E4C69327-3136-4AB5-BB28-DE4BE9B73844}" sibTransId="{72275AD1-AD01-4E32-B007-7B3755B288BE}"/>
    <dgm:cxn modelId="{C4C94EDD-6511-4AD1-B7A3-924181920120}" srcId="{63057FD4-D73C-498D-B2B8-6D2AF807A1C1}" destId="{12ACDF68-7092-4079-ABD9-F4F6E0F00125}" srcOrd="1" destOrd="0" parTransId="{7203CFB6-9252-4F57-BD3D-A62A9C0A2402}" sibTransId="{BB1B3824-9428-435A-BA58-D3995D16E750}"/>
    <dgm:cxn modelId="{CAD7B56A-E4AA-4D45-B308-831C79ED586C}" type="presParOf" srcId="{37BD8B0D-5D79-45F8-85A3-AA470BC2FB26}" destId="{72D31486-527A-43C4-818E-194E96AD962C}" srcOrd="0" destOrd="0" presId="urn:microsoft.com/office/officeart/2008/layout/LinedList"/>
    <dgm:cxn modelId="{242322F2-387C-49FE-8F13-CD1C26A01DEB}" type="presParOf" srcId="{37BD8B0D-5D79-45F8-85A3-AA470BC2FB26}" destId="{6F5493AE-C6DE-4621-B7D9-CEABCF68FCC0}" srcOrd="1" destOrd="0" presId="urn:microsoft.com/office/officeart/2008/layout/LinedList"/>
    <dgm:cxn modelId="{AD0FDA42-4CB4-40B8-888B-F0F7D515CFAA}" type="presParOf" srcId="{6F5493AE-C6DE-4621-B7D9-CEABCF68FCC0}" destId="{6135951D-E0A8-4008-A808-CF464B833621}" srcOrd="0" destOrd="0" presId="urn:microsoft.com/office/officeart/2008/layout/LinedList"/>
    <dgm:cxn modelId="{77E1EBFE-4A07-4345-B06D-693F31365F42}" type="presParOf" srcId="{6F5493AE-C6DE-4621-B7D9-CEABCF68FCC0}" destId="{F63AE097-A233-4D2D-AA55-69773D530871}" srcOrd="1" destOrd="0" presId="urn:microsoft.com/office/officeart/2008/layout/LinedList"/>
    <dgm:cxn modelId="{D6E124D6-30BD-4E56-8838-A00691BEA6C2}" type="presParOf" srcId="{37BD8B0D-5D79-45F8-85A3-AA470BC2FB26}" destId="{4ED4FE21-4428-462F-BC35-511FE5976597}" srcOrd="2" destOrd="0" presId="urn:microsoft.com/office/officeart/2008/layout/LinedList"/>
    <dgm:cxn modelId="{DFF371AC-F354-45D0-B2B3-61A6589464BC}" type="presParOf" srcId="{37BD8B0D-5D79-45F8-85A3-AA470BC2FB26}" destId="{CDA20284-53AC-4CF6-9702-A9754D9393B6}" srcOrd="3" destOrd="0" presId="urn:microsoft.com/office/officeart/2008/layout/LinedList"/>
    <dgm:cxn modelId="{87B51899-2C9E-4C04-B308-33B8B66E1B2D}" type="presParOf" srcId="{CDA20284-53AC-4CF6-9702-A9754D9393B6}" destId="{4664EBBD-FB37-4A3C-8C70-958E5EAB7636}" srcOrd="0" destOrd="0" presId="urn:microsoft.com/office/officeart/2008/layout/LinedList"/>
    <dgm:cxn modelId="{2FBA3C93-3ABB-44E7-94D6-25110C84011D}" type="presParOf" srcId="{CDA20284-53AC-4CF6-9702-A9754D9393B6}" destId="{EA3F8DEF-AD7E-42B4-A88F-9F5D0B44C1C8}"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180196-758D-4BAA-885F-680477736E6F}">
      <dsp:nvSpPr>
        <dsp:cNvPr id="0" name=""/>
        <dsp:cNvSpPr/>
      </dsp:nvSpPr>
      <dsp:spPr>
        <a:xfrm>
          <a:off x="0" y="707092"/>
          <a:ext cx="78867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2884-8639-48E2-B214-EBD833613413}">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B8DF9D-5168-4DEB-A6E6-831ED1A0AA77}">
      <dsp:nvSpPr>
        <dsp:cNvPr id="0" name=""/>
        <dsp:cNvSpPr/>
      </dsp:nvSpPr>
      <dsp:spPr>
        <a:xfrm>
          <a:off x="1507738" y="707092"/>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100000"/>
            </a:lnSpc>
            <a:spcBef>
              <a:spcPct val="0"/>
            </a:spcBef>
            <a:spcAft>
              <a:spcPct val="35000"/>
            </a:spcAft>
            <a:buNone/>
          </a:pPr>
          <a:r>
            <a:rPr lang="en-US" sz="2400" b="1" kern="1200" dirty="0"/>
            <a:t>Quality Assurance: </a:t>
          </a:r>
          <a:r>
            <a:rPr lang="en-US" sz="2400" b="0" kern="1200" dirty="0"/>
            <a:t>process </a:t>
          </a:r>
          <a:r>
            <a:rPr lang="en-US" sz="2400" kern="1200" dirty="0"/>
            <a:t>ensuring everything meets particular industry rules and/or standards</a:t>
          </a:r>
        </a:p>
      </dsp:txBody>
      <dsp:txXfrm>
        <a:off x="1507738" y="707092"/>
        <a:ext cx="6378961" cy="1305401"/>
      </dsp:txXfrm>
    </dsp:sp>
    <dsp:sp modelId="{8940ABEB-C48A-410B-85C7-BA3DAF525562}">
      <dsp:nvSpPr>
        <dsp:cNvPr id="0" name=""/>
        <dsp:cNvSpPr/>
      </dsp:nvSpPr>
      <dsp:spPr>
        <a:xfrm>
          <a:off x="0" y="2338844"/>
          <a:ext cx="78867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9F79FB-1284-4230-9949-FBABCCB5153A}">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D9629C-2D07-4B9C-B939-2C32449C92E6}">
      <dsp:nvSpPr>
        <dsp:cNvPr id="0" name=""/>
        <dsp:cNvSpPr/>
      </dsp:nvSpPr>
      <dsp:spPr>
        <a:xfrm>
          <a:off x="1507738" y="2338844"/>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100000"/>
            </a:lnSpc>
            <a:spcBef>
              <a:spcPct val="0"/>
            </a:spcBef>
            <a:spcAft>
              <a:spcPct val="35000"/>
            </a:spcAft>
            <a:buNone/>
          </a:pPr>
          <a:r>
            <a:rPr lang="en-US" sz="2400" b="1" kern="1200" dirty="0"/>
            <a:t>Quality Improvement</a:t>
          </a:r>
          <a:r>
            <a:rPr lang="en-US" sz="2400" kern="1200" dirty="0"/>
            <a:t>: a framework to improve or make outcomes better over time </a:t>
          </a:r>
        </a:p>
      </dsp:txBody>
      <dsp:txXfrm>
        <a:off x="1507738" y="2338844"/>
        <a:ext cx="6378961" cy="13054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31030C-D04C-49E9-B83A-786078FBD033}">
      <dsp:nvSpPr>
        <dsp:cNvPr id="0" name=""/>
        <dsp:cNvSpPr/>
      </dsp:nvSpPr>
      <dsp:spPr>
        <a:xfrm>
          <a:off x="40" y="63550"/>
          <a:ext cx="3829808" cy="1265511"/>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t>Define your key outcome measures</a:t>
          </a:r>
        </a:p>
      </dsp:txBody>
      <dsp:txXfrm>
        <a:off x="40" y="63550"/>
        <a:ext cx="3829808" cy="1265511"/>
      </dsp:txXfrm>
    </dsp:sp>
    <dsp:sp modelId="{BB0D1F1E-0612-47FE-AA27-34864799CFB9}">
      <dsp:nvSpPr>
        <dsp:cNvPr id="0" name=""/>
        <dsp:cNvSpPr/>
      </dsp:nvSpPr>
      <dsp:spPr>
        <a:xfrm>
          <a:off x="40" y="1329061"/>
          <a:ext cx="3829808" cy="2296792"/>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i="1" kern="1200" dirty="0"/>
            <a:t>What are the identified goals for your organization and YOUR department? </a:t>
          </a:r>
          <a:endParaRPr lang="en-US" sz="2500" kern="1200" dirty="0"/>
        </a:p>
      </dsp:txBody>
      <dsp:txXfrm>
        <a:off x="40" y="1329061"/>
        <a:ext cx="3829808" cy="2296792"/>
      </dsp:txXfrm>
    </dsp:sp>
    <dsp:sp modelId="{2F9FFD81-4B32-47A1-AEED-65F40BD8E465}">
      <dsp:nvSpPr>
        <dsp:cNvPr id="0" name=""/>
        <dsp:cNvSpPr/>
      </dsp:nvSpPr>
      <dsp:spPr>
        <a:xfrm>
          <a:off x="4366022" y="63550"/>
          <a:ext cx="3829808" cy="1265511"/>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t>Define your key process measures</a:t>
          </a:r>
          <a:br>
            <a:rPr lang="en-US" sz="2500" kern="1200" dirty="0"/>
          </a:br>
          <a:endParaRPr lang="en-US" sz="2500" kern="1200" dirty="0"/>
        </a:p>
      </dsp:txBody>
      <dsp:txXfrm>
        <a:off x="4366022" y="63550"/>
        <a:ext cx="3829808" cy="1265511"/>
      </dsp:txXfrm>
    </dsp:sp>
    <dsp:sp modelId="{95BC38DC-10EF-404D-809C-9AB2FCE36808}">
      <dsp:nvSpPr>
        <dsp:cNvPr id="0" name=""/>
        <dsp:cNvSpPr/>
      </dsp:nvSpPr>
      <dsp:spPr>
        <a:xfrm>
          <a:off x="4366022" y="1329061"/>
          <a:ext cx="3829808" cy="2296792"/>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i="1" kern="1200" dirty="0"/>
            <a:t>What data is collected?</a:t>
          </a:r>
          <a:endParaRPr lang="en-US" sz="2500" kern="1200" dirty="0"/>
        </a:p>
        <a:p>
          <a:pPr marL="228600" lvl="1" indent="-228600" algn="l" defTabSz="1111250">
            <a:lnSpc>
              <a:spcPct val="90000"/>
            </a:lnSpc>
            <a:spcBef>
              <a:spcPct val="0"/>
            </a:spcBef>
            <a:spcAft>
              <a:spcPct val="15000"/>
            </a:spcAft>
            <a:buChar char="•"/>
          </a:pPr>
          <a:r>
            <a:rPr lang="en-US" sz="2500" i="1" kern="1200" dirty="0"/>
            <a:t>How is it used?</a:t>
          </a:r>
          <a:endParaRPr lang="en-US" sz="2500" kern="1200" dirty="0"/>
        </a:p>
        <a:p>
          <a:pPr marL="228600" lvl="1" indent="-228600" algn="l" defTabSz="1111250">
            <a:lnSpc>
              <a:spcPct val="90000"/>
            </a:lnSpc>
            <a:spcBef>
              <a:spcPct val="0"/>
            </a:spcBef>
            <a:spcAft>
              <a:spcPct val="15000"/>
            </a:spcAft>
            <a:buChar char="•"/>
          </a:pPr>
          <a:r>
            <a:rPr lang="en-US" sz="2500" i="1" kern="1200" dirty="0"/>
            <a:t>How is that data shared?</a:t>
          </a:r>
          <a:endParaRPr lang="en-US" sz="2500" kern="1200" dirty="0"/>
        </a:p>
        <a:p>
          <a:pPr marL="228600" lvl="1" indent="-228600" algn="l" defTabSz="1111250">
            <a:lnSpc>
              <a:spcPct val="90000"/>
            </a:lnSpc>
            <a:spcBef>
              <a:spcPct val="0"/>
            </a:spcBef>
            <a:spcAft>
              <a:spcPct val="15000"/>
            </a:spcAft>
            <a:buChar char="•"/>
          </a:pPr>
          <a:r>
            <a:rPr lang="en-US" sz="2500" i="1" kern="1200" dirty="0"/>
            <a:t>How do you talk to your team about data?</a:t>
          </a:r>
          <a:endParaRPr lang="en-US" sz="2500" kern="1200" dirty="0"/>
        </a:p>
      </dsp:txBody>
      <dsp:txXfrm>
        <a:off x="4366022" y="1329061"/>
        <a:ext cx="3829808" cy="22967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BCC7EE-1CD1-4F26-965C-113C5790CB03}">
      <dsp:nvSpPr>
        <dsp:cNvPr id="0" name=""/>
        <dsp:cNvSpPr/>
      </dsp:nvSpPr>
      <dsp:spPr>
        <a:xfrm>
          <a:off x="2062971" y="1009"/>
          <a:ext cx="2320843" cy="58800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Calibri Light" panose="020F0302020204030204"/>
            </a:rPr>
            <a:t>Identify desired outcomes </a:t>
          </a:r>
        </a:p>
      </dsp:txBody>
      <dsp:txXfrm>
        <a:off x="2091675" y="29713"/>
        <a:ext cx="2263435" cy="530596"/>
      </dsp:txXfrm>
    </dsp:sp>
    <dsp:sp modelId="{7639F1AF-2D45-4FEE-8765-005DC8D3801F}">
      <dsp:nvSpPr>
        <dsp:cNvPr id="0" name=""/>
        <dsp:cNvSpPr/>
      </dsp:nvSpPr>
      <dsp:spPr>
        <a:xfrm>
          <a:off x="2062971" y="618414"/>
          <a:ext cx="2320843" cy="588004"/>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Calibri Light" panose="020F0302020204030204"/>
            </a:rPr>
            <a:t>Implement</a:t>
          </a:r>
        </a:p>
      </dsp:txBody>
      <dsp:txXfrm>
        <a:off x="2091675" y="647118"/>
        <a:ext cx="2263435" cy="530596"/>
      </dsp:txXfrm>
    </dsp:sp>
    <dsp:sp modelId="{BD3B3160-FEF7-42ED-AEE7-E984E0887402}">
      <dsp:nvSpPr>
        <dsp:cNvPr id="0" name=""/>
        <dsp:cNvSpPr/>
      </dsp:nvSpPr>
      <dsp:spPr>
        <a:xfrm>
          <a:off x="2062971" y="1235818"/>
          <a:ext cx="2320843" cy="588004"/>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Calibri Light" panose="020F0302020204030204"/>
            </a:rPr>
            <a:t>Track outcomes</a:t>
          </a:r>
          <a:endParaRPr lang="en-US" sz="1600" b="1" kern="1200" dirty="0"/>
        </a:p>
      </dsp:txBody>
      <dsp:txXfrm>
        <a:off x="2091675" y="1264522"/>
        <a:ext cx="2263435" cy="530596"/>
      </dsp:txXfrm>
    </dsp:sp>
    <dsp:sp modelId="{D77D9121-128D-481C-A163-60C078893C39}">
      <dsp:nvSpPr>
        <dsp:cNvPr id="0" name=""/>
        <dsp:cNvSpPr/>
      </dsp:nvSpPr>
      <dsp:spPr>
        <a:xfrm>
          <a:off x="2062971" y="1853222"/>
          <a:ext cx="2320843" cy="588004"/>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Calibri Light" panose="020F0302020204030204"/>
            </a:rPr>
            <a:t>Share data with stakeholders</a:t>
          </a:r>
          <a:endParaRPr lang="en-US" sz="1600" b="1" kern="1200" dirty="0"/>
        </a:p>
      </dsp:txBody>
      <dsp:txXfrm>
        <a:off x="2091675" y="1881926"/>
        <a:ext cx="2263435" cy="530596"/>
      </dsp:txXfrm>
    </dsp:sp>
    <dsp:sp modelId="{61AB2B16-CAE9-49CA-8278-6A2275E29B77}">
      <dsp:nvSpPr>
        <dsp:cNvPr id="0" name=""/>
        <dsp:cNvSpPr/>
      </dsp:nvSpPr>
      <dsp:spPr>
        <a:xfrm>
          <a:off x="2062971" y="2470626"/>
          <a:ext cx="2320843" cy="588004"/>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dirty="0"/>
            <a:t>Correct course </a:t>
          </a:r>
          <a:r>
            <a:rPr lang="en-US" sz="1600" b="1" kern="1200" dirty="0">
              <a:latin typeface="Calibri Light" panose="020F0302020204030204"/>
            </a:rPr>
            <a:t>as needed</a:t>
          </a:r>
          <a:endParaRPr lang="en-US" sz="1600" b="1" kern="1200" dirty="0"/>
        </a:p>
      </dsp:txBody>
      <dsp:txXfrm>
        <a:off x="2091675" y="2499330"/>
        <a:ext cx="2263435" cy="530596"/>
      </dsp:txXfrm>
    </dsp:sp>
    <dsp:sp modelId="{55CD30DC-924A-4BBA-B46D-0E982F499C69}">
      <dsp:nvSpPr>
        <dsp:cNvPr id="0" name=""/>
        <dsp:cNvSpPr/>
      </dsp:nvSpPr>
      <dsp:spPr>
        <a:xfrm>
          <a:off x="2062971" y="3088031"/>
          <a:ext cx="2320843" cy="58800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b="1" kern="1200" dirty="0"/>
            <a:t>Celebrate successes</a:t>
          </a:r>
          <a:r>
            <a:rPr lang="en-US" sz="1600" b="1" kern="1200" dirty="0">
              <a:latin typeface="Calibri Light" panose="020F0302020204030204"/>
            </a:rPr>
            <a:t> </a:t>
          </a:r>
          <a:endParaRPr lang="en-US" sz="1600" b="1" kern="1200" dirty="0"/>
        </a:p>
      </dsp:txBody>
      <dsp:txXfrm>
        <a:off x="2091675" y="3116735"/>
        <a:ext cx="2263435" cy="5305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D31486-527A-43C4-818E-194E96AD962C}">
      <dsp:nvSpPr>
        <dsp:cNvPr id="0" name=""/>
        <dsp:cNvSpPr/>
      </dsp:nvSpPr>
      <dsp:spPr>
        <a:xfrm>
          <a:off x="0" y="0"/>
          <a:ext cx="39933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35951D-E0A8-4008-A808-CF464B833621}">
      <dsp:nvSpPr>
        <dsp:cNvPr id="0" name=""/>
        <dsp:cNvSpPr/>
      </dsp:nvSpPr>
      <dsp:spPr>
        <a:xfrm>
          <a:off x="0" y="0"/>
          <a:ext cx="3993357" cy="1959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“Without data, you’re just another person with an opinion.” </a:t>
          </a:r>
        </a:p>
      </dsp:txBody>
      <dsp:txXfrm>
        <a:off x="0" y="0"/>
        <a:ext cx="3993357" cy="1959768"/>
      </dsp:txXfrm>
    </dsp:sp>
    <dsp:sp modelId="{4ED4FE21-4428-462F-BC35-511FE5976597}">
      <dsp:nvSpPr>
        <dsp:cNvPr id="0" name=""/>
        <dsp:cNvSpPr/>
      </dsp:nvSpPr>
      <dsp:spPr>
        <a:xfrm>
          <a:off x="0" y="1959768"/>
          <a:ext cx="399335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64EBBD-FB37-4A3C-8C70-958E5EAB7636}">
      <dsp:nvSpPr>
        <dsp:cNvPr id="0" name=""/>
        <dsp:cNvSpPr/>
      </dsp:nvSpPr>
      <dsp:spPr>
        <a:xfrm>
          <a:off x="0" y="1959768"/>
          <a:ext cx="3993357" cy="1959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 W. Edwards Deming </a:t>
          </a:r>
        </a:p>
      </dsp:txBody>
      <dsp:txXfrm>
        <a:off x="0" y="1959768"/>
        <a:ext cx="3993357" cy="195976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11"/>
          <p:cNvSpPr>
            <a:spLocks noGrp="1"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sz="2400" b="1" u="sng">
                <a:solidFill>
                  <a:schemeClr val="bg1"/>
                </a:solidFill>
                <a:latin typeface="Times" charset="0"/>
                <a:ea typeface="ヒラギノ角ゴ Pro W3" charset="-128"/>
              </a:defRPr>
            </a:lvl1pPr>
            <a:lvl2pPr marL="742950" indent="-285750" eaLnBrk="0" hangingPunct="0">
              <a:defRPr sz="2400" b="1" u="sng">
                <a:solidFill>
                  <a:schemeClr val="bg1"/>
                </a:solidFill>
                <a:latin typeface="Times" charset="0"/>
                <a:ea typeface="ヒラギノ角ゴ Pro W3" charset="-128"/>
              </a:defRPr>
            </a:lvl2pPr>
            <a:lvl3pPr marL="1143000" indent="-228600" eaLnBrk="0" hangingPunct="0">
              <a:defRPr sz="2400" b="1" u="sng">
                <a:solidFill>
                  <a:schemeClr val="bg1"/>
                </a:solidFill>
                <a:latin typeface="Times" charset="0"/>
                <a:ea typeface="ヒラギノ角ゴ Pro W3" charset="-128"/>
              </a:defRPr>
            </a:lvl3pPr>
            <a:lvl4pPr marL="1600200" indent="-228600" eaLnBrk="0" hangingPunct="0">
              <a:defRPr sz="2400" b="1" u="sng">
                <a:solidFill>
                  <a:schemeClr val="bg1"/>
                </a:solidFill>
                <a:latin typeface="Times" charset="0"/>
                <a:ea typeface="ヒラギノ角ゴ Pro W3" charset="-128"/>
              </a:defRPr>
            </a:lvl4pPr>
            <a:lvl5pPr marL="2057400" indent="-228600" eaLnBrk="0" hangingPunct="0">
              <a:defRPr sz="2400" b="1" u="sng">
                <a:solidFill>
                  <a:schemeClr val="bg1"/>
                </a:solidFill>
                <a:latin typeface="Times" charset="0"/>
                <a:ea typeface="ヒラギノ角ゴ Pro W3" charset="-128"/>
              </a:defRPr>
            </a:lvl5pPr>
            <a:lvl6pPr marL="2514600" indent="-228600" eaLnBrk="0" fontAlgn="base" hangingPunct="0">
              <a:spcBef>
                <a:spcPct val="0"/>
              </a:spcBef>
              <a:spcAft>
                <a:spcPct val="0"/>
              </a:spcAft>
              <a:defRPr sz="2400" b="1" u="sng">
                <a:solidFill>
                  <a:schemeClr val="bg1"/>
                </a:solidFill>
                <a:latin typeface="Times" charset="0"/>
                <a:ea typeface="ヒラギノ角ゴ Pro W3" charset="-128"/>
              </a:defRPr>
            </a:lvl6pPr>
            <a:lvl7pPr marL="2971800" indent="-228600" eaLnBrk="0" fontAlgn="base" hangingPunct="0">
              <a:spcBef>
                <a:spcPct val="0"/>
              </a:spcBef>
              <a:spcAft>
                <a:spcPct val="0"/>
              </a:spcAft>
              <a:defRPr sz="2400" b="1" u="sng">
                <a:solidFill>
                  <a:schemeClr val="bg1"/>
                </a:solidFill>
                <a:latin typeface="Times" charset="0"/>
                <a:ea typeface="ヒラギノ角ゴ Pro W3" charset="-128"/>
              </a:defRPr>
            </a:lvl7pPr>
            <a:lvl8pPr marL="3429000" indent="-228600" eaLnBrk="0" fontAlgn="base" hangingPunct="0">
              <a:spcBef>
                <a:spcPct val="0"/>
              </a:spcBef>
              <a:spcAft>
                <a:spcPct val="0"/>
              </a:spcAft>
              <a:defRPr sz="2400" b="1" u="sng">
                <a:solidFill>
                  <a:schemeClr val="bg1"/>
                </a:solidFill>
                <a:latin typeface="Times" charset="0"/>
                <a:ea typeface="ヒラギノ角ゴ Pro W3" charset="-128"/>
              </a:defRPr>
            </a:lvl8pPr>
            <a:lvl9pPr marL="3886200" indent="-228600" eaLnBrk="0" fontAlgn="base" hangingPunct="0">
              <a:spcBef>
                <a:spcPct val="0"/>
              </a:spcBef>
              <a:spcAft>
                <a:spcPct val="0"/>
              </a:spcAft>
              <a:defRPr sz="2400" b="1" u="sng">
                <a:solidFill>
                  <a:schemeClr val="bg1"/>
                </a:solidFill>
                <a:latin typeface="Times" charset="0"/>
                <a:ea typeface="ヒラギノ角ゴ Pro W3" charset="-128"/>
              </a:defRPr>
            </a:lvl9pPr>
          </a:lstStyle>
          <a:p>
            <a:pPr>
              <a:defRPr/>
            </a:pPr>
            <a:endParaRPr lang="x-none" altLang="x-none" sz="1200" b="0" u="none">
              <a:solidFill>
                <a:schemeClr val="tx1"/>
              </a:solidFill>
            </a:endParaRPr>
          </a:p>
        </p:txBody>
      </p:sp>
      <p:sp>
        <p:nvSpPr>
          <p:cNvPr id="13315" name="Rectangle 12"/>
          <p:cNvSpPr>
            <a:spLocks noGrp="1"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sz="2400" b="1" u="sng">
                <a:solidFill>
                  <a:schemeClr val="bg1"/>
                </a:solidFill>
                <a:latin typeface="Times" charset="0"/>
                <a:ea typeface="ヒラギノ角ゴ Pro W3" charset="-128"/>
              </a:defRPr>
            </a:lvl1pPr>
            <a:lvl2pPr marL="742950" indent="-285750" eaLnBrk="0" hangingPunct="0">
              <a:defRPr sz="2400" b="1" u="sng">
                <a:solidFill>
                  <a:schemeClr val="bg1"/>
                </a:solidFill>
                <a:latin typeface="Times" charset="0"/>
                <a:ea typeface="ヒラギノ角ゴ Pro W3" charset="-128"/>
              </a:defRPr>
            </a:lvl2pPr>
            <a:lvl3pPr marL="1143000" indent="-228600" eaLnBrk="0" hangingPunct="0">
              <a:defRPr sz="2400" b="1" u="sng">
                <a:solidFill>
                  <a:schemeClr val="bg1"/>
                </a:solidFill>
                <a:latin typeface="Times" charset="0"/>
                <a:ea typeface="ヒラギノ角ゴ Pro W3" charset="-128"/>
              </a:defRPr>
            </a:lvl3pPr>
            <a:lvl4pPr marL="1600200" indent="-228600" eaLnBrk="0" hangingPunct="0">
              <a:defRPr sz="2400" b="1" u="sng">
                <a:solidFill>
                  <a:schemeClr val="bg1"/>
                </a:solidFill>
                <a:latin typeface="Times" charset="0"/>
                <a:ea typeface="ヒラギノ角ゴ Pro W3" charset="-128"/>
              </a:defRPr>
            </a:lvl4pPr>
            <a:lvl5pPr marL="2057400" indent="-228600" eaLnBrk="0" hangingPunct="0">
              <a:defRPr sz="2400" b="1" u="sng">
                <a:solidFill>
                  <a:schemeClr val="bg1"/>
                </a:solidFill>
                <a:latin typeface="Times" charset="0"/>
                <a:ea typeface="ヒラギノ角ゴ Pro W3" charset="-128"/>
              </a:defRPr>
            </a:lvl5pPr>
            <a:lvl6pPr marL="2514600" indent="-228600" eaLnBrk="0" fontAlgn="base" hangingPunct="0">
              <a:spcBef>
                <a:spcPct val="0"/>
              </a:spcBef>
              <a:spcAft>
                <a:spcPct val="0"/>
              </a:spcAft>
              <a:defRPr sz="2400" b="1" u="sng">
                <a:solidFill>
                  <a:schemeClr val="bg1"/>
                </a:solidFill>
                <a:latin typeface="Times" charset="0"/>
                <a:ea typeface="ヒラギノ角ゴ Pro W3" charset="-128"/>
              </a:defRPr>
            </a:lvl6pPr>
            <a:lvl7pPr marL="2971800" indent="-228600" eaLnBrk="0" fontAlgn="base" hangingPunct="0">
              <a:spcBef>
                <a:spcPct val="0"/>
              </a:spcBef>
              <a:spcAft>
                <a:spcPct val="0"/>
              </a:spcAft>
              <a:defRPr sz="2400" b="1" u="sng">
                <a:solidFill>
                  <a:schemeClr val="bg1"/>
                </a:solidFill>
                <a:latin typeface="Times" charset="0"/>
                <a:ea typeface="ヒラギノ角ゴ Pro W3" charset="-128"/>
              </a:defRPr>
            </a:lvl7pPr>
            <a:lvl8pPr marL="3429000" indent="-228600" eaLnBrk="0" fontAlgn="base" hangingPunct="0">
              <a:spcBef>
                <a:spcPct val="0"/>
              </a:spcBef>
              <a:spcAft>
                <a:spcPct val="0"/>
              </a:spcAft>
              <a:defRPr sz="2400" b="1" u="sng">
                <a:solidFill>
                  <a:schemeClr val="bg1"/>
                </a:solidFill>
                <a:latin typeface="Times" charset="0"/>
                <a:ea typeface="ヒラギノ角ゴ Pro W3" charset="-128"/>
              </a:defRPr>
            </a:lvl8pPr>
            <a:lvl9pPr marL="3886200" indent="-228600" eaLnBrk="0" fontAlgn="base" hangingPunct="0">
              <a:spcBef>
                <a:spcPct val="0"/>
              </a:spcBef>
              <a:spcAft>
                <a:spcPct val="0"/>
              </a:spcAft>
              <a:defRPr sz="2400" b="1" u="sng">
                <a:solidFill>
                  <a:schemeClr val="bg1"/>
                </a:solidFill>
                <a:latin typeface="Times" charset="0"/>
                <a:ea typeface="ヒラギノ角ゴ Pro W3" charset="-128"/>
              </a:defRPr>
            </a:lvl9pPr>
          </a:lstStyle>
          <a:p>
            <a:pPr algn="r">
              <a:defRPr/>
            </a:pPr>
            <a:endParaRPr lang="x-none" altLang="x-none" sz="1200" b="0" u="none">
              <a:solidFill>
                <a:schemeClr val="tx1"/>
              </a:solidFill>
            </a:endParaRPr>
          </a:p>
        </p:txBody>
      </p:sp>
      <p:sp>
        <p:nvSpPr>
          <p:cNvPr id="33796" name="Text Box 13"/>
          <p:cNvSpPr txBox="1">
            <a:spLocks noChangeArrowheads="1"/>
          </p:cNvSpPr>
          <p:nvPr/>
        </p:nvSpPr>
        <p:spPr bwMode="auto">
          <a:xfrm>
            <a:off x="431800" y="57150"/>
            <a:ext cx="5994400" cy="304800"/>
          </a:xfrm>
          <a:prstGeom prst="rect">
            <a:avLst/>
          </a:prstGeom>
          <a:noFill/>
          <a:ln>
            <a:noFill/>
          </a:ln>
          <a:extLst>
            <a:ext uri="{909E8E84-426E-40dd-AFC4-6F175D3DCCD1}"/>
            <a:ext uri="{91240B29-F687-4f45-9708-019B960494DF}"/>
          </a:extLst>
        </p:spPr>
        <p:txBody>
          <a:bodyPr lIns="91429" tIns="45714" rIns="91429" bIns="45714">
            <a:spAutoFit/>
          </a:bodyPr>
          <a:lstStyle>
            <a:lvl1pPr>
              <a:defRPr sz="2400" b="1" u="sng">
                <a:solidFill>
                  <a:schemeClr val="bg1"/>
                </a:solidFill>
                <a:latin typeface="Times" charset="0"/>
                <a:ea typeface="ヒラギノ角ゴ Pro W3" charset="-128"/>
              </a:defRPr>
            </a:lvl1pPr>
            <a:lvl2pPr marL="742950" indent="-285750">
              <a:defRPr sz="2400" b="1" u="sng">
                <a:solidFill>
                  <a:schemeClr val="bg1"/>
                </a:solidFill>
                <a:latin typeface="Times" charset="0"/>
                <a:ea typeface="ヒラギノ角ゴ Pro W3" charset="-128"/>
              </a:defRPr>
            </a:lvl2pPr>
            <a:lvl3pPr marL="1143000" indent="-228600">
              <a:defRPr sz="2400" b="1" u="sng">
                <a:solidFill>
                  <a:schemeClr val="bg1"/>
                </a:solidFill>
                <a:latin typeface="Times" charset="0"/>
                <a:ea typeface="ヒラギノ角ゴ Pro W3" charset="-128"/>
              </a:defRPr>
            </a:lvl3pPr>
            <a:lvl4pPr marL="1600200" indent="-228600">
              <a:defRPr sz="2400" b="1" u="sng">
                <a:solidFill>
                  <a:schemeClr val="bg1"/>
                </a:solidFill>
                <a:latin typeface="Times" charset="0"/>
                <a:ea typeface="ヒラギノ角ゴ Pro W3" charset="-128"/>
              </a:defRPr>
            </a:lvl4pPr>
            <a:lvl5pPr marL="2057400" indent="-228600">
              <a:defRPr sz="2400" b="1" u="sng">
                <a:solidFill>
                  <a:schemeClr val="bg1"/>
                </a:solidFill>
                <a:latin typeface="Times" charset="0"/>
                <a:ea typeface="ヒラギノ角ゴ Pro W3" charset="-128"/>
              </a:defRPr>
            </a:lvl5pPr>
            <a:lvl6pPr marL="2514600" indent="-228600" eaLnBrk="0" fontAlgn="base" hangingPunct="0">
              <a:spcBef>
                <a:spcPct val="0"/>
              </a:spcBef>
              <a:spcAft>
                <a:spcPct val="0"/>
              </a:spcAft>
              <a:defRPr sz="2400" b="1" u="sng">
                <a:solidFill>
                  <a:schemeClr val="bg1"/>
                </a:solidFill>
                <a:latin typeface="Times" charset="0"/>
                <a:ea typeface="ヒラギノ角ゴ Pro W3" charset="-128"/>
              </a:defRPr>
            </a:lvl6pPr>
            <a:lvl7pPr marL="2971800" indent="-228600" eaLnBrk="0" fontAlgn="base" hangingPunct="0">
              <a:spcBef>
                <a:spcPct val="0"/>
              </a:spcBef>
              <a:spcAft>
                <a:spcPct val="0"/>
              </a:spcAft>
              <a:defRPr sz="2400" b="1" u="sng">
                <a:solidFill>
                  <a:schemeClr val="bg1"/>
                </a:solidFill>
                <a:latin typeface="Times" charset="0"/>
                <a:ea typeface="ヒラギノ角ゴ Pro W3" charset="-128"/>
              </a:defRPr>
            </a:lvl7pPr>
            <a:lvl8pPr marL="3429000" indent="-228600" eaLnBrk="0" fontAlgn="base" hangingPunct="0">
              <a:spcBef>
                <a:spcPct val="0"/>
              </a:spcBef>
              <a:spcAft>
                <a:spcPct val="0"/>
              </a:spcAft>
              <a:defRPr sz="2400" b="1" u="sng">
                <a:solidFill>
                  <a:schemeClr val="bg1"/>
                </a:solidFill>
                <a:latin typeface="Times" charset="0"/>
                <a:ea typeface="ヒラギノ角ゴ Pro W3" charset="-128"/>
              </a:defRPr>
            </a:lvl8pPr>
            <a:lvl9pPr marL="3886200" indent="-228600" eaLnBrk="0" fontAlgn="base" hangingPunct="0">
              <a:spcBef>
                <a:spcPct val="0"/>
              </a:spcBef>
              <a:spcAft>
                <a:spcPct val="0"/>
              </a:spcAft>
              <a:defRPr sz="2400" b="1" u="sng">
                <a:solidFill>
                  <a:schemeClr val="bg1"/>
                </a:solidFill>
                <a:latin typeface="Times" charset="0"/>
                <a:ea typeface="ヒラギノ角ゴ Pro W3" charset="-128"/>
              </a:defRPr>
            </a:lvl9pPr>
          </a:lstStyle>
          <a:p>
            <a:pPr algn="ctr"/>
            <a:endParaRPr lang="x-none" altLang="x-none" sz="1400" u="none">
              <a:solidFill>
                <a:schemeClr val="tx1"/>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71800" cy="457200"/>
          </a:xfrm>
          <a:prstGeom prst="rect">
            <a:avLst/>
          </a:prstGeom>
          <a:noFill/>
          <a:ln w="12700">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b="0" u="none">
                <a:solidFill>
                  <a:schemeClr val="tx1"/>
                </a:solidFill>
                <a:latin typeface="Times" pitchFamily="-105" charset="0"/>
                <a:ea typeface="+mn-ea"/>
                <a:cs typeface="+mn-cs"/>
              </a:defRPr>
            </a:lvl1pPr>
          </a:lstStyle>
          <a:p>
            <a:pPr>
              <a:defRPr/>
            </a:pPr>
            <a:endParaRPr lang="en-US"/>
          </a:p>
        </p:txBody>
      </p:sp>
      <p:sp>
        <p:nvSpPr>
          <p:cNvPr id="53251" name="Rectangle 3"/>
          <p:cNvSpPr>
            <a:spLocks noGrp="1" noChangeArrowheads="1"/>
          </p:cNvSpPr>
          <p:nvPr>
            <p:ph type="dt" idx="1"/>
          </p:nvPr>
        </p:nvSpPr>
        <p:spPr bwMode="auto">
          <a:xfrm>
            <a:off x="3886200" y="0"/>
            <a:ext cx="2971800" cy="457200"/>
          </a:xfrm>
          <a:prstGeom prst="rect">
            <a:avLst/>
          </a:prstGeom>
          <a:noFill/>
          <a:ln w="12700">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u="none">
                <a:solidFill>
                  <a:schemeClr val="tx1"/>
                </a:solidFill>
                <a:latin typeface="Times" pitchFamily="-105" charset="0"/>
                <a:ea typeface="+mn-ea"/>
                <a:cs typeface="+mn-cs"/>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3253" name="Rectangle 5"/>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0" y="8686800"/>
            <a:ext cx="2971800" cy="457200"/>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b="0" u="none">
                <a:solidFill>
                  <a:schemeClr val="tx1"/>
                </a:solidFill>
                <a:latin typeface="Times" pitchFamily="-105" charset="0"/>
                <a:ea typeface="+mn-ea"/>
                <a:cs typeface="+mn-cs"/>
              </a:defRPr>
            </a:lvl1pPr>
          </a:lstStyle>
          <a:p>
            <a:pPr>
              <a:defRPr/>
            </a:pPr>
            <a:endParaRPr lang="en-US"/>
          </a:p>
        </p:txBody>
      </p:sp>
      <p:sp>
        <p:nvSpPr>
          <p:cNvPr id="53255" name="Rectangle 7"/>
          <p:cNvSpPr>
            <a:spLocks noGrp="1" noChangeArrowheads="1"/>
          </p:cNvSpPr>
          <p:nvPr>
            <p:ph type="sldNum" sz="quarter" idx="5"/>
          </p:nvPr>
        </p:nvSpPr>
        <p:spPr bwMode="auto">
          <a:xfrm>
            <a:off x="3886200" y="8686800"/>
            <a:ext cx="2971800" cy="457200"/>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b="0" u="none" smtClean="0">
                <a:solidFill>
                  <a:schemeClr val="tx1"/>
                </a:solidFill>
              </a:defRPr>
            </a:lvl1pPr>
          </a:lstStyle>
          <a:p>
            <a:pPr>
              <a:defRPr/>
            </a:pPr>
            <a:fld id="{48193950-A908-0848-8630-217329F45657}"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05" charset="0"/>
        <a:ea typeface="ヒラギノ角ゴ Pro W3" charset="0"/>
        <a:cs typeface="ＭＳ Ｐゴシック" pitchFamily="-105" charset="-128"/>
      </a:defRPr>
    </a:lvl1pPr>
    <a:lvl2pPr marL="457200" algn="l" rtl="0" eaLnBrk="0" fontAlgn="base" hangingPunct="0">
      <a:spcBef>
        <a:spcPct val="30000"/>
      </a:spcBef>
      <a:spcAft>
        <a:spcPct val="0"/>
      </a:spcAft>
      <a:defRPr sz="1200" kern="1200">
        <a:solidFill>
          <a:schemeClr val="tx1"/>
        </a:solidFill>
        <a:latin typeface="Times" pitchFamily="-105" charset="0"/>
        <a:ea typeface="ＭＳ Ｐゴシック" pitchFamily="-105" charset="-128"/>
        <a:cs typeface="ＭＳ Ｐゴシック" charset="0"/>
      </a:defRPr>
    </a:lvl2pPr>
    <a:lvl3pPr marL="914400" algn="l" rtl="0" eaLnBrk="0" fontAlgn="base" hangingPunct="0">
      <a:spcBef>
        <a:spcPct val="30000"/>
      </a:spcBef>
      <a:spcAft>
        <a:spcPct val="0"/>
      </a:spcAft>
      <a:defRPr sz="1200" kern="1200">
        <a:solidFill>
          <a:schemeClr val="tx1"/>
        </a:solidFill>
        <a:latin typeface="Times" pitchFamily="-105" charset="0"/>
        <a:ea typeface="ＭＳ Ｐゴシック" pitchFamily="-105" charset="-128"/>
        <a:cs typeface="ＭＳ Ｐゴシック" charset="0"/>
      </a:defRPr>
    </a:lvl3pPr>
    <a:lvl4pPr marL="1371600" algn="l" rtl="0" eaLnBrk="0" fontAlgn="base" hangingPunct="0">
      <a:spcBef>
        <a:spcPct val="30000"/>
      </a:spcBef>
      <a:spcAft>
        <a:spcPct val="0"/>
      </a:spcAft>
      <a:defRPr sz="1200" kern="1200">
        <a:solidFill>
          <a:schemeClr val="tx1"/>
        </a:solidFill>
        <a:latin typeface="Times" pitchFamily="-105" charset="0"/>
        <a:ea typeface="ＭＳ Ｐゴシック" pitchFamily="-105" charset="-128"/>
        <a:cs typeface="ＭＳ Ｐゴシック" charset="0"/>
      </a:defRPr>
    </a:lvl4pPr>
    <a:lvl5pPr marL="1828800" algn="l" rtl="0" eaLnBrk="0" fontAlgn="base" hangingPunct="0">
      <a:spcBef>
        <a:spcPct val="30000"/>
      </a:spcBef>
      <a:spcAft>
        <a:spcPct val="0"/>
      </a:spcAft>
      <a:defRPr sz="1200" kern="1200">
        <a:solidFill>
          <a:schemeClr val="tx1"/>
        </a:solidFill>
        <a:latin typeface="Times" pitchFamily="-105" charset="0"/>
        <a:ea typeface="ＭＳ Ｐゴシック" pitchFamily="-105" charset="-128"/>
        <a:cs typeface="ＭＳ Ｐゴシック"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latin typeface="Times"/>
                <a:ea typeface="ヒラギノ角ゴ Pro W3"/>
                <a:cs typeface="Times"/>
              </a:rPr>
              <a:t>Hi, I'll be leading you through module 6 in the this leadership and management course: Creating Systems for quality improvement.  </a:t>
            </a:r>
          </a:p>
        </p:txBody>
      </p:sp>
      <p:sp>
        <p:nvSpPr>
          <p:cNvPr id="4" name="Slide Number Placeholder 3"/>
          <p:cNvSpPr>
            <a:spLocks noGrp="1"/>
          </p:cNvSpPr>
          <p:nvPr>
            <p:ph type="sldNum" sz="quarter" idx="5"/>
          </p:nvPr>
        </p:nvSpPr>
        <p:spPr/>
        <p:txBody>
          <a:bodyPr/>
          <a:lstStyle/>
          <a:p>
            <a:fld id="{61E78B0C-5300-7A44-AA13-8B2C0E818EC7}" type="slidenum">
              <a:rPr lang="en-US" smtClean="0"/>
              <a:t>1</a:t>
            </a:fld>
            <a:endParaRPr lang="en-US"/>
          </a:p>
        </p:txBody>
      </p:sp>
    </p:spTree>
    <p:extLst>
      <p:ext uri="{BB962C8B-B14F-4D97-AF65-F5344CB8AC3E}">
        <p14:creationId xmlns:p14="http://schemas.microsoft.com/office/powerpoint/2010/main" val="1030539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indent="-228600" defTabSz="914400"/>
            <a:r>
              <a:rPr lang="en-US" dirty="0">
                <a:cs typeface="Calibri"/>
              </a:rPr>
              <a:t>The learning objectives for this particular module. First you should be able to d</a:t>
            </a:r>
            <a:r>
              <a:rPr lang="en-US" sz="1200" dirty="0"/>
              <a:t>escribe how managers can use clear and consistent goals as a way to move organizations forward, next you should be able to describe how data can help motivate direct support staff and measure success in service delivery, and finally you should be able to identify what types of data YOU should consider tracking and how you might use it? </a:t>
            </a:r>
          </a:p>
          <a:p>
            <a:pPr marL="0" indent="-228600" defTabSz="914400"/>
            <a:r>
              <a:rPr lang="en-US" sz="1200" dirty="0"/>
              <a:t>Identify what types of data YOU should consider </a:t>
            </a:r>
          </a:p>
          <a:p>
            <a:endParaRPr lang="en-US" dirty="0">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2</a:t>
            </a:fld>
            <a:endParaRPr lang="en-US" dirty="0"/>
          </a:p>
        </p:txBody>
      </p:sp>
    </p:spTree>
    <p:extLst>
      <p:ext uri="{BB962C8B-B14F-4D97-AF65-F5344CB8AC3E}">
        <p14:creationId xmlns:p14="http://schemas.microsoft.com/office/powerpoint/2010/main" val="66279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We’ve mentioned throughout this course that a lot of leadership comes down to connecting the dots. The modules in this course focus on themes you should be paying attention to as a manager, supervisor, leader and hopefully you’ve noticed just how much each of these themes or focus areas really do intersect and overlap with one another. And we’ll certainly see this as we talk about this idea of creating systems for quality improvement.  We’ve talk already about best practices, mission, vision and values, paying attention to how we allocate and/or reallocated.  See if you can begin connecting dots in your current role? </a:t>
            </a: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B90D89B-D770-F648-BD56-FFC69AC3D7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0219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Times"/>
                <a:ea typeface="ヒラギノ角ゴ Pro W3"/>
                <a:cs typeface="Times"/>
              </a:rPr>
              <a:t>Simply stated, having clear organizational goals help us to quickly communicate what's important to our organizations, and to the people we support. And equally important, goals help us motivate the people who are part of making those goals happen. Those goals communicate intent, they get people excited, they give people a direction to go in.  </a:t>
            </a:r>
            <a:endParaRPr lang="en-US" dirty="0">
              <a:cs typeface="Time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latin typeface="Times"/>
                <a:ea typeface="ヒラギノ角ゴ Pro W3"/>
                <a:cs typeface="Times"/>
              </a:rPr>
              <a:t>We’ve talked multiple times in this course about the importance of organizations having clear and consistent goals as a way of moving an organization forward, in fact, it was one of the 10 essential elements of organizational transformation that was talked about in one of our previous modules about transformation. And while there are many goals your organization may have, because we are focused on employment outcomes in this course, we come back again to the idea that if you really want to move the needle on employment outcomes, it’s critical to have an explicit commitment to increasing competitive integrated employment that we frame in terms of specific, measurable goals that are tracked, analyzed and shared. There are certainly OTHER types of goals organizations have…but for the scope of this course, that’s where we’re focusing our attention today. </a:t>
            </a:r>
            <a:endParaRPr lang="en-US" dirty="0"/>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4</a:t>
            </a:fld>
            <a:endParaRPr lang="en-US" altLang="x-none"/>
          </a:p>
        </p:txBody>
      </p:sp>
    </p:spTree>
    <p:extLst>
      <p:ext uri="{BB962C8B-B14F-4D97-AF65-F5344CB8AC3E}">
        <p14:creationId xmlns:p14="http://schemas.microsoft.com/office/powerpoint/2010/main" val="4029359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shift and define what we mean when we use the word quality:.  In short, quality is a measure of excellence. The problem is that what constitutes quality could be very subjective…meaning, if you ask many people what it means to provide quality services in your business you may get different answers, so it’s important for this discussion to constantly be defining what quality could or should look like. And we’ll break that down here.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5</a:t>
            </a:fld>
            <a:endParaRPr lang="en-US" altLang="x-none"/>
          </a:p>
        </p:txBody>
      </p:sp>
    </p:spTree>
    <p:extLst>
      <p:ext uri="{BB962C8B-B14F-4D97-AF65-F5344CB8AC3E}">
        <p14:creationId xmlns:p14="http://schemas.microsoft.com/office/powerpoint/2010/main" val="1982023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define what we mean when we’re talking about the terms quality assurance and quality improvement.  I’m sure you’ve heard these terms before and as a middle manager they are important things for you to be thinking about. First quality assurance is all about having processes in place to ensure that your organization is meeting particular industry rules or standards.  We talked in previous modules about some of the industry rules and standards related to employment services and how those have continued to evolve overtime into what we call best practices.  </a:t>
            </a:r>
          </a:p>
          <a:p>
            <a:endParaRPr lang="en-US" dirty="0"/>
          </a:p>
          <a:p>
            <a:r>
              <a:rPr lang="en-US" dirty="0"/>
              <a:t>Quality improvement is slightly different in that it is a framework that is focused on improvement or making outcomes better overtime.  And that’s really what we want to focus </a:t>
            </a:r>
            <a:r>
              <a:rPr lang="en-US" dirty="0" err="1"/>
              <a:t>on..this</a:t>
            </a:r>
            <a:r>
              <a:rPr lang="en-US" dirty="0"/>
              <a:t> idea of having a framework in place for continual quality improvement.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6</a:t>
            </a:fld>
            <a:endParaRPr lang="en-US" altLang="x-none"/>
          </a:p>
        </p:txBody>
      </p:sp>
    </p:spTree>
    <p:extLst>
      <p:ext uri="{BB962C8B-B14F-4D97-AF65-F5344CB8AC3E}">
        <p14:creationId xmlns:p14="http://schemas.microsoft.com/office/powerpoint/2010/main" val="2811177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minute to look at some data to give you a sense of how we are doing nationally related to  employment for people with disabilities. This data comes from a  site called Statedata.info which houses a longitudinal or long term data project that is led by ICI </a:t>
            </a:r>
            <a:r>
              <a:rPr lang="en-US" dirty="0" err="1"/>
              <a:t>umass</a:t>
            </a:r>
            <a:r>
              <a:rPr lang="en-US" dirty="0"/>
              <a:t> </a:t>
            </a:r>
            <a:r>
              <a:rPr lang="en-US" dirty="0" err="1"/>
              <a:t>boston</a:t>
            </a:r>
            <a:r>
              <a:rPr lang="en-US" dirty="0"/>
              <a:t> and is funded by the administration for community living.  This is important data because it allows us to measure national progress over a long period of time. What we see here is 2021 data that shows the percentage of people participating in integrated employment services in each state.  You can see that the national average is 22%, with Minnesota …the yellow rectangle along the bottom of the chart, coming in at 21%...a little lower than the national average.  There are many different points of data, but this just gives you a sense of where MN fits within he national framework.  Most states, including MN have goals to increase the number </a:t>
            </a:r>
            <a:r>
              <a:rPr lang="en-US" dirty="0" err="1"/>
              <a:t>ofpeople</a:t>
            </a:r>
            <a:r>
              <a:rPr lang="en-US" dirty="0"/>
              <a:t> with disabilities that are working, so knowing what the data says is always a good place to start when thinking about goals and quality.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7</a:t>
            </a:fld>
            <a:endParaRPr lang="en-US" altLang="x-none"/>
          </a:p>
        </p:txBody>
      </p:sp>
    </p:spTree>
    <p:extLst>
      <p:ext uri="{BB962C8B-B14F-4D97-AF65-F5344CB8AC3E}">
        <p14:creationId xmlns:p14="http://schemas.microsoft.com/office/powerpoint/2010/main" val="3592299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particular data comes from survey information gathered by National Core Indicators or NCI, if you haven’t taken a look at the information gathered by NCI it is worth a look and you can find lots of data at national core indicators. Org.  This particular data shows us that out of the adults with disabilities that were surveyed, that only 16% of people had a paid job at the time of the survey. And of course we know that this is extremely low when we look at percentages of people without disabilities working, those numbers are much, much higher. Now, out of the people surveyed that do not have jobs, almost </a:t>
            </a:r>
            <a:r>
              <a:rPr lang="en-US" dirty="0" err="1"/>
              <a:t>halfof</a:t>
            </a:r>
            <a:r>
              <a:rPr lang="en-US" dirty="0"/>
              <a:t> those people say they want a job and out of those people that want a job, only 35% of them have that goal in their service plan.  This is a really important piece of data to pay attention to because it tells us that what people want may not be making it into their plans and if it isn’t in their plans, it often does not get focus or resources.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8</a:t>
            </a:fld>
            <a:endParaRPr lang="en-US" altLang="x-none"/>
          </a:p>
        </p:txBody>
      </p:sp>
    </p:spTree>
    <p:extLst>
      <p:ext uri="{BB962C8B-B14F-4D97-AF65-F5344CB8AC3E}">
        <p14:creationId xmlns:p14="http://schemas.microsoft.com/office/powerpoint/2010/main" val="2476505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what we’ll keep coming back to the idea of being clear about what your priorities are as an organization are? Priorities may change over time, but it’s important to know what they are today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9</a:t>
            </a:fld>
            <a:endParaRPr lang="en-US" altLang="x-none"/>
          </a:p>
        </p:txBody>
      </p:sp>
    </p:spTree>
    <p:extLst>
      <p:ext uri="{BB962C8B-B14F-4D97-AF65-F5344CB8AC3E}">
        <p14:creationId xmlns:p14="http://schemas.microsoft.com/office/powerpoint/2010/main" val="3440949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As an example, a colleague of ICI </a:t>
            </a:r>
            <a:r>
              <a:rPr lang="en-US" dirty="0" err="1">
                <a:latin typeface="Calibri"/>
                <a:ea typeface="Calibri"/>
                <a:cs typeface="Calibri"/>
              </a:rPr>
              <a:t>umass</a:t>
            </a:r>
            <a:r>
              <a:rPr lang="en-US" dirty="0">
                <a:latin typeface="Calibri"/>
                <a:ea typeface="Calibri"/>
                <a:cs typeface="Calibri"/>
              </a:rPr>
              <a:t> </a:t>
            </a:r>
            <a:r>
              <a:rPr lang="en-US" dirty="0" err="1">
                <a:latin typeface="Calibri"/>
                <a:ea typeface="Calibri"/>
                <a:cs typeface="Calibri"/>
              </a:rPr>
              <a:t>boston</a:t>
            </a:r>
            <a:r>
              <a:rPr lang="en-US" dirty="0">
                <a:latin typeface="Calibri"/>
                <a:ea typeface="Calibri"/>
                <a:cs typeface="Calibri"/>
              </a:rPr>
              <a:t>  is  Peggy Terhune who is a leader at the Arc of Stanely County in NOC. And she talked about  their process of transformation, during which They asked people they support what their priorities were and they were told that the things they wanted most were to get married, have their own home and to get a job. They then asked their 250 staff : how many of you are wholly focused on helping people, one, develop a significant relationship, two find a job, and three, become home owners.  Peggy's message here was that  that we've got to align your work, and that means spending most of your  time and your staff’s time  on the things that achieve the goals that we're aiming towards, and not getting distracted by other things that won’t get you there.   That was the exact message that came out of last month’s module about properly aligning resources.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a:pPr>
                <a:defRPr/>
              </a:pPr>
              <a:t>10</a:t>
            </a:fld>
            <a:endParaRPr lang="en-US" altLang="x-none"/>
          </a:p>
        </p:txBody>
      </p:sp>
    </p:spTree>
    <p:extLst>
      <p:ext uri="{BB962C8B-B14F-4D97-AF65-F5344CB8AC3E}">
        <p14:creationId xmlns:p14="http://schemas.microsoft.com/office/powerpoint/2010/main" val="1416343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4913" y="704850"/>
            <a:ext cx="4692650" cy="3519488"/>
          </a:xfrm>
        </p:spPr>
      </p:sp>
      <p:sp>
        <p:nvSpPr>
          <p:cNvPr id="3" name="Notes Placeholder 2"/>
          <p:cNvSpPr>
            <a:spLocks noGrp="1"/>
          </p:cNvSpPr>
          <p:nvPr>
            <p:ph type="body" idx="1"/>
          </p:nvPr>
        </p:nvSpPr>
        <p:spPr/>
        <p:txBody>
          <a:bodyPr/>
          <a:lstStyle/>
          <a:p>
            <a:r>
              <a:rPr lang="en-US" dirty="0">
                <a:ea typeface="Calibri" panose="020F0502020204030204"/>
                <a:cs typeface="Calibri"/>
              </a:rPr>
              <a:t>And here I just want to quickly highlight the visual of the 10 essential elements or provider transformation as a reminder that all of these elements are so intertwined and must work together.  In the infrastructure/operations and finance bucket we have highlighted performance measurement and quality assurance.  As a middle manager or supervisor, you should be aware of what kind of performance measures your organization uses and how they are tracked.  </a:t>
            </a:r>
          </a:p>
        </p:txBody>
      </p:sp>
      <p:sp>
        <p:nvSpPr>
          <p:cNvPr id="4" name="Slide Number Placeholder 3"/>
          <p:cNvSpPr>
            <a:spLocks noGrp="1"/>
          </p:cNvSpPr>
          <p:nvPr>
            <p:ph type="sldNum" sz="quarter" idx="10"/>
          </p:nvPr>
        </p:nvSpPr>
        <p:spPr/>
        <p:txBody>
          <a:bodyPr/>
          <a:lstStyle/>
          <a:p>
            <a:pPr marL="0" marR="0" lvl="0" indent="0" algn="r" defTabSz="471145" rtl="0" eaLnBrk="1" fontAlgn="auto" latinLnBrk="0" hangingPunct="1">
              <a:lnSpc>
                <a:spcPct val="100000"/>
              </a:lnSpc>
              <a:spcBef>
                <a:spcPts val="0"/>
              </a:spcBef>
              <a:spcAft>
                <a:spcPts val="0"/>
              </a:spcAft>
              <a:buClrTx/>
              <a:buSzTx/>
              <a:buFontTx/>
              <a:buNone/>
              <a:tabLst/>
              <a:defRPr/>
            </a:pPr>
            <a:fld id="{C81CCF30-75E7-4047-B971-189668F28995}"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71145"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0519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stop a minute to identify what the priority areas may be for your organization?  I’m going to make some guesses that in general your organization’s priorities include things like increased employment outcomes, increased community engagement outcomes, increased skill development, increased development of relationships and natural supports, perhaps supporting people to have increased levels of independence around things like transportation or communication, etc.  , </a:t>
            </a:r>
            <a:r>
              <a:rPr lang="en-US" dirty="0" err="1"/>
              <a:t>mahy</a:t>
            </a:r>
            <a:r>
              <a:rPr lang="en-US" dirty="0"/>
              <a:t> organizations have goals related to customer satisfaction.  But, can you identify other priority areas your organization has identified?</a:t>
            </a:r>
            <a:r>
              <a:rPr lang="en-US" dirty="0">
                <a:ea typeface="Calibri" panose="020F0502020204030204"/>
                <a:cs typeface="Calibri"/>
              </a:rPr>
              <a:t> If you don’t know this information about your organization, then your homework is going to be to ask your supervisor, or someone in your organization that does know. </a:t>
            </a:r>
            <a:r>
              <a:rPr lang="en-US" dirty="0"/>
              <a:t>   But, remember that if we really want to create that framework for quality improvement we’ll want to look a little deeper</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12</a:t>
            </a:fld>
            <a:endParaRPr lang="en-US" altLang="x-none"/>
          </a:p>
        </p:txBody>
      </p:sp>
    </p:spTree>
    <p:extLst>
      <p:ext uri="{BB962C8B-B14F-4D97-AF65-F5344CB8AC3E}">
        <p14:creationId xmlns:p14="http://schemas.microsoft.com/office/powerpoint/2010/main" val="97353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take a closer look at JUST employment as an example…while organizations certainly should be tracking numbers of people working, there may be other </a:t>
            </a:r>
            <a:r>
              <a:rPr lang="en-US" b="1" dirty="0"/>
              <a:t>indicators of quality </a:t>
            </a:r>
            <a:r>
              <a:rPr lang="en-US" dirty="0"/>
              <a:t>that your organization will want to pay attention to. For instance, is it just employment outcomes in general that you’re tracking or are you tracking specifically competitive and integrated employment outcomes as the gold standard. We’ve talked in multiple modules the historical importance of being clear about what kind of employment we’re talking about because people with disabilities have not had equal access.  But, beyond that…there are other indicators that you also many want to consider as indicators of quality. And keep in mind that these indicators should be measurable, otherwise, you won’t have any real way to track them consistently. Examples include things like number of hours people are working in a 2 week period, hourly wages received, does the person have access to benefits and promotions, how many new skills has the person learned over time on the job, have natural supports been developed, how long are people retaining their jobs, Perhaps your organization  tracks of the VARIETY or types of industries in which people you support are working….</a:t>
            </a:r>
            <a:r>
              <a:rPr lang="en-US" dirty="0" err="1"/>
              <a:t>thse</a:t>
            </a:r>
            <a:r>
              <a:rPr lang="en-US" dirty="0"/>
              <a:t> are all examples of potential indicators of quality that may be useful to track overtime.  And if each of these are data points that are being tracked, with organizational goals associated with them, then you’re on your way to creating a plan associated with quality improvement.  A simple example is that perhaps you currently are seeing an increase in numbers of people that are competitively employed, but when you look more deeply at the retention data, you see that there are a lot of people GETTING jobs, but many of those people LOSE their jobs within the first 2 months.  This data MIGHT be telling you that you need to look at your individual job placement strategies to determine whether there is a problem with appropriate job matches.  Maybe this points to the need to look more closely at Discovery and job negotiations. But, without data points to look at, it’s going to be difficult to figure out the </a:t>
            </a:r>
            <a:r>
              <a:rPr lang="en-US" dirty="0" err="1"/>
              <a:t>realy</a:t>
            </a:r>
            <a:r>
              <a:rPr lang="en-US" dirty="0"/>
              <a:t> picture of what’ happening</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13</a:t>
            </a:fld>
            <a:endParaRPr lang="en-US" altLang="x-none"/>
          </a:p>
        </p:txBody>
      </p:sp>
    </p:spTree>
    <p:extLst>
      <p:ext uri="{BB962C8B-B14F-4D97-AF65-F5344CB8AC3E}">
        <p14:creationId xmlns:p14="http://schemas.microsoft.com/office/powerpoint/2010/main" val="2304674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let’s look at one more example, but instead of employment, let’s consider community engagement quality outcome data examples. You may want to track of numbers of unpaid relationships or natural supports that are developed through a person’s community engagement, you may want to track skills learned or volunteerism opportunities or participation in integrated community groups, perhaps you want to track if or how a person’s independence has increased in some way (for instance, the person was able to learn to ride public transportation with our without support). This is all to highlight the fact that if you aren’t clear on what your goals are, how do you know if you are meeting your quality standards…and by the same token, how will you know what or where you may need to focus your attention as a manager</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14</a:t>
            </a:fld>
            <a:endParaRPr lang="en-US" altLang="x-none"/>
          </a:p>
        </p:txBody>
      </p:sp>
    </p:spTree>
    <p:extLst>
      <p:ext uri="{BB962C8B-B14F-4D97-AF65-F5344CB8AC3E}">
        <p14:creationId xmlns:p14="http://schemas.microsoft.com/office/powerpoint/2010/main" val="2189370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effective goal is not only specific and measurable, but it’s challenging.  We talked in a previous module about the term that Jim Collins’ coined called BHAG, or big hairy audacious goals, and an example that gets talked about a lot is the goal that was established by president </a:t>
            </a:r>
            <a:r>
              <a:rPr lang="en-US" dirty="0" err="1"/>
              <a:t>kennedy</a:t>
            </a:r>
            <a:r>
              <a:rPr lang="en-US" dirty="0"/>
              <a:t>. In 1961 he said :  we’re going to put a man on the moon and return him safely before the end of this decade. It was a challenging task and it was a stretch. But, it was also something that was possible. Something like a BHAG moves us forward. </a:t>
            </a:r>
          </a:p>
          <a:p>
            <a:endParaRPr lang="en-US" dirty="0"/>
          </a:p>
          <a:p>
            <a:r>
              <a:rPr lang="en-US" dirty="0"/>
              <a:t>The take away here is that If we set our goal to increase competitive integrated employment outcomes in our organization by 1% a year, well, we figure we could just try a little harder than we did last year.  BUT…a big, hairy audacious goal FORCES us to do things differently and creates a different kind of pace of change.  And a system for quality improvement can help identify and manage those goals.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15</a:t>
            </a:fld>
            <a:endParaRPr lang="en-US" altLang="x-none"/>
          </a:p>
        </p:txBody>
      </p:sp>
    </p:spTree>
    <p:extLst>
      <p:ext uri="{BB962C8B-B14F-4D97-AF65-F5344CB8AC3E}">
        <p14:creationId xmlns:p14="http://schemas.microsoft.com/office/powerpoint/2010/main" val="37185779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going to share a story about an organization that ICI worked with in the mid- 2000s called the Coastal center, located in savannah, Georgia.  At that time, the Coastal center was a medium-sized organization that supported about 250 people, mostly in a sheltered workshop, some in a day habilitation program, and a handful of people working out in community jobs.  ICI spent a couple of days with them, and at the end of the two days, the executive director stood up in front of the staff and said, we’re going to do this and we’re going to get 60 jobs in 2006.  People stopped in their tracks. They weren’t sure that it was possible. But, the organization stepped up and it forced them to make significant changes. They restructured staffing, they changed staff roles to focus on employment, they moved case managers to be employment staff. They took staff that had been working in the workshop, and reassigned them to employment. At the end of the year, the coastal center had almost accomplished the original goal and 57 people had gotten individual community jobs. They were good jobs and they were personalized. They had taken the time to listen to people, they got to know what people wanted, and they moved themselves substantially forward in a very short period of time. That’s a powerful goal.  It was specific, it was challenging, but achievable. The goal was easy to share and explain and they talked about it as an organizational all the time with all of their stakeholders, people they supported, families and the larger community.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16</a:t>
            </a:fld>
            <a:endParaRPr lang="en-US" altLang="x-none"/>
          </a:p>
        </p:txBody>
      </p:sp>
    </p:spTree>
    <p:extLst>
      <p:ext uri="{BB962C8B-B14F-4D97-AF65-F5344CB8AC3E}">
        <p14:creationId xmlns:p14="http://schemas.microsoft.com/office/powerpoint/2010/main" val="3721090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often think about those large outcome goal as driving change within your organization, but you may also want to consider things like process or team goals. These speak to the strategies or processes you’re using to hopefully reach those </a:t>
            </a:r>
            <a:r>
              <a:rPr lang="en-US" dirty="0" err="1"/>
              <a:t>larget</a:t>
            </a:r>
            <a:r>
              <a:rPr lang="en-US" dirty="0"/>
              <a:t> outcomes, like number of people working.  There are a few examples here on your screen, and I’ll be asking you to reflect on this in reference to your own organization after this module ends. Examples include the number of people with an employment goal in their service plan, because remember the data we looked at </a:t>
            </a:r>
            <a:r>
              <a:rPr lang="en-US" dirty="0" err="1"/>
              <a:t>at</a:t>
            </a:r>
            <a:r>
              <a:rPr lang="en-US" dirty="0"/>
              <a:t> the beginning of this module that tells us many people that want to work don’t have this properly reflected in their plan, other things to track could be number of employer contacts that your team makes over the course of a week or a month. It might be staff time spent on job development every week….specifically time spent in the field talking with employers (not in the office doing paperwork) or the length of time it takes to get a job, in this case the number of days from the start of discovery to job placement. And number of staff trained and mentored support the customized employment process </a:t>
            </a:r>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17</a:t>
            </a:fld>
            <a:endParaRPr lang="en-US" altLang="x-none"/>
          </a:p>
        </p:txBody>
      </p:sp>
    </p:spTree>
    <p:extLst>
      <p:ext uri="{BB962C8B-B14F-4D97-AF65-F5344CB8AC3E}">
        <p14:creationId xmlns:p14="http://schemas.microsoft.com/office/powerpoint/2010/main" val="2000854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pause here so that you can begin to take stock and bring this back to your work at your organization.  Are you able to identify the key outcome measures that your organization has identified? Do you know where to find these? Do you know how and where they are communicated?  The 2</a:t>
            </a:r>
            <a:r>
              <a:rPr lang="en-US" baseline="30000" dirty="0"/>
              <a:t>nd</a:t>
            </a:r>
            <a:r>
              <a:rPr lang="en-US" dirty="0"/>
              <a:t> part of taking stock is identifying what data is currently being tracked to measure progress. Who tracks the data, how frequently, where is it kept, how is the data used, how is it shared and how do YOU talk to your particular team about data? Now, if you don’t know the answer to these questions, then a place to start may be to check in with your supervisor or agency leadership to find out.  It’s really important for organizations to be very transparent about this information…in other words…it shouldn’t be a secret. All stakeholders associated with the organization should have some understanding of what the goals of the organization are.  If not, then it’s really very difficult to know how resources should be used, what staff should be spending their time on and ultimately, without this information, how are you tracking success. </a:t>
            </a:r>
          </a:p>
          <a:p>
            <a:endParaRPr lang="en-US" dirty="0"/>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18</a:t>
            </a:fld>
            <a:endParaRPr lang="en-US" altLang="x-none"/>
          </a:p>
        </p:txBody>
      </p:sp>
    </p:spTree>
    <p:extLst>
      <p:ext uri="{BB962C8B-B14F-4D97-AF65-F5344CB8AC3E}">
        <p14:creationId xmlns:p14="http://schemas.microsoft.com/office/powerpoint/2010/main" val="36465085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a:defRPr/>
            </a:pPr>
            <a:endParaRPr lang="en-US" dirty="0">
              <a:cs typeface="Calibri"/>
            </a:endParaRPr>
          </a:p>
          <a:p>
            <a:pPr>
              <a:defRPr/>
            </a:pPr>
            <a:endParaRPr lang="en-US" dirty="0">
              <a:cs typeface="Calibri"/>
            </a:endParaRPr>
          </a:p>
          <a:p>
            <a:pPr>
              <a:defRPr/>
            </a:pPr>
            <a:r>
              <a:rPr lang="en-US" dirty="0">
                <a:cs typeface="Calibri"/>
              </a:rPr>
              <a:t>At</a:t>
            </a:r>
            <a:r>
              <a:rPr lang="en-US" dirty="0"/>
              <a:t> the most basic level, what we are talking about here is called the quality cycle: sometimes described as Plan, Do, Check, Act.  Essentially, it means an organization, a department or even a small team, should very clearly be identifying what are the desired goals and outcomes you are setting out to achieve.   Based on those outcomes, you're going to be implementing the strategies, procedures, policies, that you believe will lead to the identified outcomes.  You're going to track the outcomes to see if you are getting the results you wanted, you should be sharing the data with appropriate stakeholders…both internal and external…. in order to be transparent, and  based on what the data tells you there may need to be some course correction, or some intervention, or if you met your desired outcomes....you want to celebrate and share those successes with others...and of course, this cycle never stops.  It's a continual cycle that constantly repeats….</a:t>
            </a:r>
            <a:endParaRPr lang="en-US" dirty="0">
              <a:cs typeface="Calibri"/>
            </a:endParaRPr>
          </a:p>
          <a:p>
            <a:endParaRPr lang="en-US" dirty="0"/>
          </a:p>
          <a:p>
            <a:r>
              <a:rPr lang="en-US" dirty="0">
                <a:cs typeface="Calibri" panose="020F0502020204030204"/>
              </a:rPr>
              <a:t>This type of quality framework is critical to the success of your organization, in that  if you aren't measuring the right things, how are you actually measuring how successful you are?  And remember, what gets measured, gets done! But also a word of caution: you really  only want to be collecting data that you will actually look at and use. You don’t want to waste staff time tracking something that is not important or won’t be looked at. </a:t>
            </a:r>
            <a:endParaRPr lang="en-US" dirty="0">
              <a:ea typeface="Calibri"/>
              <a:cs typeface="Calibri" panose="020F0502020204030204"/>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D75F0-4CF6-44F6-8BA0-5BDF14CD6F9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8207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Again, part of YOUR job as a middle manager is to help your staff to understand the goals of the organization, the steps that need to be taken to reach those goals and about the data you will need to collect to support those goals.  It’s CRITICAL that staff have an understanding of how and why data may be needed. They will need to see how the data is being used and what specifically you need from them to ensure you’re getting the right information. If you aren’t having these conversations within your organization, then it can become somewhat confusing about what may be expected.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7C0A9C-8EB1-2944-91B3-96D63BF1E2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5747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a:r>
              <a:rPr lang="en-US" dirty="0">
                <a:cs typeface="Calibri" panose="020F0502020204030204"/>
              </a:rPr>
              <a:t>The bottom line here is that the data and metrics that get tracked by your organization are one of the most important TOOLS you have access to as a middle manager.  </a:t>
            </a:r>
          </a:p>
          <a:p>
            <a:pPr marL="0" lvl="1"/>
            <a:endParaRPr lang="en-US" dirty="0">
              <a:cs typeface="Calibri" panose="020F0502020204030204"/>
            </a:endParaRPr>
          </a:p>
          <a:p>
            <a:pPr marL="0" lvl="1"/>
            <a:r>
              <a:rPr lang="en-US" dirty="0">
                <a:cs typeface="Calibri" panose="020F0502020204030204"/>
              </a:rPr>
              <a:t>They help you focus your team on what you want to be accomplished, it providers timely or periodic feedback on how close you are to meeting your goals, it can provide a framework to analyze and correct course if you aren’t quite meeting your goals and it allows you to really dig deeper into identifying things like what teams are having what outcomes, or maybe even which staff are having what outcomes.  And it isn’t necessarily about calling out individual staff, but again it’s about giving YOU the tools you need to know where to start in identifying potential action steps.  When you sit down in your regular supervision or team huddles with your staff, what data are you reviewing and what actions need to come from that data to move you closer to those goals.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7C0A9C-8EB1-2944-91B3-96D63BF1E2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1318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finish this module, I’d like to share a quick quote from  management guru W. Edwards Deming who said “without data, you’re just another person with an opinion” This highlights the importance of moving beyond subjective opinions to instead having a more data-driven approach to management within your organization and quality management in general. Now that you’ve completed this video, take time to complete the assignment in the learning </a:t>
            </a:r>
            <a:r>
              <a:rPr lang="en-US" dirty="0" err="1"/>
              <a:t>platorm</a:t>
            </a:r>
            <a:r>
              <a:rPr lang="en-US" dirty="0"/>
              <a:t> </a:t>
            </a:r>
            <a:r>
              <a:rPr lang="en-US" dirty="0" err="1"/>
              <a:t>associationed</a:t>
            </a:r>
            <a:r>
              <a:rPr lang="en-US" dirty="0"/>
              <a:t> with Quality Improvement. </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48193950-A908-0848-8630-217329F45657}" type="slidenum">
              <a:rPr lang="en-US" altLang="x-none" smtClean="0"/>
              <a:pPr>
                <a:defRPr/>
              </a:pPr>
              <a:t>22</a:t>
            </a:fld>
            <a:endParaRPr lang="en-US" altLang="x-none"/>
          </a:p>
        </p:txBody>
      </p:sp>
    </p:spTree>
    <p:extLst>
      <p:ext uri="{BB962C8B-B14F-4D97-AF65-F5344CB8AC3E}">
        <p14:creationId xmlns:p14="http://schemas.microsoft.com/office/powerpoint/2010/main" val="752714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0658-B96A-7088-4A6D-537F124CB1A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62EE610-84C6-CCAE-C925-C94239266DD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E1ED60D-3ACD-CF89-E786-6A4BA188175F}"/>
              </a:ext>
            </a:extLst>
          </p:cNvPr>
          <p:cNvSpPr>
            <a:spLocks noGrp="1"/>
          </p:cNvSpPr>
          <p:nvPr>
            <p:ph type="dt" sz="half" idx="10"/>
          </p:nvPr>
        </p:nvSpPr>
        <p:spPr/>
        <p:txBody>
          <a:bodyPr/>
          <a:lstStyle/>
          <a:p>
            <a:fld id="{53BEF823-48A5-43FC-BE03-E79964288B41}" type="datetimeFigureOut">
              <a:rPr lang="en-US" smtClean="0"/>
              <a:t>6/24/2025</a:t>
            </a:fld>
            <a:endParaRPr lang="en-US"/>
          </a:p>
        </p:txBody>
      </p:sp>
      <p:sp>
        <p:nvSpPr>
          <p:cNvPr id="5" name="Footer Placeholder 4">
            <a:extLst>
              <a:ext uri="{FF2B5EF4-FFF2-40B4-BE49-F238E27FC236}">
                <a16:creationId xmlns:a16="http://schemas.microsoft.com/office/drawing/2014/main" id="{D4C710E1-3A2A-1FF5-7180-1802376A19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579565-1BAB-D7E3-5E2D-B5CCE9A92CAF}"/>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2794892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C21F5-803C-D7FC-7052-F5F7D96EF1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FAC853-33CB-3866-6CE8-7E0EC58F3E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DD278A-2390-92D8-626A-CD6DC5B96D59}"/>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5" name="Footer Placeholder 4">
            <a:extLst>
              <a:ext uri="{FF2B5EF4-FFF2-40B4-BE49-F238E27FC236}">
                <a16:creationId xmlns:a16="http://schemas.microsoft.com/office/drawing/2014/main" id="{37E71524-74CC-B049-1110-93026D7EB00A}"/>
              </a:ext>
            </a:extLst>
          </p:cNvPr>
          <p:cNvSpPr>
            <a:spLocks noGrp="1"/>
          </p:cNvSpPr>
          <p:nvPr>
            <p:ph type="ftr" sz="quarter" idx="11"/>
          </p:nvPr>
        </p:nvSpPr>
        <p:spPr/>
        <p:txBody>
          <a:bodyPr/>
          <a:lstStyle/>
          <a:p>
            <a:pPr algn="l"/>
            <a:endParaRPr lang="en-US" dirty="0"/>
          </a:p>
        </p:txBody>
      </p:sp>
      <p:sp>
        <p:nvSpPr>
          <p:cNvPr id="6" name="Slide Number Placeholder 5">
            <a:extLst>
              <a:ext uri="{FF2B5EF4-FFF2-40B4-BE49-F238E27FC236}">
                <a16:creationId xmlns:a16="http://schemas.microsoft.com/office/drawing/2014/main" id="{7B281318-70F2-8ADD-F40D-3EB7EBBD9CC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281091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99C72-F303-27D3-BF9D-F8D479E4165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236A728-D6F8-368F-1FD2-CB4FDCE7EEF9}"/>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5641CC-18DB-E3B3-A0B5-AC126AF126F6}"/>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5" name="Footer Placeholder 4">
            <a:extLst>
              <a:ext uri="{FF2B5EF4-FFF2-40B4-BE49-F238E27FC236}">
                <a16:creationId xmlns:a16="http://schemas.microsoft.com/office/drawing/2014/main" id="{912F0FC2-24E7-0A00-A74A-BE2EAD58A3E9}"/>
              </a:ext>
            </a:extLst>
          </p:cNvPr>
          <p:cNvSpPr>
            <a:spLocks noGrp="1"/>
          </p:cNvSpPr>
          <p:nvPr>
            <p:ph type="ftr" sz="quarter" idx="11"/>
          </p:nvPr>
        </p:nvSpPr>
        <p:spPr/>
        <p:txBody>
          <a:bodyPr/>
          <a:lstStyle/>
          <a:p>
            <a:pPr algn="l"/>
            <a:endParaRPr lang="en-US" dirty="0"/>
          </a:p>
        </p:txBody>
      </p:sp>
      <p:sp>
        <p:nvSpPr>
          <p:cNvPr id="6" name="Slide Number Placeholder 5">
            <a:extLst>
              <a:ext uri="{FF2B5EF4-FFF2-40B4-BE49-F238E27FC236}">
                <a16:creationId xmlns:a16="http://schemas.microsoft.com/office/drawing/2014/main" id="{58765A81-176F-E687-352E-86FB391E7C1A}"/>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0445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720B-3D8A-6A07-6BFA-04D5DB6791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AB4E88-509A-CF8C-E52A-7DA1950A6D62}"/>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3BF3CA-7282-4BAF-306C-74B01F1A197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6F1D31-D1AB-E2C2-104D-DD43CBEF0498}"/>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6" name="Footer Placeholder 5">
            <a:extLst>
              <a:ext uri="{FF2B5EF4-FFF2-40B4-BE49-F238E27FC236}">
                <a16:creationId xmlns:a16="http://schemas.microsoft.com/office/drawing/2014/main" id="{EDAEB72E-7FB3-F84F-8BF6-B27095ACF162}"/>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3F3C8F32-297C-62DA-4CD3-A352451F182E}"/>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050159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F7484-B8DB-CD71-C3CB-39C85E0FA998}"/>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FCF171-9990-1896-371E-5C47CB39932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9862C58-CAFD-0E26-B6A7-8491DC376239}"/>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61FCEC-9D62-70A5-B6E4-57B6AA54BD8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2508967-6094-1E52-24E2-B2D6D347C328}"/>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7F9496-820E-6BD4-5110-AD8CAE8FA702}"/>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8" name="Footer Placeholder 7">
            <a:extLst>
              <a:ext uri="{FF2B5EF4-FFF2-40B4-BE49-F238E27FC236}">
                <a16:creationId xmlns:a16="http://schemas.microsoft.com/office/drawing/2014/main" id="{79C2FD5F-AAFB-3E05-DAE0-6C9B7E9160AA}"/>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92757C45-A9BB-D7D5-44A3-B231A5F0989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908057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529B9-1444-E3EF-6A94-FCB168AEF6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B29141-D5C8-EA93-2128-6456B68AABA2}"/>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4" name="Footer Placeholder 3">
            <a:extLst>
              <a:ext uri="{FF2B5EF4-FFF2-40B4-BE49-F238E27FC236}">
                <a16:creationId xmlns:a16="http://schemas.microsoft.com/office/drawing/2014/main" id="{B25790FD-2600-1522-01CF-1EF59FE00ADF}"/>
              </a:ext>
            </a:extLst>
          </p:cNvPr>
          <p:cNvSpPr>
            <a:spLocks noGrp="1"/>
          </p:cNvSpPr>
          <p:nvPr>
            <p:ph type="ftr" sz="quarter" idx="11"/>
          </p:nvPr>
        </p:nvSpPr>
        <p:spPr/>
        <p:txBody>
          <a:bodyPr/>
          <a:lstStyle/>
          <a:p>
            <a:pPr algn="l"/>
            <a:endParaRPr lang="en-US" dirty="0"/>
          </a:p>
        </p:txBody>
      </p:sp>
      <p:sp>
        <p:nvSpPr>
          <p:cNvPr id="5" name="Slide Number Placeholder 4">
            <a:extLst>
              <a:ext uri="{FF2B5EF4-FFF2-40B4-BE49-F238E27FC236}">
                <a16:creationId xmlns:a16="http://schemas.microsoft.com/office/drawing/2014/main" id="{9F8C91E0-1174-7CA4-6316-1619AD576F0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22612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D7A8C5-70D1-CA7F-84C1-193CA0945EF6}"/>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3" name="Footer Placeholder 2">
            <a:extLst>
              <a:ext uri="{FF2B5EF4-FFF2-40B4-BE49-F238E27FC236}">
                <a16:creationId xmlns:a16="http://schemas.microsoft.com/office/drawing/2014/main" id="{AB0AC7A6-904F-06F7-B95E-A90FB0010276}"/>
              </a:ext>
            </a:extLst>
          </p:cNvPr>
          <p:cNvSpPr>
            <a:spLocks noGrp="1"/>
          </p:cNvSpPr>
          <p:nvPr>
            <p:ph type="ftr" sz="quarter" idx="11"/>
          </p:nvPr>
        </p:nvSpPr>
        <p:spPr/>
        <p:txBody>
          <a:bodyPr/>
          <a:lstStyle/>
          <a:p>
            <a:pPr algn="l"/>
            <a:endParaRPr lang="en-US" dirty="0"/>
          </a:p>
        </p:txBody>
      </p:sp>
      <p:sp>
        <p:nvSpPr>
          <p:cNvPr id="4" name="Slide Number Placeholder 3">
            <a:extLst>
              <a:ext uri="{FF2B5EF4-FFF2-40B4-BE49-F238E27FC236}">
                <a16:creationId xmlns:a16="http://schemas.microsoft.com/office/drawing/2014/main" id="{0EF50E29-68FF-6B4A-6EC3-D9BC7ADB6DE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52752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B5508-C401-C68D-14BC-5BA2B30C7FF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D906667-D690-5BE2-E1C5-9DE66B2C810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29967A-1B06-F2B3-7748-6B0236CA5BA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51AE5EC-CBF0-514A-9215-933A0A8F5E06}"/>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6" name="Footer Placeholder 5">
            <a:extLst>
              <a:ext uri="{FF2B5EF4-FFF2-40B4-BE49-F238E27FC236}">
                <a16:creationId xmlns:a16="http://schemas.microsoft.com/office/drawing/2014/main" id="{70B7A8F8-03F8-D2C6-3479-9619F651ADEC}"/>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C628E568-DEAB-5089-6AB1-AE4BA224B22F}"/>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406041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766BD-3A5E-BFA1-834C-989AA4690FC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47A3C84-905B-D97A-2589-CACC67C39BA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BC04128-A42D-683E-D7DF-16F6FBAC85E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80F4D5C-4BA7-30D9-CD68-275315A7396B}"/>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6" name="Footer Placeholder 5">
            <a:extLst>
              <a:ext uri="{FF2B5EF4-FFF2-40B4-BE49-F238E27FC236}">
                <a16:creationId xmlns:a16="http://schemas.microsoft.com/office/drawing/2014/main" id="{2D081D48-63E9-B040-E933-8C25A9704636}"/>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7C53F99B-9C59-04B9-AB1F-4E17044B126F}"/>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556061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C4F6E-4B75-07B3-5A11-33B27966EF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1053DF-64C1-F016-4FB1-911A3D1982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3FC30C-ED6E-A132-475B-149DB225E12E}"/>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5" name="Footer Placeholder 4">
            <a:extLst>
              <a:ext uri="{FF2B5EF4-FFF2-40B4-BE49-F238E27FC236}">
                <a16:creationId xmlns:a16="http://schemas.microsoft.com/office/drawing/2014/main" id="{000662C4-8DC9-45A4-643F-36ECE9D712DF}"/>
              </a:ext>
            </a:extLst>
          </p:cNvPr>
          <p:cNvSpPr>
            <a:spLocks noGrp="1"/>
          </p:cNvSpPr>
          <p:nvPr>
            <p:ph type="ftr" sz="quarter" idx="11"/>
          </p:nvPr>
        </p:nvSpPr>
        <p:spPr/>
        <p:txBody>
          <a:bodyPr/>
          <a:lstStyle/>
          <a:p>
            <a:pPr algn="l"/>
            <a:endParaRPr lang="en-US" dirty="0"/>
          </a:p>
        </p:txBody>
      </p:sp>
      <p:sp>
        <p:nvSpPr>
          <p:cNvPr id="6" name="Slide Number Placeholder 5">
            <a:extLst>
              <a:ext uri="{FF2B5EF4-FFF2-40B4-BE49-F238E27FC236}">
                <a16:creationId xmlns:a16="http://schemas.microsoft.com/office/drawing/2014/main" id="{0B020E5A-3158-1CE0-7353-75A7FFA3941E}"/>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800613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D281A9-2598-223B-519B-AD5BD588582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7B82C8-7D1F-2469-665E-A56319CEC60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CE26E0-6CAC-5D48-DB85-FD3FB4363727}"/>
              </a:ext>
            </a:extLst>
          </p:cNvPr>
          <p:cNvSpPr>
            <a:spLocks noGrp="1"/>
          </p:cNvSpPr>
          <p:nvPr>
            <p:ph type="dt" sz="half" idx="10"/>
          </p:nvPr>
        </p:nvSpPr>
        <p:spPr/>
        <p:txBody>
          <a:bodyPr/>
          <a:lstStyle/>
          <a:p>
            <a:pPr algn="r"/>
            <a:fld id="{53BEF823-48A5-43FC-BE03-E79964288B41}" type="datetimeFigureOut">
              <a:rPr lang="en-US" smtClean="0"/>
              <a:pPr algn="r"/>
              <a:t>6/24/2025</a:t>
            </a:fld>
            <a:endParaRPr lang="en-US" dirty="0"/>
          </a:p>
        </p:txBody>
      </p:sp>
      <p:sp>
        <p:nvSpPr>
          <p:cNvPr id="5" name="Footer Placeholder 4">
            <a:extLst>
              <a:ext uri="{FF2B5EF4-FFF2-40B4-BE49-F238E27FC236}">
                <a16:creationId xmlns:a16="http://schemas.microsoft.com/office/drawing/2014/main" id="{788A60D9-D3EC-7221-C53B-ED269A579EA6}"/>
              </a:ext>
            </a:extLst>
          </p:cNvPr>
          <p:cNvSpPr>
            <a:spLocks noGrp="1"/>
          </p:cNvSpPr>
          <p:nvPr>
            <p:ph type="ftr" sz="quarter" idx="11"/>
          </p:nvPr>
        </p:nvSpPr>
        <p:spPr/>
        <p:txBody>
          <a:bodyPr/>
          <a:lstStyle/>
          <a:p>
            <a:pPr algn="l"/>
            <a:endParaRPr lang="en-US" dirty="0"/>
          </a:p>
        </p:txBody>
      </p:sp>
      <p:sp>
        <p:nvSpPr>
          <p:cNvPr id="6" name="Slide Number Placeholder 5">
            <a:extLst>
              <a:ext uri="{FF2B5EF4-FFF2-40B4-BE49-F238E27FC236}">
                <a16:creationId xmlns:a16="http://schemas.microsoft.com/office/drawing/2014/main" id="{20C7BECB-A524-85F9-C806-D82D80EAC582}"/>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511297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F8888-A42A-10AF-5398-635905D1C974}"/>
              </a:ext>
            </a:extLst>
          </p:cNvPr>
          <p:cNvSpPr>
            <a:spLocks noGrp="1"/>
          </p:cNvSpPr>
          <p:nvPr>
            <p:ph type="ctrTitle"/>
          </p:nvPr>
        </p:nvSpPr>
        <p:spPr>
          <a:xfrm>
            <a:off x="1143000" y="1122363"/>
            <a:ext cx="6858000" cy="2387600"/>
          </a:xfrm>
        </p:spPr>
        <p:txBody>
          <a:bodyPr anchor="b"/>
          <a:lstStyle>
            <a:lvl1pPr algn="ctr">
              <a:defRPr sz="3375"/>
            </a:lvl1pPr>
          </a:lstStyle>
          <a:p>
            <a:r>
              <a:rPr lang="en-US"/>
              <a:t>Click to edit Master title style</a:t>
            </a:r>
          </a:p>
        </p:txBody>
      </p:sp>
      <p:sp>
        <p:nvSpPr>
          <p:cNvPr id="3" name="Subtitle 2">
            <a:extLst>
              <a:ext uri="{FF2B5EF4-FFF2-40B4-BE49-F238E27FC236}">
                <a16:creationId xmlns:a16="http://schemas.microsoft.com/office/drawing/2014/main" id="{7C18961D-A2C2-DDCC-74CA-D3CAD36DFCD7}"/>
              </a:ext>
            </a:extLst>
          </p:cNvPr>
          <p:cNvSpPr>
            <a:spLocks noGrp="1"/>
          </p:cNvSpPr>
          <p:nvPr>
            <p:ph type="subTitle" idx="1"/>
          </p:nvPr>
        </p:nvSpPr>
        <p:spPr>
          <a:xfrm>
            <a:off x="1143000" y="3602038"/>
            <a:ext cx="6858000" cy="1655762"/>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sp>
        <p:nvSpPr>
          <p:cNvPr id="4" name="Date Placeholder 3">
            <a:extLst>
              <a:ext uri="{FF2B5EF4-FFF2-40B4-BE49-F238E27FC236}">
                <a16:creationId xmlns:a16="http://schemas.microsoft.com/office/drawing/2014/main" id="{3FEEDCD8-3F7F-AD97-D191-1928504ABE1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77AC8CA-05B6-FD4D-7610-F16A54E7D35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EBA71C7-C877-E06E-610A-3769E267EF76}"/>
              </a:ext>
            </a:extLst>
          </p:cNvPr>
          <p:cNvSpPr>
            <a:spLocks noGrp="1"/>
          </p:cNvSpPr>
          <p:nvPr>
            <p:ph type="sldNum" sz="quarter" idx="12"/>
          </p:nvPr>
        </p:nvSpPr>
        <p:spPr/>
        <p:txBody>
          <a:bodyPr/>
          <a:lstStyle/>
          <a:p>
            <a:fld id="{308C5664-C89A-1D4F-962E-558376A4545B}" type="slidenum">
              <a:rPr lang="en-US" smtClean="0"/>
              <a:pPr/>
              <a:t>‹#›</a:t>
            </a:fld>
            <a:endParaRPr lang="en-US"/>
          </a:p>
        </p:txBody>
      </p:sp>
    </p:spTree>
    <p:extLst>
      <p:ext uri="{BB962C8B-B14F-4D97-AF65-F5344CB8AC3E}">
        <p14:creationId xmlns:p14="http://schemas.microsoft.com/office/powerpoint/2010/main" val="3941645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634DD-10BC-38F4-8272-3FC35BBAEA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2240C-C9FB-E8F1-4C85-E8CC6F2F76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72E73-60D6-72D6-926C-1581E4C0B09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C4B869F-0F0D-7F20-05CB-79A175F1C199}"/>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E101D62-5252-1997-206D-63B65D8802B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750763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DCAE-2C10-C764-A2FF-139DE9C015D4}"/>
              </a:ext>
            </a:extLst>
          </p:cNvPr>
          <p:cNvSpPr>
            <a:spLocks noGrp="1"/>
          </p:cNvSpPr>
          <p:nvPr>
            <p:ph type="title"/>
          </p:nvPr>
        </p:nvSpPr>
        <p:spPr>
          <a:xfrm>
            <a:off x="623888" y="1709741"/>
            <a:ext cx="7886700" cy="2852737"/>
          </a:xfrm>
        </p:spPr>
        <p:txBody>
          <a:bodyPr anchor="b"/>
          <a:lstStyle>
            <a:lvl1pPr>
              <a:defRPr sz="3375"/>
            </a:lvl1pPr>
          </a:lstStyle>
          <a:p>
            <a:r>
              <a:rPr lang="en-US"/>
              <a:t>Click to edit Master title style</a:t>
            </a:r>
          </a:p>
        </p:txBody>
      </p:sp>
      <p:sp>
        <p:nvSpPr>
          <p:cNvPr id="3" name="Text Placeholder 2">
            <a:extLst>
              <a:ext uri="{FF2B5EF4-FFF2-40B4-BE49-F238E27FC236}">
                <a16:creationId xmlns:a16="http://schemas.microsoft.com/office/drawing/2014/main" id="{CF6B4767-9110-D4C7-F44E-7D8AC5705E14}"/>
              </a:ext>
            </a:extLst>
          </p:cNvPr>
          <p:cNvSpPr>
            <a:spLocks noGrp="1"/>
          </p:cNvSpPr>
          <p:nvPr>
            <p:ph type="body" idx="1"/>
          </p:nvPr>
        </p:nvSpPr>
        <p:spPr>
          <a:xfrm>
            <a:off x="623888" y="4589466"/>
            <a:ext cx="7886700" cy="150018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50A545-DB71-9B62-665C-94A39AC3D92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11326A4A-A690-490D-4395-82F32062486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DB9D8B7-1823-A716-0E05-C1EF47662B8C}"/>
              </a:ext>
            </a:extLst>
          </p:cNvPr>
          <p:cNvSpPr>
            <a:spLocks noGrp="1"/>
          </p:cNvSpPr>
          <p:nvPr>
            <p:ph type="sldNum" sz="quarter" idx="12"/>
          </p:nvPr>
        </p:nvSpPr>
        <p:spPr/>
        <p:txBody>
          <a:bodyPr/>
          <a:lstStyle/>
          <a:p>
            <a:fld id="{6C260E92-1CB0-4649-B042-6EA86B54D02A}" type="slidenum">
              <a:rPr lang="en-US" smtClean="0"/>
              <a:pPr/>
              <a:t>‹#›</a:t>
            </a:fld>
            <a:endParaRPr lang="en-US"/>
          </a:p>
        </p:txBody>
      </p:sp>
    </p:spTree>
    <p:extLst>
      <p:ext uri="{BB962C8B-B14F-4D97-AF65-F5344CB8AC3E}">
        <p14:creationId xmlns:p14="http://schemas.microsoft.com/office/powerpoint/2010/main" val="2977315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840D7-55B2-FDCB-FBE7-62BFC4955A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2B2411-F0B0-AEB5-E46F-C0E5171564F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8D1A1A-FEDA-6627-9ACF-1E19C8B4A1A4}"/>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1ABAD8-90E2-9197-7FAB-69419D304BE6}"/>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C5EBFC9-7633-C722-66B2-C4EE551260A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E44148E-5612-A6FC-859C-D7C1D857DD8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610699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1A40E-25F7-862F-D5B8-4E71AB53B270}"/>
              </a:ext>
            </a:extLst>
          </p:cNvPr>
          <p:cNvSpPr>
            <a:spLocks noGrp="1"/>
          </p:cNvSpPr>
          <p:nvPr>
            <p:ph type="title"/>
          </p:nvPr>
        </p:nvSpPr>
        <p:spPr>
          <a:xfrm>
            <a:off x="629841" y="365128"/>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E8D0E1-F09A-9D26-56B9-9E2E6A84CF21}"/>
              </a:ext>
            </a:extLst>
          </p:cNvPr>
          <p:cNvSpPr>
            <a:spLocks noGrp="1"/>
          </p:cNvSpPr>
          <p:nvPr>
            <p:ph type="body" idx="1"/>
          </p:nvPr>
        </p:nvSpPr>
        <p:spPr>
          <a:xfrm>
            <a:off x="629842" y="1681163"/>
            <a:ext cx="3868340" cy="82391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a:extLst>
              <a:ext uri="{FF2B5EF4-FFF2-40B4-BE49-F238E27FC236}">
                <a16:creationId xmlns:a16="http://schemas.microsoft.com/office/drawing/2014/main" id="{6CCCDE3D-9D12-7568-B902-18B92C0DE1D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2A8000-3D3A-F58C-938D-A7BA82A4EDEC}"/>
              </a:ext>
            </a:extLst>
          </p:cNvPr>
          <p:cNvSpPr>
            <a:spLocks noGrp="1"/>
          </p:cNvSpPr>
          <p:nvPr>
            <p:ph type="body" sz="quarter" idx="3"/>
          </p:nvPr>
        </p:nvSpPr>
        <p:spPr>
          <a:xfrm>
            <a:off x="4629151" y="1681163"/>
            <a:ext cx="3887391" cy="82391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a:extLst>
              <a:ext uri="{FF2B5EF4-FFF2-40B4-BE49-F238E27FC236}">
                <a16:creationId xmlns:a16="http://schemas.microsoft.com/office/drawing/2014/main" id="{EB3DB15B-B9FA-FF88-E0CC-A19340F3613C}"/>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A4E6CD-D6C5-C300-3126-614AE2DA8004}"/>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45815D4-C8BD-8909-54DC-FC15FAA59FBE}"/>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4E2E3438-7B52-815A-D9A8-A4C581E33B3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0676832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EC046-E063-E4A4-10E5-B11A13B0F6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F68D09-6F80-C61D-F19C-66FF96B1D95E}"/>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55B96ED8-0CA8-DC31-0996-C3A35471698A}"/>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1AFB8B04-1A4A-FEC1-9149-57DEBD6AD6D3}"/>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674382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F8AA6B-5E71-4F69-D470-54A7582D3D56}"/>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468A06A1-E037-6942-FBCA-305021387BA4}"/>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AE5DA8CD-F7B5-622A-ADDC-B9728985527D}"/>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30740977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ADC6B-CB65-3A94-C287-7FC8C469A838}"/>
              </a:ext>
            </a:extLst>
          </p:cNvPr>
          <p:cNvSpPr>
            <a:spLocks noGrp="1"/>
          </p:cNvSpPr>
          <p:nvPr>
            <p:ph type="title"/>
          </p:nvPr>
        </p:nvSpPr>
        <p:spPr>
          <a:xfrm>
            <a:off x="629841" y="457200"/>
            <a:ext cx="2949178" cy="1600200"/>
          </a:xfrm>
        </p:spPr>
        <p:txBody>
          <a:bodyPr anchor="b"/>
          <a:lstStyle>
            <a:lvl1pPr>
              <a:defRPr sz="1800"/>
            </a:lvl1pPr>
          </a:lstStyle>
          <a:p>
            <a:r>
              <a:rPr lang="en-US"/>
              <a:t>Click to edit Master title style</a:t>
            </a:r>
          </a:p>
        </p:txBody>
      </p:sp>
      <p:sp>
        <p:nvSpPr>
          <p:cNvPr id="3" name="Content Placeholder 2">
            <a:extLst>
              <a:ext uri="{FF2B5EF4-FFF2-40B4-BE49-F238E27FC236}">
                <a16:creationId xmlns:a16="http://schemas.microsoft.com/office/drawing/2014/main" id="{281EA2C9-E001-2557-15D5-3B08DF66D278}"/>
              </a:ext>
            </a:extLst>
          </p:cNvPr>
          <p:cNvSpPr>
            <a:spLocks noGrp="1"/>
          </p:cNvSpPr>
          <p:nvPr>
            <p:ph idx="1"/>
          </p:nvPr>
        </p:nvSpPr>
        <p:spPr>
          <a:xfrm>
            <a:off x="3887391" y="987428"/>
            <a:ext cx="4629150" cy="487362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4DB92C-730D-F75C-6A01-F5E7E044B832}"/>
              </a:ext>
            </a:extLst>
          </p:cNvPr>
          <p:cNvSpPr>
            <a:spLocks noGrp="1"/>
          </p:cNvSpPr>
          <p:nvPr>
            <p:ph type="body" sz="half" idx="2"/>
          </p:nvPr>
        </p:nvSpPr>
        <p:spPr>
          <a:xfrm>
            <a:off x="629841" y="2057400"/>
            <a:ext cx="2949178" cy="3811588"/>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5AB2374F-7B41-5010-70A8-CBED33A1D24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A1CE970A-0BD8-E22A-FC9A-C64E442DCE06}"/>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36EDB4EB-7833-B006-3807-CE22EF619CDC}"/>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2738116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D11C2-3544-33E8-8BF0-E1567E75B6BF}"/>
              </a:ext>
            </a:extLst>
          </p:cNvPr>
          <p:cNvSpPr>
            <a:spLocks noGrp="1"/>
          </p:cNvSpPr>
          <p:nvPr>
            <p:ph type="title"/>
          </p:nvPr>
        </p:nvSpPr>
        <p:spPr>
          <a:xfrm>
            <a:off x="629841" y="457200"/>
            <a:ext cx="2949178" cy="1600200"/>
          </a:xfrm>
        </p:spPr>
        <p:txBody>
          <a:bodyPr anchor="b"/>
          <a:lstStyle>
            <a:lvl1pPr>
              <a:defRPr sz="1800"/>
            </a:lvl1pPr>
          </a:lstStyle>
          <a:p>
            <a:r>
              <a:rPr lang="en-US"/>
              <a:t>Click to edit Master title style</a:t>
            </a:r>
          </a:p>
        </p:txBody>
      </p:sp>
      <p:sp>
        <p:nvSpPr>
          <p:cNvPr id="3" name="Picture Placeholder 2">
            <a:extLst>
              <a:ext uri="{FF2B5EF4-FFF2-40B4-BE49-F238E27FC236}">
                <a16:creationId xmlns:a16="http://schemas.microsoft.com/office/drawing/2014/main" id="{BF8221DD-9CAE-F4AF-34C7-93DEDD415F8E}"/>
              </a:ext>
            </a:extLst>
          </p:cNvPr>
          <p:cNvSpPr>
            <a:spLocks noGrp="1"/>
          </p:cNvSpPr>
          <p:nvPr>
            <p:ph type="pic" idx="1"/>
          </p:nvPr>
        </p:nvSpPr>
        <p:spPr>
          <a:xfrm>
            <a:off x="3887391" y="987428"/>
            <a:ext cx="4629150" cy="4873625"/>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a:extLst>
              <a:ext uri="{FF2B5EF4-FFF2-40B4-BE49-F238E27FC236}">
                <a16:creationId xmlns:a16="http://schemas.microsoft.com/office/drawing/2014/main" id="{8EA3521D-6885-E11F-E8EF-D48B3A10C416}"/>
              </a:ext>
            </a:extLst>
          </p:cNvPr>
          <p:cNvSpPr>
            <a:spLocks noGrp="1"/>
          </p:cNvSpPr>
          <p:nvPr>
            <p:ph type="body" sz="half" idx="2"/>
          </p:nvPr>
        </p:nvSpPr>
        <p:spPr>
          <a:xfrm>
            <a:off x="629841" y="2057400"/>
            <a:ext cx="2949178" cy="3811588"/>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8C724328-5BE0-5C9C-7948-E814CD21B524}"/>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F8DD2C42-3964-D4C1-19CD-6C1FDDD8914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CACE3B32-A011-00EA-CFDF-E24D17B69D00}"/>
              </a:ext>
            </a:extLst>
          </p:cNvPr>
          <p:cNvSpPr>
            <a:spLocks noGrp="1"/>
          </p:cNvSpPr>
          <p:nvPr>
            <p:ph type="sldNum" sz="quarter" idx="12"/>
          </p:nvPr>
        </p:nvSpPr>
        <p:spPr/>
        <p:txBody>
          <a:bodyPr/>
          <a:lstStyle/>
          <a:p>
            <a:fld id="{915FAA45-AC5B-014B-9F74-53D558B73BE0}" type="slidenum">
              <a:rPr lang="en-US" smtClean="0"/>
              <a:pPr/>
              <a:t>‹#›</a:t>
            </a:fld>
            <a:endParaRPr lang="en-US"/>
          </a:p>
        </p:txBody>
      </p:sp>
    </p:spTree>
    <p:extLst>
      <p:ext uri="{BB962C8B-B14F-4D97-AF65-F5344CB8AC3E}">
        <p14:creationId xmlns:p14="http://schemas.microsoft.com/office/powerpoint/2010/main" val="1022728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AF418-488C-E058-1858-48C243BE87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FE500F-0146-CF9F-4DF4-4928610C5D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9372B-DF23-50DB-5593-47453A6FF219}"/>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04C41AB-48D8-9785-39CC-44037C9DFCE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84B8F29-83D6-6A5E-1D50-0775B0EABAFE}"/>
              </a:ext>
            </a:extLst>
          </p:cNvPr>
          <p:cNvSpPr>
            <a:spLocks noGrp="1"/>
          </p:cNvSpPr>
          <p:nvPr>
            <p:ph type="sldNum" sz="quarter" idx="12"/>
          </p:nvPr>
        </p:nvSpPr>
        <p:spPr/>
        <p:txBody>
          <a:bodyPr/>
          <a:lstStyle/>
          <a:p>
            <a:fld id="{5CA3EE8A-D467-1E43-9BF1-BA74D447CC7B}" type="slidenum">
              <a:rPr lang="en-US" smtClean="0"/>
              <a:pPr/>
              <a:t>‹#›</a:t>
            </a:fld>
            <a:endParaRPr lang="en-US"/>
          </a:p>
        </p:txBody>
      </p:sp>
    </p:spTree>
    <p:extLst>
      <p:ext uri="{BB962C8B-B14F-4D97-AF65-F5344CB8AC3E}">
        <p14:creationId xmlns:p14="http://schemas.microsoft.com/office/powerpoint/2010/main" val="5557550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CAFF7F-E323-7090-3747-B260810139D1}"/>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351B57-F253-ED6F-141E-2490BE35E4E1}"/>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4807A9-369A-BFCE-2B8D-B9744472BB4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B1481EB-7D30-5E58-17AB-F925619D0740}"/>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4C2E476-7CF3-A498-6D73-2C6AF40AF33C}"/>
              </a:ext>
            </a:extLst>
          </p:cNvPr>
          <p:cNvSpPr>
            <a:spLocks noGrp="1"/>
          </p:cNvSpPr>
          <p:nvPr>
            <p:ph type="sldNum" sz="quarter" idx="12"/>
          </p:nvPr>
        </p:nvSpPr>
        <p:spPr/>
        <p:txBody>
          <a:bodyPr/>
          <a:lstStyle/>
          <a:p>
            <a:fld id="{8C454890-8C81-D642-A868-18D33ADD9ED7}" type="slidenum">
              <a:rPr lang="en-US" smtClean="0"/>
              <a:pPr/>
              <a:t>‹#›</a:t>
            </a:fld>
            <a:endParaRPr lang="en-US"/>
          </a:p>
        </p:txBody>
      </p:sp>
    </p:spTree>
    <p:extLst>
      <p:ext uri="{BB962C8B-B14F-4D97-AF65-F5344CB8AC3E}">
        <p14:creationId xmlns:p14="http://schemas.microsoft.com/office/powerpoint/2010/main" val="16619868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34DB-E3F7-0296-A507-642A9BA70F4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109E0D0-A1B6-BE86-8417-3C51898C3A3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E8D5974-B041-254A-DF1B-99896D10D7AA}"/>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5" name="Footer Placeholder 4">
            <a:extLst>
              <a:ext uri="{FF2B5EF4-FFF2-40B4-BE49-F238E27FC236}">
                <a16:creationId xmlns:a16="http://schemas.microsoft.com/office/drawing/2014/main" id="{C753E78D-9AB1-7DCE-94DA-B041C5FFA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2B39E-4925-373B-534E-553867279E99}"/>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35069590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CE95-7CA9-3500-2974-644C8D41DC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19DAE-8A07-5795-3535-91B19D3E5B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1D0C3-A51A-D994-3A25-1D16C8B9EFE6}"/>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5" name="Footer Placeholder 4">
            <a:extLst>
              <a:ext uri="{FF2B5EF4-FFF2-40B4-BE49-F238E27FC236}">
                <a16:creationId xmlns:a16="http://schemas.microsoft.com/office/drawing/2014/main" id="{9600C2EE-6AEC-B06E-3BFA-42F2578EF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5E7B5-721A-4315-3C8B-50641A76109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9661839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4375-EAD2-B0DE-E8FB-23E1F779832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D862338-4C32-8214-631B-0715CEF2093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A2AB5-E745-BFCE-0DFB-652E4FCC6C75}"/>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5" name="Footer Placeholder 4">
            <a:extLst>
              <a:ext uri="{FF2B5EF4-FFF2-40B4-BE49-F238E27FC236}">
                <a16:creationId xmlns:a16="http://schemas.microsoft.com/office/drawing/2014/main" id="{E0A2B1D9-28F4-D8F6-3180-B5544D8FD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5ED8-1370-9A02-509F-703055ECC5C4}"/>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861775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E62DE-AAB4-3C42-10E8-D9A482FBA8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21DDAF-6D4E-216F-7D43-8DA6A51B4015}"/>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6C7A28-7845-6658-3EEE-DD4DB51F5DE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65AA39-0CDB-6A71-1EA1-54ECB601D483}"/>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6" name="Footer Placeholder 5">
            <a:extLst>
              <a:ext uri="{FF2B5EF4-FFF2-40B4-BE49-F238E27FC236}">
                <a16:creationId xmlns:a16="http://schemas.microsoft.com/office/drawing/2014/main" id="{D62B0B6F-E7C2-944E-1C7E-9D256BE68C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07A67D-5617-AB2A-3BA5-68C7B9FB3A6E}"/>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31419738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3FA5B-004E-4258-3D93-9FC313477818}"/>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1ABC08-73F7-C783-DBE6-59D2140F0F7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DBADFAB-D7B3-44FA-D8F4-27A7F7F6731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CF6222-5B25-D3DB-6D2D-AB18DAC7FC4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F50F3FD-D096-3EC5-829E-6F7D6038379D}"/>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D35459-7799-298A-C14A-1D2497312D2D}"/>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8" name="Footer Placeholder 7">
            <a:extLst>
              <a:ext uri="{FF2B5EF4-FFF2-40B4-BE49-F238E27FC236}">
                <a16:creationId xmlns:a16="http://schemas.microsoft.com/office/drawing/2014/main" id="{15EC77DA-298F-61F8-4ACD-6855426005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BE2D29-1AD3-FDB5-07A6-E4312539D260}"/>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7165113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62844-C555-0D15-B685-5323633139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1C2D36-D183-5A60-3602-66BC23A6F0BB}"/>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4" name="Footer Placeholder 3">
            <a:extLst>
              <a:ext uri="{FF2B5EF4-FFF2-40B4-BE49-F238E27FC236}">
                <a16:creationId xmlns:a16="http://schemas.microsoft.com/office/drawing/2014/main" id="{A923A211-C5CF-949A-7B44-CF4CE3D399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DDBD10-DDAB-6162-E206-33BCEFC19DFC}"/>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34905807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D205F5-24F0-255F-859B-FF7998FB557F}"/>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3" name="Footer Placeholder 2">
            <a:extLst>
              <a:ext uri="{FF2B5EF4-FFF2-40B4-BE49-F238E27FC236}">
                <a16:creationId xmlns:a16="http://schemas.microsoft.com/office/drawing/2014/main" id="{9072AB1F-B8BF-35D4-4E1C-0B1756D366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100493-F9A1-AC76-40F2-ED45BF04BDD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0360856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DBC6-8157-79B6-7892-06EA7793A6D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00D5BD7-99EC-4E9C-11AC-8E31A069FF3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D397D6-3B66-093A-DAB3-57CFE25914F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BEF0157-CFFC-FA71-E7AA-57F49001BBDF}"/>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6" name="Footer Placeholder 5">
            <a:extLst>
              <a:ext uri="{FF2B5EF4-FFF2-40B4-BE49-F238E27FC236}">
                <a16:creationId xmlns:a16="http://schemas.microsoft.com/office/drawing/2014/main" id="{1505D853-16E1-DD2D-5733-4B924FEF9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E57595-CCF3-0810-60EC-6F7A74895AA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13392104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2B5D2-36E8-678A-A0B0-80FF14E0C97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BF2B91C-AEBA-944C-9821-0294FA786B0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9BEC38A7-88EA-70C6-6E75-37E4F5A4E6E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42EFB63-D7E6-23B1-6979-6F8CD3719481}"/>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6" name="Footer Placeholder 5">
            <a:extLst>
              <a:ext uri="{FF2B5EF4-FFF2-40B4-BE49-F238E27FC236}">
                <a16:creationId xmlns:a16="http://schemas.microsoft.com/office/drawing/2014/main" id="{DDE75B4C-AA3F-F0EE-DCA5-D8C496BE2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EEF2D4-DF91-ACDE-BCEA-57B38C5480FD}"/>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25912518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43D5-E31E-D8CA-D561-825BC4D5A0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854423-2662-85BF-D9A1-4B46239DC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CF0B84-B1DB-D609-F801-903B712756C9}"/>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5" name="Footer Placeholder 4">
            <a:extLst>
              <a:ext uri="{FF2B5EF4-FFF2-40B4-BE49-F238E27FC236}">
                <a16:creationId xmlns:a16="http://schemas.microsoft.com/office/drawing/2014/main" id="{7B19BAFF-C543-95A7-0B66-F02814665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C1945-4C65-019F-90C5-87FD697C4467}"/>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3276726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D9F404-61B2-75F0-6F77-9380BC4F99AA}"/>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125A70-3775-0EF6-E2DA-C4FAA89AF87E}"/>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DE6C2-BC9B-4F60-D179-F775EB67244B}"/>
              </a:ext>
            </a:extLst>
          </p:cNvPr>
          <p:cNvSpPr>
            <a:spLocks noGrp="1"/>
          </p:cNvSpPr>
          <p:nvPr>
            <p:ph type="dt" sz="half" idx="10"/>
          </p:nvPr>
        </p:nvSpPr>
        <p:spPr/>
        <p:txBody>
          <a:bodyPr/>
          <a:lstStyle/>
          <a:p>
            <a:fld id="{776DC261-C390-1645-94CE-0C58977D651F}" type="datetimeFigureOut">
              <a:rPr lang="en-US" smtClean="0"/>
              <a:t>6/24/2025</a:t>
            </a:fld>
            <a:endParaRPr lang="en-US"/>
          </a:p>
        </p:txBody>
      </p:sp>
      <p:sp>
        <p:nvSpPr>
          <p:cNvPr id="5" name="Footer Placeholder 4">
            <a:extLst>
              <a:ext uri="{FF2B5EF4-FFF2-40B4-BE49-F238E27FC236}">
                <a16:creationId xmlns:a16="http://schemas.microsoft.com/office/drawing/2014/main" id="{49807B19-447C-BCB2-CB35-243BA6C6E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45A2E-05F6-6E15-A201-EC23E62C294C}"/>
              </a:ext>
            </a:extLst>
          </p:cNvPr>
          <p:cNvSpPr>
            <a:spLocks noGrp="1"/>
          </p:cNvSpPr>
          <p:nvPr>
            <p:ph type="sldNum" sz="quarter" idx="12"/>
          </p:nvPr>
        </p:nvSpPr>
        <p:spPr/>
        <p:txBody>
          <a:bodyPr/>
          <a:lstStyle/>
          <a:p>
            <a:fld id="{7347CC22-2B9F-664B-9972-D3B52C865247}" type="slidenum">
              <a:rPr lang="en-US" smtClean="0"/>
              <a:t>‹#›</a:t>
            </a:fld>
            <a:endParaRPr lang="en-US"/>
          </a:p>
        </p:txBody>
      </p:sp>
    </p:spTree>
    <p:extLst>
      <p:ext uri="{BB962C8B-B14F-4D97-AF65-F5344CB8AC3E}">
        <p14:creationId xmlns:p14="http://schemas.microsoft.com/office/powerpoint/2010/main" val="3248893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73E6E2-814E-ABE6-4B63-10E62E1FCC4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DB0110-EC94-E9BB-052B-154F5EEFDF8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23AA3-BB6A-992D-9F97-EE5662521F3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lgn="r"/>
            <a:fld id="{53BEF823-48A5-43FC-BE03-E79964288B41}" type="datetimeFigureOut">
              <a:rPr lang="en-US" smtClean="0"/>
              <a:pPr algn="r"/>
              <a:t>6/24/2025</a:t>
            </a:fld>
            <a:endParaRPr lang="en-US"/>
          </a:p>
        </p:txBody>
      </p:sp>
      <p:sp>
        <p:nvSpPr>
          <p:cNvPr id="5" name="Footer Placeholder 4">
            <a:extLst>
              <a:ext uri="{FF2B5EF4-FFF2-40B4-BE49-F238E27FC236}">
                <a16:creationId xmlns:a16="http://schemas.microsoft.com/office/drawing/2014/main" id="{2E245206-A20E-8D94-D302-969AEDA3E08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l"/>
            <a:endParaRPr lang="en-US"/>
          </a:p>
        </p:txBody>
      </p:sp>
      <p:sp>
        <p:nvSpPr>
          <p:cNvPr id="6" name="Slide Number Placeholder 5">
            <a:extLst>
              <a:ext uri="{FF2B5EF4-FFF2-40B4-BE49-F238E27FC236}">
                <a16:creationId xmlns:a16="http://schemas.microsoft.com/office/drawing/2014/main" id="{E3F5569B-6CD4-EAAB-FEB2-C0675AA21E2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58617864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59D20E-7A7F-54FD-AD17-38C4874E9D15}"/>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AFD75F-7CB4-1010-FA5F-82A29DA451C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F7EBF7-BCE2-6349-3CF1-EE42512A1012}"/>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040AFBE2-3D8D-5FF0-A4CE-66D4CACEC458}"/>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45B8627-7E0E-530C-FB87-7A70CDC3331F}"/>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915FAA45-AC5B-014B-9F74-53D558B73BE0}" type="slidenum">
              <a:rPr lang="en-US" smtClean="0"/>
              <a:pPr/>
              <a:t>‹#›</a:t>
            </a:fld>
            <a:endParaRPr lang="en-US"/>
          </a:p>
        </p:txBody>
      </p:sp>
    </p:spTree>
    <p:extLst>
      <p:ext uri="{BB962C8B-B14F-4D97-AF65-F5344CB8AC3E}">
        <p14:creationId xmlns:p14="http://schemas.microsoft.com/office/powerpoint/2010/main" val="102344877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994799-D5B1-D8FB-28E8-48D9F9D5362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900CFC-F2D2-0432-F27E-A2B69885D08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DF17AC-A749-3273-CAB4-032BA0255BE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76DC261-C390-1645-94CE-0C58977D651F}" type="datetimeFigureOut">
              <a:rPr lang="en-US" smtClean="0"/>
              <a:t>6/24/2025</a:t>
            </a:fld>
            <a:endParaRPr lang="en-US"/>
          </a:p>
        </p:txBody>
      </p:sp>
      <p:sp>
        <p:nvSpPr>
          <p:cNvPr id="5" name="Footer Placeholder 4">
            <a:extLst>
              <a:ext uri="{FF2B5EF4-FFF2-40B4-BE49-F238E27FC236}">
                <a16:creationId xmlns:a16="http://schemas.microsoft.com/office/drawing/2014/main" id="{E556420E-F277-CA8F-2306-963C8327A28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5201BE-2B4C-FA6B-4BCB-88404CAB8F6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347CC22-2B9F-664B-9972-D3B52C865247}" type="slidenum">
              <a:rPr lang="en-US" smtClean="0"/>
              <a:t>‹#›</a:t>
            </a:fld>
            <a:endParaRPr lang="en-US"/>
          </a:p>
        </p:txBody>
      </p:sp>
    </p:spTree>
    <p:extLst>
      <p:ext uri="{BB962C8B-B14F-4D97-AF65-F5344CB8AC3E}">
        <p14:creationId xmlns:p14="http://schemas.microsoft.com/office/powerpoint/2010/main" val="428002034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tiff"/><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hyperlink" Target="http://www.statedata.info/"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idd.nationalcoreindicators.org/wp-content/uploads/2023/05/0519_NCIIDD_Visusummary-A.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5.png"/><Relationship Id="rId7" Type="http://schemas.openxmlformats.org/officeDocument/2006/relationships/diagramColors" Target="../diagrams/colors3.xml"/><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8.jpeg"/><Relationship Id="rId7" Type="http://schemas.openxmlformats.org/officeDocument/2006/relationships/diagramColors" Target="../diagrams/colors4.xml"/><Relationship Id="rId2" Type="http://schemas.openxmlformats.org/officeDocument/2006/relationships/notesSlide" Target="../notesSlides/notesSlide22.xml"/><Relationship Id="rId1" Type="http://schemas.openxmlformats.org/officeDocument/2006/relationships/slideLayout" Target="../slideLayouts/slideLayout2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A picture containing text, clipart&#10;&#10;Description automatically generated">
            <a:extLst>
              <a:ext uri="{FF2B5EF4-FFF2-40B4-BE49-F238E27FC236}">
                <a16:creationId xmlns:a16="http://schemas.microsoft.com/office/drawing/2014/main" id="{0BEAE521-28B7-4353-B61E-A1559F5BD3BE}"/>
              </a:ext>
            </a:extLst>
          </p:cNvPr>
          <p:cNvPicPr>
            <a:picLocks noChangeAspect="1"/>
          </p:cNvPicPr>
          <p:nvPr/>
        </p:nvPicPr>
        <p:blipFill>
          <a:blip r:embed="rId5"/>
          <a:stretch>
            <a:fillRect/>
          </a:stretch>
        </p:blipFill>
        <p:spPr>
          <a:xfrm>
            <a:off x="1141122" y="1750310"/>
            <a:ext cx="1362456" cy="1371600"/>
          </a:xfrm>
          <a:prstGeom prst="rect">
            <a:avLst/>
          </a:prstGeom>
        </p:spPr>
      </p:pic>
      <p:pic>
        <p:nvPicPr>
          <p:cNvPr id="5" name="Picture 5" descr="Minnesota Department of Human Services logo">
            <a:extLst>
              <a:ext uri="{FF2B5EF4-FFF2-40B4-BE49-F238E27FC236}">
                <a16:creationId xmlns:a16="http://schemas.microsoft.com/office/drawing/2014/main" id="{3EAC268F-4614-B218-75D1-410B5B6BD494}"/>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bwMode="gray">
          <a:xfrm>
            <a:off x="2795422" y="2138216"/>
            <a:ext cx="1714500" cy="595788"/>
          </a:xfrm>
          <a:prstGeom prst="rect">
            <a:avLst/>
          </a:prstGeom>
        </p:spPr>
      </p:pic>
      <p:pic>
        <p:nvPicPr>
          <p:cNvPr id="6" name="Picture 5" descr="Logo&#10;&#10;Description automatically generated with medium confidence">
            <a:extLst>
              <a:ext uri="{FF2B5EF4-FFF2-40B4-BE49-F238E27FC236}">
                <a16:creationId xmlns:a16="http://schemas.microsoft.com/office/drawing/2014/main" id="{FCBFE005-1875-6551-29CE-01CA89758715}"/>
              </a:ext>
            </a:extLst>
          </p:cNvPr>
          <p:cNvPicPr>
            <a:picLocks noChangeAspect="1"/>
          </p:cNvPicPr>
          <p:nvPr/>
        </p:nvPicPr>
        <p:blipFill>
          <a:blip r:embed="rId7"/>
          <a:stretch>
            <a:fillRect/>
          </a:stretch>
        </p:blipFill>
        <p:spPr>
          <a:xfrm>
            <a:off x="4627620" y="2012005"/>
            <a:ext cx="1712631" cy="848211"/>
          </a:xfrm>
          <a:prstGeom prst="rect">
            <a:avLst/>
          </a:prstGeom>
        </p:spPr>
      </p:pic>
      <p:pic>
        <p:nvPicPr>
          <p:cNvPr id="10" name="Picture 9">
            <a:extLst>
              <a:ext uri="{FF2B5EF4-FFF2-40B4-BE49-F238E27FC236}">
                <a16:creationId xmlns:a16="http://schemas.microsoft.com/office/drawing/2014/main" id="{1E768905-32A0-0442-9557-51E2003FDCBF}"/>
              </a:ext>
            </a:extLst>
          </p:cNvPr>
          <p:cNvPicPr>
            <a:picLocks noChangeAspect="1"/>
          </p:cNvPicPr>
          <p:nvPr/>
        </p:nvPicPr>
        <p:blipFill>
          <a:blip r:embed="rId8"/>
          <a:stretch>
            <a:fillRect/>
          </a:stretch>
        </p:blipFill>
        <p:spPr>
          <a:xfrm>
            <a:off x="6457950" y="2301093"/>
            <a:ext cx="1714500" cy="270034"/>
          </a:xfrm>
          <a:prstGeom prst="rect">
            <a:avLst/>
          </a:prstGeom>
        </p:spPr>
      </p:pic>
      <p:sp>
        <p:nvSpPr>
          <p:cNvPr id="21" name="Right Triangle 2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59150"/>
            <a:ext cx="2468880" cy="24003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22">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1" y="1324706"/>
            <a:ext cx="8178790" cy="420591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2D7F20BA-65E9-3743-9AB6-8CB917AE8DA2}"/>
              </a:ext>
            </a:extLst>
          </p:cNvPr>
          <p:cNvSpPr>
            <a:spLocks noGrp="1"/>
          </p:cNvSpPr>
          <p:nvPr>
            <p:ph type="ctrTitle"/>
          </p:nvPr>
        </p:nvSpPr>
        <p:spPr>
          <a:xfrm>
            <a:off x="824103" y="3280048"/>
            <a:ext cx="6296538" cy="1441075"/>
          </a:xfrm>
        </p:spPr>
        <p:txBody>
          <a:bodyPr anchor="b">
            <a:normAutofit fontScale="90000"/>
          </a:bodyPr>
          <a:lstStyle/>
          <a:p>
            <a:pPr algn="l"/>
            <a:r>
              <a:rPr lang="en-US" sz="3300"/>
              <a:t>Minnesota Transformation Initiative</a:t>
            </a:r>
            <a:br>
              <a:rPr lang="en-US" sz="3300"/>
            </a:br>
            <a:r>
              <a:rPr lang="en-US" sz="3300"/>
              <a:t>Leadership and Management Training  </a:t>
            </a:r>
            <a:br>
              <a:rPr lang="en-US" sz="3300"/>
            </a:br>
            <a:endParaRPr lang="en-US" sz="3300" i="1"/>
          </a:p>
        </p:txBody>
      </p:sp>
      <p:sp>
        <p:nvSpPr>
          <p:cNvPr id="16" name="TextBox 15">
            <a:extLst>
              <a:ext uri="{FF2B5EF4-FFF2-40B4-BE49-F238E27FC236}">
                <a16:creationId xmlns:a16="http://schemas.microsoft.com/office/drawing/2014/main" id="{F4ACC47B-5EC5-BA94-A1A5-CC93E48B07E9}"/>
              </a:ext>
            </a:extLst>
          </p:cNvPr>
          <p:cNvSpPr txBox="1"/>
          <p:nvPr/>
        </p:nvSpPr>
        <p:spPr>
          <a:xfrm>
            <a:off x="781049" y="4361714"/>
            <a:ext cx="7693142" cy="1177245"/>
          </a:xfrm>
          <a:prstGeom prst="rect">
            <a:avLst/>
          </a:prstGeom>
          <a:noFill/>
        </p:spPr>
        <p:txBody>
          <a:bodyPr wrap="square" lIns="68580" tIns="34290" rIns="68580" bIns="34290" rtlCol="0" anchor="t">
            <a:spAutoFit/>
          </a:bodyPr>
          <a:lstStyle/>
          <a:p>
            <a:r>
              <a:rPr lang="en-US" sz="3600" b="1" i="1" u="none" dirty="0">
                <a:solidFill>
                  <a:schemeClr val="tx1"/>
                </a:solidFill>
                <a:latin typeface="Times"/>
                <a:ea typeface="ヒラギノ角ゴ Pro W3"/>
                <a:cs typeface="Times"/>
              </a:rPr>
              <a:t>Module </a:t>
            </a:r>
            <a:r>
              <a:rPr lang="en-US" sz="3600" i="1" u="none" dirty="0">
                <a:solidFill>
                  <a:schemeClr val="tx1"/>
                </a:solidFill>
                <a:latin typeface="Times"/>
                <a:ea typeface="ヒラギノ角ゴ Pro W3"/>
                <a:cs typeface="Times"/>
              </a:rPr>
              <a:t>8</a:t>
            </a:r>
            <a:r>
              <a:rPr lang="en-US" sz="3600" b="1" i="1" u="none" dirty="0">
                <a:solidFill>
                  <a:schemeClr val="tx1"/>
                </a:solidFill>
                <a:latin typeface="Times"/>
                <a:ea typeface="ヒラギノ角ゴ Pro W3"/>
                <a:cs typeface="Times"/>
              </a:rPr>
              <a:t>: Creating Systems for Quality Improvement</a:t>
            </a:r>
          </a:p>
        </p:txBody>
      </p:sp>
      <p:pic>
        <p:nvPicPr>
          <p:cNvPr id="22" name="Audio 21">
            <a:hlinkClick r:id="" action="ppaction://media"/>
            <a:extLst>
              <a:ext uri="{FF2B5EF4-FFF2-40B4-BE49-F238E27FC236}">
                <a16:creationId xmlns:a16="http://schemas.microsoft.com/office/drawing/2014/main" id="{FE7F6F0C-7AF2-5471-A7D3-41A4822F97B1}"/>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203125" t="-203125" r="-203125" b="-203125"/>
          <a:stretch>
            <a:fillRect/>
          </a:stretch>
        </p:blipFill>
        <p:spPr>
          <a:xfrm>
            <a:off x="7004304" y="4718304"/>
            <a:ext cx="2057400" cy="2057400"/>
          </a:xfrm>
          <a:prstGeom prst="ellipse">
            <a:avLst/>
          </a:prstGeom>
        </p:spPr>
      </p:pic>
    </p:spTree>
    <p:extLst>
      <p:ext uri="{BB962C8B-B14F-4D97-AF65-F5344CB8AC3E}">
        <p14:creationId xmlns:p14="http://schemas.microsoft.com/office/powerpoint/2010/main" val="3568794635"/>
      </p:ext>
    </p:extLst>
  </p:cSld>
  <p:clrMapOvr>
    <a:masterClrMapping/>
  </p:clrMapOvr>
  <mc:AlternateContent xmlns:mc="http://schemas.openxmlformats.org/markup-compatibility/2006" xmlns:p14="http://schemas.microsoft.com/office/powerpoint/2010/main">
    <mc:Choice Requires="p14">
      <p:transition spd="slow" p14:dur="2000" advTm="6917"/>
    </mc:Choice>
    <mc:Fallback xmlns="">
      <p:transition spd="slow" advTm="69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18CE20-F345-97AD-75B7-D1BC5FD96211}"/>
              </a:ext>
            </a:extLst>
          </p:cNvPr>
          <p:cNvSpPr>
            <a:spLocks noGrp="1"/>
          </p:cNvSpPr>
          <p:nvPr>
            <p:ph type="title"/>
          </p:nvPr>
        </p:nvSpPr>
        <p:spPr>
          <a:xfrm>
            <a:off x="473202" y="640080"/>
            <a:ext cx="3614166" cy="1481328"/>
          </a:xfrm>
        </p:spPr>
        <p:txBody>
          <a:bodyPr vert="horz" lIns="91440" tIns="45720" rIns="91440" bIns="45720" rtlCol="0" anchor="b">
            <a:normAutofit/>
          </a:bodyPr>
          <a:lstStyle/>
          <a:p>
            <a:pPr defTabSz="914400"/>
            <a:r>
              <a:rPr lang="en-US" sz="4700" b="1" kern="1200">
                <a:solidFill>
                  <a:schemeClr val="tx1"/>
                </a:solidFill>
                <a:latin typeface="+mj-lt"/>
                <a:ea typeface="+mj-ea"/>
                <a:cs typeface="+mj-cs"/>
              </a:rPr>
              <a:t>Learning objectives</a:t>
            </a:r>
          </a:p>
        </p:txBody>
      </p:sp>
      <p:sp>
        <p:nvSpPr>
          <p:cNvPr id="103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73D3C19-312E-5F64-DC84-DACBD1258532}"/>
              </a:ext>
            </a:extLst>
          </p:cNvPr>
          <p:cNvSpPr>
            <a:spLocks noGrp="1"/>
          </p:cNvSpPr>
          <p:nvPr>
            <p:ph sz="half" idx="1"/>
          </p:nvPr>
        </p:nvSpPr>
        <p:spPr>
          <a:xfrm>
            <a:off x="336842" y="3423514"/>
            <a:ext cx="8807158" cy="3547872"/>
          </a:xfrm>
        </p:spPr>
        <p:txBody>
          <a:bodyPr vert="horz" lIns="91440" tIns="45720" rIns="91440" bIns="45720" rtlCol="0" anchor="t">
            <a:normAutofit/>
          </a:bodyPr>
          <a:lstStyle/>
          <a:p>
            <a:pPr indent="-228600" defTabSz="914400"/>
            <a:r>
              <a:rPr lang="en-US" sz="1900" dirty="0"/>
              <a:t>Describe why systems for quality improvement are important for organizations</a:t>
            </a:r>
          </a:p>
          <a:p>
            <a:pPr indent="-228600" defTabSz="914400"/>
            <a:r>
              <a:rPr lang="en-US" sz="1900" dirty="0"/>
              <a:t>Describe how data can be used to improve outcomes</a:t>
            </a:r>
          </a:p>
          <a:p>
            <a:pPr marL="0" indent="-228600" defTabSz="914400"/>
            <a:r>
              <a:rPr lang="en-US" sz="1900" dirty="0"/>
              <a:t>Identify what types of data YOU should consider tracking and how you might use it</a:t>
            </a:r>
          </a:p>
        </p:txBody>
      </p:sp>
      <p:pic>
        <p:nvPicPr>
          <p:cNvPr id="15" name="Graphic 14" descr="Presentation with Checklist">
            <a:extLst>
              <a:ext uri="{FF2B5EF4-FFF2-40B4-BE49-F238E27FC236}">
                <a16:creationId xmlns:a16="http://schemas.microsoft.com/office/drawing/2014/main" id="{C144FEA8-0019-5A6E-B3E8-3BFB171619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99730" y="-80296"/>
            <a:ext cx="2922079" cy="2922079"/>
          </a:xfrm>
          <a:prstGeom prst="rect">
            <a:avLst/>
          </a:prstGeom>
        </p:spPr>
      </p:pic>
      <p:pic>
        <p:nvPicPr>
          <p:cNvPr id="1026" name="Picture 2">
            <a:extLst>
              <a:ext uri="{FF2B5EF4-FFF2-40B4-BE49-F238E27FC236}">
                <a16:creationId xmlns:a16="http://schemas.microsoft.com/office/drawing/2014/main" id="{8C0B774B-55BA-35F2-BE5B-97C0FE89AE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0" y="6019800"/>
            <a:ext cx="1157288"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800762"/>
      </p:ext>
    </p:extLst>
  </p:cSld>
  <p:clrMapOvr>
    <a:masterClrMapping/>
  </p:clrMapOvr>
  <mc:AlternateContent xmlns:mc="http://schemas.openxmlformats.org/markup-compatibility/2006" xmlns:p14="http://schemas.microsoft.com/office/powerpoint/2010/main">
    <mc:Choice Requires="p14">
      <p:transition spd="slow" p14:dur="2000" advTm="19108"/>
    </mc:Choice>
    <mc:Fallback xmlns="">
      <p:transition spd="slow" advTm="1910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61A0C03-7C85-2643-56CC-2FF38431EBFB}"/>
              </a:ext>
            </a:extLst>
          </p:cNvPr>
          <p:cNvPicPr>
            <a:picLocks noChangeAspect="1"/>
          </p:cNvPicPr>
          <p:nvPr/>
        </p:nvPicPr>
        <p:blipFill rotWithShape="1">
          <a:blip r:embed="rId3"/>
          <a:srcRect l="5224" t="9091" r="25829" b="-1"/>
          <a:stretch/>
        </p:blipFill>
        <p:spPr>
          <a:xfrm>
            <a:off x="2642616" y="10"/>
            <a:ext cx="6501384" cy="6857990"/>
          </a:xfrm>
          <a:prstGeom prst="rect">
            <a:avLst/>
          </a:prstGeom>
        </p:spPr>
      </p:pic>
      <p:sp>
        <p:nvSpPr>
          <p:cNvPr id="20" name="Rectangle 1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17450"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A343869-1422-EDEC-E7E3-CA0E8B4223F5}"/>
              </a:ext>
            </a:extLst>
          </p:cNvPr>
          <p:cNvSpPr>
            <a:spLocks noGrp="1"/>
          </p:cNvSpPr>
          <p:nvPr>
            <p:ph type="title"/>
          </p:nvPr>
        </p:nvSpPr>
        <p:spPr>
          <a:xfrm>
            <a:off x="358485" y="1122363"/>
            <a:ext cx="3017520" cy="3204134"/>
          </a:xfrm>
        </p:spPr>
        <p:txBody>
          <a:bodyPr vert="horz" lIns="91440" tIns="45720" rIns="91440" bIns="45720" rtlCol="0" anchor="b">
            <a:normAutofit/>
          </a:bodyPr>
          <a:lstStyle/>
          <a:p>
            <a:pPr defTabSz="914400"/>
            <a:r>
              <a:rPr lang="en-US" sz="4200" b="1" i="1"/>
              <a:t>Leadership</a:t>
            </a:r>
            <a:r>
              <a:rPr lang="en-US" sz="4200"/>
              <a:t> is about connecting the dots....</a:t>
            </a:r>
          </a:p>
        </p:txBody>
      </p:sp>
      <p:sp>
        <p:nvSpPr>
          <p:cNvPr id="22" name="Rectangle 2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F55CDA2B-D0CB-1A43-EF39-F7230EED4C01}"/>
              </a:ext>
            </a:extLst>
          </p:cNvPr>
          <p:cNvSpPr txBox="1"/>
          <p:nvPr/>
        </p:nvSpPr>
        <p:spPr>
          <a:xfrm>
            <a:off x="358485" y="4724400"/>
            <a:ext cx="5889915" cy="1846659"/>
          </a:xfrm>
          <a:prstGeom prst="rect">
            <a:avLst/>
          </a:prstGeom>
          <a:noFill/>
        </p:spPr>
        <p:txBody>
          <a:bodyPr wrap="square" rtlCol="0">
            <a:spAutoFit/>
          </a:bodyPr>
          <a:lstStyle/>
          <a:p>
            <a:pPr marL="342900" indent="-342900">
              <a:buFont typeface="Arial" panose="020B0604020202020204" pitchFamily="34" charset="0"/>
              <a:buChar char="•"/>
            </a:pPr>
            <a:r>
              <a:rPr lang="en-US" sz="1800" b="0" u="none" dirty="0">
                <a:solidFill>
                  <a:schemeClr val="tx1"/>
                </a:solidFill>
              </a:rPr>
              <a:t>Best practices</a:t>
            </a:r>
          </a:p>
          <a:p>
            <a:pPr marL="342900" indent="-342900">
              <a:buFont typeface="Arial" panose="020B0604020202020204" pitchFamily="34" charset="0"/>
              <a:buChar char="•"/>
            </a:pPr>
            <a:r>
              <a:rPr lang="en-US" sz="1800" b="0" u="none" dirty="0">
                <a:solidFill>
                  <a:schemeClr val="tx1"/>
                </a:solidFill>
              </a:rPr>
              <a:t>Mission, vision and values</a:t>
            </a:r>
          </a:p>
          <a:p>
            <a:pPr marL="342900" indent="-342900">
              <a:buFont typeface="Arial" panose="020B0604020202020204" pitchFamily="34" charset="0"/>
              <a:buChar char="•"/>
            </a:pPr>
            <a:r>
              <a:rPr lang="en-US" sz="1800" b="0" u="none" dirty="0">
                <a:solidFill>
                  <a:schemeClr val="tx1"/>
                </a:solidFill>
              </a:rPr>
              <a:t>Allocation of resources</a:t>
            </a:r>
          </a:p>
          <a:p>
            <a:pPr marL="342900" indent="-342900">
              <a:buFont typeface="Arial" panose="020B0604020202020204" pitchFamily="34" charset="0"/>
              <a:buChar char="•"/>
            </a:pPr>
            <a:r>
              <a:rPr lang="en-US" sz="1800" b="0" u="none" dirty="0">
                <a:solidFill>
                  <a:schemeClr val="tx1"/>
                </a:solidFill>
              </a:rPr>
              <a:t>Person-centered, individualized job placement &amp; community engagement</a:t>
            </a:r>
          </a:p>
          <a:p>
            <a:pPr marL="342900" indent="-342900">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3866583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4D9874-AA12-3198-4CB2-E3856B68D24A}"/>
              </a:ext>
            </a:extLst>
          </p:cNvPr>
          <p:cNvSpPr>
            <a:spLocks noGrp="1"/>
          </p:cNvSpPr>
          <p:nvPr>
            <p:ph type="title"/>
          </p:nvPr>
        </p:nvSpPr>
        <p:spPr>
          <a:xfrm>
            <a:off x="315863" y="228536"/>
            <a:ext cx="8638431" cy="1434415"/>
          </a:xfrm>
        </p:spPr>
        <p:txBody>
          <a:bodyPr anchor="b">
            <a:normAutofit/>
          </a:bodyPr>
          <a:lstStyle/>
          <a:p>
            <a:r>
              <a:rPr lang="en-US" sz="4700" b="1" dirty="0"/>
              <a:t>Reminder: Clear and Consistent Goals </a:t>
            </a:r>
          </a:p>
        </p:txBody>
      </p:sp>
      <p:sp>
        <p:nvSpPr>
          <p:cNvPr id="1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 name="connsiteX0" fmla="*/ 0 w 8229600"/>
              <a:gd name="connsiteY0" fmla="*/ 0 h 18288"/>
              <a:gd name="connsiteX1" fmla="*/ 521208 w 8229600"/>
              <a:gd name="connsiteY1" fmla="*/ 0 h 18288"/>
              <a:gd name="connsiteX2" fmla="*/ 960120 w 8229600"/>
              <a:gd name="connsiteY2" fmla="*/ 0 h 18288"/>
              <a:gd name="connsiteX3" fmla="*/ 1481328 w 8229600"/>
              <a:gd name="connsiteY3" fmla="*/ 0 h 18288"/>
              <a:gd name="connsiteX4" fmla="*/ 2167128 w 8229600"/>
              <a:gd name="connsiteY4" fmla="*/ 0 h 18288"/>
              <a:gd name="connsiteX5" fmla="*/ 2935224 w 8229600"/>
              <a:gd name="connsiteY5" fmla="*/ 0 h 18288"/>
              <a:gd name="connsiteX6" fmla="*/ 3785616 w 8229600"/>
              <a:gd name="connsiteY6" fmla="*/ 0 h 18288"/>
              <a:gd name="connsiteX7" fmla="*/ 4636008 w 8229600"/>
              <a:gd name="connsiteY7" fmla="*/ 0 h 18288"/>
              <a:gd name="connsiteX8" fmla="*/ 5239512 w 8229600"/>
              <a:gd name="connsiteY8" fmla="*/ 0 h 18288"/>
              <a:gd name="connsiteX9" fmla="*/ 6007608 w 8229600"/>
              <a:gd name="connsiteY9" fmla="*/ 0 h 18288"/>
              <a:gd name="connsiteX10" fmla="*/ 6693408 w 8229600"/>
              <a:gd name="connsiteY10" fmla="*/ 0 h 18288"/>
              <a:gd name="connsiteX11" fmla="*/ 7296912 w 8229600"/>
              <a:gd name="connsiteY11" fmla="*/ 0 h 18288"/>
              <a:gd name="connsiteX12" fmla="*/ 8229600 w 8229600"/>
              <a:gd name="connsiteY12" fmla="*/ 0 h 18288"/>
              <a:gd name="connsiteX13" fmla="*/ 8229600 w 8229600"/>
              <a:gd name="connsiteY13" fmla="*/ 18288 h 18288"/>
              <a:gd name="connsiteX14" fmla="*/ 7626096 w 8229600"/>
              <a:gd name="connsiteY14" fmla="*/ 18288 h 18288"/>
              <a:gd name="connsiteX15" fmla="*/ 7022592 w 8229600"/>
              <a:gd name="connsiteY15" fmla="*/ 18288 h 18288"/>
              <a:gd name="connsiteX16" fmla="*/ 6172200 w 8229600"/>
              <a:gd name="connsiteY16" fmla="*/ 18288 h 18288"/>
              <a:gd name="connsiteX17" fmla="*/ 5650992 w 8229600"/>
              <a:gd name="connsiteY17" fmla="*/ 18288 h 18288"/>
              <a:gd name="connsiteX18" fmla="*/ 4882896 w 8229600"/>
              <a:gd name="connsiteY18" fmla="*/ 18288 h 18288"/>
              <a:gd name="connsiteX19" fmla="*/ 4443984 w 8229600"/>
              <a:gd name="connsiteY19" fmla="*/ 18288 h 18288"/>
              <a:gd name="connsiteX20" fmla="*/ 3758184 w 8229600"/>
              <a:gd name="connsiteY20" fmla="*/ 18288 h 18288"/>
              <a:gd name="connsiteX21" fmla="*/ 3236976 w 8229600"/>
              <a:gd name="connsiteY21" fmla="*/ 18288 h 18288"/>
              <a:gd name="connsiteX22" fmla="*/ 2386584 w 8229600"/>
              <a:gd name="connsiteY22" fmla="*/ 18288 h 18288"/>
              <a:gd name="connsiteX23" fmla="*/ 1947672 w 8229600"/>
              <a:gd name="connsiteY23" fmla="*/ 18288 h 18288"/>
              <a:gd name="connsiteX24" fmla="*/ 1261872 w 8229600"/>
              <a:gd name="connsiteY24" fmla="*/ 18288 h 18288"/>
              <a:gd name="connsiteX25" fmla="*/ 822960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15278" y="6969"/>
                  <a:pt x="340572" y="21894"/>
                  <a:pt x="521208" y="0"/>
                </a:cubicBezTo>
                <a:cubicBezTo>
                  <a:pt x="745939" y="29643"/>
                  <a:pt x="1127486" y="-40512"/>
                  <a:pt x="1371600" y="0"/>
                </a:cubicBezTo>
                <a:cubicBezTo>
                  <a:pt x="1567490" y="28416"/>
                  <a:pt x="1945702" y="13075"/>
                  <a:pt x="2221992" y="0"/>
                </a:cubicBezTo>
                <a:cubicBezTo>
                  <a:pt x="2446218" y="-17340"/>
                  <a:pt x="2853686" y="-7924"/>
                  <a:pt x="3072384" y="0"/>
                </a:cubicBezTo>
                <a:cubicBezTo>
                  <a:pt x="3286960" y="20656"/>
                  <a:pt x="3324417" y="20174"/>
                  <a:pt x="3511296" y="0"/>
                </a:cubicBezTo>
                <a:cubicBezTo>
                  <a:pt x="3710690" y="-39182"/>
                  <a:pt x="3945457" y="-64074"/>
                  <a:pt x="4114800" y="0"/>
                </a:cubicBezTo>
                <a:cubicBezTo>
                  <a:pt x="4336079" y="28138"/>
                  <a:pt x="4420759" y="12117"/>
                  <a:pt x="4553712" y="0"/>
                </a:cubicBezTo>
                <a:cubicBezTo>
                  <a:pt x="4688252" y="-2224"/>
                  <a:pt x="5047430" y="19664"/>
                  <a:pt x="5239512" y="0"/>
                </a:cubicBezTo>
                <a:cubicBezTo>
                  <a:pt x="5424392" y="-49610"/>
                  <a:pt x="5708717" y="13540"/>
                  <a:pt x="5843016" y="0"/>
                </a:cubicBezTo>
                <a:cubicBezTo>
                  <a:pt x="6005788" y="32949"/>
                  <a:pt x="6198255" y="37080"/>
                  <a:pt x="6611112" y="0"/>
                </a:cubicBezTo>
                <a:cubicBezTo>
                  <a:pt x="6954152" y="635"/>
                  <a:pt x="7244390" y="18057"/>
                  <a:pt x="7461504" y="0"/>
                </a:cubicBezTo>
                <a:cubicBezTo>
                  <a:pt x="7693790" y="9882"/>
                  <a:pt x="7984486" y="17646"/>
                  <a:pt x="8229600" y="0"/>
                </a:cubicBezTo>
                <a:cubicBezTo>
                  <a:pt x="8228428" y="6016"/>
                  <a:pt x="8229853" y="9684"/>
                  <a:pt x="8229600" y="18288"/>
                </a:cubicBezTo>
                <a:cubicBezTo>
                  <a:pt x="7945777" y="19945"/>
                  <a:pt x="7812308" y="-8511"/>
                  <a:pt x="7461504" y="18288"/>
                </a:cubicBezTo>
                <a:cubicBezTo>
                  <a:pt x="7129391" y="53185"/>
                  <a:pt x="7087333" y="41906"/>
                  <a:pt x="6940296" y="18288"/>
                </a:cubicBezTo>
                <a:cubicBezTo>
                  <a:pt x="6810862" y="-23020"/>
                  <a:pt x="6701312" y="19361"/>
                  <a:pt x="6419088" y="18288"/>
                </a:cubicBezTo>
                <a:cubicBezTo>
                  <a:pt x="6152777" y="18855"/>
                  <a:pt x="5868611" y="48802"/>
                  <a:pt x="5650992" y="18288"/>
                </a:cubicBezTo>
                <a:cubicBezTo>
                  <a:pt x="5439747" y="15250"/>
                  <a:pt x="5334901" y="-1044"/>
                  <a:pt x="5129784" y="18288"/>
                </a:cubicBezTo>
                <a:cubicBezTo>
                  <a:pt x="4955906" y="40458"/>
                  <a:pt x="4793216" y="33888"/>
                  <a:pt x="4690872" y="18288"/>
                </a:cubicBezTo>
                <a:cubicBezTo>
                  <a:pt x="4552374" y="31087"/>
                  <a:pt x="4318742" y="6248"/>
                  <a:pt x="4087368" y="18288"/>
                </a:cubicBezTo>
                <a:cubicBezTo>
                  <a:pt x="3849418" y="32625"/>
                  <a:pt x="3751577" y="29688"/>
                  <a:pt x="3401568" y="18288"/>
                </a:cubicBezTo>
                <a:cubicBezTo>
                  <a:pt x="3067953" y="20409"/>
                  <a:pt x="3012425" y="26879"/>
                  <a:pt x="2798064" y="18288"/>
                </a:cubicBezTo>
                <a:cubicBezTo>
                  <a:pt x="2565154" y="16520"/>
                  <a:pt x="2426719" y="-31794"/>
                  <a:pt x="2276856" y="18288"/>
                </a:cubicBezTo>
                <a:cubicBezTo>
                  <a:pt x="2090980" y="4382"/>
                  <a:pt x="1702030" y="-8180"/>
                  <a:pt x="1426464" y="18288"/>
                </a:cubicBezTo>
                <a:cubicBezTo>
                  <a:pt x="1104481" y="69643"/>
                  <a:pt x="985013" y="-7690"/>
                  <a:pt x="740664" y="18288"/>
                </a:cubicBezTo>
                <a:cubicBezTo>
                  <a:pt x="507391" y="41643"/>
                  <a:pt x="191740" y="-11654"/>
                  <a:pt x="0" y="18288"/>
                </a:cubicBezTo>
                <a:cubicBezTo>
                  <a:pt x="714" y="9707"/>
                  <a:pt x="1025" y="3120"/>
                  <a:pt x="0" y="0"/>
                </a:cubicBezTo>
                <a:close/>
              </a:path>
              <a:path w="8229600" h="18288" stroke="0" extrusionOk="0">
                <a:moveTo>
                  <a:pt x="0" y="0"/>
                </a:moveTo>
                <a:cubicBezTo>
                  <a:pt x="270709" y="-27213"/>
                  <a:pt x="397128" y="23656"/>
                  <a:pt x="521208" y="0"/>
                </a:cubicBezTo>
                <a:cubicBezTo>
                  <a:pt x="631319" y="-5947"/>
                  <a:pt x="842157" y="28261"/>
                  <a:pt x="960120" y="0"/>
                </a:cubicBezTo>
                <a:cubicBezTo>
                  <a:pt x="1077930" y="6549"/>
                  <a:pt x="1318669" y="-15893"/>
                  <a:pt x="1481328" y="0"/>
                </a:cubicBezTo>
                <a:cubicBezTo>
                  <a:pt x="1659104" y="-21090"/>
                  <a:pt x="1870243" y="69945"/>
                  <a:pt x="2167128" y="0"/>
                </a:cubicBezTo>
                <a:cubicBezTo>
                  <a:pt x="2460684" y="-5519"/>
                  <a:pt x="2753885" y="-62993"/>
                  <a:pt x="2935224" y="0"/>
                </a:cubicBezTo>
                <a:cubicBezTo>
                  <a:pt x="3115119" y="56580"/>
                  <a:pt x="3535280" y="40687"/>
                  <a:pt x="3785616" y="0"/>
                </a:cubicBezTo>
                <a:cubicBezTo>
                  <a:pt x="4057881" y="25645"/>
                  <a:pt x="4308335" y="-2666"/>
                  <a:pt x="4636008" y="0"/>
                </a:cubicBezTo>
                <a:cubicBezTo>
                  <a:pt x="4987152" y="19805"/>
                  <a:pt x="5025979" y="14149"/>
                  <a:pt x="5239512" y="0"/>
                </a:cubicBezTo>
                <a:cubicBezTo>
                  <a:pt x="5437586" y="211"/>
                  <a:pt x="5752721" y="5618"/>
                  <a:pt x="6007608" y="0"/>
                </a:cubicBezTo>
                <a:cubicBezTo>
                  <a:pt x="6280137" y="-5132"/>
                  <a:pt x="6386079" y="-21510"/>
                  <a:pt x="6693408" y="0"/>
                </a:cubicBezTo>
                <a:cubicBezTo>
                  <a:pt x="6986580" y="4991"/>
                  <a:pt x="7015252" y="-18088"/>
                  <a:pt x="7296912" y="0"/>
                </a:cubicBezTo>
                <a:cubicBezTo>
                  <a:pt x="7569796" y="10390"/>
                  <a:pt x="7895472" y="71473"/>
                  <a:pt x="8229600" y="0"/>
                </a:cubicBezTo>
                <a:cubicBezTo>
                  <a:pt x="8230227" y="7450"/>
                  <a:pt x="8228885" y="11999"/>
                  <a:pt x="8229600" y="18288"/>
                </a:cubicBezTo>
                <a:cubicBezTo>
                  <a:pt x="8094333" y="-5252"/>
                  <a:pt x="7850928" y="37448"/>
                  <a:pt x="7626096" y="18288"/>
                </a:cubicBezTo>
                <a:cubicBezTo>
                  <a:pt x="7448378" y="-569"/>
                  <a:pt x="7315174" y="-1844"/>
                  <a:pt x="7022592" y="18288"/>
                </a:cubicBezTo>
                <a:cubicBezTo>
                  <a:pt x="6686163" y="50499"/>
                  <a:pt x="6352629" y="23510"/>
                  <a:pt x="6172200" y="18288"/>
                </a:cubicBezTo>
                <a:cubicBezTo>
                  <a:pt x="6015590" y="42345"/>
                  <a:pt x="5770309" y="21278"/>
                  <a:pt x="5650992" y="18288"/>
                </a:cubicBezTo>
                <a:cubicBezTo>
                  <a:pt x="5483975" y="12092"/>
                  <a:pt x="5165324" y="68948"/>
                  <a:pt x="4882896" y="18288"/>
                </a:cubicBezTo>
                <a:cubicBezTo>
                  <a:pt x="4568934" y="7053"/>
                  <a:pt x="4556334" y="27676"/>
                  <a:pt x="4443984" y="18288"/>
                </a:cubicBezTo>
                <a:cubicBezTo>
                  <a:pt x="4320775" y="10576"/>
                  <a:pt x="4034988" y="-3490"/>
                  <a:pt x="3758184" y="18288"/>
                </a:cubicBezTo>
                <a:cubicBezTo>
                  <a:pt x="3445155" y="-998"/>
                  <a:pt x="3367892" y="13824"/>
                  <a:pt x="3236976" y="18288"/>
                </a:cubicBezTo>
                <a:cubicBezTo>
                  <a:pt x="3093796" y="26408"/>
                  <a:pt x="2635824" y="24132"/>
                  <a:pt x="2386584" y="18288"/>
                </a:cubicBezTo>
                <a:cubicBezTo>
                  <a:pt x="2139815" y="-3297"/>
                  <a:pt x="2105958" y="25945"/>
                  <a:pt x="1947672" y="18288"/>
                </a:cubicBezTo>
                <a:cubicBezTo>
                  <a:pt x="1801011" y="-19911"/>
                  <a:pt x="1533636" y="14646"/>
                  <a:pt x="1261872" y="18288"/>
                </a:cubicBezTo>
                <a:cubicBezTo>
                  <a:pt x="989528" y="32227"/>
                  <a:pt x="1025848" y="14685"/>
                  <a:pt x="822960" y="18288"/>
                </a:cubicBezTo>
                <a:cubicBezTo>
                  <a:pt x="653456" y="20956"/>
                  <a:pt x="304027" y="8001"/>
                  <a:pt x="0" y="18288"/>
                </a:cubicBezTo>
                <a:cubicBezTo>
                  <a:pt x="-27" y="11611"/>
                  <a:pt x="-1713" y="5475"/>
                  <a:pt x="0" y="0"/>
                </a:cubicBezTo>
                <a:close/>
              </a:path>
              <a:path w="8229600" h="18288" fill="none" stroke="0" extrusionOk="0">
                <a:moveTo>
                  <a:pt x="0" y="0"/>
                </a:moveTo>
                <a:cubicBezTo>
                  <a:pt x="205130" y="6064"/>
                  <a:pt x="324007" y="6684"/>
                  <a:pt x="521208" y="0"/>
                </a:cubicBezTo>
                <a:cubicBezTo>
                  <a:pt x="695888" y="-14632"/>
                  <a:pt x="1101879" y="6017"/>
                  <a:pt x="1371600" y="0"/>
                </a:cubicBezTo>
                <a:cubicBezTo>
                  <a:pt x="1622968" y="4691"/>
                  <a:pt x="1936552" y="-7433"/>
                  <a:pt x="2221992" y="0"/>
                </a:cubicBezTo>
                <a:cubicBezTo>
                  <a:pt x="2498663" y="51226"/>
                  <a:pt x="2885875" y="-8757"/>
                  <a:pt x="3072384" y="0"/>
                </a:cubicBezTo>
                <a:cubicBezTo>
                  <a:pt x="3288944" y="24235"/>
                  <a:pt x="3331110" y="5443"/>
                  <a:pt x="3511296" y="0"/>
                </a:cubicBezTo>
                <a:cubicBezTo>
                  <a:pt x="3687973" y="-19690"/>
                  <a:pt x="3901025" y="-20092"/>
                  <a:pt x="4114800" y="0"/>
                </a:cubicBezTo>
                <a:cubicBezTo>
                  <a:pt x="4336102" y="32988"/>
                  <a:pt x="4416982" y="-5831"/>
                  <a:pt x="4553712" y="0"/>
                </a:cubicBezTo>
                <a:cubicBezTo>
                  <a:pt x="4674310" y="-5056"/>
                  <a:pt x="5080160" y="-12181"/>
                  <a:pt x="5239512" y="0"/>
                </a:cubicBezTo>
                <a:cubicBezTo>
                  <a:pt x="5419031" y="-38513"/>
                  <a:pt x="5691629" y="2226"/>
                  <a:pt x="5843016" y="0"/>
                </a:cubicBezTo>
                <a:cubicBezTo>
                  <a:pt x="5978317" y="-40553"/>
                  <a:pt x="6314754" y="9782"/>
                  <a:pt x="6611112" y="0"/>
                </a:cubicBezTo>
                <a:cubicBezTo>
                  <a:pt x="6973004" y="-17646"/>
                  <a:pt x="7175490" y="18489"/>
                  <a:pt x="7461504" y="0"/>
                </a:cubicBezTo>
                <a:cubicBezTo>
                  <a:pt x="7746737" y="-34159"/>
                  <a:pt x="7962178" y="39853"/>
                  <a:pt x="8229600" y="0"/>
                </a:cubicBezTo>
                <a:cubicBezTo>
                  <a:pt x="8228796" y="5852"/>
                  <a:pt x="8229698" y="10429"/>
                  <a:pt x="8229600" y="18288"/>
                </a:cubicBezTo>
                <a:cubicBezTo>
                  <a:pt x="7944174" y="-29104"/>
                  <a:pt x="7795646" y="-34405"/>
                  <a:pt x="7461504" y="18288"/>
                </a:cubicBezTo>
                <a:cubicBezTo>
                  <a:pt x="7129776" y="51087"/>
                  <a:pt x="7082769" y="31446"/>
                  <a:pt x="6940296" y="18288"/>
                </a:cubicBezTo>
                <a:cubicBezTo>
                  <a:pt x="6799665" y="-15875"/>
                  <a:pt x="6652769" y="31783"/>
                  <a:pt x="6419088" y="18288"/>
                </a:cubicBezTo>
                <a:cubicBezTo>
                  <a:pt x="6143970" y="52275"/>
                  <a:pt x="5863165" y="-16531"/>
                  <a:pt x="5650992" y="18288"/>
                </a:cubicBezTo>
                <a:cubicBezTo>
                  <a:pt x="5419172" y="40606"/>
                  <a:pt x="5309448" y="-405"/>
                  <a:pt x="5129784" y="18288"/>
                </a:cubicBezTo>
                <a:cubicBezTo>
                  <a:pt x="4947928" y="26023"/>
                  <a:pt x="4795021" y="5860"/>
                  <a:pt x="4690872" y="18288"/>
                </a:cubicBezTo>
                <a:cubicBezTo>
                  <a:pt x="4564358" y="-9579"/>
                  <a:pt x="4295485" y="-25280"/>
                  <a:pt x="4087368" y="18288"/>
                </a:cubicBezTo>
                <a:cubicBezTo>
                  <a:pt x="3871704" y="40406"/>
                  <a:pt x="3732927" y="-10898"/>
                  <a:pt x="3401568" y="18288"/>
                </a:cubicBezTo>
                <a:cubicBezTo>
                  <a:pt x="3075889" y="19660"/>
                  <a:pt x="3025898" y="44400"/>
                  <a:pt x="2798064" y="18288"/>
                </a:cubicBezTo>
                <a:cubicBezTo>
                  <a:pt x="2581856" y="-20869"/>
                  <a:pt x="2428311" y="-4900"/>
                  <a:pt x="2276856" y="18288"/>
                </a:cubicBezTo>
                <a:cubicBezTo>
                  <a:pt x="2098246" y="53283"/>
                  <a:pt x="1737531" y="55959"/>
                  <a:pt x="1426464" y="18288"/>
                </a:cubicBezTo>
                <a:cubicBezTo>
                  <a:pt x="1104708" y="26489"/>
                  <a:pt x="1006595" y="15928"/>
                  <a:pt x="740664" y="18288"/>
                </a:cubicBezTo>
                <a:cubicBezTo>
                  <a:pt x="480378" y="33084"/>
                  <a:pt x="202592" y="-12357"/>
                  <a:pt x="0" y="18288"/>
                </a:cubicBezTo>
                <a:cubicBezTo>
                  <a:pt x="888" y="9601"/>
                  <a:pt x="860" y="4150"/>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EDB4C1-6866-3553-D43C-18D2F4CF0EC8}"/>
              </a:ext>
            </a:extLst>
          </p:cNvPr>
          <p:cNvSpPr>
            <a:spLocks noGrp="1"/>
          </p:cNvSpPr>
          <p:nvPr>
            <p:ph idx="1"/>
          </p:nvPr>
        </p:nvSpPr>
        <p:spPr>
          <a:xfrm>
            <a:off x="429369" y="2071316"/>
            <a:ext cx="5035164" cy="4119172"/>
          </a:xfrm>
        </p:spPr>
        <p:txBody>
          <a:bodyPr anchor="t">
            <a:normAutofit/>
          </a:bodyPr>
          <a:lstStyle/>
          <a:p>
            <a:pPr marL="0" indent="0">
              <a:buNone/>
            </a:pPr>
            <a:r>
              <a:rPr lang="en-US" sz="3200" dirty="0"/>
              <a:t>An explicit commitment to increasing competitive, integrated employment</a:t>
            </a:r>
          </a:p>
          <a:p>
            <a:pPr marL="0" indent="0">
              <a:buNone/>
            </a:pPr>
            <a:endParaRPr lang="en-US" sz="3200" dirty="0"/>
          </a:p>
          <a:p>
            <a:pPr marL="0" indent="0">
              <a:buNone/>
            </a:pPr>
            <a:r>
              <a:rPr lang="en-US" sz="3200" dirty="0"/>
              <a:t>Driven by specific, measurable goals that reflect mission</a:t>
            </a:r>
          </a:p>
        </p:txBody>
      </p:sp>
      <p:pic>
        <p:nvPicPr>
          <p:cNvPr id="5" name="Picture 4" descr="A picture containing graphic design, clipart, screenshot, graphics&#10;&#10;Description automatically generated">
            <a:extLst>
              <a:ext uri="{FF2B5EF4-FFF2-40B4-BE49-F238E27FC236}">
                <a16:creationId xmlns:a16="http://schemas.microsoft.com/office/drawing/2014/main" id="{5C6FF02B-28A2-6A74-08E1-9ACDA686A392}"/>
              </a:ext>
            </a:extLst>
          </p:cNvPr>
          <p:cNvPicPr>
            <a:picLocks noChangeAspect="1"/>
          </p:cNvPicPr>
          <p:nvPr/>
        </p:nvPicPr>
        <p:blipFill rotWithShape="1">
          <a:blip r:embed="rId3"/>
          <a:srcRect l="3769" r="9239" b="9228"/>
          <a:stretch/>
        </p:blipFill>
        <p:spPr>
          <a:xfrm>
            <a:off x="5651953" y="2071316"/>
            <a:ext cx="3302341" cy="3718560"/>
          </a:xfrm>
          <a:prstGeom prst="rect">
            <a:avLst/>
          </a:prstGeom>
        </p:spPr>
      </p:pic>
      <p:pic>
        <p:nvPicPr>
          <p:cNvPr id="6" name="Picture 2">
            <a:extLst>
              <a:ext uri="{FF2B5EF4-FFF2-40B4-BE49-F238E27FC236}">
                <a16:creationId xmlns:a16="http://schemas.microsoft.com/office/drawing/2014/main" id="{FACE4621-E4CA-67DB-8B5F-96069C0193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6019800"/>
            <a:ext cx="1157288"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171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n arrow on a line map">
            <a:extLst>
              <a:ext uri="{FF2B5EF4-FFF2-40B4-BE49-F238E27FC236}">
                <a16:creationId xmlns:a16="http://schemas.microsoft.com/office/drawing/2014/main" id="{CA0E66BC-911F-600F-7239-9A9E2972C1A0}"/>
              </a:ext>
            </a:extLst>
          </p:cNvPr>
          <p:cNvPicPr>
            <a:picLocks noChangeAspect="1"/>
          </p:cNvPicPr>
          <p:nvPr/>
        </p:nvPicPr>
        <p:blipFill rotWithShape="1">
          <a:blip r:embed="rId3">
            <a:alphaModFix/>
          </a:blip>
          <a:srcRect r="10999" b="-1"/>
          <a:stretch/>
        </p:blipFill>
        <p:spPr>
          <a:xfrm>
            <a:off x="20" y="10"/>
            <a:ext cx="9143979" cy="6857990"/>
          </a:xfrm>
          <a:prstGeom prst="rect">
            <a:avLst/>
          </a:prstGeom>
        </p:spPr>
      </p:pic>
      <p:sp>
        <p:nvSpPr>
          <p:cNvPr id="9" name="Rectangle 8">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19465" y="-2819458"/>
            <a:ext cx="3512260" cy="9151192"/>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BB858E-E916-BB56-9E1E-6D782411D620}"/>
              </a:ext>
            </a:extLst>
          </p:cNvPr>
          <p:cNvSpPr>
            <a:spLocks noGrp="1"/>
          </p:cNvSpPr>
          <p:nvPr>
            <p:ph type="title"/>
          </p:nvPr>
        </p:nvSpPr>
        <p:spPr>
          <a:xfrm>
            <a:off x="571500" y="1137434"/>
            <a:ext cx="8115300" cy="1520987"/>
          </a:xfrm>
        </p:spPr>
        <p:txBody>
          <a:bodyPr vert="horz" lIns="91440" tIns="45720" rIns="91440" bIns="45720" rtlCol="0" anchor="t">
            <a:normAutofit/>
          </a:bodyPr>
          <a:lstStyle/>
          <a:p>
            <a:pPr defTabSz="914400"/>
            <a:r>
              <a:rPr lang="en-US" sz="4400" b="1" dirty="0">
                <a:solidFill>
                  <a:srgbClr val="FFFFFF"/>
                </a:solidFill>
              </a:rPr>
              <a:t>Quality: a measure of excellence </a:t>
            </a:r>
          </a:p>
        </p:txBody>
      </p:sp>
      <p:sp>
        <p:nvSpPr>
          <p:cNvPr id="11" name="Rectangle 10">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355769" y="1075816"/>
            <a:ext cx="2425271" cy="9151191"/>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3" descr="Logo&#10;&#10;Description automatically generated with medium confidence">
            <a:extLst>
              <a:ext uri="{FF2B5EF4-FFF2-40B4-BE49-F238E27FC236}">
                <a16:creationId xmlns:a16="http://schemas.microsoft.com/office/drawing/2014/main" id="{E796277F-795E-FDD5-7827-58C8F629229B}"/>
              </a:ext>
            </a:extLst>
          </p:cNvPr>
          <p:cNvPicPr>
            <a:picLocks noChangeAspect="1"/>
          </p:cNvPicPr>
          <p:nvPr/>
        </p:nvPicPr>
        <p:blipFill>
          <a:blip r:embed="rId4"/>
          <a:stretch>
            <a:fillRect/>
          </a:stretch>
        </p:blipFill>
        <p:spPr>
          <a:xfrm>
            <a:off x="7867141" y="6096000"/>
            <a:ext cx="940042" cy="465572"/>
          </a:xfrm>
          <a:prstGeom prst="rect">
            <a:avLst/>
          </a:prstGeom>
        </p:spPr>
      </p:pic>
    </p:spTree>
    <p:extLst>
      <p:ext uri="{BB962C8B-B14F-4D97-AF65-F5344CB8AC3E}">
        <p14:creationId xmlns:p14="http://schemas.microsoft.com/office/powerpoint/2010/main" val="2299890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1EADD-A1CD-B6CD-7060-455D766954CF}"/>
              </a:ext>
            </a:extLst>
          </p:cNvPr>
          <p:cNvSpPr>
            <a:spLocks noGrp="1"/>
          </p:cNvSpPr>
          <p:nvPr>
            <p:ph type="title"/>
          </p:nvPr>
        </p:nvSpPr>
        <p:spPr/>
        <p:txBody>
          <a:bodyPr/>
          <a:lstStyle/>
          <a:p>
            <a:r>
              <a:rPr lang="en-US" b="1" dirty="0"/>
              <a:t>Quality Assurance and Quality Improvement </a:t>
            </a:r>
          </a:p>
        </p:txBody>
      </p:sp>
      <p:graphicFrame>
        <p:nvGraphicFramePr>
          <p:cNvPr id="5" name="Content Placeholder 2">
            <a:extLst>
              <a:ext uri="{FF2B5EF4-FFF2-40B4-BE49-F238E27FC236}">
                <a16:creationId xmlns:a16="http://schemas.microsoft.com/office/drawing/2014/main" id="{FA410F51-EE0C-08CF-384A-E62B65E349C9}"/>
              </a:ext>
            </a:extLst>
          </p:cNvPr>
          <p:cNvGraphicFramePr>
            <a:graphicFrameLocks noGrp="1"/>
          </p:cNvGraphicFramePr>
          <p:nvPr>
            <p:ph idx="1"/>
            <p:extLst>
              <p:ext uri="{D42A27DB-BD31-4B8C-83A1-F6EECF244321}">
                <p14:modId xmlns:p14="http://schemas.microsoft.com/office/powerpoint/2010/main" val="180225606"/>
              </p:ext>
            </p:extLst>
          </p:nvPr>
        </p:nvGraphicFramePr>
        <p:xfrm>
          <a:off x="596951" y="1253331"/>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Logo&#10;&#10;Description automatically generated with medium confidence">
            <a:extLst>
              <a:ext uri="{FF2B5EF4-FFF2-40B4-BE49-F238E27FC236}">
                <a16:creationId xmlns:a16="http://schemas.microsoft.com/office/drawing/2014/main" id="{8BAD66C4-A4F3-4A9B-2F99-E7C94889747D}"/>
              </a:ext>
            </a:extLst>
          </p:cNvPr>
          <p:cNvPicPr>
            <a:picLocks noChangeAspect="1"/>
          </p:cNvPicPr>
          <p:nvPr/>
        </p:nvPicPr>
        <p:blipFill>
          <a:blip r:embed="rId8"/>
          <a:stretch>
            <a:fillRect/>
          </a:stretch>
        </p:blipFill>
        <p:spPr>
          <a:xfrm>
            <a:off x="7867141" y="6096000"/>
            <a:ext cx="940042" cy="465572"/>
          </a:xfrm>
          <a:prstGeom prst="rect">
            <a:avLst/>
          </a:prstGeom>
        </p:spPr>
      </p:pic>
    </p:spTree>
    <p:extLst>
      <p:ext uri="{BB962C8B-B14F-4D97-AF65-F5344CB8AC3E}">
        <p14:creationId xmlns:p14="http://schemas.microsoft.com/office/powerpoint/2010/main" val="1300807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962C65-444F-672A-EF0C-59ABB5718A8E}"/>
              </a:ext>
            </a:extLst>
          </p:cNvPr>
          <p:cNvPicPr>
            <a:picLocks noChangeAspect="1"/>
          </p:cNvPicPr>
          <p:nvPr/>
        </p:nvPicPr>
        <p:blipFill rotWithShape="1">
          <a:blip r:embed="rId3"/>
          <a:srcRect l="4274" r="8547" b="3039"/>
          <a:stretch/>
        </p:blipFill>
        <p:spPr>
          <a:xfrm>
            <a:off x="228600" y="1828800"/>
            <a:ext cx="8501059" cy="2666999"/>
          </a:xfrm>
          <a:prstGeom prst="rect">
            <a:avLst/>
          </a:prstGeom>
        </p:spPr>
      </p:pic>
      <p:sp>
        <p:nvSpPr>
          <p:cNvPr id="7" name="TextBox 6">
            <a:extLst>
              <a:ext uri="{FF2B5EF4-FFF2-40B4-BE49-F238E27FC236}">
                <a16:creationId xmlns:a16="http://schemas.microsoft.com/office/drawing/2014/main" id="{8B3818C9-ACCE-6EEB-888C-80DD317201AE}"/>
              </a:ext>
            </a:extLst>
          </p:cNvPr>
          <p:cNvSpPr txBox="1"/>
          <p:nvPr/>
        </p:nvSpPr>
        <p:spPr>
          <a:xfrm>
            <a:off x="1676400" y="616597"/>
            <a:ext cx="5181600" cy="461665"/>
          </a:xfrm>
          <a:prstGeom prst="rect">
            <a:avLst/>
          </a:prstGeom>
          <a:noFill/>
        </p:spPr>
        <p:txBody>
          <a:bodyPr wrap="square">
            <a:spAutoFit/>
          </a:bodyPr>
          <a:lstStyle/>
          <a:p>
            <a:r>
              <a:rPr lang="en-US" b="1" u="none" dirty="0">
                <a:solidFill>
                  <a:schemeClr val="tx1"/>
                </a:solidFill>
              </a:rPr>
              <a:t>National Data: </a:t>
            </a:r>
            <a:r>
              <a:rPr lang="en-US" b="1" u="none" dirty="0">
                <a:solidFill>
                  <a:schemeClr val="tx1"/>
                </a:solidFill>
                <a:hlinkClick r:id="rId4"/>
              </a:rPr>
              <a:t>www.StateData.info</a:t>
            </a:r>
            <a:r>
              <a:rPr lang="en-US" b="1" u="none" dirty="0">
                <a:solidFill>
                  <a:schemeClr val="tx1"/>
                </a:solidFill>
              </a:rPr>
              <a:t>  </a:t>
            </a:r>
            <a:endParaRPr lang="en-US" u="none" dirty="0">
              <a:solidFill>
                <a:schemeClr val="tx1"/>
              </a:solidFill>
            </a:endParaRPr>
          </a:p>
        </p:txBody>
      </p:sp>
      <p:pic>
        <p:nvPicPr>
          <p:cNvPr id="9" name="Picture 8">
            <a:extLst>
              <a:ext uri="{FF2B5EF4-FFF2-40B4-BE49-F238E27FC236}">
                <a16:creationId xmlns:a16="http://schemas.microsoft.com/office/drawing/2014/main" id="{3D4AF2FF-FECD-3A7C-CD79-9C9E2FF535BD}"/>
              </a:ext>
            </a:extLst>
          </p:cNvPr>
          <p:cNvPicPr>
            <a:picLocks noChangeAspect="1"/>
          </p:cNvPicPr>
          <p:nvPr/>
        </p:nvPicPr>
        <p:blipFill>
          <a:blip r:embed="rId5"/>
          <a:stretch>
            <a:fillRect/>
          </a:stretch>
        </p:blipFill>
        <p:spPr>
          <a:xfrm>
            <a:off x="1447800" y="4800896"/>
            <a:ext cx="6600825" cy="1209675"/>
          </a:xfrm>
          <a:prstGeom prst="rect">
            <a:avLst/>
          </a:prstGeom>
        </p:spPr>
      </p:pic>
      <p:pic>
        <p:nvPicPr>
          <p:cNvPr id="2" name="Picture 1" descr="Logo&#10;&#10;Description automatically generated with medium confidence">
            <a:extLst>
              <a:ext uri="{FF2B5EF4-FFF2-40B4-BE49-F238E27FC236}">
                <a16:creationId xmlns:a16="http://schemas.microsoft.com/office/drawing/2014/main" id="{FEBF2574-C982-6150-72B9-0D88B40BBAA7}"/>
              </a:ext>
            </a:extLst>
          </p:cNvPr>
          <p:cNvPicPr>
            <a:picLocks noChangeAspect="1"/>
          </p:cNvPicPr>
          <p:nvPr/>
        </p:nvPicPr>
        <p:blipFill>
          <a:blip r:embed="rId6"/>
          <a:stretch>
            <a:fillRect/>
          </a:stretch>
        </p:blipFill>
        <p:spPr>
          <a:xfrm>
            <a:off x="7867141" y="6096000"/>
            <a:ext cx="940042" cy="465572"/>
          </a:xfrm>
          <a:prstGeom prst="rect">
            <a:avLst/>
          </a:prstGeom>
        </p:spPr>
      </p:pic>
    </p:spTree>
    <p:extLst>
      <p:ext uri="{BB962C8B-B14F-4D97-AF65-F5344CB8AC3E}">
        <p14:creationId xmlns:p14="http://schemas.microsoft.com/office/powerpoint/2010/main" val="172372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6ACFD-B41C-CD3F-B868-6502AFFD31FD}"/>
              </a:ext>
            </a:extLst>
          </p:cNvPr>
          <p:cNvSpPr>
            <a:spLocks noGrp="1"/>
          </p:cNvSpPr>
          <p:nvPr>
            <p:ph type="title"/>
          </p:nvPr>
        </p:nvSpPr>
        <p:spPr>
          <a:xfrm>
            <a:off x="228600" y="76200"/>
            <a:ext cx="7886700" cy="1325563"/>
          </a:xfrm>
        </p:spPr>
        <p:txBody>
          <a:bodyPr/>
          <a:lstStyle/>
          <a:p>
            <a:r>
              <a:rPr lang="en-US" b="1" dirty="0"/>
              <a:t>National Data: National Core Indicators (NCI)  </a:t>
            </a:r>
          </a:p>
        </p:txBody>
      </p:sp>
      <p:pic>
        <p:nvPicPr>
          <p:cNvPr id="5" name="Content Placeholder 4">
            <a:extLst>
              <a:ext uri="{FF2B5EF4-FFF2-40B4-BE49-F238E27FC236}">
                <a16:creationId xmlns:a16="http://schemas.microsoft.com/office/drawing/2014/main" id="{1AB9FB98-B89D-F3BB-8570-6B15DB1981FA}"/>
              </a:ext>
            </a:extLst>
          </p:cNvPr>
          <p:cNvPicPr>
            <a:picLocks noGrp="1" noChangeAspect="1"/>
          </p:cNvPicPr>
          <p:nvPr>
            <p:ph idx="1"/>
          </p:nvPr>
        </p:nvPicPr>
        <p:blipFill>
          <a:blip r:embed="rId3"/>
          <a:stretch>
            <a:fillRect/>
          </a:stretch>
        </p:blipFill>
        <p:spPr>
          <a:xfrm>
            <a:off x="609600" y="1628775"/>
            <a:ext cx="4476750" cy="3600450"/>
          </a:xfrm>
        </p:spPr>
      </p:pic>
      <p:sp>
        <p:nvSpPr>
          <p:cNvPr id="6" name="TextBox 5">
            <a:extLst>
              <a:ext uri="{FF2B5EF4-FFF2-40B4-BE49-F238E27FC236}">
                <a16:creationId xmlns:a16="http://schemas.microsoft.com/office/drawing/2014/main" id="{572B37E4-6930-C0AD-BDB4-58DD542F0AC7}"/>
              </a:ext>
            </a:extLst>
          </p:cNvPr>
          <p:cNvSpPr txBox="1"/>
          <p:nvPr/>
        </p:nvSpPr>
        <p:spPr>
          <a:xfrm>
            <a:off x="275234" y="6019800"/>
            <a:ext cx="8991600" cy="461665"/>
          </a:xfrm>
          <a:prstGeom prst="rect">
            <a:avLst/>
          </a:prstGeom>
          <a:noFill/>
        </p:spPr>
        <p:txBody>
          <a:bodyPr wrap="square" rtlCol="0">
            <a:spAutoFit/>
          </a:bodyPr>
          <a:lstStyle/>
          <a:p>
            <a:r>
              <a:rPr lang="en-US" sz="1800" dirty="0">
                <a:hlinkClick r:id="rId4"/>
              </a:rPr>
              <a:t>2021-22 DATA AT A GLANCE (nationalcoreindicators.org</a:t>
            </a:r>
            <a:r>
              <a:rPr lang="en-US" dirty="0">
                <a:hlinkClick r:id="rId4"/>
              </a:rPr>
              <a:t>)</a:t>
            </a:r>
            <a:endParaRPr lang="en-US" dirty="0"/>
          </a:p>
        </p:txBody>
      </p:sp>
      <p:sp>
        <p:nvSpPr>
          <p:cNvPr id="7" name="TextBox 6">
            <a:extLst>
              <a:ext uri="{FF2B5EF4-FFF2-40B4-BE49-F238E27FC236}">
                <a16:creationId xmlns:a16="http://schemas.microsoft.com/office/drawing/2014/main" id="{B941A8DC-70A4-F8CC-D14E-A20F905533B2}"/>
              </a:ext>
            </a:extLst>
          </p:cNvPr>
          <p:cNvSpPr txBox="1"/>
          <p:nvPr/>
        </p:nvSpPr>
        <p:spPr>
          <a:xfrm>
            <a:off x="5334000" y="2571378"/>
            <a:ext cx="3352800" cy="2677656"/>
          </a:xfrm>
          <a:prstGeom prst="rect">
            <a:avLst/>
          </a:prstGeom>
          <a:noFill/>
        </p:spPr>
        <p:txBody>
          <a:bodyPr wrap="square" rtlCol="0">
            <a:spAutoFit/>
          </a:bodyPr>
          <a:lstStyle/>
          <a:p>
            <a:endParaRPr lang="en-US" b="0" u="none" dirty="0">
              <a:solidFill>
                <a:schemeClr val="tx1"/>
              </a:solidFill>
            </a:endParaRPr>
          </a:p>
          <a:p>
            <a:r>
              <a:rPr lang="en-US" b="0" u="none" dirty="0">
                <a:solidFill>
                  <a:schemeClr val="tx1"/>
                </a:solidFill>
              </a:rPr>
              <a:t>Many people that </a:t>
            </a:r>
            <a:r>
              <a:rPr lang="en-US" i="1" u="none" dirty="0">
                <a:solidFill>
                  <a:schemeClr val="tx1"/>
                </a:solidFill>
              </a:rPr>
              <a:t>want </a:t>
            </a:r>
            <a:r>
              <a:rPr lang="en-US" b="0" u="none" dirty="0">
                <a:solidFill>
                  <a:schemeClr val="tx1"/>
                </a:solidFill>
              </a:rPr>
              <a:t>jobs:</a:t>
            </a:r>
          </a:p>
          <a:p>
            <a:pPr marL="342900" indent="-342900">
              <a:buFont typeface="Arial" panose="020B0604020202020204" pitchFamily="34" charset="0"/>
              <a:buChar char="•"/>
            </a:pPr>
            <a:r>
              <a:rPr lang="en-US" b="0" u="none" dirty="0">
                <a:solidFill>
                  <a:schemeClr val="tx1"/>
                </a:solidFill>
              </a:rPr>
              <a:t>don’t have them, and </a:t>
            </a:r>
          </a:p>
          <a:p>
            <a:pPr marL="342900" indent="-342900">
              <a:buFont typeface="Arial" panose="020B0604020202020204" pitchFamily="34" charset="0"/>
              <a:buChar char="•"/>
            </a:pPr>
            <a:r>
              <a:rPr lang="en-US" b="0" u="none" dirty="0">
                <a:solidFill>
                  <a:schemeClr val="tx1"/>
                </a:solidFill>
              </a:rPr>
              <a:t>for many people, it isn’t ending up in their plan. </a:t>
            </a:r>
          </a:p>
        </p:txBody>
      </p:sp>
      <p:sp>
        <p:nvSpPr>
          <p:cNvPr id="8" name="Arrow: Left 7">
            <a:extLst>
              <a:ext uri="{FF2B5EF4-FFF2-40B4-BE49-F238E27FC236}">
                <a16:creationId xmlns:a16="http://schemas.microsoft.com/office/drawing/2014/main" id="{D732ACA5-E201-C1A9-3E2D-D502812F7B14}"/>
              </a:ext>
            </a:extLst>
          </p:cNvPr>
          <p:cNvSpPr/>
          <p:nvPr/>
        </p:nvSpPr>
        <p:spPr>
          <a:xfrm>
            <a:off x="5643982" y="2580827"/>
            <a:ext cx="2438400" cy="381000"/>
          </a:xfrm>
          <a:prstGeom prst="lef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Logo&#10;&#10;Description automatically generated with medium confidence">
            <a:extLst>
              <a:ext uri="{FF2B5EF4-FFF2-40B4-BE49-F238E27FC236}">
                <a16:creationId xmlns:a16="http://schemas.microsoft.com/office/drawing/2014/main" id="{B2D33C36-9BD2-F04A-A45B-E8FC22D1FE47}"/>
              </a:ext>
            </a:extLst>
          </p:cNvPr>
          <p:cNvPicPr>
            <a:picLocks noChangeAspect="1"/>
          </p:cNvPicPr>
          <p:nvPr/>
        </p:nvPicPr>
        <p:blipFill>
          <a:blip r:embed="rId5"/>
          <a:stretch>
            <a:fillRect/>
          </a:stretch>
        </p:blipFill>
        <p:spPr>
          <a:xfrm>
            <a:off x="7867141" y="6096000"/>
            <a:ext cx="940042" cy="465572"/>
          </a:xfrm>
          <a:prstGeom prst="rect">
            <a:avLst/>
          </a:prstGeom>
        </p:spPr>
      </p:pic>
    </p:spTree>
    <p:extLst>
      <p:ext uri="{BB962C8B-B14F-4D97-AF65-F5344CB8AC3E}">
        <p14:creationId xmlns:p14="http://schemas.microsoft.com/office/powerpoint/2010/main" val="764810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ticky notes with question marks">
            <a:extLst>
              <a:ext uri="{FF2B5EF4-FFF2-40B4-BE49-F238E27FC236}">
                <a16:creationId xmlns:a16="http://schemas.microsoft.com/office/drawing/2014/main" id="{A67C3CEC-C0D3-20E8-5BE1-F9C4EDEDF4D7}"/>
              </a:ext>
            </a:extLst>
          </p:cNvPr>
          <p:cNvPicPr>
            <a:picLocks noChangeAspect="1"/>
          </p:cNvPicPr>
          <p:nvPr/>
        </p:nvPicPr>
        <p:blipFill rotWithShape="1">
          <a:blip r:embed="rId3">
            <a:alphaModFix amt="50000"/>
          </a:blip>
          <a:srcRect l="8887" r="2134" b="-1"/>
          <a:stretch/>
        </p:blipFill>
        <p:spPr>
          <a:xfrm>
            <a:off x="20" y="10"/>
            <a:ext cx="9141692" cy="6857990"/>
          </a:xfrm>
          <a:prstGeom prst="rect">
            <a:avLst/>
          </a:prstGeom>
        </p:spPr>
      </p:pic>
      <p:sp>
        <p:nvSpPr>
          <p:cNvPr id="2" name="Title 1">
            <a:extLst>
              <a:ext uri="{FF2B5EF4-FFF2-40B4-BE49-F238E27FC236}">
                <a16:creationId xmlns:a16="http://schemas.microsoft.com/office/drawing/2014/main" id="{3A964152-0C50-DA75-033C-E815C19C26C4}"/>
              </a:ext>
            </a:extLst>
          </p:cNvPr>
          <p:cNvSpPr>
            <a:spLocks noGrp="1"/>
          </p:cNvSpPr>
          <p:nvPr>
            <p:ph type="title"/>
          </p:nvPr>
        </p:nvSpPr>
        <p:spPr>
          <a:xfrm>
            <a:off x="1143000" y="1122363"/>
            <a:ext cx="6858000" cy="3063240"/>
          </a:xfrm>
        </p:spPr>
        <p:txBody>
          <a:bodyPr vert="horz" lIns="91440" tIns="45720" rIns="91440" bIns="45720" rtlCol="0" anchor="b">
            <a:normAutofit/>
          </a:bodyPr>
          <a:lstStyle/>
          <a:p>
            <a:pPr algn="ctr" defTabSz="914400"/>
            <a:r>
              <a:rPr lang="en-US" sz="5700">
                <a:solidFill>
                  <a:schemeClr val="bg1"/>
                </a:solidFill>
              </a:rPr>
              <a:t>What are your priorities? </a:t>
            </a:r>
          </a:p>
        </p:txBody>
      </p:sp>
      <p:sp>
        <p:nvSpPr>
          <p:cNvPr id="2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8202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40363C-2895-1667-9477-CA2DEC79DDE5}"/>
              </a:ext>
            </a:extLst>
          </p:cNvPr>
          <p:cNvSpPr>
            <a:spLocks noGrp="1"/>
          </p:cNvSpPr>
          <p:nvPr>
            <p:ph type="title"/>
          </p:nvPr>
        </p:nvSpPr>
        <p:spPr>
          <a:xfrm>
            <a:off x="457186" y="68608"/>
            <a:ext cx="8304086" cy="1481328"/>
          </a:xfrm>
        </p:spPr>
        <p:txBody>
          <a:bodyPr anchor="b">
            <a:normAutofit fontScale="90000"/>
          </a:bodyPr>
          <a:lstStyle/>
          <a:p>
            <a:r>
              <a:rPr lang="en-US" sz="3200" b="1" dirty="0">
                <a:ea typeface="Calibri"/>
                <a:cs typeface="Calibri"/>
              </a:rPr>
              <a:t>People told us their priorities were getting married, having their own home, and getting a job.</a:t>
            </a:r>
            <a:br>
              <a:rPr lang="en-US" sz="1900" b="1" dirty="0"/>
            </a:br>
            <a:endParaRPr lang="en-US" sz="1900" b="1" dirty="0"/>
          </a:p>
        </p:txBody>
      </p:sp>
      <p:sp>
        <p:nvSpPr>
          <p:cNvPr id="28"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A4C117C-1130-B2B3-E7CA-E97BC7368887}"/>
              </a:ext>
            </a:extLst>
          </p:cNvPr>
          <p:cNvSpPr>
            <a:spLocks noGrp="1"/>
          </p:cNvSpPr>
          <p:nvPr>
            <p:ph idx="1"/>
          </p:nvPr>
        </p:nvSpPr>
        <p:spPr>
          <a:xfrm>
            <a:off x="473202" y="2660904"/>
            <a:ext cx="5394198" cy="3547872"/>
          </a:xfrm>
        </p:spPr>
        <p:txBody>
          <a:bodyPr vert="horz" lIns="91440" tIns="45720" rIns="91440" bIns="45720" rtlCol="0" anchor="t">
            <a:normAutofit fontScale="70000" lnSpcReduction="20000"/>
          </a:bodyPr>
          <a:lstStyle/>
          <a:p>
            <a:pPr marL="0" indent="0">
              <a:buNone/>
            </a:pPr>
            <a:endParaRPr lang="en-US" sz="1500">
              <a:ea typeface="Calibri"/>
              <a:cs typeface="Calibri"/>
            </a:endParaRPr>
          </a:p>
          <a:p>
            <a:pPr marL="0" indent="0">
              <a:buNone/>
            </a:pPr>
            <a:r>
              <a:rPr lang="en-US" sz="3300">
                <a:ea typeface="Calibri"/>
                <a:cs typeface="Calibri"/>
              </a:rPr>
              <a:t>We had to ask our 250 staff how many people are wholly focused on helping people: </a:t>
            </a:r>
          </a:p>
          <a:p>
            <a:pPr marL="0" indent="0">
              <a:buNone/>
            </a:pPr>
            <a:endParaRPr lang="en-US" sz="3300">
              <a:ea typeface="Calibri"/>
              <a:cs typeface="Calibri"/>
            </a:endParaRPr>
          </a:p>
          <a:p>
            <a:r>
              <a:rPr lang="en-US" sz="3300">
                <a:ea typeface="Calibri"/>
                <a:cs typeface="Calibri"/>
              </a:rPr>
              <a:t>Develop significant relationships</a:t>
            </a:r>
          </a:p>
          <a:p>
            <a:r>
              <a:rPr lang="en-US" sz="3300">
                <a:ea typeface="Calibri"/>
                <a:cs typeface="Calibri"/>
              </a:rPr>
              <a:t>Find a job</a:t>
            </a:r>
          </a:p>
          <a:p>
            <a:r>
              <a:rPr lang="en-US" sz="3300">
                <a:ea typeface="Calibri"/>
                <a:cs typeface="Calibri"/>
              </a:rPr>
              <a:t>Become homeowners</a:t>
            </a:r>
          </a:p>
          <a:p>
            <a:pPr marL="0" indent="0">
              <a:buNone/>
            </a:pPr>
            <a:endParaRPr lang="en-US" sz="1500">
              <a:ea typeface="Calibri"/>
              <a:cs typeface="Calibri"/>
            </a:endParaRPr>
          </a:p>
          <a:p>
            <a:pPr marL="0" indent="0">
              <a:buNone/>
            </a:pPr>
            <a:endParaRPr lang="en-US" sz="1500">
              <a:ea typeface="Calibri"/>
              <a:cs typeface="Calibri"/>
            </a:endParaRPr>
          </a:p>
          <a:p>
            <a:pPr marL="0" indent="0">
              <a:buNone/>
            </a:pPr>
            <a:endParaRPr lang="en-US" sz="1500">
              <a:ea typeface="Calibri"/>
              <a:cs typeface="Calibri"/>
            </a:endParaRPr>
          </a:p>
          <a:p>
            <a:pPr marL="0" indent="0">
              <a:buNone/>
            </a:pPr>
            <a:r>
              <a:rPr lang="en-US" sz="1500" i="1">
                <a:ea typeface="Calibri"/>
                <a:cs typeface="Calibri"/>
              </a:rPr>
              <a:t>Peggy Terhune, Arc of Stanley County </a:t>
            </a:r>
            <a:endParaRPr lang="en-US" sz="1500" i="1" dirty="0">
              <a:ea typeface="Calibri"/>
              <a:cs typeface="Calibri"/>
            </a:endParaRPr>
          </a:p>
        </p:txBody>
      </p:sp>
      <p:pic>
        <p:nvPicPr>
          <p:cNvPr id="13" name="Picture 12" descr="A speedometer with different colored faces&#10;&#10;Description automatically generated with low confidence">
            <a:extLst>
              <a:ext uri="{FF2B5EF4-FFF2-40B4-BE49-F238E27FC236}">
                <a16:creationId xmlns:a16="http://schemas.microsoft.com/office/drawing/2014/main" id="{0408B183-14C3-FB2C-BFE1-D1D39BDA924D}"/>
              </a:ext>
            </a:extLst>
          </p:cNvPr>
          <p:cNvPicPr>
            <a:picLocks noChangeAspect="1"/>
          </p:cNvPicPr>
          <p:nvPr/>
        </p:nvPicPr>
        <p:blipFill>
          <a:blip r:embed="rId3"/>
          <a:stretch>
            <a:fillRect/>
          </a:stretch>
        </p:blipFill>
        <p:spPr>
          <a:xfrm>
            <a:off x="6059271" y="2660904"/>
            <a:ext cx="2640686" cy="2555502"/>
          </a:xfrm>
          <a:prstGeom prst="rect">
            <a:avLst/>
          </a:prstGeom>
        </p:spPr>
      </p:pic>
      <p:pic>
        <p:nvPicPr>
          <p:cNvPr id="4" name="Picture 2">
            <a:extLst>
              <a:ext uri="{FF2B5EF4-FFF2-40B4-BE49-F238E27FC236}">
                <a16:creationId xmlns:a16="http://schemas.microsoft.com/office/drawing/2014/main" id="{5BEFD660-BF11-B0DC-2EAF-CD545A555F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6019800"/>
            <a:ext cx="1157288"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995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with medium confidence">
            <a:extLst>
              <a:ext uri="{FF2B5EF4-FFF2-40B4-BE49-F238E27FC236}">
                <a16:creationId xmlns:a16="http://schemas.microsoft.com/office/drawing/2014/main" id="{603C8B60-A3CD-4FAB-BAAA-B2C821B01823}"/>
              </a:ext>
            </a:extLst>
          </p:cNvPr>
          <p:cNvPicPr>
            <a:picLocks noChangeAspect="1"/>
          </p:cNvPicPr>
          <p:nvPr/>
        </p:nvPicPr>
        <p:blipFill>
          <a:blip r:embed="rId3"/>
          <a:stretch>
            <a:fillRect/>
          </a:stretch>
        </p:blipFill>
        <p:spPr>
          <a:xfrm>
            <a:off x="7867141" y="6096000"/>
            <a:ext cx="940042" cy="465572"/>
          </a:xfrm>
          <a:prstGeom prst="rect">
            <a:avLst/>
          </a:prstGeom>
        </p:spPr>
      </p:pic>
      <p:pic>
        <p:nvPicPr>
          <p:cNvPr id="9" name="Picture 8" descr="A diagram of a company&amp;#39;s life cycle&#10;&#10;AI-generated content may be incorrect.">
            <a:extLst>
              <a:ext uri="{FF2B5EF4-FFF2-40B4-BE49-F238E27FC236}">
                <a16:creationId xmlns:a16="http://schemas.microsoft.com/office/drawing/2014/main" id="{80769A81-044B-2092-2238-DF2F18201234}"/>
              </a:ext>
            </a:extLst>
          </p:cNvPr>
          <p:cNvPicPr>
            <a:picLocks noChangeAspect="1"/>
          </p:cNvPicPr>
          <p:nvPr/>
        </p:nvPicPr>
        <p:blipFill>
          <a:blip r:embed="rId4"/>
          <a:stretch>
            <a:fillRect/>
          </a:stretch>
        </p:blipFill>
        <p:spPr>
          <a:xfrm>
            <a:off x="143516" y="1020408"/>
            <a:ext cx="8856453" cy="4825180"/>
          </a:xfrm>
          <a:prstGeom prst="rect">
            <a:avLst/>
          </a:prstGeom>
        </p:spPr>
      </p:pic>
    </p:spTree>
    <p:extLst>
      <p:ext uri="{BB962C8B-B14F-4D97-AF65-F5344CB8AC3E}">
        <p14:creationId xmlns:p14="http://schemas.microsoft.com/office/powerpoint/2010/main" val="257622173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27C1AB-73FD-CA60-F78B-D3E79AEB7892}"/>
              </a:ext>
            </a:extLst>
          </p:cNvPr>
          <p:cNvSpPr>
            <a:spLocks noGrp="1"/>
          </p:cNvSpPr>
          <p:nvPr>
            <p:ph type="title"/>
          </p:nvPr>
        </p:nvSpPr>
        <p:spPr>
          <a:xfrm>
            <a:off x="628650" y="365125"/>
            <a:ext cx="7886700" cy="1325563"/>
          </a:xfrm>
        </p:spPr>
        <p:txBody>
          <a:bodyPr>
            <a:normAutofit/>
          </a:bodyPr>
          <a:lstStyle/>
          <a:p>
            <a:r>
              <a:rPr lang="en-US" sz="4700" b="1" dirty="0"/>
              <a:t>What are your priorities?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 name="connsiteX0" fmla="*/ 0 w 8140446"/>
              <a:gd name="connsiteY0" fmla="*/ 0 h 18288"/>
              <a:gd name="connsiteX1" fmla="*/ 596966 w 8140446"/>
              <a:gd name="connsiteY1" fmla="*/ 0 h 18288"/>
              <a:gd name="connsiteX2" fmla="*/ 1031123 w 8140446"/>
              <a:gd name="connsiteY2" fmla="*/ 0 h 18288"/>
              <a:gd name="connsiteX3" fmla="*/ 1872303 w 8140446"/>
              <a:gd name="connsiteY3" fmla="*/ 0 h 18288"/>
              <a:gd name="connsiteX4" fmla="*/ 2469269 w 8140446"/>
              <a:gd name="connsiteY4" fmla="*/ 0 h 18288"/>
              <a:gd name="connsiteX5" fmla="*/ 3066235 w 8140446"/>
              <a:gd name="connsiteY5" fmla="*/ 0 h 18288"/>
              <a:gd name="connsiteX6" fmla="*/ 3907414 w 8140446"/>
              <a:gd name="connsiteY6" fmla="*/ 0 h 18288"/>
              <a:gd name="connsiteX7" fmla="*/ 4422976 w 8140446"/>
              <a:gd name="connsiteY7" fmla="*/ 0 h 18288"/>
              <a:gd name="connsiteX8" fmla="*/ 5264155 w 8140446"/>
              <a:gd name="connsiteY8" fmla="*/ 0 h 18288"/>
              <a:gd name="connsiteX9" fmla="*/ 6105335 w 8140446"/>
              <a:gd name="connsiteY9" fmla="*/ 0 h 18288"/>
              <a:gd name="connsiteX10" fmla="*/ 6783705 w 8140446"/>
              <a:gd name="connsiteY10" fmla="*/ 0 h 18288"/>
              <a:gd name="connsiteX11" fmla="*/ 8140446 w 8140446"/>
              <a:gd name="connsiteY11" fmla="*/ 0 h 18288"/>
              <a:gd name="connsiteX12" fmla="*/ 8140446 w 8140446"/>
              <a:gd name="connsiteY12" fmla="*/ 18288 h 18288"/>
              <a:gd name="connsiteX13" fmla="*/ 7706289 w 8140446"/>
              <a:gd name="connsiteY13" fmla="*/ 18288 h 18288"/>
              <a:gd name="connsiteX14" fmla="*/ 6865109 w 8140446"/>
              <a:gd name="connsiteY14" fmla="*/ 18288 h 18288"/>
              <a:gd name="connsiteX15" fmla="*/ 6349548 w 8140446"/>
              <a:gd name="connsiteY15" fmla="*/ 18288 h 18288"/>
              <a:gd name="connsiteX16" fmla="*/ 5671177 w 8140446"/>
              <a:gd name="connsiteY16" fmla="*/ 18288 h 18288"/>
              <a:gd name="connsiteX17" fmla="*/ 4829998 w 8140446"/>
              <a:gd name="connsiteY17" fmla="*/ 18288 h 18288"/>
              <a:gd name="connsiteX18" fmla="*/ 4151627 w 8140446"/>
              <a:gd name="connsiteY18" fmla="*/ 18288 h 18288"/>
              <a:gd name="connsiteX19" fmla="*/ 3717470 w 8140446"/>
              <a:gd name="connsiteY19" fmla="*/ 18288 h 18288"/>
              <a:gd name="connsiteX20" fmla="*/ 3201909 w 8140446"/>
              <a:gd name="connsiteY20" fmla="*/ 18288 h 18288"/>
              <a:gd name="connsiteX21" fmla="*/ 2360729 w 8140446"/>
              <a:gd name="connsiteY21" fmla="*/ 18288 h 18288"/>
              <a:gd name="connsiteX22" fmla="*/ 1682359 w 8140446"/>
              <a:gd name="connsiteY22" fmla="*/ 18288 h 18288"/>
              <a:gd name="connsiteX23" fmla="*/ 1166797 w 8140446"/>
              <a:gd name="connsiteY23" fmla="*/ 18288 h 18288"/>
              <a:gd name="connsiteX24" fmla="*/ 0 w 8140446"/>
              <a:gd name="connsiteY24" fmla="*/ 18288 h 18288"/>
              <a:gd name="connsiteX25" fmla="*/ 0 w 8140446"/>
              <a:gd name="connsiteY2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40446" h="18288" fill="none" extrusionOk="0">
                <a:moveTo>
                  <a:pt x="0" y="0"/>
                </a:moveTo>
                <a:cubicBezTo>
                  <a:pt x="87427" y="6231"/>
                  <a:pt x="309612" y="-26324"/>
                  <a:pt x="434157" y="0"/>
                </a:cubicBezTo>
                <a:cubicBezTo>
                  <a:pt x="536972" y="29330"/>
                  <a:pt x="959392" y="28619"/>
                  <a:pt x="1193932" y="0"/>
                </a:cubicBezTo>
                <a:cubicBezTo>
                  <a:pt x="1446097" y="13819"/>
                  <a:pt x="1471680" y="7203"/>
                  <a:pt x="1628089" y="0"/>
                </a:cubicBezTo>
                <a:cubicBezTo>
                  <a:pt x="1817415" y="4047"/>
                  <a:pt x="1949536" y="-59324"/>
                  <a:pt x="2225055" y="0"/>
                </a:cubicBezTo>
                <a:cubicBezTo>
                  <a:pt x="2520490" y="18365"/>
                  <a:pt x="2717469" y="18707"/>
                  <a:pt x="3066235" y="0"/>
                </a:cubicBezTo>
                <a:cubicBezTo>
                  <a:pt x="3437075" y="3751"/>
                  <a:pt x="3408347" y="31644"/>
                  <a:pt x="3744605" y="0"/>
                </a:cubicBezTo>
                <a:cubicBezTo>
                  <a:pt x="4097249" y="-11527"/>
                  <a:pt x="4249699" y="-32555"/>
                  <a:pt x="4504380" y="0"/>
                </a:cubicBezTo>
                <a:cubicBezTo>
                  <a:pt x="4737570" y="17980"/>
                  <a:pt x="4877497" y="1006"/>
                  <a:pt x="5101346" y="0"/>
                </a:cubicBezTo>
                <a:cubicBezTo>
                  <a:pt x="5359305" y="-15330"/>
                  <a:pt x="5447195" y="7257"/>
                  <a:pt x="5779717" y="0"/>
                </a:cubicBezTo>
                <a:cubicBezTo>
                  <a:pt x="6090019" y="-17621"/>
                  <a:pt x="6273151" y="4279"/>
                  <a:pt x="6620896" y="0"/>
                </a:cubicBezTo>
                <a:cubicBezTo>
                  <a:pt x="6968586" y="34056"/>
                  <a:pt x="6990073" y="23587"/>
                  <a:pt x="7136458" y="0"/>
                </a:cubicBezTo>
                <a:cubicBezTo>
                  <a:pt x="7320575" y="20480"/>
                  <a:pt x="7847401" y="-6173"/>
                  <a:pt x="8140446" y="0"/>
                </a:cubicBezTo>
                <a:cubicBezTo>
                  <a:pt x="8139878" y="7862"/>
                  <a:pt x="8140227" y="13269"/>
                  <a:pt x="8140446" y="18288"/>
                </a:cubicBezTo>
                <a:cubicBezTo>
                  <a:pt x="7908069" y="-20636"/>
                  <a:pt x="7683037" y="21977"/>
                  <a:pt x="7543480" y="18288"/>
                </a:cubicBezTo>
                <a:cubicBezTo>
                  <a:pt x="7393752" y="10050"/>
                  <a:pt x="7221032" y="-3229"/>
                  <a:pt x="7109323" y="18288"/>
                </a:cubicBezTo>
                <a:cubicBezTo>
                  <a:pt x="7015297" y="22483"/>
                  <a:pt x="6599332" y="40899"/>
                  <a:pt x="6430952" y="18288"/>
                </a:cubicBezTo>
                <a:cubicBezTo>
                  <a:pt x="6292915" y="-34150"/>
                  <a:pt x="6142305" y="21507"/>
                  <a:pt x="5915391" y="18288"/>
                </a:cubicBezTo>
                <a:cubicBezTo>
                  <a:pt x="5682725" y="47843"/>
                  <a:pt x="5440566" y="31420"/>
                  <a:pt x="5237020" y="18288"/>
                </a:cubicBezTo>
                <a:cubicBezTo>
                  <a:pt x="5046456" y="10577"/>
                  <a:pt x="4706449" y="51976"/>
                  <a:pt x="4558650" y="18288"/>
                </a:cubicBezTo>
                <a:cubicBezTo>
                  <a:pt x="4361396" y="-987"/>
                  <a:pt x="4145362" y="-22303"/>
                  <a:pt x="3880279" y="18288"/>
                </a:cubicBezTo>
                <a:cubicBezTo>
                  <a:pt x="3610716" y="25411"/>
                  <a:pt x="3472690" y="4008"/>
                  <a:pt x="3201909" y="18288"/>
                </a:cubicBezTo>
                <a:cubicBezTo>
                  <a:pt x="2913595" y="35097"/>
                  <a:pt x="2753317" y="-1149"/>
                  <a:pt x="2604943" y="18288"/>
                </a:cubicBezTo>
                <a:cubicBezTo>
                  <a:pt x="2450130" y="36989"/>
                  <a:pt x="1974183" y="40159"/>
                  <a:pt x="1845168" y="18288"/>
                </a:cubicBezTo>
                <a:cubicBezTo>
                  <a:pt x="1677929" y="220"/>
                  <a:pt x="1378098" y="-772"/>
                  <a:pt x="1166797" y="18288"/>
                </a:cubicBezTo>
                <a:cubicBezTo>
                  <a:pt x="921150" y="53277"/>
                  <a:pt x="327457" y="47297"/>
                  <a:pt x="0" y="18288"/>
                </a:cubicBezTo>
                <a:cubicBezTo>
                  <a:pt x="-589" y="13471"/>
                  <a:pt x="-474" y="7409"/>
                  <a:pt x="0" y="0"/>
                </a:cubicBezTo>
                <a:close/>
              </a:path>
              <a:path w="8140446" h="18288" stroke="0" extrusionOk="0">
                <a:moveTo>
                  <a:pt x="0" y="0"/>
                </a:moveTo>
                <a:cubicBezTo>
                  <a:pt x="136968" y="-25482"/>
                  <a:pt x="379786" y="11224"/>
                  <a:pt x="596966" y="0"/>
                </a:cubicBezTo>
                <a:cubicBezTo>
                  <a:pt x="815878" y="-21223"/>
                  <a:pt x="832062" y="11868"/>
                  <a:pt x="1031123" y="0"/>
                </a:cubicBezTo>
                <a:cubicBezTo>
                  <a:pt x="1256800" y="-30738"/>
                  <a:pt x="1658090" y="-20345"/>
                  <a:pt x="1872303" y="0"/>
                </a:cubicBezTo>
                <a:cubicBezTo>
                  <a:pt x="2115604" y="28431"/>
                  <a:pt x="2277865" y="-40642"/>
                  <a:pt x="2469269" y="0"/>
                </a:cubicBezTo>
                <a:cubicBezTo>
                  <a:pt x="2679731" y="25919"/>
                  <a:pt x="2788602" y="-6498"/>
                  <a:pt x="3066235" y="0"/>
                </a:cubicBezTo>
                <a:cubicBezTo>
                  <a:pt x="3325663" y="-14487"/>
                  <a:pt x="3706561" y="67517"/>
                  <a:pt x="3907414" y="0"/>
                </a:cubicBezTo>
                <a:cubicBezTo>
                  <a:pt x="4127229" y="-37113"/>
                  <a:pt x="4179037" y="-8167"/>
                  <a:pt x="4422976" y="0"/>
                </a:cubicBezTo>
                <a:cubicBezTo>
                  <a:pt x="4683575" y="-28486"/>
                  <a:pt x="5055803" y="-13799"/>
                  <a:pt x="5264155" y="0"/>
                </a:cubicBezTo>
                <a:cubicBezTo>
                  <a:pt x="5513566" y="14315"/>
                  <a:pt x="5735215" y="2768"/>
                  <a:pt x="6105335" y="0"/>
                </a:cubicBezTo>
                <a:cubicBezTo>
                  <a:pt x="6510913" y="-12587"/>
                  <a:pt x="6456171" y="3247"/>
                  <a:pt x="6783705" y="0"/>
                </a:cubicBezTo>
                <a:cubicBezTo>
                  <a:pt x="7057099" y="-15461"/>
                  <a:pt x="7592067" y="5384"/>
                  <a:pt x="8140446" y="0"/>
                </a:cubicBezTo>
                <a:cubicBezTo>
                  <a:pt x="8140452" y="8597"/>
                  <a:pt x="8141122" y="9732"/>
                  <a:pt x="8140446" y="18288"/>
                </a:cubicBezTo>
                <a:cubicBezTo>
                  <a:pt x="7961834" y="8406"/>
                  <a:pt x="7874097" y="10350"/>
                  <a:pt x="7706289" y="18288"/>
                </a:cubicBezTo>
                <a:cubicBezTo>
                  <a:pt x="7582508" y="-14920"/>
                  <a:pt x="7179551" y="-33111"/>
                  <a:pt x="6865109" y="18288"/>
                </a:cubicBezTo>
                <a:cubicBezTo>
                  <a:pt x="6583382" y="24117"/>
                  <a:pt x="6525821" y="36696"/>
                  <a:pt x="6349548" y="18288"/>
                </a:cubicBezTo>
                <a:cubicBezTo>
                  <a:pt x="6209953" y="10881"/>
                  <a:pt x="5959707" y="-47828"/>
                  <a:pt x="5671177" y="18288"/>
                </a:cubicBezTo>
                <a:cubicBezTo>
                  <a:pt x="5387744" y="29809"/>
                  <a:pt x="5228514" y="101507"/>
                  <a:pt x="4829998" y="18288"/>
                </a:cubicBezTo>
                <a:cubicBezTo>
                  <a:pt x="4415646" y="-28596"/>
                  <a:pt x="4343809" y="28954"/>
                  <a:pt x="4151627" y="18288"/>
                </a:cubicBezTo>
                <a:cubicBezTo>
                  <a:pt x="3950673" y="-9796"/>
                  <a:pt x="3879947" y="41143"/>
                  <a:pt x="3717470" y="18288"/>
                </a:cubicBezTo>
                <a:cubicBezTo>
                  <a:pt x="3558660" y="10110"/>
                  <a:pt x="3468854" y="29375"/>
                  <a:pt x="3201909" y="18288"/>
                </a:cubicBezTo>
                <a:cubicBezTo>
                  <a:pt x="2965673" y="10505"/>
                  <a:pt x="2568327" y="22116"/>
                  <a:pt x="2360729" y="18288"/>
                </a:cubicBezTo>
                <a:cubicBezTo>
                  <a:pt x="2171885" y="49144"/>
                  <a:pt x="1923258" y="16020"/>
                  <a:pt x="1682359" y="18288"/>
                </a:cubicBezTo>
                <a:cubicBezTo>
                  <a:pt x="1430698" y="-2378"/>
                  <a:pt x="1324229" y="-1751"/>
                  <a:pt x="1166797" y="18288"/>
                </a:cubicBezTo>
                <a:cubicBezTo>
                  <a:pt x="1001390" y="41795"/>
                  <a:pt x="324313" y="57964"/>
                  <a:pt x="0" y="18288"/>
                </a:cubicBezTo>
                <a:cubicBezTo>
                  <a:pt x="285" y="13135"/>
                  <a:pt x="532" y="5956"/>
                  <a:pt x="0" y="0"/>
                </a:cubicBezTo>
                <a:close/>
              </a:path>
              <a:path w="8140446" h="18288" fill="none" stroke="0" extrusionOk="0">
                <a:moveTo>
                  <a:pt x="0" y="0"/>
                </a:moveTo>
                <a:cubicBezTo>
                  <a:pt x="69532" y="-6557"/>
                  <a:pt x="264219" y="3919"/>
                  <a:pt x="434157" y="0"/>
                </a:cubicBezTo>
                <a:cubicBezTo>
                  <a:pt x="600013" y="9090"/>
                  <a:pt x="921449" y="-13478"/>
                  <a:pt x="1193932" y="0"/>
                </a:cubicBezTo>
                <a:cubicBezTo>
                  <a:pt x="1443592" y="14844"/>
                  <a:pt x="1471188" y="10722"/>
                  <a:pt x="1628089" y="0"/>
                </a:cubicBezTo>
                <a:cubicBezTo>
                  <a:pt x="1750006" y="-24149"/>
                  <a:pt x="1967480" y="-14904"/>
                  <a:pt x="2225055" y="0"/>
                </a:cubicBezTo>
                <a:cubicBezTo>
                  <a:pt x="2503918" y="19247"/>
                  <a:pt x="2709263" y="-16351"/>
                  <a:pt x="3066235" y="0"/>
                </a:cubicBezTo>
                <a:cubicBezTo>
                  <a:pt x="3429723" y="-1627"/>
                  <a:pt x="3399401" y="30976"/>
                  <a:pt x="3744605" y="0"/>
                </a:cubicBezTo>
                <a:cubicBezTo>
                  <a:pt x="4081920" y="-40602"/>
                  <a:pt x="4258272" y="-2441"/>
                  <a:pt x="4504380" y="0"/>
                </a:cubicBezTo>
                <a:cubicBezTo>
                  <a:pt x="4760039" y="21121"/>
                  <a:pt x="4866555" y="-1351"/>
                  <a:pt x="5101346" y="0"/>
                </a:cubicBezTo>
                <a:cubicBezTo>
                  <a:pt x="5336279" y="1859"/>
                  <a:pt x="5465100" y="30801"/>
                  <a:pt x="5779717" y="0"/>
                </a:cubicBezTo>
                <a:cubicBezTo>
                  <a:pt x="6117018" y="-2879"/>
                  <a:pt x="6273497" y="-5002"/>
                  <a:pt x="6620896" y="0"/>
                </a:cubicBezTo>
                <a:cubicBezTo>
                  <a:pt x="6972306" y="38666"/>
                  <a:pt x="6992056" y="28334"/>
                  <a:pt x="7136458" y="0"/>
                </a:cubicBezTo>
                <a:cubicBezTo>
                  <a:pt x="7325567" y="-61201"/>
                  <a:pt x="7766555" y="-88399"/>
                  <a:pt x="8140446" y="0"/>
                </a:cubicBezTo>
                <a:cubicBezTo>
                  <a:pt x="8140031" y="7748"/>
                  <a:pt x="8139515" y="13015"/>
                  <a:pt x="8140446" y="18288"/>
                </a:cubicBezTo>
                <a:cubicBezTo>
                  <a:pt x="7892673" y="-4012"/>
                  <a:pt x="7668025" y="650"/>
                  <a:pt x="7543480" y="18288"/>
                </a:cubicBezTo>
                <a:cubicBezTo>
                  <a:pt x="7406710" y="-3467"/>
                  <a:pt x="7207646" y="8893"/>
                  <a:pt x="7109323" y="18288"/>
                </a:cubicBezTo>
                <a:cubicBezTo>
                  <a:pt x="6993037" y="49011"/>
                  <a:pt x="6598723" y="59405"/>
                  <a:pt x="6430952" y="18288"/>
                </a:cubicBezTo>
                <a:cubicBezTo>
                  <a:pt x="6284771" y="15315"/>
                  <a:pt x="6162730" y="20350"/>
                  <a:pt x="5915391" y="18288"/>
                </a:cubicBezTo>
                <a:cubicBezTo>
                  <a:pt x="5684668" y="13603"/>
                  <a:pt x="5422852" y="53618"/>
                  <a:pt x="5237020" y="18288"/>
                </a:cubicBezTo>
                <a:cubicBezTo>
                  <a:pt x="5035482" y="26296"/>
                  <a:pt x="4719808" y="55145"/>
                  <a:pt x="4558650" y="18288"/>
                </a:cubicBezTo>
                <a:cubicBezTo>
                  <a:pt x="4375169" y="-35587"/>
                  <a:pt x="4137553" y="12086"/>
                  <a:pt x="3880279" y="18288"/>
                </a:cubicBezTo>
                <a:cubicBezTo>
                  <a:pt x="3624533" y="32648"/>
                  <a:pt x="3467387" y="6480"/>
                  <a:pt x="3201909" y="18288"/>
                </a:cubicBezTo>
                <a:cubicBezTo>
                  <a:pt x="2918126" y="73342"/>
                  <a:pt x="2717830" y="-17156"/>
                  <a:pt x="2604943" y="18288"/>
                </a:cubicBezTo>
                <a:cubicBezTo>
                  <a:pt x="2496133" y="44525"/>
                  <a:pt x="2003915" y="18254"/>
                  <a:pt x="1845168" y="18288"/>
                </a:cubicBezTo>
                <a:cubicBezTo>
                  <a:pt x="1694518" y="14989"/>
                  <a:pt x="1344959" y="44188"/>
                  <a:pt x="1166797" y="18288"/>
                </a:cubicBezTo>
                <a:cubicBezTo>
                  <a:pt x="935925" y="69451"/>
                  <a:pt x="319712" y="-63972"/>
                  <a:pt x="0" y="18288"/>
                </a:cubicBezTo>
                <a:cubicBezTo>
                  <a:pt x="1307" y="12414"/>
                  <a:pt x="-32" y="57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D1A256-C379-EF8D-AE1B-DD7138B1DC81}"/>
              </a:ext>
            </a:extLst>
          </p:cNvPr>
          <p:cNvSpPr>
            <a:spLocks noGrp="1"/>
          </p:cNvSpPr>
          <p:nvPr>
            <p:ph idx="1"/>
          </p:nvPr>
        </p:nvSpPr>
        <p:spPr>
          <a:xfrm>
            <a:off x="628650" y="1929384"/>
            <a:ext cx="7886700" cy="4251960"/>
          </a:xfrm>
        </p:spPr>
        <p:txBody>
          <a:bodyPr>
            <a:noAutofit/>
          </a:bodyPr>
          <a:lstStyle/>
          <a:p>
            <a:r>
              <a:rPr lang="en-US" sz="2800" dirty="0"/>
              <a:t>Employment </a:t>
            </a:r>
          </a:p>
          <a:p>
            <a:r>
              <a:rPr lang="en-US" sz="2800" dirty="0"/>
              <a:t>Community engagement</a:t>
            </a:r>
          </a:p>
          <a:p>
            <a:r>
              <a:rPr lang="en-US" sz="2800" dirty="0"/>
              <a:t>Skills</a:t>
            </a:r>
          </a:p>
          <a:p>
            <a:r>
              <a:rPr lang="en-US" sz="2800" dirty="0"/>
              <a:t>Relationships</a:t>
            </a:r>
          </a:p>
          <a:p>
            <a:r>
              <a:rPr lang="en-US" sz="2800" dirty="0"/>
              <a:t>Natural supports </a:t>
            </a:r>
          </a:p>
          <a:p>
            <a:r>
              <a:rPr lang="en-US" sz="2800" dirty="0"/>
              <a:t>Increased independence </a:t>
            </a:r>
          </a:p>
          <a:p>
            <a:pPr lvl="1"/>
            <a:r>
              <a:rPr lang="en-US" sz="2800" dirty="0"/>
              <a:t>Transportation</a:t>
            </a:r>
          </a:p>
          <a:p>
            <a:pPr lvl="1"/>
            <a:r>
              <a:rPr lang="en-US" sz="2800" dirty="0"/>
              <a:t>Communication </a:t>
            </a:r>
          </a:p>
          <a:p>
            <a:r>
              <a:rPr lang="en-US" sz="3100" dirty="0"/>
              <a:t>Customer satisfaction </a:t>
            </a:r>
            <a:endParaRPr lang="en-US" sz="2800" i="1" dirty="0"/>
          </a:p>
          <a:p>
            <a:r>
              <a:rPr lang="en-US" sz="2800" i="1" dirty="0"/>
              <a:t>What else? </a:t>
            </a:r>
          </a:p>
        </p:txBody>
      </p:sp>
      <p:pic>
        <p:nvPicPr>
          <p:cNvPr id="4" name="Picture 2">
            <a:extLst>
              <a:ext uri="{FF2B5EF4-FFF2-40B4-BE49-F238E27FC236}">
                <a16:creationId xmlns:a16="http://schemas.microsoft.com/office/drawing/2014/main" id="{CC49953C-DDAF-82CC-713B-4C5A0881CC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1079" y="5817507"/>
            <a:ext cx="1157288"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2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27C1AB-73FD-CA60-F78B-D3E79AEB7892}"/>
              </a:ext>
            </a:extLst>
          </p:cNvPr>
          <p:cNvSpPr>
            <a:spLocks noGrp="1"/>
          </p:cNvSpPr>
          <p:nvPr>
            <p:ph type="title"/>
          </p:nvPr>
        </p:nvSpPr>
        <p:spPr>
          <a:xfrm>
            <a:off x="628650" y="365125"/>
            <a:ext cx="7886700" cy="1325563"/>
          </a:xfrm>
        </p:spPr>
        <p:txBody>
          <a:bodyPr>
            <a:normAutofit fontScale="90000"/>
          </a:bodyPr>
          <a:lstStyle/>
          <a:p>
            <a:r>
              <a:rPr lang="en-US" sz="4700" b="1" i="1" u="sng" dirty="0"/>
              <a:t>Employment</a:t>
            </a:r>
            <a:r>
              <a:rPr lang="en-US" sz="4700" b="1" dirty="0"/>
              <a:t> quality outcome data examples </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 name="connsiteX0" fmla="*/ 0 w 8140446"/>
              <a:gd name="connsiteY0" fmla="*/ 0 h 18288"/>
              <a:gd name="connsiteX1" fmla="*/ 596966 w 8140446"/>
              <a:gd name="connsiteY1" fmla="*/ 0 h 18288"/>
              <a:gd name="connsiteX2" fmla="*/ 1031123 w 8140446"/>
              <a:gd name="connsiteY2" fmla="*/ 0 h 18288"/>
              <a:gd name="connsiteX3" fmla="*/ 1872303 w 8140446"/>
              <a:gd name="connsiteY3" fmla="*/ 0 h 18288"/>
              <a:gd name="connsiteX4" fmla="*/ 2469269 w 8140446"/>
              <a:gd name="connsiteY4" fmla="*/ 0 h 18288"/>
              <a:gd name="connsiteX5" fmla="*/ 3066235 w 8140446"/>
              <a:gd name="connsiteY5" fmla="*/ 0 h 18288"/>
              <a:gd name="connsiteX6" fmla="*/ 3907414 w 8140446"/>
              <a:gd name="connsiteY6" fmla="*/ 0 h 18288"/>
              <a:gd name="connsiteX7" fmla="*/ 4422976 w 8140446"/>
              <a:gd name="connsiteY7" fmla="*/ 0 h 18288"/>
              <a:gd name="connsiteX8" fmla="*/ 5264155 w 8140446"/>
              <a:gd name="connsiteY8" fmla="*/ 0 h 18288"/>
              <a:gd name="connsiteX9" fmla="*/ 6105335 w 8140446"/>
              <a:gd name="connsiteY9" fmla="*/ 0 h 18288"/>
              <a:gd name="connsiteX10" fmla="*/ 6783705 w 8140446"/>
              <a:gd name="connsiteY10" fmla="*/ 0 h 18288"/>
              <a:gd name="connsiteX11" fmla="*/ 8140446 w 8140446"/>
              <a:gd name="connsiteY11" fmla="*/ 0 h 18288"/>
              <a:gd name="connsiteX12" fmla="*/ 8140446 w 8140446"/>
              <a:gd name="connsiteY12" fmla="*/ 18288 h 18288"/>
              <a:gd name="connsiteX13" fmla="*/ 7706289 w 8140446"/>
              <a:gd name="connsiteY13" fmla="*/ 18288 h 18288"/>
              <a:gd name="connsiteX14" fmla="*/ 6865109 w 8140446"/>
              <a:gd name="connsiteY14" fmla="*/ 18288 h 18288"/>
              <a:gd name="connsiteX15" fmla="*/ 6349548 w 8140446"/>
              <a:gd name="connsiteY15" fmla="*/ 18288 h 18288"/>
              <a:gd name="connsiteX16" fmla="*/ 5671177 w 8140446"/>
              <a:gd name="connsiteY16" fmla="*/ 18288 h 18288"/>
              <a:gd name="connsiteX17" fmla="*/ 4829998 w 8140446"/>
              <a:gd name="connsiteY17" fmla="*/ 18288 h 18288"/>
              <a:gd name="connsiteX18" fmla="*/ 4151627 w 8140446"/>
              <a:gd name="connsiteY18" fmla="*/ 18288 h 18288"/>
              <a:gd name="connsiteX19" fmla="*/ 3717470 w 8140446"/>
              <a:gd name="connsiteY19" fmla="*/ 18288 h 18288"/>
              <a:gd name="connsiteX20" fmla="*/ 3201909 w 8140446"/>
              <a:gd name="connsiteY20" fmla="*/ 18288 h 18288"/>
              <a:gd name="connsiteX21" fmla="*/ 2360729 w 8140446"/>
              <a:gd name="connsiteY21" fmla="*/ 18288 h 18288"/>
              <a:gd name="connsiteX22" fmla="*/ 1682359 w 8140446"/>
              <a:gd name="connsiteY22" fmla="*/ 18288 h 18288"/>
              <a:gd name="connsiteX23" fmla="*/ 1166797 w 8140446"/>
              <a:gd name="connsiteY23" fmla="*/ 18288 h 18288"/>
              <a:gd name="connsiteX24" fmla="*/ 0 w 8140446"/>
              <a:gd name="connsiteY24" fmla="*/ 18288 h 18288"/>
              <a:gd name="connsiteX25" fmla="*/ 0 w 8140446"/>
              <a:gd name="connsiteY2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40446" h="18288" fill="none" extrusionOk="0">
                <a:moveTo>
                  <a:pt x="0" y="0"/>
                </a:moveTo>
                <a:cubicBezTo>
                  <a:pt x="87427" y="6231"/>
                  <a:pt x="309612" y="-26324"/>
                  <a:pt x="434157" y="0"/>
                </a:cubicBezTo>
                <a:cubicBezTo>
                  <a:pt x="536972" y="29330"/>
                  <a:pt x="959392" y="28619"/>
                  <a:pt x="1193932" y="0"/>
                </a:cubicBezTo>
                <a:cubicBezTo>
                  <a:pt x="1446097" y="13819"/>
                  <a:pt x="1471680" y="7203"/>
                  <a:pt x="1628089" y="0"/>
                </a:cubicBezTo>
                <a:cubicBezTo>
                  <a:pt x="1817415" y="4047"/>
                  <a:pt x="1949536" y="-59324"/>
                  <a:pt x="2225055" y="0"/>
                </a:cubicBezTo>
                <a:cubicBezTo>
                  <a:pt x="2520490" y="18365"/>
                  <a:pt x="2717469" y="18707"/>
                  <a:pt x="3066235" y="0"/>
                </a:cubicBezTo>
                <a:cubicBezTo>
                  <a:pt x="3437075" y="3751"/>
                  <a:pt x="3408347" y="31644"/>
                  <a:pt x="3744605" y="0"/>
                </a:cubicBezTo>
                <a:cubicBezTo>
                  <a:pt x="4097249" y="-11527"/>
                  <a:pt x="4249699" y="-32555"/>
                  <a:pt x="4504380" y="0"/>
                </a:cubicBezTo>
                <a:cubicBezTo>
                  <a:pt x="4737570" y="17980"/>
                  <a:pt x="4877497" y="1006"/>
                  <a:pt x="5101346" y="0"/>
                </a:cubicBezTo>
                <a:cubicBezTo>
                  <a:pt x="5359305" y="-15330"/>
                  <a:pt x="5447195" y="7257"/>
                  <a:pt x="5779717" y="0"/>
                </a:cubicBezTo>
                <a:cubicBezTo>
                  <a:pt x="6090019" y="-17621"/>
                  <a:pt x="6273151" y="4279"/>
                  <a:pt x="6620896" y="0"/>
                </a:cubicBezTo>
                <a:cubicBezTo>
                  <a:pt x="6968586" y="34056"/>
                  <a:pt x="6990073" y="23587"/>
                  <a:pt x="7136458" y="0"/>
                </a:cubicBezTo>
                <a:cubicBezTo>
                  <a:pt x="7320575" y="20480"/>
                  <a:pt x="7847401" y="-6173"/>
                  <a:pt x="8140446" y="0"/>
                </a:cubicBezTo>
                <a:cubicBezTo>
                  <a:pt x="8139878" y="7862"/>
                  <a:pt x="8140227" y="13269"/>
                  <a:pt x="8140446" y="18288"/>
                </a:cubicBezTo>
                <a:cubicBezTo>
                  <a:pt x="7908069" y="-20636"/>
                  <a:pt x="7683037" y="21977"/>
                  <a:pt x="7543480" y="18288"/>
                </a:cubicBezTo>
                <a:cubicBezTo>
                  <a:pt x="7393752" y="10050"/>
                  <a:pt x="7221032" y="-3229"/>
                  <a:pt x="7109323" y="18288"/>
                </a:cubicBezTo>
                <a:cubicBezTo>
                  <a:pt x="7015297" y="22483"/>
                  <a:pt x="6599332" y="40899"/>
                  <a:pt x="6430952" y="18288"/>
                </a:cubicBezTo>
                <a:cubicBezTo>
                  <a:pt x="6292915" y="-34150"/>
                  <a:pt x="6142305" y="21507"/>
                  <a:pt x="5915391" y="18288"/>
                </a:cubicBezTo>
                <a:cubicBezTo>
                  <a:pt x="5682725" y="47843"/>
                  <a:pt x="5440566" y="31420"/>
                  <a:pt x="5237020" y="18288"/>
                </a:cubicBezTo>
                <a:cubicBezTo>
                  <a:pt x="5046456" y="10577"/>
                  <a:pt x="4706449" y="51976"/>
                  <a:pt x="4558650" y="18288"/>
                </a:cubicBezTo>
                <a:cubicBezTo>
                  <a:pt x="4361396" y="-987"/>
                  <a:pt x="4145362" y="-22303"/>
                  <a:pt x="3880279" y="18288"/>
                </a:cubicBezTo>
                <a:cubicBezTo>
                  <a:pt x="3610716" y="25411"/>
                  <a:pt x="3472690" y="4008"/>
                  <a:pt x="3201909" y="18288"/>
                </a:cubicBezTo>
                <a:cubicBezTo>
                  <a:pt x="2913595" y="35097"/>
                  <a:pt x="2753317" y="-1149"/>
                  <a:pt x="2604943" y="18288"/>
                </a:cubicBezTo>
                <a:cubicBezTo>
                  <a:pt x="2450130" y="36989"/>
                  <a:pt x="1974183" y="40159"/>
                  <a:pt x="1845168" y="18288"/>
                </a:cubicBezTo>
                <a:cubicBezTo>
                  <a:pt x="1677929" y="220"/>
                  <a:pt x="1378098" y="-772"/>
                  <a:pt x="1166797" y="18288"/>
                </a:cubicBezTo>
                <a:cubicBezTo>
                  <a:pt x="921150" y="53277"/>
                  <a:pt x="327457" y="47297"/>
                  <a:pt x="0" y="18288"/>
                </a:cubicBezTo>
                <a:cubicBezTo>
                  <a:pt x="-589" y="13471"/>
                  <a:pt x="-474" y="7409"/>
                  <a:pt x="0" y="0"/>
                </a:cubicBezTo>
                <a:close/>
              </a:path>
              <a:path w="8140446" h="18288" stroke="0" extrusionOk="0">
                <a:moveTo>
                  <a:pt x="0" y="0"/>
                </a:moveTo>
                <a:cubicBezTo>
                  <a:pt x="136968" y="-25482"/>
                  <a:pt x="379786" y="11224"/>
                  <a:pt x="596966" y="0"/>
                </a:cubicBezTo>
                <a:cubicBezTo>
                  <a:pt x="815878" y="-21223"/>
                  <a:pt x="832062" y="11868"/>
                  <a:pt x="1031123" y="0"/>
                </a:cubicBezTo>
                <a:cubicBezTo>
                  <a:pt x="1256800" y="-30738"/>
                  <a:pt x="1658090" y="-20345"/>
                  <a:pt x="1872303" y="0"/>
                </a:cubicBezTo>
                <a:cubicBezTo>
                  <a:pt x="2115604" y="28431"/>
                  <a:pt x="2277865" y="-40642"/>
                  <a:pt x="2469269" y="0"/>
                </a:cubicBezTo>
                <a:cubicBezTo>
                  <a:pt x="2679731" y="25919"/>
                  <a:pt x="2788602" y="-6498"/>
                  <a:pt x="3066235" y="0"/>
                </a:cubicBezTo>
                <a:cubicBezTo>
                  <a:pt x="3325663" y="-14487"/>
                  <a:pt x="3706561" y="67517"/>
                  <a:pt x="3907414" y="0"/>
                </a:cubicBezTo>
                <a:cubicBezTo>
                  <a:pt x="4127229" y="-37113"/>
                  <a:pt x="4179037" y="-8167"/>
                  <a:pt x="4422976" y="0"/>
                </a:cubicBezTo>
                <a:cubicBezTo>
                  <a:pt x="4683575" y="-28486"/>
                  <a:pt x="5055803" y="-13799"/>
                  <a:pt x="5264155" y="0"/>
                </a:cubicBezTo>
                <a:cubicBezTo>
                  <a:pt x="5513566" y="14315"/>
                  <a:pt x="5735215" y="2768"/>
                  <a:pt x="6105335" y="0"/>
                </a:cubicBezTo>
                <a:cubicBezTo>
                  <a:pt x="6510913" y="-12587"/>
                  <a:pt x="6456171" y="3247"/>
                  <a:pt x="6783705" y="0"/>
                </a:cubicBezTo>
                <a:cubicBezTo>
                  <a:pt x="7057099" y="-15461"/>
                  <a:pt x="7592067" y="5384"/>
                  <a:pt x="8140446" y="0"/>
                </a:cubicBezTo>
                <a:cubicBezTo>
                  <a:pt x="8140452" y="8597"/>
                  <a:pt x="8141122" y="9732"/>
                  <a:pt x="8140446" y="18288"/>
                </a:cubicBezTo>
                <a:cubicBezTo>
                  <a:pt x="7961834" y="8406"/>
                  <a:pt x="7874097" y="10350"/>
                  <a:pt x="7706289" y="18288"/>
                </a:cubicBezTo>
                <a:cubicBezTo>
                  <a:pt x="7582508" y="-14920"/>
                  <a:pt x="7179551" y="-33111"/>
                  <a:pt x="6865109" y="18288"/>
                </a:cubicBezTo>
                <a:cubicBezTo>
                  <a:pt x="6583382" y="24117"/>
                  <a:pt x="6525821" y="36696"/>
                  <a:pt x="6349548" y="18288"/>
                </a:cubicBezTo>
                <a:cubicBezTo>
                  <a:pt x="6209953" y="10881"/>
                  <a:pt x="5959707" y="-47828"/>
                  <a:pt x="5671177" y="18288"/>
                </a:cubicBezTo>
                <a:cubicBezTo>
                  <a:pt x="5387744" y="29809"/>
                  <a:pt x="5228514" y="101507"/>
                  <a:pt x="4829998" y="18288"/>
                </a:cubicBezTo>
                <a:cubicBezTo>
                  <a:pt x="4415646" y="-28596"/>
                  <a:pt x="4343809" y="28954"/>
                  <a:pt x="4151627" y="18288"/>
                </a:cubicBezTo>
                <a:cubicBezTo>
                  <a:pt x="3950673" y="-9796"/>
                  <a:pt x="3879947" y="41143"/>
                  <a:pt x="3717470" y="18288"/>
                </a:cubicBezTo>
                <a:cubicBezTo>
                  <a:pt x="3558660" y="10110"/>
                  <a:pt x="3468854" y="29375"/>
                  <a:pt x="3201909" y="18288"/>
                </a:cubicBezTo>
                <a:cubicBezTo>
                  <a:pt x="2965673" y="10505"/>
                  <a:pt x="2568327" y="22116"/>
                  <a:pt x="2360729" y="18288"/>
                </a:cubicBezTo>
                <a:cubicBezTo>
                  <a:pt x="2171885" y="49144"/>
                  <a:pt x="1923258" y="16020"/>
                  <a:pt x="1682359" y="18288"/>
                </a:cubicBezTo>
                <a:cubicBezTo>
                  <a:pt x="1430698" y="-2378"/>
                  <a:pt x="1324229" y="-1751"/>
                  <a:pt x="1166797" y="18288"/>
                </a:cubicBezTo>
                <a:cubicBezTo>
                  <a:pt x="1001390" y="41795"/>
                  <a:pt x="324313" y="57964"/>
                  <a:pt x="0" y="18288"/>
                </a:cubicBezTo>
                <a:cubicBezTo>
                  <a:pt x="285" y="13135"/>
                  <a:pt x="532" y="5956"/>
                  <a:pt x="0" y="0"/>
                </a:cubicBezTo>
                <a:close/>
              </a:path>
              <a:path w="8140446" h="18288" fill="none" stroke="0" extrusionOk="0">
                <a:moveTo>
                  <a:pt x="0" y="0"/>
                </a:moveTo>
                <a:cubicBezTo>
                  <a:pt x="69532" y="-6557"/>
                  <a:pt x="264219" y="3919"/>
                  <a:pt x="434157" y="0"/>
                </a:cubicBezTo>
                <a:cubicBezTo>
                  <a:pt x="600013" y="9090"/>
                  <a:pt x="921449" y="-13478"/>
                  <a:pt x="1193932" y="0"/>
                </a:cubicBezTo>
                <a:cubicBezTo>
                  <a:pt x="1443592" y="14844"/>
                  <a:pt x="1471188" y="10722"/>
                  <a:pt x="1628089" y="0"/>
                </a:cubicBezTo>
                <a:cubicBezTo>
                  <a:pt x="1750006" y="-24149"/>
                  <a:pt x="1967480" y="-14904"/>
                  <a:pt x="2225055" y="0"/>
                </a:cubicBezTo>
                <a:cubicBezTo>
                  <a:pt x="2503918" y="19247"/>
                  <a:pt x="2709263" y="-16351"/>
                  <a:pt x="3066235" y="0"/>
                </a:cubicBezTo>
                <a:cubicBezTo>
                  <a:pt x="3429723" y="-1627"/>
                  <a:pt x="3399401" y="30976"/>
                  <a:pt x="3744605" y="0"/>
                </a:cubicBezTo>
                <a:cubicBezTo>
                  <a:pt x="4081920" y="-40602"/>
                  <a:pt x="4258272" y="-2441"/>
                  <a:pt x="4504380" y="0"/>
                </a:cubicBezTo>
                <a:cubicBezTo>
                  <a:pt x="4760039" y="21121"/>
                  <a:pt x="4866555" y="-1351"/>
                  <a:pt x="5101346" y="0"/>
                </a:cubicBezTo>
                <a:cubicBezTo>
                  <a:pt x="5336279" y="1859"/>
                  <a:pt x="5465100" y="30801"/>
                  <a:pt x="5779717" y="0"/>
                </a:cubicBezTo>
                <a:cubicBezTo>
                  <a:pt x="6117018" y="-2879"/>
                  <a:pt x="6273497" y="-5002"/>
                  <a:pt x="6620896" y="0"/>
                </a:cubicBezTo>
                <a:cubicBezTo>
                  <a:pt x="6972306" y="38666"/>
                  <a:pt x="6992056" y="28334"/>
                  <a:pt x="7136458" y="0"/>
                </a:cubicBezTo>
                <a:cubicBezTo>
                  <a:pt x="7325567" y="-61201"/>
                  <a:pt x="7766555" y="-88399"/>
                  <a:pt x="8140446" y="0"/>
                </a:cubicBezTo>
                <a:cubicBezTo>
                  <a:pt x="8140031" y="7748"/>
                  <a:pt x="8139515" y="13015"/>
                  <a:pt x="8140446" y="18288"/>
                </a:cubicBezTo>
                <a:cubicBezTo>
                  <a:pt x="7892673" y="-4012"/>
                  <a:pt x="7668025" y="650"/>
                  <a:pt x="7543480" y="18288"/>
                </a:cubicBezTo>
                <a:cubicBezTo>
                  <a:pt x="7406710" y="-3467"/>
                  <a:pt x="7207646" y="8893"/>
                  <a:pt x="7109323" y="18288"/>
                </a:cubicBezTo>
                <a:cubicBezTo>
                  <a:pt x="6993037" y="49011"/>
                  <a:pt x="6598723" y="59405"/>
                  <a:pt x="6430952" y="18288"/>
                </a:cubicBezTo>
                <a:cubicBezTo>
                  <a:pt x="6284771" y="15315"/>
                  <a:pt x="6162730" y="20350"/>
                  <a:pt x="5915391" y="18288"/>
                </a:cubicBezTo>
                <a:cubicBezTo>
                  <a:pt x="5684668" y="13603"/>
                  <a:pt x="5422852" y="53618"/>
                  <a:pt x="5237020" y="18288"/>
                </a:cubicBezTo>
                <a:cubicBezTo>
                  <a:pt x="5035482" y="26296"/>
                  <a:pt x="4719808" y="55145"/>
                  <a:pt x="4558650" y="18288"/>
                </a:cubicBezTo>
                <a:cubicBezTo>
                  <a:pt x="4375169" y="-35587"/>
                  <a:pt x="4137553" y="12086"/>
                  <a:pt x="3880279" y="18288"/>
                </a:cubicBezTo>
                <a:cubicBezTo>
                  <a:pt x="3624533" y="32648"/>
                  <a:pt x="3467387" y="6480"/>
                  <a:pt x="3201909" y="18288"/>
                </a:cubicBezTo>
                <a:cubicBezTo>
                  <a:pt x="2918126" y="73342"/>
                  <a:pt x="2717830" y="-17156"/>
                  <a:pt x="2604943" y="18288"/>
                </a:cubicBezTo>
                <a:cubicBezTo>
                  <a:pt x="2496133" y="44525"/>
                  <a:pt x="2003915" y="18254"/>
                  <a:pt x="1845168" y="18288"/>
                </a:cubicBezTo>
                <a:cubicBezTo>
                  <a:pt x="1694518" y="14989"/>
                  <a:pt x="1344959" y="44188"/>
                  <a:pt x="1166797" y="18288"/>
                </a:cubicBezTo>
                <a:cubicBezTo>
                  <a:pt x="935925" y="69451"/>
                  <a:pt x="319712" y="-63972"/>
                  <a:pt x="0" y="18288"/>
                </a:cubicBezTo>
                <a:cubicBezTo>
                  <a:pt x="1307" y="12414"/>
                  <a:pt x="-32" y="57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D1A256-C379-EF8D-AE1B-DD7138B1DC81}"/>
              </a:ext>
            </a:extLst>
          </p:cNvPr>
          <p:cNvSpPr>
            <a:spLocks noGrp="1"/>
          </p:cNvSpPr>
          <p:nvPr>
            <p:ph idx="1"/>
          </p:nvPr>
        </p:nvSpPr>
        <p:spPr>
          <a:xfrm>
            <a:off x="423023" y="2034909"/>
            <a:ext cx="7886700" cy="4251960"/>
          </a:xfrm>
        </p:spPr>
        <p:txBody>
          <a:bodyPr>
            <a:noAutofit/>
          </a:bodyPr>
          <a:lstStyle/>
          <a:p>
            <a:r>
              <a:rPr lang="en-US" sz="2800" dirty="0"/>
              <a:t>Number of competitive and integrated employment outcomes</a:t>
            </a:r>
          </a:p>
          <a:p>
            <a:r>
              <a:rPr lang="en-US" sz="2800" dirty="0"/>
              <a:t>Hours worked</a:t>
            </a:r>
          </a:p>
          <a:p>
            <a:r>
              <a:rPr lang="en-US" sz="2800" dirty="0"/>
              <a:t>Wages </a:t>
            </a:r>
          </a:p>
          <a:p>
            <a:r>
              <a:rPr lang="en-US" sz="2800" dirty="0"/>
              <a:t>Access to benefits &amp; promotion</a:t>
            </a:r>
          </a:p>
          <a:p>
            <a:r>
              <a:rPr lang="en-US" sz="2800" dirty="0"/>
              <a:t>New skills learned</a:t>
            </a:r>
          </a:p>
          <a:p>
            <a:r>
              <a:rPr lang="en-US" sz="2800" dirty="0"/>
              <a:t>Natural supports </a:t>
            </a:r>
          </a:p>
          <a:p>
            <a:r>
              <a:rPr lang="en-US" sz="2800" dirty="0"/>
              <a:t>Job retention</a:t>
            </a:r>
          </a:p>
          <a:p>
            <a:r>
              <a:rPr lang="en-US" sz="2800" dirty="0"/>
              <a:t>Variety of industries </a:t>
            </a:r>
          </a:p>
          <a:p>
            <a:r>
              <a:rPr lang="en-US" sz="2800" dirty="0"/>
              <a:t>Others? </a:t>
            </a:r>
          </a:p>
          <a:p>
            <a:endParaRPr lang="en-US" sz="2800" dirty="0"/>
          </a:p>
          <a:p>
            <a:pPr marL="342900" lvl="1" indent="0">
              <a:buNone/>
            </a:pPr>
            <a:r>
              <a:rPr lang="en-US" sz="2800" i="1" dirty="0"/>
              <a:t> </a:t>
            </a:r>
          </a:p>
        </p:txBody>
      </p:sp>
      <p:pic>
        <p:nvPicPr>
          <p:cNvPr id="4" name="Picture 2">
            <a:extLst>
              <a:ext uri="{FF2B5EF4-FFF2-40B4-BE49-F238E27FC236}">
                <a16:creationId xmlns:a16="http://schemas.microsoft.com/office/drawing/2014/main" id="{CC49953C-DDAF-82CC-713B-4C5A0881CC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1079" y="5817507"/>
            <a:ext cx="1157288" cy="571500"/>
          </a:xfrm>
          <a:prstGeom prst="rect">
            <a:avLst/>
          </a:prstGeom>
          <a:noFill/>
          <a:extLst>
            <a:ext uri="{909E8E84-426E-40DD-AFC4-6F175D3DCCD1}">
              <a14:hiddenFill xmlns:a14="http://schemas.microsoft.com/office/drawing/2010/main">
                <a:solidFill>
                  <a:srgbClr val="FFFFFF"/>
                </a:solidFill>
              </a14:hiddenFill>
            </a:ext>
          </a:extLst>
        </p:spPr>
      </p:pic>
      <p:sp>
        <p:nvSpPr>
          <p:cNvPr id="5" name="Star: 5 Points 4">
            <a:extLst>
              <a:ext uri="{FF2B5EF4-FFF2-40B4-BE49-F238E27FC236}">
                <a16:creationId xmlns:a16="http://schemas.microsoft.com/office/drawing/2014/main" id="{AB49DB64-7F42-D7C5-88B9-8DBBC24B6451}"/>
              </a:ext>
            </a:extLst>
          </p:cNvPr>
          <p:cNvSpPr/>
          <p:nvPr/>
        </p:nvSpPr>
        <p:spPr>
          <a:xfrm>
            <a:off x="6107366" y="2743200"/>
            <a:ext cx="2393823" cy="2198376"/>
          </a:xfrm>
          <a:prstGeom prst="star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u="none" dirty="0">
                <a:solidFill>
                  <a:schemeClr val="tx1"/>
                </a:solidFill>
              </a:rPr>
              <a:t>Quality</a:t>
            </a:r>
          </a:p>
        </p:txBody>
      </p:sp>
    </p:spTree>
    <p:extLst>
      <p:ext uri="{BB962C8B-B14F-4D97-AF65-F5344CB8AC3E}">
        <p14:creationId xmlns:p14="http://schemas.microsoft.com/office/powerpoint/2010/main" val="3245141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27C1AB-73FD-CA60-F78B-D3E79AEB7892}"/>
              </a:ext>
            </a:extLst>
          </p:cNvPr>
          <p:cNvSpPr>
            <a:spLocks noGrp="1"/>
          </p:cNvSpPr>
          <p:nvPr>
            <p:ph type="title"/>
          </p:nvPr>
        </p:nvSpPr>
        <p:spPr>
          <a:xfrm>
            <a:off x="836676" y="548640"/>
            <a:ext cx="7626096" cy="1179576"/>
          </a:xfrm>
        </p:spPr>
        <p:txBody>
          <a:bodyPr>
            <a:normAutofit/>
          </a:bodyPr>
          <a:lstStyle/>
          <a:p>
            <a:r>
              <a:rPr lang="en-US" sz="3500" b="1" i="1" u="sng"/>
              <a:t>Community</a:t>
            </a:r>
            <a:r>
              <a:rPr lang="en-US" sz="3500" b="1"/>
              <a:t> engagement quality outcome data examples </a:t>
            </a:r>
          </a:p>
        </p:txBody>
      </p:sp>
      <p:sp>
        <p:nvSpPr>
          <p:cNvPr id="22" name="Rectangle 21">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ED1A256-C379-EF8D-AE1B-DD7138B1DC81}"/>
              </a:ext>
            </a:extLst>
          </p:cNvPr>
          <p:cNvSpPr>
            <a:spLocks noGrp="1"/>
          </p:cNvSpPr>
          <p:nvPr>
            <p:ph idx="1"/>
          </p:nvPr>
        </p:nvSpPr>
        <p:spPr>
          <a:xfrm>
            <a:off x="836676" y="2481943"/>
            <a:ext cx="7626096" cy="3695020"/>
          </a:xfrm>
        </p:spPr>
        <p:txBody>
          <a:bodyPr>
            <a:normAutofit/>
          </a:bodyPr>
          <a:lstStyle/>
          <a:p>
            <a:r>
              <a:rPr lang="en-US" sz="1900"/>
              <a:t>Relationships and/or natural supports developed</a:t>
            </a:r>
          </a:p>
          <a:p>
            <a:r>
              <a:rPr lang="en-US" sz="1900"/>
              <a:t>Skills learned</a:t>
            </a:r>
          </a:p>
          <a:p>
            <a:r>
              <a:rPr lang="en-US" sz="1900"/>
              <a:t>Volunteerism </a:t>
            </a:r>
          </a:p>
          <a:p>
            <a:r>
              <a:rPr lang="en-US" sz="1900"/>
              <a:t>Participation in integrated community groups</a:t>
            </a:r>
          </a:p>
          <a:p>
            <a:r>
              <a:rPr lang="en-US" sz="1900"/>
              <a:t>Increased independence</a:t>
            </a:r>
          </a:p>
          <a:p>
            <a:r>
              <a:rPr lang="en-US" sz="1900"/>
              <a:t>Others?</a:t>
            </a:r>
          </a:p>
          <a:p>
            <a:pPr marL="342900" lvl="1" indent="0">
              <a:buNone/>
            </a:pPr>
            <a:r>
              <a:rPr lang="en-US" sz="1900" i="1"/>
              <a:t> </a:t>
            </a:r>
          </a:p>
        </p:txBody>
      </p:sp>
      <p:pic>
        <p:nvPicPr>
          <p:cNvPr id="4" name="Picture 2">
            <a:extLst>
              <a:ext uri="{FF2B5EF4-FFF2-40B4-BE49-F238E27FC236}">
                <a16:creationId xmlns:a16="http://schemas.microsoft.com/office/drawing/2014/main" id="{CC49953C-DDAF-82CC-713B-4C5A0881CC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1079" y="5817507"/>
            <a:ext cx="1157288"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6391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alf-moon">
            <a:extLst>
              <a:ext uri="{FF2B5EF4-FFF2-40B4-BE49-F238E27FC236}">
                <a16:creationId xmlns:a16="http://schemas.microsoft.com/office/drawing/2014/main" id="{17B14B73-B977-29A6-E9AB-75E8B2D58AD3}"/>
              </a:ext>
            </a:extLst>
          </p:cNvPr>
          <p:cNvPicPr>
            <a:picLocks noChangeAspect="1"/>
          </p:cNvPicPr>
          <p:nvPr/>
        </p:nvPicPr>
        <p:blipFill rotWithShape="1">
          <a:blip r:embed="rId3">
            <a:alphaModFix amt="40000"/>
          </a:blip>
          <a:srcRect r="8666" b="-1"/>
          <a:stretch/>
        </p:blipFill>
        <p:spPr>
          <a:xfrm>
            <a:off x="20" y="1"/>
            <a:ext cx="9143980" cy="6857999"/>
          </a:xfrm>
          <a:prstGeom prst="rect">
            <a:avLst/>
          </a:prstGeom>
        </p:spPr>
      </p:pic>
      <p:sp>
        <p:nvSpPr>
          <p:cNvPr id="2" name="Title 1">
            <a:extLst>
              <a:ext uri="{FF2B5EF4-FFF2-40B4-BE49-F238E27FC236}">
                <a16:creationId xmlns:a16="http://schemas.microsoft.com/office/drawing/2014/main" id="{84E97647-4597-A87F-EA72-2FD7481A48A6}"/>
              </a:ext>
            </a:extLst>
          </p:cNvPr>
          <p:cNvSpPr>
            <a:spLocks noGrp="1"/>
          </p:cNvSpPr>
          <p:nvPr>
            <p:ph type="title"/>
          </p:nvPr>
        </p:nvSpPr>
        <p:spPr>
          <a:xfrm>
            <a:off x="630936" y="941832"/>
            <a:ext cx="7879842" cy="2057400"/>
          </a:xfrm>
        </p:spPr>
        <p:txBody>
          <a:bodyPr anchor="b">
            <a:normAutofit/>
          </a:bodyPr>
          <a:lstStyle/>
          <a:p>
            <a:r>
              <a:rPr lang="en-US" sz="4400">
                <a:ln w="22225">
                  <a:solidFill>
                    <a:srgbClr val="FFFFFF"/>
                  </a:solidFill>
                </a:ln>
                <a:solidFill>
                  <a:schemeClr val="bg1"/>
                </a:solidFill>
              </a:rPr>
              <a:t>John F. Kennedy </a:t>
            </a:r>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1817"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3241202"/>
            <a:ext cx="7879842"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DAD7B34-F607-4205-F8F3-7C4DD1C90004}"/>
              </a:ext>
            </a:extLst>
          </p:cNvPr>
          <p:cNvSpPr>
            <a:spLocks noGrp="1"/>
          </p:cNvSpPr>
          <p:nvPr>
            <p:ph idx="1"/>
          </p:nvPr>
        </p:nvSpPr>
        <p:spPr>
          <a:xfrm>
            <a:off x="630936" y="3502152"/>
            <a:ext cx="7879842" cy="2670048"/>
          </a:xfrm>
        </p:spPr>
        <p:txBody>
          <a:bodyPr>
            <a:normAutofit/>
          </a:bodyPr>
          <a:lstStyle/>
          <a:p>
            <a:pPr marL="0" indent="0">
              <a:buNone/>
            </a:pPr>
            <a:r>
              <a:rPr lang="en-US" sz="2400" dirty="0">
                <a:solidFill>
                  <a:schemeClr val="bg1"/>
                </a:solidFill>
              </a:rPr>
              <a:t>BHAG for 1960s America:</a:t>
            </a:r>
          </a:p>
          <a:p>
            <a:pPr marL="0" indent="0">
              <a:buNone/>
            </a:pPr>
            <a:r>
              <a:rPr lang="en-US" sz="2400" dirty="0">
                <a:solidFill>
                  <a:schemeClr val="bg1"/>
                </a:solidFill>
              </a:rPr>
              <a:t>Put a Man on the Moon &amp; Return Him Safely</a:t>
            </a:r>
          </a:p>
        </p:txBody>
      </p:sp>
      <p:sp>
        <p:nvSpPr>
          <p:cNvPr id="4" name="Arrow: Up 3">
            <a:extLst>
              <a:ext uri="{FF2B5EF4-FFF2-40B4-BE49-F238E27FC236}">
                <a16:creationId xmlns:a16="http://schemas.microsoft.com/office/drawing/2014/main" id="{A8291C28-28BF-D853-B2CB-05D88A7378E4}"/>
              </a:ext>
            </a:extLst>
          </p:cNvPr>
          <p:cNvSpPr/>
          <p:nvPr/>
        </p:nvSpPr>
        <p:spPr>
          <a:xfrm>
            <a:off x="2743200" y="4495800"/>
            <a:ext cx="1981200" cy="1919062"/>
          </a:xfrm>
          <a:prstGeom prst="up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none" dirty="0"/>
              <a:t>BHAG</a:t>
            </a:r>
          </a:p>
        </p:txBody>
      </p:sp>
    </p:spTree>
    <p:extLst>
      <p:ext uri="{BB962C8B-B14F-4D97-AF65-F5344CB8AC3E}">
        <p14:creationId xmlns:p14="http://schemas.microsoft.com/office/powerpoint/2010/main" val="4020176799"/>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0811073-89F5-46D6-83D8-BA7644649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3442855"/>
          </a:xfrm>
          <a:custGeom>
            <a:avLst/>
            <a:gdLst>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330471 w 12192000"/>
              <a:gd name="connsiteY43" fmla="*/ 3148294 h 3442855"/>
              <a:gd name="connsiteX44" fmla="*/ 2325930 w 12192000"/>
              <a:gd name="connsiteY44" fmla="*/ 3149646 h 3442855"/>
              <a:gd name="connsiteX45" fmla="*/ 2304043 w 12192000"/>
              <a:gd name="connsiteY45" fmla="*/ 3152858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52083 w 12192000"/>
              <a:gd name="connsiteY51" fmla="*/ 3177905 h 3442855"/>
              <a:gd name="connsiteX52" fmla="*/ 1845479 w 12192000"/>
              <a:gd name="connsiteY52" fmla="*/ 3178329 h 3442855"/>
              <a:gd name="connsiteX53" fmla="*/ 1842652 w 12192000"/>
              <a:gd name="connsiteY53" fmla="*/ 3186535 h 3442855"/>
              <a:gd name="connsiteX54" fmla="*/ 1763355 w 12192000"/>
              <a:gd name="connsiteY54" fmla="*/ 3224928 h 3442855"/>
              <a:gd name="connsiteX55" fmla="*/ 1654444 w 12192000"/>
              <a:gd name="connsiteY55" fmla="*/ 3229661 h 3442855"/>
              <a:gd name="connsiteX56" fmla="*/ 1629483 w 12192000"/>
              <a:gd name="connsiteY56" fmla="*/ 3232675 h 3442855"/>
              <a:gd name="connsiteX57" fmla="*/ 1573012 w 12192000"/>
              <a:gd name="connsiteY57" fmla="*/ 3250275 h 3442855"/>
              <a:gd name="connsiteX58" fmla="*/ 1525936 w 12192000"/>
              <a:gd name="connsiteY58" fmla="*/ 3243056 h 3442855"/>
              <a:gd name="connsiteX59" fmla="*/ 1515932 w 12192000"/>
              <a:gd name="connsiteY59" fmla="*/ 3243699 h 3442855"/>
              <a:gd name="connsiteX60" fmla="*/ 1418247 w 12192000"/>
              <a:gd name="connsiteY60" fmla="*/ 3236042 h 3442855"/>
              <a:gd name="connsiteX61" fmla="*/ 1311781 w 12192000"/>
              <a:gd name="connsiteY61" fmla="*/ 3207733 h 3442855"/>
              <a:gd name="connsiteX62" fmla="*/ 1287526 w 12192000"/>
              <a:gd name="connsiteY62" fmla="*/ 3195564 h 3442855"/>
              <a:gd name="connsiteX63" fmla="*/ 1275912 w 12192000"/>
              <a:gd name="connsiteY63" fmla="*/ 3202348 h 3442855"/>
              <a:gd name="connsiteX64" fmla="*/ 1160923 w 12192000"/>
              <a:gd name="connsiteY64" fmla="*/ 3219676 h 3442855"/>
              <a:gd name="connsiteX65" fmla="*/ 909690 w 12192000"/>
              <a:gd name="connsiteY65" fmla="*/ 3216919 h 3442855"/>
              <a:gd name="connsiteX66" fmla="*/ 764020 w 12192000"/>
              <a:gd name="connsiteY66" fmla="*/ 3235844 h 3442855"/>
              <a:gd name="connsiteX67" fmla="*/ 701915 w 12192000"/>
              <a:gd name="connsiteY67" fmla="*/ 3250223 h 3442855"/>
              <a:gd name="connsiteX68" fmla="*/ 408701 w 12192000"/>
              <a:gd name="connsiteY68" fmla="*/ 3323460 h 3442855"/>
              <a:gd name="connsiteX69" fmla="*/ 369865 w 12192000"/>
              <a:gd name="connsiteY69" fmla="*/ 3339094 h 3442855"/>
              <a:gd name="connsiteX70" fmla="*/ 318911 w 12192000"/>
              <a:gd name="connsiteY70" fmla="*/ 3367912 h 3442855"/>
              <a:gd name="connsiteX71" fmla="*/ 119548 w 12192000"/>
              <a:gd name="connsiteY71" fmla="*/ 3404651 h 3442855"/>
              <a:gd name="connsiteX72" fmla="*/ 0 w 12192000"/>
              <a:gd name="connsiteY72" fmla="*/ 3414000 h 3442855"/>
              <a:gd name="connsiteX73" fmla="*/ 0 w 12192000"/>
              <a:gd name="connsiteY73" fmla="*/ 2 h 3442855"/>
              <a:gd name="connsiteX74" fmla="*/ 3459904 w 12192000"/>
              <a:gd name="connsiteY74" fmla="*/ 1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330471 w 12192000"/>
              <a:gd name="connsiteY43" fmla="*/ 3148294 h 3442855"/>
              <a:gd name="connsiteX44" fmla="*/ 2325930 w 12192000"/>
              <a:gd name="connsiteY44" fmla="*/ 3149646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52083 w 12192000"/>
              <a:gd name="connsiteY51" fmla="*/ 3177905 h 3442855"/>
              <a:gd name="connsiteX52" fmla="*/ 1845479 w 12192000"/>
              <a:gd name="connsiteY52" fmla="*/ 3178329 h 3442855"/>
              <a:gd name="connsiteX53" fmla="*/ 1842652 w 12192000"/>
              <a:gd name="connsiteY53" fmla="*/ 3186535 h 3442855"/>
              <a:gd name="connsiteX54" fmla="*/ 1763355 w 12192000"/>
              <a:gd name="connsiteY54" fmla="*/ 3224928 h 3442855"/>
              <a:gd name="connsiteX55" fmla="*/ 1654444 w 12192000"/>
              <a:gd name="connsiteY55" fmla="*/ 3229661 h 3442855"/>
              <a:gd name="connsiteX56" fmla="*/ 1629483 w 12192000"/>
              <a:gd name="connsiteY56" fmla="*/ 3232675 h 3442855"/>
              <a:gd name="connsiteX57" fmla="*/ 1573012 w 12192000"/>
              <a:gd name="connsiteY57" fmla="*/ 3250275 h 3442855"/>
              <a:gd name="connsiteX58" fmla="*/ 1525936 w 12192000"/>
              <a:gd name="connsiteY58" fmla="*/ 3243056 h 3442855"/>
              <a:gd name="connsiteX59" fmla="*/ 1515932 w 12192000"/>
              <a:gd name="connsiteY59" fmla="*/ 3243699 h 3442855"/>
              <a:gd name="connsiteX60" fmla="*/ 1418247 w 12192000"/>
              <a:gd name="connsiteY60" fmla="*/ 3236042 h 3442855"/>
              <a:gd name="connsiteX61" fmla="*/ 1311781 w 12192000"/>
              <a:gd name="connsiteY61" fmla="*/ 3207733 h 3442855"/>
              <a:gd name="connsiteX62" fmla="*/ 1287526 w 12192000"/>
              <a:gd name="connsiteY62" fmla="*/ 3195564 h 3442855"/>
              <a:gd name="connsiteX63" fmla="*/ 1275912 w 12192000"/>
              <a:gd name="connsiteY63" fmla="*/ 3202348 h 3442855"/>
              <a:gd name="connsiteX64" fmla="*/ 1160923 w 12192000"/>
              <a:gd name="connsiteY64" fmla="*/ 3219676 h 3442855"/>
              <a:gd name="connsiteX65" fmla="*/ 909690 w 12192000"/>
              <a:gd name="connsiteY65" fmla="*/ 3216919 h 3442855"/>
              <a:gd name="connsiteX66" fmla="*/ 764020 w 12192000"/>
              <a:gd name="connsiteY66" fmla="*/ 3235844 h 3442855"/>
              <a:gd name="connsiteX67" fmla="*/ 701915 w 12192000"/>
              <a:gd name="connsiteY67" fmla="*/ 3250223 h 3442855"/>
              <a:gd name="connsiteX68" fmla="*/ 408701 w 12192000"/>
              <a:gd name="connsiteY68" fmla="*/ 3323460 h 3442855"/>
              <a:gd name="connsiteX69" fmla="*/ 369865 w 12192000"/>
              <a:gd name="connsiteY69" fmla="*/ 3339094 h 3442855"/>
              <a:gd name="connsiteX70" fmla="*/ 318911 w 12192000"/>
              <a:gd name="connsiteY70" fmla="*/ 3367912 h 3442855"/>
              <a:gd name="connsiteX71" fmla="*/ 119548 w 12192000"/>
              <a:gd name="connsiteY71" fmla="*/ 3404651 h 3442855"/>
              <a:gd name="connsiteX72" fmla="*/ 0 w 12192000"/>
              <a:gd name="connsiteY72" fmla="*/ 3414000 h 3442855"/>
              <a:gd name="connsiteX73" fmla="*/ 0 w 12192000"/>
              <a:gd name="connsiteY73" fmla="*/ 2 h 3442855"/>
              <a:gd name="connsiteX74" fmla="*/ 3459904 w 12192000"/>
              <a:gd name="connsiteY74" fmla="*/ 1 h 3442855"/>
              <a:gd name="connsiteX75" fmla="*/ 3459907 w 12192000"/>
              <a:gd name="connsiteY75"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330471 w 12192000"/>
              <a:gd name="connsiteY43" fmla="*/ 3148294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52083 w 12192000"/>
              <a:gd name="connsiteY51" fmla="*/ 3177905 h 3442855"/>
              <a:gd name="connsiteX52" fmla="*/ 1845479 w 12192000"/>
              <a:gd name="connsiteY52" fmla="*/ 3178329 h 3442855"/>
              <a:gd name="connsiteX53" fmla="*/ 1842652 w 12192000"/>
              <a:gd name="connsiteY53" fmla="*/ 3186535 h 3442855"/>
              <a:gd name="connsiteX54" fmla="*/ 1763355 w 12192000"/>
              <a:gd name="connsiteY54" fmla="*/ 3224928 h 3442855"/>
              <a:gd name="connsiteX55" fmla="*/ 1654444 w 12192000"/>
              <a:gd name="connsiteY55" fmla="*/ 3229661 h 3442855"/>
              <a:gd name="connsiteX56" fmla="*/ 1629483 w 12192000"/>
              <a:gd name="connsiteY56" fmla="*/ 3232675 h 3442855"/>
              <a:gd name="connsiteX57" fmla="*/ 1573012 w 12192000"/>
              <a:gd name="connsiteY57" fmla="*/ 3250275 h 3442855"/>
              <a:gd name="connsiteX58" fmla="*/ 1525936 w 12192000"/>
              <a:gd name="connsiteY58" fmla="*/ 3243056 h 3442855"/>
              <a:gd name="connsiteX59" fmla="*/ 1515932 w 12192000"/>
              <a:gd name="connsiteY59" fmla="*/ 3243699 h 3442855"/>
              <a:gd name="connsiteX60" fmla="*/ 1418247 w 12192000"/>
              <a:gd name="connsiteY60" fmla="*/ 3236042 h 3442855"/>
              <a:gd name="connsiteX61" fmla="*/ 1311781 w 12192000"/>
              <a:gd name="connsiteY61" fmla="*/ 3207733 h 3442855"/>
              <a:gd name="connsiteX62" fmla="*/ 1287526 w 12192000"/>
              <a:gd name="connsiteY62" fmla="*/ 3195564 h 3442855"/>
              <a:gd name="connsiteX63" fmla="*/ 1275912 w 12192000"/>
              <a:gd name="connsiteY63" fmla="*/ 3202348 h 3442855"/>
              <a:gd name="connsiteX64" fmla="*/ 1160923 w 12192000"/>
              <a:gd name="connsiteY64" fmla="*/ 3219676 h 3442855"/>
              <a:gd name="connsiteX65" fmla="*/ 909690 w 12192000"/>
              <a:gd name="connsiteY65" fmla="*/ 3216919 h 3442855"/>
              <a:gd name="connsiteX66" fmla="*/ 764020 w 12192000"/>
              <a:gd name="connsiteY66" fmla="*/ 3235844 h 3442855"/>
              <a:gd name="connsiteX67" fmla="*/ 701915 w 12192000"/>
              <a:gd name="connsiteY67" fmla="*/ 3250223 h 3442855"/>
              <a:gd name="connsiteX68" fmla="*/ 408701 w 12192000"/>
              <a:gd name="connsiteY68" fmla="*/ 3323460 h 3442855"/>
              <a:gd name="connsiteX69" fmla="*/ 369865 w 12192000"/>
              <a:gd name="connsiteY69" fmla="*/ 3339094 h 3442855"/>
              <a:gd name="connsiteX70" fmla="*/ 318911 w 12192000"/>
              <a:gd name="connsiteY70" fmla="*/ 3367912 h 3442855"/>
              <a:gd name="connsiteX71" fmla="*/ 119548 w 12192000"/>
              <a:gd name="connsiteY71" fmla="*/ 3404651 h 3442855"/>
              <a:gd name="connsiteX72" fmla="*/ 0 w 12192000"/>
              <a:gd name="connsiteY72" fmla="*/ 3414000 h 3442855"/>
              <a:gd name="connsiteX73" fmla="*/ 0 w 12192000"/>
              <a:gd name="connsiteY73" fmla="*/ 2 h 3442855"/>
              <a:gd name="connsiteX74" fmla="*/ 3459904 w 12192000"/>
              <a:gd name="connsiteY74" fmla="*/ 1 h 3442855"/>
              <a:gd name="connsiteX75" fmla="*/ 3459907 w 12192000"/>
              <a:gd name="connsiteY75"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52083 w 12192000"/>
              <a:gd name="connsiteY51" fmla="*/ 3177905 h 3442855"/>
              <a:gd name="connsiteX52" fmla="*/ 1845479 w 12192000"/>
              <a:gd name="connsiteY52" fmla="*/ 3178329 h 3442855"/>
              <a:gd name="connsiteX53" fmla="*/ 1842652 w 12192000"/>
              <a:gd name="connsiteY53" fmla="*/ 3186535 h 3442855"/>
              <a:gd name="connsiteX54" fmla="*/ 1763355 w 12192000"/>
              <a:gd name="connsiteY54" fmla="*/ 3224928 h 3442855"/>
              <a:gd name="connsiteX55" fmla="*/ 1654444 w 12192000"/>
              <a:gd name="connsiteY55" fmla="*/ 3229661 h 3442855"/>
              <a:gd name="connsiteX56" fmla="*/ 1629483 w 12192000"/>
              <a:gd name="connsiteY56" fmla="*/ 3232675 h 3442855"/>
              <a:gd name="connsiteX57" fmla="*/ 1573012 w 12192000"/>
              <a:gd name="connsiteY57" fmla="*/ 3250275 h 3442855"/>
              <a:gd name="connsiteX58" fmla="*/ 1525936 w 12192000"/>
              <a:gd name="connsiteY58" fmla="*/ 3243056 h 3442855"/>
              <a:gd name="connsiteX59" fmla="*/ 1515932 w 12192000"/>
              <a:gd name="connsiteY59" fmla="*/ 3243699 h 3442855"/>
              <a:gd name="connsiteX60" fmla="*/ 1418247 w 12192000"/>
              <a:gd name="connsiteY60" fmla="*/ 3236042 h 3442855"/>
              <a:gd name="connsiteX61" fmla="*/ 1311781 w 12192000"/>
              <a:gd name="connsiteY61" fmla="*/ 3207733 h 3442855"/>
              <a:gd name="connsiteX62" fmla="*/ 1287526 w 12192000"/>
              <a:gd name="connsiteY62" fmla="*/ 3195564 h 3442855"/>
              <a:gd name="connsiteX63" fmla="*/ 1275912 w 12192000"/>
              <a:gd name="connsiteY63" fmla="*/ 3202348 h 3442855"/>
              <a:gd name="connsiteX64" fmla="*/ 1160923 w 12192000"/>
              <a:gd name="connsiteY64" fmla="*/ 3219676 h 3442855"/>
              <a:gd name="connsiteX65" fmla="*/ 909690 w 12192000"/>
              <a:gd name="connsiteY65" fmla="*/ 3216919 h 3442855"/>
              <a:gd name="connsiteX66" fmla="*/ 764020 w 12192000"/>
              <a:gd name="connsiteY66" fmla="*/ 3235844 h 3442855"/>
              <a:gd name="connsiteX67" fmla="*/ 701915 w 12192000"/>
              <a:gd name="connsiteY67" fmla="*/ 3250223 h 3442855"/>
              <a:gd name="connsiteX68" fmla="*/ 408701 w 12192000"/>
              <a:gd name="connsiteY68" fmla="*/ 3323460 h 3442855"/>
              <a:gd name="connsiteX69" fmla="*/ 369865 w 12192000"/>
              <a:gd name="connsiteY69" fmla="*/ 3339094 h 3442855"/>
              <a:gd name="connsiteX70" fmla="*/ 318911 w 12192000"/>
              <a:gd name="connsiteY70" fmla="*/ 3367912 h 3442855"/>
              <a:gd name="connsiteX71" fmla="*/ 119548 w 12192000"/>
              <a:gd name="connsiteY71" fmla="*/ 3404651 h 3442855"/>
              <a:gd name="connsiteX72" fmla="*/ 0 w 12192000"/>
              <a:gd name="connsiteY72" fmla="*/ 3414000 h 3442855"/>
              <a:gd name="connsiteX73" fmla="*/ 0 w 12192000"/>
              <a:gd name="connsiteY73" fmla="*/ 2 h 3442855"/>
              <a:gd name="connsiteX74" fmla="*/ 3459904 w 12192000"/>
              <a:gd name="connsiteY74" fmla="*/ 1 h 3442855"/>
              <a:gd name="connsiteX75" fmla="*/ 3459907 w 12192000"/>
              <a:gd name="connsiteY75"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52083 w 12192000"/>
              <a:gd name="connsiteY51" fmla="*/ 3177905 h 3442855"/>
              <a:gd name="connsiteX52" fmla="*/ 1845479 w 12192000"/>
              <a:gd name="connsiteY52" fmla="*/ 3178329 h 3442855"/>
              <a:gd name="connsiteX53" fmla="*/ 1842652 w 12192000"/>
              <a:gd name="connsiteY53" fmla="*/ 3186535 h 3442855"/>
              <a:gd name="connsiteX54" fmla="*/ 1763355 w 12192000"/>
              <a:gd name="connsiteY54" fmla="*/ 3224928 h 3442855"/>
              <a:gd name="connsiteX55" fmla="*/ 1654444 w 12192000"/>
              <a:gd name="connsiteY55" fmla="*/ 3229661 h 3442855"/>
              <a:gd name="connsiteX56" fmla="*/ 1629483 w 12192000"/>
              <a:gd name="connsiteY56" fmla="*/ 3232675 h 3442855"/>
              <a:gd name="connsiteX57" fmla="*/ 1573012 w 12192000"/>
              <a:gd name="connsiteY57" fmla="*/ 3250275 h 3442855"/>
              <a:gd name="connsiteX58" fmla="*/ 1525936 w 12192000"/>
              <a:gd name="connsiteY58" fmla="*/ 3243056 h 3442855"/>
              <a:gd name="connsiteX59" fmla="*/ 1515932 w 12192000"/>
              <a:gd name="connsiteY59" fmla="*/ 3243699 h 3442855"/>
              <a:gd name="connsiteX60" fmla="*/ 1418247 w 12192000"/>
              <a:gd name="connsiteY60" fmla="*/ 3236042 h 3442855"/>
              <a:gd name="connsiteX61" fmla="*/ 1311781 w 12192000"/>
              <a:gd name="connsiteY61" fmla="*/ 3207733 h 3442855"/>
              <a:gd name="connsiteX62" fmla="*/ 1287526 w 12192000"/>
              <a:gd name="connsiteY62" fmla="*/ 3195564 h 3442855"/>
              <a:gd name="connsiteX63" fmla="*/ 1275912 w 12192000"/>
              <a:gd name="connsiteY63" fmla="*/ 3202348 h 3442855"/>
              <a:gd name="connsiteX64" fmla="*/ 1160923 w 12192000"/>
              <a:gd name="connsiteY64" fmla="*/ 3219676 h 3442855"/>
              <a:gd name="connsiteX65" fmla="*/ 909690 w 12192000"/>
              <a:gd name="connsiteY65" fmla="*/ 3216919 h 3442855"/>
              <a:gd name="connsiteX66" fmla="*/ 764020 w 12192000"/>
              <a:gd name="connsiteY66" fmla="*/ 3235844 h 3442855"/>
              <a:gd name="connsiteX67" fmla="*/ 701915 w 12192000"/>
              <a:gd name="connsiteY67" fmla="*/ 3250223 h 3442855"/>
              <a:gd name="connsiteX68" fmla="*/ 463292 w 12192000"/>
              <a:gd name="connsiteY68" fmla="*/ 3316636 h 3442855"/>
              <a:gd name="connsiteX69" fmla="*/ 369865 w 12192000"/>
              <a:gd name="connsiteY69" fmla="*/ 3339094 h 3442855"/>
              <a:gd name="connsiteX70" fmla="*/ 318911 w 12192000"/>
              <a:gd name="connsiteY70" fmla="*/ 3367912 h 3442855"/>
              <a:gd name="connsiteX71" fmla="*/ 119548 w 12192000"/>
              <a:gd name="connsiteY71" fmla="*/ 3404651 h 3442855"/>
              <a:gd name="connsiteX72" fmla="*/ 0 w 12192000"/>
              <a:gd name="connsiteY72" fmla="*/ 3414000 h 3442855"/>
              <a:gd name="connsiteX73" fmla="*/ 0 w 12192000"/>
              <a:gd name="connsiteY73" fmla="*/ 2 h 3442855"/>
              <a:gd name="connsiteX74" fmla="*/ 3459904 w 12192000"/>
              <a:gd name="connsiteY74" fmla="*/ 1 h 3442855"/>
              <a:gd name="connsiteX75" fmla="*/ 3459907 w 12192000"/>
              <a:gd name="connsiteY75"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52083 w 12192000"/>
              <a:gd name="connsiteY51" fmla="*/ 3177905 h 3442855"/>
              <a:gd name="connsiteX52" fmla="*/ 1845479 w 12192000"/>
              <a:gd name="connsiteY52" fmla="*/ 3178329 h 3442855"/>
              <a:gd name="connsiteX53" fmla="*/ 1842652 w 12192000"/>
              <a:gd name="connsiteY53" fmla="*/ 3186535 h 3442855"/>
              <a:gd name="connsiteX54" fmla="*/ 1763355 w 12192000"/>
              <a:gd name="connsiteY54" fmla="*/ 3224928 h 3442855"/>
              <a:gd name="connsiteX55" fmla="*/ 1654444 w 12192000"/>
              <a:gd name="connsiteY55" fmla="*/ 3229661 h 3442855"/>
              <a:gd name="connsiteX56" fmla="*/ 1629483 w 12192000"/>
              <a:gd name="connsiteY56" fmla="*/ 3232675 h 3442855"/>
              <a:gd name="connsiteX57" fmla="*/ 1573012 w 12192000"/>
              <a:gd name="connsiteY57" fmla="*/ 3250275 h 3442855"/>
              <a:gd name="connsiteX58" fmla="*/ 1525936 w 12192000"/>
              <a:gd name="connsiteY58" fmla="*/ 3243056 h 3442855"/>
              <a:gd name="connsiteX59" fmla="*/ 1515932 w 12192000"/>
              <a:gd name="connsiteY59" fmla="*/ 3243699 h 3442855"/>
              <a:gd name="connsiteX60" fmla="*/ 1418247 w 12192000"/>
              <a:gd name="connsiteY60" fmla="*/ 3236042 h 3442855"/>
              <a:gd name="connsiteX61" fmla="*/ 1311781 w 12192000"/>
              <a:gd name="connsiteY61" fmla="*/ 3207733 h 3442855"/>
              <a:gd name="connsiteX62" fmla="*/ 1287526 w 12192000"/>
              <a:gd name="connsiteY62" fmla="*/ 3195564 h 3442855"/>
              <a:gd name="connsiteX63" fmla="*/ 1275912 w 12192000"/>
              <a:gd name="connsiteY63" fmla="*/ 3202348 h 3442855"/>
              <a:gd name="connsiteX64" fmla="*/ 1160923 w 12192000"/>
              <a:gd name="connsiteY64" fmla="*/ 3219676 h 3442855"/>
              <a:gd name="connsiteX65" fmla="*/ 909690 w 12192000"/>
              <a:gd name="connsiteY65" fmla="*/ 3216919 h 3442855"/>
              <a:gd name="connsiteX66" fmla="*/ 764020 w 12192000"/>
              <a:gd name="connsiteY66" fmla="*/ 3235844 h 3442855"/>
              <a:gd name="connsiteX67" fmla="*/ 701915 w 12192000"/>
              <a:gd name="connsiteY67" fmla="*/ 3250223 h 3442855"/>
              <a:gd name="connsiteX68" fmla="*/ 463292 w 12192000"/>
              <a:gd name="connsiteY68" fmla="*/ 3316636 h 3442855"/>
              <a:gd name="connsiteX69" fmla="*/ 369865 w 12192000"/>
              <a:gd name="connsiteY69" fmla="*/ 3339094 h 3442855"/>
              <a:gd name="connsiteX70" fmla="*/ 318911 w 12192000"/>
              <a:gd name="connsiteY70" fmla="*/ 3367912 h 3442855"/>
              <a:gd name="connsiteX71" fmla="*/ 119548 w 12192000"/>
              <a:gd name="connsiteY71" fmla="*/ 3404651 h 3442855"/>
              <a:gd name="connsiteX72" fmla="*/ 0 w 12192000"/>
              <a:gd name="connsiteY72" fmla="*/ 3414000 h 3442855"/>
              <a:gd name="connsiteX73" fmla="*/ 0 w 12192000"/>
              <a:gd name="connsiteY73" fmla="*/ 2 h 3442855"/>
              <a:gd name="connsiteX74" fmla="*/ 3459904 w 12192000"/>
              <a:gd name="connsiteY74" fmla="*/ 1 h 3442855"/>
              <a:gd name="connsiteX75" fmla="*/ 3459907 w 12192000"/>
              <a:gd name="connsiteY75"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52083 w 12192000"/>
              <a:gd name="connsiteY51" fmla="*/ 3177905 h 3442855"/>
              <a:gd name="connsiteX52" fmla="*/ 1845479 w 12192000"/>
              <a:gd name="connsiteY52" fmla="*/ 3178329 h 3442855"/>
              <a:gd name="connsiteX53" fmla="*/ 1842652 w 12192000"/>
              <a:gd name="connsiteY53" fmla="*/ 3186535 h 3442855"/>
              <a:gd name="connsiteX54" fmla="*/ 1763355 w 12192000"/>
              <a:gd name="connsiteY54" fmla="*/ 3224928 h 3442855"/>
              <a:gd name="connsiteX55" fmla="*/ 1654444 w 12192000"/>
              <a:gd name="connsiteY55" fmla="*/ 3229661 h 3442855"/>
              <a:gd name="connsiteX56" fmla="*/ 1629483 w 12192000"/>
              <a:gd name="connsiteY56" fmla="*/ 3232675 h 3442855"/>
              <a:gd name="connsiteX57" fmla="*/ 1573012 w 12192000"/>
              <a:gd name="connsiteY57" fmla="*/ 3250275 h 3442855"/>
              <a:gd name="connsiteX58" fmla="*/ 1525936 w 12192000"/>
              <a:gd name="connsiteY58" fmla="*/ 3243056 h 3442855"/>
              <a:gd name="connsiteX59" fmla="*/ 1515932 w 12192000"/>
              <a:gd name="connsiteY59" fmla="*/ 3243699 h 3442855"/>
              <a:gd name="connsiteX60" fmla="*/ 1418247 w 12192000"/>
              <a:gd name="connsiteY60" fmla="*/ 3236042 h 3442855"/>
              <a:gd name="connsiteX61" fmla="*/ 1311781 w 12192000"/>
              <a:gd name="connsiteY61" fmla="*/ 3207733 h 3442855"/>
              <a:gd name="connsiteX62" fmla="*/ 1287526 w 12192000"/>
              <a:gd name="connsiteY62" fmla="*/ 3195564 h 3442855"/>
              <a:gd name="connsiteX63" fmla="*/ 1275912 w 12192000"/>
              <a:gd name="connsiteY63" fmla="*/ 3202348 h 3442855"/>
              <a:gd name="connsiteX64" fmla="*/ 1160923 w 12192000"/>
              <a:gd name="connsiteY64" fmla="*/ 3219676 h 3442855"/>
              <a:gd name="connsiteX65" fmla="*/ 909690 w 12192000"/>
              <a:gd name="connsiteY65" fmla="*/ 3216919 h 3442855"/>
              <a:gd name="connsiteX66" fmla="*/ 764020 w 12192000"/>
              <a:gd name="connsiteY66" fmla="*/ 3235844 h 3442855"/>
              <a:gd name="connsiteX67" fmla="*/ 701915 w 12192000"/>
              <a:gd name="connsiteY67" fmla="*/ 3250223 h 3442855"/>
              <a:gd name="connsiteX68" fmla="*/ 463292 w 12192000"/>
              <a:gd name="connsiteY68" fmla="*/ 3316636 h 3442855"/>
              <a:gd name="connsiteX69" fmla="*/ 369865 w 12192000"/>
              <a:gd name="connsiteY69" fmla="*/ 3339094 h 3442855"/>
              <a:gd name="connsiteX70" fmla="*/ 318911 w 12192000"/>
              <a:gd name="connsiteY70" fmla="*/ 3367912 h 3442855"/>
              <a:gd name="connsiteX71" fmla="*/ 119548 w 12192000"/>
              <a:gd name="connsiteY71" fmla="*/ 3404651 h 3442855"/>
              <a:gd name="connsiteX72" fmla="*/ 0 w 12192000"/>
              <a:gd name="connsiteY72" fmla="*/ 3414000 h 3442855"/>
              <a:gd name="connsiteX73" fmla="*/ 0 w 12192000"/>
              <a:gd name="connsiteY73" fmla="*/ 2 h 3442855"/>
              <a:gd name="connsiteX74" fmla="*/ 3459904 w 12192000"/>
              <a:gd name="connsiteY74" fmla="*/ 1 h 3442855"/>
              <a:gd name="connsiteX75" fmla="*/ 3459907 w 12192000"/>
              <a:gd name="connsiteY75"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52083 w 12192000"/>
              <a:gd name="connsiteY51" fmla="*/ 3177905 h 3442855"/>
              <a:gd name="connsiteX52" fmla="*/ 1845479 w 12192000"/>
              <a:gd name="connsiteY52" fmla="*/ 3178329 h 3442855"/>
              <a:gd name="connsiteX53" fmla="*/ 1763355 w 12192000"/>
              <a:gd name="connsiteY53" fmla="*/ 3224928 h 3442855"/>
              <a:gd name="connsiteX54" fmla="*/ 1654444 w 12192000"/>
              <a:gd name="connsiteY54" fmla="*/ 3229661 h 3442855"/>
              <a:gd name="connsiteX55" fmla="*/ 1629483 w 12192000"/>
              <a:gd name="connsiteY55" fmla="*/ 3232675 h 3442855"/>
              <a:gd name="connsiteX56" fmla="*/ 1573012 w 12192000"/>
              <a:gd name="connsiteY56" fmla="*/ 3250275 h 3442855"/>
              <a:gd name="connsiteX57" fmla="*/ 1525936 w 12192000"/>
              <a:gd name="connsiteY57" fmla="*/ 3243056 h 3442855"/>
              <a:gd name="connsiteX58" fmla="*/ 1515932 w 12192000"/>
              <a:gd name="connsiteY58" fmla="*/ 3243699 h 3442855"/>
              <a:gd name="connsiteX59" fmla="*/ 1418247 w 12192000"/>
              <a:gd name="connsiteY59" fmla="*/ 3236042 h 3442855"/>
              <a:gd name="connsiteX60" fmla="*/ 1311781 w 12192000"/>
              <a:gd name="connsiteY60" fmla="*/ 3207733 h 3442855"/>
              <a:gd name="connsiteX61" fmla="*/ 1287526 w 12192000"/>
              <a:gd name="connsiteY61" fmla="*/ 3195564 h 3442855"/>
              <a:gd name="connsiteX62" fmla="*/ 1275912 w 12192000"/>
              <a:gd name="connsiteY62" fmla="*/ 3202348 h 3442855"/>
              <a:gd name="connsiteX63" fmla="*/ 1160923 w 12192000"/>
              <a:gd name="connsiteY63" fmla="*/ 3219676 h 3442855"/>
              <a:gd name="connsiteX64" fmla="*/ 909690 w 12192000"/>
              <a:gd name="connsiteY64" fmla="*/ 3216919 h 3442855"/>
              <a:gd name="connsiteX65" fmla="*/ 764020 w 12192000"/>
              <a:gd name="connsiteY65" fmla="*/ 3235844 h 3442855"/>
              <a:gd name="connsiteX66" fmla="*/ 701915 w 12192000"/>
              <a:gd name="connsiteY66" fmla="*/ 3250223 h 3442855"/>
              <a:gd name="connsiteX67" fmla="*/ 463292 w 12192000"/>
              <a:gd name="connsiteY67" fmla="*/ 3316636 h 3442855"/>
              <a:gd name="connsiteX68" fmla="*/ 369865 w 12192000"/>
              <a:gd name="connsiteY68" fmla="*/ 3339094 h 3442855"/>
              <a:gd name="connsiteX69" fmla="*/ 318911 w 12192000"/>
              <a:gd name="connsiteY69" fmla="*/ 3367912 h 3442855"/>
              <a:gd name="connsiteX70" fmla="*/ 119548 w 12192000"/>
              <a:gd name="connsiteY70" fmla="*/ 3404651 h 3442855"/>
              <a:gd name="connsiteX71" fmla="*/ 0 w 12192000"/>
              <a:gd name="connsiteY71" fmla="*/ 3414000 h 3442855"/>
              <a:gd name="connsiteX72" fmla="*/ 0 w 12192000"/>
              <a:gd name="connsiteY72" fmla="*/ 2 h 3442855"/>
              <a:gd name="connsiteX73" fmla="*/ 3459904 w 12192000"/>
              <a:gd name="connsiteY73" fmla="*/ 1 h 3442855"/>
              <a:gd name="connsiteX74" fmla="*/ 3459907 w 12192000"/>
              <a:gd name="connsiteY74"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52083 w 12192000"/>
              <a:gd name="connsiteY51" fmla="*/ 3177905 h 3442855"/>
              <a:gd name="connsiteX52" fmla="*/ 1763355 w 12192000"/>
              <a:gd name="connsiteY52" fmla="*/ 3224928 h 3442855"/>
              <a:gd name="connsiteX53" fmla="*/ 1654444 w 12192000"/>
              <a:gd name="connsiteY53" fmla="*/ 3229661 h 3442855"/>
              <a:gd name="connsiteX54" fmla="*/ 1629483 w 12192000"/>
              <a:gd name="connsiteY54" fmla="*/ 3232675 h 3442855"/>
              <a:gd name="connsiteX55" fmla="*/ 1573012 w 12192000"/>
              <a:gd name="connsiteY55" fmla="*/ 3250275 h 3442855"/>
              <a:gd name="connsiteX56" fmla="*/ 1525936 w 12192000"/>
              <a:gd name="connsiteY56" fmla="*/ 3243056 h 3442855"/>
              <a:gd name="connsiteX57" fmla="*/ 1515932 w 12192000"/>
              <a:gd name="connsiteY57" fmla="*/ 3243699 h 3442855"/>
              <a:gd name="connsiteX58" fmla="*/ 1418247 w 12192000"/>
              <a:gd name="connsiteY58" fmla="*/ 3236042 h 3442855"/>
              <a:gd name="connsiteX59" fmla="*/ 1311781 w 12192000"/>
              <a:gd name="connsiteY59" fmla="*/ 3207733 h 3442855"/>
              <a:gd name="connsiteX60" fmla="*/ 1287526 w 12192000"/>
              <a:gd name="connsiteY60" fmla="*/ 3195564 h 3442855"/>
              <a:gd name="connsiteX61" fmla="*/ 1275912 w 12192000"/>
              <a:gd name="connsiteY61" fmla="*/ 3202348 h 3442855"/>
              <a:gd name="connsiteX62" fmla="*/ 1160923 w 12192000"/>
              <a:gd name="connsiteY62" fmla="*/ 3219676 h 3442855"/>
              <a:gd name="connsiteX63" fmla="*/ 909690 w 12192000"/>
              <a:gd name="connsiteY63" fmla="*/ 3216919 h 3442855"/>
              <a:gd name="connsiteX64" fmla="*/ 764020 w 12192000"/>
              <a:gd name="connsiteY64" fmla="*/ 3235844 h 3442855"/>
              <a:gd name="connsiteX65" fmla="*/ 701915 w 12192000"/>
              <a:gd name="connsiteY65" fmla="*/ 3250223 h 3442855"/>
              <a:gd name="connsiteX66" fmla="*/ 463292 w 12192000"/>
              <a:gd name="connsiteY66" fmla="*/ 3316636 h 3442855"/>
              <a:gd name="connsiteX67" fmla="*/ 369865 w 12192000"/>
              <a:gd name="connsiteY67" fmla="*/ 3339094 h 3442855"/>
              <a:gd name="connsiteX68" fmla="*/ 318911 w 12192000"/>
              <a:gd name="connsiteY68" fmla="*/ 3367912 h 3442855"/>
              <a:gd name="connsiteX69" fmla="*/ 119548 w 12192000"/>
              <a:gd name="connsiteY69" fmla="*/ 3404651 h 3442855"/>
              <a:gd name="connsiteX70" fmla="*/ 0 w 12192000"/>
              <a:gd name="connsiteY70" fmla="*/ 3414000 h 3442855"/>
              <a:gd name="connsiteX71" fmla="*/ 0 w 12192000"/>
              <a:gd name="connsiteY71" fmla="*/ 2 h 3442855"/>
              <a:gd name="connsiteX72" fmla="*/ 3459904 w 12192000"/>
              <a:gd name="connsiteY72" fmla="*/ 1 h 3442855"/>
              <a:gd name="connsiteX73" fmla="*/ 3459907 w 12192000"/>
              <a:gd name="connsiteY73"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31611 w 12192000"/>
              <a:gd name="connsiteY51" fmla="*/ 3205201 h 3442855"/>
              <a:gd name="connsiteX52" fmla="*/ 1763355 w 12192000"/>
              <a:gd name="connsiteY52" fmla="*/ 3224928 h 3442855"/>
              <a:gd name="connsiteX53" fmla="*/ 1654444 w 12192000"/>
              <a:gd name="connsiteY53" fmla="*/ 3229661 h 3442855"/>
              <a:gd name="connsiteX54" fmla="*/ 1629483 w 12192000"/>
              <a:gd name="connsiteY54" fmla="*/ 3232675 h 3442855"/>
              <a:gd name="connsiteX55" fmla="*/ 1573012 w 12192000"/>
              <a:gd name="connsiteY55" fmla="*/ 3250275 h 3442855"/>
              <a:gd name="connsiteX56" fmla="*/ 1525936 w 12192000"/>
              <a:gd name="connsiteY56" fmla="*/ 3243056 h 3442855"/>
              <a:gd name="connsiteX57" fmla="*/ 1515932 w 12192000"/>
              <a:gd name="connsiteY57" fmla="*/ 3243699 h 3442855"/>
              <a:gd name="connsiteX58" fmla="*/ 1418247 w 12192000"/>
              <a:gd name="connsiteY58" fmla="*/ 3236042 h 3442855"/>
              <a:gd name="connsiteX59" fmla="*/ 1311781 w 12192000"/>
              <a:gd name="connsiteY59" fmla="*/ 3207733 h 3442855"/>
              <a:gd name="connsiteX60" fmla="*/ 1287526 w 12192000"/>
              <a:gd name="connsiteY60" fmla="*/ 3195564 h 3442855"/>
              <a:gd name="connsiteX61" fmla="*/ 1275912 w 12192000"/>
              <a:gd name="connsiteY61" fmla="*/ 3202348 h 3442855"/>
              <a:gd name="connsiteX62" fmla="*/ 1160923 w 12192000"/>
              <a:gd name="connsiteY62" fmla="*/ 3219676 h 3442855"/>
              <a:gd name="connsiteX63" fmla="*/ 909690 w 12192000"/>
              <a:gd name="connsiteY63" fmla="*/ 3216919 h 3442855"/>
              <a:gd name="connsiteX64" fmla="*/ 764020 w 12192000"/>
              <a:gd name="connsiteY64" fmla="*/ 3235844 h 3442855"/>
              <a:gd name="connsiteX65" fmla="*/ 701915 w 12192000"/>
              <a:gd name="connsiteY65" fmla="*/ 3250223 h 3442855"/>
              <a:gd name="connsiteX66" fmla="*/ 463292 w 12192000"/>
              <a:gd name="connsiteY66" fmla="*/ 3316636 h 3442855"/>
              <a:gd name="connsiteX67" fmla="*/ 369865 w 12192000"/>
              <a:gd name="connsiteY67" fmla="*/ 3339094 h 3442855"/>
              <a:gd name="connsiteX68" fmla="*/ 318911 w 12192000"/>
              <a:gd name="connsiteY68" fmla="*/ 3367912 h 3442855"/>
              <a:gd name="connsiteX69" fmla="*/ 119548 w 12192000"/>
              <a:gd name="connsiteY69" fmla="*/ 3404651 h 3442855"/>
              <a:gd name="connsiteX70" fmla="*/ 0 w 12192000"/>
              <a:gd name="connsiteY70" fmla="*/ 3414000 h 3442855"/>
              <a:gd name="connsiteX71" fmla="*/ 0 w 12192000"/>
              <a:gd name="connsiteY71" fmla="*/ 2 h 3442855"/>
              <a:gd name="connsiteX72" fmla="*/ 3459904 w 12192000"/>
              <a:gd name="connsiteY72" fmla="*/ 1 h 3442855"/>
              <a:gd name="connsiteX73" fmla="*/ 3459907 w 12192000"/>
              <a:gd name="connsiteY73"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31611 w 12192000"/>
              <a:gd name="connsiteY51" fmla="*/ 3205201 h 3442855"/>
              <a:gd name="connsiteX52" fmla="*/ 1654444 w 12192000"/>
              <a:gd name="connsiteY52" fmla="*/ 3229661 h 3442855"/>
              <a:gd name="connsiteX53" fmla="*/ 1629483 w 12192000"/>
              <a:gd name="connsiteY53" fmla="*/ 3232675 h 3442855"/>
              <a:gd name="connsiteX54" fmla="*/ 1573012 w 12192000"/>
              <a:gd name="connsiteY54" fmla="*/ 3250275 h 3442855"/>
              <a:gd name="connsiteX55" fmla="*/ 1525936 w 12192000"/>
              <a:gd name="connsiteY55" fmla="*/ 3243056 h 3442855"/>
              <a:gd name="connsiteX56" fmla="*/ 1515932 w 12192000"/>
              <a:gd name="connsiteY56" fmla="*/ 3243699 h 3442855"/>
              <a:gd name="connsiteX57" fmla="*/ 1418247 w 12192000"/>
              <a:gd name="connsiteY57" fmla="*/ 3236042 h 3442855"/>
              <a:gd name="connsiteX58" fmla="*/ 1311781 w 12192000"/>
              <a:gd name="connsiteY58" fmla="*/ 3207733 h 3442855"/>
              <a:gd name="connsiteX59" fmla="*/ 1287526 w 12192000"/>
              <a:gd name="connsiteY59" fmla="*/ 3195564 h 3442855"/>
              <a:gd name="connsiteX60" fmla="*/ 1275912 w 12192000"/>
              <a:gd name="connsiteY60" fmla="*/ 3202348 h 3442855"/>
              <a:gd name="connsiteX61" fmla="*/ 1160923 w 12192000"/>
              <a:gd name="connsiteY61" fmla="*/ 3219676 h 3442855"/>
              <a:gd name="connsiteX62" fmla="*/ 909690 w 12192000"/>
              <a:gd name="connsiteY62" fmla="*/ 3216919 h 3442855"/>
              <a:gd name="connsiteX63" fmla="*/ 764020 w 12192000"/>
              <a:gd name="connsiteY63" fmla="*/ 3235844 h 3442855"/>
              <a:gd name="connsiteX64" fmla="*/ 701915 w 12192000"/>
              <a:gd name="connsiteY64" fmla="*/ 3250223 h 3442855"/>
              <a:gd name="connsiteX65" fmla="*/ 463292 w 12192000"/>
              <a:gd name="connsiteY65" fmla="*/ 3316636 h 3442855"/>
              <a:gd name="connsiteX66" fmla="*/ 369865 w 12192000"/>
              <a:gd name="connsiteY66" fmla="*/ 3339094 h 3442855"/>
              <a:gd name="connsiteX67" fmla="*/ 318911 w 12192000"/>
              <a:gd name="connsiteY67" fmla="*/ 3367912 h 3442855"/>
              <a:gd name="connsiteX68" fmla="*/ 119548 w 12192000"/>
              <a:gd name="connsiteY68" fmla="*/ 3404651 h 3442855"/>
              <a:gd name="connsiteX69" fmla="*/ 0 w 12192000"/>
              <a:gd name="connsiteY69" fmla="*/ 3414000 h 3442855"/>
              <a:gd name="connsiteX70" fmla="*/ 0 w 12192000"/>
              <a:gd name="connsiteY70" fmla="*/ 2 h 3442855"/>
              <a:gd name="connsiteX71" fmla="*/ 3459904 w 12192000"/>
              <a:gd name="connsiteY71" fmla="*/ 1 h 3442855"/>
              <a:gd name="connsiteX72" fmla="*/ 3459907 w 12192000"/>
              <a:gd name="connsiteY72"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31611 w 12192000"/>
              <a:gd name="connsiteY51" fmla="*/ 3205201 h 3442855"/>
              <a:gd name="connsiteX52" fmla="*/ 1654444 w 12192000"/>
              <a:gd name="connsiteY52" fmla="*/ 3229661 h 3442855"/>
              <a:gd name="connsiteX53" fmla="*/ 1573012 w 12192000"/>
              <a:gd name="connsiteY53" fmla="*/ 3250275 h 3442855"/>
              <a:gd name="connsiteX54" fmla="*/ 1525936 w 12192000"/>
              <a:gd name="connsiteY54" fmla="*/ 3243056 h 3442855"/>
              <a:gd name="connsiteX55" fmla="*/ 1515932 w 12192000"/>
              <a:gd name="connsiteY55" fmla="*/ 3243699 h 3442855"/>
              <a:gd name="connsiteX56" fmla="*/ 1418247 w 12192000"/>
              <a:gd name="connsiteY56" fmla="*/ 3236042 h 3442855"/>
              <a:gd name="connsiteX57" fmla="*/ 1311781 w 12192000"/>
              <a:gd name="connsiteY57" fmla="*/ 3207733 h 3442855"/>
              <a:gd name="connsiteX58" fmla="*/ 1287526 w 12192000"/>
              <a:gd name="connsiteY58" fmla="*/ 3195564 h 3442855"/>
              <a:gd name="connsiteX59" fmla="*/ 1275912 w 12192000"/>
              <a:gd name="connsiteY59" fmla="*/ 3202348 h 3442855"/>
              <a:gd name="connsiteX60" fmla="*/ 1160923 w 12192000"/>
              <a:gd name="connsiteY60" fmla="*/ 3219676 h 3442855"/>
              <a:gd name="connsiteX61" fmla="*/ 909690 w 12192000"/>
              <a:gd name="connsiteY61" fmla="*/ 3216919 h 3442855"/>
              <a:gd name="connsiteX62" fmla="*/ 764020 w 12192000"/>
              <a:gd name="connsiteY62" fmla="*/ 3235844 h 3442855"/>
              <a:gd name="connsiteX63" fmla="*/ 701915 w 12192000"/>
              <a:gd name="connsiteY63" fmla="*/ 3250223 h 3442855"/>
              <a:gd name="connsiteX64" fmla="*/ 463292 w 12192000"/>
              <a:gd name="connsiteY64" fmla="*/ 3316636 h 3442855"/>
              <a:gd name="connsiteX65" fmla="*/ 369865 w 12192000"/>
              <a:gd name="connsiteY65" fmla="*/ 3339094 h 3442855"/>
              <a:gd name="connsiteX66" fmla="*/ 318911 w 12192000"/>
              <a:gd name="connsiteY66" fmla="*/ 3367912 h 3442855"/>
              <a:gd name="connsiteX67" fmla="*/ 119548 w 12192000"/>
              <a:gd name="connsiteY67" fmla="*/ 3404651 h 3442855"/>
              <a:gd name="connsiteX68" fmla="*/ 0 w 12192000"/>
              <a:gd name="connsiteY68" fmla="*/ 3414000 h 3442855"/>
              <a:gd name="connsiteX69" fmla="*/ 0 w 12192000"/>
              <a:gd name="connsiteY69" fmla="*/ 2 h 3442855"/>
              <a:gd name="connsiteX70" fmla="*/ 3459904 w 12192000"/>
              <a:gd name="connsiteY70" fmla="*/ 1 h 3442855"/>
              <a:gd name="connsiteX71" fmla="*/ 3459907 w 12192000"/>
              <a:gd name="connsiteY71"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77612 w 12192000"/>
              <a:gd name="connsiteY33" fmla="*/ 2830281 h 3442855"/>
              <a:gd name="connsiteX34" fmla="*/ 9432874 w 12192000"/>
              <a:gd name="connsiteY34" fmla="*/ 2826106 h 3442855"/>
              <a:gd name="connsiteX35" fmla="*/ 9340481 w 12192000"/>
              <a:gd name="connsiteY35" fmla="*/ 2831628 h 3442855"/>
              <a:gd name="connsiteX36" fmla="*/ 9191002 w 12192000"/>
              <a:gd name="connsiteY36" fmla="*/ 2776544 h 3442855"/>
              <a:gd name="connsiteX37" fmla="*/ 9181756 w 12192000"/>
              <a:gd name="connsiteY37" fmla="*/ 2773801 h 3442855"/>
              <a:gd name="connsiteX38" fmla="*/ 8912415 w 12192000"/>
              <a:gd name="connsiteY38" fmla="*/ 2765023 h 3442855"/>
              <a:gd name="connsiteX39" fmla="*/ 7709716 w 12192000"/>
              <a:gd name="connsiteY39" fmla="*/ 2795956 h 3442855"/>
              <a:gd name="connsiteX40" fmla="*/ 6923164 w 12192000"/>
              <a:gd name="connsiteY40" fmla="*/ 2920980 h 3442855"/>
              <a:gd name="connsiteX41" fmla="*/ 3308915 w 12192000"/>
              <a:gd name="connsiteY41" fmla="*/ 3049912 h 3442855"/>
              <a:gd name="connsiteX42" fmla="*/ 2643050 w 12192000"/>
              <a:gd name="connsiteY42" fmla="*/ 3112559 h 3442855"/>
              <a:gd name="connsiteX43" fmla="*/ 2426006 w 12192000"/>
              <a:gd name="connsiteY43" fmla="*/ 3161942 h 3442855"/>
              <a:gd name="connsiteX44" fmla="*/ 2291811 w 12192000"/>
              <a:gd name="connsiteY44" fmla="*/ 3176941 h 3442855"/>
              <a:gd name="connsiteX45" fmla="*/ 2201685 w 12192000"/>
              <a:gd name="connsiteY45" fmla="*/ 3200625 h 3442855"/>
              <a:gd name="connsiteX46" fmla="*/ 2046141 w 12192000"/>
              <a:gd name="connsiteY46" fmla="*/ 3203263 h 3442855"/>
              <a:gd name="connsiteX47" fmla="*/ 1953987 w 12192000"/>
              <a:gd name="connsiteY47" fmla="*/ 3176250 h 3442855"/>
              <a:gd name="connsiteX48" fmla="*/ 1924440 w 12192000"/>
              <a:gd name="connsiteY48" fmla="*/ 3170393 h 3442855"/>
              <a:gd name="connsiteX49" fmla="*/ 1907653 w 12192000"/>
              <a:gd name="connsiteY49" fmla="*/ 3175484 h 3442855"/>
              <a:gd name="connsiteX50" fmla="*/ 1856828 w 12192000"/>
              <a:gd name="connsiteY50" fmla="*/ 3184705 h 3442855"/>
              <a:gd name="connsiteX51" fmla="*/ 1831611 w 12192000"/>
              <a:gd name="connsiteY51" fmla="*/ 3205201 h 3442855"/>
              <a:gd name="connsiteX52" fmla="*/ 1715859 w 12192000"/>
              <a:gd name="connsiteY52" fmla="*/ 3229661 h 3442855"/>
              <a:gd name="connsiteX53" fmla="*/ 1573012 w 12192000"/>
              <a:gd name="connsiteY53" fmla="*/ 3250275 h 3442855"/>
              <a:gd name="connsiteX54" fmla="*/ 1525936 w 12192000"/>
              <a:gd name="connsiteY54" fmla="*/ 3243056 h 3442855"/>
              <a:gd name="connsiteX55" fmla="*/ 1515932 w 12192000"/>
              <a:gd name="connsiteY55" fmla="*/ 3243699 h 3442855"/>
              <a:gd name="connsiteX56" fmla="*/ 1418247 w 12192000"/>
              <a:gd name="connsiteY56" fmla="*/ 3236042 h 3442855"/>
              <a:gd name="connsiteX57" fmla="*/ 1311781 w 12192000"/>
              <a:gd name="connsiteY57" fmla="*/ 3207733 h 3442855"/>
              <a:gd name="connsiteX58" fmla="*/ 1287526 w 12192000"/>
              <a:gd name="connsiteY58" fmla="*/ 3195564 h 3442855"/>
              <a:gd name="connsiteX59" fmla="*/ 1275912 w 12192000"/>
              <a:gd name="connsiteY59" fmla="*/ 3202348 h 3442855"/>
              <a:gd name="connsiteX60" fmla="*/ 1160923 w 12192000"/>
              <a:gd name="connsiteY60" fmla="*/ 3219676 h 3442855"/>
              <a:gd name="connsiteX61" fmla="*/ 909690 w 12192000"/>
              <a:gd name="connsiteY61" fmla="*/ 3216919 h 3442855"/>
              <a:gd name="connsiteX62" fmla="*/ 764020 w 12192000"/>
              <a:gd name="connsiteY62" fmla="*/ 3235844 h 3442855"/>
              <a:gd name="connsiteX63" fmla="*/ 701915 w 12192000"/>
              <a:gd name="connsiteY63" fmla="*/ 3250223 h 3442855"/>
              <a:gd name="connsiteX64" fmla="*/ 463292 w 12192000"/>
              <a:gd name="connsiteY64" fmla="*/ 3316636 h 3442855"/>
              <a:gd name="connsiteX65" fmla="*/ 369865 w 12192000"/>
              <a:gd name="connsiteY65" fmla="*/ 3339094 h 3442855"/>
              <a:gd name="connsiteX66" fmla="*/ 318911 w 12192000"/>
              <a:gd name="connsiteY66" fmla="*/ 3367912 h 3442855"/>
              <a:gd name="connsiteX67" fmla="*/ 119548 w 12192000"/>
              <a:gd name="connsiteY67" fmla="*/ 3404651 h 3442855"/>
              <a:gd name="connsiteX68" fmla="*/ 0 w 12192000"/>
              <a:gd name="connsiteY68" fmla="*/ 3414000 h 3442855"/>
              <a:gd name="connsiteX69" fmla="*/ 0 w 12192000"/>
              <a:gd name="connsiteY69" fmla="*/ 2 h 3442855"/>
              <a:gd name="connsiteX70" fmla="*/ 3459904 w 12192000"/>
              <a:gd name="connsiteY70" fmla="*/ 1 h 3442855"/>
              <a:gd name="connsiteX71" fmla="*/ 3459907 w 12192000"/>
              <a:gd name="connsiteY71"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98612 w 12192000"/>
              <a:gd name="connsiteY11" fmla="*/ 3134803 h 3442855"/>
              <a:gd name="connsiteX12" fmla="*/ 11271588 w 12192000"/>
              <a:gd name="connsiteY12" fmla="*/ 3113441 h 3442855"/>
              <a:gd name="connsiteX13" fmla="*/ 11270977 w 12192000"/>
              <a:gd name="connsiteY13" fmla="*/ 3100396 h 3442855"/>
              <a:gd name="connsiteX14" fmla="*/ 11250574 w 12192000"/>
              <a:gd name="connsiteY14" fmla="*/ 3091174 h 3442855"/>
              <a:gd name="connsiteX15" fmla="*/ 11246505 w 12192000"/>
              <a:gd name="connsiteY15" fmla="*/ 3086783 h 3442855"/>
              <a:gd name="connsiteX16" fmla="*/ 11221805 w 12192000"/>
              <a:gd name="connsiteY16" fmla="*/ 3063540 h 3442855"/>
              <a:gd name="connsiteX17" fmla="*/ 11135382 w 12192000"/>
              <a:gd name="connsiteY17" fmla="*/ 3062095 h 3442855"/>
              <a:gd name="connsiteX18" fmla="*/ 11056771 w 12192000"/>
              <a:gd name="connsiteY18" fmla="*/ 3020684 h 3442855"/>
              <a:gd name="connsiteX19" fmla="*/ 10800887 w 12192000"/>
              <a:gd name="connsiteY19" fmla="*/ 2963080 h 3442855"/>
              <a:gd name="connsiteX20" fmla="*/ 10701230 w 12192000"/>
              <a:gd name="connsiteY20" fmla="*/ 2935785 h 3442855"/>
              <a:gd name="connsiteX21" fmla="*/ 10529686 w 12192000"/>
              <a:gd name="connsiteY21" fmla="*/ 2918071 h 3442855"/>
              <a:gd name="connsiteX22" fmla="*/ 10337584 w 12192000"/>
              <a:gd name="connsiteY22" fmla="*/ 2926238 h 3442855"/>
              <a:gd name="connsiteX23" fmla="*/ 10179941 w 12192000"/>
              <a:gd name="connsiteY23" fmla="*/ 2930174 h 3442855"/>
              <a:gd name="connsiteX24" fmla="*/ 10129038 w 12192000"/>
              <a:gd name="connsiteY24" fmla="*/ 2929992 h 3442855"/>
              <a:gd name="connsiteX25" fmla="*/ 10044809 w 12192000"/>
              <a:gd name="connsiteY25" fmla="*/ 2932587 h 3442855"/>
              <a:gd name="connsiteX26" fmla="*/ 9923926 w 12192000"/>
              <a:gd name="connsiteY26" fmla="*/ 2936679 h 3442855"/>
              <a:gd name="connsiteX27" fmla="*/ 9825938 w 12192000"/>
              <a:gd name="connsiteY27" fmla="*/ 2915287 h 3442855"/>
              <a:gd name="connsiteX28" fmla="*/ 9761662 w 12192000"/>
              <a:gd name="connsiteY28" fmla="*/ 2916695 h 3442855"/>
              <a:gd name="connsiteX29" fmla="*/ 9688436 w 12192000"/>
              <a:gd name="connsiteY29" fmla="*/ 2894364 h 3442855"/>
              <a:gd name="connsiteX30" fmla="*/ 9626359 w 12192000"/>
              <a:gd name="connsiteY30" fmla="*/ 2876388 h 3442855"/>
              <a:gd name="connsiteX31" fmla="*/ 9536686 w 12192000"/>
              <a:gd name="connsiteY31" fmla="*/ 2845662 h 3442855"/>
              <a:gd name="connsiteX32" fmla="*/ 9500517 w 12192000"/>
              <a:gd name="connsiteY32" fmla="*/ 2847197 h 3442855"/>
              <a:gd name="connsiteX33" fmla="*/ 9432874 w 12192000"/>
              <a:gd name="connsiteY33" fmla="*/ 2826106 h 3442855"/>
              <a:gd name="connsiteX34" fmla="*/ 9340481 w 12192000"/>
              <a:gd name="connsiteY34" fmla="*/ 2831628 h 3442855"/>
              <a:gd name="connsiteX35" fmla="*/ 9191002 w 12192000"/>
              <a:gd name="connsiteY35" fmla="*/ 2776544 h 3442855"/>
              <a:gd name="connsiteX36" fmla="*/ 9181756 w 12192000"/>
              <a:gd name="connsiteY36" fmla="*/ 2773801 h 3442855"/>
              <a:gd name="connsiteX37" fmla="*/ 8912415 w 12192000"/>
              <a:gd name="connsiteY37" fmla="*/ 2765023 h 3442855"/>
              <a:gd name="connsiteX38" fmla="*/ 7709716 w 12192000"/>
              <a:gd name="connsiteY38" fmla="*/ 2795956 h 3442855"/>
              <a:gd name="connsiteX39" fmla="*/ 6923164 w 12192000"/>
              <a:gd name="connsiteY39" fmla="*/ 2920980 h 3442855"/>
              <a:gd name="connsiteX40" fmla="*/ 3308915 w 12192000"/>
              <a:gd name="connsiteY40" fmla="*/ 3049912 h 3442855"/>
              <a:gd name="connsiteX41" fmla="*/ 2643050 w 12192000"/>
              <a:gd name="connsiteY41" fmla="*/ 3112559 h 3442855"/>
              <a:gd name="connsiteX42" fmla="*/ 2426006 w 12192000"/>
              <a:gd name="connsiteY42" fmla="*/ 3161942 h 3442855"/>
              <a:gd name="connsiteX43" fmla="*/ 2291811 w 12192000"/>
              <a:gd name="connsiteY43" fmla="*/ 3176941 h 3442855"/>
              <a:gd name="connsiteX44" fmla="*/ 2201685 w 12192000"/>
              <a:gd name="connsiteY44" fmla="*/ 3200625 h 3442855"/>
              <a:gd name="connsiteX45" fmla="*/ 2046141 w 12192000"/>
              <a:gd name="connsiteY45" fmla="*/ 3203263 h 3442855"/>
              <a:gd name="connsiteX46" fmla="*/ 1953987 w 12192000"/>
              <a:gd name="connsiteY46" fmla="*/ 3176250 h 3442855"/>
              <a:gd name="connsiteX47" fmla="*/ 1924440 w 12192000"/>
              <a:gd name="connsiteY47" fmla="*/ 3170393 h 3442855"/>
              <a:gd name="connsiteX48" fmla="*/ 1907653 w 12192000"/>
              <a:gd name="connsiteY48" fmla="*/ 3175484 h 3442855"/>
              <a:gd name="connsiteX49" fmla="*/ 1856828 w 12192000"/>
              <a:gd name="connsiteY49" fmla="*/ 3184705 h 3442855"/>
              <a:gd name="connsiteX50" fmla="*/ 1831611 w 12192000"/>
              <a:gd name="connsiteY50" fmla="*/ 3205201 h 3442855"/>
              <a:gd name="connsiteX51" fmla="*/ 1715859 w 12192000"/>
              <a:gd name="connsiteY51" fmla="*/ 3229661 h 3442855"/>
              <a:gd name="connsiteX52" fmla="*/ 1573012 w 12192000"/>
              <a:gd name="connsiteY52" fmla="*/ 3250275 h 3442855"/>
              <a:gd name="connsiteX53" fmla="*/ 1525936 w 12192000"/>
              <a:gd name="connsiteY53" fmla="*/ 3243056 h 3442855"/>
              <a:gd name="connsiteX54" fmla="*/ 1515932 w 12192000"/>
              <a:gd name="connsiteY54" fmla="*/ 3243699 h 3442855"/>
              <a:gd name="connsiteX55" fmla="*/ 1418247 w 12192000"/>
              <a:gd name="connsiteY55" fmla="*/ 3236042 h 3442855"/>
              <a:gd name="connsiteX56" fmla="*/ 1311781 w 12192000"/>
              <a:gd name="connsiteY56" fmla="*/ 3207733 h 3442855"/>
              <a:gd name="connsiteX57" fmla="*/ 1287526 w 12192000"/>
              <a:gd name="connsiteY57" fmla="*/ 3195564 h 3442855"/>
              <a:gd name="connsiteX58" fmla="*/ 1275912 w 12192000"/>
              <a:gd name="connsiteY58" fmla="*/ 3202348 h 3442855"/>
              <a:gd name="connsiteX59" fmla="*/ 1160923 w 12192000"/>
              <a:gd name="connsiteY59" fmla="*/ 3219676 h 3442855"/>
              <a:gd name="connsiteX60" fmla="*/ 909690 w 12192000"/>
              <a:gd name="connsiteY60" fmla="*/ 3216919 h 3442855"/>
              <a:gd name="connsiteX61" fmla="*/ 764020 w 12192000"/>
              <a:gd name="connsiteY61" fmla="*/ 3235844 h 3442855"/>
              <a:gd name="connsiteX62" fmla="*/ 701915 w 12192000"/>
              <a:gd name="connsiteY62" fmla="*/ 3250223 h 3442855"/>
              <a:gd name="connsiteX63" fmla="*/ 463292 w 12192000"/>
              <a:gd name="connsiteY63" fmla="*/ 3316636 h 3442855"/>
              <a:gd name="connsiteX64" fmla="*/ 369865 w 12192000"/>
              <a:gd name="connsiteY64" fmla="*/ 3339094 h 3442855"/>
              <a:gd name="connsiteX65" fmla="*/ 318911 w 12192000"/>
              <a:gd name="connsiteY65" fmla="*/ 3367912 h 3442855"/>
              <a:gd name="connsiteX66" fmla="*/ 119548 w 12192000"/>
              <a:gd name="connsiteY66" fmla="*/ 3404651 h 3442855"/>
              <a:gd name="connsiteX67" fmla="*/ 0 w 12192000"/>
              <a:gd name="connsiteY67" fmla="*/ 3414000 h 3442855"/>
              <a:gd name="connsiteX68" fmla="*/ 0 w 12192000"/>
              <a:gd name="connsiteY68" fmla="*/ 2 h 3442855"/>
              <a:gd name="connsiteX69" fmla="*/ 3459904 w 12192000"/>
              <a:gd name="connsiteY69" fmla="*/ 1 h 3442855"/>
              <a:gd name="connsiteX70" fmla="*/ 3459907 w 12192000"/>
              <a:gd name="connsiteY70" fmla="*/ 0 h 3442855"/>
              <a:gd name="connsiteX0" fmla="*/ 3459907 w 12192000"/>
              <a:gd name="connsiteY0" fmla="*/ 0 h 3442855"/>
              <a:gd name="connsiteX1" fmla="*/ 12192000 w 12192000"/>
              <a:gd name="connsiteY1" fmla="*/ 0 h 3442855"/>
              <a:gd name="connsiteX2" fmla="*/ 12192000 w 12192000"/>
              <a:gd name="connsiteY2" fmla="*/ 3442855 h 3442855"/>
              <a:gd name="connsiteX3" fmla="*/ 12076094 w 12192000"/>
              <a:gd name="connsiteY3" fmla="*/ 3423357 h 3442855"/>
              <a:gd name="connsiteX4" fmla="*/ 11974360 w 12192000"/>
              <a:gd name="connsiteY4" fmla="*/ 3396494 h 3442855"/>
              <a:gd name="connsiteX5" fmla="*/ 11825709 w 12192000"/>
              <a:gd name="connsiteY5" fmla="*/ 3356473 h 3442855"/>
              <a:gd name="connsiteX6" fmla="*/ 11731940 w 12192000"/>
              <a:gd name="connsiteY6" fmla="*/ 3297768 h 3442855"/>
              <a:gd name="connsiteX7" fmla="*/ 11676634 w 12192000"/>
              <a:gd name="connsiteY7" fmla="*/ 3269119 h 3442855"/>
              <a:gd name="connsiteX8" fmla="*/ 11639416 w 12192000"/>
              <a:gd name="connsiteY8" fmla="*/ 3243537 h 3442855"/>
              <a:gd name="connsiteX9" fmla="*/ 11528409 w 12192000"/>
              <a:gd name="connsiteY9" fmla="*/ 3203904 h 3442855"/>
              <a:gd name="connsiteX10" fmla="*/ 11337600 w 12192000"/>
              <a:gd name="connsiteY10" fmla="*/ 3148858 h 3442855"/>
              <a:gd name="connsiteX11" fmla="*/ 11271588 w 12192000"/>
              <a:gd name="connsiteY11" fmla="*/ 3113441 h 3442855"/>
              <a:gd name="connsiteX12" fmla="*/ 11270977 w 12192000"/>
              <a:gd name="connsiteY12" fmla="*/ 3100396 h 3442855"/>
              <a:gd name="connsiteX13" fmla="*/ 11250574 w 12192000"/>
              <a:gd name="connsiteY13" fmla="*/ 3091174 h 3442855"/>
              <a:gd name="connsiteX14" fmla="*/ 11246505 w 12192000"/>
              <a:gd name="connsiteY14" fmla="*/ 3086783 h 3442855"/>
              <a:gd name="connsiteX15" fmla="*/ 11221805 w 12192000"/>
              <a:gd name="connsiteY15" fmla="*/ 3063540 h 3442855"/>
              <a:gd name="connsiteX16" fmla="*/ 11135382 w 12192000"/>
              <a:gd name="connsiteY16" fmla="*/ 3062095 h 3442855"/>
              <a:gd name="connsiteX17" fmla="*/ 11056771 w 12192000"/>
              <a:gd name="connsiteY17" fmla="*/ 3020684 h 3442855"/>
              <a:gd name="connsiteX18" fmla="*/ 10800887 w 12192000"/>
              <a:gd name="connsiteY18" fmla="*/ 2963080 h 3442855"/>
              <a:gd name="connsiteX19" fmla="*/ 10701230 w 12192000"/>
              <a:gd name="connsiteY19" fmla="*/ 2935785 h 3442855"/>
              <a:gd name="connsiteX20" fmla="*/ 10529686 w 12192000"/>
              <a:gd name="connsiteY20" fmla="*/ 2918071 h 3442855"/>
              <a:gd name="connsiteX21" fmla="*/ 10337584 w 12192000"/>
              <a:gd name="connsiteY21" fmla="*/ 2926238 h 3442855"/>
              <a:gd name="connsiteX22" fmla="*/ 10179941 w 12192000"/>
              <a:gd name="connsiteY22" fmla="*/ 2930174 h 3442855"/>
              <a:gd name="connsiteX23" fmla="*/ 10129038 w 12192000"/>
              <a:gd name="connsiteY23" fmla="*/ 2929992 h 3442855"/>
              <a:gd name="connsiteX24" fmla="*/ 10044809 w 12192000"/>
              <a:gd name="connsiteY24" fmla="*/ 2932587 h 3442855"/>
              <a:gd name="connsiteX25" fmla="*/ 9923926 w 12192000"/>
              <a:gd name="connsiteY25" fmla="*/ 2936679 h 3442855"/>
              <a:gd name="connsiteX26" fmla="*/ 9825938 w 12192000"/>
              <a:gd name="connsiteY26" fmla="*/ 2915287 h 3442855"/>
              <a:gd name="connsiteX27" fmla="*/ 9761662 w 12192000"/>
              <a:gd name="connsiteY27" fmla="*/ 2916695 h 3442855"/>
              <a:gd name="connsiteX28" fmla="*/ 9688436 w 12192000"/>
              <a:gd name="connsiteY28" fmla="*/ 2894364 h 3442855"/>
              <a:gd name="connsiteX29" fmla="*/ 9626359 w 12192000"/>
              <a:gd name="connsiteY29" fmla="*/ 2876388 h 3442855"/>
              <a:gd name="connsiteX30" fmla="*/ 9536686 w 12192000"/>
              <a:gd name="connsiteY30" fmla="*/ 2845662 h 3442855"/>
              <a:gd name="connsiteX31" fmla="*/ 9500517 w 12192000"/>
              <a:gd name="connsiteY31" fmla="*/ 2847197 h 3442855"/>
              <a:gd name="connsiteX32" fmla="*/ 9432874 w 12192000"/>
              <a:gd name="connsiteY32" fmla="*/ 2826106 h 3442855"/>
              <a:gd name="connsiteX33" fmla="*/ 9340481 w 12192000"/>
              <a:gd name="connsiteY33" fmla="*/ 2831628 h 3442855"/>
              <a:gd name="connsiteX34" fmla="*/ 9191002 w 12192000"/>
              <a:gd name="connsiteY34" fmla="*/ 2776544 h 3442855"/>
              <a:gd name="connsiteX35" fmla="*/ 9181756 w 12192000"/>
              <a:gd name="connsiteY35" fmla="*/ 2773801 h 3442855"/>
              <a:gd name="connsiteX36" fmla="*/ 8912415 w 12192000"/>
              <a:gd name="connsiteY36" fmla="*/ 2765023 h 3442855"/>
              <a:gd name="connsiteX37" fmla="*/ 7709716 w 12192000"/>
              <a:gd name="connsiteY37" fmla="*/ 2795956 h 3442855"/>
              <a:gd name="connsiteX38" fmla="*/ 6923164 w 12192000"/>
              <a:gd name="connsiteY38" fmla="*/ 2920980 h 3442855"/>
              <a:gd name="connsiteX39" fmla="*/ 3308915 w 12192000"/>
              <a:gd name="connsiteY39" fmla="*/ 3049912 h 3442855"/>
              <a:gd name="connsiteX40" fmla="*/ 2643050 w 12192000"/>
              <a:gd name="connsiteY40" fmla="*/ 3112559 h 3442855"/>
              <a:gd name="connsiteX41" fmla="*/ 2426006 w 12192000"/>
              <a:gd name="connsiteY41" fmla="*/ 3161942 h 3442855"/>
              <a:gd name="connsiteX42" fmla="*/ 2291811 w 12192000"/>
              <a:gd name="connsiteY42" fmla="*/ 3176941 h 3442855"/>
              <a:gd name="connsiteX43" fmla="*/ 2201685 w 12192000"/>
              <a:gd name="connsiteY43" fmla="*/ 3200625 h 3442855"/>
              <a:gd name="connsiteX44" fmla="*/ 2046141 w 12192000"/>
              <a:gd name="connsiteY44" fmla="*/ 3203263 h 3442855"/>
              <a:gd name="connsiteX45" fmla="*/ 1953987 w 12192000"/>
              <a:gd name="connsiteY45" fmla="*/ 3176250 h 3442855"/>
              <a:gd name="connsiteX46" fmla="*/ 1924440 w 12192000"/>
              <a:gd name="connsiteY46" fmla="*/ 3170393 h 3442855"/>
              <a:gd name="connsiteX47" fmla="*/ 1907653 w 12192000"/>
              <a:gd name="connsiteY47" fmla="*/ 3175484 h 3442855"/>
              <a:gd name="connsiteX48" fmla="*/ 1856828 w 12192000"/>
              <a:gd name="connsiteY48" fmla="*/ 3184705 h 3442855"/>
              <a:gd name="connsiteX49" fmla="*/ 1831611 w 12192000"/>
              <a:gd name="connsiteY49" fmla="*/ 3205201 h 3442855"/>
              <a:gd name="connsiteX50" fmla="*/ 1715859 w 12192000"/>
              <a:gd name="connsiteY50" fmla="*/ 3229661 h 3442855"/>
              <a:gd name="connsiteX51" fmla="*/ 1573012 w 12192000"/>
              <a:gd name="connsiteY51" fmla="*/ 3250275 h 3442855"/>
              <a:gd name="connsiteX52" fmla="*/ 1525936 w 12192000"/>
              <a:gd name="connsiteY52" fmla="*/ 3243056 h 3442855"/>
              <a:gd name="connsiteX53" fmla="*/ 1515932 w 12192000"/>
              <a:gd name="connsiteY53" fmla="*/ 3243699 h 3442855"/>
              <a:gd name="connsiteX54" fmla="*/ 1418247 w 12192000"/>
              <a:gd name="connsiteY54" fmla="*/ 3236042 h 3442855"/>
              <a:gd name="connsiteX55" fmla="*/ 1311781 w 12192000"/>
              <a:gd name="connsiteY55" fmla="*/ 3207733 h 3442855"/>
              <a:gd name="connsiteX56" fmla="*/ 1287526 w 12192000"/>
              <a:gd name="connsiteY56" fmla="*/ 3195564 h 3442855"/>
              <a:gd name="connsiteX57" fmla="*/ 1275912 w 12192000"/>
              <a:gd name="connsiteY57" fmla="*/ 3202348 h 3442855"/>
              <a:gd name="connsiteX58" fmla="*/ 1160923 w 12192000"/>
              <a:gd name="connsiteY58" fmla="*/ 3219676 h 3442855"/>
              <a:gd name="connsiteX59" fmla="*/ 909690 w 12192000"/>
              <a:gd name="connsiteY59" fmla="*/ 3216919 h 3442855"/>
              <a:gd name="connsiteX60" fmla="*/ 764020 w 12192000"/>
              <a:gd name="connsiteY60" fmla="*/ 3235844 h 3442855"/>
              <a:gd name="connsiteX61" fmla="*/ 701915 w 12192000"/>
              <a:gd name="connsiteY61" fmla="*/ 3250223 h 3442855"/>
              <a:gd name="connsiteX62" fmla="*/ 463292 w 12192000"/>
              <a:gd name="connsiteY62" fmla="*/ 3316636 h 3442855"/>
              <a:gd name="connsiteX63" fmla="*/ 369865 w 12192000"/>
              <a:gd name="connsiteY63" fmla="*/ 3339094 h 3442855"/>
              <a:gd name="connsiteX64" fmla="*/ 318911 w 12192000"/>
              <a:gd name="connsiteY64" fmla="*/ 3367912 h 3442855"/>
              <a:gd name="connsiteX65" fmla="*/ 119548 w 12192000"/>
              <a:gd name="connsiteY65" fmla="*/ 3404651 h 3442855"/>
              <a:gd name="connsiteX66" fmla="*/ 0 w 12192000"/>
              <a:gd name="connsiteY66" fmla="*/ 3414000 h 3442855"/>
              <a:gd name="connsiteX67" fmla="*/ 0 w 12192000"/>
              <a:gd name="connsiteY67" fmla="*/ 2 h 3442855"/>
              <a:gd name="connsiteX68" fmla="*/ 3459904 w 12192000"/>
              <a:gd name="connsiteY68" fmla="*/ 1 h 3442855"/>
              <a:gd name="connsiteX69" fmla="*/ 3459907 w 12192000"/>
              <a:gd name="connsiteY69" fmla="*/ 0 h 3442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2192000" h="3442855">
                <a:moveTo>
                  <a:pt x="3459907" y="0"/>
                </a:moveTo>
                <a:lnTo>
                  <a:pt x="12192000" y="0"/>
                </a:lnTo>
                <a:lnTo>
                  <a:pt x="12192000" y="3442855"/>
                </a:lnTo>
                <a:lnTo>
                  <a:pt x="12076094" y="3423357"/>
                </a:lnTo>
                <a:cubicBezTo>
                  <a:pt x="12005159" y="3438127"/>
                  <a:pt x="12014346" y="3381657"/>
                  <a:pt x="11974360" y="3396494"/>
                </a:cubicBezTo>
                <a:cubicBezTo>
                  <a:pt x="11904719" y="3371812"/>
                  <a:pt x="11861782" y="3344051"/>
                  <a:pt x="11825709" y="3356473"/>
                </a:cubicBezTo>
                <a:cubicBezTo>
                  <a:pt x="11795915" y="3337312"/>
                  <a:pt x="11776282" y="3287434"/>
                  <a:pt x="11731940" y="3297768"/>
                </a:cubicBezTo>
                <a:cubicBezTo>
                  <a:pt x="11745979" y="3276550"/>
                  <a:pt x="11683245" y="3292173"/>
                  <a:pt x="11676634" y="3269119"/>
                </a:cubicBezTo>
                <a:cubicBezTo>
                  <a:pt x="11673835" y="3250701"/>
                  <a:pt x="11654148" y="3251146"/>
                  <a:pt x="11639416" y="3243537"/>
                </a:cubicBezTo>
                <a:cubicBezTo>
                  <a:pt x="11629359" y="3224298"/>
                  <a:pt x="11554687" y="3202798"/>
                  <a:pt x="11528409" y="3203904"/>
                </a:cubicBezTo>
                <a:cubicBezTo>
                  <a:pt x="11453995" y="3217978"/>
                  <a:pt x="11397027" y="3139530"/>
                  <a:pt x="11337600" y="3148858"/>
                </a:cubicBezTo>
                <a:cubicBezTo>
                  <a:pt x="11294796" y="3133781"/>
                  <a:pt x="11282692" y="3121518"/>
                  <a:pt x="11271588" y="3113441"/>
                </a:cubicBezTo>
                <a:cubicBezTo>
                  <a:pt x="11271384" y="3109093"/>
                  <a:pt x="11271181" y="3104744"/>
                  <a:pt x="11270977" y="3100396"/>
                </a:cubicBezTo>
                <a:lnTo>
                  <a:pt x="11250574" y="3091174"/>
                </a:lnTo>
                <a:lnTo>
                  <a:pt x="11246505" y="3086783"/>
                </a:lnTo>
                <a:cubicBezTo>
                  <a:pt x="11238764" y="3078354"/>
                  <a:pt x="11230851" y="3070308"/>
                  <a:pt x="11221805" y="3063540"/>
                </a:cubicBezTo>
                <a:cubicBezTo>
                  <a:pt x="11194819" y="3110734"/>
                  <a:pt x="11140396" y="3013748"/>
                  <a:pt x="11135382" y="3062095"/>
                </a:cubicBezTo>
                <a:cubicBezTo>
                  <a:pt x="11080975" y="3033115"/>
                  <a:pt x="11090475" y="3086737"/>
                  <a:pt x="11056771" y="3020684"/>
                </a:cubicBezTo>
                <a:cubicBezTo>
                  <a:pt x="10950489" y="2984550"/>
                  <a:pt x="10968513" y="2976705"/>
                  <a:pt x="10800887" y="2963080"/>
                </a:cubicBezTo>
                <a:cubicBezTo>
                  <a:pt x="10782723" y="2947697"/>
                  <a:pt x="10721294" y="2942886"/>
                  <a:pt x="10701230" y="2935785"/>
                </a:cubicBezTo>
                <a:lnTo>
                  <a:pt x="10529686" y="2918071"/>
                </a:lnTo>
                <a:cubicBezTo>
                  <a:pt x="10467898" y="2936564"/>
                  <a:pt x="10391723" y="2920684"/>
                  <a:pt x="10337584" y="2926238"/>
                </a:cubicBezTo>
                <a:cubicBezTo>
                  <a:pt x="10271486" y="2936266"/>
                  <a:pt x="10261085" y="2903356"/>
                  <a:pt x="10179941" y="2930174"/>
                </a:cubicBezTo>
                <a:cubicBezTo>
                  <a:pt x="10171294" y="2901323"/>
                  <a:pt x="10143743" y="2928373"/>
                  <a:pt x="10129038" y="2929992"/>
                </a:cubicBezTo>
                <a:cubicBezTo>
                  <a:pt x="10111049" y="2935411"/>
                  <a:pt x="10080763" y="2928965"/>
                  <a:pt x="10044809" y="2932587"/>
                </a:cubicBezTo>
                <a:cubicBezTo>
                  <a:pt x="9986964" y="2934979"/>
                  <a:pt x="10040427" y="2926217"/>
                  <a:pt x="9923926" y="2936679"/>
                </a:cubicBezTo>
                <a:cubicBezTo>
                  <a:pt x="9890801" y="2937500"/>
                  <a:pt x="9863184" y="2908407"/>
                  <a:pt x="9825938" y="2915287"/>
                </a:cubicBezTo>
                <a:lnTo>
                  <a:pt x="9761662" y="2916695"/>
                </a:lnTo>
                <a:lnTo>
                  <a:pt x="9688436" y="2894364"/>
                </a:lnTo>
                <a:lnTo>
                  <a:pt x="9626359" y="2876388"/>
                </a:lnTo>
                <a:lnTo>
                  <a:pt x="9536686" y="2845662"/>
                </a:lnTo>
                <a:cubicBezTo>
                  <a:pt x="9530621" y="2846717"/>
                  <a:pt x="9510170" y="2854046"/>
                  <a:pt x="9500517" y="2847197"/>
                </a:cubicBezTo>
                <a:lnTo>
                  <a:pt x="9432874" y="2826106"/>
                </a:lnTo>
                <a:cubicBezTo>
                  <a:pt x="9425326" y="2827008"/>
                  <a:pt x="9347481" y="2827961"/>
                  <a:pt x="9340481" y="2831628"/>
                </a:cubicBezTo>
                <a:cubicBezTo>
                  <a:pt x="9293603" y="2778331"/>
                  <a:pt x="9255558" y="2808341"/>
                  <a:pt x="9191002" y="2776544"/>
                </a:cubicBezTo>
                <a:lnTo>
                  <a:pt x="9181756" y="2773801"/>
                </a:lnTo>
                <a:lnTo>
                  <a:pt x="8912415" y="2765023"/>
                </a:lnTo>
                <a:lnTo>
                  <a:pt x="7709716" y="2795956"/>
                </a:lnTo>
                <a:cubicBezTo>
                  <a:pt x="7352819" y="2829880"/>
                  <a:pt x="7380767" y="2943418"/>
                  <a:pt x="6923164" y="2920980"/>
                </a:cubicBezTo>
                <a:cubicBezTo>
                  <a:pt x="5970798" y="2826379"/>
                  <a:pt x="4381146" y="3024064"/>
                  <a:pt x="3308915" y="3049912"/>
                </a:cubicBezTo>
                <a:cubicBezTo>
                  <a:pt x="3098453" y="3075471"/>
                  <a:pt x="2865005" y="3091676"/>
                  <a:pt x="2643050" y="3112559"/>
                </a:cubicBezTo>
                <a:lnTo>
                  <a:pt x="2426006" y="3161942"/>
                </a:lnTo>
                <a:lnTo>
                  <a:pt x="2291811" y="3176941"/>
                </a:lnTo>
                <a:lnTo>
                  <a:pt x="2201685" y="3200625"/>
                </a:lnTo>
                <a:cubicBezTo>
                  <a:pt x="2115718" y="3217427"/>
                  <a:pt x="2132108" y="3186461"/>
                  <a:pt x="2046141" y="3203263"/>
                </a:cubicBezTo>
                <a:cubicBezTo>
                  <a:pt x="2010569" y="3191771"/>
                  <a:pt x="1980262" y="3182883"/>
                  <a:pt x="1953987" y="3176250"/>
                </a:cubicBezTo>
                <a:lnTo>
                  <a:pt x="1924440" y="3170393"/>
                </a:lnTo>
                <a:lnTo>
                  <a:pt x="1907653" y="3175484"/>
                </a:lnTo>
                <a:cubicBezTo>
                  <a:pt x="1878061" y="3178004"/>
                  <a:pt x="1876006" y="3207968"/>
                  <a:pt x="1856828" y="3184705"/>
                </a:cubicBezTo>
                <a:lnTo>
                  <a:pt x="1831611" y="3205201"/>
                </a:lnTo>
                <a:lnTo>
                  <a:pt x="1715859" y="3229661"/>
                </a:lnTo>
                <a:lnTo>
                  <a:pt x="1573012" y="3250275"/>
                </a:lnTo>
                <a:lnTo>
                  <a:pt x="1525936" y="3243056"/>
                </a:lnTo>
                <a:lnTo>
                  <a:pt x="1515932" y="3243699"/>
                </a:lnTo>
                <a:cubicBezTo>
                  <a:pt x="1483797" y="3247820"/>
                  <a:pt x="1486309" y="3252662"/>
                  <a:pt x="1418247" y="3236042"/>
                </a:cubicBezTo>
                <a:cubicBezTo>
                  <a:pt x="1389292" y="3213946"/>
                  <a:pt x="1345427" y="3216968"/>
                  <a:pt x="1311781" y="3207733"/>
                </a:cubicBezTo>
                <a:lnTo>
                  <a:pt x="1287526" y="3195564"/>
                </a:lnTo>
                <a:lnTo>
                  <a:pt x="1275912" y="3202348"/>
                </a:lnTo>
                <a:cubicBezTo>
                  <a:pt x="1219626" y="3232740"/>
                  <a:pt x="1230867" y="3206674"/>
                  <a:pt x="1160923" y="3219676"/>
                </a:cubicBezTo>
                <a:cubicBezTo>
                  <a:pt x="1120939" y="3215839"/>
                  <a:pt x="1029087" y="3185516"/>
                  <a:pt x="909690" y="3216919"/>
                </a:cubicBezTo>
                <a:cubicBezTo>
                  <a:pt x="860463" y="3220671"/>
                  <a:pt x="794970" y="3221233"/>
                  <a:pt x="764020" y="3235844"/>
                </a:cubicBezTo>
                <a:cubicBezTo>
                  <a:pt x="713142" y="3261931"/>
                  <a:pt x="769145" y="3237498"/>
                  <a:pt x="701915" y="3250223"/>
                </a:cubicBezTo>
                <a:cubicBezTo>
                  <a:pt x="644188" y="3215027"/>
                  <a:pt x="531278" y="3284445"/>
                  <a:pt x="463292" y="3316636"/>
                </a:cubicBezTo>
                <a:cubicBezTo>
                  <a:pt x="456096" y="3336479"/>
                  <a:pt x="389128" y="3337531"/>
                  <a:pt x="369865" y="3339094"/>
                </a:cubicBezTo>
                <a:cubicBezTo>
                  <a:pt x="365488" y="3372375"/>
                  <a:pt x="330307" y="3346614"/>
                  <a:pt x="318911" y="3367912"/>
                </a:cubicBezTo>
                <a:cubicBezTo>
                  <a:pt x="256531" y="3381126"/>
                  <a:pt x="186611" y="3396061"/>
                  <a:pt x="119548" y="3404651"/>
                </a:cubicBezTo>
                <a:lnTo>
                  <a:pt x="0" y="3414000"/>
                </a:lnTo>
                <a:lnTo>
                  <a:pt x="0" y="2"/>
                </a:lnTo>
                <a:lnTo>
                  <a:pt x="3459904" y="1"/>
                </a:lnTo>
                <a:cubicBezTo>
                  <a:pt x="3459905" y="1"/>
                  <a:pt x="3459906" y="0"/>
                  <a:pt x="3459907" y="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BAC15CD-90A6-80DE-5FE1-223475BFBBF5}"/>
              </a:ext>
            </a:extLst>
          </p:cNvPr>
          <p:cNvSpPr>
            <a:spLocks noGrp="1"/>
          </p:cNvSpPr>
          <p:nvPr>
            <p:ph type="title"/>
          </p:nvPr>
        </p:nvSpPr>
        <p:spPr>
          <a:xfrm>
            <a:off x="978693" y="627385"/>
            <a:ext cx="7215188" cy="856248"/>
          </a:xfrm>
        </p:spPr>
        <p:txBody>
          <a:bodyPr>
            <a:normAutofit/>
          </a:bodyPr>
          <a:lstStyle/>
          <a:p>
            <a:pPr algn="ctr"/>
            <a:r>
              <a:rPr lang="en-US" sz="3600" dirty="0"/>
              <a:t>What’s Your BHAG?</a:t>
            </a:r>
          </a:p>
        </p:txBody>
      </p:sp>
      <p:sp>
        <p:nvSpPr>
          <p:cNvPr id="12" name="Freeform: Shape 11">
            <a:extLst>
              <a:ext uri="{FF2B5EF4-FFF2-40B4-BE49-F238E27FC236}">
                <a16:creationId xmlns:a16="http://schemas.microsoft.com/office/drawing/2014/main" id="{608CD17C-4A7C-477D-A659-BA8A89A78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78831" y="1609518"/>
            <a:ext cx="4957762" cy="2942351"/>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descr="coastal_logo.jpg">
            <a:extLst>
              <a:ext uri="{FF2B5EF4-FFF2-40B4-BE49-F238E27FC236}">
                <a16:creationId xmlns:a16="http://schemas.microsoft.com/office/drawing/2014/main" id="{D2823693-CA89-3D2F-1B78-16E7FBD2DA1F}"/>
              </a:ext>
            </a:extLst>
          </p:cNvPr>
          <p:cNvPicPr>
            <a:picLocks noChangeAspect="1"/>
          </p:cNvPicPr>
          <p:nvPr/>
        </p:nvPicPr>
        <p:blipFill rotWithShape="1">
          <a:blip r:embed="rId3">
            <a:extLst>
              <a:ext uri="{28A0092B-C50C-407E-A947-70E740481C1C}">
                <a14:useLocalDpi xmlns:a14="http://schemas.microsoft.com/office/drawing/2010/main" val="0"/>
              </a:ext>
            </a:extLst>
          </a:blip>
          <a:srcRect r="6810"/>
          <a:stretch/>
        </p:blipFill>
        <p:spPr>
          <a:xfrm>
            <a:off x="2199481" y="1765254"/>
            <a:ext cx="4714875" cy="2630878"/>
          </a:xfrm>
          <a:prstGeom prst="rect">
            <a:avLst/>
          </a:prstGeom>
        </p:spPr>
      </p:pic>
      <p:sp>
        <p:nvSpPr>
          <p:cNvPr id="3" name="Content Placeholder 2">
            <a:extLst>
              <a:ext uri="{FF2B5EF4-FFF2-40B4-BE49-F238E27FC236}">
                <a16:creationId xmlns:a16="http://schemas.microsoft.com/office/drawing/2014/main" id="{873D567F-5FBF-3E22-09D1-914ADB293D30}"/>
              </a:ext>
            </a:extLst>
          </p:cNvPr>
          <p:cNvSpPr>
            <a:spLocks noGrp="1"/>
          </p:cNvSpPr>
          <p:nvPr>
            <p:ph idx="1"/>
          </p:nvPr>
        </p:nvSpPr>
        <p:spPr>
          <a:xfrm>
            <a:off x="1023937" y="4863714"/>
            <a:ext cx="7169944" cy="1374741"/>
          </a:xfrm>
        </p:spPr>
        <p:txBody>
          <a:bodyPr anchor="ctr">
            <a:normAutofit/>
          </a:bodyPr>
          <a:lstStyle/>
          <a:p>
            <a:pPr marL="0" indent="0" algn="ctr">
              <a:buNone/>
            </a:pPr>
            <a:r>
              <a:rPr lang="en-US" sz="3600" dirty="0"/>
              <a:t>“We’re going to get 60 jobs in 2006”</a:t>
            </a:r>
          </a:p>
          <a:p>
            <a:pPr marL="0" indent="0" algn="ctr">
              <a:buNone/>
            </a:pPr>
            <a:endParaRPr lang="en-US" sz="1700" dirty="0"/>
          </a:p>
          <a:p>
            <a:pPr marL="0" indent="0" algn="ctr">
              <a:buNone/>
            </a:pPr>
            <a:endParaRPr lang="en-US" sz="1700" dirty="0"/>
          </a:p>
        </p:txBody>
      </p:sp>
      <p:pic>
        <p:nvPicPr>
          <p:cNvPr id="5" name="Picture 2">
            <a:extLst>
              <a:ext uri="{FF2B5EF4-FFF2-40B4-BE49-F238E27FC236}">
                <a16:creationId xmlns:a16="http://schemas.microsoft.com/office/drawing/2014/main" id="{7D0A7A72-5AB7-9287-2A87-FA2EAD46BC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1079" y="5817507"/>
            <a:ext cx="1157288"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600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9F4568-0AF5-F2CC-5BE8-03E43088F7A6}"/>
              </a:ext>
            </a:extLst>
          </p:cNvPr>
          <p:cNvSpPr>
            <a:spLocks noGrp="1"/>
          </p:cNvSpPr>
          <p:nvPr>
            <p:ph type="title"/>
          </p:nvPr>
        </p:nvSpPr>
        <p:spPr>
          <a:xfrm>
            <a:off x="571352" y="350196"/>
            <a:ext cx="3485178" cy="1624520"/>
          </a:xfrm>
        </p:spPr>
        <p:txBody>
          <a:bodyPr anchor="ctr">
            <a:normAutofit/>
          </a:bodyPr>
          <a:lstStyle/>
          <a:p>
            <a:r>
              <a:rPr lang="en-US" sz="3500"/>
              <a:t>Also consider process or team goals</a:t>
            </a:r>
          </a:p>
        </p:txBody>
      </p:sp>
      <p:sp>
        <p:nvSpPr>
          <p:cNvPr id="3" name="Content Placeholder 2">
            <a:extLst>
              <a:ext uri="{FF2B5EF4-FFF2-40B4-BE49-F238E27FC236}">
                <a16:creationId xmlns:a16="http://schemas.microsoft.com/office/drawing/2014/main" id="{84D683F5-8045-5CFF-437C-23BDB45669CB}"/>
              </a:ext>
            </a:extLst>
          </p:cNvPr>
          <p:cNvSpPr>
            <a:spLocks noGrp="1"/>
          </p:cNvSpPr>
          <p:nvPr>
            <p:ph idx="1"/>
          </p:nvPr>
        </p:nvSpPr>
        <p:spPr>
          <a:xfrm>
            <a:off x="304800" y="2875099"/>
            <a:ext cx="3751730" cy="3613149"/>
          </a:xfrm>
        </p:spPr>
        <p:txBody>
          <a:bodyPr anchor="ctr">
            <a:normAutofit/>
          </a:bodyPr>
          <a:lstStyle/>
          <a:p>
            <a:r>
              <a:rPr lang="en-US" sz="1700" dirty="0"/>
              <a:t># people with an employment goal in their plan</a:t>
            </a:r>
          </a:p>
          <a:p>
            <a:r>
              <a:rPr lang="en-US" sz="1700" dirty="0"/>
              <a:t># employer contacts</a:t>
            </a:r>
          </a:p>
          <a:p>
            <a:r>
              <a:rPr lang="en-US" sz="1700" dirty="0"/>
              <a:t># hours spent on activities of job development</a:t>
            </a:r>
          </a:p>
          <a:p>
            <a:r>
              <a:rPr lang="en-US" sz="1700" dirty="0"/>
              <a:t># of days spent in CE process (from Discovery to placement)</a:t>
            </a:r>
          </a:p>
          <a:p>
            <a:r>
              <a:rPr lang="en-US" sz="1700" dirty="0"/>
              <a:t># staff trained and mentored to do CE</a:t>
            </a:r>
          </a:p>
          <a:p>
            <a:endParaRPr lang="en-US" sz="1700" dirty="0"/>
          </a:p>
          <a:p>
            <a:endParaRPr lang="en-US" sz="1700" dirty="0"/>
          </a:p>
        </p:txBody>
      </p:sp>
      <p:pic>
        <p:nvPicPr>
          <p:cNvPr id="5" name="Picture 4" descr="Coloured organisers on shelves">
            <a:extLst>
              <a:ext uri="{FF2B5EF4-FFF2-40B4-BE49-F238E27FC236}">
                <a16:creationId xmlns:a16="http://schemas.microsoft.com/office/drawing/2014/main" id="{2589A09A-C813-912E-A148-76BD111337A5}"/>
              </a:ext>
            </a:extLst>
          </p:cNvPr>
          <p:cNvPicPr>
            <a:picLocks noChangeAspect="1"/>
          </p:cNvPicPr>
          <p:nvPr/>
        </p:nvPicPr>
        <p:blipFill rotWithShape="1">
          <a:blip r:embed="rId3"/>
          <a:srcRect l="17644" r="37306"/>
          <a:stretch/>
        </p:blipFill>
        <p:spPr>
          <a:xfrm>
            <a:off x="4572000" y="1"/>
            <a:ext cx="4577118" cy="6858000"/>
          </a:xfrm>
          <a:prstGeom prst="rect">
            <a:avLst/>
          </a:prstGeom>
        </p:spPr>
      </p:pic>
      <p:pic>
        <p:nvPicPr>
          <p:cNvPr id="4" name="Picture 3" descr="Text&#10;&#10;Description automatically generated">
            <a:extLst>
              <a:ext uri="{FF2B5EF4-FFF2-40B4-BE49-F238E27FC236}">
                <a16:creationId xmlns:a16="http://schemas.microsoft.com/office/drawing/2014/main" id="{FA733A2D-66E9-C097-C38F-A460E892702D}"/>
              </a:ext>
            </a:extLst>
          </p:cNvPr>
          <p:cNvPicPr>
            <a:picLocks noChangeAspect="1"/>
          </p:cNvPicPr>
          <p:nvPr/>
        </p:nvPicPr>
        <p:blipFill>
          <a:blip r:embed="rId4"/>
          <a:stretch>
            <a:fillRect/>
          </a:stretch>
        </p:blipFill>
        <p:spPr>
          <a:xfrm>
            <a:off x="7785880" y="6049283"/>
            <a:ext cx="1096566" cy="539145"/>
          </a:xfrm>
          <a:prstGeom prst="rect">
            <a:avLst/>
          </a:prstGeom>
        </p:spPr>
      </p:pic>
    </p:spTree>
    <p:extLst>
      <p:ext uri="{BB962C8B-B14F-4D97-AF65-F5344CB8AC3E}">
        <p14:creationId xmlns:p14="http://schemas.microsoft.com/office/powerpoint/2010/main" val="1145567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70984BD-C761-6D73-A627-35243781A40E}"/>
              </a:ext>
            </a:extLst>
          </p:cNvPr>
          <p:cNvSpPr>
            <a:spLocks noGrp="1"/>
          </p:cNvSpPr>
          <p:nvPr>
            <p:ph type="title"/>
          </p:nvPr>
        </p:nvSpPr>
        <p:spPr>
          <a:xfrm>
            <a:off x="1037673" y="348865"/>
            <a:ext cx="7288583" cy="1576446"/>
          </a:xfrm>
        </p:spPr>
        <p:txBody>
          <a:bodyPr anchor="ctr">
            <a:normAutofit/>
          </a:bodyPr>
          <a:lstStyle/>
          <a:p>
            <a:r>
              <a:rPr lang="en-US" sz="3500" b="1" dirty="0">
                <a:solidFill>
                  <a:srgbClr val="FFFFFF"/>
                </a:solidFill>
              </a:rPr>
              <a:t>Quality Improvement: Taking stock</a:t>
            </a:r>
          </a:p>
        </p:txBody>
      </p:sp>
      <p:graphicFrame>
        <p:nvGraphicFramePr>
          <p:cNvPr id="5" name="Content Placeholder 2">
            <a:extLst>
              <a:ext uri="{FF2B5EF4-FFF2-40B4-BE49-F238E27FC236}">
                <a16:creationId xmlns:a16="http://schemas.microsoft.com/office/drawing/2014/main" id="{42085468-B81E-EA64-6626-8FFA145B8102}"/>
              </a:ext>
            </a:extLst>
          </p:cNvPr>
          <p:cNvGraphicFramePr>
            <a:graphicFrameLocks noGrp="1"/>
          </p:cNvGraphicFramePr>
          <p:nvPr>
            <p:ph idx="1"/>
            <p:extLst>
              <p:ext uri="{D42A27DB-BD31-4B8C-83A1-F6EECF244321}">
                <p14:modId xmlns:p14="http://schemas.microsoft.com/office/powerpoint/2010/main" val="3418814244"/>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Text&#10;&#10;Description automatically generated">
            <a:extLst>
              <a:ext uri="{FF2B5EF4-FFF2-40B4-BE49-F238E27FC236}">
                <a16:creationId xmlns:a16="http://schemas.microsoft.com/office/drawing/2014/main" id="{E13A46A1-1AA8-D83C-CBC9-9A8C34864A9F}"/>
              </a:ext>
            </a:extLst>
          </p:cNvPr>
          <p:cNvPicPr>
            <a:picLocks noChangeAspect="1"/>
          </p:cNvPicPr>
          <p:nvPr/>
        </p:nvPicPr>
        <p:blipFill>
          <a:blip r:embed="rId8"/>
          <a:stretch>
            <a:fillRect/>
          </a:stretch>
        </p:blipFill>
        <p:spPr>
          <a:xfrm>
            <a:off x="7807047" y="6269524"/>
            <a:ext cx="651153" cy="320150"/>
          </a:xfrm>
          <a:prstGeom prst="rect">
            <a:avLst/>
          </a:prstGeom>
        </p:spPr>
      </p:pic>
    </p:spTree>
    <p:extLst>
      <p:ext uri="{BB962C8B-B14F-4D97-AF65-F5344CB8AC3E}">
        <p14:creationId xmlns:p14="http://schemas.microsoft.com/office/powerpoint/2010/main" val="3888986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 name="Rectangle 87">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6660" y="857250"/>
            <a:ext cx="157734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lang="en-US" sz="1350" b="0" u="none">
              <a:solidFill>
                <a:prstClr val="white"/>
              </a:solidFill>
              <a:latin typeface="Calibri" panose="020F0502020204030204"/>
            </a:endParaRPr>
          </a:p>
        </p:txBody>
      </p:sp>
      <p:sp>
        <p:nvSpPr>
          <p:cNvPr id="90" name="Oval 89">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6550" y="2626435"/>
            <a:ext cx="1605129" cy="1605129"/>
          </a:xfrm>
          <a:prstGeom prst="ellipse">
            <a:avLst/>
          </a:prstGeom>
          <a:solidFill>
            <a:srgbClr val="FFFFFF"/>
          </a:solidFill>
          <a:ln w="22225">
            <a:solidFill>
              <a:srgbClr val="BF1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lang="en-US" sz="1350" b="0" u="none">
              <a:solidFill>
                <a:prstClr val="white"/>
              </a:solidFill>
              <a:latin typeface="Calibri" panose="020F0502020204030204"/>
            </a:endParaRPr>
          </a:p>
        </p:txBody>
      </p:sp>
      <p:pic>
        <p:nvPicPr>
          <p:cNvPr id="72" name="Picture 71" descr="Text&#10;&#10;Description automatically generated">
            <a:extLst>
              <a:ext uri="{FF2B5EF4-FFF2-40B4-BE49-F238E27FC236}">
                <a16:creationId xmlns:a16="http://schemas.microsoft.com/office/drawing/2014/main" id="{9AC01508-BF66-3916-C96A-F2C39CE7C974}"/>
              </a:ext>
            </a:extLst>
          </p:cNvPr>
          <p:cNvPicPr>
            <a:picLocks noChangeAspect="1"/>
          </p:cNvPicPr>
          <p:nvPr/>
        </p:nvPicPr>
        <p:blipFill>
          <a:blip r:embed="rId3"/>
          <a:stretch>
            <a:fillRect/>
          </a:stretch>
        </p:blipFill>
        <p:spPr>
          <a:xfrm>
            <a:off x="7807047" y="6050529"/>
            <a:ext cx="1096566" cy="539145"/>
          </a:xfrm>
          <a:prstGeom prst="rect">
            <a:avLst/>
          </a:prstGeom>
        </p:spPr>
      </p:pic>
      <p:graphicFrame>
        <p:nvGraphicFramePr>
          <p:cNvPr id="5" name="Content Placeholder 2">
            <a:extLst>
              <a:ext uri="{FF2B5EF4-FFF2-40B4-BE49-F238E27FC236}">
                <a16:creationId xmlns:a16="http://schemas.microsoft.com/office/drawing/2014/main" id="{8C506D71-9D1E-A188-2AF8-E6961419648C}"/>
              </a:ext>
            </a:extLst>
          </p:cNvPr>
          <p:cNvGraphicFramePr>
            <a:graphicFrameLocks noGrp="1"/>
          </p:cNvGraphicFramePr>
          <p:nvPr>
            <p:ph idx="1"/>
            <p:extLst>
              <p:ext uri="{D42A27DB-BD31-4B8C-83A1-F6EECF244321}">
                <p14:modId xmlns:p14="http://schemas.microsoft.com/office/powerpoint/2010/main" val="2138706537"/>
              </p:ext>
            </p:extLst>
          </p:nvPr>
        </p:nvGraphicFramePr>
        <p:xfrm>
          <a:off x="356303" y="2037511"/>
          <a:ext cx="6446787" cy="36770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94" name="TextBox 193">
            <a:extLst>
              <a:ext uri="{FF2B5EF4-FFF2-40B4-BE49-F238E27FC236}">
                <a16:creationId xmlns:a16="http://schemas.microsoft.com/office/drawing/2014/main" id="{D6328A83-420C-FA6B-5EA3-5746833C2058}"/>
              </a:ext>
            </a:extLst>
          </p:cNvPr>
          <p:cNvSpPr txBox="1"/>
          <p:nvPr/>
        </p:nvSpPr>
        <p:spPr>
          <a:xfrm>
            <a:off x="6951034" y="2930599"/>
            <a:ext cx="1486301" cy="900246"/>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eaLnBrk="1" fontAlgn="auto" hangingPunct="1">
              <a:spcBef>
                <a:spcPts val="0"/>
              </a:spcBef>
              <a:spcAft>
                <a:spcPts val="0"/>
              </a:spcAft>
            </a:pPr>
            <a:r>
              <a:rPr lang="en-US" sz="1800" i="1" u="none">
                <a:solidFill>
                  <a:srgbClr val="FF0000"/>
                </a:solidFill>
                <a:latin typeface="Calibri" panose="020F0502020204030204"/>
                <a:ea typeface="+mn-ea"/>
                <a:cs typeface="Calibri"/>
              </a:rPr>
              <a:t>What gets measured, gets done!</a:t>
            </a:r>
          </a:p>
        </p:txBody>
      </p:sp>
      <p:sp>
        <p:nvSpPr>
          <p:cNvPr id="352" name="Arrow: Curved Right 351">
            <a:extLst>
              <a:ext uri="{FF2B5EF4-FFF2-40B4-BE49-F238E27FC236}">
                <a16:creationId xmlns:a16="http://schemas.microsoft.com/office/drawing/2014/main" id="{B109F65E-C5CB-1991-5780-AA69F5E94409}"/>
              </a:ext>
            </a:extLst>
          </p:cNvPr>
          <p:cNvSpPr/>
          <p:nvPr/>
        </p:nvSpPr>
        <p:spPr>
          <a:xfrm>
            <a:off x="422794" y="2358346"/>
            <a:ext cx="1768415" cy="343978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lang="en-US" sz="1350" b="0" u="none">
              <a:solidFill>
                <a:prstClr val="black"/>
              </a:solidFill>
              <a:latin typeface="Calibri" panose="020F0502020204030204"/>
            </a:endParaRPr>
          </a:p>
        </p:txBody>
      </p:sp>
      <p:sp>
        <p:nvSpPr>
          <p:cNvPr id="353" name="Arrow: Curved Right 352">
            <a:extLst>
              <a:ext uri="{FF2B5EF4-FFF2-40B4-BE49-F238E27FC236}">
                <a16:creationId xmlns:a16="http://schemas.microsoft.com/office/drawing/2014/main" id="{AE698D2B-2DD7-06A8-D7C0-E126A647F20F}"/>
              </a:ext>
            </a:extLst>
          </p:cNvPr>
          <p:cNvSpPr/>
          <p:nvPr/>
        </p:nvSpPr>
        <p:spPr>
          <a:xfrm rot="10800000">
            <a:off x="4876181" y="2218166"/>
            <a:ext cx="1768415" cy="343978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pPr>
            <a:endParaRPr lang="en-US" sz="1350" b="0" u="none">
              <a:solidFill>
                <a:prstClr val="black"/>
              </a:solidFill>
              <a:latin typeface="Calibri" panose="020F0502020204030204"/>
            </a:endParaRPr>
          </a:p>
        </p:txBody>
      </p:sp>
      <p:sp>
        <p:nvSpPr>
          <p:cNvPr id="360" name="TextBox 359">
            <a:extLst>
              <a:ext uri="{FF2B5EF4-FFF2-40B4-BE49-F238E27FC236}">
                <a16:creationId xmlns:a16="http://schemas.microsoft.com/office/drawing/2014/main" id="{71B2E3DB-BF02-578A-E498-79B9508393CC}"/>
              </a:ext>
            </a:extLst>
          </p:cNvPr>
          <p:cNvSpPr txBox="1"/>
          <p:nvPr/>
        </p:nvSpPr>
        <p:spPr>
          <a:xfrm>
            <a:off x="267422" y="212117"/>
            <a:ext cx="8087908" cy="68480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eaLnBrk="1" fontAlgn="auto" hangingPunct="1">
              <a:spcBef>
                <a:spcPts val="0"/>
              </a:spcBef>
              <a:spcAft>
                <a:spcPts val="0"/>
              </a:spcAft>
            </a:pPr>
            <a:r>
              <a:rPr lang="en-US" sz="4000" u="none" dirty="0">
                <a:solidFill>
                  <a:prstClr val="black"/>
                </a:solidFill>
                <a:latin typeface="Calibri" panose="020F0502020204030204"/>
                <a:ea typeface="+mn-ea"/>
                <a:cs typeface="Calibri"/>
              </a:rPr>
              <a:t>Quality Cycle: Plan, Do, Check, Act</a:t>
            </a:r>
            <a:endParaRPr lang="en-US" sz="4000" u="none" dirty="0">
              <a:solidFill>
                <a:prstClr val="black"/>
              </a:solidFill>
              <a:latin typeface="Calibri" panose="020F0502020204030204"/>
              <a:ea typeface="+mn-ea"/>
            </a:endParaRPr>
          </a:p>
        </p:txBody>
      </p:sp>
    </p:spTree>
    <p:extLst>
      <p:ext uri="{BB962C8B-B14F-4D97-AF65-F5344CB8AC3E}">
        <p14:creationId xmlns:p14="http://schemas.microsoft.com/office/powerpoint/2010/main" val="421167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0585C7-0419-E6F3-9C69-19BD04DB463E}"/>
              </a:ext>
            </a:extLst>
          </p:cNvPr>
          <p:cNvSpPr>
            <a:spLocks noGrp="1"/>
          </p:cNvSpPr>
          <p:nvPr>
            <p:ph type="title"/>
          </p:nvPr>
        </p:nvSpPr>
        <p:spPr>
          <a:xfrm>
            <a:off x="771525" y="1967266"/>
            <a:ext cx="2158890" cy="2547257"/>
          </a:xfrm>
          <a:noFill/>
        </p:spPr>
        <p:txBody>
          <a:bodyPr vert="horz" lIns="91440" tIns="45720" rIns="91440" bIns="45720" rtlCol="0" anchor="ctr">
            <a:normAutofit/>
          </a:bodyPr>
          <a:lstStyle/>
          <a:p>
            <a:pPr algn="ctr" defTabSz="914400"/>
            <a:r>
              <a:rPr lang="en-US" sz="2600" b="1" kern="1200" dirty="0">
                <a:solidFill>
                  <a:srgbClr val="FFFFFF"/>
                </a:solidFill>
                <a:latin typeface="+mj-lt"/>
                <a:ea typeface="+mj-ea"/>
                <a:cs typeface="+mj-cs"/>
              </a:rPr>
              <a:t>Quality Improvement and Staff Buy</a:t>
            </a:r>
            <a:r>
              <a:rPr lang="en-US" sz="2600" kern="1200" dirty="0">
                <a:solidFill>
                  <a:srgbClr val="FFFFFF"/>
                </a:solidFill>
                <a:latin typeface="+mj-lt"/>
                <a:ea typeface="+mj-ea"/>
                <a:cs typeface="+mj-cs"/>
              </a:rPr>
              <a:t>-</a:t>
            </a:r>
            <a:r>
              <a:rPr lang="en-US" sz="2600" b="1" kern="1200" dirty="0">
                <a:solidFill>
                  <a:srgbClr val="FFFFFF"/>
                </a:solidFill>
                <a:latin typeface="+mj-lt"/>
                <a:ea typeface="+mj-ea"/>
                <a:cs typeface="+mj-cs"/>
              </a:rPr>
              <a:t>In</a:t>
            </a:r>
            <a:endParaRPr lang="en-US" sz="2600" kern="1200" dirty="0">
              <a:solidFill>
                <a:srgbClr val="FFFFFF"/>
              </a:solidFill>
              <a:latin typeface="+mj-lt"/>
              <a:ea typeface="+mj-ea"/>
              <a:cs typeface="+mj-cs"/>
            </a:endParaRPr>
          </a:p>
        </p:txBody>
      </p:sp>
      <p:pic>
        <p:nvPicPr>
          <p:cNvPr id="4" name="Picture 4" descr="Application&#10;&#10;Description automatically generated">
            <a:extLst>
              <a:ext uri="{FF2B5EF4-FFF2-40B4-BE49-F238E27FC236}">
                <a16:creationId xmlns:a16="http://schemas.microsoft.com/office/drawing/2014/main" id="{A7914E64-D732-66FA-0E4E-6B33D6E7887E}"/>
              </a:ext>
            </a:extLst>
          </p:cNvPr>
          <p:cNvPicPr>
            <a:picLocks noChangeAspect="1"/>
          </p:cNvPicPr>
          <p:nvPr/>
        </p:nvPicPr>
        <p:blipFill rotWithShape="1">
          <a:blip r:embed="rId3"/>
          <a:srcRect t="52"/>
          <a:stretch/>
        </p:blipFill>
        <p:spPr>
          <a:xfrm>
            <a:off x="3582987" y="892749"/>
            <a:ext cx="5085525" cy="5070173"/>
          </a:xfrm>
          <a:prstGeom prst="rect">
            <a:avLst/>
          </a:prstGeom>
        </p:spPr>
      </p:pic>
    </p:spTree>
    <p:extLst>
      <p:ext uri="{BB962C8B-B14F-4D97-AF65-F5344CB8AC3E}">
        <p14:creationId xmlns:p14="http://schemas.microsoft.com/office/powerpoint/2010/main" val="3814916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descr="Magnifying glass showing decling performance">
            <a:extLst>
              <a:ext uri="{FF2B5EF4-FFF2-40B4-BE49-F238E27FC236}">
                <a16:creationId xmlns:a16="http://schemas.microsoft.com/office/drawing/2014/main" id="{C680AA34-CBEF-3861-60B7-27C812A67765}"/>
              </a:ext>
            </a:extLst>
          </p:cNvPr>
          <p:cNvPicPr>
            <a:picLocks noChangeAspect="1"/>
          </p:cNvPicPr>
          <p:nvPr/>
        </p:nvPicPr>
        <p:blipFill rotWithShape="1">
          <a:blip r:embed="rId3"/>
          <a:srcRect t="735" r="42474" b="8356"/>
          <a:stretch/>
        </p:blipFill>
        <p:spPr>
          <a:xfrm>
            <a:off x="2642616" y="10"/>
            <a:ext cx="6501384" cy="6857990"/>
          </a:xfrm>
          <a:prstGeom prst="rect">
            <a:avLst/>
          </a:prstGeom>
        </p:spPr>
      </p:pic>
      <p:sp>
        <p:nvSpPr>
          <p:cNvPr id="41" name="Rectangle 4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80585C7-0419-E6F3-9C69-19BD04DB463E}"/>
              </a:ext>
            </a:extLst>
          </p:cNvPr>
          <p:cNvSpPr>
            <a:spLocks noGrp="1"/>
          </p:cNvSpPr>
          <p:nvPr>
            <p:ph type="title"/>
          </p:nvPr>
        </p:nvSpPr>
        <p:spPr>
          <a:xfrm>
            <a:off x="358485" y="1122363"/>
            <a:ext cx="3017520" cy="3204134"/>
          </a:xfrm>
        </p:spPr>
        <p:txBody>
          <a:bodyPr vert="horz" lIns="91440" tIns="45720" rIns="91440" bIns="45720" rtlCol="0" anchor="b">
            <a:normAutofit/>
          </a:bodyPr>
          <a:lstStyle/>
          <a:p>
            <a:pPr defTabSz="914400"/>
            <a:r>
              <a:rPr lang="en-US" sz="4200" b="1">
                <a:solidFill>
                  <a:schemeClr val="bg1"/>
                </a:solidFill>
              </a:rPr>
              <a:t>Data: a tool for Middle Managers </a:t>
            </a:r>
          </a:p>
        </p:txBody>
      </p:sp>
      <p:sp>
        <p:nvSpPr>
          <p:cNvPr id="43" name="Rectangle 4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 name="Rectangle 4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5621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E034D4-99FB-F188-C61B-E8CDDB0D6A97}"/>
              </a:ext>
            </a:extLst>
          </p:cNvPr>
          <p:cNvPicPr>
            <a:picLocks noChangeAspect="1"/>
          </p:cNvPicPr>
          <p:nvPr/>
        </p:nvPicPr>
        <p:blipFill rotWithShape="1">
          <a:blip r:embed="rId3"/>
          <a:srcRect l="28154" r="26388" b="-2"/>
          <a:stretch/>
        </p:blipFill>
        <p:spPr>
          <a:xfrm>
            <a:off x="4474766" y="1"/>
            <a:ext cx="4669234"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03253BD8-D7E1-2EA2-6095-B66E6599D175}"/>
              </a:ext>
            </a:extLst>
          </p:cNvPr>
          <p:cNvGraphicFramePr>
            <a:graphicFrameLocks noGrp="1"/>
          </p:cNvGraphicFramePr>
          <p:nvPr>
            <p:ph idx="1"/>
            <p:extLst>
              <p:ext uri="{D42A27DB-BD31-4B8C-83A1-F6EECF244321}">
                <p14:modId xmlns:p14="http://schemas.microsoft.com/office/powerpoint/2010/main" val="2433561344"/>
              </p:ext>
            </p:extLst>
          </p:nvPr>
        </p:nvGraphicFramePr>
        <p:xfrm>
          <a:off x="235542" y="1214376"/>
          <a:ext cx="3993357" cy="39195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51124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B21FC9B7AC984AA00C441920861789" ma:contentTypeVersion="14" ma:contentTypeDescription="Create a new document." ma:contentTypeScope="" ma:versionID="4cac849f4b7ccdeb2f13730d8e177483">
  <xsd:schema xmlns:xsd="http://www.w3.org/2001/XMLSchema" xmlns:xs="http://www.w3.org/2001/XMLSchema" xmlns:p="http://schemas.microsoft.com/office/2006/metadata/properties" xmlns:ns2="ca97ef7e-529a-4920-85ff-23e7e8b7df0a" xmlns:ns3="65478fcb-3d94-40df-a0a2-f6a419610bdf" targetNamespace="http://schemas.microsoft.com/office/2006/metadata/properties" ma:root="true" ma:fieldsID="1bec597f48bf84086c57e2a9296f8346" ns2:_="" ns3:_="">
    <xsd:import namespace="ca97ef7e-529a-4920-85ff-23e7e8b7df0a"/>
    <xsd:import namespace="65478fcb-3d94-40df-a0a2-f6a419610bd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7ef7e-529a-4920-85ff-23e7e8b7d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478fcb-3d94-40df-a0a2-f6a419610bd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a97ef7e-529a-4920-85ff-23e7e8b7df0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57AE92F-799C-4014-BF4F-C59BB0B6B0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97ef7e-529a-4920-85ff-23e7e8b7df0a"/>
    <ds:schemaRef ds:uri="65478fcb-3d94-40df-a0a2-f6a419610b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FB97ED-0DC5-4965-B697-A1F2A3B27E21}">
  <ds:schemaRefs>
    <ds:schemaRef ds:uri="http://schemas.microsoft.com/sharepoint/v3/contenttype/forms"/>
  </ds:schemaRefs>
</ds:datastoreItem>
</file>

<file path=customXml/itemProps3.xml><?xml version="1.0" encoding="utf-8"?>
<ds:datastoreItem xmlns:ds="http://schemas.openxmlformats.org/officeDocument/2006/customXml" ds:itemID="{20C3A5F6-4DFE-4E8E-BEDC-B1C5B0441A54}">
  <ds:schemaRefs>
    <ds:schemaRef ds:uri="http://schemas.microsoft.com/office/2006/metadata/properties"/>
    <ds:schemaRef ds:uri="http://schemas.microsoft.com/office/infopath/2007/PartnerControls"/>
    <ds:schemaRef ds:uri="ca97ef7e-529a-4920-85ff-23e7e8b7df0a"/>
  </ds:schemaRefs>
</ds:datastoreItem>
</file>

<file path=docProps/app.xml><?xml version="1.0" encoding="utf-8"?>
<Properties xmlns="http://schemas.openxmlformats.org/officeDocument/2006/extended-properties" xmlns:vt="http://schemas.openxmlformats.org/officeDocument/2006/docPropsVTypes">
  <Template>New York Symposium 110515 v2.pptx</Template>
  <TotalTime>47469</TotalTime>
  <Words>4229</Words>
  <Application>Microsoft Office PowerPoint</Application>
  <PresentationFormat>Letter Paper (8.5x11 in)</PresentationFormat>
  <Paragraphs>173</Paragraphs>
  <Slides>22</Slides>
  <Notes>22</Notes>
  <HiddenSlides>0</HiddenSlides>
  <MMClips>1</MMClips>
  <ScaleCrop>false</ScaleCrop>
  <HeadingPairs>
    <vt:vector size="4" baseType="variant">
      <vt:variant>
        <vt:lpstr>Theme</vt:lpstr>
      </vt:variant>
      <vt:variant>
        <vt:i4>3</vt:i4>
      </vt:variant>
      <vt:variant>
        <vt:lpstr>Slide Titles</vt:lpstr>
      </vt:variant>
      <vt:variant>
        <vt:i4>22</vt:i4>
      </vt:variant>
    </vt:vector>
  </HeadingPairs>
  <TitlesOfParts>
    <vt:vector size="25" baseType="lpstr">
      <vt:lpstr>Office Theme</vt:lpstr>
      <vt:lpstr>1_Office Theme</vt:lpstr>
      <vt:lpstr>2_Office Theme</vt:lpstr>
      <vt:lpstr>Minnesota Transformation Initiative Leadership and Management Training   </vt:lpstr>
      <vt:lpstr>Learning objectives</vt:lpstr>
      <vt:lpstr>Leadership is about connecting the dots....</vt:lpstr>
      <vt:lpstr>Reminder: Clear and Consistent Goals </vt:lpstr>
      <vt:lpstr>Quality: a measure of excellence </vt:lpstr>
      <vt:lpstr>Quality Assurance and Quality Improvement </vt:lpstr>
      <vt:lpstr>PowerPoint Presentation</vt:lpstr>
      <vt:lpstr>National Data: National Core Indicators (NCI)  </vt:lpstr>
      <vt:lpstr>What are your priorities? </vt:lpstr>
      <vt:lpstr>People told us their priorities were getting married, having their own home, and getting a job. </vt:lpstr>
      <vt:lpstr>PowerPoint Presentation</vt:lpstr>
      <vt:lpstr>What are your priorities?</vt:lpstr>
      <vt:lpstr>Employment quality outcome data examples </vt:lpstr>
      <vt:lpstr>Community engagement quality outcome data examples </vt:lpstr>
      <vt:lpstr>John F. Kennedy </vt:lpstr>
      <vt:lpstr>What’s Your BHAG?</vt:lpstr>
      <vt:lpstr>Also consider process or team goals</vt:lpstr>
      <vt:lpstr>Quality Improvement: Taking stock</vt:lpstr>
      <vt:lpstr>PowerPoint Presentation</vt:lpstr>
      <vt:lpstr>Quality Improvement and Staff Buy-In</vt:lpstr>
      <vt:lpstr>Data: a tool for Middle Managers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John Butterworth</dc:creator>
  <cp:lastModifiedBy>Staci Jones</cp:lastModifiedBy>
  <cp:revision>619</cp:revision>
  <cp:lastPrinted>2021-09-08T12:43:47Z</cp:lastPrinted>
  <dcterms:created xsi:type="dcterms:W3CDTF">2009-04-27T23:34:20Z</dcterms:created>
  <dcterms:modified xsi:type="dcterms:W3CDTF">2025-06-24T19:47:59Z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241024623</vt:i4>
  </property>
  <property fmtid="{D5CDD505-2E9C-101B-9397-08002B2CF9AE}" pid="3" name="_NewReviewCycle">
    <vt:lpwstr/>
  </property>
  <property fmtid="{D5CDD505-2E9C-101B-9397-08002B2CF9AE}" pid="4" name="_EmailSubject">
    <vt:lpwstr>NV statedata slides to use for visit</vt:lpwstr>
  </property>
  <property fmtid="{D5CDD505-2E9C-101B-9397-08002B2CF9AE}" pid="5" name="_AuthorEmail">
    <vt:lpwstr>rklizotte@nasddds.org</vt:lpwstr>
  </property>
  <property fmtid="{D5CDD505-2E9C-101B-9397-08002B2CF9AE}" pid="6" name="_AuthorEmailDisplayName">
    <vt:lpwstr>Rie Kennedy-Lizotte</vt:lpwstr>
  </property>
  <property fmtid="{D5CDD505-2E9C-101B-9397-08002B2CF9AE}" pid="7" name="_PreviousAdHocReviewCycleID">
    <vt:i4>-365514837</vt:i4>
  </property>
  <property fmtid="{D5CDD505-2E9C-101B-9397-08002B2CF9AE}" pid="8" name="ContentTypeId">
    <vt:lpwstr>0x01010001B21FC9B7AC984AA00C441920861789</vt:lpwstr>
  </property>
  <property fmtid="{D5CDD505-2E9C-101B-9397-08002B2CF9AE}" pid="9" name="MediaServiceImageTags">
    <vt:lpwstr/>
  </property>
</Properties>
</file>