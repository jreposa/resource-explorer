
<file path=[Content_Types].xml><?xml version="1.0" encoding="utf-8"?>
<Types xmlns="http://schemas.openxmlformats.org/package/2006/content-types">
  <Default Extension="eps" ContentType="image/ep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05" r:id="rId4"/>
    <p:sldMasterId id="2147483912" r:id="rId5"/>
  </p:sldMasterIdLst>
  <p:notesMasterIdLst>
    <p:notesMasterId r:id="rId22"/>
  </p:notesMasterIdLst>
  <p:sldIdLst>
    <p:sldId id="256" r:id="rId6"/>
    <p:sldId id="3561" r:id="rId7"/>
    <p:sldId id="3563" r:id="rId8"/>
    <p:sldId id="497" r:id="rId9"/>
    <p:sldId id="277" r:id="rId10"/>
    <p:sldId id="508" r:id="rId11"/>
    <p:sldId id="511" r:id="rId12"/>
    <p:sldId id="517" r:id="rId13"/>
    <p:sldId id="518" r:id="rId14"/>
    <p:sldId id="513" r:id="rId15"/>
    <p:sldId id="515" r:id="rId16"/>
    <p:sldId id="512" r:id="rId17"/>
    <p:sldId id="308" r:id="rId18"/>
    <p:sldId id="502" r:id="rId19"/>
    <p:sldId id="506" r:id="rId20"/>
    <p:sldId id="356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F384E5-CB3D-C24D-A06B-6FC5F0C85919}">
          <p14:sldIdLst>
            <p14:sldId id="256"/>
            <p14:sldId id="3561"/>
            <p14:sldId id="3563"/>
            <p14:sldId id="497"/>
            <p14:sldId id="277"/>
            <p14:sldId id="508"/>
            <p14:sldId id="511"/>
            <p14:sldId id="517"/>
            <p14:sldId id="518"/>
            <p14:sldId id="513"/>
            <p14:sldId id="515"/>
          </p14:sldIdLst>
        </p14:section>
        <p14:section name="Untitled Section" id="{FB007EE1-944F-B142-BB6F-47E954C70203}">
          <p14:sldIdLst>
            <p14:sldId id="512"/>
            <p14:sldId id="308"/>
            <p14:sldId id="502"/>
            <p14:sldId id="506"/>
            <p14:sldId id="35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762824-A44C-78AA-2F21-A32B6DF239B6}" v="23" dt="2025-12-23T13:23:30.302"/>
    <p1510:client id="{3C99655F-8869-65CA-4E80-DF1E51178D55}" v="52" dt="2025-12-22T20:13:02.0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630" autoAdjust="0"/>
  </p:normalViewPr>
  <p:slideViewPr>
    <p:cSldViewPr snapToGrid="0">
      <p:cViewPr varScale="1">
        <p:scale>
          <a:sx n="55" d="100"/>
          <a:sy n="55" d="100"/>
        </p:scale>
        <p:origin x="1314" y="4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EB54D7-D621-483C-A84E-6074B50A7E1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E37FE82-56B3-4E38-88DE-5F5FF17D72D7}">
      <dgm:prSet/>
      <dgm:spPr/>
      <dgm:t>
        <a:bodyPr/>
        <a:lstStyle/>
        <a:p>
          <a:r>
            <a:rPr lang="en-US" dirty="0"/>
            <a:t>Course Modules:</a:t>
          </a:r>
        </a:p>
      </dgm:t>
    </dgm:pt>
    <dgm:pt modelId="{56706AFB-E480-41CF-9AD8-93423A8C7D55}" type="parTrans" cxnId="{366C4709-87C0-40AC-B78D-F4B81E505048}">
      <dgm:prSet/>
      <dgm:spPr/>
      <dgm:t>
        <a:bodyPr/>
        <a:lstStyle/>
        <a:p>
          <a:endParaRPr lang="en-US"/>
        </a:p>
      </dgm:t>
    </dgm:pt>
    <dgm:pt modelId="{380805CD-38AA-40E9-BA47-93249C489930}" type="sibTrans" cxnId="{366C4709-87C0-40AC-B78D-F4B81E505048}">
      <dgm:prSet/>
      <dgm:spPr/>
      <dgm:t>
        <a:bodyPr/>
        <a:lstStyle/>
        <a:p>
          <a:endParaRPr lang="en-US"/>
        </a:p>
      </dgm:t>
    </dgm:pt>
    <dgm:pt modelId="{2CC3325D-F26F-4169-A8F2-E9724DD9BF3E}">
      <dgm:prSet custT="1"/>
      <dgm:spPr/>
      <dgm:t>
        <a:bodyPr/>
        <a:lstStyle/>
        <a:p>
          <a:pPr rtl="0"/>
          <a:r>
            <a:rPr lang="en-US" sz="2200" dirty="0">
              <a:latin typeface="Calibri Light" panose="020F0302020204030204"/>
            </a:rPr>
            <a:t>#1: </a:t>
          </a:r>
          <a:r>
            <a:rPr lang="en-US" sz="2400" dirty="0">
              <a:latin typeface="Calibri Light" panose="020F0302020204030204"/>
            </a:rPr>
            <a:t>Course Orientation</a:t>
          </a:r>
          <a:endParaRPr lang="en-US" sz="2400" dirty="0"/>
        </a:p>
      </dgm:t>
    </dgm:pt>
    <dgm:pt modelId="{9F603017-AB6C-41A1-8370-359C4BAC0CDC}" type="parTrans" cxnId="{2040243A-CCBA-46F9-84AC-C440FEC0FABB}">
      <dgm:prSet/>
      <dgm:spPr/>
      <dgm:t>
        <a:bodyPr/>
        <a:lstStyle/>
        <a:p>
          <a:endParaRPr lang="en-US"/>
        </a:p>
      </dgm:t>
    </dgm:pt>
    <dgm:pt modelId="{7FB06108-F248-494E-9927-E529CB72C1A3}" type="sibTrans" cxnId="{2040243A-CCBA-46F9-84AC-C440FEC0FABB}">
      <dgm:prSet/>
      <dgm:spPr/>
      <dgm:t>
        <a:bodyPr/>
        <a:lstStyle/>
        <a:p>
          <a:endParaRPr lang="en-US"/>
        </a:p>
      </dgm:t>
    </dgm:pt>
    <dgm:pt modelId="{14A7E1AD-2AF7-45A4-8820-BB21B55E80B3}">
      <dgm:prSet custT="1"/>
      <dgm:spPr/>
      <dgm:t>
        <a:bodyPr/>
        <a:lstStyle/>
        <a:p>
          <a:pPr rtl="0"/>
          <a:r>
            <a:rPr lang="en-US" sz="2200" dirty="0">
              <a:latin typeface="Calibri Light" panose="020F0302020204030204"/>
            </a:rPr>
            <a:t>#2</a:t>
          </a:r>
          <a:r>
            <a:rPr lang="en-US" sz="2400" dirty="0">
              <a:latin typeface="Calibri Light" panose="020F0302020204030204"/>
            </a:rPr>
            <a:t>: Leadership</a:t>
          </a:r>
          <a:endParaRPr lang="en-US" sz="2400" dirty="0"/>
        </a:p>
      </dgm:t>
    </dgm:pt>
    <dgm:pt modelId="{17C9D00A-B296-4759-9DA6-F7B2D6755959}" type="parTrans" cxnId="{0A7EEEC7-D7C0-49BA-B739-32F518706FC7}">
      <dgm:prSet/>
      <dgm:spPr/>
      <dgm:t>
        <a:bodyPr/>
        <a:lstStyle/>
        <a:p>
          <a:endParaRPr lang="en-US"/>
        </a:p>
      </dgm:t>
    </dgm:pt>
    <dgm:pt modelId="{15B74401-03F9-405F-A3DD-DAFB79E4FF58}" type="sibTrans" cxnId="{0A7EEEC7-D7C0-49BA-B739-32F518706FC7}">
      <dgm:prSet/>
      <dgm:spPr/>
      <dgm:t>
        <a:bodyPr/>
        <a:lstStyle/>
        <a:p>
          <a:endParaRPr lang="en-US"/>
        </a:p>
      </dgm:t>
    </dgm:pt>
    <dgm:pt modelId="{085967A5-ED1D-4EBA-9005-7D51DCECA4E9}">
      <dgm:prSet custT="1"/>
      <dgm:spPr/>
      <dgm:t>
        <a:bodyPr/>
        <a:lstStyle/>
        <a:p>
          <a:pPr rtl="0"/>
          <a:r>
            <a:rPr lang="en-US" sz="2200" dirty="0">
              <a:latin typeface="Calibri Light" panose="020F0302020204030204"/>
            </a:rPr>
            <a:t>#3: </a:t>
          </a:r>
          <a:r>
            <a:rPr lang="en-US" sz="2400" dirty="0">
              <a:latin typeface="Calibri Light" panose="020F0302020204030204"/>
            </a:rPr>
            <a:t>Federal &amp; State Policy</a:t>
          </a:r>
          <a:endParaRPr lang="en-US" sz="2400" dirty="0"/>
        </a:p>
      </dgm:t>
    </dgm:pt>
    <dgm:pt modelId="{36C3DF61-826E-4171-BE3E-FD9A86745338}" type="parTrans" cxnId="{1309E725-CC5E-4132-84A8-BF2AA161CB98}">
      <dgm:prSet/>
      <dgm:spPr/>
      <dgm:t>
        <a:bodyPr/>
        <a:lstStyle/>
        <a:p>
          <a:endParaRPr lang="en-US"/>
        </a:p>
      </dgm:t>
    </dgm:pt>
    <dgm:pt modelId="{49A8EB24-0A6A-4DE2-8CD1-52FD2EAC7C77}" type="sibTrans" cxnId="{1309E725-CC5E-4132-84A8-BF2AA161CB98}">
      <dgm:prSet/>
      <dgm:spPr/>
      <dgm:t>
        <a:bodyPr/>
        <a:lstStyle/>
        <a:p>
          <a:endParaRPr lang="en-US"/>
        </a:p>
      </dgm:t>
    </dgm:pt>
    <dgm:pt modelId="{F7169AE5-6A52-44B5-960C-5CB238FCB3AF}">
      <dgm:prSet custT="1"/>
      <dgm:spPr/>
      <dgm:t>
        <a:bodyPr/>
        <a:lstStyle/>
        <a:p>
          <a:pPr rtl="0"/>
          <a:r>
            <a:rPr lang="en-US" sz="2500" dirty="0">
              <a:latin typeface="Calibri Light" panose="020F0302020204030204"/>
            </a:rPr>
            <a:t>#4: </a:t>
          </a:r>
          <a:r>
            <a:rPr lang="en-US" sz="2400" dirty="0">
              <a:latin typeface="Calibri Light" panose="020F0302020204030204"/>
            </a:rPr>
            <a:t>Aligning Mission, Vision and Values with Resources</a:t>
          </a:r>
          <a:endParaRPr lang="en-US" sz="2400" dirty="0"/>
        </a:p>
      </dgm:t>
    </dgm:pt>
    <dgm:pt modelId="{0F58CACE-73C4-4F24-959A-092D3DA1CCD8}" type="parTrans" cxnId="{FF5A95AB-2B87-428B-AA57-0EC1FF16D6D9}">
      <dgm:prSet/>
      <dgm:spPr/>
      <dgm:t>
        <a:bodyPr/>
        <a:lstStyle/>
        <a:p>
          <a:endParaRPr lang="en-US"/>
        </a:p>
      </dgm:t>
    </dgm:pt>
    <dgm:pt modelId="{5DF89232-F171-4899-B941-DEE49094AF51}" type="sibTrans" cxnId="{FF5A95AB-2B87-428B-AA57-0EC1FF16D6D9}">
      <dgm:prSet/>
      <dgm:spPr/>
      <dgm:t>
        <a:bodyPr/>
        <a:lstStyle/>
        <a:p>
          <a:endParaRPr lang="en-US"/>
        </a:p>
      </dgm:t>
    </dgm:pt>
    <dgm:pt modelId="{C42E9AED-CD48-4910-95F9-12030A6D1FC3}">
      <dgm:prSet custT="1"/>
      <dgm:spPr/>
      <dgm:t>
        <a:bodyPr/>
        <a:lstStyle/>
        <a:p>
          <a:pPr rtl="0"/>
          <a:r>
            <a:rPr lang="en-US" sz="2500" dirty="0">
              <a:latin typeface="Calibri Light" panose="020F0302020204030204"/>
            </a:rPr>
            <a:t>#5: </a:t>
          </a:r>
          <a:r>
            <a:rPr lang="en-US" sz="2400" dirty="0">
              <a:latin typeface="Calibri Light" panose="020F0302020204030204"/>
            </a:rPr>
            <a:t>Best Practices in Employment &amp; Day Services</a:t>
          </a:r>
          <a:endParaRPr lang="en-US" sz="2400" dirty="0"/>
        </a:p>
      </dgm:t>
    </dgm:pt>
    <dgm:pt modelId="{5CBD10CB-050E-46D3-A1AF-88A5DB69B196}" type="parTrans" cxnId="{559E8641-E56D-4934-960F-10E35B73DA58}">
      <dgm:prSet/>
      <dgm:spPr/>
      <dgm:t>
        <a:bodyPr/>
        <a:lstStyle/>
        <a:p>
          <a:endParaRPr lang="en-US"/>
        </a:p>
      </dgm:t>
    </dgm:pt>
    <dgm:pt modelId="{54D077E8-9E81-4DD3-908B-88AAD500F035}" type="sibTrans" cxnId="{559E8641-E56D-4934-960F-10E35B73DA58}">
      <dgm:prSet/>
      <dgm:spPr/>
      <dgm:t>
        <a:bodyPr/>
        <a:lstStyle/>
        <a:p>
          <a:endParaRPr lang="en-US"/>
        </a:p>
      </dgm:t>
    </dgm:pt>
    <dgm:pt modelId="{E19FB72E-CA60-4CE7-98BA-98B7EB7D7C61}">
      <dgm:prSet custT="1"/>
      <dgm:spPr/>
      <dgm:t>
        <a:bodyPr/>
        <a:lstStyle/>
        <a:p>
          <a:pPr rtl="0"/>
          <a:r>
            <a:rPr lang="en-US" sz="2500" dirty="0">
              <a:latin typeface="Calibri Light" panose="020F0302020204030204"/>
            </a:rPr>
            <a:t>#6: Organizational </a:t>
          </a:r>
          <a:r>
            <a:rPr lang="en-US" sz="2400" dirty="0">
              <a:latin typeface="Calibri Light" panose="020F0302020204030204"/>
            </a:rPr>
            <a:t>Transformation (change)</a:t>
          </a:r>
          <a:endParaRPr lang="en-US" sz="2400" dirty="0"/>
        </a:p>
      </dgm:t>
    </dgm:pt>
    <dgm:pt modelId="{A809591A-D3C2-4531-BBC1-3EDAE659FF06}" type="parTrans" cxnId="{70718F7A-31A0-44D9-9607-D2671F219546}">
      <dgm:prSet/>
      <dgm:spPr/>
      <dgm:t>
        <a:bodyPr/>
        <a:lstStyle/>
        <a:p>
          <a:endParaRPr lang="en-US"/>
        </a:p>
      </dgm:t>
    </dgm:pt>
    <dgm:pt modelId="{C4B282E2-4EB6-4AF9-8B3E-6F015A6CBC55}" type="sibTrans" cxnId="{70718F7A-31A0-44D9-9607-D2671F219546}">
      <dgm:prSet/>
      <dgm:spPr/>
      <dgm:t>
        <a:bodyPr/>
        <a:lstStyle/>
        <a:p>
          <a:endParaRPr lang="en-US"/>
        </a:p>
      </dgm:t>
    </dgm:pt>
    <dgm:pt modelId="{97695662-BAF3-4E1F-8297-856421E58B48}">
      <dgm:prSet custT="1"/>
      <dgm:spPr/>
      <dgm:t>
        <a:bodyPr/>
        <a:lstStyle/>
        <a:p>
          <a:pPr rtl="0"/>
          <a:r>
            <a:rPr lang="en-US" sz="2500" dirty="0">
              <a:latin typeface="Calibri Light" panose="020F0302020204030204"/>
            </a:rPr>
            <a:t>#7: </a:t>
          </a:r>
          <a:r>
            <a:rPr lang="en-US" sz="2400" dirty="0">
              <a:latin typeface="Calibri Light" panose="020F0302020204030204"/>
            </a:rPr>
            <a:t>Managing Through Change</a:t>
          </a:r>
          <a:endParaRPr lang="en-US" sz="2400" dirty="0"/>
        </a:p>
      </dgm:t>
    </dgm:pt>
    <dgm:pt modelId="{E1093A03-81D7-485A-BA2D-C079441AE6D3}" type="parTrans" cxnId="{727D08C6-5296-4532-8DFF-674B86CDBA42}">
      <dgm:prSet/>
      <dgm:spPr/>
      <dgm:t>
        <a:bodyPr/>
        <a:lstStyle/>
        <a:p>
          <a:endParaRPr lang="en-US"/>
        </a:p>
      </dgm:t>
    </dgm:pt>
    <dgm:pt modelId="{509960BB-4DBE-45D0-9B35-6890D22B38E4}" type="sibTrans" cxnId="{727D08C6-5296-4532-8DFF-674B86CDBA42}">
      <dgm:prSet/>
      <dgm:spPr/>
      <dgm:t>
        <a:bodyPr/>
        <a:lstStyle/>
        <a:p>
          <a:endParaRPr lang="en-US"/>
        </a:p>
      </dgm:t>
    </dgm:pt>
    <dgm:pt modelId="{F108ABD9-A924-4BB7-BFF2-605D8C1FF3FA}">
      <dgm:prSet custT="1"/>
      <dgm:spPr/>
      <dgm:t>
        <a:bodyPr/>
        <a:lstStyle/>
        <a:p>
          <a:pPr rtl="0"/>
          <a:r>
            <a:rPr lang="en-US" sz="2500" dirty="0">
              <a:latin typeface="Calibri Light" panose="020F0302020204030204"/>
            </a:rPr>
            <a:t>#8: </a:t>
          </a:r>
          <a:r>
            <a:rPr lang="en-US" sz="2400" dirty="0">
              <a:latin typeface="Calibri Light" panose="020F0302020204030204"/>
            </a:rPr>
            <a:t>Creating Systems for Quality Improvement</a:t>
          </a:r>
          <a:endParaRPr lang="en-US" sz="2400" dirty="0"/>
        </a:p>
      </dgm:t>
    </dgm:pt>
    <dgm:pt modelId="{ABFB948A-EBA6-466A-A7F3-A0B3B9605F80}" type="parTrans" cxnId="{C7EADB62-3832-425A-98E4-844FEA4DE3A4}">
      <dgm:prSet/>
      <dgm:spPr/>
      <dgm:t>
        <a:bodyPr/>
        <a:lstStyle/>
        <a:p>
          <a:endParaRPr lang="en-US"/>
        </a:p>
      </dgm:t>
    </dgm:pt>
    <dgm:pt modelId="{279F1544-58CD-4866-9D40-76552FD05F3D}" type="sibTrans" cxnId="{C7EADB62-3832-425A-98E4-844FEA4DE3A4}">
      <dgm:prSet/>
      <dgm:spPr/>
      <dgm:t>
        <a:bodyPr/>
        <a:lstStyle/>
        <a:p>
          <a:endParaRPr lang="en-US"/>
        </a:p>
      </dgm:t>
    </dgm:pt>
    <dgm:pt modelId="{370C5362-52EE-4A65-BD5B-6E96E1C312CA}" type="pres">
      <dgm:prSet presAssocID="{EDEB54D7-D621-483C-A84E-6074B50A7E19}" presName="vert0" presStyleCnt="0">
        <dgm:presLayoutVars>
          <dgm:dir/>
          <dgm:animOne val="branch"/>
          <dgm:animLvl val="lvl"/>
        </dgm:presLayoutVars>
      </dgm:prSet>
      <dgm:spPr/>
    </dgm:pt>
    <dgm:pt modelId="{71A6FFB3-8E4E-4E97-910C-C4CE9E85E9B5}" type="pres">
      <dgm:prSet presAssocID="{AE37FE82-56B3-4E38-88DE-5F5FF17D72D7}" presName="thickLine" presStyleLbl="alignNode1" presStyleIdx="0" presStyleCnt="1"/>
      <dgm:spPr/>
    </dgm:pt>
    <dgm:pt modelId="{27545458-E6AE-4EE5-B013-79572758E3B1}" type="pres">
      <dgm:prSet presAssocID="{AE37FE82-56B3-4E38-88DE-5F5FF17D72D7}" presName="horz1" presStyleCnt="0"/>
      <dgm:spPr/>
    </dgm:pt>
    <dgm:pt modelId="{5A8621F6-F0DF-4D30-B852-0D804578573A}" type="pres">
      <dgm:prSet presAssocID="{AE37FE82-56B3-4E38-88DE-5F5FF17D72D7}" presName="tx1" presStyleLbl="revTx" presStyleIdx="0" presStyleCnt="9"/>
      <dgm:spPr/>
    </dgm:pt>
    <dgm:pt modelId="{6C11AFC2-EC79-4BB8-A8DD-3A0AEA41D99F}" type="pres">
      <dgm:prSet presAssocID="{AE37FE82-56B3-4E38-88DE-5F5FF17D72D7}" presName="vert1" presStyleCnt="0"/>
      <dgm:spPr/>
    </dgm:pt>
    <dgm:pt modelId="{E9D7CAF6-93FB-4827-9C0B-822C03D798C1}" type="pres">
      <dgm:prSet presAssocID="{2CC3325D-F26F-4169-A8F2-E9724DD9BF3E}" presName="vertSpace2a" presStyleCnt="0"/>
      <dgm:spPr/>
    </dgm:pt>
    <dgm:pt modelId="{7950C0E4-6CCC-4231-981A-55D246474F65}" type="pres">
      <dgm:prSet presAssocID="{2CC3325D-F26F-4169-A8F2-E9724DD9BF3E}" presName="horz2" presStyleCnt="0"/>
      <dgm:spPr/>
    </dgm:pt>
    <dgm:pt modelId="{CA02B8A8-2BE4-49D4-8B4E-E186CC6CC69F}" type="pres">
      <dgm:prSet presAssocID="{2CC3325D-F26F-4169-A8F2-E9724DD9BF3E}" presName="horzSpace2" presStyleCnt="0"/>
      <dgm:spPr/>
    </dgm:pt>
    <dgm:pt modelId="{C5AD1EBC-771A-4521-9948-1B7625793B5E}" type="pres">
      <dgm:prSet presAssocID="{2CC3325D-F26F-4169-A8F2-E9724DD9BF3E}" presName="tx2" presStyleLbl="revTx" presStyleIdx="1" presStyleCnt="9"/>
      <dgm:spPr/>
    </dgm:pt>
    <dgm:pt modelId="{297F4D50-2455-415F-88C7-7FE529E5B2AC}" type="pres">
      <dgm:prSet presAssocID="{2CC3325D-F26F-4169-A8F2-E9724DD9BF3E}" presName="vert2" presStyleCnt="0"/>
      <dgm:spPr/>
    </dgm:pt>
    <dgm:pt modelId="{E43311EA-4DCE-488B-90E1-3B4D700F7498}" type="pres">
      <dgm:prSet presAssocID="{2CC3325D-F26F-4169-A8F2-E9724DD9BF3E}" presName="thinLine2b" presStyleLbl="callout" presStyleIdx="0" presStyleCnt="8"/>
      <dgm:spPr/>
    </dgm:pt>
    <dgm:pt modelId="{E58777EE-98EC-4652-8C24-FA72D0FEEA4C}" type="pres">
      <dgm:prSet presAssocID="{2CC3325D-F26F-4169-A8F2-E9724DD9BF3E}" presName="vertSpace2b" presStyleCnt="0"/>
      <dgm:spPr/>
    </dgm:pt>
    <dgm:pt modelId="{C1E2EA42-1E0B-4024-BD05-CF4059DA9E26}" type="pres">
      <dgm:prSet presAssocID="{14A7E1AD-2AF7-45A4-8820-BB21B55E80B3}" presName="horz2" presStyleCnt="0"/>
      <dgm:spPr/>
    </dgm:pt>
    <dgm:pt modelId="{75F0EB88-1B35-48A0-96ED-D5EBD92C108E}" type="pres">
      <dgm:prSet presAssocID="{14A7E1AD-2AF7-45A4-8820-BB21B55E80B3}" presName="horzSpace2" presStyleCnt="0"/>
      <dgm:spPr/>
    </dgm:pt>
    <dgm:pt modelId="{DF88638A-DF95-4A29-BEC7-71D9DC124D5D}" type="pres">
      <dgm:prSet presAssocID="{14A7E1AD-2AF7-45A4-8820-BB21B55E80B3}" presName="tx2" presStyleLbl="revTx" presStyleIdx="2" presStyleCnt="9"/>
      <dgm:spPr/>
    </dgm:pt>
    <dgm:pt modelId="{FE7E1F30-E6DB-404F-B1E7-DEE869C51ACB}" type="pres">
      <dgm:prSet presAssocID="{14A7E1AD-2AF7-45A4-8820-BB21B55E80B3}" presName="vert2" presStyleCnt="0"/>
      <dgm:spPr/>
    </dgm:pt>
    <dgm:pt modelId="{A3AA8138-E6E3-4901-B40F-AE22A8B80BDC}" type="pres">
      <dgm:prSet presAssocID="{14A7E1AD-2AF7-45A4-8820-BB21B55E80B3}" presName="thinLine2b" presStyleLbl="callout" presStyleIdx="1" presStyleCnt="8"/>
      <dgm:spPr/>
    </dgm:pt>
    <dgm:pt modelId="{FA25DA58-C114-48B4-A758-A4FEC190B55E}" type="pres">
      <dgm:prSet presAssocID="{14A7E1AD-2AF7-45A4-8820-BB21B55E80B3}" presName="vertSpace2b" presStyleCnt="0"/>
      <dgm:spPr/>
    </dgm:pt>
    <dgm:pt modelId="{A33F0341-0C1A-4ABF-84D8-ADC88E4F2B8F}" type="pres">
      <dgm:prSet presAssocID="{085967A5-ED1D-4EBA-9005-7D51DCECA4E9}" presName="horz2" presStyleCnt="0"/>
      <dgm:spPr/>
    </dgm:pt>
    <dgm:pt modelId="{359547D2-7764-4AD8-ACA6-AD7F3ACC2536}" type="pres">
      <dgm:prSet presAssocID="{085967A5-ED1D-4EBA-9005-7D51DCECA4E9}" presName="horzSpace2" presStyleCnt="0"/>
      <dgm:spPr/>
    </dgm:pt>
    <dgm:pt modelId="{8BF7B697-25E5-4012-9002-E1FDD58BE25E}" type="pres">
      <dgm:prSet presAssocID="{085967A5-ED1D-4EBA-9005-7D51DCECA4E9}" presName="tx2" presStyleLbl="revTx" presStyleIdx="3" presStyleCnt="9"/>
      <dgm:spPr/>
    </dgm:pt>
    <dgm:pt modelId="{5154C1F5-B1B1-4788-8250-34D36A850B97}" type="pres">
      <dgm:prSet presAssocID="{085967A5-ED1D-4EBA-9005-7D51DCECA4E9}" presName="vert2" presStyleCnt="0"/>
      <dgm:spPr/>
    </dgm:pt>
    <dgm:pt modelId="{9298CD09-4D7B-4D86-A0BE-EEB62C682110}" type="pres">
      <dgm:prSet presAssocID="{085967A5-ED1D-4EBA-9005-7D51DCECA4E9}" presName="thinLine2b" presStyleLbl="callout" presStyleIdx="2" presStyleCnt="8"/>
      <dgm:spPr/>
    </dgm:pt>
    <dgm:pt modelId="{9779F477-60AB-4537-86C1-5AA9E51F9703}" type="pres">
      <dgm:prSet presAssocID="{085967A5-ED1D-4EBA-9005-7D51DCECA4E9}" presName="vertSpace2b" presStyleCnt="0"/>
      <dgm:spPr/>
    </dgm:pt>
    <dgm:pt modelId="{501BF210-7C45-41B3-8085-D3D5F944CF4B}" type="pres">
      <dgm:prSet presAssocID="{F7169AE5-6A52-44B5-960C-5CB238FCB3AF}" presName="horz2" presStyleCnt="0"/>
      <dgm:spPr/>
    </dgm:pt>
    <dgm:pt modelId="{360FBA9D-6A30-4772-90BB-A1C6B3B03D43}" type="pres">
      <dgm:prSet presAssocID="{F7169AE5-6A52-44B5-960C-5CB238FCB3AF}" presName="horzSpace2" presStyleCnt="0"/>
      <dgm:spPr/>
    </dgm:pt>
    <dgm:pt modelId="{DC97B774-ED6A-4A03-AEBF-E0292D3FDE3C}" type="pres">
      <dgm:prSet presAssocID="{F7169AE5-6A52-44B5-960C-5CB238FCB3AF}" presName="tx2" presStyleLbl="revTx" presStyleIdx="4" presStyleCnt="9"/>
      <dgm:spPr/>
    </dgm:pt>
    <dgm:pt modelId="{E2FAE91C-6539-46F2-A2FD-EA5BDB92FD7E}" type="pres">
      <dgm:prSet presAssocID="{F7169AE5-6A52-44B5-960C-5CB238FCB3AF}" presName="vert2" presStyleCnt="0"/>
      <dgm:spPr/>
    </dgm:pt>
    <dgm:pt modelId="{5BC40D12-9011-433A-A04B-9BCA131DBE28}" type="pres">
      <dgm:prSet presAssocID="{F7169AE5-6A52-44B5-960C-5CB238FCB3AF}" presName="thinLine2b" presStyleLbl="callout" presStyleIdx="3" presStyleCnt="8"/>
      <dgm:spPr/>
    </dgm:pt>
    <dgm:pt modelId="{6F772D7D-4981-43DD-9D9A-5D529C1D48FA}" type="pres">
      <dgm:prSet presAssocID="{F7169AE5-6A52-44B5-960C-5CB238FCB3AF}" presName="vertSpace2b" presStyleCnt="0"/>
      <dgm:spPr/>
    </dgm:pt>
    <dgm:pt modelId="{B66C60BA-E89F-4CB3-BFBA-9895F9DF138E}" type="pres">
      <dgm:prSet presAssocID="{C42E9AED-CD48-4910-95F9-12030A6D1FC3}" presName="horz2" presStyleCnt="0"/>
      <dgm:spPr/>
    </dgm:pt>
    <dgm:pt modelId="{74D00BD3-1DAB-4F77-98F8-081289B8DE9B}" type="pres">
      <dgm:prSet presAssocID="{C42E9AED-CD48-4910-95F9-12030A6D1FC3}" presName="horzSpace2" presStyleCnt="0"/>
      <dgm:spPr/>
    </dgm:pt>
    <dgm:pt modelId="{F4A29DCF-D071-4E47-8BDD-A2005B33D97A}" type="pres">
      <dgm:prSet presAssocID="{C42E9AED-CD48-4910-95F9-12030A6D1FC3}" presName="tx2" presStyleLbl="revTx" presStyleIdx="5" presStyleCnt="9"/>
      <dgm:spPr/>
    </dgm:pt>
    <dgm:pt modelId="{00C7C469-9C8C-420D-800E-B58112412F15}" type="pres">
      <dgm:prSet presAssocID="{C42E9AED-CD48-4910-95F9-12030A6D1FC3}" presName="vert2" presStyleCnt="0"/>
      <dgm:spPr/>
    </dgm:pt>
    <dgm:pt modelId="{FEB5D30D-6345-4889-942B-10DA9BBA28B5}" type="pres">
      <dgm:prSet presAssocID="{C42E9AED-CD48-4910-95F9-12030A6D1FC3}" presName="thinLine2b" presStyleLbl="callout" presStyleIdx="4" presStyleCnt="8"/>
      <dgm:spPr/>
    </dgm:pt>
    <dgm:pt modelId="{A0C70EDB-F19B-421E-AF59-076ED368725F}" type="pres">
      <dgm:prSet presAssocID="{C42E9AED-CD48-4910-95F9-12030A6D1FC3}" presName="vertSpace2b" presStyleCnt="0"/>
      <dgm:spPr/>
    </dgm:pt>
    <dgm:pt modelId="{D0FD235A-D80F-4E37-83D7-431143692211}" type="pres">
      <dgm:prSet presAssocID="{E19FB72E-CA60-4CE7-98BA-98B7EB7D7C61}" presName="horz2" presStyleCnt="0"/>
      <dgm:spPr/>
    </dgm:pt>
    <dgm:pt modelId="{22CBC0D1-0130-42D6-B313-8BEB42A6D999}" type="pres">
      <dgm:prSet presAssocID="{E19FB72E-CA60-4CE7-98BA-98B7EB7D7C61}" presName="horzSpace2" presStyleCnt="0"/>
      <dgm:spPr/>
    </dgm:pt>
    <dgm:pt modelId="{5500D156-BE92-45ED-B514-3C35D130B940}" type="pres">
      <dgm:prSet presAssocID="{E19FB72E-CA60-4CE7-98BA-98B7EB7D7C61}" presName="tx2" presStyleLbl="revTx" presStyleIdx="6" presStyleCnt="9"/>
      <dgm:spPr/>
    </dgm:pt>
    <dgm:pt modelId="{17442750-B26B-4AC8-97B6-EB158226363F}" type="pres">
      <dgm:prSet presAssocID="{E19FB72E-CA60-4CE7-98BA-98B7EB7D7C61}" presName="vert2" presStyleCnt="0"/>
      <dgm:spPr/>
    </dgm:pt>
    <dgm:pt modelId="{31EE367D-11F2-4896-AE78-A89224D35716}" type="pres">
      <dgm:prSet presAssocID="{E19FB72E-CA60-4CE7-98BA-98B7EB7D7C61}" presName="thinLine2b" presStyleLbl="callout" presStyleIdx="5" presStyleCnt="8"/>
      <dgm:spPr/>
    </dgm:pt>
    <dgm:pt modelId="{A7241EE9-0E53-47C3-9691-38582D3634C4}" type="pres">
      <dgm:prSet presAssocID="{E19FB72E-CA60-4CE7-98BA-98B7EB7D7C61}" presName="vertSpace2b" presStyleCnt="0"/>
      <dgm:spPr/>
    </dgm:pt>
    <dgm:pt modelId="{A04C08B5-13F5-42B2-B572-E371F7DDA2F6}" type="pres">
      <dgm:prSet presAssocID="{97695662-BAF3-4E1F-8297-856421E58B48}" presName="horz2" presStyleCnt="0"/>
      <dgm:spPr/>
    </dgm:pt>
    <dgm:pt modelId="{163EE321-C741-40A2-965E-E0B0159235CE}" type="pres">
      <dgm:prSet presAssocID="{97695662-BAF3-4E1F-8297-856421E58B48}" presName="horzSpace2" presStyleCnt="0"/>
      <dgm:spPr/>
    </dgm:pt>
    <dgm:pt modelId="{07C958B4-D4CB-4F2C-ACA7-9FC2252BB31B}" type="pres">
      <dgm:prSet presAssocID="{97695662-BAF3-4E1F-8297-856421E58B48}" presName="tx2" presStyleLbl="revTx" presStyleIdx="7" presStyleCnt="9"/>
      <dgm:spPr/>
    </dgm:pt>
    <dgm:pt modelId="{4358DD4F-1AF4-4E4A-8C5E-9BC47ACC5CA3}" type="pres">
      <dgm:prSet presAssocID="{97695662-BAF3-4E1F-8297-856421E58B48}" presName="vert2" presStyleCnt="0"/>
      <dgm:spPr/>
    </dgm:pt>
    <dgm:pt modelId="{673488E1-7417-4C5A-91C8-59E80D8BEF85}" type="pres">
      <dgm:prSet presAssocID="{97695662-BAF3-4E1F-8297-856421E58B48}" presName="thinLine2b" presStyleLbl="callout" presStyleIdx="6" presStyleCnt="8"/>
      <dgm:spPr/>
    </dgm:pt>
    <dgm:pt modelId="{770E0B5B-F499-4354-B3C5-957D7426A058}" type="pres">
      <dgm:prSet presAssocID="{97695662-BAF3-4E1F-8297-856421E58B48}" presName="vertSpace2b" presStyleCnt="0"/>
      <dgm:spPr/>
    </dgm:pt>
    <dgm:pt modelId="{EF81F41C-FA12-4F87-BB94-85DA5569CC8A}" type="pres">
      <dgm:prSet presAssocID="{F108ABD9-A924-4BB7-BFF2-605D8C1FF3FA}" presName="horz2" presStyleCnt="0"/>
      <dgm:spPr/>
    </dgm:pt>
    <dgm:pt modelId="{3F966176-B381-47D0-8823-428D8C106C8B}" type="pres">
      <dgm:prSet presAssocID="{F108ABD9-A924-4BB7-BFF2-605D8C1FF3FA}" presName="horzSpace2" presStyleCnt="0"/>
      <dgm:spPr/>
    </dgm:pt>
    <dgm:pt modelId="{7A75A819-A64D-4F4D-96D8-B22078B63A4C}" type="pres">
      <dgm:prSet presAssocID="{F108ABD9-A924-4BB7-BFF2-605D8C1FF3FA}" presName="tx2" presStyleLbl="revTx" presStyleIdx="8" presStyleCnt="9"/>
      <dgm:spPr/>
    </dgm:pt>
    <dgm:pt modelId="{486DA54C-0039-4953-8C22-B5576B39F59C}" type="pres">
      <dgm:prSet presAssocID="{F108ABD9-A924-4BB7-BFF2-605D8C1FF3FA}" presName="vert2" presStyleCnt="0"/>
      <dgm:spPr/>
    </dgm:pt>
    <dgm:pt modelId="{547B8CFE-C1F6-4718-AFAD-3674CDE53DB2}" type="pres">
      <dgm:prSet presAssocID="{F108ABD9-A924-4BB7-BFF2-605D8C1FF3FA}" presName="thinLine2b" presStyleLbl="callout" presStyleIdx="7" presStyleCnt="8"/>
      <dgm:spPr/>
    </dgm:pt>
    <dgm:pt modelId="{A04433FE-0CDB-48CD-8A88-B12EE4124E14}" type="pres">
      <dgm:prSet presAssocID="{F108ABD9-A924-4BB7-BFF2-605D8C1FF3FA}" presName="vertSpace2b" presStyleCnt="0"/>
      <dgm:spPr/>
    </dgm:pt>
  </dgm:ptLst>
  <dgm:cxnLst>
    <dgm:cxn modelId="{25CEC808-A279-4E1A-ADE1-82EF8AE82E8E}" type="presOf" srcId="{2CC3325D-F26F-4169-A8F2-E9724DD9BF3E}" destId="{C5AD1EBC-771A-4521-9948-1B7625793B5E}" srcOrd="0" destOrd="0" presId="urn:microsoft.com/office/officeart/2008/layout/LinedList"/>
    <dgm:cxn modelId="{366C4709-87C0-40AC-B78D-F4B81E505048}" srcId="{EDEB54D7-D621-483C-A84E-6074B50A7E19}" destId="{AE37FE82-56B3-4E38-88DE-5F5FF17D72D7}" srcOrd="0" destOrd="0" parTransId="{56706AFB-E480-41CF-9AD8-93423A8C7D55}" sibTransId="{380805CD-38AA-40E9-BA47-93249C489930}"/>
    <dgm:cxn modelId="{486D1D25-DED9-40EC-A42B-BF5CAEAD2782}" type="presOf" srcId="{F7169AE5-6A52-44B5-960C-5CB238FCB3AF}" destId="{DC97B774-ED6A-4A03-AEBF-E0292D3FDE3C}" srcOrd="0" destOrd="0" presId="urn:microsoft.com/office/officeart/2008/layout/LinedList"/>
    <dgm:cxn modelId="{1309E725-CC5E-4132-84A8-BF2AA161CB98}" srcId="{AE37FE82-56B3-4E38-88DE-5F5FF17D72D7}" destId="{085967A5-ED1D-4EBA-9005-7D51DCECA4E9}" srcOrd="2" destOrd="0" parTransId="{36C3DF61-826E-4171-BE3E-FD9A86745338}" sibTransId="{49A8EB24-0A6A-4DE2-8CD1-52FD2EAC7C77}"/>
    <dgm:cxn modelId="{EFF87529-8BA9-4BBC-9C80-A1666E02F315}" type="presOf" srcId="{085967A5-ED1D-4EBA-9005-7D51DCECA4E9}" destId="{8BF7B697-25E5-4012-9002-E1FDD58BE25E}" srcOrd="0" destOrd="0" presId="urn:microsoft.com/office/officeart/2008/layout/LinedList"/>
    <dgm:cxn modelId="{2040243A-CCBA-46F9-84AC-C440FEC0FABB}" srcId="{AE37FE82-56B3-4E38-88DE-5F5FF17D72D7}" destId="{2CC3325D-F26F-4169-A8F2-E9724DD9BF3E}" srcOrd="0" destOrd="0" parTransId="{9F603017-AB6C-41A1-8370-359C4BAC0CDC}" sibTransId="{7FB06108-F248-494E-9927-E529CB72C1A3}"/>
    <dgm:cxn modelId="{3B46B760-8A89-4025-B1EF-A580DF0D5336}" type="presOf" srcId="{F108ABD9-A924-4BB7-BFF2-605D8C1FF3FA}" destId="{7A75A819-A64D-4F4D-96D8-B22078B63A4C}" srcOrd="0" destOrd="0" presId="urn:microsoft.com/office/officeart/2008/layout/LinedList"/>
    <dgm:cxn modelId="{559E8641-E56D-4934-960F-10E35B73DA58}" srcId="{AE37FE82-56B3-4E38-88DE-5F5FF17D72D7}" destId="{C42E9AED-CD48-4910-95F9-12030A6D1FC3}" srcOrd="4" destOrd="0" parTransId="{5CBD10CB-050E-46D3-A1AF-88A5DB69B196}" sibTransId="{54D077E8-9E81-4DD3-908B-88AAD500F035}"/>
    <dgm:cxn modelId="{C7EADB62-3832-425A-98E4-844FEA4DE3A4}" srcId="{AE37FE82-56B3-4E38-88DE-5F5FF17D72D7}" destId="{F108ABD9-A924-4BB7-BFF2-605D8C1FF3FA}" srcOrd="7" destOrd="0" parTransId="{ABFB948A-EBA6-466A-A7F3-A0B3B9605F80}" sibTransId="{279F1544-58CD-4866-9D40-76552FD05F3D}"/>
    <dgm:cxn modelId="{70718F7A-31A0-44D9-9607-D2671F219546}" srcId="{AE37FE82-56B3-4E38-88DE-5F5FF17D72D7}" destId="{E19FB72E-CA60-4CE7-98BA-98B7EB7D7C61}" srcOrd="5" destOrd="0" parTransId="{A809591A-D3C2-4531-BBC1-3EDAE659FF06}" sibTransId="{C4B282E2-4EB6-4AF9-8B3E-6F015A6CBC55}"/>
    <dgm:cxn modelId="{DF42677B-3FB4-46C2-A813-0B67047FDB2E}" type="presOf" srcId="{EDEB54D7-D621-483C-A84E-6074B50A7E19}" destId="{370C5362-52EE-4A65-BD5B-6E96E1C312CA}" srcOrd="0" destOrd="0" presId="urn:microsoft.com/office/officeart/2008/layout/LinedList"/>
    <dgm:cxn modelId="{831A6993-B5A8-4CD8-8EA5-02DEAC154D81}" type="presOf" srcId="{97695662-BAF3-4E1F-8297-856421E58B48}" destId="{07C958B4-D4CB-4F2C-ACA7-9FC2252BB31B}" srcOrd="0" destOrd="0" presId="urn:microsoft.com/office/officeart/2008/layout/LinedList"/>
    <dgm:cxn modelId="{FF5A95AB-2B87-428B-AA57-0EC1FF16D6D9}" srcId="{AE37FE82-56B3-4E38-88DE-5F5FF17D72D7}" destId="{F7169AE5-6A52-44B5-960C-5CB238FCB3AF}" srcOrd="3" destOrd="0" parTransId="{0F58CACE-73C4-4F24-959A-092D3DA1CCD8}" sibTransId="{5DF89232-F171-4899-B941-DEE49094AF51}"/>
    <dgm:cxn modelId="{55AED7AB-15A0-4AF9-86AD-95113E534914}" type="presOf" srcId="{AE37FE82-56B3-4E38-88DE-5F5FF17D72D7}" destId="{5A8621F6-F0DF-4D30-B852-0D804578573A}" srcOrd="0" destOrd="0" presId="urn:microsoft.com/office/officeart/2008/layout/LinedList"/>
    <dgm:cxn modelId="{06517CBE-2C23-4D53-B1E7-F727B1AE43D8}" type="presOf" srcId="{E19FB72E-CA60-4CE7-98BA-98B7EB7D7C61}" destId="{5500D156-BE92-45ED-B514-3C35D130B940}" srcOrd="0" destOrd="0" presId="urn:microsoft.com/office/officeart/2008/layout/LinedList"/>
    <dgm:cxn modelId="{727D08C6-5296-4532-8DFF-674B86CDBA42}" srcId="{AE37FE82-56B3-4E38-88DE-5F5FF17D72D7}" destId="{97695662-BAF3-4E1F-8297-856421E58B48}" srcOrd="6" destOrd="0" parTransId="{E1093A03-81D7-485A-BA2D-C079441AE6D3}" sibTransId="{509960BB-4DBE-45D0-9B35-6890D22B38E4}"/>
    <dgm:cxn modelId="{0A7EEEC7-D7C0-49BA-B739-32F518706FC7}" srcId="{AE37FE82-56B3-4E38-88DE-5F5FF17D72D7}" destId="{14A7E1AD-2AF7-45A4-8820-BB21B55E80B3}" srcOrd="1" destOrd="0" parTransId="{17C9D00A-B296-4759-9DA6-F7B2D6755959}" sibTransId="{15B74401-03F9-405F-A3DD-DAFB79E4FF58}"/>
    <dgm:cxn modelId="{F109E9F3-E8CB-4BF0-8ECA-8BDDB8C20A27}" type="presOf" srcId="{C42E9AED-CD48-4910-95F9-12030A6D1FC3}" destId="{F4A29DCF-D071-4E47-8BDD-A2005B33D97A}" srcOrd="0" destOrd="0" presId="urn:microsoft.com/office/officeart/2008/layout/LinedList"/>
    <dgm:cxn modelId="{644D8DFF-9B93-486F-B10E-E783002B5418}" type="presOf" srcId="{14A7E1AD-2AF7-45A4-8820-BB21B55E80B3}" destId="{DF88638A-DF95-4A29-BEC7-71D9DC124D5D}" srcOrd="0" destOrd="0" presId="urn:microsoft.com/office/officeart/2008/layout/LinedList"/>
    <dgm:cxn modelId="{B0E7625E-6C0C-449A-9856-F102279AA045}" type="presParOf" srcId="{370C5362-52EE-4A65-BD5B-6E96E1C312CA}" destId="{71A6FFB3-8E4E-4E97-910C-C4CE9E85E9B5}" srcOrd="0" destOrd="0" presId="urn:microsoft.com/office/officeart/2008/layout/LinedList"/>
    <dgm:cxn modelId="{FBBB1863-BCB7-4876-979A-F18EF3F9842B}" type="presParOf" srcId="{370C5362-52EE-4A65-BD5B-6E96E1C312CA}" destId="{27545458-E6AE-4EE5-B013-79572758E3B1}" srcOrd="1" destOrd="0" presId="urn:microsoft.com/office/officeart/2008/layout/LinedList"/>
    <dgm:cxn modelId="{C1681EA8-106C-4563-8118-A4BD58B1A43C}" type="presParOf" srcId="{27545458-E6AE-4EE5-B013-79572758E3B1}" destId="{5A8621F6-F0DF-4D30-B852-0D804578573A}" srcOrd="0" destOrd="0" presId="urn:microsoft.com/office/officeart/2008/layout/LinedList"/>
    <dgm:cxn modelId="{35B57E3E-3A73-4FD1-A2F8-CD2745A965A0}" type="presParOf" srcId="{27545458-E6AE-4EE5-B013-79572758E3B1}" destId="{6C11AFC2-EC79-4BB8-A8DD-3A0AEA41D99F}" srcOrd="1" destOrd="0" presId="urn:microsoft.com/office/officeart/2008/layout/LinedList"/>
    <dgm:cxn modelId="{02A2C96B-B4C3-4793-80DE-FA3ABB8442D6}" type="presParOf" srcId="{6C11AFC2-EC79-4BB8-A8DD-3A0AEA41D99F}" destId="{E9D7CAF6-93FB-4827-9C0B-822C03D798C1}" srcOrd="0" destOrd="0" presId="urn:microsoft.com/office/officeart/2008/layout/LinedList"/>
    <dgm:cxn modelId="{3DA3FBC3-EAC4-46D0-9754-88FA144F837B}" type="presParOf" srcId="{6C11AFC2-EC79-4BB8-A8DD-3A0AEA41D99F}" destId="{7950C0E4-6CCC-4231-981A-55D246474F65}" srcOrd="1" destOrd="0" presId="urn:microsoft.com/office/officeart/2008/layout/LinedList"/>
    <dgm:cxn modelId="{3C265558-A2E5-4A5A-A094-9A0F92AFF759}" type="presParOf" srcId="{7950C0E4-6CCC-4231-981A-55D246474F65}" destId="{CA02B8A8-2BE4-49D4-8B4E-E186CC6CC69F}" srcOrd="0" destOrd="0" presId="urn:microsoft.com/office/officeart/2008/layout/LinedList"/>
    <dgm:cxn modelId="{EA50DC1E-23B9-47AB-B010-E850AFFF46ED}" type="presParOf" srcId="{7950C0E4-6CCC-4231-981A-55D246474F65}" destId="{C5AD1EBC-771A-4521-9948-1B7625793B5E}" srcOrd="1" destOrd="0" presId="urn:microsoft.com/office/officeart/2008/layout/LinedList"/>
    <dgm:cxn modelId="{0BDA9D09-DAB4-468F-B1BE-887B0DFA2F21}" type="presParOf" srcId="{7950C0E4-6CCC-4231-981A-55D246474F65}" destId="{297F4D50-2455-415F-88C7-7FE529E5B2AC}" srcOrd="2" destOrd="0" presId="urn:microsoft.com/office/officeart/2008/layout/LinedList"/>
    <dgm:cxn modelId="{23A7F314-5846-47D0-89B5-F317D955AE64}" type="presParOf" srcId="{6C11AFC2-EC79-4BB8-A8DD-3A0AEA41D99F}" destId="{E43311EA-4DCE-488B-90E1-3B4D700F7498}" srcOrd="2" destOrd="0" presId="urn:microsoft.com/office/officeart/2008/layout/LinedList"/>
    <dgm:cxn modelId="{1D4207FD-55F9-4B93-8ED8-454C1589601E}" type="presParOf" srcId="{6C11AFC2-EC79-4BB8-A8DD-3A0AEA41D99F}" destId="{E58777EE-98EC-4652-8C24-FA72D0FEEA4C}" srcOrd="3" destOrd="0" presId="urn:microsoft.com/office/officeart/2008/layout/LinedList"/>
    <dgm:cxn modelId="{A490EF05-93BF-47C6-9AC4-BEB9CC9012E1}" type="presParOf" srcId="{6C11AFC2-EC79-4BB8-A8DD-3A0AEA41D99F}" destId="{C1E2EA42-1E0B-4024-BD05-CF4059DA9E26}" srcOrd="4" destOrd="0" presId="urn:microsoft.com/office/officeart/2008/layout/LinedList"/>
    <dgm:cxn modelId="{C9475F65-9B64-406F-BC9A-E1034464536C}" type="presParOf" srcId="{C1E2EA42-1E0B-4024-BD05-CF4059DA9E26}" destId="{75F0EB88-1B35-48A0-96ED-D5EBD92C108E}" srcOrd="0" destOrd="0" presId="urn:microsoft.com/office/officeart/2008/layout/LinedList"/>
    <dgm:cxn modelId="{AB4DC15F-D71D-489C-94A7-0B8ABF9A8FAF}" type="presParOf" srcId="{C1E2EA42-1E0B-4024-BD05-CF4059DA9E26}" destId="{DF88638A-DF95-4A29-BEC7-71D9DC124D5D}" srcOrd="1" destOrd="0" presId="urn:microsoft.com/office/officeart/2008/layout/LinedList"/>
    <dgm:cxn modelId="{8E352063-6D0B-4388-9B52-C11F79FE2565}" type="presParOf" srcId="{C1E2EA42-1E0B-4024-BD05-CF4059DA9E26}" destId="{FE7E1F30-E6DB-404F-B1E7-DEE869C51ACB}" srcOrd="2" destOrd="0" presId="urn:microsoft.com/office/officeart/2008/layout/LinedList"/>
    <dgm:cxn modelId="{CED0BBBD-62C7-4E6A-8EE2-EBB9259CA98E}" type="presParOf" srcId="{6C11AFC2-EC79-4BB8-A8DD-3A0AEA41D99F}" destId="{A3AA8138-E6E3-4901-B40F-AE22A8B80BDC}" srcOrd="5" destOrd="0" presId="urn:microsoft.com/office/officeart/2008/layout/LinedList"/>
    <dgm:cxn modelId="{D36089C8-FF29-4DF7-8129-66FA07F255C4}" type="presParOf" srcId="{6C11AFC2-EC79-4BB8-A8DD-3A0AEA41D99F}" destId="{FA25DA58-C114-48B4-A758-A4FEC190B55E}" srcOrd="6" destOrd="0" presId="urn:microsoft.com/office/officeart/2008/layout/LinedList"/>
    <dgm:cxn modelId="{F7E37FB2-1832-482B-9B16-843FA6BE4A2D}" type="presParOf" srcId="{6C11AFC2-EC79-4BB8-A8DD-3A0AEA41D99F}" destId="{A33F0341-0C1A-4ABF-84D8-ADC88E4F2B8F}" srcOrd="7" destOrd="0" presId="urn:microsoft.com/office/officeart/2008/layout/LinedList"/>
    <dgm:cxn modelId="{6C033456-9941-45A0-A5CD-972732C306BF}" type="presParOf" srcId="{A33F0341-0C1A-4ABF-84D8-ADC88E4F2B8F}" destId="{359547D2-7764-4AD8-ACA6-AD7F3ACC2536}" srcOrd="0" destOrd="0" presId="urn:microsoft.com/office/officeart/2008/layout/LinedList"/>
    <dgm:cxn modelId="{BCA8B188-D6E4-485E-82BF-FC4D305730E2}" type="presParOf" srcId="{A33F0341-0C1A-4ABF-84D8-ADC88E4F2B8F}" destId="{8BF7B697-25E5-4012-9002-E1FDD58BE25E}" srcOrd="1" destOrd="0" presId="urn:microsoft.com/office/officeart/2008/layout/LinedList"/>
    <dgm:cxn modelId="{6520A1FF-17C5-4E72-96A2-2502A803EA3D}" type="presParOf" srcId="{A33F0341-0C1A-4ABF-84D8-ADC88E4F2B8F}" destId="{5154C1F5-B1B1-4788-8250-34D36A850B97}" srcOrd="2" destOrd="0" presId="urn:microsoft.com/office/officeart/2008/layout/LinedList"/>
    <dgm:cxn modelId="{9AE10E5B-C2D7-4F70-B5DD-DBA00A721680}" type="presParOf" srcId="{6C11AFC2-EC79-4BB8-A8DD-3A0AEA41D99F}" destId="{9298CD09-4D7B-4D86-A0BE-EEB62C682110}" srcOrd="8" destOrd="0" presId="urn:microsoft.com/office/officeart/2008/layout/LinedList"/>
    <dgm:cxn modelId="{9CF03F43-DF25-4101-83B0-5C66A8D526D3}" type="presParOf" srcId="{6C11AFC2-EC79-4BB8-A8DD-3A0AEA41D99F}" destId="{9779F477-60AB-4537-86C1-5AA9E51F9703}" srcOrd="9" destOrd="0" presId="urn:microsoft.com/office/officeart/2008/layout/LinedList"/>
    <dgm:cxn modelId="{B1CA1F6C-D3C9-49DE-A721-E4E1152CE961}" type="presParOf" srcId="{6C11AFC2-EC79-4BB8-A8DD-3A0AEA41D99F}" destId="{501BF210-7C45-41B3-8085-D3D5F944CF4B}" srcOrd="10" destOrd="0" presId="urn:microsoft.com/office/officeart/2008/layout/LinedList"/>
    <dgm:cxn modelId="{0DC13A8B-1A99-4DB2-9D05-A671D8118B15}" type="presParOf" srcId="{501BF210-7C45-41B3-8085-D3D5F944CF4B}" destId="{360FBA9D-6A30-4772-90BB-A1C6B3B03D43}" srcOrd="0" destOrd="0" presId="urn:microsoft.com/office/officeart/2008/layout/LinedList"/>
    <dgm:cxn modelId="{9FBEA908-32E4-4067-87CF-F759F054BC05}" type="presParOf" srcId="{501BF210-7C45-41B3-8085-D3D5F944CF4B}" destId="{DC97B774-ED6A-4A03-AEBF-E0292D3FDE3C}" srcOrd="1" destOrd="0" presId="urn:microsoft.com/office/officeart/2008/layout/LinedList"/>
    <dgm:cxn modelId="{DEC6838F-7FF5-469B-97FC-27C6A16E6A88}" type="presParOf" srcId="{501BF210-7C45-41B3-8085-D3D5F944CF4B}" destId="{E2FAE91C-6539-46F2-A2FD-EA5BDB92FD7E}" srcOrd="2" destOrd="0" presId="urn:microsoft.com/office/officeart/2008/layout/LinedList"/>
    <dgm:cxn modelId="{10408E78-BF08-429D-9F02-46DE2A8C0E4B}" type="presParOf" srcId="{6C11AFC2-EC79-4BB8-A8DD-3A0AEA41D99F}" destId="{5BC40D12-9011-433A-A04B-9BCA131DBE28}" srcOrd="11" destOrd="0" presId="urn:microsoft.com/office/officeart/2008/layout/LinedList"/>
    <dgm:cxn modelId="{6E8E8EE7-8AB5-4DEF-84E9-B1F84709C3D5}" type="presParOf" srcId="{6C11AFC2-EC79-4BB8-A8DD-3A0AEA41D99F}" destId="{6F772D7D-4981-43DD-9D9A-5D529C1D48FA}" srcOrd="12" destOrd="0" presId="urn:microsoft.com/office/officeart/2008/layout/LinedList"/>
    <dgm:cxn modelId="{82B81B86-EC4C-404B-B605-ABFCFB0712EC}" type="presParOf" srcId="{6C11AFC2-EC79-4BB8-A8DD-3A0AEA41D99F}" destId="{B66C60BA-E89F-4CB3-BFBA-9895F9DF138E}" srcOrd="13" destOrd="0" presId="urn:microsoft.com/office/officeart/2008/layout/LinedList"/>
    <dgm:cxn modelId="{64F6A02C-2E91-415F-A236-36288AF81910}" type="presParOf" srcId="{B66C60BA-E89F-4CB3-BFBA-9895F9DF138E}" destId="{74D00BD3-1DAB-4F77-98F8-081289B8DE9B}" srcOrd="0" destOrd="0" presId="urn:microsoft.com/office/officeart/2008/layout/LinedList"/>
    <dgm:cxn modelId="{2DC51B9A-1834-44D5-B152-AC80C9EAB4F3}" type="presParOf" srcId="{B66C60BA-E89F-4CB3-BFBA-9895F9DF138E}" destId="{F4A29DCF-D071-4E47-8BDD-A2005B33D97A}" srcOrd="1" destOrd="0" presId="urn:microsoft.com/office/officeart/2008/layout/LinedList"/>
    <dgm:cxn modelId="{584DE67E-DA39-4316-9657-958BA9D604C5}" type="presParOf" srcId="{B66C60BA-E89F-4CB3-BFBA-9895F9DF138E}" destId="{00C7C469-9C8C-420D-800E-B58112412F15}" srcOrd="2" destOrd="0" presId="urn:microsoft.com/office/officeart/2008/layout/LinedList"/>
    <dgm:cxn modelId="{8324060E-AFE1-403E-A5B2-B820E95C0553}" type="presParOf" srcId="{6C11AFC2-EC79-4BB8-A8DD-3A0AEA41D99F}" destId="{FEB5D30D-6345-4889-942B-10DA9BBA28B5}" srcOrd="14" destOrd="0" presId="urn:microsoft.com/office/officeart/2008/layout/LinedList"/>
    <dgm:cxn modelId="{4BE46B4E-8B5E-44E4-9B93-8D7C97C262F9}" type="presParOf" srcId="{6C11AFC2-EC79-4BB8-A8DD-3A0AEA41D99F}" destId="{A0C70EDB-F19B-421E-AF59-076ED368725F}" srcOrd="15" destOrd="0" presId="urn:microsoft.com/office/officeart/2008/layout/LinedList"/>
    <dgm:cxn modelId="{FB9CA16C-A8A4-4AE5-ABF1-FDAD588CACDB}" type="presParOf" srcId="{6C11AFC2-EC79-4BB8-A8DD-3A0AEA41D99F}" destId="{D0FD235A-D80F-4E37-83D7-431143692211}" srcOrd="16" destOrd="0" presId="urn:microsoft.com/office/officeart/2008/layout/LinedList"/>
    <dgm:cxn modelId="{CD481FB0-EF05-49A5-8A13-F1BB6FCA3703}" type="presParOf" srcId="{D0FD235A-D80F-4E37-83D7-431143692211}" destId="{22CBC0D1-0130-42D6-B313-8BEB42A6D999}" srcOrd="0" destOrd="0" presId="urn:microsoft.com/office/officeart/2008/layout/LinedList"/>
    <dgm:cxn modelId="{C71FF7C1-6941-4EA2-8219-52BCF5911FD7}" type="presParOf" srcId="{D0FD235A-D80F-4E37-83D7-431143692211}" destId="{5500D156-BE92-45ED-B514-3C35D130B940}" srcOrd="1" destOrd="0" presId="urn:microsoft.com/office/officeart/2008/layout/LinedList"/>
    <dgm:cxn modelId="{0CCF0D33-8667-4C4F-AAD1-5358C50215C8}" type="presParOf" srcId="{D0FD235A-D80F-4E37-83D7-431143692211}" destId="{17442750-B26B-4AC8-97B6-EB158226363F}" srcOrd="2" destOrd="0" presId="urn:microsoft.com/office/officeart/2008/layout/LinedList"/>
    <dgm:cxn modelId="{6237E88C-2E33-4A28-887D-64E7EA8A7F62}" type="presParOf" srcId="{6C11AFC2-EC79-4BB8-A8DD-3A0AEA41D99F}" destId="{31EE367D-11F2-4896-AE78-A89224D35716}" srcOrd="17" destOrd="0" presId="urn:microsoft.com/office/officeart/2008/layout/LinedList"/>
    <dgm:cxn modelId="{25DEE578-5268-4F7F-B4E2-D156256F4B1A}" type="presParOf" srcId="{6C11AFC2-EC79-4BB8-A8DD-3A0AEA41D99F}" destId="{A7241EE9-0E53-47C3-9691-38582D3634C4}" srcOrd="18" destOrd="0" presId="urn:microsoft.com/office/officeart/2008/layout/LinedList"/>
    <dgm:cxn modelId="{D55A6380-70D3-4ABE-A1B2-9B4EB40BEB23}" type="presParOf" srcId="{6C11AFC2-EC79-4BB8-A8DD-3A0AEA41D99F}" destId="{A04C08B5-13F5-42B2-B572-E371F7DDA2F6}" srcOrd="19" destOrd="0" presId="urn:microsoft.com/office/officeart/2008/layout/LinedList"/>
    <dgm:cxn modelId="{4F16D858-836F-41D7-804B-81FF8558398E}" type="presParOf" srcId="{A04C08B5-13F5-42B2-B572-E371F7DDA2F6}" destId="{163EE321-C741-40A2-965E-E0B0159235CE}" srcOrd="0" destOrd="0" presId="urn:microsoft.com/office/officeart/2008/layout/LinedList"/>
    <dgm:cxn modelId="{B17A2C67-73B0-4850-AAC5-7A89DCC5A8B6}" type="presParOf" srcId="{A04C08B5-13F5-42B2-B572-E371F7DDA2F6}" destId="{07C958B4-D4CB-4F2C-ACA7-9FC2252BB31B}" srcOrd="1" destOrd="0" presId="urn:microsoft.com/office/officeart/2008/layout/LinedList"/>
    <dgm:cxn modelId="{28898803-BD8D-475D-A3BB-FB0F8B989315}" type="presParOf" srcId="{A04C08B5-13F5-42B2-B572-E371F7DDA2F6}" destId="{4358DD4F-1AF4-4E4A-8C5E-9BC47ACC5CA3}" srcOrd="2" destOrd="0" presId="urn:microsoft.com/office/officeart/2008/layout/LinedList"/>
    <dgm:cxn modelId="{B54F465E-E266-4B7A-ABFD-542240634671}" type="presParOf" srcId="{6C11AFC2-EC79-4BB8-A8DD-3A0AEA41D99F}" destId="{673488E1-7417-4C5A-91C8-59E80D8BEF85}" srcOrd="20" destOrd="0" presId="urn:microsoft.com/office/officeart/2008/layout/LinedList"/>
    <dgm:cxn modelId="{23CFD64A-8F5A-47FF-82A0-718A63D65E80}" type="presParOf" srcId="{6C11AFC2-EC79-4BB8-A8DD-3A0AEA41D99F}" destId="{770E0B5B-F499-4354-B3C5-957D7426A058}" srcOrd="21" destOrd="0" presId="urn:microsoft.com/office/officeart/2008/layout/LinedList"/>
    <dgm:cxn modelId="{B7856682-97E0-40E4-9431-C4B35AC84CE9}" type="presParOf" srcId="{6C11AFC2-EC79-4BB8-A8DD-3A0AEA41D99F}" destId="{EF81F41C-FA12-4F87-BB94-85DA5569CC8A}" srcOrd="22" destOrd="0" presId="urn:microsoft.com/office/officeart/2008/layout/LinedList"/>
    <dgm:cxn modelId="{CC3EBB12-3EE5-4906-A3A2-86994C79D54C}" type="presParOf" srcId="{EF81F41C-FA12-4F87-BB94-85DA5569CC8A}" destId="{3F966176-B381-47D0-8823-428D8C106C8B}" srcOrd="0" destOrd="0" presId="urn:microsoft.com/office/officeart/2008/layout/LinedList"/>
    <dgm:cxn modelId="{CABD7634-6181-4431-82FB-909E7AF37148}" type="presParOf" srcId="{EF81F41C-FA12-4F87-BB94-85DA5569CC8A}" destId="{7A75A819-A64D-4F4D-96D8-B22078B63A4C}" srcOrd="1" destOrd="0" presId="urn:microsoft.com/office/officeart/2008/layout/LinedList"/>
    <dgm:cxn modelId="{C4C22B18-C869-4223-9BE3-DCADBD00D761}" type="presParOf" srcId="{EF81F41C-FA12-4F87-BB94-85DA5569CC8A}" destId="{486DA54C-0039-4953-8C22-B5576B39F59C}" srcOrd="2" destOrd="0" presId="urn:microsoft.com/office/officeart/2008/layout/LinedList"/>
    <dgm:cxn modelId="{9F2B5435-7BDF-4E67-959F-82059292CCD2}" type="presParOf" srcId="{6C11AFC2-EC79-4BB8-A8DD-3A0AEA41D99F}" destId="{547B8CFE-C1F6-4718-AFAD-3674CDE53DB2}" srcOrd="23" destOrd="0" presId="urn:microsoft.com/office/officeart/2008/layout/LinedList"/>
    <dgm:cxn modelId="{7904AD9F-A1F6-437E-A91B-6E08721F5D4C}" type="presParOf" srcId="{6C11AFC2-EC79-4BB8-A8DD-3A0AEA41D99F}" destId="{A04433FE-0CDB-48CD-8A88-B12EE4124E14}" srcOrd="24"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58C2B7-EF1A-4608-BF63-6ACF0FD94955}" type="doc">
      <dgm:prSet loTypeId="urn:microsoft.com/office/officeart/2016/7/layout/VerticalDownArrowProcess" loCatId="process" qsTypeId="urn:microsoft.com/office/officeart/2005/8/quickstyle/simple1" qsCatId="simple" csTypeId="urn:microsoft.com/office/officeart/2005/8/colors/accent1_2" csCatId="accent1" phldr="1"/>
      <dgm:spPr/>
      <dgm:t>
        <a:bodyPr/>
        <a:lstStyle/>
        <a:p>
          <a:endParaRPr lang="en-US"/>
        </a:p>
      </dgm:t>
    </dgm:pt>
    <dgm:pt modelId="{79784274-268A-4AC6-98A8-1C54119125CE}">
      <dgm:prSet/>
      <dgm:spPr/>
      <dgm:t>
        <a:bodyPr/>
        <a:lstStyle/>
        <a:p>
          <a:r>
            <a:rPr lang="en-US" dirty="0"/>
            <a:t>Learn</a:t>
          </a:r>
        </a:p>
      </dgm:t>
    </dgm:pt>
    <dgm:pt modelId="{AD68F21E-E6FD-4F15-83F8-F5F55BADF936}" type="parTrans" cxnId="{D67D02A4-CAE2-432C-B022-2968922F38AE}">
      <dgm:prSet/>
      <dgm:spPr/>
      <dgm:t>
        <a:bodyPr/>
        <a:lstStyle/>
        <a:p>
          <a:endParaRPr lang="en-US"/>
        </a:p>
      </dgm:t>
    </dgm:pt>
    <dgm:pt modelId="{82C90720-CFA4-4182-BB58-AF42C765AA04}" type="sibTrans" cxnId="{D67D02A4-CAE2-432C-B022-2968922F38AE}">
      <dgm:prSet/>
      <dgm:spPr/>
      <dgm:t>
        <a:bodyPr/>
        <a:lstStyle/>
        <a:p>
          <a:endParaRPr lang="en-US"/>
        </a:p>
      </dgm:t>
    </dgm:pt>
    <dgm:pt modelId="{20EC5F02-764B-4142-AD39-2F95EA3720DF}">
      <dgm:prSet/>
      <dgm:spPr/>
      <dgm:t>
        <a:bodyPr/>
        <a:lstStyle/>
        <a:p>
          <a:r>
            <a:rPr lang="en-US" dirty="0"/>
            <a:t>Learn about the history and evolution of disability services </a:t>
          </a:r>
        </a:p>
      </dgm:t>
    </dgm:pt>
    <dgm:pt modelId="{50202792-8D17-4DD9-BDD2-9995876939F2}" type="parTrans" cxnId="{1F3522B1-3A01-41F5-AC82-A494B3AB9CBB}">
      <dgm:prSet/>
      <dgm:spPr/>
      <dgm:t>
        <a:bodyPr/>
        <a:lstStyle/>
        <a:p>
          <a:endParaRPr lang="en-US"/>
        </a:p>
      </dgm:t>
    </dgm:pt>
    <dgm:pt modelId="{BE2BC6A9-38D2-42C4-8AAE-372155E0B26A}" type="sibTrans" cxnId="{1F3522B1-3A01-41F5-AC82-A494B3AB9CBB}">
      <dgm:prSet/>
      <dgm:spPr/>
      <dgm:t>
        <a:bodyPr/>
        <a:lstStyle/>
        <a:p>
          <a:endParaRPr lang="en-US"/>
        </a:p>
      </dgm:t>
    </dgm:pt>
    <dgm:pt modelId="{03301D0C-BE09-47B2-8603-8D27F2381994}">
      <dgm:prSet/>
      <dgm:spPr/>
      <dgm:t>
        <a:bodyPr/>
        <a:lstStyle/>
        <a:p>
          <a:r>
            <a:rPr lang="en-US" dirty="0"/>
            <a:t>Identify</a:t>
          </a:r>
        </a:p>
      </dgm:t>
    </dgm:pt>
    <dgm:pt modelId="{28BEB16F-B313-4304-97D7-B387FA1F146D}" type="parTrans" cxnId="{9F50D537-1DD2-41BE-91AF-31222897133D}">
      <dgm:prSet/>
      <dgm:spPr/>
      <dgm:t>
        <a:bodyPr/>
        <a:lstStyle/>
        <a:p>
          <a:endParaRPr lang="en-US"/>
        </a:p>
      </dgm:t>
    </dgm:pt>
    <dgm:pt modelId="{66632D10-E79C-42F9-9D6A-E478FD81E682}" type="sibTrans" cxnId="{9F50D537-1DD2-41BE-91AF-31222897133D}">
      <dgm:prSet/>
      <dgm:spPr/>
      <dgm:t>
        <a:bodyPr/>
        <a:lstStyle/>
        <a:p>
          <a:endParaRPr lang="en-US"/>
        </a:p>
      </dgm:t>
    </dgm:pt>
    <dgm:pt modelId="{AB2457E0-4FFC-446F-BC7C-F77DB24D9BF4}">
      <dgm:prSet/>
      <dgm:spPr/>
      <dgm:t>
        <a:bodyPr/>
        <a:lstStyle/>
        <a:p>
          <a:r>
            <a:rPr lang="en-US" dirty="0"/>
            <a:t>Identify key federal legislation and policies that have impacted the lives of people with disabilities </a:t>
          </a:r>
        </a:p>
      </dgm:t>
    </dgm:pt>
    <dgm:pt modelId="{1C4E66ED-198A-4698-A872-34A75DDBA1A6}" type="parTrans" cxnId="{977733FF-5FBA-430C-958E-DFF77CAC33BF}">
      <dgm:prSet/>
      <dgm:spPr/>
      <dgm:t>
        <a:bodyPr/>
        <a:lstStyle/>
        <a:p>
          <a:endParaRPr lang="en-US"/>
        </a:p>
      </dgm:t>
    </dgm:pt>
    <dgm:pt modelId="{C2097790-5300-4FA2-A9FB-CBC59985376C}" type="sibTrans" cxnId="{977733FF-5FBA-430C-958E-DFF77CAC33BF}">
      <dgm:prSet/>
      <dgm:spPr/>
      <dgm:t>
        <a:bodyPr/>
        <a:lstStyle/>
        <a:p>
          <a:endParaRPr lang="en-US"/>
        </a:p>
      </dgm:t>
    </dgm:pt>
    <dgm:pt modelId="{96B1656B-1993-42AC-8798-3B612A3EAEA5}">
      <dgm:prSet/>
      <dgm:spPr/>
      <dgm:t>
        <a:bodyPr/>
        <a:lstStyle/>
        <a:p>
          <a:r>
            <a:rPr lang="en-US" dirty="0"/>
            <a:t>Identify</a:t>
          </a:r>
        </a:p>
      </dgm:t>
    </dgm:pt>
    <dgm:pt modelId="{DAB8D339-A950-4724-AA78-1FC99E568B13}" type="parTrans" cxnId="{3785742D-628E-4E6E-9560-16BF535793FE}">
      <dgm:prSet/>
      <dgm:spPr/>
      <dgm:t>
        <a:bodyPr/>
        <a:lstStyle/>
        <a:p>
          <a:endParaRPr lang="en-US"/>
        </a:p>
      </dgm:t>
    </dgm:pt>
    <dgm:pt modelId="{9B11B227-A91D-49B6-B948-D6466783D5F6}" type="sibTrans" cxnId="{3785742D-628E-4E6E-9560-16BF535793FE}">
      <dgm:prSet/>
      <dgm:spPr/>
      <dgm:t>
        <a:bodyPr/>
        <a:lstStyle/>
        <a:p>
          <a:endParaRPr lang="en-US"/>
        </a:p>
      </dgm:t>
    </dgm:pt>
    <dgm:pt modelId="{E6CEB5C4-46F6-4945-909E-BF40C1E85473}">
      <dgm:prSet/>
      <dgm:spPr/>
      <dgm:t>
        <a:bodyPr/>
        <a:lstStyle/>
        <a:p>
          <a:r>
            <a:rPr lang="en-US" dirty="0"/>
            <a:t>Identify how these impact the work you do today</a:t>
          </a:r>
        </a:p>
      </dgm:t>
    </dgm:pt>
    <dgm:pt modelId="{9AC87C43-9C1B-416F-8085-76B7A887806D}" type="parTrans" cxnId="{2CD09B38-5621-4949-A824-852F4907076A}">
      <dgm:prSet/>
      <dgm:spPr/>
      <dgm:t>
        <a:bodyPr/>
        <a:lstStyle/>
        <a:p>
          <a:endParaRPr lang="en-US"/>
        </a:p>
      </dgm:t>
    </dgm:pt>
    <dgm:pt modelId="{D3F0AE3C-FECB-43C5-84F8-8F6DC1897B93}" type="sibTrans" cxnId="{2CD09B38-5621-4949-A824-852F4907076A}">
      <dgm:prSet/>
      <dgm:spPr/>
      <dgm:t>
        <a:bodyPr/>
        <a:lstStyle/>
        <a:p>
          <a:endParaRPr lang="en-US"/>
        </a:p>
      </dgm:t>
    </dgm:pt>
    <dgm:pt modelId="{36F314A0-6985-44ED-8450-343F9E95635D}">
      <dgm:prSet phldr="0"/>
      <dgm:spPr/>
      <dgm:t>
        <a:bodyPr/>
        <a:lstStyle/>
        <a:p>
          <a:pPr rtl="0"/>
          <a:r>
            <a:rPr lang="en-US" sz="2200" b="1" dirty="0">
              <a:latin typeface="Calibri Light" panose="020F0302020204030204"/>
            </a:rPr>
            <a:t>Identify</a:t>
          </a:r>
        </a:p>
      </dgm:t>
    </dgm:pt>
    <dgm:pt modelId="{A77866DB-4141-401B-ABCE-5576C9A8AE76}" type="parTrans" cxnId="{63F724F7-9FE9-4387-B771-8B0B82262630}">
      <dgm:prSet/>
      <dgm:spPr/>
      <dgm:t>
        <a:bodyPr/>
        <a:lstStyle/>
        <a:p>
          <a:endParaRPr lang="en-US"/>
        </a:p>
      </dgm:t>
    </dgm:pt>
    <dgm:pt modelId="{9E1A86DB-73F2-4D70-A15A-D47CDD3C5618}" type="sibTrans" cxnId="{63F724F7-9FE9-4387-B771-8B0B82262630}">
      <dgm:prSet/>
      <dgm:spPr/>
      <dgm:t>
        <a:bodyPr/>
        <a:lstStyle/>
        <a:p>
          <a:endParaRPr lang="en-US"/>
        </a:p>
      </dgm:t>
    </dgm:pt>
    <dgm:pt modelId="{8035E1FD-34D9-441F-A147-647739C29DA6}">
      <dgm:prSet phldr="0"/>
      <dgm:spPr/>
      <dgm:t>
        <a:bodyPr/>
        <a:lstStyle/>
        <a:p>
          <a:pPr rtl="0"/>
          <a:r>
            <a:rPr lang="en-US" sz="1800" b="1" dirty="0">
              <a:latin typeface="Calibri Light" panose="020F0302020204030204"/>
            </a:rPr>
            <a:t>How well are you or your organization meeting policy requirements</a:t>
          </a:r>
          <a:r>
            <a:rPr lang="en-US" sz="1800" dirty="0">
              <a:latin typeface="Calibri Light" panose="020F0302020204030204"/>
            </a:rPr>
            <a:t>? </a:t>
          </a:r>
        </a:p>
      </dgm:t>
    </dgm:pt>
    <dgm:pt modelId="{60EF1104-8B53-4340-B519-5169595FB67B}" type="parTrans" cxnId="{5AEF5F8F-67D8-48AC-A7F5-EC5C825341A1}">
      <dgm:prSet/>
      <dgm:spPr/>
      <dgm:t>
        <a:bodyPr/>
        <a:lstStyle/>
        <a:p>
          <a:endParaRPr lang="en-US"/>
        </a:p>
      </dgm:t>
    </dgm:pt>
    <dgm:pt modelId="{2AF589B9-48DB-4A5D-88A9-681F0CD69E2D}" type="sibTrans" cxnId="{5AEF5F8F-67D8-48AC-A7F5-EC5C825341A1}">
      <dgm:prSet/>
      <dgm:spPr/>
      <dgm:t>
        <a:bodyPr/>
        <a:lstStyle/>
        <a:p>
          <a:endParaRPr lang="en-US"/>
        </a:p>
      </dgm:t>
    </dgm:pt>
    <dgm:pt modelId="{523BF8CB-35CB-4303-8F68-9E28772BB11E}" type="pres">
      <dgm:prSet presAssocID="{DC58C2B7-EF1A-4608-BF63-6ACF0FD94955}" presName="Name0" presStyleCnt="0">
        <dgm:presLayoutVars>
          <dgm:dir/>
          <dgm:animLvl val="lvl"/>
          <dgm:resizeHandles val="exact"/>
        </dgm:presLayoutVars>
      </dgm:prSet>
      <dgm:spPr/>
    </dgm:pt>
    <dgm:pt modelId="{6B77C71B-D5A4-4941-94A6-AA6DA84F5268}" type="pres">
      <dgm:prSet presAssocID="{36F314A0-6985-44ED-8450-343F9E95635D}" presName="boxAndChildren" presStyleCnt="0"/>
      <dgm:spPr/>
    </dgm:pt>
    <dgm:pt modelId="{8DC4D7C1-D90F-49D6-8044-3497060F8E1D}" type="pres">
      <dgm:prSet presAssocID="{36F314A0-6985-44ED-8450-343F9E95635D}" presName="parentTextBox" presStyleLbl="alignNode1" presStyleIdx="0" presStyleCnt="4"/>
      <dgm:spPr/>
    </dgm:pt>
    <dgm:pt modelId="{FC5A1CB1-1269-46A7-8814-21428082B885}" type="pres">
      <dgm:prSet presAssocID="{36F314A0-6985-44ED-8450-343F9E95635D}" presName="descendantBox" presStyleLbl="bgAccFollowNode1" presStyleIdx="0" presStyleCnt="4"/>
      <dgm:spPr/>
    </dgm:pt>
    <dgm:pt modelId="{EB4B8B3B-82FB-473F-A836-816FB110B255}" type="pres">
      <dgm:prSet presAssocID="{9B11B227-A91D-49B6-B948-D6466783D5F6}" presName="sp" presStyleCnt="0"/>
      <dgm:spPr/>
    </dgm:pt>
    <dgm:pt modelId="{3FF21873-1421-46BB-B5B0-4908866D8761}" type="pres">
      <dgm:prSet presAssocID="{96B1656B-1993-42AC-8798-3B612A3EAEA5}" presName="arrowAndChildren" presStyleCnt="0"/>
      <dgm:spPr/>
    </dgm:pt>
    <dgm:pt modelId="{DAC07927-392F-4B3E-A09F-7F3163F9CCFE}" type="pres">
      <dgm:prSet presAssocID="{96B1656B-1993-42AC-8798-3B612A3EAEA5}" presName="parentTextArrow" presStyleLbl="node1" presStyleIdx="0" presStyleCnt="0"/>
      <dgm:spPr/>
    </dgm:pt>
    <dgm:pt modelId="{956BA3F4-5DE4-447E-8F40-51C42A9719AB}" type="pres">
      <dgm:prSet presAssocID="{96B1656B-1993-42AC-8798-3B612A3EAEA5}" presName="arrow" presStyleLbl="alignNode1" presStyleIdx="1" presStyleCnt="4"/>
      <dgm:spPr/>
    </dgm:pt>
    <dgm:pt modelId="{024C8EB8-7FC5-407E-8DC9-85DC42C38951}" type="pres">
      <dgm:prSet presAssocID="{96B1656B-1993-42AC-8798-3B612A3EAEA5}" presName="descendantArrow" presStyleLbl="bgAccFollowNode1" presStyleIdx="1" presStyleCnt="4"/>
      <dgm:spPr/>
    </dgm:pt>
    <dgm:pt modelId="{3A694471-BFD0-4E88-A335-2F00F2C5EFAD}" type="pres">
      <dgm:prSet presAssocID="{66632D10-E79C-42F9-9D6A-E478FD81E682}" presName="sp" presStyleCnt="0"/>
      <dgm:spPr/>
    </dgm:pt>
    <dgm:pt modelId="{762C7164-3C09-415B-ACBC-D98EA30FCCC3}" type="pres">
      <dgm:prSet presAssocID="{03301D0C-BE09-47B2-8603-8D27F2381994}" presName="arrowAndChildren" presStyleCnt="0"/>
      <dgm:spPr/>
    </dgm:pt>
    <dgm:pt modelId="{82662A01-9188-4B74-9110-EFDFCADE2196}" type="pres">
      <dgm:prSet presAssocID="{03301D0C-BE09-47B2-8603-8D27F2381994}" presName="parentTextArrow" presStyleLbl="node1" presStyleIdx="0" presStyleCnt="0"/>
      <dgm:spPr/>
    </dgm:pt>
    <dgm:pt modelId="{30B1C48A-6A42-46F0-9B05-940B6143484B}" type="pres">
      <dgm:prSet presAssocID="{03301D0C-BE09-47B2-8603-8D27F2381994}" presName="arrow" presStyleLbl="alignNode1" presStyleIdx="2" presStyleCnt="4"/>
      <dgm:spPr/>
    </dgm:pt>
    <dgm:pt modelId="{B824B218-ACDE-4A68-ACD9-8CBF35BAD45A}" type="pres">
      <dgm:prSet presAssocID="{03301D0C-BE09-47B2-8603-8D27F2381994}" presName="descendantArrow" presStyleLbl="bgAccFollowNode1" presStyleIdx="2" presStyleCnt="4"/>
      <dgm:spPr/>
    </dgm:pt>
    <dgm:pt modelId="{3DA722CC-C0C7-4E0E-A422-ED49DB2D3C36}" type="pres">
      <dgm:prSet presAssocID="{82C90720-CFA4-4182-BB58-AF42C765AA04}" presName="sp" presStyleCnt="0"/>
      <dgm:spPr/>
    </dgm:pt>
    <dgm:pt modelId="{30EC6474-FA07-4F8E-8066-E61238CF1C30}" type="pres">
      <dgm:prSet presAssocID="{79784274-268A-4AC6-98A8-1C54119125CE}" presName="arrowAndChildren" presStyleCnt="0"/>
      <dgm:spPr/>
    </dgm:pt>
    <dgm:pt modelId="{B4E154DF-09E4-4D0B-BE6C-0F6A6E271929}" type="pres">
      <dgm:prSet presAssocID="{79784274-268A-4AC6-98A8-1C54119125CE}" presName="parentTextArrow" presStyleLbl="node1" presStyleIdx="0" presStyleCnt="0"/>
      <dgm:spPr/>
    </dgm:pt>
    <dgm:pt modelId="{B6AA1C10-CF94-491E-8380-765996EC5ABA}" type="pres">
      <dgm:prSet presAssocID="{79784274-268A-4AC6-98A8-1C54119125CE}" presName="arrow" presStyleLbl="alignNode1" presStyleIdx="3" presStyleCnt="4"/>
      <dgm:spPr/>
    </dgm:pt>
    <dgm:pt modelId="{E8782A2B-C095-4C1E-8B9C-9F9BC1CBF058}" type="pres">
      <dgm:prSet presAssocID="{79784274-268A-4AC6-98A8-1C54119125CE}" presName="descendantArrow" presStyleLbl="bgAccFollowNode1" presStyleIdx="3" presStyleCnt="4"/>
      <dgm:spPr/>
    </dgm:pt>
  </dgm:ptLst>
  <dgm:cxnLst>
    <dgm:cxn modelId="{CFF44D01-7250-48C1-8435-5071CFAD2140}" type="presOf" srcId="{E6CEB5C4-46F6-4945-909E-BF40C1E85473}" destId="{024C8EB8-7FC5-407E-8DC9-85DC42C38951}" srcOrd="0" destOrd="0" presId="urn:microsoft.com/office/officeart/2016/7/layout/VerticalDownArrowProcess"/>
    <dgm:cxn modelId="{C1CE590F-43BE-455F-A2CD-576B87DF5918}" type="presOf" srcId="{96B1656B-1993-42AC-8798-3B612A3EAEA5}" destId="{956BA3F4-5DE4-447E-8F40-51C42A9719AB}" srcOrd="1" destOrd="0" presId="urn:microsoft.com/office/officeart/2016/7/layout/VerticalDownArrowProcess"/>
    <dgm:cxn modelId="{3785742D-628E-4E6E-9560-16BF535793FE}" srcId="{DC58C2B7-EF1A-4608-BF63-6ACF0FD94955}" destId="{96B1656B-1993-42AC-8798-3B612A3EAEA5}" srcOrd="2" destOrd="0" parTransId="{DAB8D339-A950-4724-AA78-1FC99E568B13}" sibTransId="{9B11B227-A91D-49B6-B948-D6466783D5F6}"/>
    <dgm:cxn modelId="{9F50D537-1DD2-41BE-91AF-31222897133D}" srcId="{DC58C2B7-EF1A-4608-BF63-6ACF0FD94955}" destId="{03301D0C-BE09-47B2-8603-8D27F2381994}" srcOrd="1" destOrd="0" parTransId="{28BEB16F-B313-4304-97D7-B387FA1F146D}" sibTransId="{66632D10-E79C-42F9-9D6A-E478FD81E682}"/>
    <dgm:cxn modelId="{2CD09B38-5621-4949-A824-852F4907076A}" srcId="{96B1656B-1993-42AC-8798-3B612A3EAEA5}" destId="{E6CEB5C4-46F6-4945-909E-BF40C1E85473}" srcOrd="0" destOrd="0" parTransId="{9AC87C43-9C1B-416F-8085-76B7A887806D}" sibTransId="{D3F0AE3C-FECB-43C5-84F8-8F6DC1897B93}"/>
    <dgm:cxn modelId="{20D5E941-7750-4DE7-8BB6-B1DD080CAD9E}" type="presOf" srcId="{20EC5F02-764B-4142-AD39-2F95EA3720DF}" destId="{E8782A2B-C095-4C1E-8B9C-9F9BC1CBF058}" srcOrd="0" destOrd="0" presId="urn:microsoft.com/office/officeart/2016/7/layout/VerticalDownArrowProcess"/>
    <dgm:cxn modelId="{BDA1E04C-7833-41EE-B724-A94CEFC9205E}" type="presOf" srcId="{8035E1FD-34D9-441F-A147-647739C29DA6}" destId="{FC5A1CB1-1269-46A7-8814-21428082B885}" srcOrd="0" destOrd="0" presId="urn:microsoft.com/office/officeart/2016/7/layout/VerticalDownArrowProcess"/>
    <dgm:cxn modelId="{6A0BCC72-E6B8-4690-BCA5-67D2BB573D34}" type="presOf" srcId="{DC58C2B7-EF1A-4608-BF63-6ACF0FD94955}" destId="{523BF8CB-35CB-4303-8F68-9E28772BB11E}" srcOrd="0" destOrd="0" presId="urn:microsoft.com/office/officeart/2016/7/layout/VerticalDownArrowProcess"/>
    <dgm:cxn modelId="{1E67D454-1B95-4DB8-82EE-9A6F7B620A4B}" type="presOf" srcId="{AB2457E0-4FFC-446F-BC7C-F77DB24D9BF4}" destId="{B824B218-ACDE-4A68-ACD9-8CBF35BAD45A}" srcOrd="0" destOrd="0" presId="urn:microsoft.com/office/officeart/2016/7/layout/VerticalDownArrowProcess"/>
    <dgm:cxn modelId="{B36C7B81-3A9C-43CC-99C4-03398CCFD5A0}" type="presOf" srcId="{79784274-268A-4AC6-98A8-1C54119125CE}" destId="{B6AA1C10-CF94-491E-8380-765996EC5ABA}" srcOrd="1" destOrd="0" presId="urn:microsoft.com/office/officeart/2016/7/layout/VerticalDownArrowProcess"/>
    <dgm:cxn modelId="{5AEF5F8F-67D8-48AC-A7F5-EC5C825341A1}" srcId="{36F314A0-6985-44ED-8450-343F9E95635D}" destId="{8035E1FD-34D9-441F-A147-647739C29DA6}" srcOrd="0" destOrd="0" parTransId="{60EF1104-8B53-4340-B519-5169595FB67B}" sibTransId="{2AF589B9-48DB-4A5D-88A9-681F0CD69E2D}"/>
    <dgm:cxn modelId="{D67D02A4-CAE2-432C-B022-2968922F38AE}" srcId="{DC58C2B7-EF1A-4608-BF63-6ACF0FD94955}" destId="{79784274-268A-4AC6-98A8-1C54119125CE}" srcOrd="0" destOrd="0" parTransId="{AD68F21E-E6FD-4F15-83F8-F5F55BADF936}" sibTransId="{82C90720-CFA4-4182-BB58-AF42C765AA04}"/>
    <dgm:cxn modelId="{969897AD-9688-4F28-BAA3-33240A1BF061}" type="presOf" srcId="{03301D0C-BE09-47B2-8603-8D27F2381994}" destId="{82662A01-9188-4B74-9110-EFDFCADE2196}" srcOrd="0" destOrd="0" presId="urn:microsoft.com/office/officeart/2016/7/layout/VerticalDownArrowProcess"/>
    <dgm:cxn modelId="{1F3522B1-3A01-41F5-AC82-A494B3AB9CBB}" srcId="{79784274-268A-4AC6-98A8-1C54119125CE}" destId="{20EC5F02-764B-4142-AD39-2F95EA3720DF}" srcOrd="0" destOrd="0" parTransId="{50202792-8D17-4DD9-BDD2-9995876939F2}" sibTransId="{BE2BC6A9-38D2-42C4-8AAE-372155E0B26A}"/>
    <dgm:cxn modelId="{857A57BE-9044-40E0-B25A-C5B4BE81E3C4}" type="presOf" srcId="{96B1656B-1993-42AC-8798-3B612A3EAEA5}" destId="{DAC07927-392F-4B3E-A09F-7F3163F9CCFE}" srcOrd="0" destOrd="0" presId="urn:microsoft.com/office/officeart/2016/7/layout/VerticalDownArrowProcess"/>
    <dgm:cxn modelId="{D2EAE1DF-0996-425C-883A-2FE48047162A}" type="presOf" srcId="{03301D0C-BE09-47B2-8603-8D27F2381994}" destId="{30B1C48A-6A42-46F0-9B05-940B6143484B}" srcOrd="1" destOrd="0" presId="urn:microsoft.com/office/officeart/2016/7/layout/VerticalDownArrowProcess"/>
    <dgm:cxn modelId="{D46EFFE3-EEDC-4B1F-8DBE-815870533AF0}" type="presOf" srcId="{36F314A0-6985-44ED-8450-343F9E95635D}" destId="{8DC4D7C1-D90F-49D6-8044-3497060F8E1D}" srcOrd="0" destOrd="0" presId="urn:microsoft.com/office/officeart/2016/7/layout/VerticalDownArrowProcess"/>
    <dgm:cxn modelId="{B3C547E6-D9C9-4398-9469-F10A480C36D6}" type="presOf" srcId="{79784274-268A-4AC6-98A8-1C54119125CE}" destId="{B4E154DF-09E4-4D0B-BE6C-0F6A6E271929}" srcOrd="0" destOrd="0" presId="urn:microsoft.com/office/officeart/2016/7/layout/VerticalDownArrowProcess"/>
    <dgm:cxn modelId="{63F724F7-9FE9-4387-B771-8B0B82262630}" srcId="{DC58C2B7-EF1A-4608-BF63-6ACF0FD94955}" destId="{36F314A0-6985-44ED-8450-343F9E95635D}" srcOrd="3" destOrd="0" parTransId="{A77866DB-4141-401B-ABCE-5576C9A8AE76}" sibTransId="{9E1A86DB-73F2-4D70-A15A-D47CDD3C5618}"/>
    <dgm:cxn modelId="{977733FF-5FBA-430C-958E-DFF77CAC33BF}" srcId="{03301D0C-BE09-47B2-8603-8D27F2381994}" destId="{AB2457E0-4FFC-446F-BC7C-F77DB24D9BF4}" srcOrd="0" destOrd="0" parTransId="{1C4E66ED-198A-4698-A872-34A75DDBA1A6}" sibTransId="{C2097790-5300-4FA2-A9FB-CBC59985376C}"/>
    <dgm:cxn modelId="{78672A0F-1B10-47A6-B879-7DB51B4CB785}" type="presParOf" srcId="{523BF8CB-35CB-4303-8F68-9E28772BB11E}" destId="{6B77C71B-D5A4-4941-94A6-AA6DA84F5268}" srcOrd="0" destOrd="0" presId="urn:microsoft.com/office/officeart/2016/7/layout/VerticalDownArrowProcess"/>
    <dgm:cxn modelId="{E6165120-1E72-4A27-8B61-1E3543F00192}" type="presParOf" srcId="{6B77C71B-D5A4-4941-94A6-AA6DA84F5268}" destId="{8DC4D7C1-D90F-49D6-8044-3497060F8E1D}" srcOrd="0" destOrd="0" presId="urn:microsoft.com/office/officeart/2016/7/layout/VerticalDownArrowProcess"/>
    <dgm:cxn modelId="{7C49B5B5-5AC5-45FC-9339-F3D2B7C8D735}" type="presParOf" srcId="{6B77C71B-D5A4-4941-94A6-AA6DA84F5268}" destId="{FC5A1CB1-1269-46A7-8814-21428082B885}" srcOrd="1" destOrd="0" presId="urn:microsoft.com/office/officeart/2016/7/layout/VerticalDownArrowProcess"/>
    <dgm:cxn modelId="{6697D5A5-260D-43C3-800C-4A686233C2C4}" type="presParOf" srcId="{523BF8CB-35CB-4303-8F68-9E28772BB11E}" destId="{EB4B8B3B-82FB-473F-A836-816FB110B255}" srcOrd="1" destOrd="0" presId="urn:microsoft.com/office/officeart/2016/7/layout/VerticalDownArrowProcess"/>
    <dgm:cxn modelId="{44746FF7-3DC3-496A-AA70-9F893B51C482}" type="presParOf" srcId="{523BF8CB-35CB-4303-8F68-9E28772BB11E}" destId="{3FF21873-1421-46BB-B5B0-4908866D8761}" srcOrd="2" destOrd="0" presId="urn:microsoft.com/office/officeart/2016/7/layout/VerticalDownArrowProcess"/>
    <dgm:cxn modelId="{1F7CAAF4-207F-4ED3-B071-28BD643ED725}" type="presParOf" srcId="{3FF21873-1421-46BB-B5B0-4908866D8761}" destId="{DAC07927-392F-4B3E-A09F-7F3163F9CCFE}" srcOrd="0" destOrd="0" presId="urn:microsoft.com/office/officeart/2016/7/layout/VerticalDownArrowProcess"/>
    <dgm:cxn modelId="{11FC96D0-5E1E-44E6-B0DC-FEF8FD9CC3CB}" type="presParOf" srcId="{3FF21873-1421-46BB-B5B0-4908866D8761}" destId="{956BA3F4-5DE4-447E-8F40-51C42A9719AB}" srcOrd="1" destOrd="0" presId="urn:microsoft.com/office/officeart/2016/7/layout/VerticalDownArrowProcess"/>
    <dgm:cxn modelId="{CDFE42D0-39F6-4A19-BB32-141919236D0D}" type="presParOf" srcId="{3FF21873-1421-46BB-B5B0-4908866D8761}" destId="{024C8EB8-7FC5-407E-8DC9-85DC42C38951}" srcOrd="2" destOrd="0" presId="urn:microsoft.com/office/officeart/2016/7/layout/VerticalDownArrowProcess"/>
    <dgm:cxn modelId="{05E63E8E-4748-43DB-A991-05E6411C9B6F}" type="presParOf" srcId="{523BF8CB-35CB-4303-8F68-9E28772BB11E}" destId="{3A694471-BFD0-4E88-A335-2F00F2C5EFAD}" srcOrd="3" destOrd="0" presId="urn:microsoft.com/office/officeart/2016/7/layout/VerticalDownArrowProcess"/>
    <dgm:cxn modelId="{70EE2525-8774-4805-AFC4-D925E712DCB8}" type="presParOf" srcId="{523BF8CB-35CB-4303-8F68-9E28772BB11E}" destId="{762C7164-3C09-415B-ACBC-D98EA30FCCC3}" srcOrd="4" destOrd="0" presId="urn:microsoft.com/office/officeart/2016/7/layout/VerticalDownArrowProcess"/>
    <dgm:cxn modelId="{A28F6F39-51E5-459F-94CC-6A20CDB7603D}" type="presParOf" srcId="{762C7164-3C09-415B-ACBC-D98EA30FCCC3}" destId="{82662A01-9188-4B74-9110-EFDFCADE2196}" srcOrd="0" destOrd="0" presId="urn:microsoft.com/office/officeart/2016/7/layout/VerticalDownArrowProcess"/>
    <dgm:cxn modelId="{93E348B7-B7CC-4044-96AD-07CC6818A910}" type="presParOf" srcId="{762C7164-3C09-415B-ACBC-D98EA30FCCC3}" destId="{30B1C48A-6A42-46F0-9B05-940B6143484B}" srcOrd="1" destOrd="0" presId="urn:microsoft.com/office/officeart/2016/7/layout/VerticalDownArrowProcess"/>
    <dgm:cxn modelId="{9C955E6C-5B88-4C0C-9EC9-AEA4D54C419C}" type="presParOf" srcId="{762C7164-3C09-415B-ACBC-D98EA30FCCC3}" destId="{B824B218-ACDE-4A68-ACD9-8CBF35BAD45A}" srcOrd="2" destOrd="0" presId="urn:microsoft.com/office/officeart/2016/7/layout/VerticalDownArrowProcess"/>
    <dgm:cxn modelId="{315F7054-D039-4334-80B6-EEFC33784BFE}" type="presParOf" srcId="{523BF8CB-35CB-4303-8F68-9E28772BB11E}" destId="{3DA722CC-C0C7-4E0E-A422-ED49DB2D3C36}" srcOrd="5" destOrd="0" presId="urn:microsoft.com/office/officeart/2016/7/layout/VerticalDownArrowProcess"/>
    <dgm:cxn modelId="{7D99EC03-AE83-46E6-B479-52634D59FD03}" type="presParOf" srcId="{523BF8CB-35CB-4303-8F68-9E28772BB11E}" destId="{30EC6474-FA07-4F8E-8066-E61238CF1C30}" srcOrd="6" destOrd="0" presId="urn:microsoft.com/office/officeart/2016/7/layout/VerticalDownArrowProcess"/>
    <dgm:cxn modelId="{BD7B8E5A-966A-45B8-84E4-E4BC926C6782}" type="presParOf" srcId="{30EC6474-FA07-4F8E-8066-E61238CF1C30}" destId="{B4E154DF-09E4-4D0B-BE6C-0F6A6E271929}" srcOrd="0" destOrd="0" presId="urn:microsoft.com/office/officeart/2016/7/layout/VerticalDownArrowProcess"/>
    <dgm:cxn modelId="{158C01D6-7A5E-48BE-9AB0-9B4F3CA1F14B}" type="presParOf" srcId="{30EC6474-FA07-4F8E-8066-E61238CF1C30}" destId="{B6AA1C10-CF94-491E-8380-765996EC5ABA}" srcOrd="1" destOrd="0" presId="urn:microsoft.com/office/officeart/2016/7/layout/VerticalDownArrowProcess"/>
    <dgm:cxn modelId="{E39C8E02-40FB-4B25-A7D0-ED33E201B3EC}" type="presParOf" srcId="{30EC6474-FA07-4F8E-8066-E61238CF1C30}" destId="{E8782A2B-C095-4C1E-8B9C-9F9BC1CBF058}"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F7A82E-9ADC-45F8-833D-A5D61BD40881}" type="doc">
      <dgm:prSet loTypeId="urn:microsoft.com/office/officeart/2005/8/layout/vProcess5" loCatId="process" qsTypeId="urn:microsoft.com/office/officeart/2005/8/quickstyle/simple5" qsCatId="simple" csTypeId="urn:microsoft.com/office/officeart/2005/8/colors/accent0_3" csCatId="mainScheme" phldr="1"/>
      <dgm:spPr/>
    </dgm:pt>
    <dgm:pt modelId="{4F4FAD18-B357-4072-A0A5-99263BF85C71}">
      <dgm:prSet phldrT="[Text]"/>
      <dgm:spPr>
        <a:solidFill>
          <a:schemeClr val="accent2">
            <a:lumMod val="75000"/>
          </a:schemeClr>
        </a:solidFill>
      </dgm:spPr>
      <dgm:t>
        <a:bodyPr/>
        <a:lstStyle/>
        <a:p>
          <a:r>
            <a:rPr lang="en-US"/>
            <a:t>Day Centers</a:t>
          </a:r>
        </a:p>
      </dgm:t>
    </dgm:pt>
    <dgm:pt modelId="{72D0B110-4CB3-4E3F-8B2E-D1EC90145D95}" type="parTrans" cxnId="{041065F4-C7BD-4646-965C-0DB849F66B6C}">
      <dgm:prSet/>
      <dgm:spPr/>
      <dgm:t>
        <a:bodyPr/>
        <a:lstStyle/>
        <a:p>
          <a:endParaRPr lang="en-US"/>
        </a:p>
      </dgm:t>
    </dgm:pt>
    <dgm:pt modelId="{724C7226-6BEC-495B-9485-BDF82CF5A447}" type="sibTrans" cxnId="{041065F4-C7BD-4646-965C-0DB849F66B6C}">
      <dgm:prSet/>
      <dgm:spPr/>
      <dgm:t>
        <a:bodyPr/>
        <a:lstStyle/>
        <a:p>
          <a:endParaRPr lang="en-US"/>
        </a:p>
      </dgm:t>
    </dgm:pt>
    <dgm:pt modelId="{FEB0DD9F-99CC-47D0-BC11-86FB832E5920}">
      <dgm:prSet phldrT="[Text]"/>
      <dgm:spPr>
        <a:solidFill>
          <a:schemeClr val="accent3">
            <a:lumMod val="50000"/>
          </a:schemeClr>
        </a:solidFill>
      </dgm:spPr>
      <dgm:t>
        <a:bodyPr/>
        <a:lstStyle/>
        <a:p>
          <a:r>
            <a:rPr lang="en-US"/>
            <a:t>Sheltered Workshops</a:t>
          </a:r>
        </a:p>
      </dgm:t>
    </dgm:pt>
    <dgm:pt modelId="{0C83B3F8-0A4C-4AFF-9CA5-BF1F6FB23B19}" type="parTrans" cxnId="{9AD53B29-A2A8-4483-973E-8615183BF20B}">
      <dgm:prSet/>
      <dgm:spPr/>
      <dgm:t>
        <a:bodyPr/>
        <a:lstStyle/>
        <a:p>
          <a:endParaRPr lang="en-US"/>
        </a:p>
      </dgm:t>
    </dgm:pt>
    <dgm:pt modelId="{E66B13BF-D5CB-4015-93DC-454FA5834812}" type="sibTrans" cxnId="{9AD53B29-A2A8-4483-973E-8615183BF20B}">
      <dgm:prSet/>
      <dgm:spPr/>
      <dgm:t>
        <a:bodyPr/>
        <a:lstStyle/>
        <a:p>
          <a:endParaRPr lang="en-US"/>
        </a:p>
      </dgm:t>
    </dgm:pt>
    <dgm:pt modelId="{CD5422B3-D94F-4D12-8C84-D19C2CA47363}">
      <dgm:prSet phldrT="[Text]"/>
      <dgm:spPr>
        <a:solidFill>
          <a:schemeClr val="accent6">
            <a:lumMod val="75000"/>
          </a:schemeClr>
        </a:solidFill>
      </dgm:spPr>
      <dgm:t>
        <a:bodyPr/>
        <a:lstStyle/>
        <a:p>
          <a:r>
            <a:rPr lang="en-US"/>
            <a:t>Competitive Integrated Employment </a:t>
          </a:r>
        </a:p>
      </dgm:t>
    </dgm:pt>
    <dgm:pt modelId="{DDDAA2C4-64B8-47DA-BD11-D794BB52784C}" type="parTrans" cxnId="{C315008A-6CAB-4437-A8AB-2EDF02AEAB18}">
      <dgm:prSet/>
      <dgm:spPr/>
      <dgm:t>
        <a:bodyPr/>
        <a:lstStyle/>
        <a:p>
          <a:endParaRPr lang="en-US"/>
        </a:p>
      </dgm:t>
    </dgm:pt>
    <dgm:pt modelId="{C73D4EDE-C18F-40D7-BCE9-2CEE3DC525C9}" type="sibTrans" cxnId="{C315008A-6CAB-4437-A8AB-2EDF02AEAB18}">
      <dgm:prSet/>
      <dgm:spPr/>
      <dgm:t>
        <a:bodyPr/>
        <a:lstStyle/>
        <a:p>
          <a:endParaRPr lang="en-US"/>
        </a:p>
      </dgm:t>
    </dgm:pt>
    <dgm:pt modelId="{4F8D6AAF-5E93-4FBD-8DD3-13FE1B7B07CD}" type="pres">
      <dgm:prSet presAssocID="{E6F7A82E-9ADC-45F8-833D-A5D61BD40881}" presName="outerComposite" presStyleCnt="0">
        <dgm:presLayoutVars>
          <dgm:chMax val="5"/>
          <dgm:dir/>
          <dgm:resizeHandles val="exact"/>
        </dgm:presLayoutVars>
      </dgm:prSet>
      <dgm:spPr/>
    </dgm:pt>
    <dgm:pt modelId="{42815992-07F7-4A13-BE85-AABDDB6B1ECE}" type="pres">
      <dgm:prSet presAssocID="{E6F7A82E-9ADC-45F8-833D-A5D61BD40881}" presName="dummyMaxCanvas" presStyleCnt="0">
        <dgm:presLayoutVars/>
      </dgm:prSet>
      <dgm:spPr/>
    </dgm:pt>
    <dgm:pt modelId="{C42CA537-B22D-4725-8E15-AD31F3366F08}" type="pres">
      <dgm:prSet presAssocID="{E6F7A82E-9ADC-45F8-833D-A5D61BD40881}" presName="ThreeNodes_1" presStyleLbl="node1" presStyleIdx="0" presStyleCnt="3">
        <dgm:presLayoutVars>
          <dgm:bulletEnabled val="1"/>
        </dgm:presLayoutVars>
      </dgm:prSet>
      <dgm:spPr/>
    </dgm:pt>
    <dgm:pt modelId="{1A30E462-B7D4-46B4-84BD-99D95167655A}" type="pres">
      <dgm:prSet presAssocID="{E6F7A82E-9ADC-45F8-833D-A5D61BD40881}" presName="ThreeNodes_2" presStyleLbl="node1" presStyleIdx="1" presStyleCnt="3">
        <dgm:presLayoutVars>
          <dgm:bulletEnabled val="1"/>
        </dgm:presLayoutVars>
      </dgm:prSet>
      <dgm:spPr/>
    </dgm:pt>
    <dgm:pt modelId="{2122FC1F-1786-4428-8108-04692E556806}" type="pres">
      <dgm:prSet presAssocID="{E6F7A82E-9ADC-45F8-833D-A5D61BD40881}" presName="ThreeNodes_3" presStyleLbl="node1" presStyleIdx="2" presStyleCnt="3">
        <dgm:presLayoutVars>
          <dgm:bulletEnabled val="1"/>
        </dgm:presLayoutVars>
      </dgm:prSet>
      <dgm:spPr/>
    </dgm:pt>
    <dgm:pt modelId="{EF2083E0-5879-483F-BE6E-185C5AA95C6A}" type="pres">
      <dgm:prSet presAssocID="{E6F7A82E-9ADC-45F8-833D-A5D61BD40881}" presName="ThreeConn_1-2" presStyleLbl="fgAccFollowNode1" presStyleIdx="0" presStyleCnt="2">
        <dgm:presLayoutVars>
          <dgm:bulletEnabled val="1"/>
        </dgm:presLayoutVars>
      </dgm:prSet>
      <dgm:spPr/>
    </dgm:pt>
    <dgm:pt modelId="{8400396E-900D-4E86-A789-815CF0E0654C}" type="pres">
      <dgm:prSet presAssocID="{E6F7A82E-9ADC-45F8-833D-A5D61BD40881}" presName="ThreeConn_2-3" presStyleLbl="fgAccFollowNode1" presStyleIdx="1" presStyleCnt="2">
        <dgm:presLayoutVars>
          <dgm:bulletEnabled val="1"/>
        </dgm:presLayoutVars>
      </dgm:prSet>
      <dgm:spPr/>
    </dgm:pt>
    <dgm:pt modelId="{E5F35137-F378-47A5-9166-51707E7B55A9}" type="pres">
      <dgm:prSet presAssocID="{E6F7A82E-9ADC-45F8-833D-A5D61BD40881}" presName="ThreeNodes_1_text" presStyleLbl="node1" presStyleIdx="2" presStyleCnt="3">
        <dgm:presLayoutVars>
          <dgm:bulletEnabled val="1"/>
        </dgm:presLayoutVars>
      </dgm:prSet>
      <dgm:spPr/>
    </dgm:pt>
    <dgm:pt modelId="{9611C5BF-ACAF-440E-B326-D9B8F7A192B7}" type="pres">
      <dgm:prSet presAssocID="{E6F7A82E-9ADC-45F8-833D-A5D61BD40881}" presName="ThreeNodes_2_text" presStyleLbl="node1" presStyleIdx="2" presStyleCnt="3">
        <dgm:presLayoutVars>
          <dgm:bulletEnabled val="1"/>
        </dgm:presLayoutVars>
      </dgm:prSet>
      <dgm:spPr/>
    </dgm:pt>
    <dgm:pt modelId="{A9E0D835-5C1B-4F74-B374-66ADFD83FEB5}" type="pres">
      <dgm:prSet presAssocID="{E6F7A82E-9ADC-45F8-833D-A5D61BD40881}" presName="ThreeNodes_3_text" presStyleLbl="node1" presStyleIdx="2" presStyleCnt="3">
        <dgm:presLayoutVars>
          <dgm:bulletEnabled val="1"/>
        </dgm:presLayoutVars>
      </dgm:prSet>
      <dgm:spPr/>
    </dgm:pt>
  </dgm:ptLst>
  <dgm:cxnLst>
    <dgm:cxn modelId="{04342800-92F4-4DF5-A4D7-3E78C018109A}" type="presOf" srcId="{CD5422B3-D94F-4D12-8C84-D19C2CA47363}" destId="{2122FC1F-1786-4428-8108-04692E556806}" srcOrd="0" destOrd="0" presId="urn:microsoft.com/office/officeart/2005/8/layout/vProcess5"/>
    <dgm:cxn modelId="{5DE39306-9856-4F45-B918-455668F89690}" type="presOf" srcId="{E6F7A82E-9ADC-45F8-833D-A5D61BD40881}" destId="{4F8D6AAF-5E93-4FBD-8DD3-13FE1B7B07CD}" srcOrd="0" destOrd="0" presId="urn:microsoft.com/office/officeart/2005/8/layout/vProcess5"/>
    <dgm:cxn modelId="{3066E918-9E87-45AC-9323-BAC33B58FA82}" type="presOf" srcId="{CD5422B3-D94F-4D12-8C84-D19C2CA47363}" destId="{A9E0D835-5C1B-4F74-B374-66ADFD83FEB5}" srcOrd="1" destOrd="0" presId="urn:microsoft.com/office/officeart/2005/8/layout/vProcess5"/>
    <dgm:cxn modelId="{9AD53B29-A2A8-4483-973E-8615183BF20B}" srcId="{E6F7A82E-9ADC-45F8-833D-A5D61BD40881}" destId="{FEB0DD9F-99CC-47D0-BC11-86FB832E5920}" srcOrd="1" destOrd="0" parTransId="{0C83B3F8-0A4C-4AFF-9CA5-BF1F6FB23B19}" sibTransId="{E66B13BF-D5CB-4015-93DC-454FA5834812}"/>
    <dgm:cxn modelId="{5F22076D-AD04-4020-A3B7-D8B45C605D57}" type="presOf" srcId="{E66B13BF-D5CB-4015-93DC-454FA5834812}" destId="{8400396E-900D-4E86-A789-815CF0E0654C}" srcOrd="0" destOrd="0" presId="urn:microsoft.com/office/officeart/2005/8/layout/vProcess5"/>
    <dgm:cxn modelId="{52179351-B351-4C7C-9988-23EB8569A521}" type="presOf" srcId="{FEB0DD9F-99CC-47D0-BC11-86FB832E5920}" destId="{9611C5BF-ACAF-440E-B326-D9B8F7A192B7}" srcOrd="1" destOrd="0" presId="urn:microsoft.com/office/officeart/2005/8/layout/vProcess5"/>
    <dgm:cxn modelId="{48565A55-423D-407D-A124-848C49396F25}" type="presOf" srcId="{4F4FAD18-B357-4072-A0A5-99263BF85C71}" destId="{C42CA537-B22D-4725-8E15-AD31F3366F08}" srcOrd="0" destOrd="0" presId="urn:microsoft.com/office/officeart/2005/8/layout/vProcess5"/>
    <dgm:cxn modelId="{C315008A-6CAB-4437-A8AB-2EDF02AEAB18}" srcId="{E6F7A82E-9ADC-45F8-833D-A5D61BD40881}" destId="{CD5422B3-D94F-4D12-8C84-D19C2CA47363}" srcOrd="2" destOrd="0" parTransId="{DDDAA2C4-64B8-47DA-BD11-D794BB52784C}" sibTransId="{C73D4EDE-C18F-40D7-BCE9-2CEE3DC525C9}"/>
    <dgm:cxn modelId="{AC12DEC2-B93E-4436-9027-227E135B3F30}" type="presOf" srcId="{FEB0DD9F-99CC-47D0-BC11-86FB832E5920}" destId="{1A30E462-B7D4-46B4-84BD-99D95167655A}" srcOrd="0" destOrd="0" presId="urn:microsoft.com/office/officeart/2005/8/layout/vProcess5"/>
    <dgm:cxn modelId="{893CF7CD-75EF-4DE5-B663-CEFAC839EA4A}" type="presOf" srcId="{724C7226-6BEC-495B-9485-BDF82CF5A447}" destId="{EF2083E0-5879-483F-BE6E-185C5AA95C6A}" srcOrd="0" destOrd="0" presId="urn:microsoft.com/office/officeart/2005/8/layout/vProcess5"/>
    <dgm:cxn modelId="{041065F4-C7BD-4646-965C-0DB849F66B6C}" srcId="{E6F7A82E-9ADC-45F8-833D-A5D61BD40881}" destId="{4F4FAD18-B357-4072-A0A5-99263BF85C71}" srcOrd="0" destOrd="0" parTransId="{72D0B110-4CB3-4E3F-8B2E-D1EC90145D95}" sibTransId="{724C7226-6BEC-495B-9485-BDF82CF5A447}"/>
    <dgm:cxn modelId="{476BD3FD-745F-4361-BEF1-5D7D52754573}" type="presOf" srcId="{4F4FAD18-B357-4072-A0A5-99263BF85C71}" destId="{E5F35137-F378-47A5-9166-51707E7B55A9}" srcOrd="1" destOrd="0" presId="urn:microsoft.com/office/officeart/2005/8/layout/vProcess5"/>
    <dgm:cxn modelId="{701E2381-4AD6-4210-8FDC-C89E07AA0882}" type="presParOf" srcId="{4F8D6AAF-5E93-4FBD-8DD3-13FE1B7B07CD}" destId="{42815992-07F7-4A13-BE85-AABDDB6B1ECE}" srcOrd="0" destOrd="0" presId="urn:microsoft.com/office/officeart/2005/8/layout/vProcess5"/>
    <dgm:cxn modelId="{C1E5B7B9-9A08-4915-88B9-B86CC15E232A}" type="presParOf" srcId="{4F8D6AAF-5E93-4FBD-8DD3-13FE1B7B07CD}" destId="{C42CA537-B22D-4725-8E15-AD31F3366F08}" srcOrd="1" destOrd="0" presId="urn:microsoft.com/office/officeart/2005/8/layout/vProcess5"/>
    <dgm:cxn modelId="{A7FF2D35-21FB-49DE-A32A-55BFC9D304BC}" type="presParOf" srcId="{4F8D6AAF-5E93-4FBD-8DD3-13FE1B7B07CD}" destId="{1A30E462-B7D4-46B4-84BD-99D95167655A}" srcOrd="2" destOrd="0" presId="urn:microsoft.com/office/officeart/2005/8/layout/vProcess5"/>
    <dgm:cxn modelId="{93EF8B98-C317-4F56-BBC2-F15A774C2CF2}" type="presParOf" srcId="{4F8D6AAF-5E93-4FBD-8DD3-13FE1B7B07CD}" destId="{2122FC1F-1786-4428-8108-04692E556806}" srcOrd="3" destOrd="0" presId="urn:microsoft.com/office/officeart/2005/8/layout/vProcess5"/>
    <dgm:cxn modelId="{6A753033-4982-4E1C-8F2B-B13B8C8E292F}" type="presParOf" srcId="{4F8D6AAF-5E93-4FBD-8DD3-13FE1B7B07CD}" destId="{EF2083E0-5879-483F-BE6E-185C5AA95C6A}" srcOrd="4" destOrd="0" presId="urn:microsoft.com/office/officeart/2005/8/layout/vProcess5"/>
    <dgm:cxn modelId="{9333C6E3-7D42-4847-846A-D394C9EC70C2}" type="presParOf" srcId="{4F8D6AAF-5E93-4FBD-8DD3-13FE1B7B07CD}" destId="{8400396E-900D-4E86-A789-815CF0E0654C}" srcOrd="5" destOrd="0" presId="urn:microsoft.com/office/officeart/2005/8/layout/vProcess5"/>
    <dgm:cxn modelId="{233C6327-8553-4E86-938C-9341E8E8C58E}" type="presParOf" srcId="{4F8D6AAF-5E93-4FBD-8DD3-13FE1B7B07CD}" destId="{E5F35137-F378-47A5-9166-51707E7B55A9}" srcOrd="6" destOrd="0" presId="urn:microsoft.com/office/officeart/2005/8/layout/vProcess5"/>
    <dgm:cxn modelId="{7C0DD0D4-DFA6-4401-AE28-D4FEEC7D41DD}" type="presParOf" srcId="{4F8D6AAF-5E93-4FBD-8DD3-13FE1B7B07CD}" destId="{9611C5BF-ACAF-440E-B326-D9B8F7A192B7}" srcOrd="7" destOrd="0" presId="urn:microsoft.com/office/officeart/2005/8/layout/vProcess5"/>
    <dgm:cxn modelId="{0E485F86-8369-4CB6-AEE8-A3EA108C02AE}" type="presParOf" srcId="{4F8D6AAF-5E93-4FBD-8DD3-13FE1B7B07CD}" destId="{A9E0D835-5C1B-4F74-B374-66ADFD83FEB5}"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6FFB3-8E4E-4E97-910C-C4CE9E85E9B5}">
      <dsp:nvSpPr>
        <dsp:cNvPr id="0" name=""/>
        <dsp:cNvSpPr/>
      </dsp:nvSpPr>
      <dsp:spPr>
        <a:xfrm>
          <a:off x="0" y="0"/>
          <a:ext cx="1065749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8621F6-F0DF-4D30-B852-0D804578573A}">
      <dsp:nvSpPr>
        <dsp:cNvPr id="0" name=""/>
        <dsp:cNvSpPr/>
      </dsp:nvSpPr>
      <dsp:spPr>
        <a:xfrm>
          <a:off x="0" y="0"/>
          <a:ext cx="2131498" cy="516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Course Modules:</a:t>
          </a:r>
        </a:p>
      </dsp:txBody>
      <dsp:txXfrm>
        <a:off x="0" y="0"/>
        <a:ext cx="2131498" cy="5164560"/>
      </dsp:txXfrm>
    </dsp:sp>
    <dsp:sp modelId="{C5AD1EBC-771A-4521-9948-1B7625793B5E}">
      <dsp:nvSpPr>
        <dsp:cNvPr id="0" name=""/>
        <dsp:cNvSpPr/>
      </dsp:nvSpPr>
      <dsp:spPr>
        <a:xfrm>
          <a:off x="2291360" y="30544"/>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#1: </a:t>
          </a:r>
          <a:r>
            <a:rPr lang="en-US" sz="2400" kern="1200" dirty="0">
              <a:latin typeface="Calibri Light" panose="020F0302020204030204"/>
            </a:rPr>
            <a:t>Course Orientation</a:t>
          </a:r>
          <a:endParaRPr lang="en-US" sz="2400" kern="1200" dirty="0"/>
        </a:p>
      </dsp:txBody>
      <dsp:txXfrm>
        <a:off x="2291360" y="30544"/>
        <a:ext cx="8366129" cy="610895"/>
      </dsp:txXfrm>
    </dsp:sp>
    <dsp:sp modelId="{E43311EA-4DCE-488B-90E1-3B4D700F7498}">
      <dsp:nvSpPr>
        <dsp:cNvPr id="0" name=""/>
        <dsp:cNvSpPr/>
      </dsp:nvSpPr>
      <dsp:spPr>
        <a:xfrm>
          <a:off x="2131498" y="641440"/>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88638A-DF95-4A29-BEC7-71D9DC124D5D}">
      <dsp:nvSpPr>
        <dsp:cNvPr id="0" name=""/>
        <dsp:cNvSpPr/>
      </dsp:nvSpPr>
      <dsp:spPr>
        <a:xfrm>
          <a:off x="2291360" y="671985"/>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#2</a:t>
          </a:r>
          <a:r>
            <a:rPr lang="en-US" sz="2400" kern="1200" dirty="0">
              <a:latin typeface="Calibri Light" panose="020F0302020204030204"/>
            </a:rPr>
            <a:t>: Leadership</a:t>
          </a:r>
          <a:endParaRPr lang="en-US" sz="2400" kern="1200" dirty="0"/>
        </a:p>
      </dsp:txBody>
      <dsp:txXfrm>
        <a:off x="2291360" y="671985"/>
        <a:ext cx="8366129" cy="610895"/>
      </dsp:txXfrm>
    </dsp:sp>
    <dsp:sp modelId="{A3AA8138-E6E3-4901-B40F-AE22A8B80BDC}">
      <dsp:nvSpPr>
        <dsp:cNvPr id="0" name=""/>
        <dsp:cNvSpPr/>
      </dsp:nvSpPr>
      <dsp:spPr>
        <a:xfrm>
          <a:off x="2131498" y="128288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F7B697-25E5-4012-9002-E1FDD58BE25E}">
      <dsp:nvSpPr>
        <dsp:cNvPr id="0" name=""/>
        <dsp:cNvSpPr/>
      </dsp:nvSpPr>
      <dsp:spPr>
        <a:xfrm>
          <a:off x="2291360" y="131342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#3: </a:t>
          </a:r>
          <a:r>
            <a:rPr lang="en-US" sz="2400" kern="1200" dirty="0">
              <a:latin typeface="Calibri Light" panose="020F0302020204030204"/>
            </a:rPr>
            <a:t>Federal &amp; State Policy</a:t>
          </a:r>
          <a:endParaRPr lang="en-US" sz="2400" kern="1200" dirty="0"/>
        </a:p>
      </dsp:txBody>
      <dsp:txXfrm>
        <a:off x="2291360" y="1313426"/>
        <a:ext cx="8366129" cy="610895"/>
      </dsp:txXfrm>
    </dsp:sp>
    <dsp:sp modelId="{9298CD09-4D7B-4D86-A0BE-EEB62C682110}">
      <dsp:nvSpPr>
        <dsp:cNvPr id="0" name=""/>
        <dsp:cNvSpPr/>
      </dsp:nvSpPr>
      <dsp:spPr>
        <a:xfrm>
          <a:off x="2131498" y="192432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7B774-ED6A-4A03-AEBF-E0292D3FDE3C}">
      <dsp:nvSpPr>
        <dsp:cNvPr id="0" name=""/>
        <dsp:cNvSpPr/>
      </dsp:nvSpPr>
      <dsp:spPr>
        <a:xfrm>
          <a:off x="2291360" y="195486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#4: </a:t>
          </a:r>
          <a:r>
            <a:rPr lang="en-US" sz="2400" kern="1200" dirty="0">
              <a:latin typeface="Calibri Light" panose="020F0302020204030204"/>
            </a:rPr>
            <a:t>Aligning Mission, Vision and Values with Resources</a:t>
          </a:r>
          <a:endParaRPr lang="en-US" sz="2400" kern="1200" dirty="0"/>
        </a:p>
      </dsp:txBody>
      <dsp:txXfrm>
        <a:off x="2291360" y="1954866"/>
        <a:ext cx="8366129" cy="610895"/>
      </dsp:txXfrm>
    </dsp:sp>
    <dsp:sp modelId="{5BC40D12-9011-433A-A04B-9BCA131DBE28}">
      <dsp:nvSpPr>
        <dsp:cNvPr id="0" name=""/>
        <dsp:cNvSpPr/>
      </dsp:nvSpPr>
      <dsp:spPr>
        <a:xfrm>
          <a:off x="2131498" y="2565762"/>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A29DCF-D071-4E47-8BDD-A2005B33D97A}">
      <dsp:nvSpPr>
        <dsp:cNvPr id="0" name=""/>
        <dsp:cNvSpPr/>
      </dsp:nvSpPr>
      <dsp:spPr>
        <a:xfrm>
          <a:off x="2291360" y="259630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#5: </a:t>
          </a:r>
          <a:r>
            <a:rPr lang="en-US" sz="2400" kern="1200" dirty="0">
              <a:latin typeface="Calibri Light" panose="020F0302020204030204"/>
            </a:rPr>
            <a:t>Best Practices in Employment &amp; Day Services</a:t>
          </a:r>
          <a:endParaRPr lang="en-US" sz="2400" kern="1200" dirty="0"/>
        </a:p>
      </dsp:txBody>
      <dsp:txXfrm>
        <a:off x="2291360" y="2596307"/>
        <a:ext cx="8366129" cy="610895"/>
      </dsp:txXfrm>
    </dsp:sp>
    <dsp:sp modelId="{FEB5D30D-6345-4889-942B-10DA9BBA28B5}">
      <dsp:nvSpPr>
        <dsp:cNvPr id="0" name=""/>
        <dsp:cNvSpPr/>
      </dsp:nvSpPr>
      <dsp:spPr>
        <a:xfrm>
          <a:off x="2131498" y="320720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00D156-BE92-45ED-B514-3C35D130B940}">
      <dsp:nvSpPr>
        <dsp:cNvPr id="0" name=""/>
        <dsp:cNvSpPr/>
      </dsp:nvSpPr>
      <dsp:spPr>
        <a:xfrm>
          <a:off x="2291360" y="323774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#6: Organizational </a:t>
          </a:r>
          <a:r>
            <a:rPr lang="en-US" sz="2400" kern="1200" dirty="0">
              <a:latin typeface="Calibri Light" panose="020F0302020204030204"/>
            </a:rPr>
            <a:t>Transformation (change)</a:t>
          </a:r>
          <a:endParaRPr lang="en-US" sz="2400" kern="1200" dirty="0"/>
        </a:p>
      </dsp:txBody>
      <dsp:txXfrm>
        <a:off x="2291360" y="3237747"/>
        <a:ext cx="8366129" cy="610895"/>
      </dsp:txXfrm>
    </dsp:sp>
    <dsp:sp modelId="{31EE367D-11F2-4896-AE78-A89224D35716}">
      <dsp:nvSpPr>
        <dsp:cNvPr id="0" name=""/>
        <dsp:cNvSpPr/>
      </dsp:nvSpPr>
      <dsp:spPr>
        <a:xfrm>
          <a:off x="2131498" y="384864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C958B4-D4CB-4F2C-ACA7-9FC2252BB31B}">
      <dsp:nvSpPr>
        <dsp:cNvPr id="0" name=""/>
        <dsp:cNvSpPr/>
      </dsp:nvSpPr>
      <dsp:spPr>
        <a:xfrm>
          <a:off x="2291360" y="3879188"/>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#7: </a:t>
          </a:r>
          <a:r>
            <a:rPr lang="en-US" sz="2400" kern="1200" dirty="0">
              <a:latin typeface="Calibri Light" panose="020F0302020204030204"/>
            </a:rPr>
            <a:t>Managing Through Change</a:t>
          </a:r>
          <a:endParaRPr lang="en-US" sz="2400" kern="1200" dirty="0"/>
        </a:p>
      </dsp:txBody>
      <dsp:txXfrm>
        <a:off x="2291360" y="3879188"/>
        <a:ext cx="8366129" cy="610895"/>
      </dsp:txXfrm>
    </dsp:sp>
    <dsp:sp modelId="{673488E1-7417-4C5A-91C8-59E80D8BEF85}">
      <dsp:nvSpPr>
        <dsp:cNvPr id="0" name=""/>
        <dsp:cNvSpPr/>
      </dsp:nvSpPr>
      <dsp:spPr>
        <a:xfrm>
          <a:off x="2131498" y="449008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75A819-A64D-4F4D-96D8-B22078B63A4C}">
      <dsp:nvSpPr>
        <dsp:cNvPr id="0" name=""/>
        <dsp:cNvSpPr/>
      </dsp:nvSpPr>
      <dsp:spPr>
        <a:xfrm>
          <a:off x="2291360" y="4520629"/>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#8: </a:t>
          </a:r>
          <a:r>
            <a:rPr lang="en-US" sz="2400" kern="1200" dirty="0">
              <a:latin typeface="Calibri Light" panose="020F0302020204030204"/>
            </a:rPr>
            <a:t>Creating Systems for Quality Improvement</a:t>
          </a:r>
          <a:endParaRPr lang="en-US" sz="2400" kern="1200" dirty="0"/>
        </a:p>
      </dsp:txBody>
      <dsp:txXfrm>
        <a:off x="2291360" y="4520629"/>
        <a:ext cx="8366129" cy="610895"/>
      </dsp:txXfrm>
    </dsp:sp>
    <dsp:sp modelId="{547B8CFE-C1F6-4718-AFAD-3674CDE53DB2}">
      <dsp:nvSpPr>
        <dsp:cNvPr id="0" name=""/>
        <dsp:cNvSpPr/>
      </dsp:nvSpPr>
      <dsp:spPr>
        <a:xfrm>
          <a:off x="2131498" y="513152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C4D7C1-D90F-49D6-8044-3497060F8E1D}">
      <dsp:nvSpPr>
        <dsp:cNvPr id="0" name=""/>
        <dsp:cNvSpPr/>
      </dsp:nvSpPr>
      <dsp:spPr>
        <a:xfrm>
          <a:off x="0" y="3956146"/>
          <a:ext cx="2248893" cy="86550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941" tIns="213360" rIns="159941" bIns="213360" numCol="1" spcCol="1270" anchor="ctr" anchorCtr="0">
          <a:noAutofit/>
        </a:bodyPr>
        <a:lstStyle/>
        <a:p>
          <a:pPr marL="0" lvl="0" indent="0" algn="ctr" defTabSz="1333500" rtl="0">
            <a:lnSpc>
              <a:spcPct val="90000"/>
            </a:lnSpc>
            <a:spcBef>
              <a:spcPct val="0"/>
            </a:spcBef>
            <a:spcAft>
              <a:spcPct val="35000"/>
            </a:spcAft>
            <a:buNone/>
          </a:pPr>
          <a:r>
            <a:rPr lang="en-US" sz="3000" b="1" kern="1200" dirty="0">
              <a:latin typeface="Calibri Light" panose="020F0302020204030204"/>
            </a:rPr>
            <a:t>Identify</a:t>
          </a:r>
        </a:p>
      </dsp:txBody>
      <dsp:txXfrm>
        <a:off x="0" y="3956146"/>
        <a:ext cx="2248893" cy="865508"/>
      </dsp:txXfrm>
    </dsp:sp>
    <dsp:sp modelId="{FC5A1CB1-1269-46A7-8814-21428082B885}">
      <dsp:nvSpPr>
        <dsp:cNvPr id="0" name=""/>
        <dsp:cNvSpPr/>
      </dsp:nvSpPr>
      <dsp:spPr>
        <a:xfrm>
          <a:off x="2248893" y="3956146"/>
          <a:ext cx="6746681" cy="86550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855" tIns="203200" rIns="136855" bIns="203200" numCol="1" spcCol="1270" anchor="ctr" anchorCtr="0">
          <a:noAutofit/>
        </a:bodyPr>
        <a:lstStyle/>
        <a:p>
          <a:pPr marL="0" lvl="0" indent="0" algn="l" defTabSz="711200" rtl="0">
            <a:lnSpc>
              <a:spcPct val="90000"/>
            </a:lnSpc>
            <a:spcBef>
              <a:spcPct val="0"/>
            </a:spcBef>
            <a:spcAft>
              <a:spcPct val="35000"/>
            </a:spcAft>
            <a:buNone/>
          </a:pPr>
          <a:r>
            <a:rPr lang="en-US" sz="1600" b="1" kern="1200" dirty="0">
              <a:latin typeface="Calibri Light" panose="020F0302020204030204"/>
            </a:rPr>
            <a:t>How well are you or your organization meeting policy requirements</a:t>
          </a:r>
          <a:r>
            <a:rPr lang="en-US" sz="1600" kern="1200" dirty="0">
              <a:latin typeface="Calibri Light" panose="020F0302020204030204"/>
            </a:rPr>
            <a:t>? </a:t>
          </a:r>
        </a:p>
      </dsp:txBody>
      <dsp:txXfrm>
        <a:off x="2248893" y="3956146"/>
        <a:ext cx="6746681" cy="865508"/>
      </dsp:txXfrm>
    </dsp:sp>
    <dsp:sp modelId="{956BA3F4-5DE4-447E-8F40-51C42A9719AB}">
      <dsp:nvSpPr>
        <dsp:cNvPr id="0" name=""/>
        <dsp:cNvSpPr/>
      </dsp:nvSpPr>
      <dsp:spPr>
        <a:xfrm rot="10800000">
          <a:off x="0" y="2637977"/>
          <a:ext cx="2248893" cy="1331151"/>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941" tIns="213360" rIns="159941" bIns="213360" numCol="1" spcCol="1270" anchor="ctr" anchorCtr="0">
          <a:noAutofit/>
        </a:bodyPr>
        <a:lstStyle/>
        <a:p>
          <a:pPr marL="0" lvl="0" indent="0" algn="ctr" defTabSz="1333500">
            <a:lnSpc>
              <a:spcPct val="90000"/>
            </a:lnSpc>
            <a:spcBef>
              <a:spcPct val="0"/>
            </a:spcBef>
            <a:spcAft>
              <a:spcPct val="35000"/>
            </a:spcAft>
            <a:buNone/>
          </a:pPr>
          <a:r>
            <a:rPr lang="en-US" sz="3000" kern="1200" dirty="0"/>
            <a:t>Identify</a:t>
          </a:r>
        </a:p>
      </dsp:txBody>
      <dsp:txXfrm rot="-10800000">
        <a:off x="0" y="2637977"/>
        <a:ext cx="2248893" cy="865248"/>
      </dsp:txXfrm>
    </dsp:sp>
    <dsp:sp modelId="{024C8EB8-7FC5-407E-8DC9-85DC42C38951}">
      <dsp:nvSpPr>
        <dsp:cNvPr id="0" name=""/>
        <dsp:cNvSpPr/>
      </dsp:nvSpPr>
      <dsp:spPr>
        <a:xfrm>
          <a:off x="2248893" y="2637977"/>
          <a:ext cx="6746681" cy="86524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855" tIns="203200" rIns="136855" bIns="203200" numCol="1" spcCol="1270" anchor="ctr" anchorCtr="0">
          <a:noAutofit/>
        </a:bodyPr>
        <a:lstStyle/>
        <a:p>
          <a:pPr marL="0" lvl="0" indent="0" algn="l" defTabSz="711200">
            <a:lnSpc>
              <a:spcPct val="90000"/>
            </a:lnSpc>
            <a:spcBef>
              <a:spcPct val="0"/>
            </a:spcBef>
            <a:spcAft>
              <a:spcPct val="35000"/>
            </a:spcAft>
            <a:buNone/>
          </a:pPr>
          <a:r>
            <a:rPr lang="en-US" sz="1600" kern="1200" dirty="0"/>
            <a:t>Identify how these impact the work you do today</a:t>
          </a:r>
        </a:p>
      </dsp:txBody>
      <dsp:txXfrm>
        <a:off x="2248893" y="2637977"/>
        <a:ext cx="6746681" cy="865248"/>
      </dsp:txXfrm>
    </dsp:sp>
    <dsp:sp modelId="{30B1C48A-6A42-46F0-9B05-940B6143484B}">
      <dsp:nvSpPr>
        <dsp:cNvPr id="0" name=""/>
        <dsp:cNvSpPr/>
      </dsp:nvSpPr>
      <dsp:spPr>
        <a:xfrm rot="10800000">
          <a:off x="0" y="1319808"/>
          <a:ext cx="2248893" cy="1331151"/>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941" tIns="213360" rIns="159941" bIns="213360" numCol="1" spcCol="1270" anchor="ctr" anchorCtr="0">
          <a:noAutofit/>
        </a:bodyPr>
        <a:lstStyle/>
        <a:p>
          <a:pPr marL="0" lvl="0" indent="0" algn="ctr" defTabSz="1333500">
            <a:lnSpc>
              <a:spcPct val="90000"/>
            </a:lnSpc>
            <a:spcBef>
              <a:spcPct val="0"/>
            </a:spcBef>
            <a:spcAft>
              <a:spcPct val="35000"/>
            </a:spcAft>
            <a:buNone/>
          </a:pPr>
          <a:r>
            <a:rPr lang="en-US" sz="3000" kern="1200" dirty="0"/>
            <a:t>Identify</a:t>
          </a:r>
        </a:p>
      </dsp:txBody>
      <dsp:txXfrm rot="-10800000">
        <a:off x="0" y="1319808"/>
        <a:ext cx="2248893" cy="865248"/>
      </dsp:txXfrm>
    </dsp:sp>
    <dsp:sp modelId="{B824B218-ACDE-4A68-ACD9-8CBF35BAD45A}">
      <dsp:nvSpPr>
        <dsp:cNvPr id="0" name=""/>
        <dsp:cNvSpPr/>
      </dsp:nvSpPr>
      <dsp:spPr>
        <a:xfrm>
          <a:off x="2248893" y="1319808"/>
          <a:ext cx="6746681" cy="86524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855" tIns="203200" rIns="136855" bIns="203200" numCol="1" spcCol="1270" anchor="ctr" anchorCtr="0">
          <a:noAutofit/>
        </a:bodyPr>
        <a:lstStyle/>
        <a:p>
          <a:pPr marL="0" lvl="0" indent="0" algn="l" defTabSz="711200">
            <a:lnSpc>
              <a:spcPct val="90000"/>
            </a:lnSpc>
            <a:spcBef>
              <a:spcPct val="0"/>
            </a:spcBef>
            <a:spcAft>
              <a:spcPct val="35000"/>
            </a:spcAft>
            <a:buNone/>
          </a:pPr>
          <a:r>
            <a:rPr lang="en-US" sz="1600" kern="1200" dirty="0"/>
            <a:t>Identify key federal legislation and policies that have impacted the lives of people with disabilities </a:t>
          </a:r>
        </a:p>
      </dsp:txBody>
      <dsp:txXfrm>
        <a:off x="2248893" y="1319808"/>
        <a:ext cx="6746681" cy="865248"/>
      </dsp:txXfrm>
    </dsp:sp>
    <dsp:sp modelId="{B6AA1C10-CF94-491E-8380-765996EC5ABA}">
      <dsp:nvSpPr>
        <dsp:cNvPr id="0" name=""/>
        <dsp:cNvSpPr/>
      </dsp:nvSpPr>
      <dsp:spPr>
        <a:xfrm rot="10800000">
          <a:off x="0" y="1639"/>
          <a:ext cx="2248893" cy="1331151"/>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941" tIns="213360" rIns="159941" bIns="213360" numCol="1" spcCol="1270" anchor="ctr" anchorCtr="0">
          <a:noAutofit/>
        </a:bodyPr>
        <a:lstStyle/>
        <a:p>
          <a:pPr marL="0" lvl="0" indent="0" algn="ctr" defTabSz="1333500">
            <a:lnSpc>
              <a:spcPct val="90000"/>
            </a:lnSpc>
            <a:spcBef>
              <a:spcPct val="0"/>
            </a:spcBef>
            <a:spcAft>
              <a:spcPct val="35000"/>
            </a:spcAft>
            <a:buNone/>
          </a:pPr>
          <a:r>
            <a:rPr lang="en-US" sz="3000" kern="1200" dirty="0"/>
            <a:t>Learn</a:t>
          </a:r>
        </a:p>
      </dsp:txBody>
      <dsp:txXfrm rot="-10800000">
        <a:off x="0" y="1639"/>
        <a:ext cx="2248893" cy="865248"/>
      </dsp:txXfrm>
    </dsp:sp>
    <dsp:sp modelId="{E8782A2B-C095-4C1E-8B9C-9F9BC1CBF058}">
      <dsp:nvSpPr>
        <dsp:cNvPr id="0" name=""/>
        <dsp:cNvSpPr/>
      </dsp:nvSpPr>
      <dsp:spPr>
        <a:xfrm>
          <a:off x="2248893" y="1639"/>
          <a:ext cx="6746681" cy="86524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855" tIns="203200" rIns="136855" bIns="203200" numCol="1" spcCol="1270" anchor="ctr" anchorCtr="0">
          <a:noAutofit/>
        </a:bodyPr>
        <a:lstStyle/>
        <a:p>
          <a:pPr marL="0" lvl="0" indent="0" algn="l" defTabSz="711200">
            <a:lnSpc>
              <a:spcPct val="90000"/>
            </a:lnSpc>
            <a:spcBef>
              <a:spcPct val="0"/>
            </a:spcBef>
            <a:spcAft>
              <a:spcPct val="35000"/>
            </a:spcAft>
            <a:buNone/>
          </a:pPr>
          <a:r>
            <a:rPr lang="en-US" sz="1600" kern="1200" dirty="0"/>
            <a:t>Learn about the history and evolution of disability services </a:t>
          </a:r>
        </a:p>
      </dsp:txBody>
      <dsp:txXfrm>
        <a:off x="2248893" y="1639"/>
        <a:ext cx="6746681" cy="8652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CA537-B22D-4725-8E15-AD31F3366F08}">
      <dsp:nvSpPr>
        <dsp:cNvPr id="0" name=""/>
        <dsp:cNvSpPr/>
      </dsp:nvSpPr>
      <dsp:spPr>
        <a:xfrm>
          <a:off x="0" y="0"/>
          <a:ext cx="5649098" cy="1172575"/>
        </a:xfrm>
        <a:prstGeom prst="roundRect">
          <a:avLst>
            <a:gd name="adj" fmla="val 10000"/>
          </a:avLst>
        </a:prstGeom>
        <a:solidFill>
          <a:schemeClr val="accent2">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Day Centers</a:t>
          </a:r>
        </a:p>
      </dsp:txBody>
      <dsp:txXfrm>
        <a:off x="34344" y="34344"/>
        <a:ext cx="4383797" cy="1103887"/>
      </dsp:txXfrm>
    </dsp:sp>
    <dsp:sp modelId="{1A30E462-B7D4-46B4-84BD-99D95167655A}">
      <dsp:nvSpPr>
        <dsp:cNvPr id="0" name=""/>
        <dsp:cNvSpPr/>
      </dsp:nvSpPr>
      <dsp:spPr>
        <a:xfrm>
          <a:off x="498449" y="1368004"/>
          <a:ext cx="5649098" cy="1172575"/>
        </a:xfrm>
        <a:prstGeom prst="roundRect">
          <a:avLst>
            <a:gd name="adj" fmla="val 10000"/>
          </a:avLst>
        </a:prstGeom>
        <a:solidFill>
          <a:schemeClr val="accent3">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Sheltered Workshops</a:t>
          </a:r>
        </a:p>
      </dsp:txBody>
      <dsp:txXfrm>
        <a:off x="532793" y="1402348"/>
        <a:ext cx="4319786" cy="1103887"/>
      </dsp:txXfrm>
    </dsp:sp>
    <dsp:sp modelId="{2122FC1F-1786-4428-8108-04692E556806}">
      <dsp:nvSpPr>
        <dsp:cNvPr id="0" name=""/>
        <dsp:cNvSpPr/>
      </dsp:nvSpPr>
      <dsp:spPr>
        <a:xfrm>
          <a:off x="996899" y="2736009"/>
          <a:ext cx="5649098" cy="1172575"/>
        </a:xfrm>
        <a:prstGeom prst="roundRect">
          <a:avLst>
            <a:gd name="adj" fmla="val 10000"/>
          </a:avLst>
        </a:prstGeom>
        <a:solidFill>
          <a:schemeClr val="accent6">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Competitive Integrated Employment </a:t>
          </a:r>
        </a:p>
      </dsp:txBody>
      <dsp:txXfrm>
        <a:off x="1031243" y="2770353"/>
        <a:ext cx="4319786" cy="1103887"/>
      </dsp:txXfrm>
    </dsp:sp>
    <dsp:sp modelId="{EF2083E0-5879-483F-BE6E-185C5AA95C6A}">
      <dsp:nvSpPr>
        <dsp:cNvPr id="0" name=""/>
        <dsp:cNvSpPr/>
      </dsp:nvSpPr>
      <dsp:spPr>
        <a:xfrm>
          <a:off x="4886924" y="889203"/>
          <a:ext cx="762174" cy="762174"/>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5058413" y="889203"/>
        <a:ext cx="419196" cy="573536"/>
      </dsp:txXfrm>
    </dsp:sp>
    <dsp:sp modelId="{8400396E-900D-4E86-A789-815CF0E0654C}">
      <dsp:nvSpPr>
        <dsp:cNvPr id="0" name=""/>
        <dsp:cNvSpPr/>
      </dsp:nvSpPr>
      <dsp:spPr>
        <a:xfrm>
          <a:off x="5385374" y="2249390"/>
          <a:ext cx="762174" cy="762174"/>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5556863" y="2249390"/>
        <a:ext cx="419196" cy="57353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A9DB5-70C7-E94D-9548-16899A1C10C6}"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0D89B-D770-F648-BD56-FFC69AC3D72B}" type="slidenum">
              <a:rPr lang="en-US" smtClean="0"/>
              <a:t>‹#›</a:t>
            </a:fld>
            <a:endParaRPr lang="en-US"/>
          </a:p>
        </p:txBody>
      </p:sp>
    </p:spTree>
    <p:extLst>
      <p:ext uri="{BB962C8B-B14F-4D97-AF65-F5344CB8AC3E}">
        <p14:creationId xmlns:p14="http://schemas.microsoft.com/office/powerpoint/2010/main" val="191439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 month’s module was all about critical federal and state policies that over the last several decades have all been impacting and shaping a shift in priorities in disability service delivery. </a:t>
            </a:r>
          </a:p>
        </p:txBody>
      </p:sp>
      <p:sp>
        <p:nvSpPr>
          <p:cNvPr id="4" name="Slide Number Placeholder 3"/>
          <p:cNvSpPr>
            <a:spLocks noGrp="1"/>
          </p:cNvSpPr>
          <p:nvPr>
            <p:ph type="sldNum" sz="quarter" idx="5"/>
          </p:nvPr>
        </p:nvSpPr>
        <p:spPr/>
        <p:txBody>
          <a:bodyPr/>
          <a:lstStyle/>
          <a:p>
            <a:fld id="{61E78B0C-5300-7A44-AA13-8B2C0E818EC7}" type="slidenum">
              <a:rPr lang="en-US" smtClean="0"/>
              <a:t>4</a:t>
            </a:fld>
            <a:endParaRPr lang="en-US"/>
          </a:p>
        </p:txBody>
      </p:sp>
    </p:spTree>
    <p:extLst>
      <p:ext uri="{BB962C8B-B14F-4D97-AF65-F5344CB8AC3E}">
        <p14:creationId xmlns:p14="http://schemas.microsoft.com/office/powerpoint/2010/main" val="4089383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panose="020F0502020204030204"/>
              </a:rPr>
              <a:t>The learning objectives for this module were for you to learn about the history and the evolution of disability services and to identify key federal and state legislation and policies that have and continue to impact the lives of people with disabilities.  And what we hope to do today, is spend time identifying and thinking about how these changes impact the work that you all do every day.  As our team has mentioned in previous discussions: we think of one of the roles of managers and leaders is helping to connect the dots. So as you learn new information and perspectives, how can you translate that into your work and the operations of your organization. </a:t>
            </a:r>
          </a:p>
        </p:txBody>
      </p:sp>
      <p:sp>
        <p:nvSpPr>
          <p:cNvPr id="4" name="Slide Number Placeholder 3"/>
          <p:cNvSpPr>
            <a:spLocks noGrp="1"/>
          </p:cNvSpPr>
          <p:nvPr>
            <p:ph type="sldNum" sz="quarter" idx="5"/>
          </p:nvPr>
        </p:nvSpPr>
        <p:spPr/>
        <p:txBody>
          <a:bodyPr/>
          <a:lstStyle/>
          <a:p>
            <a:fld id="{61E78B0C-5300-7A44-AA13-8B2C0E818EC7}" type="slidenum">
              <a:rPr lang="en-US" smtClean="0"/>
              <a:t>5</a:t>
            </a:fld>
            <a:endParaRPr lang="en-US"/>
          </a:p>
        </p:txBody>
      </p:sp>
    </p:spTree>
    <p:extLst>
      <p:ext uri="{BB962C8B-B14F-4D97-AF65-F5344CB8AC3E}">
        <p14:creationId xmlns:p14="http://schemas.microsoft.com/office/powerpoint/2010/main" val="270059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panose="020F0502020204030204"/>
              </a:rPr>
              <a:t>The module information gave some high level history that we think is critical when talking about disability employment.  The biggest shifts are from institutional settings into the community based service delivery system.  We know that the response to deinstitutionalization was the development of center-based service models like day centers, workshops and other more segregated settings…and how that has evolved into the practices that we are focused on in this course like prioritizing competitive integrated employment as the preferred outcome for all people of working age, community life engagement when people aren’t working…and the changes and evolution in service and business models to help support those outcomes.  And your organizations are all in some form of evolution or agency change right now. </a:t>
            </a:r>
          </a:p>
        </p:txBody>
      </p:sp>
      <p:sp>
        <p:nvSpPr>
          <p:cNvPr id="4" name="Slide Number Placeholder 3"/>
          <p:cNvSpPr>
            <a:spLocks noGrp="1"/>
          </p:cNvSpPr>
          <p:nvPr>
            <p:ph type="sldNum" sz="quarter" idx="5"/>
          </p:nvPr>
        </p:nvSpPr>
        <p:spPr/>
        <p:txBody>
          <a:bodyPr/>
          <a:lstStyle/>
          <a:p>
            <a:fld id="{61E78B0C-5300-7A44-AA13-8B2C0E818EC7}" type="slidenum">
              <a:rPr lang="en-US" smtClean="0"/>
              <a:t>6</a:t>
            </a:fld>
            <a:endParaRPr lang="en-US"/>
          </a:p>
        </p:txBody>
      </p:sp>
    </p:spTree>
    <p:extLst>
      <p:ext uri="{BB962C8B-B14F-4D97-AF65-F5344CB8AC3E}">
        <p14:creationId xmlns:p14="http://schemas.microsoft.com/office/powerpoint/2010/main" val="970276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cs typeface="Calibri"/>
              </a:rPr>
              <a:t>And to highlight a few Minnesota policies: we have Minnesota’s employment first policy which was adopted back in 2014: </a:t>
            </a:r>
          </a:p>
        </p:txBody>
      </p:sp>
      <p:sp>
        <p:nvSpPr>
          <p:cNvPr id="4" name="Slide Number Placeholder 3"/>
          <p:cNvSpPr>
            <a:spLocks noGrp="1"/>
          </p:cNvSpPr>
          <p:nvPr>
            <p:ph type="sldNum" sz="quarter" idx="5"/>
          </p:nvPr>
        </p:nvSpPr>
        <p:spPr/>
        <p:txBody>
          <a:bodyPr/>
          <a:lstStyle/>
          <a:p>
            <a:fld id="{61E78B0C-5300-7A44-AA13-8B2C0E818EC7}" type="slidenum">
              <a:rPr lang="en-US" smtClean="0"/>
              <a:t>7</a:t>
            </a:fld>
            <a:endParaRPr lang="en-US"/>
          </a:p>
        </p:txBody>
      </p:sp>
    </p:spTree>
    <p:extLst>
      <p:ext uri="{BB962C8B-B14F-4D97-AF65-F5344CB8AC3E}">
        <p14:creationId xmlns:p14="http://schemas.microsoft.com/office/powerpoint/2010/main" val="1755010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6C58-30C2-08DD-DC13-EAA60315C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F1464-2C8E-3614-EB64-936CA4C33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5FE760-86DB-6F02-748A-DA36098D39CE}"/>
              </a:ext>
            </a:extLst>
          </p:cNvPr>
          <p:cNvSpPr>
            <a:spLocks noGrp="1"/>
          </p:cNvSpPr>
          <p:nvPr>
            <p:ph type="body" idx="1"/>
          </p:nvPr>
        </p:nvSpPr>
        <p:spPr/>
        <p:txBody>
          <a:bodyPr/>
          <a:lstStyle/>
          <a:p>
            <a:pPr>
              <a:defRPr/>
            </a:pPr>
            <a:r>
              <a:rPr lang="en-US" dirty="0">
                <a:cs typeface="Calibri"/>
              </a:rPr>
              <a:t>We also want to point out excerpts of Minnesota’s vision for day services, which was drafted in 2023.  </a:t>
            </a:r>
          </a:p>
        </p:txBody>
      </p:sp>
      <p:sp>
        <p:nvSpPr>
          <p:cNvPr id="4" name="Slide Number Placeholder 3">
            <a:extLst>
              <a:ext uri="{FF2B5EF4-FFF2-40B4-BE49-F238E27FC236}">
                <a16:creationId xmlns:a16="http://schemas.microsoft.com/office/drawing/2014/main" id="{EEEA7493-1F66-258E-4063-7FBA2231B346}"/>
              </a:ext>
            </a:extLst>
          </p:cNvPr>
          <p:cNvSpPr>
            <a:spLocks noGrp="1"/>
          </p:cNvSpPr>
          <p:nvPr>
            <p:ph type="sldNum" sz="quarter" idx="5"/>
          </p:nvPr>
        </p:nvSpPr>
        <p:spPr/>
        <p:txBody>
          <a:bodyPr/>
          <a:lstStyle/>
          <a:p>
            <a:fld id="{61E78B0C-5300-7A44-AA13-8B2C0E818EC7}" type="slidenum">
              <a:rPr lang="en-US" smtClean="0"/>
              <a:t>8</a:t>
            </a:fld>
            <a:endParaRPr lang="en-US"/>
          </a:p>
        </p:txBody>
      </p:sp>
    </p:spTree>
    <p:extLst>
      <p:ext uri="{BB962C8B-B14F-4D97-AF65-F5344CB8AC3E}">
        <p14:creationId xmlns:p14="http://schemas.microsoft.com/office/powerpoint/2010/main" val="1934363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C8670-A5A9-2325-A2FC-D63538BFA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9CA36-8A8E-B4F3-55A8-20B9339C67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4E9F2-E53A-4794-B380-93A1AA5D1C3D}"/>
              </a:ext>
            </a:extLst>
          </p:cNvPr>
          <p:cNvSpPr>
            <a:spLocks noGrp="1"/>
          </p:cNvSpPr>
          <p:nvPr>
            <p:ph type="body" idx="1"/>
          </p:nvPr>
        </p:nvSpPr>
        <p:spPr/>
        <p:txBody>
          <a:bodyPr/>
          <a:lstStyle/>
          <a:p>
            <a:pPr>
              <a:defRPr/>
            </a:pPr>
            <a:r>
              <a:rPr lang="en-US" dirty="0">
                <a:cs typeface="Calibri"/>
              </a:rPr>
              <a:t>And finally a few words from DHS on how these 2 policies work together. </a:t>
            </a:r>
          </a:p>
        </p:txBody>
      </p:sp>
      <p:sp>
        <p:nvSpPr>
          <p:cNvPr id="4" name="Slide Number Placeholder 3">
            <a:extLst>
              <a:ext uri="{FF2B5EF4-FFF2-40B4-BE49-F238E27FC236}">
                <a16:creationId xmlns:a16="http://schemas.microsoft.com/office/drawing/2014/main" id="{F9A003EF-3608-4EF0-7C0D-DC9778069A49}"/>
              </a:ext>
            </a:extLst>
          </p:cNvPr>
          <p:cNvSpPr>
            <a:spLocks noGrp="1"/>
          </p:cNvSpPr>
          <p:nvPr>
            <p:ph type="sldNum" sz="quarter" idx="5"/>
          </p:nvPr>
        </p:nvSpPr>
        <p:spPr/>
        <p:txBody>
          <a:bodyPr/>
          <a:lstStyle/>
          <a:p>
            <a:fld id="{61E78B0C-5300-7A44-AA13-8B2C0E818EC7}" type="slidenum">
              <a:rPr lang="en-US" smtClean="0"/>
              <a:t>9</a:t>
            </a:fld>
            <a:endParaRPr lang="en-US"/>
          </a:p>
        </p:txBody>
      </p:sp>
    </p:spTree>
    <p:extLst>
      <p:ext uri="{BB962C8B-B14F-4D97-AF65-F5344CB8AC3E}">
        <p14:creationId xmlns:p14="http://schemas.microsoft.com/office/powerpoint/2010/main" val="2318839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keeping those policy priorities in mind (both from the federal and state level) let’s do a quick poll here to see where you think your organization is in this process.  </a:t>
            </a:r>
          </a:p>
        </p:txBody>
      </p:sp>
      <p:sp>
        <p:nvSpPr>
          <p:cNvPr id="4" name="Slide Number Placeholder 3"/>
          <p:cNvSpPr>
            <a:spLocks noGrp="1"/>
          </p:cNvSpPr>
          <p:nvPr>
            <p:ph type="sldNum" sz="quarter" idx="5"/>
          </p:nvPr>
        </p:nvSpPr>
        <p:spPr/>
        <p:txBody>
          <a:bodyPr/>
          <a:lstStyle/>
          <a:p>
            <a:fld id="{CB90D89B-D770-F648-BD56-FFC69AC3D72B}" type="slidenum">
              <a:rPr lang="en-US" smtClean="0"/>
              <a:t>10</a:t>
            </a:fld>
            <a:endParaRPr lang="en-US"/>
          </a:p>
        </p:txBody>
      </p:sp>
    </p:spTree>
    <p:extLst>
      <p:ext uri="{BB962C8B-B14F-4D97-AF65-F5344CB8AC3E}">
        <p14:creationId xmlns:p14="http://schemas.microsoft.com/office/powerpoint/2010/main" val="299031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Staci </a:t>
            </a:r>
          </a:p>
        </p:txBody>
      </p:sp>
      <p:sp>
        <p:nvSpPr>
          <p:cNvPr id="4" name="Slide Number Placeholder 3"/>
          <p:cNvSpPr>
            <a:spLocks noGrp="1"/>
          </p:cNvSpPr>
          <p:nvPr>
            <p:ph type="sldNum" sz="quarter" idx="5"/>
          </p:nvPr>
        </p:nvSpPr>
        <p:spPr/>
        <p:txBody>
          <a:bodyPr/>
          <a:lstStyle/>
          <a:p>
            <a:fld id="{CB90D89B-D770-F648-BD56-FFC69AC3D72B}" type="slidenum">
              <a:rPr lang="en-US" smtClean="0"/>
              <a:t>12</a:t>
            </a:fld>
            <a:endParaRPr lang="en-US"/>
          </a:p>
        </p:txBody>
      </p:sp>
    </p:spTree>
    <p:extLst>
      <p:ext uri="{BB962C8B-B14F-4D97-AF65-F5344CB8AC3E}">
        <p14:creationId xmlns:p14="http://schemas.microsoft.com/office/powerpoint/2010/main" val="1499230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defRPr/>
            </a:pPr>
            <a:r>
              <a:rPr lang="en-US" dirty="0">
                <a:cs typeface="Calibri"/>
              </a:rPr>
              <a:t>A quote that many of you have most likely heard before is from the management guru from the late 20th century Peter Drucker and he said "culture eats strategy for breakfast.  And essentially that means that no matter what your organization professes are your values and no matter what your strategic plan may look like...if the underlying culture of the organization doesn't fully and truly support the company's vision then you won't have much success reaching that vision. </a:t>
            </a:r>
            <a:endParaRPr lang="en-US" dirty="0"/>
          </a:p>
          <a:p>
            <a:pPr defTabSz="914400">
              <a:defRPr/>
            </a:pPr>
            <a:endParaRPr lang="en-US">
              <a:cs typeface="Calibri"/>
            </a:endParaRPr>
          </a:p>
          <a:p>
            <a:pPr>
              <a:defRPr/>
            </a:pPr>
            <a:r>
              <a:rPr lang="en-US">
                <a:cs typeface="Calibri"/>
              </a:rPr>
              <a:t>This makes it clear that when we talk about organizational transformation,  that while business practices and operations are critical, it is equally important to focus on culture.  So, ....If your organization does not currently have a culture that truly and consistently supports full community inclusion for all people with intellectual and developmental disabilities, including people with the most significant support needs,  it will be that much harder to reach those desired outcomes. This visual just illustrates the fact that very often much of what we reference when we talk about culture is like the underside of an iceberg...not visible from the surface, but very much driving how your organization runs. </a:t>
            </a:r>
          </a:p>
          <a:p>
            <a:pPr defTabSz="914400">
              <a:defRPr/>
            </a:pPr>
            <a:endParaRPr lang="en-US"/>
          </a:p>
          <a:p>
            <a:pPr marL="285750" marR="0" indent="-285750" algn="l" defTabSz="914400" rtl="0" eaLnBrk="1" fontAlgn="auto" latinLnBrk="0" hangingPunct="1">
              <a:lnSpc>
                <a:spcPct val="90000"/>
              </a:lnSpc>
              <a:spcBef>
                <a:spcPts val="750"/>
              </a:spcBef>
              <a:spcAft>
                <a:spcPts val="0"/>
              </a:spcAft>
              <a:buClrTx/>
              <a:buSzTx/>
              <a:buFont typeface="Arial"/>
              <a:buChar char="•"/>
              <a:tabLst/>
              <a:defRPr/>
            </a:pPr>
            <a:endParaRPr lang="en-US" b="1" i="1">
              <a:cs typeface="Calibri"/>
            </a:endParaRPr>
          </a:p>
        </p:txBody>
      </p:sp>
      <p:sp>
        <p:nvSpPr>
          <p:cNvPr id="4" name="Slide Number Placeholder 3"/>
          <p:cNvSpPr>
            <a:spLocks noGrp="1"/>
          </p:cNvSpPr>
          <p:nvPr>
            <p:ph type="sldNum" sz="quarter" idx="10"/>
          </p:nvPr>
        </p:nvSpPr>
        <p:spPr/>
        <p:txBody>
          <a:bodyPr/>
          <a:lstStyle/>
          <a:p>
            <a:fld id="{EE0D75F0-4CF6-44F6-8BA0-5BDF14CD6F98}" type="slidenum">
              <a:rPr lang="en-US" smtClean="0"/>
              <a:t>13</a:t>
            </a:fld>
            <a:endParaRPr lang="en-US"/>
          </a:p>
        </p:txBody>
      </p:sp>
    </p:spTree>
    <p:extLst>
      <p:ext uri="{BB962C8B-B14F-4D97-AF65-F5344CB8AC3E}">
        <p14:creationId xmlns:p14="http://schemas.microsoft.com/office/powerpoint/2010/main" val="1281543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14</a:t>
            </a:fld>
            <a:endParaRPr lang="en-US"/>
          </a:p>
        </p:txBody>
      </p:sp>
    </p:spTree>
    <p:extLst>
      <p:ext uri="{BB962C8B-B14F-4D97-AF65-F5344CB8AC3E}">
        <p14:creationId xmlns:p14="http://schemas.microsoft.com/office/powerpoint/2010/main" val="575391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15</a:t>
            </a:fld>
            <a:endParaRPr lang="en-US"/>
          </a:p>
        </p:txBody>
      </p:sp>
    </p:spTree>
    <p:extLst>
      <p:ext uri="{BB962C8B-B14F-4D97-AF65-F5344CB8AC3E}">
        <p14:creationId xmlns:p14="http://schemas.microsoft.com/office/powerpoint/2010/main" val="28132941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9"/>
        <p:cNvGrpSpPr/>
        <p:nvPr/>
      </p:nvGrpSpPr>
      <p:grpSpPr>
        <a:xfrm>
          <a:off x="0" y="0"/>
          <a:ext cx="0" cy="0"/>
          <a:chOff x="0" y="0"/>
          <a:chExt cx="0" cy="0"/>
        </a:xfrm>
      </p:grpSpPr>
      <p:sp>
        <p:nvSpPr>
          <p:cNvPr id="20" name="Google Shape;20;p53"/>
          <p:cNvSpPr/>
          <p:nvPr/>
        </p:nvSpPr>
        <p:spPr>
          <a:xfrm>
            <a:off x="1" y="-1"/>
            <a:ext cx="12192000"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 name="Google Shape;21;p53"/>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0F3F5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5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fld id="{00000000-1234-1234-1234-123412341234}" type="slidenum">
              <a:rPr lang="en-US" smtClean="0"/>
              <a:pPr/>
              <a:t>‹#›</a:t>
            </a:fld>
            <a:endParaRPr lang="en-US"/>
          </a:p>
        </p:txBody>
      </p:sp>
      <p:pic>
        <p:nvPicPr>
          <p:cNvPr id="24" name="Google Shape;24;p53"/>
          <p:cNvPicPr preferRelativeResize="0"/>
          <p:nvPr/>
        </p:nvPicPr>
        <p:blipFill rotWithShape="1">
          <a:blip r:embed="rId2">
            <a:alphaModFix/>
          </a:blip>
          <a:srcRect l="4026" r="3463"/>
          <a:stretch/>
        </p:blipFill>
        <p:spPr>
          <a:xfrm>
            <a:off x="0" y="-1"/>
            <a:ext cx="12192000" cy="4363851"/>
          </a:xfrm>
          <a:prstGeom prst="rect">
            <a:avLst/>
          </a:prstGeom>
          <a:noFill/>
          <a:ln>
            <a:noFill/>
          </a:ln>
        </p:spPr>
      </p:pic>
      <p:sp>
        <p:nvSpPr>
          <p:cNvPr id="25" name="Google Shape;25;p53"/>
          <p:cNvSpPr/>
          <p:nvPr/>
        </p:nvSpPr>
        <p:spPr>
          <a:xfrm>
            <a:off x="0" y="4576518"/>
            <a:ext cx="2756947" cy="2281483"/>
          </a:xfrm>
          <a:prstGeom prst="rect">
            <a:avLst/>
          </a:prstGeom>
          <a:solidFill>
            <a:srgbClr val="FFCC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 name="Google Shape;26;p53"/>
          <p:cNvSpPr/>
          <p:nvPr/>
        </p:nvSpPr>
        <p:spPr>
          <a:xfrm>
            <a:off x="3084053" y="4576518"/>
            <a:ext cx="9107947" cy="2281483"/>
          </a:xfrm>
          <a:prstGeom prst="rect">
            <a:avLst/>
          </a:prstGeom>
          <a:solidFill>
            <a:srgbClr val="8D1A1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27" name="Google Shape;27;p53"/>
          <p:cNvPicPr preferRelativeResize="0"/>
          <p:nvPr/>
        </p:nvPicPr>
        <p:blipFill rotWithShape="1">
          <a:blip r:embed="rId3">
            <a:alphaModFix/>
          </a:blip>
          <a:srcRect/>
          <a:stretch/>
        </p:blipFill>
        <p:spPr>
          <a:xfrm>
            <a:off x="331565" y="5273224"/>
            <a:ext cx="2156919" cy="889000"/>
          </a:xfrm>
          <a:prstGeom prst="rect">
            <a:avLst/>
          </a:prstGeom>
          <a:noFill/>
          <a:ln>
            <a:noFill/>
          </a:ln>
        </p:spPr>
      </p:pic>
      <p:pic>
        <p:nvPicPr>
          <p:cNvPr id="28" name="Google Shape;28;p53"/>
          <p:cNvPicPr preferRelativeResize="0"/>
          <p:nvPr/>
        </p:nvPicPr>
        <p:blipFill rotWithShape="1">
          <a:blip r:embed="rId4">
            <a:alphaModFix/>
          </a:blip>
          <a:srcRect/>
          <a:stretch/>
        </p:blipFill>
        <p:spPr>
          <a:xfrm>
            <a:off x="3587364" y="5273224"/>
            <a:ext cx="3860800" cy="889000"/>
          </a:xfrm>
          <a:prstGeom prst="rect">
            <a:avLst/>
          </a:prstGeom>
          <a:noFill/>
          <a:ln>
            <a:noFill/>
          </a:ln>
        </p:spPr>
      </p:pic>
    </p:spTree>
    <p:extLst>
      <p:ext uri="{BB962C8B-B14F-4D97-AF65-F5344CB8AC3E}">
        <p14:creationId xmlns:p14="http://schemas.microsoft.com/office/powerpoint/2010/main" val="1598535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9"/>
        <p:cNvGrpSpPr/>
        <p:nvPr/>
      </p:nvGrpSpPr>
      <p:grpSpPr>
        <a:xfrm>
          <a:off x="0" y="0"/>
          <a:ext cx="0" cy="0"/>
          <a:chOff x="0" y="0"/>
          <a:chExt cx="0" cy="0"/>
        </a:xfrm>
      </p:grpSpPr>
      <p:sp>
        <p:nvSpPr>
          <p:cNvPr id="30" name="Google Shape;30;p47"/>
          <p:cNvSpPr/>
          <p:nvPr/>
        </p:nvSpPr>
        <p:spPr>
          <a:xfrm>
            <a:off x="1" y="2"/>
            <a:ext cx="12191999" cy="1294189"/>
          </a:xfrm>
          <a:prstGeom prst="rect">
            <a:avLst/>
          </a:prstGeom>
          <a:solidFill>
            <a:srgbClr val="B3D0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 name="Google Shape;31;p47"/>
          <p:cNvSpPr txBox="1">
            <a:spLocks noGrp="1"/>
          </p:cNvSpPr>
          <p:nvPr>
            <p:ph type="title"/>
          </p:nvPr>
        </p:nvSpPr>
        <p:spPr>
          <a:xfrm>
            <a:off x="609600" y="274638"/>
            <a:ext cx="10972800" cy="83812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0F3F59"/>
              </a:buClr>
              <a:buSzPts val="2800"/>
              <a:buFont typeface="Open Sans"/>
              <a:buNone/>
              <a:defRPr sz="2800" b="1">
                <a:solidFill>
                  <a:srgbClr val="0F3F59"/>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7"/>
          <p:cNvSpPr/>
          <p:nvPr/>
        </p:nvSpPr>
        <p:spPr>
          <a:xfrm>
            <a:off x="1" y="6236368"/>
            <a:ext cx="1238807" cy="621632"/>
          </a:xfrm>
          <a:prstGeom prst="rect">
            <a:avLst/>
          </a:prstGeom>
          <a:solidFill>
            <a:srgbClr val="FFCC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 name="Google Shape;33;p47"/>
          <p:cNvPicPr preferRelativeResize="0"/>
          <p:nvPr/>
        </p:nvPicPr>
        <p:blipFill rotWithShape="1">
          <a:blip r:embed="rId2">
            <a:alphaModFix/>
          </a:blip>
          <a:srcRect/>
          <a:stretch/>
        </p:blipFill>
        <p:spPr>
          <a:xfrm>
            <a:off x="225529" y="6366714"/>
            <a:ext cx="861772" cy="355190"/>
          </a:xfrm>
          <a:prstGeom prst="rect">
            <a:avLst/>
          </a:prstGeom>
          <a:noFill/>
          <a:ln>
            <a:noFill/>
          </a:ln>
        </p:spPr>
      </p:pic>
      <p:pic>
        <p:nvPicPr>
          <p:cNvPr id="34" name="Google Shape;34;p47"/>
          <p:cNvPicPr preferRelativeResize="0"/>
          <p:nvPr/>
        </p:nvPicPr>
        <p:blipFill rotWithShape="1">
          <a:blip r:embed="rId3">
            <a:alphaModFix/>
          </a:blip>
          <a:srcRect/>
          <a:stretch/>
        </p:blipFill>
        <p:spPr>
          <a:xfrm>
            <a:off x="1549020" y="6356351"/>
            <a:ext cx="1614843" cy="382203"/>
          </a:xfrm>
          <a:prstGeom prst="rect">
            <a:avLst/>
          </a:prstGeom>
          <a:noFill/>
          <a:ln>
            <a:noFill/>
          </a:ln>
        </p:spPr>
      </p:pic>
      <p:sp>
        <p:nvSpPr>
          <p:cNvPr id="35" name="Google Shape;35;p47"/>
          <p:cNvSpPr txBox="1">
            <a:spLocks noGrp="1"/>
          </p:cNvSpPr>
          <p:nvPr>
            <p:ph type="body" idx="1"/>
          </p:nvPr>
        </p:nvSpPr>
        <p:spPr>
          <a:xfrm>
            <a:off x="609600" y="1743076"/>
            <a:ext cx="10972800" cy="388461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0F3F59"/>
              </a:buClr>
              <a:buSzPts val="2800"/>
              <a:buChar char="•"/>
              <a:defRPr>
                <a:solidFill>
                  <a:srgbClr val="0F3F59"/>
                </a:solidFill>
                <a:latin typeface="Open Sans"/>
                <a:ea typeface="Open Sans"/>
                <a:cs typeface="Open Sans"/>
                <a:sym typeface="Open Sans"/>
              </a:defRPr>
            </a:lvl1pPr>
            <a:lvl2pPr marL="914400" lvl="1" indent="-406400" algn="l">
              <a:lnSpc>
                <a:spcPct val="100000"/>
              </a:lnSpc>
              <a:spcBef>
                <a:spcPts val="560"/>
              </a:spcBef>
              <a:spcAft>
                <a:spcPts val="0"/>
              </a:spcAft>
              <a:buClr>
                <a:srgbClr val="0F3F59"/>
              </a:buClr>
              <a:buSzPts val="2800"/>
              <a:buChar char="–"/>
              <a:defRPr>
                <a:solidFill>
                  <a:srgbClr val="0F3F59"/>
                </a:solidFill>
                <a:latin typeface="Open Sans"/>
                <a:ea typeface="Open Sans"/>
                <a:cs typeface="Open Sans"/>
                <a:sym typeface="Open Sans"/>
              </a:defRPr>
            </a:lvl2pPr>
            <a:lvl3pPr marL="1371600" lvl="2" indent="-406400" algn="l">
              <a:lnSpc>
                <a:spcPct val="100000"/>
              </a:lnSpc>
              <a:spcBef>
                <a:spcPts val="560"/>
              </a:spcBef>
              <a:spcAft>
                <a:spcPts val="0"/>
              </a:spcAft>
              <a:buClr>
                <a:srgbClr val="0F3F59"/>
              </a:buClr>
              <a:buSzPts val="2800"/>
              <a:buChar char="•"/>
              <a:defRPr>
                <a:solidFill>
                  <a:srgbClr val="0F3F59"/>
                </a:solidFill>
                <a:latin typeface="Open Sans"/>
                <a:ea typeface="Open Sans"/>
                <a:cs typeface="Open Sans"/>
                <a:sym typeface="Open Sans"/>
              </a:defRPr>
            </a:lvl3pPr>
            <a:lvl4pPr marL="1828800" lvl="3" indent="-406400" algn="l">
              <a:lnSpc>
                <a:spcPct val="100000"/>
              </a:lnSpc>
              <a:spcBef>
                <a:spcPts val="560"/>
              </a:spcBef>
              <a:spcAft>
                <a:spcPts val="0"/>
              </a:spcAft>
              <a:buClr>
                <a:srgbClr val="0F3F59"/>
              </a:buClr>
              <a:buSzPts val="2800"/>
              <a:buChar char="–"/>
              <a:defRPr>
                <a:solidFill>
                  <a:srgbClr val="0F3F59"/>
                </a:solidFill>
                <a:latin typeface="Open Sans"/>
                <a:ea typeface="Open Sans"/>
                <a:cs typeface="Open Sans"/>
                <a:sym typeface="Open Sans"/>
              </a:defRPr>
            </a:lvl4pPr>
            <a:lvl5pPr marL="2286000" lvl="4" indent="-406400" algn="l">
              <a:lnSpc>
                <a:spcPct val="100000"/>
              </a:lnSpc>
              <a:spcBef>
                <a:spcPts val="560"/>
              </a:spcBef>
              <a:spcAft>
                <a:spcPts val="0"/>
              </a:spcAft>
              <a:buClr>
                <a:srgbClr val="0F3F59"/>
              </a:buClr>
              <a:buSzPts val="2800"/>
              <a:buChar char="»"/>
              <a:defRPr>
                <a:solidFill>
                  <a:srgbClr val="0F3F59"/>
                </a:solidFill>
                <a:latin typeface="Open Sans"/>
                <a:ea typeface="Open Sans"/>
                <a:cs typeface="Open Sans"/>
                <a:sym typeface="Open Sans"/>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26531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6"/>
        <p:cNvGrpSpPr/>
        <p:nvPr/>
      </p:nvGrpSpPr>
      <p:grpSpPr>
        <a:xfrm>
          <a:off x="0" y="0"/>
          <a:ext cx="0" cy="0"/>
          <a:chOff x="0" y="0"/>
          <a:chExt cx="0" cy="0"/>
        </a:xfrm>
      </p:grpSpPr>
      <p:sp>
        <p:nvSpPr>
          <p:cNvPr id="37" name="Google Shape;37;p4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0F3F59"/>
              </a:buClr>
              <a:buSzPts val="4000"/>
              <a:buFont typeface="Open Sans"/>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Tree>
    <p:extLst>
      <p:ext uri="{BB962C8B-B14F-4D97-AF65-F5344CB8AC3E}">
        <p14:creationId xmlns:p14="http://schemas.microsoft.com/office/powerpoint/2010/main" val="1079338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4_Title Slide">
  <p:cSld name="4_Title Slide">
    <p:spTree>
      <p:nvGrpSpPr>
        <p:cNvPr id="1" name="Shape 39"/>
        <p:cNvGrpSpPr/>
        <p:nvPr/>
      </p:nvGrpSpPr>
      <p:grpSpPr>
        <a:xfrm>
          <a:off x="0" y="0"/>
          <a:ext cx="0" cy="0"/>
          <a:chOff x="0" y="0"/>
          <a:chExt cx="0" cy="0"/>
        </a:xfrm>
      </p:grpSpPr>
      <p:sp>
        <p:nvSpPr>
          <p:cNvPr id="40" name="Google Shape;40;p46"/>
          <p:cNvSpPr/>
          <p:nvPr/>
        </p:nvSpPr>
        <p:spPr>
          <a:xfrm>
            <a:off x="1" y="-1"/>
            <a:ext cx="12192000"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 name="Google Shape;41;p46"/>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0F3F5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4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fld id="{00000000-1234-1234-1234-123412341234}" type="slidenum">
              <a:rPr lang="en-US" smtClean="0"/>
              <a:pPr/>
              <a:t>‹#›</a:t>
            </a:fld>
            <a:endParaRPr lang="en-US"/>
          </a:p>
        </p:txBody>
      </p:sp>
      <p:pic>
        <p:nvPicPr>
          <p:cNvPr id="44" name="Google Shape;44;p46"/>
          <p:cNvPicPr preferRelativeResize="0"/>
          <p:nvPr/>
        </p:nvPicPr>
        <p:blipFill rotWithShape="1">
          <a:blip r:embed="rId2">
            <a:alphaModFix/>
          </a:blip>
          <a:srcRect l="4026" r="3463"/>
          <a:stretch/>
        </p:blipFill>
        <p:spPr>
          <a:xfrm>
            <a:off x="0" y="-1"/>
            <a:ext cx="12192000" cy="4363851"/>
          </a:xfrm>
          <a:prstGeom prst="rect">
            <a:avLst/>
          </a:prstGeom>
          <a:noFill/>
          <a:ln>
            <a:noFill/>
          </a:ln>
        </p:spPr>
      </p:pic>
      <p:sp>
        <p:nvSpPr>
          <p:cNvPr id="45" name="Google Shape;45;p46"/>
          <p:cNvSpPr/>
          <p:nvPr/>
        </p:nvSpPr>
        <p:spPr>
          <a:xfrm>
            <a:off x="0" y="4576518"/>
            <a:ext cx="2756947" cy="2281483"/>
          </a:xfrm>
          <a:prstGeom prst="rect">
            <a:avLst/>
          </a:prstGeom>
          <a:solidFill>
            <a:srgbClr val="FFCC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 name="Google Shape;46;p46"/>
          <p:cNvSpPr/>
          <p:nvPr/>
        </p:nvSpPr>
        <p:spPr>
          <a:xfrm>
            <a:off x="3084053" y="4576518"/>
            <a:ext cx="9107947" cy="2281483"/>
          </a:xfrm>
          <a:prstGeom prst="rect">
            <a:avLst/>
          </a:prstGeom>
          <a:solidFill>
            <a:srgbClr val="8D1A1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47" name="Google Shape;47;p46"/>
          <p:cNvPicPr preferRelativeResize="0"/>
          <p:nvPr/>
        </p:nvPicPr>
        <p:blipFill rotWithShape="1">
          <a:blip r:embed="rId3">
            <a:alphaModFix/>
          </a:blip>
          <a:srcRect/>
          <a:stretch/>
        </p:blipFill>
        <p:spPr>
          <a:xfrm>
            <a:off x="331565" y="5273224"/>
            <a:ext cx="2156919" cy="889000"/>
          </a:xfrm>
          <a:prstGeom prst="rect">
            <a:avLst/>
          </a:prstGeom>
          <a:noFill/>
          <a:ln>
            <a:noFill/>
          </a:ln>
        </p:spPr>
      </p:pic>
      <p:pic>
        <p:nvPicPr>
          <p:cNvPr id="48" name="Google Shape;48;p46"/>
          <p:cNvPicPr preferRelativeResize="0"/>
          <p:nvPr/>
        </p:nvPicPr>
        <p:blipFill rotWithShape="1">
          <a:blip r:embed="rId4">
            <a:alphaModFix/>
          </a:blip>
          <a:srcRect/>
          <a:stretch/>
        </p:blipFill>
        <p:spPr>
          <a:xfrm>
            <a:off x="3587364" y="5273224"/>
            <a:ext cx="3860800" cy="889000"/>
          </a:xfrm>
          <a:prstGeom prst="rect">
            <a:avLst/>
          </a:prstGeom>
          <a:noFill/>
          <a:ln>
            <a:noFill/>
          </a:ln>
        </p:spPr>
      </p:pic>
    </p:spTree>
    <p:extLst>
      <p:ext uri="{BB962C8B-B14F-4D97-AF65-F5344CB8AC3E}">
        <p14:creationId xmlns:p14="http://schemas.microsoft.com/office/powerpoint/2010/main" val="508027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9"/>
        <p:cNvGrpSpPr/>
        <p:nvPr/>
      </p:nvGrpSpPr>
      <p:grpSpPr>
        <a:xfrm>
          <a:off x="0" y="0"/>
          <a:ext cx="0" cy="0"/>
          <a:chOff x="0" y="0"/>
          <a:chExt cx="0" cy="0"/>
        </a:xfrm>
      </p:grpSpPr>
      <p:sp>
        <p:nvSpPr>
          <p:cNvPr id="50" name="Google Shape;50;p49"/>
          <p:cNvSpPr/>
          <p:nvPr/>
        </p:nvSpPr>
        <p:spPr>
          <a:xfrm>
            <a:off x="1" y="6236368"/>
            <a:ext cx="1238807" cy="621632"/>
          </a:xfrm>
          <a:prstGeom prst="rect">
            <a:avLst/>
          </a:prstGeom>
          <a:solidFill>
            <a:srgbClr val="FFCC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51" name="Google Shape;51;p49"/>
          <p:cNvPicPr preferRelativeResize="0"/>
          <p:nvPr/>
        </p:nvPicPr>
        <p:blipFill rotWithShape="1">
          <a:blip r:embed="rId2">
            <a:alphaModFix/>
          </a:blip>
          <a:srcRect/>
          <a:stretch/>
        </p:blipFill>
        <p:spPr>
          <a:xfrm>
            <a:off x="225529" y="6366714"/>
            <a:ext cx="861772" cy="355190"/>
          </a:xfrm>
          <a:prstGeom prst="rect">
            <a:avLst/>
          </a:prstGeom>
          <a:noFill/>
          <a:ln>
            <a:noFill/>
          </a:ln>
        </p:spPr>
      </p:pic>
      <p:pic>
        <p:nvPicPr>
          <p:cNvPr id="52" name="Google Shape;52;p49"/>
          <p:cNvPicPr preferRelativeResize="0"/>
          <p:nvPr/>
        </p:nvPicPr>
        <p:blipFill rotWithShape="1">
          <a:blip r:embed="rId3">
            <a:alphaModFix/>
          </a:blip>
          <a:srcRect/>
          <a:stretch/>
        </p:blipFill>
        <p:spPr>
          <a:xfrm>
            <a:off x="1549020" y="6366715"/>
            <a:ext cx="1614843" cy="371839"/>
          </a:xfrm>
          <a:prstGeom prst="rect">
            <a:avLst/>
          </a:prstGeom>
          <a:noFill/>
          <a:ln>
            <a:noFill/>
          </a:ln>
        </p:spPr>
      </p:pic>
      <p:sp>
        <p:nvSpPr>
          <p:cNvPr id="53" name="Google Shape;53;p49"/>
          <p:cNvSpPr/>
          <p:nvPr/>
        </p:nvSpPr>
        <p:spPr>
          <a:xfrm>
            <a:off x="0" y="344845"/>
            <a:ext cx="12192000" cy="155600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 name="Google Shape;54;p49"/>
          <p:cNvSpPr txBox="1">
            <a:spLocks noGrp="1"/>
          </p:cNvSpPr>
          <p:nvPr>
            <p:ph type="body" idx="1"/>
          </p:nvPr>
        </p:nvSpPr>
        <p:spPr>
          <a:xfrm>
            <a:off x="852481" y="664458"/>
            <a:ext cx="10787248" cy="50711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Font typeface="Open Sans"/>
              <a:buNone/>
              <a:defRPr/>
            </a:lvl1pPr>
            <a:lvl2pPr marL="914400" lvl="1" indent="-228600" algn="l">
              <a:lnSpc>
                <a:spcPct val="100000"/>
              </a:lnSpc>
              <a:spcBef>
                <a:spcPts val="560"/>
              </a:spcBef>
              <a:spcAft>
                <a:spcPts val="0"/>
              </a:spcAft>
              <a:buClr>
                <a:schemeClr val="dk1"/>
              </a:buClr>
              <a:buSzPts val="2800"/>
              <a:buFont typeface="Open Sans"/>
              <a:buNone/>
              <a:defRPr/>
            </a:lvl2pPr>
            <a:lvl3pPr marL="1371600" lvl="2" indent="-228600" algn="l">
              <a:lnSpc>
                <a:spcPct val="100000"/>
              </a:lnSpc>
              <a:spcBef>
                <a:spcPts val="560"/>
              </a:spcBef>
              <a:spcAft>
                <a:spcPts val="0"/>
              </a:spcAft>
              <a:buClr>
                <a:schemeClr val="dk1"/>
              </a:buClr>
              <a:buSzPts val="2800"/>
              <a:buFont typeface="Open Sans"/>
              <a:buNone/>
              <a:defRPr/>
            </a:lvl3pPr>
            <a:lvl4pPr marL="1828800" lvl="3" indent="-228600" algn="l">
              <a:lnSpc>
                <a:spcPct val="100000"/>
              </a:lnSpc>
              <a:spcBef>
                <a:spcPts val="560"/>
              </a:spcBef>
              <a:spcAft>
                <a:spcPts val="0"/>
              </a:spcAft>
              <a:buClr>
                <a:schemeClr val="dk1"/>
              </a:buClr>
              <a:buSzPts val="2800"/>
              <a:buFont typeface="Open Sans"/>
              <a:buNone/>
              <a:defRPr/>
            </a:lvl4pPr>
            <a:lvl5pPr marL="2286000" lvl="4" indent="-228600" algn="l">
              <a:lnSpc>
                <a:spcPct val="100000"/>
              </a:lnSpc>
              <a:spcBef>
                <a:spcPts val="560"/>
              </a:spcBef>
              <a:spcAft>
                <a:spcPts val="0"/>
              </a:spcAft>
              <a:buClr>
                <a:schemeClr val="dk1"/>
              </a:buClr>
              <a:buSzPts val="2800"/>
              <a:buFont typeface="Open Sans"/>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573251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5"/>
        <p:cNvGrpSpPr/>
        <p:nvPr/>
      </p:nvGrpSpPr>
      <p:grpSpPr>
        <a:xfrm>
          <a:off x="0" y="0"/>
          <a:ext cx="0" cy="0"/>
          <a:chOff x="0" y="0"/>
          <a:chExt cx="0" cy="0"/>
        </a:xfrm>
      </p:grpSpPr>
      <p:sp>
        <p:nvSpPr>
          <p:cNvPr id="56" name="Google Shape;56;p50"/>
          <p:cNvSpPr/>
          <p:nvPr/>
        </p:nvSpPr>
        <p:spPr>
          <a:xfrm>
            <a:off x="1" y="-1"/>
            <a:ext cx="12192000"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7" name="Google Shape;57;p50"/>
          <p:cNvPicPr preferRelativeResize="0"/>
          <p:nvPr/>
        </p:nvPicPr>
        <p:blipFill rotWithShape="1">
          <a:blip r:embed="rId2">
            <a:alphaModFix/>
          </a:blip>
          <a:srcRect l="4026" r="3463"/>
          <a:stretch/>
        </p:blipFill>
        <p:spPr>
          <a:xfrm>
            <a:off x="0" y="-1"/>
            <a:ext cx="12192000" cy="4363851"/>
          </a:xfrm>
          <a:prstGeom prst="rect">
            <a:avLst/>
          </a:prstGeom>
          <a:noFill/>
          <a:ln>
            <a:noFill/>
          </a:ln>
        </p:spPr>
      </p:pic>
      <p:sp>
        <p:nvSpPr>
          <p:cNvPr id="58" name="Google Shape;58;p50"/>
          <p:cNvSpPr/>
          <p:nvPr/>
        </p:nvSpPr>
        <p:spPr>
          <a:xfrm>
            <a:off x="5291668" y="0"/>
            <a:ext cx="6900333" cy="4357744"/>
          </a:xfrm>
          <a:prstGeom prst="rect">
            <a:avLst/>
          </a:prstGeom>
          <a:gradFill>
            <a:gsLst>
              <a:gs pos="0">
                <a:srgbClr val="000000">
                  <a:alpha val="20000"/>
                </a:srgbClr>
              </a:gs>
              <a:gs pos="100000">
                <a:srgbClr val="FFFFFF">
                  <a:alpha val="0"/>
                </a:srgbClr>
              </a:gs>
            </a:gsLst>
            <a:lin ang="10500000" scaled="0"/>
          </a:gradFill>
          <a:ln>
            <a:noFill/>
          </a:ln>
          <a:effectLst>
            <a:outerShdw blurRad="40000" dist="23000" dir="5400000" rotWithShape="0">
              <a:srgbClr val="000000">
                <a:alpha val="3333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 name="Google Shape;59;p50"/>
          <p:cNvSpPr/>
          <p:nvPr/>
        </p:nvSpPr>
        <p:spPr>
          <a:xfrm>
            <a:off x="9435055" y="4576518"/>
            <a:ext cx="2756947" cy="2281483"/>
          </a:xfrm>
          <a:prstGeom prst="rect">
            <a:avLst/>
          </a:prstGeom>
          <a:solidFill>
            <a:srgbClr val="FFCC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 name="Google Shape;60;p50"/>
          <p:cNvSpPr/>
          <p:nvPr/>
        </p:nvSpPr>
        <p:spPr>
          <a:xfrm>
            <a:off x="1" y="4576518"/>
            <a:ext cx="9107947" cy="2281483"/>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1" name="Google Shape;61;p50"/>
          <p:cNvPicPr preferRelativeResize="0"/>
          <p:nvPr/>
        </p:nvPicPr>
        <p:blipFill rotWithShape="1">
          <a:blip r:embed="rId3">
            <a:alphaModFix/>
          </a:blip>
          <a:srcRect/>
          <a:stretch/>
        </p:blipFill>
        <p:spPr>
          <a:xfrm>
            <a:off x="477882" y="5399954"/>
            <a:ext cx="7819453" cy="609081"/>
          </a:xfrm>
          <a:prstGeom prst="rect">
            <a:avLst/>
          </a:prstGeom>
          <a:noFill/>
          <a:ln>
            <a:noFill/>
          </a:ln>
        </p:spPr>
      </p:pic>
      <p:pic>
        <p:nvPicPr>
          <p:cNvPr id="62" name="Google Shape;62;p50"/>
          <p:cNvPicPr preferRelativeResize="0"/>
          <p:nvPr/>
        </p:nvPicPr>
        <p:blipFill rotWithShape="1">
          <a:blip r:embed="rId4">
            <a:alphaModFix/>
          </a:blip>
          <a:srcRect/>
          <a:stretch/>
        </p:blipFill>
        <p:spPr>
          <a:xfrm>
            <a:off x="9616185" y="6410196"/>
            <a:ext cx="2371788" cy="229528"/>
          </a:xfrm>
          <a:prstGeom prst="rect">
            <a:avLst/>
          </a:prstGeom>
          <a:noFill/>
          <a:ln>
            <a:noFill/>
          </a:ln>
        </p:spPr>
      </p:pic>
      <p:pic>
        <p:nvPicPr>
          <p:cNvPr id="63" name="Google Shape;63;p50"/>
          <p:cNvPicPr preferRelativeResize="0"/>
          <p:nvPr/>
        </p:nvPicPr>
        <p:blipFill rotWithShape="1">
          <a:blip r:embed="rId5">
            <a:alphaModFix/>
          </a:blip>
          <a:srcRect/>
          <a:stretch/>
        </p:blipFill>
        <p:spPr>
          <a:xfrm>
            <a:off x="10120789" y="4774354"/>
            <a:ext cx="1460481" cy="1417526"/>
          </a:xfrm>
          <a:prstGeom prst="rect">
            <a:avLst/>
          </a:prstGeom>
          <a:noFill/>
          <a:ln>
            <a:noFill/>
          </a:ln>
        </p:spPr>
      </p:pic>
    </p:spTree>
    <p:extLst>
      <p:ext uri="{BB962C8B-B14F-4D97-AF65-F5344CB8AC3E}">
        <p14:creationId xmlns:p14="http://schemas.microsoft.com/office/powerpoint/2010/main" val="2206482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4"/>
        <p:cNvGrpSpPr/>
        <p:nvPr/>
      </p:nvGrpSpPr>
      <p:grpSpPr>
        <a:xfrm>
          <a:off x="0" y="0"/>
          <a:ext cx="0" cy="0"/>
          <a:chOff x="0" y="0"/>
          <a:chExt cx="0" cy="0"/>
        </a:xfrm>
      </p:grpSpPr>
      <p:sp>
        <p:nvSpPr>
          <p:cNvPr id="65" name="Google Shape;65;p51"/>
          <p:cNvSpPr/>
          <p:nvPr/>
        </p:nvSpPr>
        <p:spPr>
          <a:xfrm>
            <a:off x="1" y="2"/>
            <a:ext cx="12191999" cy="1294189"/>
          </a:xfrm>
          <a:prstGeom prst="rect">
            <a:avLst/>
          </a:prstGeom>
          <a:solidFill>
            <a:srgbClr val="B3D0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6" name="Google Shape;66;p51"/>
          <p:cNvSpPr txBox="1">
            <a:spLocks noGrp="1"/>
          </p:cNvSpPr>
          <p:nvPr>
            <p:ph type="title"/>
          </p:nvPr>
        </p:nvSpPr>
        <p:spPr>
          <a:xfrm>
            <a:off x="609600" y="274638"/>
            <a:ext cx="10972800" cy="83812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0F3F59"/>
              </a:buClr>
              <a:buSzPts val="2800"/>
              <a:buFont typeface="Open Sans"/>
              <a:buNone/>
              <a:defRPr sz="2800" b="1">
                <a:solidFill>
                  <a:srgbClr val="0F3F59"/>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1"/>
          <p:cNvSpPr/>
          <p:nvPr/>
        </p:nvSpPr>
        <p:spPr>
          <a:xfrm>
            <a:off x="1" y="6236368"/>
            <a:ext cx="1238807" cy="621632"/>
          </a:xfrm>
          <a:prstGeom prst="rect">
            <a:avLst/>
          </a:prstGeom>
          <a:solidFill>
            <a:srgbClr val="FFCC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 name="Google Shape;68;p51"/>
          <p:cNvPicPr preferRelativeResize="0"/>
          <p:nvPr/>
        </p:nvPicPr>
        <p:blipFill rotWithShape="1">
          <a:blip r:embed="rId2">
            <a:alphaModFix/>
          </a:blip>
          <a:srcRect/>
          <a:stretch/>
        </p:blipFill>
        <p:spPr>
          <a:xfrm>
            <a:off x="225529" y="6366714"/>
            <a:ext cx="861772" cy="355190"/>
          </a:xfrm>
          <a:prstGeom prst="rect">
            <a:avLst/>
          </a:prstGeom>
          <a:noFill/>
          <a:ln>
            <a:noFill/>
          </a:ln>
        </p:spPr>
      </p:pic>
      <p:pic>
        <p:nvPicPr>
          <p:cNvPr id="69" name="Google Shape;69;p51"/>
          <p:cNvPicPr preferRelativeResize="0"/>
          <p:nvPr/>
        </p:nvPicPr>
        <p:blipFill rotWithShape="1">
          <a:blip r:embed="rId3">
            <a:alphaModFix/>
          </a:blip>
          <a:srcRect/>
          <a:stretch/>
        </p:blipFill>
        <p:spPr>
          <a:xfrm>
            <a:off x="1549020" y="6366715"/>
            <a:ext cx="1614843" cy="371839"/>
          </a:xfrm>
          <a:prstGeom prst="rect">
            <a:avLst/>
          </a:prstGeom>
          <a:noFill/>
          <a:ln>
            <a:noFill/>
          </a:ln>
        </p:spPr>
      </p:pic>
    </p:spTree>
    <p:extLst>
      <p:ext uri="{BB962C8B-B14F-4D97-AF65-F5344CB8AC3E}">
        <p14:creationId xmlns:p14="http://schemas.microsoft.com/office/powerpoint/2010/main" val="3980491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0"/>
        <p:cNvGrpSpPr/>
        <p:nvPr/>
      </p:nvGrpSpPr>
      <p:grpSpPr>
        <a:xfrm>
          <a:off x="0" y="0"/>
          <a:ext cx="0" cy="0"/>
          <a:chOff x="0" y="0"/>
          <a:chExt cx="0" cy="0"/>
        </a:xfrm>
      </p:grpSpPr>
      <p:sp>
        <p:nvSpPr>
          <p:cNvPr id="71" name="Google Shape;71;p52"/>
          <p:cNvSpPr txBox="1">
            <a:spLocks noGrp="1"/>
          </p:cNvSpPr>
          <p:nvPr>
            <p:ph type="ctrTitle"/>
          </p:nvPr>
        </p:nvSpPr>
        <p:spPr>
          <a:xfrm>
            <a:off x="2336800" y="2509391"/>
            <a:ext cx="7721600" cy="107721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800000"/>
              </a:buClr>
              <a:buSzPts val="2800"/>
              <a:buFont typeface="Open Sans"/>
              <a:buNone/>
              <a:defRPr b="1" i="0">
                <a:solidFill>
                  <a:srgbClr val="800000"/>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2"/>
          <p:cNvSpPr txBox="1">
            <a:spLocks noGrp="1"/>
          </p:cNvSpPr>
          <p:nvPr>
            <p:ph type="subTitle" idx="1"/>
          </p:nvPr>
        </p:nvSpPr>
        <p:spPr>
          <a:xfrm>
            <a:off x="2336800" y="3733800"/>
            <a:ext cx="7620000" cy="990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560"/>
              </a:spcBef>
              <a:spcAft>
                <a:spcPts val="0"/>
              </a:spcAft>
              <a:buClr>
                <a:schemeClr val="dk1"/>
              </a:buClr>
              <a:buSzPts val="2800"/>
              <a:buFont typeface="Arimo"/>
              <a:buNone/>
              <a:defRPr/>
            </a:lvl1pPr>
            <a:lvl2pPr lvl="1" algn="l">
              <a:lnSpc>
                <a:spcPct val="100000"/>
              </a:lnSpc>
              <a:spcBef>
                <a:spcPts val="360"/>
              </a:spcBef>
              <a:spcAft>
                <a:spcPts val="0"/>
              </a:spcAft>
              <a:buClr>
                <a:schemeClr val="dk1"/>
              </a:buClr>
              <a:buSzPts val="180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30044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73"/>
        <p:cNvGrpSpPr/>
        <p:nvPr/>
      </p:nvGrpSpPr>
      <p:grpSpPr>
        <a:xfrm>
          <a:off x="0" y="0"/>
          <a:ext cx="0" cy="0"/>
          <a:chOff x="0" y="0"/>
          <a:chExt cx="0" cy="0"/>
        </a:xfrm>
      </p:grpSpPr>
      <p:sp>
        <p:nvSpPr>
          <p:cNvPr id="74" name="Google Shape;74;p5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fld id="{00000000-1234-1234-1234-123412341234}" type="slidenum">
              <a:rPr lang="en-US" smtClean="0"/>
              <a:pPr/>
              <a:t>‹#›</a:t>
            </a:fld>
            <a:endParaRPr lang="en-US"/>
          </a:p>
        </p:txBody>
      </p:sp>
      <p:sp>
        <p:nvSpPr>
          <p:cNvPr id="75" name="Google Shape;75;p54"/>
          <p:cNvSpPr/>
          <p:nvPr/>
        </p:nvSpPr>
        <p:spPr>
          <a:xfrm>
            <a:off x="1" y="-1"/>
            <a:ext cx="12192000"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6" name="Google Shape;76;p54"/>
          <p:cNvPicPr preferRelativeResize="0"/>
          <p:nvPr/>
        </p:nvPicPr>
        <p:blipFill rotWithShape="1">
          <a:blip r:embed="rId2">
            <a:alphaModFix/>
          </a:blip>
          <a:srcRect l="4026" r="3463"/>
          <a:stretch/>
        </p:blipFill>
        <p:spPr>
          <a:xfrm>
            <a:off x="0" y="-1"/>
            <a:ext cx="12192000" cy="4363851"/>
          </a:xfrm>
          <a:prstGeom prst="rect">
            <a:avLst/>
          </a:prstGeom>
          <a:noFill/>
          <a:ln>
            <a:noFill/>
          </a:ln>
        </p:spPr>
      </p:pic>
      <p:sp>
        <p:nvSpPr>
          <p:cNvPr id="77" name="Google Shape;77;p54"/>
          <p:cNvSpPr/>
          <p:nvPr/>
        </p:nvSpPr>
        <p:spPr>
          <a:xfrm>
            <a:off x="0" y="4576518"/>
            <a:ext cx="2756947" cy="2281483"/>
          </a:xfrm>
          <a:prstGeom prst="rect">
            <a:avLst/>
          </a:prstGeom>
          <a:solidFill>
            <a:srgbClr val="FFCC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8" name="Google Shape;78;p54"/>
          <p:cNvSpPr/>
          <p:nvPr/>
        </p:nvSpPr>
        <p:spPr>
          <a:xfrm>
            <a:off x="3084053" y="4576518"/>
            <a:ext cx="9107947" cy="2281483"/>
          </a:xfrm>
          <a:prstGeom prst="rect">
            <a:avLst/>
          </a:prstGeom>
          <a:solidFill>
            <a:srgbClr val="8D1A1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9" name="Google Shape;79;p54"/>
          <p:cNvPicPr preferRelativeResize="0"/>
          <p:nvPr/>
        </p:nvPicPr>
        <p:blipFill rotWithShape="1">
          <a:blip r:embed="rId3">
            <a:alphaModFix/>
          </a:blip>
          <a:srcRect/>
          <a:stretch/>
        </p:blipFill>
        <p:spPr>
          <a:xfrm>
            <a:off x="331565" y="5273224"/>
            <a:ext cx="2156919" cy="889000"/>
          </a:xfrm>
          <a:prstGeom prst="rect">
            <a:avLst/>
          </a:prstGeom>
          <a:noFill/>
          <a:ln>
            <a:noFill/>
          </a:ln>
        </p:spPr>
      </p:pic>
      <p:pic>
        <p:nvPicPr>
          <p:cNvPr id="80" name="Google Shape;80;p54"/>
          <p:cNvPicPr preferRelativeResize="0"/>
          <p:nvPr/>
        </p:nvPicPr>
        <p:blipFill rotWithShape="1">
          <a:blip r:embed="rId4">
            <a:alphaModFix/>
          </a:blip>
          <a:srcRect/>
          <a:stretch/>
        </p:blipFill>
        <p:spPr>
          <a:xfrm>
            <a:off x="3587364" y="5273224"/>
            <a:ext cx="3860800" cy="889000"/>
          </a:xfrm>
          <a:prstGeom prst="rect">
            <a:avLst/>
          </a:prstGeom>
          <a:noFill/>
          <a:ln>
            <a:noFill/>
          </a:ln>
        </p:spPr>
      </p:pic>
    </p:spTree>
    <p:extLst>
      <p:ext uri="{BB962C8B-B14F-4D97-AF65-F5344CB8AC3E}">
        <p14:creationId xmlns:p14="http://schemas.microsoft.com/office/powerpoint/2010/main" val="1978962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E314-0EB5-3E76-CFBD-A36C1E83C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EB1ACD-C61F-E726-F786-8C194048F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0DBE39-3656-7D9E-C1EF-EC75E7DD6E4B}"/>
              </a:ext>
            </a:extLst>
          </p:cNvPr>
          <p:cNvSpPr>
            <a:spLocks noGrp="1"/>
          </p:cNvSpPr>
          <p:nvPr>
            <p:ph type="dt" sz="half" idx="10"/>
          </p:nvPr>
        </p:nvSpPr>
        <p:spPr>
          <a:xfrm>
            <a:off x="838200" y="6356350"/>
            <a:ext cx="2743200" cy="365125"/>
          </a:xfrm>
          <a:prstGeom prst="rect">
            <a:avLst/>
          </a:prstGeom>
        </p:spPr>
        <p:txBody>
          <a:bodyPr/>
          <a:lstStyle/>
          <a:p>
            <a:fld id="{53BEF823-48A5-43FC-BE03-E79964288B41}" type="datetimeFigureOut">
              <a:rPr lang="en-US" smtClean="0"/>
              <a:t>3/2/2026</a:t>
            </a:fld>
            <a:endParaRPr lang="en-US"/>
          </a:p>
        </p:txBody>
      </p:sp>
      <p:sp>
        <p:nvSpPr>
          <p:cNvPr id="5" name="Footer Placeholder 4">
            <a:extLst>
              <a:ext uri="{FF2B5EF4-FFF2-40B4-BE49-F238E27FC236}">
                <a16:creationId xmlns:a16="http://schemas.microsoft.com/office/drawing/2014/main" id="{4B488711-D6E8-DEF8-17D8-0ADD3B2A36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9EC744D-4C10-7EE7-4BE8-C10182DEA3A1}"/>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FD436B64-CE55-59AA-7233-ADD26AB71569}"/>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153132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0760-CE73-55AD-3FC7-4901BE3A9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0A4647-1574-BD61-3C55-60F25F7707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15779-CF89-6520-AED6-65D1FED84CD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5" name="Footer Placeholder 4">
            <a:extLst>
              <a:ext uri="{FF2B5EF4-FFF2-40B4-BE49-F238E27FC236}">
                <a16:creationId xmlns:a16="http://schemas.microsoft.com/office/drawing/2014/main" id="{D8F7731F-4BCB-5DE2-04D5-E2A9F0BEA132}"/>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B5F5FA6-52FD-8AD6-05C7-3049208FD356}"/>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8" name="Picture 7">
            <a:extLst>
              <a:ext uri="{FF2B5EF4-FFF2-40B4-BE49-F238E27FC236}">
                <a16:creationId xmlns:a16="http://schemas.microsoft.com/office/drawing/2014/main" id="{4FA3F1FE-E984-3B20-D3C4-684441A4DA35}"/>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091022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B283-D171-269D-AFA1-55AB89B80A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BB1955-E1AB-A77F-DBFD-898BEB452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61B299-70A6-CA15-C347-3EB470D3B4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820BE5-B765-6B06-CC08-7BD62EE8789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6" name="Footer Placeholder 5">
            <a:extLst>
              <a:ext uri="{FF2B5EF4-FFF2-40B4-BE49-F238E27FC236}">
                <a16:creationId xmlns:a16="http://schemas.microsoft.com/office/drawing/2014/main" id="{D1F78A8F-51E6-C89A-6F75-8D72461BC16E}"/>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7" name="Slide Number Placeholder 6">
            <a:extLst>
              <a:ext uri="{FF2B5EF4-FFF2-40B4-BE49-F238E27FC236}">
                <a16:creationId xmlns:a16="http://schemas.microsoft.com/office/drawing/2014/main" id="{35DA067F-7E9F-381F-9CB3-FD9A26CE369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10AF01B5-FD7D-7FA5-F805-0F2FCF274C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895147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142C1-2CA8-4658-B998-00B9080E4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087D8B-1113-BD3E-6A7E-CD51D393E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A2535-4DC5-035D-6D67-4E4B015B0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A0E81-D1FE-9638-A58A-5A77911B3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26EF0-A42C-04B6-F3B0-BCC3BB5CA6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05D005-8FF8-2F28-1C11-6832C7EF297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8" name="Footer Placeholder 7">
            <a:extLst>
              <a:ext uri="{FF2B5EF4-FFF2-40B4-BE49-F238E27FC236}">
                <a16:creationId xmlns:a16="http://schemas.microsoft.com/office/drawing/2014/main" id="{D8B206F2-2C43-E0D6-792F-3278C4675609}"/>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9" name="Slide Number Placeholder 8">
            <a:extLst>
              <a:ext uri="{FF2B5EF4-FFF2-40B4-BE49-F238E27FC236}">
                <a16:creationId xmlns:a16="http://schemas.microsoft.com/office/drawing/2014/main" id="{4D91EB66-DD42-CFCF-72C0-8C92190BF7D9}"/>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11" name="Picture 10">
            <a:extLst>
              <a:ext uri="{FF2B5EF4-FFF2-40B4-BE49-F238E27FC236}">
                <a16:creationId xmlns:a16="http://schemas.microsoft.com/office/drawing/2014/main" id="{E10B9CAD-EF0C-0CB2-EF81-E419B5DA9A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3948220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14D7-DFF2-676D-9EB5-488B525CFC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71FE1C-BA44-F269-4382-C3B7EF89290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4" name="Footer Placeholder 3">
            <a:extLst>
              <a:ext uri="{FF2B5EF4-FFF2-40B4-BE49-F238E27FC236}">
                <a16:creationId xmlns:a16="http://schemas.microsoft.com/office/drawing/2014/main" id="{3E037DDA-E9D3-B6D3-ADCD-3FFA385AE25D}"/>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5" name="Slide Number Placeholder 4">
            <a:extLst>
              <a:ext uri="{FF2B5EF4-FFF2-40B4-BE49-F238E27FC236}">
                <a16:creationId xmlns:a16="http://schemas.microsoft.com/office/drawing/2014/main" id="{21F35C99-0411-5521-B1E8-B87886B048DA}"/>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a:extLst>
              <a:ext uri="{FF2B5EF4-FFF2-40B4-BE49-F238E27FC236}">
                <a16:creationId xmlns:a16="http://schemas.microsoft.com/office/drawing/2014/main" id="{40FC3ED7-E7E5-D674-8A95-938E8800CA02}"/>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2556046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9"/>
        <p:cNvGrpSpPr/>
        <p:nvPr/>
      </p:nvGrpSpPr>
      <p:grpSpPr>
        <a:xfrm>
          <a:off x="0" y="0"/>
          <a:ext cx="0" cy="0"/>
          <a:chOff x="0" y="0"/>
          <a:chExt cx="0" cy="0"/>
        </a:xfrm>
      </p:grpSpPr>
      <p:sp>
        <p:nvSpPr>
          <p:cNvPr id="4" name="Rectangle 3">
            <a:extLst>
              <a:ext uri="{FF2B5EF4-FFF2-40B4-BE49-F238E27FC236}">
                <a16:creationId xmlns:a16="http://schemas.microsoft.com/office/drawing/2014/main" id="{C1DF4BD5-3B5F-635C-0AA7-D36104799185}"/>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p:cNvSpPr>
            <a:spLocks noGrp="1"/>
          </p:cNvSpPr>
          <p:nvPr>
            <p:ph type="body" sz="quarter" idx="10"/>
          </p:nvPr>
        </p:nvSpPr>
        <p:spPr>
          <a:xfrm>
            <a:off x="6324602" y="1054100"/>
            <a:ext cx="5562598" cy="4991100"/>
          </a:xfrm>
          <a:prstGeom prst="rect">
            <a:avLst/>
          </a:prstGeom>
        </p:spPr>
        <p:txBody>
          <a:bodyPr>
            <a:normAutofit/>
          </a:bodyPr>
          <a:lstStyle>
            <a:lvl1pPr marL="152396" indent="0">
              <a:spcAft>
                <a:spcPts val="400"/>
              </a:spcAft>
              <a:buFontTx/>
              <a:buNone/>
              <a:defRPr sz="2800">
                <a:latin typeface="Open Sans" panose="020B0606030504020204" pitchFamily="34" charset="0"/>
                <a:ea typeface="Open Sans" panose="020B0606030504020204" pitchFamily="34" charset="0"/>
                <a:cs typeface="Open Sans" panose="020B0606030504020204" pitchFamily="34" charset="0"/>
              </a:defRPr>
            </a:lvl1pPr>
            <a:lvl2pPr marL="685783" indent="-304792">
              <a:spcBef>
                <a:spcPts val="400"/>
              </a:spcBef>
              <a:spcAft>
                <a:spcPts val="400"/>
              </a:spcAft>
              <a:buFont typeface="Arial" charset="0"/>
              <a:buChar char="•"/>
              <a:tabLst/>
              <a:defRPr sz="2800">
                <a:latin typeface="Open Sans" panose="020B0606030504020204" pitchFamily="34" charset="0"/>
                <a:ea typeface="Open Sans" panose="020B0606030504020204" pitchFamily="34" charset="0"/>
                <a:cs typeface="Open Sans" panose="020B0606030504020204" pitchFamily="34" charset="0"/>
              </a:defRPr>
            </a:lvl2pPr>
            <a:lvl3pPr marL="1221287" indent="-383108">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3pPr>
            <a:lvl4pPr marL="1907070" indent="-380990">
              <a:spcBef>
                <a:spcPts val="400"/>
              </a:spcBef>
              <a:spcAft>
                <a:spcPts val="400"/>
              </a:spcAft>
              <a:buSzPct val="100000"/>
              <a:buFont typeface="ArialMT" charset="0"/>
              <a:buChar char="»"/>
              <a:tabLst/>
              <a:defRPr sz="2800">
                <a:latin typeface="Open Sans" panose="020B0606030504020204" pitchFamily="34" charset="0"/>
                <a:ea typeface="Open Sans" panose="020B0606030504020204" pitchFamily="34" charset="0"/>
                <a:cs typeface="Open Sans" panose="020B0606030504020204" pitchFamily="34" charset="0"/>
              </a:defRPr>
            </a:lvl4pPr>
            <a:lvl5pPr marL="2366374" indent="-306910">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5218FECC-B578-CFD9-C7B9-78F9177C1AD6}"/>
              </a:ext>
            </a:extLst>
          </p:cNvPr>
          <p:cNvSpPr>
            <a:spLocks noGrp="1"/>
          </p:cNvSpPr>
          <p:nvPr>
            <p:ph type="pic" sz="quarter" idx="11"/>
          </p:nvPr>
        </p:nvSpPr>
        <p:spPr>
          <a:xfrm>
            <a:off x="0" y="0"/>
            <a:ext cx="5867400" cy="6858000"/>
          </a:xfrm>
        </p:spPr>
        <p:txBody>
          <a:bodyPr/>
          <a:lstStyle/>
          <a:p>
            <a:r>
              <a:rPr lang="en-US"/>
              <a:t>Click icon to add picture</a:t>
            </a:r>
          </a:p>
        </p:txBody>
      </p:sp>
      <p:pic>
        <p:nvPicPr>
          <p:cNvPr id="3" name="Picture 2">
            <a:extLst>
              <a:ext uri="{FF2B5EF4-FFF2-40B4-BE49-F238E27FC236}">
                <a16:creationId xmlns:a16="http://schemas.microsoft.com/office/drawing/2014/main" id="{82A08CF5-3E9F-5B5E-9A0A-3DD222C949FF}"/>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2311945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block with full picture block on left">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B46D7986-4560-C024-D635-6E64368AD44A}"/>
              </a:ext>
            </a:extLst>
          </p:cNvPr>
          <p:cNvSpPr>
            <a:spLocks noGrp="1" noChangeAspect="1"/>
          </p:cNvSpPr>
          <p:nvPr>
            <p:ph type="pic" sz="quarter" idx="20"/>
          </p:nvPr>
        </p:nvSpPr>
        <p:spPr>
          <a:xfrm>
            <a:off x="0" y="0"/>
            <a:ext cx="6769419" cy="6858000"/>
          </a:xfrm>
          <a:noFill/>
        </p:spPr>
        <p:txBody>
          <a:bodyPr anchor="ctr" anchorCtr="0">
            <a:normAutofit/>
          </a:bodyPr>
          <a:lstStyle/>
          <a:p>
            <a:r>
              <a:rPr lang="en-US"/>
              <a:t>Click icon to add picture</a:t>
            </a:r>
          </a:p>
        </p:txBody>
      </p:sp>
      <p:sp>
        <p:nvSpPr>
          <p:cNvPr id="6" name="Text Placeholder 2">
            <a:extLst>
              <a:ext uri="{FF2B5EF4-FFF2-40B4-BE49-F238E27FC236}">
                <a16:creationId xmlns:a16="http://schemas.microsoft.com/office/drawing/2014/main" id="{740D7550-10B8-25C8-F5EB-1B7A2C19650F}"/>
              </a:ext>
            </a:extLst>
          </p:cNvPr>
          <p:cNvSpPr>
            <a:spLocks noGrp="1"/>
          </p:cNvSpPr>
          <p:nvPr>
            <p:ph type="body" idx="21"/>
          </p:nvPr>
        </p:nvSpPr>
        <p:spPr>
          <a:xfrm>
            <a:off x="7412547" y="5369794"/>
            <a:ext cx="4182046" cy="392922"/>
          </a:xfrm>
          <a:noFill/>
        </p:spPr>
        <p:txBody>
          <a:bodyPr lIns="0" tIns="0" rIns="0" bIns="0" anchor="ctr">
            <a:normAutofit/>
          </a:bodyPr>
          <a:lstStyle>
            <a:lvl1pPr marL="0" indent="0">
              <a:buNone/>
              <a:defRPr sz="12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D52E4ACD-E01C-7699-66CF-79924E9F2A08}"/>
              </a:ext>
            </a:extLst>
          </p:cNvPr>
          <p:cNvSpPr>
            <a:spLocks noGrp="1"/>
          </p:cNvSpPr>
          <p:nvPr>
            <p:ph type="title"/>
          </p:nvPr>
        </p:nvSpPr>
        <p:spPr>
          <a:xfrm>
            <a:off x="7412547" y="1704848"/>
            <a:ext cx="4182046" cy="2743200"/>
          </a:xfrm>
        </p:spPr>
        <p:txBody>
          <a:bodyPr>
            <a:normAutofit/>
          </a:bodyPr>
          <a:lstStyle>
            <a:lvl1pPr>
              <a:defRPr sz="3600"/>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7F06C1AB-C470-CFA3-1ED7-BAA644D97CA8}"/>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0BF51F5-5533-CA7C-BA9E-F558F439A06A}"/>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583580524"/>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9328326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BC05-3EE9-18C6-69F1-8618A4CFCB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A92E1D-D6F3-3C94-94AA-004EB8B24F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E8801C-5159-EF96-1B67-30FCF4CF1B3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5" name="Footer Placeholder 4">
            <a:extLst>
              <a:ext uri="{FF2B5EF4-FFF2-40B4-BE49-F238E27FC236}">
                <a16:creationId xmlns:a16="http://schemas.microsoft.com/office/drawing/2014/main" id="{E9970B42-E5C3-C716-DE05-B27035B93B11}"/>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0537C52-DDB0-E9D2-D508-1D042C3B894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descr="A yellow and white background&#10;&#10;AI-generated content may be incorrect.">
            <a:extLst>
              <a:ext uri="{FF2B5EF4-FFF2-40B4-BE49-F238E27FC236}">
                <a16:creationId xmlns:a16="http://schemas.microsoft.com/office/drawing/2014/main" id="{18580108-B377-73C3-CA9A-C348C4FF55B7}"/>
              </a:ext>
            </a:extLst>
          </p:cNvPr>
          <p:cNvPicPr>
            <a:picLocks noChangeAspect="1"/>
          </p:cNvPicPr>
          <p:nvPr/>
        </p:nvPicPr>
        <p:blipFill>
          <a:blip r:embed="rId2"/>
          <a:stretch>
            <a:fillRect/>
          </a:stretch>
        </p:blipFill>
        <p:spPr>
          <a:xfrm>
            <a:off x="0" y="0"/>
            <a:ext cx="12561797" cy="7083719"/>
          </a:xfrm>
          <a:prstGeom prst="rect">
            <a:avLst/>
          </a:prstGeom>
        </p:spPr>
      </p:pic>
      <p:pic>
        <p:nvPicPr>
          <p:cNvPr id="10" name="Picture 9" descr="A black background with red text&#10;&#10;AI-generated content may be incorrect.">
            <a:extLst>
              <a:ext uri="{FF2B5EF4-FFF2-40B4-BE49-F238E27FC236}">
                <a16:creationId xmlns:a16="http://schemas.microsoft.com/office/drawing/2014/main" id="{38812962-0CCC-177F-8D45-267E8A4E271C}"/>
              </a:ext>
            </a:extLst>
          </p:cNvPr>
          <p:cNvPicPr>
            <a:picLocks noChangeAspect="1"/>
          </p:cNvPicPr>
          <p:nvPr/>
        </p:nvPicPr>
        <p:blipFill>
          <a:blip r:embed="rId3"/>
          <a:stretch>
            <a:fillRect/>
          </a:stretch>
        </p:blipFill>
        <p:spPr>
          <a:xfrm>
            <a:off x="9350829" y="431130"/>
            <a:ext cx="2612571" cy="1293923"/>
          </a:xfrm>
          <a:prstGeom prst="rect">
            <a:avLst/>
          </a:prstGeom>
        </p:spPr>
      </p:pic>
    </p:spTree>
    <p:extLst>
      <p:ext uri="{BB962C8B-B14F-4D97-AF65-F5344CB8AC3E}">
        <p14:creationId xmlns:p14="http://schemas.microsoft.com/office/powerpoint/2010/main" val="37736323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5" name="Picture 4" descr="A yellow and white background&#10;&#10;AI-generated content may be incorrect.">
            <a:extLst>
              <a:ext uri="{FF2B5EF4-FFF2-40B4-BE49-F238E27FC236}">
                <a16:creationId xmlns:a16="http://schemas.microsoft.com/office/drawing/2014/main" id="{01ED2E54-91CD-5365-043C-99B4BB4C83E8}"/>
              </a:ext>
            </a:extLst>
          </p:cNvPr>
          <p:cNvPicPr>
            <a:picLocks noChangeAspect="1"/>
          </p:cNvPicPr>
          <p:nvPr/>
        </p:nvPicPr>
        <p:blipFill>
          <a:blip r:embed="rId2"/>
          <a:srcRect l="9035" t="59729" r="6889"/>
          <a:stretch>
            <a:fillRect/>
          </a:stretch>
        </p:blipFill>
        <p:spPr>
          <a:xfrm rot="21168264">
            <a:off x="-427716" y="-1051066"/>
            <a:ext cx="12635069" cy="3412839"/>
          </a:xfrm>
          <a:prstGeom prst="rect">
            <a:avLst/>
          </a:prstGeom>
        </p:spPr>
      </p:pic>
      <p:pic>
        <p:nvPicPr>
          <p:cNvPr id="6" name="Picture 5" descr="A yellow and white background&#10;&#10;AI-generated content may be incorrect.">
            <a:extLst>
              <a:ext uri="{FF2B5EF4-FFF2-40B4-BE49-F238E27FC236}">
                <a16:creationId xmlns:a16="http://schemas.microsoft.com/office/drawing/2014/main" id="{A7F3C620-552E-4C67-9582-5FAEA956CADD}"/>
              </a:ext>
            </a:extLst>
          </p:cNvPr>
          <p:cNvPicPr>
            <a:picLocks noChangeAspect="1"/>
          </p:cNvPicPr>
          <p:nvPr/>
        </p:nvPicPr>
        <p:blipFill>
          <a:blip r:embed="rId2"/>
          <a:srcRect l="5033" r="10548" b="71670"/>
          <a:stretch>
            <a:fillRect/>
          </a:stretch>
        </p:blipFill>
        <p:spPr>
          <a:xfrm rot="21168264">
            <a:off x="-137042" y="5341669"/>
            <a:ext cx="12686758" cy="2400824"/>
          </a:xfrm>
          <a:prstGeom prst="rect">
            <a:avLst/>
          </a:prstGeom>
        </p:spPr>
      </p:pic>
    </p:spTree>
    <p:extLst>
      <p:ext uri="{BB962C8B-B14F-4D97-AF65-F5344CB8AC3E}">
        <p14:creationId xmlns:p14="http://schemas.microsoft.com/office/powerpoint/2010/main" val="2185009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5"/>
          <p:cNvSpPr/>
          <p:nvPr/>
        </p:nvSpPr>
        <p:spPr>
          <a:xfrm>
            <a:off x="1363579" y="6236368"/>
            <a:ext cx="10828420" cy="621632"/>
          </a:xfrm>
          <a:prstGeom prst="rect">
            <a:avLst/>
          </a:prstGeom>
          <a:solidFill>
            <a:srgbClr val="8D1A1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1" name="Google Shape;11;p45"/>
          <p:cNvPicPr preferRelativeResize="0"/>
          <p:nvPr/>
        </p:nvPicPr>
        <p:blipFill rotWithShape="1">
          <a:blip r:embed="rId11">
            <a:alphaModFix/>
          </a:blip>
          <a:srcRect/>
          <a:stretch/>
        </p:blipFill>
        <p:spPr>
          <a:xfrm>
            <a:off x="1549020" y="6366715"/>
            <a:ext cx="1614843" cy="371839"/>
          </a:xfrm>
          <a:prstGeom prst="rect">
            <a:avLst/>
          </a:prstGeom>
          <a:noFill/>
          <a:ln>
            <a:noFill/>
          </a:ln>
        </p:spPr>
      </p:pic>
      <p:sp>
        <p:nvSpPr>
          <p:cNvPr id="12" name="Google Shape;12;p45"/>
          <p:cNvSpPr/>
          <p:nvPr/>
        </p:nvSpPr>
        <p:spPr>
          <a:xfrm>
            <a:off x="1" y="2"/>
            <a:ext cx="12191999" cy="1294189"/>
          </a:xfrm>
          <a:prstGeom prst="rect">
            <a:avLst/>
          </a:prstGeom>
          <a:solidFill>
            <a:srgbClr val="B3D0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 name="Google Shape;13;p45"/>
          <p:cNvSpPr/>
          <p:nvPr/>
        </p:nvSpPr>
        <p:spPr>
          <a:xfrm>
            <a:off x="1" y="6236368"/>
            <a:ext cx="1238807" cy="621632"/>
          </a:xfrm>
          <a:prstGeom prst="rect">
            <a:avLst/>
          </a:prstGeom>
          <a:solidFill>
            <a:srgbClr val="FFCC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4" name="Google Shape;14;p45"/>
          <p:cNvPicPr preferRelativeResize="0"/>
          <p:nvPr/>
        </p:nvPicPr>
        <p:blipFill rotWithShape="1">
          <a:blip r:embed="rId12">
            <a:alphaModFix/>
          </a:blip>
          <a:srcRect/>
          <a:stretch/>
        </p:blipFill>
        <p:spPr>
          <a:xfrm>
            <a:off x="225529" y="6366714"/>
            <a:ext cx="861772" cy="355190"/>
          </a:xfrm>
          <a:prstGeom prst="rect">
            <a:avLst/>
          </a:prstGeom>
          <a:noFill/>
          <a:ln>
            <a:noFill/>
          </a:ln>
        </p:spPr>
      </p:pic>
      <p:pic>
        <p:nvPicPr>
          <p:cNvPr id="15" name="Google Shape;15;p45"/>
          <p:cNvPicPr preferRelativeResize="0"/>
          <p:nvPr/>
        </p:nvPicPr>
        <p:blipFill rotWithShape="1">
          <a:blip r:embed="rId13">
            <a:alphaModFix/>
          </a:blip>
          <a:srcRect/>
          <a:stretch/>
        </p:blipFill>
        <p:spPr>
          <a:xfrm>
            <a:off x="1549020" y="6356351"/>
            <a:ext cx="1614843" cy="382203"/>
          </a:xfrm>
          <a:prstGeom prst="rect">
            <a:avLst/>
          </a:prstGeom>
          <a:noFill/>
          <a:ln>
            <a:noFill/>
          </a:ln>
        </p:spPr>
      </p:pic>
      <p:sp>
        <p:nvSpPr>
          <p:cNvPr id="16" name="Google Shape;16;p45"/>
          <p:cNvSpPr txBox="1">
            <a:spLocks noGrp="1"/>
          </p:cNvSpPr>
          <p:nvPr>
            <p:ph type="title"/>
          </p:nvPr>
        </p:nvSpPr>
        <p:spPr>
          <a:xfrm>
            <a:off x="425753" y="98652"/>
            <a:ext cx="109728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F3F59"/>
              </a:buClr>
              <a:buSzPts val="2800"/>
              <a:buFont typeface="Open Sans"/>
              <a:buNone/>
              <a:defRPr sz="2800" b="1" i="0" u="none" strike="noStrike" cap="none">
                <a:solidFill>
                  <a:srgbClr val="0F3F59"/>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7" name="Google Shape;17;p45"/>
          <p:cNvPicPr preferRelativeResize="0"/>
          <p:nvPr/>
        </p:nvPicPr>
        <p:blipFill rotWithShape="1">
          <a:blip r:embed="rId14">
            <a:alphaModFix/>
          </a:blip>
          <a:srcRect/>
          <a:stretch/>
        </p:blipFill>
        <p:spPr>
          <a:xfrm>
            <a:off x="6821311" y="6358685"/>
            <a:ext cx="4876800" cy="379869"/>
          </a:xfrm>
          <a:prstGeom prst="rect">
            <a:avLst/>
          </a:prstGeom>
          <a:noFill/>
          <a:ln>
            <a:noFill/>
          </a:ln>
        </p:spPr>
      </p:pic>
      <p:sp>
        <p:nvSpPr>
          <p:cNvPr id="18" name="Google Shape;18;p4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2pPr>
            <a:lvl3pPr marL="1371600" marR="0" lvl="2"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3pPr>
            <a:lvl4pPr marL="1828800" marR="0" lvl="3"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4pPr>
            <a:lvl5pPr marL="2286000" marR="0" lvl="4"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626715800"/>
      </p:ext>
    </p:extLst>
  </p:cSld>
  <p:clrMap bg1="lt1" tx1="dk1" bg2="dk2" tx2="lt2" accent1="accent1" accent2="accent2" accent3="accent3" accent4="accent4" accent5="accent5" accent6="accent6" hlink="hlink" folHlink="folHlink"/>
  <p:sldLayoutIdLst>
    <p:sldLayoutId id="2147483906" r:id="rId1"/>
    <p:sldLayoutId id="2147483907" r:id="rId2"/>
    <p:sldLayoutId id="2147483733" r:id="rId3"/>
    <p:sldLayoutId id="2147483908" r:id="rId4"/>
    <p:sldLayoutId id="2147483909" r:id="rId5"/>
    <p:sldLayoutId id="2147483910" r:id="rId6"/>
    <p:sldLayoutId id="2147483911" r:id="rId7"/>
    <p:sldLayoutId id="2147483738" r:id="rId8"/>
    <p:sldLayoutId id="214748373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7ADF6-9144-80FF-84E0-FDE269AB3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9647F33-37B0-2FA6-07B7-026A1DE562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06904496"/>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Lst>
  <p:txStyles>
    <p:titleStyle>
      <a:lvl1pPr algn="l" defTabSz="914400" rtl="0" eaLnBrk="1" latinLnBrk="0" hangingPunct="1">
        <a:lnSpc>
          <a:spcPct val="90000"/>
        </a:lnSpc>
        <a:spcBef>
          <a:spcPct val="0"/>
        </a:spcBef>
        <a:buNone/>
        <a:defRPr sz="4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e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16.jpeg"/><Relationship Id="rId4" Type="http://schemas.openxmlformats.org/officeDocument/2006/relationships/diagramLayout" Target="../diagrams/layout3.xml"/><Relationship Id="rId9" Type="http://schemas.openxmlformats.org/officeDocument/2006/relationships/image" Target="../media/image1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background with red text&#10;&#10;AI-generated content may be incorrect.">
            <a:extLst>
              <a:ext uri="{FF2B5EF4-FFF2-40B4-BE49-F238E27FC236}">
                <a16:creationId xmlns:a16="http://schemas.microsoft.com/office/drawing/2014/main" id="{84C054D1-6A39-3B31-1848-277A1036D3D9}"/>
              </a:ext>
            </a:extLst>
          </p:cNvPr>
          <p:cNvPicPr>
            <a:picLocks noChangeAspect="1"/>
          </p:cNvPicPr>
          <p:nvPr/>
        </p:nvPicPr>
        <p:blipFill>
          <a:blip r:embed="rId2"/>
          <a:stretch>
            <a:fillRect/>
          </a:stretch>
        </p:blipFill>
        <p:spPr>
          <a:xfrm>
            <a:off x="2971798" y="1658083"/>
            <a:ext cx="7151345" cy="3541833"/>
          </a:xfrm>
          <a:prstGeom prst="rect">
            <a:avLst/>
          </a:prstGeom>
        </p:spPr>
      </p:pic>
      <p:pic>
        <p:nvPicPr>
          <p:cNvPr id="9" name="Picture 8">
            <a:extLst>
              <a:ext uri="{FF2B5EF4-FFF2-40B4-BE49-F238E27FC236}">
                <a16:creationId xmlns:a16="http://schemas.microsoft.com/office/drawing/2014/main" id="{099E605A-0F17-6924-B586-B1171892851A}"/>
              </a:ext>
            </a:extLst>
          </p:cNvPr>
          <p:cNvPicPr>
            <a:picLocks noChangeAspect="1"/>
          </p:cNvPicPr>
          <p:nvPr/>
        </p:nvPicPr>
        <p:blipFill>
          <a:blip r:embed="rId3"/>
          <a:stretch>
            <a:fillRect/>
          </a:stretch>
        </p:blipFill>
        <p:spPr>
          <a:xfrm>
            <a:off x="6096000" y="3429000"/>
            <a:ext cx="0" cy="0"/>
          </a:xfrm>
          <a:prstGeom prst="rect">
            <a:avLst/>
          </a:prstGeom>
        </p:spPr>
      </p:pic>
    </p:spTree>
    <p:extLst>
      <p:ext uri="{BB962C8B-B14F-4D97-AF65-F5344CB8AC3E}">
        <p14:creationId xmlns:p14="http://schemas.microsoft.com/office/powerpoint/2010/main" val="3377308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CBFB7-B18A-96C3-A257-3C717DEA0624}"/>
              </a:ext>
            </a:extLst>
          </p:cNvPr>
          <p:cNvSpPr>
            <a:spLocks noGrp="1"/>
          </p:cNvSpPr>
          <p:nvPr>
            <p:ph type="body" idx="1"/>
          </p:nvPr>
        </p:nvSpPr>
        <p:spPr>
          <a:xfrm>
            <a:off x="810297" y="3089934"/>
            <a:ext cx="10515600" cy="678132"/>
          </a:xfrm>
        </p:spPr>
        <p:txBody>
          <a:bodyPr/>
          <a:lstStyle/>
          <a:p>
            <a:r>
              <a:rPr lang="en-US" dirty="0">
                <a:solidFill>
                  <a:schemeClr val="tx1"/>
                </a:solidFill>
              </a:rPr>
              <a:t>Date here</a:t>
            </a:r>
          </a:p>
        </p:txBody>
      </p:sp>
      <p:sp>
        <p:nvSpPr>
          <p:cNvPr id="4" name="Text Placeholder 2">
            <a:extLst>
              <a:ext uri="{FF2B5EF4-FFF2-40B4-BE49-F238E27FC236}">
                <a16:creationId xmlns:a16="http://schemas.microsoft.com/office/drawing/2014/main" id="{B309A65F-16C4-90CC-E0A2-EF88A2B28B1A}"/>
              </a:ext>
            </a:extLst>
          </p:cNvPr>
          <p:cNvSpPr txBox="1">
            <a:spLocks/>
          </p:cNvSpPr>
          <p:nvPr/>
        </p:nvSpPr>
        <p:spPr>
          <a:xfrm>
            <a:off x="831850" y="5345972"/>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5" name="Text Placeholder 2">
            <a:extLst>
              <a:ext uri="{FF2B5EF4-FFF2-40B4-BE49-F238E27FC236}">
                <a16:creationId xmlns:a16="http://schemas.microsoft.com/office/drawing/2014/main" id="{6C9D6D19-0207-1B29-292F-2A4D74B97A77}"/>
              </a:ext>
            </a:extLst>
          </p:cNvPr>
          <p:cNvSpPr txBox="1">
            <a:spLocks/>
          </p:cNvSpPr>
          <p:nvPr/>
        </p:nvSpPr>
        <p:spPr>
          <a:xfrm>
            <a:off x="4286290" y="5336451"/>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6" name="Text Placeholder 2">
            <a:extLst>
              <a:ext uri="{FF2B5EF4-FFF2-40B4-BE49-F238E27FC236}">
                <a16:creationId xmlns:a16="http://schemas.microsoft.com/office/drawing/2014/main" id="{3F63ADB6-E5E4-C942-3F69-B79EE8B9C653}"/>
              </a:ext>
            </a:extLst>
          </p:cNvPr>
          <p:cNvSpPr txBox="1">
            <a:spLocks/>
          </p:cNvSpPr>
          <p:nvPr/>
        </p:nvSpPr>
        <p:spPr>
          <a:xfrm>
            <a:off x="7740730" y="5336451"/>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9" name="Title 1">
            <a:extLst>
              <a:ext uri="{FF2B5EF4-FFF2-40B4-BE49-F238E27FC236}">
                <a16:creationId xmlns:a16="http://schemas.microsoft.com/office/drawing/2014/main" id="{710E32FA-CE81-B872-F208-697128E0A3AC}"/>
              </a:ext>
            </a:extLst>
          </p:cNvPr>
          <p:cNvSpPr txBox="1">
            <a:spLocks/>
          </p:cNvSpPr>
          <p:nvPr/>
        </p:nvSpPr>
        <p:spPr>
          <a:xfrm>
            <a:off x="737100" y="1062717"/>
            <a:ext cx="10705099" cy="192143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4400" b="1"/>
              <a:t>Leadership Essentials  for Middle Managers: Guiding Change from Within</a:t>
            </a:r>
            <a:endParaRPr lang="en-US" sz="4400" b="1" i="1" dirty="0"/>
          </a:p>
        </p:txBody>
      </p:sp>
      <p:sp>
        <p:nvSpPr>
          <p:cNvPr id="10" name="TextBox 9">
            <a:extLst>
              <a:ext uri="{FF2B5EF4-FFF2-40B4-BE49-F238E27FC236}">
                <a16:creationId xmlns:a16="http://schemas.microsoft.com/office/drawing/2014/main" id="{6132407F-B6D7-D149-7F7D-145004942B76}"/>
              </a:ext>
            </a:extLst>
          </p:cNvPr>
          <p:cNvSpPr txBox="1"/>
          <p:nvPr/>
        </p:nvSpPr>
        <p:spPr>
          <a:xfrm>
            <a:off x="767626" y="3962723"/>
            <a:ext cx="10257523" cy="584775"/>
          </a:xfrm>
          <a:prstGeom prst="rect">
            <a:avLst/>
          </a:prstGeom>
          <a:noFill/>
        </p:spPr>
        <p:txBody>
          <a:bodyPr wrap="square" lIns="91440" tIns="45720" rIns="91440" bIns="45720" rtlCol="0" anchor="t">
            <a:spAutoFit/>
          </a:bodyPr>
          <a:lstStyle/>
          <a:p>
            <a:r>
              <a:rPr lang="en-US" sz="3200" i="1" dirty="0"/>
              <a:t>Module #3 Federal and State Policy</a:t>
            </a:r>
            <a:endParaRPr lang="en-US" sz="3200" dirty="0"/>
          </a:p>
        </p:txBody>
      </p:sp>
    </p:spTree>
    <p:extLst>
      <p:ext uri="{BB962C8B-B14F-4D97-AF65-F5344CB8AC3E}">
        <p14:creationId xmlns:p14="http://schemas.microsoft.com/office/powerpoint/2010/main" val="1028640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0A93E-20D7-971A-D825-36C684ADB1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6CBF90-796B-27AA-EC84-3FB35AC1B542}"/>
              </a:ext>
            </a:extLst>
          </p:cNvPr>
          <p:cNvSpPr>
            <a:spLocks noGrp="1"/>
          </p:cNvSpPr>
          <p:nvPr>
            <p:ph type="body" sz="quarter" idx="10"/>
          </p:nvPr>
        </p:nvSpPr>
        <p:spPr>
          <a:xfrm>
            <a:off x="1571789" y="3068879"/>
            <a:ext cx="9062631" cy="2459711"/>
          </a:xfrm>
        </p:spPr>
        <p:txBody>
          <a:bodyPr vert="horz" lIns="91440" tIns="45720" rIns="91440" bIns="45720" rtlCol="0" anchor="t">
            <a:normAutofit/>
          </a:bodyPr>
          <a:lstStyle/>
          <a:p>
            <a:pPr marL="151765" algn="ctr"/>
            <a:r>
              <a:rPr lang="en-US" sz="3200" dirty="0">
                <a:solidFill>
                  <a:srgbClr val="242424"/>
                </a:solidFill>
                <a:highlight>
                  <a:srgbClr val="FFFFFF"/>
                </a:highlight>
                <a:latin typeface="Aptos Narrow"/>
                <a:ea typeface="Open Sans"/>
                <a:cs typeface="Open Sans"/>
              </a:rPr>
              <a:t>MTI works with partners across Minnesota’s employment systems to build capacity, improve and align systems, and implement practices to set competitive integrated employment as the standard for Minnesotans with disabilities.</a:t>
            </a:r>
            <a:endParaRPr lang="en-US" sz="3200" dirty="0">
              <a:ea typeface="Open Sans"/>
              <a:cs typeface="Open Sans"/>
            </a:endParaRPr>
          </a:p>
        </p:txBody>
      </p:sp>
      <p:pic>
        <p:nvPicPr>
          <p:cNvPr id="10" name="Picture 9" descr="Logo&#10;&#10;Description automatically generated with medium confidence">
            <a:extLst>
              <a:ext uri="{FF2B5EF4-FFF2-40B4-BE49-F238E27FC236}">
                <a16:creationId xmlns:a16="http://schemas.microsoft.com/office/drawing/2014/main" id="{D4850765-DC48-3E67-5C2F-2A07EEB9C74A}"/>
              </a:ext>
            </a:extLst>
          </p:cNvPr>
          <p:cNvPicPr>
            <a:picLocks noChangeAspect="1"/>
          </p:cNvPicPr>
          <p:nvPr/>
        </p:nvPicPr>
        <p:blipFill>
          <a:blip r:embed="rId2"/>
          <a:stretch>
            <a:fillRect/>
          </a:stretch>
        </p:blipFill>
        <p:spPr>
          <a:xfrm>
            <a:off x="4164121" y="829678"/>
            <a:ext cx="3865301" cy="1861497"/>
          </a:xfrm>
          <a:prstGeom prst="rect">
            <a:avLst/>
          </a:prstGeom>
        </p:spPr>
      </p:pic>
      <p:sp>
        <p:nvSpPr>
          <p:cNvPr id="11" name="Rectangle: Rounded Corners 10">
            <a:extLst>
              <a:ext uri="{FF2B5EF4-FFF2-40B4-BE49-F238E27FC236}">
                <a16:creationId xmlns:a16="http://schemas.microsoft.com/office/drawing/2014/main" id="{0FF77FCB-1474-6C70-C333-B31345E9E125}"/>
              </a:ext>
            </a:extLst>
          </p:cNvPr>
          <p:cNvSpPr/>
          <p:nvPr/>
        </p:nvSpPr>
        <p:spPr>
          <a:xfrm>
            <a:off x="1200478" y="426674"/>
            <a:ext cx="9813903" cy="552992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333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5" name="TextBox 1">
            <a:extLst>
              <a:ext uri="{FF2B5EF4-FFF2-40B4-BE49-F238E27FC236}">
                <a16:creationId xmlns:a16="http://schemas.microsoft.com/office/drawing/2014/main" id="{C54E6779-BD8C-0D69-C859-FBE329E8E760}"/>
              </a:ext>
            </a:extLst>
          </p:cNvPr>
          <p:cNvGraphicFramePr/>
          <p:nvPr/>
        </p:nvGraphicFramePr>
        <p:xfrm>
          <a:off x="717331" y="1066597"/>
          <a:ext cx="10657490" cy="5164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6" name="Arrow: Left 45">
            <a:extLst>
              <a:ext uri="{FF2B5EF4-FFF2-40B4-BE49-F238E27FC236}">
                <a16:creationId xmlns:a16="http://schemas.microsoft.com/office/drawing/2014/main" id="{B0C558F9-150E-2071-5D9F-12C73E91969B}"/>
              </a:ext>
            </a:extLst>
          </p:cNvPr>
          <p:cNvSpPr/>
          <p:nvPr/>
        </p:nvSpPr>
        <p:spPr>
          <a:xfrm>
            <a:off x="6402707" y="2302767"/>
            <a:ext cx="2768957" cy="63321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ea typeface="Calibri"/>
                <a:cs typeface="Calibri"/>
              </a:rPr>
              <a:t>We are here!</a:t>
            </a:r>
          </a:p>
        </p:txBody>
      </p:sp>
    </p:spTree>
    <p:extLst>
      <p:ext uri="{BB962C8B-B14F-4D97-AF65-F5344CB8AC3E}">
        <p14:creationId xmlns:p14="http://schemas.microsoft.com/office/powerpoint/2010/main" val="3773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277D-B06B-8641-88EE-0E42FB9102CE}"/>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Learning Objectives</a:t>
            </a:r>
          </a:p>
        </p:txBody>
      </p:sp>
      <p:sp>
        <p:nvSpPr>
          <p:cNvPr id="3" name="TextBox 2">
            <a:extLst>
              <a:ext uri="{FF2B5EF4-FFF2-40B4-BE49-F238E27FC236}">
                <a16:creationId xmlns:a16="http://schemas.microsoft.com/office/drawing/2014/main" id="{1A259715-785F-47EC-65FA-167F4E90F936}"/>
              </a:ext>
            </a:extLst>
          </p:cNvPr>
          <p:cNvSpPr txBox="1"/>
          <p:nvPr/>
        </p:nvSpPr>
        <p:spPr>
          <a:xfrm>
            <a:off x="227746" y="-759814"/>
            <a:ext cx="11392754" cy="2123658"/>
          </a:xfrm>
          <a:prstGeom prst="rect">
            <a:avLst/>
          </a:prstGeom>
          <a:noFill/>
        </p:spPr>
        <p:txBody>
          <a:bodyPr wrap="square" lIns="91440" tIns="45720" rIns="91440" bIns="45720" rtlCol="0" anchor="t">
            <a:spAutoFit/>
          </a:bodyPr>
          <a:lstStyle/>
          <a:p>
            <a:pPr algn="ctr"/>
            <a:endParaRPr lang="en-US" sz="6600">
              <a:cs typeface="Calibri"/>
            </a:endParaRPr>
          </a:p>
          <a:p>
            <a:pPr algn="ctr"/>
            <a:r>
              <a:rPr lang="en-US" sz="6600"/>
              <a:t>Module #3 Learning Objectives</a:t>
            </a:r>
            <a:r>
              <a:rPr lang="en-US" sz="3200"/>
              <a:t> </a:t>
            </a:r>
            <a:endParaRPr lang="en-US" sz="3200">
              <a:ea typeface="Calibri"/>
              <a:cs typeface="Calibri"/>
            </a:endParaRPr>
          </a:p>
        </p:txBody>
      </p:sp>
      <p:graphicFrame>
        <p:nvGraphicFramePr>
          <p:cNvPr id="56" name="TextBox 4">
            <a:extLst>
              <a:ext uri="{FF2B5EF4-FFF2-40B4-BE49-F238E27FC236}">
                <a16:creationId xmlns:a16="http://schemas.microsoft.com/office/drawing/2014/main" id="{77EA61EC-26D2-A88F-9AEE-E8B7F65E618C}"/>
              </a:ext>
            </a:extLst>
          </p:cNvPr>
          <p:cNvGraphicFramePr/>
          <p:nvPr>
            <p:extLst>
              <p:ext uri="{D42A27DB-BD31-4B8C-83A1-F6EECF244321}">
                <p14:modId xmlns:p14="http://schemas.microsoft.com/office/powerpoint/2010/main" val="591890389"/>
              </p:ext>
            </p:extLst>
          </p:nvPr>
        </p:nvGraphicFramePr>
        <p:xfrm>
          <a:off x="445780" y="1363844"/>
          <a:ext cx="8995575" cy="48232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32" name="Picture 1031" descr="A gavel on top of a book&#10;&#10;Description automatically generated with low confidence">
            <a:extLst>
              <a:ext uri="{FF2B5EF4-FFF2-40B4-BE49-F238E27FC236}">
                <a16:creationId xmlns:a16="http://schemas.microsoft.com/office/drawing/2014/main" id="{1017C494-30A8-4F07-0C80-792E2528ED7D}"/>
              </a:ext>
            </a:extLst>
          </p:cNvPr>
          <p:cNvPicPr>
            <a:picLocks noChangeAspect="1"/>
          </p:cNvPicPr>
          <p:nvPr/>
        </p:nvPicPr>
        <p:blipFill>
          <a:blip r:embed="rId8"/>
          <a:stretch>
            <a:fillRect/>
          </a:stretch>
        </p:blipFill>
        <p:spPr>
          <a:xfrm>
            <a:off x="9706958" y="2176024"/>
            <a:ext cx="2228850" cy="1789408"/>
          </a:xfrm>
          <a:prstGeom prst="rect">
            <a:avLst/>
          </a:prstGeom>
        </p:spPr>
      </p:pic>
    </p:spTree>
    <p:extLst>
      <p:ext uri="{BB962C8B-B14F-4D97-AF65-F5344CB8AC3E}">
        <p14:creationId xmlns:p14="http://schemas.microsoft.com/office/powerpoint/2010/main" val="2118181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EDD9A-5654-5910-F06C-B187CA201392}"/>
              </a:ext>
            </a:extLst>
          </p:cNvPr>
          <p:cNvSpPr>
            <a:spLocks noGrp="1"/>
          </p:cNvSpPr>
          <p:nvPr>
            <p:ph type="title"/>
          </p:nvPr>
        </p:nvSpPr>
        <p:spPr>
          <a:xfrm>
            <a:off x="1185041" y="249459"/>
            <a:ext cx="7255574" cy="1330841"/>
          </a:xfrm>
        </p:spPr>
        <p:txBody>
          <a:bodyPr>
            <a:normAutofit fontScale="90000"/>
          </a:bodyPr>
          <a:lstStyle/>
          <a:p>
            <a:r>
              <a:rPr lang="en-US" b="1" dirty="0"/>
              <a:t>Evolution to Competitive Integrated Employment (CIE)</a:t>
            </a:r>
          </a:p>
        </p:txBody>
      </p:sp>
      <p:graphicFrame>
        <p:nvGraphicFramePr>
          <p:cNvPr id="17" name="Content Placeholder 16">
            <a:extLst>
              <a:ext uri="{FF2B5EF4-FFF2-40B4-BE49-F238E27FC236}">
                <a16:creationId xmlns:a16="http://schemas.microsoft.com/office/drawing/2014/main" id="{778F5E2E-7D9D-B9C5-5597-C04529B40CAF}"/>
              </a:ext>
            </a:extLst>
          </p:cNvPr>
          <p:cNvGraphicFramePr>
            <a:graphicFrameLocks noGrp="1"/>
          </p:cNvGraphicFramePr>
          <p:nvPr>
            <p:ph idx="1"/>
            <p:extLst>
              <p:ext uri="{D42A27DB-BD31-4B8C-83A1-F6EECF244321}">
                <p14:modId xmlns:p14="http://schemas.microsoft.com/office/powerpoint/2010/main" val="3995891339"/>
              </p:ext>
            </p:extLst>
          </p:nvPr>
        </p:nvGraphicFramePr>
        <p:xfrm>
          <a:off x="1185042" y="1829759"/>
          <a:ext cx="6645998" cy="3908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1" name="Picture 20" descr="A picture containing person, floor, indoor, table&#10;&#10;Description automatically generated">
            <a:extLst>
              <a:ext uri="{FF2B5EF4-FFF2-40B4-BE49-F238E27FC236}">
                <a16:creationId xmlns:a16="http://schemas.microsoft.com/office/drawing/2014/main" id="{8CAD4B1F-F2E3-1A17-2098-49D745B9B564}"/>
              </a:ext>
            </a:extLst>
          </p:cNvPr>
          <p:cNvPicPr>
            <a:picLocks noChangeAspect="1"/>
          </p:cNvPicPr>
          <p:nvPr/>
        </p:nvPicPr>
        <p:blipFill rotWithShape="1">
          <a:blip r:embed="rId8"/>
          <a:srcRect l="1333" r="3" b="3"/>
          <a:stretch/>
        </p:blipFill>
        <p:spPr>
          <a:xfrm>
            <a:off x="8868242" y="2431514"/>
            <a:ext cx="2505951" cy="1707611"/>
          </a:xfrm>
          <a:prstGeom prst="rect">
            <a:avLst/>
          </a:prstGeom>
        </p:spPr>
      </p:pic>
      <p:pic>
        <p:nvPicPr>
          <p:cNvPr id="23" name="Picture 22" descr="Two people looking at a computer screen&#10;&#10;Description automatically generated with medium confidence">
            <a:extLst>
              <a:ext uri="{FF2B5EF4-FFF2-40B4-BE49-F238E27FC236}">
                <a16:creationId xmlns:a16="http://schemas.microsoft.com/office/drawing/2014/main" id="{06658B36-8C37-9EC5-7452-942200B9A852}"/>
              </a:ext>
            </a:extLst>
          </p:cNvPr>
          <p:cNvPicPr>
            <a:picLocks noChangeAspect="1"/>
          </p:cNvPicPr>
          <p:nvPr/>
        </p:nvPicPr>
        <p:blipFill rotWithShape="1">
          <a:blip r:embed="rId9"/>
          <a:srcRect r="2926" b="1"/>
          <a:stretch/>
        </p:blipFill>
        <p:spPr>
          <a:xfrm>
            <a:off x="8873466" y="4168701"/>
            <a:ext cx="2505951" cy="1707611"/>
          </a:xfrm>
          <a:prstGeom prst="rect">
            <a:avLst/>
          </a:prstGeom>
        </p:spPr>
      </p:pic>
      <p:pic>
        <p:nvPicPr>
          <p:cNvPr id="2" name="Picture 1" descr="A group of people in a room&#10;&#10;Description automatically generated with medium confidence">
            <a:extLst>
              <a:ext uri="{FF2B5EF4-FFF2-40B4-BE49-F238E27FC236}">
                <a16:creationId xmlns:a16="http://schemas.microsoft.com/office/drawing/2014/main" id="{BD2B478F-53A9-8118-82B7-F2817982E154}"/>
              </a:ext>
            </a:extLst>
          </p:cNvPr>
          <p:cNvPicPr>
            <a:picLocks noChangeAspect="1"/>
          </p:cNvPicPr>
          <p:nvPr/>
        </p:nvPicPr>
        <p:blipFill rotWithShape="1">
          <a:blip r:embed="rId10"/>
          <a:srcRect r="5695" b="2"/>
          <a:stretch/>
        </p:blipFill>
        <p:spPr>
          <a:xfrm>
            <a:off x="8873466" y="719714"/>
            <a:ext cx="2505951" cy="1707611"/>
          </a:xfrm>
          <a:prstGeom prst="rect">
            <a:avLst/>
          </a:prstGeom>
        </p:spPr>
      </p:pic>
    </p:spTree>
    <p:extLst>
      <p:ext uri="{BB962C8B-B14F-4D97-AF65-F5344CB8AC3E}">
        <p14:creationId xmlns:p14="http://schemas.microsoft.com/office/powerpoint/2010/main" val="2365543515"/>
      </p:ext>
    </p:extLst>
  </p:cSld>
  <p:clrMapOvr>
    <a:masterClrMapping/>
  </p:clrMapOvr>
  <mc:AlternateContent xmlns:mc="http://schemas.openxmlformats.org/markup-compatibility/2006" xmlns:p14="http://schemas.microsoft.com/office/powerpoint/2010/main">
    <mc:Choice Requires="p14">
      <p:transition spd="slow" p14:dur="2000" advTm="136919"/>
    </mc:Choice>
    <mc:Fallback xmlns="">
      <p:transition spd="slow" advTm="13691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678E-8C91-CB71-77E9-663F7C234EC5}"/>
              </a:ext>
            </a:extLst>
          </p:cNvPr>
          <p:cNvSpPr>
            <a:spLocks noGrp="1"/>
          </p:cNvSpPr>
          <p:nvPr>
            <p:ph type="title"/>
          </p:nvPr>
        </p:nvSpPr>
        <p:spPr>
          <a:xfrm>
            <a:off x="685800" y="1107831"/>
            <a:ext cx="4519246" cy="4073769"/>
          </a:xfrm>
        </p:spPr>
        <p:txBody>
          <a:bodyPr anchor="t">
            <a:normAutofit/>
          </a:bodyPr>
          <a:lstStyle/>
          <a:p>
            <a:r>
              <a:rPr lang="en-US" sz="4000" b="1" dirty="0">
                <a:cs typeface="Calibri Light"/>
              </a:rPr>
              <a:t>Minnesota Employment First Policy Statement</a:t>
            </a:r>
            <a:br>
              <a:rPr lang="en-US" sz="4000" dirty="0">
                <a:cs typeface="Calibri Light"/>
              </a:rPr>
            </a:br>
            <a:br>
              <a:rPr lang="en-US" sz="4000" dirty="0">
                <a:cs typeface="Calibri Light"/>
              </a:rPr>
            </a:br>
            <a:r>
              <a:rPr lang="en-US" sz="4000" dirty="0">
                <a:cs typeface="Calibri Light"/>
              </a:rPr>
              <a:t>Olmstead Subcabinet, 2014</a:t>
            </a:r>
            <a:endParaRPr lang="en-US" sz="4000" dirty="0"/>
          </a:p>
        </p:txBody>
      </p:sp>
      <p:sp>
        <p:nvSpPr>
          <p:cNvPr id="3" name="Content Placeholder 2">
            <a:extLst>
              <a:ext uri="{FF2B5EF4-FFF2-40B4-BE49-F238E27FC236}">
                <a16:creationId xmlns:a16="http://schemas.microsoft.com/office/drawing/2014/main" id="{99DA7FE1-B950-5424-8B2B-B08200F40B7C}"/>
              </a:ext>
            </a:extLst>
          </p:cNvPr>
          <p:cNvSpPr>
            <a:spLocks noGrp="1"/>
          </p:cNvSpPr>
          <p:nvPr>
            <p:ph idx="1"/>
          </p:nvPr>
        </p:nvSpPr>
        <p:spPr>
          <a:xfrm>
            <a:off x="5205046" y="1676400"/>
            <a:ext cx="6651098" cy="3505200"/>
          </a:xfrm>
        </p:spPr>
        <p:txBody>
          <a:bodyPr vert="horz" lIns="91440" tIns="45720" rIns="91440" bIns="45720" rtlCol="0" anchor="t">
            <a:normAutofit/>
          </a:bodyPr>
          <a:lstStyle/>
          <a:p>
            <a:pPr marL="0" indent="0">
              <a:buNone/>
            </a:pPr>
            <a:r>
              <a:rPr lang="en-US" sz="2400" dirty="0">
                <a:ea typeface="+mn-lt"/>
                <a:cs typeface="+mn-lt"/>
              </a:rPr>
              <a:t>Employment First means </a:t>
            </a:r>
            <a:r>
              <a:rPr lang="en-US" sz="2400" b="1" dirty="0">
                <a:ea typeface="+mn-lt"/>
                <a:cs typeface="+mn-lt"/>
              </a:rPr>
              <a:t>raising the expectation</a:t>
            </a:r>
            <a:r>
              <a:rPr lang="en-US" sz="2400" dirty="0">
                <a:ea typeface="+mn-lt"/>
                <a:cs typeface="+mn-lt"/>
              </a:rPr>
              <a:t> that</a:t>
            </a:r>
            <a:r>
              <a:rPr lang="en-US" sz="2400" b="1" i="1" dirty="0">
                <a:ea typeface="+mn-lt"/>
                <a:cs typeface="+mn-lt"/>
              </a:rPr>
              <a:t> all</a:t>
            </a:r>
            <a:r>
              <a:rPr lang="en-US" sz="2400" dirty="0">
                <a:ea typeface="+mn-lt"/>
                <a:cs typeface="+mn-lt"/>
              </a:rPr>
              <a:t> working age Minnesotans with disabilities can work, want to work, and c</a:t>
            </a:r>
            <a:r>
              <a:rPr lang="en-US" sz="2400" b="1" dirty="0">
                <a:ea typeface="+mn-lt"/>
                <a:cs typeface="+mn-lt"/>
              </a:rPr>
              <a:t>an achieve competitive integrated employment</a:t>
            </a:r>
            <a:r>
              <a:rPr lang="en-US" sz="2400" dirty="0">
                <a:ea typeface="+mn-lt"/>
                <a:cs typeface="+mn-lt"/>
              </a:rPr>
              <a:t>; and each person will be offered the opportunity to work and earn a competitive wage before being offered other supports and services.</a:t>
            </a:r>
            <a:endParaRPr lang="en-US" sz="2400" dirty="0"/>
          </a:p>
        </p:txBody>
      </p:sp>
    </p:spTree>
    <p:extLst>
      <p:ext uri="{BB962C8B-B14F-4D97-AF65-F5344CB8AC3E}">
        <p14:creationId xmlns:p14="http://schemas.microsoft.com/office/powerpoint/2010/main" val="627530137"/>
      </p:ext>
    </p:extLst>
  </p:cSld>
  <p:clrMapOvr>
    <a:masterClrMapping/>
  </p:clrMapOvr>
  <mc:AlternateContent xmlns:mc="http://schemas.openxmlformats.org/markup-compatibility/2006" xmlns:p14="http://schemas.microsoft.com/office/powerpoint/2010/main">
    <mc:Choice Requires="p14">
      <p:transition spd="slow" p14:dur="2000" advTm="35439"/>
    </mc:Choice>
    <mc:Fallback xmlns="">
      <p:transition spd="slow" advTm="3543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71430F-C0B9-8620-C959-2F2C4A1FA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05B96-C4B6-660C-F165-6A25C4A99B88}"/>
              </a:ext>
            </a:extLst>
          </p:cNvPr>
          <p:cNvSpPr>
            <a:spLocks noGrp="1"/>
          </p:cNvSpPr>
          <p:nvPr>
            <p:ph type="title"/>
          </p:nvPr>
        </p:nvSpPr>
        <p:spPr>
          <a:xfrm>
            <a:off x="234244" y="1513294"/>
            <a:ext cx="3310467" cy="3505200"/>
          </a:xfrm>
        </p:spPr>
        <p:txBody>
          <a:bodyPr anchor="t">
            <a:normAutofit/>
          </a:bodyPr>
          <a:lstStyle/>
          <a:p>
            <a:r>
              <a:rPr lang="en-US" sz="3200" b="1" dirty="0">
                <a:cs typeface="Calibri Light"/>
              </a:rPr>
              <a:t>Minnesota’s vision for Day Supports</a:t>
            </a:r>
            <a:br>
              <a:rPr lang="en-US" sz="3200" dirty="0">
                <a:cs typeface="Calibri Light"/>
              </a:rPr>
            </a:br>
            <a:br>
              <a:rPr lang="en-US" sz="3200" dirty="0">
                <a:cs typeface="Calibri Light"/>
              </a:rPr>
            </a:br>
            <a:r>
              <a:rPr lang="en-US" sz="3200" dirty="0">
                <a:cs typeface="Calibri Light"/>
              </a:rPr>
              <a:t>DHS Policy Statement, 2023</a:t>
            </a:r>
            <a:endParaRPr lang="en-US" sz="3200" dirty="0"/>
          </a:p>
        </p:txBody>
      </p:sp>
      <p:sp>
        <p:nvSpPr>
          <p:cNvPr id="3" name="Content Placeholder 2">
            <a:extLst>
              <a:ext uri="{FF2B5EF4-FFF2-40B4-BE49-F238E27FC236}">
                <a16:creationId xmlns:a16="http://schemas.microsoft.com/office/drawing/2014/main" id="{0B34C345-42F2-C7EE-4B41-902D79D6EF0E}"/>
              </a:ext>
            </a:extLst>
          </p:cNvPr>
          <p:cNvSpPr>
            <a:spLocks noGrp="1"/>
          </p:cNvSpPr>
          <p:nvPr>
            <p:ph idx="1"/>
          </p:nvPr>
        </p:nvSpPr>
        <p:spPr>
          <a:xfrm>
            <a:off x="4187886" y="1363425"/>
            <a:ext cx="7360356" cy="4131150"/>
          </a:xfrm>
        </p:spPr>
        <p:txBody>
          <a:bodyPr vert="horz" lIns="91440" tIns="45720" rIns="91440" bIns="45720" rtlCol="0" anchor="t">
            <a:normAutofit lnSpcReduction="10000"/>
          </a:bodyPr>
          <a:lstStyle/>
          <a:p>
            <a:pPr marL="0" indent="0">
              <a:buNone/>
            </a:pPr>
            <a:r>
              <a:rPr lang="en-US" sz="1800" dirty="0"/>
              <a:t>Minnesota’s day support services </a:t>
            </a:r>
            <a:r>
              <a:rPr lang="en-US" sz="1800" b="1" dirty="0"/>
              <a:t>build meaningful days </a:t>
            </a:r>
            <a:r>
              <a:rPr lang="en-US" sz="1800" dirty="0"/>
              <a:t>that help individuals create</a:t>
            </a:r>
            <a:r>
              <a:rPr lang="en-US" sz="1800" b="1" dirty="0"/>
              <a:t> enriching and inclusive lives,</a:t>
            </a:r>
            <a:r>
              <a:rPr lang="en-US" sz="1800" dirty="0"/>
              <a:t> that advance their CHOICE outcomes. </a:t>
            </a:r>
          </a:p>
          <a:p>
            <a:pPr marL="0" indent="0">
              <a:buNone/>
            </a:pPr>
            <a:endParaRPr lang="en-US" sz="1800" dirty="0"/>
          </a:p>
          <a:p>
            <a:pPr marL="0" indent="0">
              <a:buNone/>
            </a:pPr>
            <a:r>
              <a:rPr lang="en-US" sz="1800" dirty="0"/>
              <a:t>Offering someone a meaningful day means </a:t>
            </a:r>
            <a:r>
              <a:rPr lang="en-US" sz="1800" b="1" dirty="0"/>
              <a:t>helping people grow </a:t>
            </a:r>
            <a:r>
              <a:rPr lang="en-US" sz="1800" dirty="0"/>
              <a:t>and </a:t>
            </a:r>
            <a:r>
              <a:rPr lang="en-US" sz="1800" b="1" dirty="0"/>
              <a:t>maintain life skills </a:t>
            </a:r>
            <a:r>
              <a:rPr lang="en-US" sz="1800" dirty="0"/>
              <a:t>with experiences that help them realize who they are, what they are capable of, and how they can </a:t>
            </a:r>
            <a:r>
              <a:rPr lang="en-US" sz="1800" b="1" dirty="0"/>
              <a:t>connect with other people in the community. </a:t>
            </a:r>
            <a:endParaRPr lang="en-US" sz="1800" b="1" dirty="0">
              <a:ea typeface="Calibri"/>
              <a:cs typeface="Calibri"/>
            </a:endParaRPr>
          </a:p>
          <a:p>
            <a:pPr marL="0" indent="0">
              <a:buNone/>
            </a:pPr>
            <a:r>
              <a:rPr lang="en-US" sz="1800" dirty="0"/>
              <a:t>Day support services shall: </a:t>
            </a:r>
          </a:p>
          <a:p>
            <a:pPr marL="0" indent="0">
              <a:buNone/>
            </a:pPr>
            <a:r>
              <a:rPr lang="en-US" sz="1800" dirty="0"/>
              <a:t>• be person-centered, </a:t>
            </a:r>
          </a:p>
          <a:p>
            <a:pPr marL="0" indent="0">
              <a:buNone/>
            </a:pPr>
            <a:r>
              <a:rPr lang="en-US" sz="1800" dirty="0"/>
              <a:t>• promote community membership and participation, </a:t>
            </a:r>
          </a:p>
          <a:p>
            <a:pPr marL="0" indent="0">
              <a:buNone/>
            </a:pPr>
            <a:r>
              <a:rPr lang="en-US" sz="1800" dirty="0"/>
              <a:t>• facilitate skill building and relationships</a:t>
            </a:r>
          </a:p>
          <a:p>
            <a:pPr marL="0" indent="0">
              <a:buNone/>
            </a:pPr>
            <a:r>
              <a:rPr lang="en-US" sz="1800" dirty="0"/>
              <a:t>• be outcome oriented. </a:t>
            </a:r>
            <a:endParaRPr lang="en-US" sz="1800" dirty="0">
              <a:solidFill>
                <a:schemeClr val="tx1">
                  <a:alpha val="55000"/>
                </a:schemeClr>
              </a:solidFill>
            </a:endParaRPr>
          </a:p>
        </p:txBody>
      </p:sp>
    </p:spTree>
    <p:extLst>
      <p:ext uri="{BB962C8B-B14F-4D97-AF65-F5344CB8AC3E}">
        <p14:creationId xmlns:p14="http://schemas.microsoft.com/office/powerpoint/2010/main" val="3062180821"/>
      </p:ext>
    </p:extLst>
  </p:cSld>
  <p:clrMapOvr>
    <a:masterClrMapping/>
  </p:clrMapOvr>
  <mc:AlternateContent xmlns:mc="http://schemas.openxmlformats.org/markup-compatibility/2006" xmlns:p14="http://schemas.microsoft.com/office/powerpoint/2010/main">
    <mc:Choice Requires="p14">
      <p:transition spd="slow" p14:dur="2000" advTm="35439"/>
    </mc:Choice>
    <mc:Fallback xmlns="">
      <p:transition spd="slow" advTm="3543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979548-9B09-F407-3C38-B65B94184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7226-4CBE-B802-75A6-2BF3D3BC83C7}"/>
              </a:ext>
            </a:extLst>
          </p:cNvPr>
          <p:cNvSpPr>
            <a:spLocks noGrp="1"/>
          </p:cNvSpPr>
          <p:nvPr>
            <p:ph type="title"/>
          </p:nvPr>
        </p:nvSpPr>
        <p:spPr>
          <a:xfrm>
            <a:off x="234244" y="1513294"/>
            <a:ext cx="3310467" cy="3505200"/>
          </a:xfrm>
        </p:spPr>
        <p:txBody>
          <a:bodyPr anchor="t">
            <a:normAutofit/>
          </a:bodyPr>
          <a:lstStyle/>
          <a:p>
            <a:r>
              <a:rPr lang="en-US" sz="3200" b="1" dirty="0">
                <a:cs typeface="Calibri Light"/>
              </a:rPr>
              <a:t>Minnesota’s vision for Day Services &amp; Employment</a:t>
            </a:r>
            <a:br>
              <a:rPr lang="en-US" sz="3200" dirty="0">
                <a:cs typeface="Calibri Light"/>
              </a:rPr>
            </a:br>
            <a:br>
              <a:rPr lang="en-US" sz="3200" dirty="0">
                <a:cs typeface="Calibri Light"/>
              </a:rPr>
            </a:br>
            <a:r>
              <a:rPr lang="en-US" sz="3200" dirty="0">
                <a:cs typeface="Calibri Light"/>
              </a:rPr>
              <a:t>DHS Policy Statement, 2023</a:t>
            </a:r>
            <a:endParaRPr lang="en-US" sz="3200" dirty="0"/>
          </a:p>
        </p:txBody>
      </p:sp>
      <p:sp>
        <p:nvSpPr>
          <p:cNvPr id="3" name="Content Placeholder 2">
            <a:extLst>
              <a:ext uri="{FF2B5EF4-FFF2-40B4-BE49-F238E27FC236}">
                <a16:creationId xmlns:a16="http://schemas.microsoft.com/office/drawing/2014/main" id="{58669F2D-347B-123B-F860-38E4627F484A}"/>
              </a:ext>
            </a:extLst>
          </p:cNvPr>
          <p:cNvSpPr>
            <a:spLocks noGrp="1"/>
          </p:cNvSpPr>
          <p:nvPr>
            <p:ph idx="1"/>
          </p:nvPr>
        </p:nvSpPr>
        <p:spPr>
          <a:xfrm>
            <a:off x="3580952" y="1611780"/>
            <a:ext cx="7360356" cy="3931064"/>
          </a:xfrm>
        </p:spPr>
        <p:txBody>
          <a:bodyPr vert="horz" lIns="91440" tIns="45720" rIns="91440" bIns="45720" rtlCol="0" anchor="t">
            <a:normAutofit/>
          </a:bodyPr>
          <a:lstStyle/>
          <a:p>
            <a:pPr marL="0" indent="0">
              <a:buNone/>
            </a:pPr>
            <a:r>
              <a:rPr lang="en-US" sz="2000" dirty="0"/>
              <a:t>“In alignment with Minnesota’s Employment First Policy, the Minnesota Department of Human Services believes that people with disabilities, </a:t>
            </a:r>
            <a:r>
              <a:rPr lang="en-US" sz="2000" b="1" dirty="0"/>
              <a:t>regardless of level of disability</a:t>
            </a:r>
            <a:r>
              <a:rPr lang="en-US" sz="2000" dirty="0"/>
              <a:t>, can be competitively employed and should be fully integrated into the workplace…</a:t>
            </a:r>
          </a:p>
          <a:p>
            <a:pPr marL="0" indent="0">
              <a:buNone/>
            </a:pPr>
            <a:endParaRPr lang="en-US" sz="2000" dirty="0">
              <a:solidFill>
                <a:schemeClr val="tx1">
                  <a:alpha val="55000"/>
                </a:schemeClr>
              </a:solidFill>
            </a:endParaRPr>
          </a:p>
          <a:p>
            <a:pPr marL="0" indent="0">
              <a:buNone/>
            </a:pPr>
            <a:r>
              <a:rPr lang="en-US" sz="2000" dirty="0">
                <a:solidFill>
                  <a:schemeClr val="tx1">
                    <a:alpha val="55000"/>
                  </a:schemeClr>
                </a:solidFill>
              </a:rPr>
              <a:t>…”</a:t>
            </a:r>
            <a:r>
              <a:rPr lang="en-US" sz="2000" dirty="0"/>
              <a:t> Day services can</a:t>
            </a:r>
            <a:r>
              <a:rPr lang="en-US" sz="2000" b="1" dirty="0"/>
              <a:t> “wrap around” people’s employment</a:t>
            </a:r>
            <a:r>
              <a:rPr lang="en-US" sz="2000" dirty="0"/>
              <a:t>, supportin</a:t>
            </a:r>
            <a:r>
              <a:rPr lang="en-US" sz="2000" b="1" dirty="0"/>
              <a:t>g community life engagement outside of work hours. </a:t>
            </a:r>
            <a:r>
              <a:rPr lang="en-US" sz="2000" dirty="0"/>
              <a:t>Day services can </a:t>
            </a:r>
            <a:r>
              <a:rPr lang="en-US" sz="2000" b="1" dirty="0"/>
              <a:t>build skills and confidence that a person uses on their employment path</a:t>
            </a:r>
            <a:r>
              <a:rPr lang="en-US" sz="2000" dirty="0"/>
              <a:t> and that can support making </a:t>
            </a:r>
            <a:r>
              <a:rPr lang="en-US" sz="2000" b="1" dirty="0"/>
              <a:t>informed choices</a:t>
            </a:r>
            <a:r>
              <a:rPr lang="en-US" sz="2000" dirty="0"/>
              <a:t> about employment. </a:t>
            </a:r>
            <a:r>
              <a:rPr lang="en-US" sz="2000" dirty="0">
                <a:solidFill>
                  <a:schemeClr val="tx1">
                    <a:alpha val="55000"/>
                  </a:schemeClr>
                </a:solidFill>
              </a:rPr>
              <a:t>“</a:t>
            </a:r>
            <a:endParaRPr lang="en-US" sz="2000" dirty="0">
              <a:solidFill>
                <a:schemeClr val="tx1">
                  <a:alpha val="55000"/>
                </a:schemeClr>
              </a:solidFill>
              <a:ea typeface="Calibri"/>
              <a:cs typeface="Calibri"/>
            </a:endParaRPr>
          </a:p>
        </p:txBody>
      </p:sp>
    </p:spTree>
    <p:extLst>
      <p:ext uri="{BB962C8B-B14F-4D97-AF65-F5344CB8AC3E}">
        <p14:creationId xmlns:p14="http://schemas.microsoft.com/office/powerpoint/2010/main" val="738828088"/>
      </p:ext>
    </p:extLst>
  </p:cSld>
  <p:clrMapOvr>
    <a:masterClrMapping/>
  </p:clrMapOvr>
  <mc:AlternateContent xmlns:mc="http://schemas.openxmlformats.org/markup-compatibility/2006" xmlns:p14="http://schemas.microsoft.com/office/powerpoint/2010/main">
    <mc:Choice Requires="p14">
      <p:transition spd="slow" p14:dur="2000" advTm="35439"/>
    </mc:Choice>
    <mc:Fallback xmlns="">
      <p:transition spd="slow" advTm="3543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37CA-67ED-F593-ED17-38327827FF10}"/>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a typeface="Calibri Light"/>
                <a:cs typeface="Calibri Light"/>
              </a:rPr>
              <a:t>Poll Question</a:t>
            </a:r>
            <a:endParaRPr lang="en-US" sz="4000">
              <a:solidFill>
                <a:srgbClr val="FFFFFF"/>
              </a:solidFill>
            </a:endParaRPr>
          </a:p>
        </p:txBody>
      </p:sp>
      <p:sp>
        <p:nvSpPr>
          <p:cNvPr id="3" name="Content Placeholder 2">
            <a:extLst>
              <a:ext uri="{FF2B5EF4-FFF2-40B4-BE49-F238E27FC236}">
                <a16:creationId xmlns:a16="http://schemas.microsoft.com/office/drawing/2014/main" id="{AB306507-F988-2534-E0E7-9E2D834A06A0}"/>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en-US" sz="3200">
                <a:ea typeface="Calibri"/>
                <a:cs typeface="Calibri"/>
              </a:rPr>
              <a:t>My organization prioritizes competitive integrated employment over other types of employment outcomes?</a:t>
            </a:r>
          </a:p>
          <a:p>
            <a:pPr marL="0" indent="0">
              <a:buNone/>
            </a:pPr>
            <a:endParaRPr lang="en-US" sz="3200">
              <a:ea typeface="Calibri"/>
              <a:cs typeface="Calibri"/>
            </a:endParaRPr>
          </a:p>
          <a:p>
            <a:r>
              <a:rPr lang="en-US" sz="3200">
                <a:ea typeface="Calibri"/>
                <a:cs typeface="Calibri"/>
              </a:rPr>
              <a:t>Yes</a:t>
            </a:r>
          </a:p>
          <a:p>
            <a:r>
              <a:rPr lang="en-US" sz="3200">
                <a:ea typeface="Calibri"/>
                <a:cs typeface="Calibri"/>
              </a:rPr>
              <a:t>No</a:t>
            </a:r>
          </a:p>
          <a:p>
            <a:r>
              <a:rPr lang="en-US" sz="3200">
                <a:ea typeface="Calibri"/>
                <a:cs typeface="Calibri"/>
              </a:rPr>
              <a:t>For some people</a:t>
            </a:r>
          </a:p>
          <a:p>
            <a:r>
              <a:rPr lang="en-US" sz="3200">
                <a:ea typeface="Calibri"/>
                <a:cs typeface="Calibri"/>
              </a:rPr>
              <a:t>I'm not sure</a:t>
            </a:r>
          </a:p>
          <a:p>
            <a:pPr marL="0" indent="0">
              <a:buNone/>
            </a:pPr>
            <a:endParaRPr lang="en-US" sz="3200">
              <a:ea typeface="Calibri"/>
              <a:cs typeface="Calibri"/>
            </a:endParaRPr>
          </a:p>
          <a:p>
            <a:endParaRPr lang="en-US" sz="2000">
              <a:ea typeface="Calibri"/>
              <a:cs typeface="Calibri"/>
            </a:endParaRPr>
          </a:p>
        </p:txBody>
      </p:sp>
      <p:pic>
        <p:nvPicPr>
          <p:cNvPr id="5" name="Picture 4">
            <a:extLst>
              <a:ext uri="{FF2B5EF4-FFF2-40B4-BE49-F238E27FC236}">
                <a16:creationId xmlns:a16="http://schemas.microsoft.com/office/drawing/2014/main" id="{8DF34EC1-AB65-99FA-7066-1582691173A8}"/>
              </a:ext>
            </a:extLst>
          </p:cNvPr>
          <p:cNvPicPr>
            <a:picLocks noChangeAspect="1"/>
          </p:cNvPicPr>
          <p:nvPr/>
        </p:nvPicPr>
        <p:blipFill>
          <a:blip r:embed="rId3"/>
          <a:srcRect b="10612"/>
          <a:stretch>
            <a:fillRect/>
          </a:stretch>
        </p:blipFill>
        <p:spPr>
          <a:xfrm>
            <a:off x="0" y="-130548"/>
            <a:ext cx="4220308" cy="6401693"/>
          </a:xfrm>
          <a:prstGeom prst="rect">
            <a:avLst/>
          </a:prstGeom>
        </p:spPr>
      </p:pic>
    </p:spTree>
    <p:extLst>
      <p:ext uri="{BB962C8B-B14F-4D97-AF65-F5344CB8AC3E}">
        <p14:creationId xmlns:p14="http://schemas.microsoft.com/office/powerpoint/2010/main" val="1700394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37CA-67ED-F593-ED17-38327827FF10}"/>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a typeface="Calibri Light"/>
                <a:cs typeface="Calibri Light"/>
              </a:rPr>
              <a:t>Poll Question</a:t>
            </a:r>
            <a:endParaRPr lang="en-US" sz="4000">
              <a:solidFill>
                <a:srgbClr val="FFFFFF"/>
              </a:solidFill>
            </a:endParaRPr>
          </a:p>
        </p:txBody>
      </p:sp>
      <p:sp>
        <p:nvSpPr>
          <p:cNvPr id="3" name="Content Placeholder 2">
            <a:extLst>
              <a:ext uri="{FF2B5EF4-FFF2-40B4-BE49-F238E27FC236}">
                <a16:creationId xmlns:a16="http://schemas.microsoft.com/office/drawing/2014/main" id="{AB306507-F988-2534-E0E7-9E2D834A06A0}"/>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en-US" sz="3200" b="1" dirty="0">
                <a:ea typeface="Calibri"/>
                <a:cs typeface="Calibri"/>
              </a:rPr>
              <a:t>My organization prioritizes community life engagement when people are not working?</a:t>
            </a:r>
          </a:p>
          <a:p>
            <a:pPr marL="0" indent="0">
              <a:buNone/>
            </a:pPr>
            <a:endParaRPr lang="en-US" sz="3200" dirty="0">
              <a:ea typeface="Calibri"/>
              <a:cs typeface="Calibri"/>
            </a:endParaRPr>
          </a:p>
          <a:p>
            <a:r>
              <a:rPr lang="en-US" sz="3200" dirty="0">
                <a:ea typeface="Calibri"/>
                <a:cs typeface="Calibri"/>
              </a:rPr>
              <a:t>Yes</a:t>
            </a:r>
          </a:p>
          <a:p>
            <a:r>
              <a:rPr lang="en-US" sz="3200" dirty="0">
                <a:ea typeface="Calibri"/>
                <a:cs typeface="Calibri"/>
              </a:rPr>
              <a:t>No</a:t>
            </a:r>
          </a:p>
          <a:p>
            <a:r>
              <a:rPr lang="en-US" sz="3200" dirty="0">
                <a:ea typeface="Calibri"/>
                <a:cs typeface="Calibri"/>
              </a:rPr>
              <a:t>For some people</a:t>
            </a:r>
          </a:p>
          <a:p>
            <a:r>
              <a:rPr lang="en-US" sz="3200" dirty="0">
                <a:ea typeface="Calibri"/>
                <a:cs typeface="Calibri"/>
              </a:rPr>
              <a:t>I'm not sure</a:t>
            </a:r>
          </a:p>
          <a:p>
            <a:pPr marL="0" indent="0">
              <a:buNone/>
            </a:pPr>
            <a:endParaRPr lang="en-US" sz="3200" dirty="0">
              <a:ea typeface="Calibri"/>
              <a:cs typeface="Calibri"/>
            </a:endParaRPr>
          </a:p>
          <a:p>
            <a:endParaRPr lang="en-US" sz="2000" dirty="0">
              <a:ea typeface="Calibri"/>
              <a:cs typeface="Calibri"/>
            </a:endParaRPr>
          </a:p>
        </p:txBody>
      </p:sp>
      <p:pic>
        <p:nvPicPr>
          <p:cNvPr id="4" name="Picture 3">
            <a:extLst>
              <a:ext uri="{FF2B5EF4-FFF2-40B4-BE49-F238E27FC236}">
                <a16:creationId xmlns:a16="http://schemas.microsoft.com/office/drawing/2014/main" id="{651DF11C-91D1-457E-99E6-12315152AB24}"/>
              </a:ext>
            </a:extLst>
          </p:cNvPr>
          <p:cNvPicPr>
            <a:picLocks noChangeAspect="1"/>
          </p:cNvPicPr>
          <p:nvPr/>
        </p:nvPicPr>
        <p:blipFill>
          <a:blip r:embed="rId2"/>
          <a:srcRect b="10612"/>
          <a:stretch>
            <a:fillRect/>
          </a:stretch>
        </p:blipFill>
        <p:spPr>
          <a:xfrm>
            <a:off x="0" y="-130548"/>
            <a:ext cx="4220308" cy="6401693"/>
          </a:xfrm>
          <a:prstGeom prst="rect">
            <a:avLst/>
          </a:prstGeom>
        </p:spPr>
      </p:pic>
    </p:spTree>
    <p:extLst>
      <p:ext uri="{BB962C8B-B14F-4D97-AF65-F5344CB8AC3E}">
        <p14:creationId xmlns:p14="http://schemas.microsoft.com/office/powerpoint/2010/main" val="1637169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One glowing light up arrow among other down arrows on green pastel colour background">
            <a:extLst>
              <a:ext uri="{FF2B5EF4-FFF2-40B4-BE49-F238E27FC236}">
                <a16:creationId xmlns:a16="http://schemas.microsoft.com/office/drawing/2014/main" id="{44DD723A-CC74-23CC-3D56-67B7034C3F1F}"/>
              </a:ext>
            </a:extLst>
          </p:cNvPr>
          <p:cNvPicPr>
            <a:picLocks noChangeAspect="1"/>
          </p:cNvPicPr>
          <p:nvPr/>
        </p:nvPicPr>
        <p:blipFill rotWithShape="1">
          <a:blip r:embed="rId3"/>
          <a:srcRect t="31820" r="9085" b="-7"/>
          <a:stretch/>
        </p:blipFill>
        <p:spPr>
          <a:xfrm>
            <a:off x="20" y="10"/>
            <a:ext cx="12191981" cy="6260113"/>
          </a:xfrm>
          <a:prstGeom prst="rect">
            <a:avLst/>
          </a:prstGeom>
        </p:spPr>
      </p:pic>
      <p:sp>
        <p:nvSpPr>
          <p:cNvPr id="2" name="Title 1">
            <a:extLst>
              <a:ext uri="{FF2B5EF4-FFF2-40B4-BE49-F238E27FC236}">
                <a16:creationId xmlns:a16="http://schemas.microsoft.com/office/drawing/2014/main" id="{F1149C82-3E96-779C-B661-470BA7C9B85C}"/>
              </a:ext>
            </a:extLst>
          </p:cNvPr>
          <p:cNvSpPr>
            <a:spLocks noGrp="1"/>
          </p:cNvSpPr>
          <p:nvPr>
            <p:ph type="title"/>
          </p:nvPr>
        </p:nvSpPr>
        <p:spPr>
          <a:xfrm>
            <a:off x="404553" y="3091928"/>
            <a:ext cx="9078562" cy="2387600"/>
          </a:xfrm>
        </p:spPr>
        <p:txBody>
          <a:bodyPr vert="horz" lIns="91440" tIns="45720" rIns="91440" bIns="45720" rtlCol="0" anchor="b">
            <a:normAutofit fontScale="90000"/>
          </a:bodyPr>
          <a:lstStyle/>
          <a:p>
            <a:r>
              <a:rPr lang="en-US" sz="5600">
                <a:solidFill>
                  <a:schemeClr val="bg1"/>
                </a:solidFill>
              </a:rPr>
              <a:t>Effective Leadership Means </a:t>
            </a:r>
            <a:br>
              <a:rPr lang="en-US" sz="5600">
                <a:solidFill>
                  <a:schemeClr val="bg1"/>
                </a:solidFill>
              </a:rPr>
            </a:br>
            <a:r>
              <a:rPr lang="en-US" sz="5600">
                <a:solidFill>
                  <a:schemeClr val="bg1"/>
                </a:solidFill>
              </a:rPr>
              <a:t>Putting Knowledge into Action </a:t>
            </a:r>
          </a:p>
        </p:txBody>
      </p:sp>
      <p:sp>
        <p:nvSpPr>
          <p:cNvPr id="3" name="Rectangle 2">
            <a:extLst>
              <a:ext uri="{FF2B5EF4-FFF2-40B4-BE49-F238E27FC236}">
                <a16:creationId xmlns:a16="http://schemas.microsoft.com/office/drawing/2014/main" id="{69CE9F08-12FE-9A63-0F59-DE6FBCAA852D}"/>
              </a:ext>
            </a:extLst>
          </p:cNvPr>
          <p:cNvSpPr/>
          <p:nvPr/>
        </p:nvSpPr>
        <p:spPr>
          <a:xfrm>
            <a:off x="0" y="5644662"/>
            <a:ext cx="9653954" cy="615461"/>
          </a:xfrm>
          <a:prstGeom prst="rect">
            <a:avLst/>
          </a:prstGeom>
          <a:solidFill>
            <a:srgbClr val="FF6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7376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63D93A-C316-3435-1D32-9CA7A42F9D7C}"/>
              </a:ext>
            </a:extLst>
          </p:cNvPr>
          <p:cNvSpPr>
            <a:spLocks noGrp="1"/>
          </p:cNvSpPr>
          <p:nvPr>
            <p:ph type="title"/>
          </p:nvPr>
        </p:nvSpPr>
        <p:spPr>
          <a:xfrm>
            <a:off x="521898" y="113652"/>
            <a:ext cx="6865842" cy="2371148"/>
          </a:xfrm>
        </p:spPr>
        <p:txBody>
          <a:bodyPr vert="horz" lIns="91440" tIns="45720" rIns="91440" bIns="45720" rtlCol="0" anchor="ctr">
            <a:normAutofit/>
          </a:bodyPr>
          <a:lstStyle/>
          <a:p>
            <a:pPr defTabSz="914400"/>
            <a:r>
              <a:rPr lang="en-US" sz="3200" b="1" kern="1200">
                <a:solidFill>
                  <a:schemeClr val="accent1"/>
                </a:solidFill>
                <a:latin typeface="+mj-lt"/>
                <a:ea typeface="+mj-ea"/>
                <a:cs typeface="+mj-cs"/>
              </a:rPr>
              <a:t> “Culture eats strategy for breakfast”</a:t>
            </a:r>
            <a:endParaRPr lang="en-US" sz="3200" b="1" kern="1200">
              <a:solidFill>
                <a:schemeClr val="accent1"/>
              </a:solidFill>
              <a:latin typeface="+mj-lt"/>
            </a:endParaRPr>
          </a:p>
          <a:p>
            <a:pPr defTabSz="914400"/>
            <a:r>
              <a:rPr lang="en-US" sz="3200" kern="1200">
                <a:solidFill>
                  <a:schemeClr val="accent1"/>
                </a:solidFill>
                <a:latin typeface="+mj-lt"/>
                <a:ea typeface="+mj-ea"/>
                <a:cs typeface="+mj-cs"/>
              </a:rPr>
              <a:t>~ Peter </a:t>
            </a:r>
            <a:r>
              <a:rPr lang="en-US" sz="3200" err="1">
                <a:solidFill>
                  <a:schemeClr val="accent1"/>
                </a:solidFill>
              </a:rPr>
              <a:t>Drucker</a:t>
            </a:r>
            <a:r>
              <a:rPr lang="en-US" sz="3200" err="1">
                <a:solidFill>
                  <a:srgbClr val="FFFFFF"/>
                </a:solidFill>
              </a:rPr>
              <a:t>r</a:t>
            </a:r>
            <a:endParaRPr lang="en-US" sz="3200" kern="1200" err="1">
              <a:solidFill>
                <a:srgbClr val="FFFFFF"/>
              </a:solidFill>
              <a:latin typeface="+mj-lt"/>
            </a:endParaRPr>
          </a:p>
        </p:txBody>
      </p:sp>
      <p:pic>
        <p:nvPicPr>
          <p:cNvPr id="16" name="Picture 16" descr="A diagram of a system&#10;&#10;Description automatically generated">
            <a:extLst>
              <a:ext uri="{FF2B5EF4-FFF2-40B4-BE49-F238E27FC236}">
                <a16:creationId xmlns:a16="http://schemas.microsoft.com/office/drawing/2014/main" id="{BC5631D7-6E59-49B4-5F71-2D2BD4FD31F8}"/>
              </a:ext>
            </a:extLst>
          </p:cNvPr>
          <p:cNvPicPr>
            <a:picLocks noChangeAspect="1"/>
          </p:cNvPicPr>
          <p:nvPr/>
        </p:nvPicPr>
        <p:blipFill>
          <a:blip r:embed="rId3"/>
          <a:stretch>
            <a:fillRect/>
          </a:stretch>
        </p:blipFill>
        <p:spPr>
          <a:xfrm>
            <a:off x="4847030" y="1793154"/>
            <a:ext cx="7347537" cy="4132989"/>
          </a:xfrm>
          <a:prstGeom prst="rect">
            <a:avLst/>
          </a:prstGeom>
        </p:spPr>
      </p:pic>
      <p:sp>
        <p:nvSpPr>
          <p:cNvPr id="17" name="Arrow: Right 16">
            <a:extLst>
              <a:ext uri="{FF2B5EF4-FFF2-40B4-BE49-F238E27FC236}">
                <a16:creationId xmlns:a16="http://schemas.microsoft.com/office/drawing/2014/main" id="{51646C61-552E-9DE0-5EB6-A1690B9777F2}"/>
              </a:ext>
            </a:extLst>
          </p:cNvPr>
          <p:cNvSpPr/>
          <p:nvPr/>
        </p:nvSpPr>
        <p:spPr>
          <a:xfrm>
            <a:off x="376015" y="3856088"/>
            <a:ext cx="4684234" cy="2534587"/>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ea typeface="Calibri"/>
                <a:cs typeface="Calibri"/>
              </a:rPr>
              <a:t>How do you affect </a:t>
            </a:r>
            <a:r>
              <a:rPr lang="en-US" sz="2800" b="1" dirty="0">
                <a:ea typeface="Calibri"/>
                <a:cs typeface="Calibri"/>
              </a:rPr>
              <a:t>the culture?</a:t>
            </a:r>
          </a:p>
        </p:txBody>
      </p:sp>
    </p:spTree>
    <p:extLst>
      <p:ext uri="{BB962C8B-B14F-4D97-AF65-F5344CB8AC3E}">
        <p14:creationId xmlns:p14="http://schemas.microsoft.com/office/powerpoint/2010/main" val="1044083659"/>
      </p:ext>
    </p:extLst>
  </p:cSld>
  <p:clrMapOvr>
    <a:masterClrMapping/>
  </p:clrMapOvr>
  <mc:AlternateContent xmlns:mc="http://schemas.openxmlformats.org/markup-compatibility/2006" xmlns:p14="http://schemas.microsoft.com/office/powerpoint/2010/main">
    <mc:Choice Requires="p14">
      <p:transition spd="med" p14:dur="700" advTm="134453">
        <p:fade/>
      </p:transition>
    </mc:Choice>
    <mc:Fallback xmlns="">
      <p:transition spd="med" advTm="134453">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E94D-7E51-E77E-C2DE-F6DE09C60836}"/>
              </a:ext>
            </a:extLst>
          </p:cNvPr>
          <p:cNvSpPr>
            <a:spLocks noGrp="1"/>
          </p:cNvSpPr>
          <p:nvPr>
            <p:ph type="title"/>
          </p:nvPr>
        </p:nvSpPr>
        <p:spPr>
          <a:xfrm>
            <a:off x="812299" y="-127933"/>
            <a:ext cx="4597747" cy="1616203"/>
          </a:xfrm>
        </p:spPr>
        <p:txBody>
          <a:bodyPr anchor="b">
            <a:normAutofit/>
          </a:bodyPr>
          <a:lstStyle/>
          <a:p>
            <a:r>
              <a:rPr lang="en-US" sz="3200" b="1" dirty="0">
                <a:cs typeface="Calibri Light"/>
              </a:rPr>
              <a:t>Group Discussions (15 minutes)</a:t>
            </a:r>
            <a:endParaRPr lang="en-US" sz="3200" b="1" dirty="0"/>
          </a:p>
        </p:txBody>
      </p:sp>
      <p:sp>
        <p:nvSpPr>
          <p:cNvPr id="3" name="Content Placeholder 2">
            <a:extLst>
              <a:ext uri="{FF2B5EF4-FFF2-40B4-BE49-F238E27FC236}">
                <a16:creationId xmlns:a16="http://schemas.microsoft.com/office/drawing/2014/main" id="{3D6A0ACA-84DB-9333-C212-9D80AAF09C87}"/>
              </a:ext>
            </a:extLst>
          </p:cNvPr>
          <p:cNvSpPr>
            <a:spLocks noGrp="1"/>
          </p:cNvSpPr>
          <p:nvPr>
            <p:ph idx="1"/>
          </p:nvPr>
        </p:nvSpPr>
        <p:spPr>
          <a:xfrm>
            <a:off x="409566" y="1943194"/>
            <a:ext cx="7896284" cy="4583184"/>
          </a:xfrm>
        </p:spPr>
        <p:txBody>
          <a:bodyPr vert="horz" lIns="91440" tIns="45720" rIns="91440" bIns="45720" rtlCol="0" anchor="t">
            <a:normAutofit/>
          </a:bodyPr>
          <a:lstStyle/>
          <a:p>
            <a:pPr marL="0" indent="0">
              <a:buNone/>
            </a:pPr>
            <a:endParaRPr lang="en-US" sz="2000" b="1" dirty="0"/>
          </a:p>
          <a:p>
            <a:pPr marL="0" indent="0">
              <a:buNone/>
            </a:pPr>
            <a:endParaRPr lang="en-US" sz="2000">
              <a:cs typeface="Calibri" panose="020F0502020204030204"/>
            </a:endParaRPr>
          </a:p>
          <a:p>
            <a:r>
              <a:rPr lang="en-US" sz="2000" dirty="0">
                <a:ea typeface="Calibri"/>
                <a:cs typeface="Calibri" panose="020F0502020204030204"/>
              </a:rPr>
              <a:t>Identify tangible ways </a:t>
            </a:r>
            <a:r>
              <a:rPr lang="en-US" sz="2000" i="1" u="sng" dirty="0">
                <a:ea typeface="Calibri"/>
                <a:cs typeface="Calibri" panose="020F0502020204030204"/>
              </a:rPr>
              <a:t>you</a:t>
            </a:r>
            <a:r>
              <a:rPr lang="en-US" sz="2000" dirty="0">
                <a:ea typeface="Calibri"/>
                <a:cs typeface="Calibri" panose="020F0502020204030204"/>
              </a:rPr>
              <a:t> will support Employment First policy and/or values in your organization? (</a:t>
            </a:r>
            <a:r>
              <a:rPr lang="en-US" sz="2000" b="1" i="1" dirty="0">
                <a:ea typeface="Calibri"/>
                <a:cs typeface="Calibri" panose="020F0502020204030204"/>
              </a:rPr>
              <a:t>across both day &amp; employment services</a:t>
            </a:r>
            <a:r>
              <a:rPr lang="en-US" sz="2000" dirty="0">
                <a:ea typeface="Calibri"/>
                <a:cs typeface="Calibri" panose="020F0502020204030204"/>
              </a:rPr>
              <a:t>)</a:t>
            </a:r>
          </a:p>
          <a:p>
            <a:endParaRPr lang="en-US" sz="2000">
              <a:ea typeface="Calibri"/>
              <a:cs typeface="Calibri" panose="020F0502020204030204"/>
            </a:endParaRPr>
          </a:p>
          <a:p>
            <a:r>
              <a:rPr lang="en-US" sz="2000" dirty="0">
                <a:ea typeface="Calibri"/>
                <a:cs typeface="Calibri" panose="020F0502020204030204"/>
              </a:rPr>
              <a:t>What support might </a:t>
            </a:r>
            <a:r>
              <a:rPr lang="en-US" sz="2000" i="1" u="sng" dirty="0">
                <a:ea typeface="Calibri"/>
                <a:cs typeface="Calibri" panose="020F0502020204030204"/>
              </a:rPr>
              <a:t>you</a:t>
            </a:r>
            <a:r>
              <a:rPr lang="en-US" sz="2000" dirty="0">
                <a:ea typeface="Calibri"/>
                <a:cs typeface="Calibri" panose="020F0502020204030204"/>
              </a:rPr>
              <a:t> need to do this? (</a:t>
            </a:r>
            <a:r>
              <a:rPr lang="en-US" sz="2000" b="1" i="1" dirty="0">
                <a:ea typeface="Calibri"/>
                <a:cs typeface="Calibri" panose="020F0502020204030204"/>
              </a:rPr>
              <a:t>What's stopping you?</a:t>
            </a:r>
            <a:r>
              <a:rPr lang="en-US" sz="2000" dirty="0">
                <a:ea typeface="Calibri"/>
                <a:cs typeface="Calibri" panose="020F0502020204030204"/>
              </a:rPr>
              <a:t>) </a:t>
            </a:r>
          </a:p>
          <a:p>
            <a:endParaRPr lang="en-US" sz="2000">
              <a:ea typeface="Calibri"/>
              <a:cs typeface="Calibri" panose="020F0502020204030204"/>
            </a:endParaRPr>
          </a:p>
          <a:p>
            <a:r>
              <a:rPr lang="en-US" sz="2000" dirty="0">
                <a:ea typeface="Calibri"/>
                <a:cs typeface="Calibri" panose="020F0502020204030204"/>
              </a:rPr>
              <a:t>How will you know you are successful? </a:t>
            </a:r>
          </a:p>
          <a:p>
            <a:pPr marL="0" indent="0">
              <a:buNone/>
            </a:pPr>
            <a:endParaRPr lang="en-US" sz="2000" b="1">
              <a:ea typeface="Calibri"/>
              <a:cs typeface="Calibri" panose="020F0502020204030204"/>
            </a:endParaRPr>
          </a:p>
          <a:p>
            <a:pPr marL="0" indent="0">
              <a:buNone/>
            </a:pPr>
            <a:endParaRPr lang="en-US" sz="2000" b="1" dirty="0">
              <a:ea typeface="Calibri"/>
              <a:cs typeface="Calibri" panose="020F0502020204030204"/>
            </a:endParaRPr>
          </a:p>
          <a:p>
            <a:pPr marL="0" indent="0">
              <a:buNone/>
            </a:pPr>
            <a:endParaRPr lang="en-US" sz="2000">
              <a:ea typeface="Calibri"/>
              <a:cs typeface="Calibri" panose="020F0502020204030204"/>
            </a:endParaRPr>
          </a:p>
          <a:p>
            <a:endParaRPr lang="en-US" sz="2000" b="1">
              <a:ea typeface="Calibri" panose="020F0502020204030204"/>
              <a:cs typeface="Calibri" panose="020F0502020204030204"/>
            </a:endParaRPr>
          </a:p>
          <a:p>
            <a:endParaRPr lang="en-US" sz="2000" b="1">
              <a:ea typeface="Calibri" panose="020F0502020204030204"/>
              <a:cs typeface="Calibri" panose="020F0502020204030204"/>
            </a:endParaRPr>
          </a:p>
          <a:p>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p:txBody>
      </p:sp>
      <p:pic>
        <p:nvPicPr>
          <p:cNvPr id="5" name="Picture 4" descr="Yellow paper aeroplane flying the opposite way as many grey paper aeroplanes">
            <a:extLst>
              <a:ext uri="{FF2B5EF4-FFF2-40B4-BE49-F238E27FC236}">
                <a16:creationId xmlns:a16="http://schemas.microsoft.com/office/drawing/2014/main" id="{F53937BC-45E9-0C6B-2C07-86971A09653E}"/>
              </a:ext>
            </a:extLst>
          </p:cNvPr>
          <p:cNvPicPr>
            <a:picLocks noChangeAspect="1"/>
          </p:cNvPicPr>
          <p:nvPr/>
        </p:nvPicPr>
        <p:blipFill rotWithShape="1">
          <a:blip r:embed="rId3"/>
          <a:srcRect l="5379" r="27767" b="-3"/>
          <a:stretch/>
        </p:blipFill>
        <p:spPr>
          <a:xfrm>
            <a:off x="8448883" y="1618331"/>
            <a:ext cx="3457380" cy="3449664"/>
          </a:xfrm>
          <a:prstGeom prst="rect">
            <a:avLst/>
          </a:prstGeom>
        </p:spPr>
      </p:pic>
    </p:spTree>
    <p:extLst>
      <p:ext uri="{BB962C8B-B14F-4D97-AF65-F5344CB8AC3E}">
        <p14:creationId xmlns:p14="http://schemas.microsoft.com/office/powerpoint/2010/main" val="1193219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Question marks in a line and one question mark is lit">
            <a:extLst>
              <a:ext uri="{FF2B5EF4-FFF2-40B4-BE49-F238E27FC236}">
                <a16:creationId xmlns:a16="http://schemas.microsoft.com/office/drawing/2014/main" id="{20B21813-F6CA-5BFB-DDAC-16596B8FD5B9}"/>
              </a:ext>
            </a:extLst>
          </p:cNvPr>
          <p:cNvPicPr>
            <a:picLocks noChangeAspect="1"/>
          </p:cNvPicPr>
          <p:nvPr/>
        </p:nvPicPr>
        <p:blipFill rotWithShape="1">
          <a:blip r:embed="rId3"/>
          <a:srcRect t="22118" r="9085" b="8827"/>
          <a:stretch>
            <a:fillRect/>
          </a:stretch>
        </p:blipFill>
        <p:spPr>
          <a:xfrm>
            <a:off x="20" y="10"/>
            <a:ext cx="12191981" cy="6172190"/>
          </a:xfrm>
          <a:prstGeom prst="rect">
            <a:avLst/>
          </a:prstGeom>
        </p:spPr>
      </p:pic>
      <p:sp>
        <p:nvSpPr>
          <p:cNvPr id="2" name="Title 1">
            <a:extLst>
              <a:ext uri="{FF2B5EF4-FFF2-40B4-BE49-F238E27FC236}">
                <a16:creationId xmlns:a16="http://schemas.microsoft.com/office/drawing/2014/main" id="{FF04AE4A-126C-194B-411C-3782B253D82E}"/>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a:solidFill>
                  <a:schemeClr val="bg1"/>
                </a:solidFill>
              </a:rPr>
              <a:t>Questions?</a:t>
            </a:r>
          </a:p>
        </p:txBody>
      </p:sp>
    </p:spTree>
    <p:extLst>
      <p:ext uri="{BB962C8B-B14F-4D97-AF65-F5344CB8AC3E}">
        <p14:creationId xmlns:p14="http://schemas.microsoft.com/office/powerpoint/2010/main" val="3893300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D23A5-6954-CE5F-FF15-D6EC25C97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1D97DB-D7EC-B493-0866-8214821EC26C}"/>
              </a:ext>
            </a:extLst>
          </p:cNvPr>
          <p:cNvSpPr>
            <a:spLocks noGrp="1"/>
          </p:cNvSpPr>
          <p:nvPr>
            <p:ph type="body" sz="quarter" idx="10"/>
          </p:nvPr>
        </p:nvSpPr>
        <p:spPr/>
        <p:txBody>
          <a:bodyPr vert="horz" lIns="91440" tIns="45720" rIns="91440" bIns="45720" rtlCol="0" anchor="ctr">
            <a:normAutofit/>
          </a:bodyPr>
          <a:lstStyle/>
          <a:p>
            <a:pPr marL="151765" algn="ctr"/>
            <a:r>
              <a:rPr lang="en-US" dirty="0">
                <a:highlight>
                  <a:srgbClr val="FFFF00"/>
                </a:highlight>
                <a:latin typeface="Open Sans"/>
                <a:ea typeface="Open Sans"/>
                <a:cs typeface="Open Sans"/>
              </a:rPr>
              <a:t>Insert QR code here</a:t>
            </a:r>
            <a:endParaRPr lang="en-US" dirty="0">
              <a:highlight>
                <a:srgbClr val="FFFF00"/>
              </a:highlight>
            </a:endParaRPr>
          </a:p>
        </p:txBody>
      </p:sp>
      <p:sp>
        <p:nvSpPr>
          <p:cNvPr id="3" name="Picture Placeholder 2">
            <a:extLst>
              <a:ext uri="{FF2B5EF4-FFF2-40B4-BE49-F238E27FC236}">
                <a16:creationId xmlns:a16="http://schemas.microsoft.com/office/drawing/2014/main" id="{651B4699-63D6-E83B-2128-98D9D0A9ECFB}"/>
              </a:ext>
            </a:extLst>
          </p:cNvPr>
          <p:cNvSpPr>
            <a:spLocks noGrp="1"/>
          </p:cNvSpPr>
          <p:nvPr>
            <p:ph type="pic" sz="quarter" idx="11"/>
          </p:nvPr>
        </p:nvSpPr>
        <p:spPr/>
        <p:txBody>
          <a:bodyPr/>
          <a:lstStyle/>
          <a:p>
            <a:endParaRPr lang="en-US"/>
          </a:p>
        </p:txBody>
      </p:sp>
      <p:sp>
        <p:nvSpPr>
          <p:cNvPr id="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own Arrow 7">
            <a:extLst>
              <a:ext uri="{FF2B5EF4-FFF2-40B4-BE49-F238E27FC236}">
                <a16:creationId xmlns:a16="http://schemas.microsoft.com/office/drawing/2014/main" id="{0631530A-BDFC-9C5C-1DA0-0F64261CE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C00000"/>
          </a:solidFill>
          <a:ln w="539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65A76B99-8A73-29D0-9F22-E4949BA51F8B}"/>
              </a:ext>
            </a:extLst>
          </p:cNvPr>
          <p:cNvSpPr txBox="1"/>
          <p:nvPr/>
        </p:nvSpPr>
        <p:spPr>
          <a:xfrm>
            <a:off x="830572" y="2480075"/>
            <a:ext cx="298684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dirty="0">
                <a:solidFill>
                  <a:schemeClr val="bg1"/>
                </a:solidFill>
              </a:rPr>
              <a:t>Session Evaluation</a:t>
            </a:r>
            <a:endParaRPr lang="en-US" sz="4800">
              <a:solidFill>
                <a:schemeClr val="bg1"/>
              </a:solidFill>
            </a:endParaRPr>
          </a:p>
        </p:txBody>
      </p:sp>
    </p:spTree>
    <p:extLst>
      <p:ext uri="{BB962C8B-B14F-4D97-AF65-F5344CB8AC3E}">
        <p14:creationId xmlns:p14="http://schemas.microsoft.com/office/powerpoint/2010/main" val="61283826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TI_presentation template Feb 2026">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TI_presentation template Feb 2026" id="{7B630847-0ED3-4BB4-9400-A2393253C8A9}" vid="{696E90F8-2036-4576-8D73-CC01D280794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B2021F6-6390-E548-8788-9CFEED8332EB}">
  <we:reference id="wa104380907" version="3.0.0.0" store="en-US" storeType="OMEX"/>
  <we:alternateReferences>
    <we:reference id="wa104380907" version="3.0.0.0" store="WA10438090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655ED7C-C660-D44E-950F-73565E84B7DF}">
  <we:reference id="wa104380050" version="3.1.0.0" store="en-US" storeType="OMEX"/>
  <we:alternateReferences>
    <we:reference id="WA104380050" version="3.1.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a97ef7e-529a-4920-85ff-23e7e8b7df0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1B21FC9B7AC984AA00C441920861789" ma:contentTypeVersion="14" ma:contentTypeDescription="Create a new document." ma:contentTypeScope="" ma:versionID="721bff8729961bdf26432d404ad0f7b8">
  <xsd:schema xmlns:xsd="http://www.w3.org/2001/XMLSchema" xmlns:xs="http://www.w3.org/2001/XMLSchema" xmlns:p="http://schemas.microsoft.com/office/2006/metadata/properties" xmlns:ns2="ca97ef7e-529a-4920-85ff-23e7e8b7df0a" xmlns:ns3="65478fcb-3d94-40df-a0a2-f6a419610bdf" targetNamespace="http://schemas.microsoft.com/office/2006/metadata/properties" ma:root="true" ma:fieldsID="fec60b3e7c48bed252daabe4e1c35c90" ns2:_="" ns3:_="">
    <xsd:import namespace="ca97ef7e-529a-4920-85ff-23e7e8b7df0a"/>
    <xsd:import namespace="65478fcb-3d94-40df-a0a2-f6a419610bd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7ef7e-529a-4920-85ff-23e7e8b7d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478fcb-3d94-40df-a0a2-f6a419610bd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753850-86F2-4118-B4E5-08C866EA802C}">
  <ds:schemaRefs>
    <ds:schemaRef ds:uri="http://schemas.microsoft.com/sharepoint/v3/contenttype/forms"/>
  </ds:schemaRefs>
</ds:datastoreItem>
</file>

<file path=customXml/itemProps2.xml><?xml version="1.0" encoding="utf-8"?>
<ds:datastoreItem xmlns:ds="http://schemas.openxmlformats.org/officeDocument/2006/customXml" ds:itemID="{42EB53E4-0001-4157-A0BF-772E8FE36E62}">
  <ds:schemaRefs>
    <ds:schemaRef ds:uri="ca97ef7e-529a-4920-85ff-23e7e8b7df0a"/>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00647BE-7EAD-45B6-8D4A-DED8A589D030}"/>
</file>

<file path=docProps/app.xml><?xml version="1.0" encoding="utf-8"?>
<Properties xmlns="http://schemas.openxmlformats.org/officeDocument/2006/extended-properties" xmlns:vt="http://schemas.openxmlformats.org/officeDocument/2006/docPropsVTypes">
  <Template/>
  <TotalTime>60</TotalTime>
  <Words>1187</Words>
  <Application>Microsoft Office PowerPoint</Application>
  <PresentationFormat>Widescreen</PresentationFormat>
  <Paragraphs>109</Paragraphs>
  <Slides>16</Slides>
  <Notes>11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Aptos Narrow</vt:lpstr>
      <vt:lpstr>Arial</vt:lpstr>
      <vt:lpstr>ArialMT</vt:lpstr>
      <vt:lpstr>Arimo</vt:lpstr>
      <vt:lpstr>Calibri</vt:lpstr>
      <vt:lpstr>Calibri Light</vt:lpstr>
      <vt:lpstr>Open Sans</vt:lpstr>
      <vt:lpstr>Open Sans Light</vt:lpstr>
      <vt:lpstr>1_Office Theme</vt:lpstr>
      <vt:lpstr>MTI_presentation template Feb 2026</vt:lpstr>
      <vt:lpstr>PowerPoint Presentation</vt:lpstr>
      <vt:lpstr>PowerPoint Presentation</vt:lpstr>
      <vt:lpstr>PowerPoint Presentation</vt:lpstr>
      <vt:lpstr>PowerPoint Presentation</vt:lpstr>
      <vt:lpstr>Learning Objectives</vt:lpstr>
      <vt:lpstr>Evolution to Competitive Integrated Employment (CIE)</vt:lpstr>
      <vt:lpstr>Minnesota Employment First Policy Statement  Olmstead Subcabinet, 2014</vt:lpstr>
      <vt:lpstr>Minnesota’s vision for Day Supports  DHS Policy Statement, 2023</vt:lpstr>
      <vt:lpstr>Minnesota’s vision for Day Services &amp; Employment  DHS Policy Statement, 2023</vt:lpstr>
      <vt:lpstr>Poll Question</vt:lpstr>
      <vt:lpstr>Poll Question</vt:lpstr>
      <vt:lpstr>Effective Leadership Means  Putting Knowledge into Action </vt:lpstr>
      <vt:lpstr> “Culture eats strategy for breakfast” ~ Peter Druckerr</vt:lpstr>
      <vt:lpstr>Group Discussions (15 minutes)</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in Community and Employment Serices</dc:title>
  <dc:creator>Karen Flippo</dc:creator>
  <cp:lastModifiedBy>Heather N Smith</cp:lastModifiedBy>
  <cp:revision>127</cp:revision>
  <dcterms:created xsi:type="dcterms:W3CDTF">2021-01-26T19:37:34Z</dcterms:created>
  <dcterms:modified xsi:type="dcterms:W3CDTF">2026-03-02T18:48:12Z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0x01010001B21FC9B7AC984AA00C441920861789</vt:lpwstr>
  </property>
  <property fmtid="{D5CDD505-2E9C-101B-9397-08002B2CF9AE}" pid="3" name="MediaServiceImageTags">
    <vt:lpwstr/>
  </property>
</Properties>
</file>