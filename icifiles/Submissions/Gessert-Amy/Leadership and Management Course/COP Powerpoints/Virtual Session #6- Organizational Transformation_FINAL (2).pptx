
<file path=[Content_Types].xml><?xml version="1.0" encoding="utf-8"?>
<Types xmlns="http://schemas.openxmlformats.org/package/2006/content-types">
  <Default Extension="eps" ContentType="image/ep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91" r:id="rId4"/>
    <p:sldMasterId id="2147483901" r:id="rId5"/>
  </p:sldMasterIdLst>
  <p:notesMasterIdLst>
    <p:notesMasterId r:id="rId18"/>
  </p:notesMasterIdLst>
  <p:sldIdLst>
    <p:sldId id="256" r:id="rId6"/>
    <p:sldId id="3561" r:id="rId7"/>
    <p:sldId id="3563" r:id="rId8"/>
    <p:sldId id="497" r:id="rId9"/>
    <p:sldId id="277" r:id="rId10"/>
    <p:sldId id="1311" r:id="rId11"/>
    <p:sldId id="1316" r:id="rId12"/>
    <p:sldId id="1314" r:id="rId13"/>
    <p:sldId id="518" r:id="rId14"/>
    <p:sldId id="1313" r:id="rId15"/>
    <p:sldId id="3564" r:id="rId16"/>
    <p:sldId id="50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3F384E5-CB3D-C24D-A06B-6FC5F0C85919}">
          <p14:sldIdLst>
            <p14:sldId id="256"/>
            <p14:sldId id="3561"/>
            <p14:sldId id="3563"/>
            <p14:sldId id="497"/>
            <p14:sldId id="277"/>
            <p14:sldId id="1311"/>
            <p14:sldId id="1316"/>
            <p14:sldId id="1314"/>
            <p14:sldId id="518"/>
            <p14:sldId id="1313"/>
          </p14:sldIdLst>
        </p14:section>
        <p14:section name="Untitled Section" id="{FB007EE1-944F-B142-BB6F-47E954C70203}">
          <p14:sldIdLst>
            <p14:sldId id="3564"/>
            <p14:sldId id="5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19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AFADDD-12F4-D899-F341-B2DD5F9862B6}" v="35" dt="2026-03-24T14:10:54.7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y C Gessert" userId="S::amy.gessert@umb.edu::959649af-45c5-487c-aa74-829e1b24d524" providerId="AD" clId="Web-{7EF28DAC-F7C0-1A36-8983-0353BD4A14C9}"/>
    <pc:docChg chg="addSld delSld modSld modSection">
      <pc:chgData name="Amy C Gessert" userId="S::amy.gessert@umb.edu::959649af-45c5-487c-aa74-829e1b24d524" providerId="AD" clId="Web-{7EF28DAC-F7C0-1A36-8983-0353BD4A14C9}" dt="2026-03-19T16:39:06.151" v="509"/>
      <pc:docMkLst>
        <pc:docMk/>
      </pc:docMkLst>
      <pc:sldChg chg="modNotes">
        <pc:chgData name="Amy C Gessert" userId="S::amy.gessert@umb.edu::959649af-45c5-487c-aa74-829e1b24d524" providerId="AD" clId="Web-{7EF28DAC-F7C0-1A36-8983-0353BD4A14C9}" dt="2026-03-19T16:24:01.493" v="73"/>
        <pc:sldMkLst>
          <pc:docMk/>
          <pc:sldMk cId="37739204" sldId="497"/>
        </pc:sldMkLst>
      </pc:sldChg>
      <pc:sldChg chg="modNotes">
        <pc:chgData name="Amy C Gessert" userId="S::amy.gessert@umb.edu::959649af-45c5-487c-aa74-829e1b24d524" providerId="AD" clId="Web-{7EF28DAC-F7C0-1A36-8983-0353BD4A14C9}" dt="2026-03-19T16:36:17.226" v="468"/>
        <pc:sldMkLst>
          <pc:docMk/>
          <pc:sldMk cId="1974461364" sldId="518"/>
        </pc:sldMkLst>
      </pc:sldChg>
      <pc:sldChg chg="modNotes">
        <pc:chgData name="Amy C Gessert" userId="S::amy.gessert@umb.edu::959649af-45c5-487c-aa74-829e1b24d524" providerId="AD" clId="Web-{7EF28DAC-F7C0-1A36-8983-0353BD4A14C9}" dt="2026-03-19T16:35:37.787" v="454"/>
        <pc:sldMkLst>
          <pc:docMk/>
          <pc:sldMk cId="4094430646" sldId="1314"/>
        </pc:sldMkLst>
      </pc:sldChg>
      <pc:sldChg chg="modNotes">
        <pc:chgData name="Amy C Gessert" userId="S::amy.gessert@umb.edu::959649af-45c5-487c-aa74-829e1b24d524" providerId="AD" clId="Web-{7EF28DAC-F7C0-1A36-8983-0353BD4A14C9}" dt="2026-03-19T16:34:08.567" v="436"/>
        <pc:sldMkLst>
          <pc:docMk/>
          <pc:sldMk cId="4256516768" sldId="1316"/>
        </pc:sldMkLst>
      </pc:sldChg>
      <pc:sldChg chg="modSp add replId">
        <pc:chgData name="Amy C Gessert" userId="S::amy.gessert@umb.edu::959649af-45c5-487c-aa74-829e1b24d524" providerId="AD" clId="Web-{7EF28DAC-F7C0-1A36-8983-0353BD4A14C9}" dt="2026-03-19T16:38:57.026" v="507" actId="20577"/>
        <pc:sldMkLst>
          <pc:docMk/>
          <pc:sldMk cId="634460393" sldId="3564"/>
        </pc:sldMkLst>
        <pc:spChg chg="mod">
          <ac:chgData name="Amy C Gessert" userId="S::amy.gessert@umb.edu::959649af-45c5-487c-aa74-829e1b24d524" providerId="AD" clId="Web-{7EF28DAC-F7C0-1A36-8983-0353BD4A14C9}" dt="2026-03-19T16:38:57.026" v="507" actId="20577"/>
          <ac:spMkLst>
            <pc:docMk/>
            <pc:sldMk cId="634460393" sldId="3564"/>
            <ac:spMk id="2" creationId="{EB3720F8-B8EF-B0E7-5081-90B4E6D37267}"/>
          </ac:spMkLst>
        </pc:spChg>
      </pc:sldChg>
    </pc:docChg>
  </pc:docChgLst>
  <pc:docChgLst>
    <pc:chgData name="Amy C Gessert" userId="S::amy.gessert@umb.edu::959649af-45c5-487c-aa74-829e1b24d524" providerId="AD" clId="Web-{6AAFADDD-12F4-D899-F341-B2DD5F9862B6}"/>
    <pc:docChg chg="modSld">
      <pc:chgData name="Amy C Gessert" userId="S::amy.gessert@umb.edu::959649af-45c5-487c-aa74-829e1b24d524" providerId="AD" clId="Web-{6AAFADDD-12F4-D899-F341-B2DD5F9862B6}" dt="2026-03-24T14:10:54.772" v="37" actId="20577"/>
      <pc:docMkLst>
        <pc:docMk/>
      </pc:docMkLst>
      <pc:sldChg chg="delSp modSp">
        <pc:chgData name="Amy C Gessert" userId="S::amy.gessert@umb.edu::959649af-45c5-487c-aa74-829e1b24d524" providerId="AD" clId="Web-{6AAFADDD-12F4-D899-F341-B2DD5F9862B6}" dt="2026-03-24T14:10:54.772" v="37" actId="20577"/>
        <pc:sldMkLst>
          <pc:docMk/>
          <pc:sldMk cId="1028640204" sldId="3561"/>
        </pc:sldMkLst>
        <pc:spChg chg="mod">
          <ac:chgData name="Amy C Gessert" userId="S::amy.gessert@umb.edu::959649af-45c5-487c-aa74-829e1b24d524" providerId="AD" clId="Web-{6AAFADDD-12F4-D899-F341-B2DD5F9862B6}" dt="2026-03-24T14:09:56.210" v="3" actId="20577"/>
          <ac:spMkLst>
            <pc:docMk/>
            <pc:sldMk cId="1028640204" sldId="3561"/>
            <ac:spMk id="3" creationId="{F93CBFB7-B18A-96C3-A257-3C717DEA0624}"/>
          </ac:spMkLst>
        </pc:spChg>
        <pc:spChg chg="mod">
          <ac:chgData name="Amy C Gessert" userId="S::amy.gessert@umb.edu::959649af-45c5-487c-aa74-829e1b24d524" providerId="AD" clId="Web-{6AAFADDD-12F4-D899-F341-B2DD5F9862B6}" dt="2026-03-24T14:10:54.772" v="37" actId="20577"/>
          <ac:spMkLst>
            <pc:docMk/>
            <pc:sldMk cId="1028640204" sldId="3561"/>
            <ac:spMk id="4" creationId="{B309A65F-16C4-90CC-E0A2-EF88A2B28B1A}"/>
          </ac:spMkLst>
        </pc:spChg>
        <pc:spChg chg="del">
          <ac:chgData name="Amy C Gessert" userId="S::amy.gessert@umb.edu::959649af-45c5-487c-aa74-829e1b24d524" providerId="AD" clId="Web-{6AAFADDD-12F4-D899-F341-B2DD5F9862B6}" dt="2026-03-24T14:10:32.710" v="30"/>
          <ac:spMkLst>
            <pc:docMk/>
            <pc:sldMk cId="1028640204" sldId="3561"/>
            <ac:spMk id="5" creationId="{6C9D6D19-0207-1B29-292F-2A4D74B97A77}"/>
          </ac:spMkLst>
        </pc:spChg>
        <pc:spChg chg="del">
          <ac:chgData name="Amy C Gessert" userId="S::amy.gessert@umb.edu::959649af-45c5-487c-aa74-829e1b24d524" providerId="AD" clId="Web-{6AAFADDD-12F4-D899-F341-B2DD5F9862B6}" dt="2026-03-24T14:10:34.851" v="31"/>
          <ac:spMkLst>
            <pc:docMk/>
            <pc:sldMk cId="1028640204" sldId="3561"/>
            <ac:spMk id="6" creationId="{3F63ADB6-E5E4-C942-3F69-B79EE8B9C653}"/>
          </ac:spMkLst>
        </pc:spChg>
      </pc:sldChg>
    </pc:docChg>
  </pc:docChgLst>
  <pc:docChgLst>
    <pc:chgData name="Amy C Gessert" userId="S::amy.gessert@umb.edu::959649af-45c5-487c-aa74-829e1b24d524" providerId="AD" clId="Web-{83D9410A-C3D0-46BA-2FBE-EFE8E1DF1ABC}"/>
    <pc:docChg chg="sldOrd">
      <pc:chgData name="Amy C Gessert" userId="S::amy.gessert@umb.edu::959649af-45c5-487c-aa74-829e1b24d524" providerId="AD" clId="Web-{83D9410A-C3D0-46BA-2FBE-EFE8E1DF1ABC}" dt="2026-03-19T19:32:27.678" v="0"/>
      <pc:docMkLst>
        <pc:docMk/>
      </pc:docMkLst>
      <pc:sldChg chg="ord">
        <pc:chgData name="Amy C Gessert" userId="S::amy.gessert@umb.edu::959649af-45c5-487c-aa74-829e1b24d524" providerId="AD" clId="Web-{83D9410A-C3D0-46BA-2FBE-EFE8E1DF1ABC}" dt="2026-03-19T19:32:27.678" v="0"/>
        <pc:sldMkLst>
          <pc:docMk/>
          <pc:sldMk cId="1974461364" sldId="518"/>
        </pc:sldMkLst>
      </pc:sldChg>
    </pc:docChg>
  </pc:docChgLst>
  <pc:docChgLst>
    <pc:chgData name="Amy C Gessert" userId="S::amy.gessert@umb.edu::959649af-45c5-487c-aa74-829e1b24d524" providerId="AD" clId="Web-{9E2633EB-308C-9003-A33B-B789F9CB78B1}"/>
    <pc:docChg chg="modSld">
      <pc:chgData name="Amy C Gessert" userId="S::amy.gessert@umb.edu::959649af-45c5-487c-aa74-829e1b24d524" providerId="AD" clId="Web-{9E2633EB-308C-9003-A33B-B789F9CB78B1}" dt="2026-03-20T15:35:59.303" v="103" actId="1076"/>
      <pc:docMkLst>
        <pc:docMk/>
      </pc:docMkLst>
      <pc:sldChg chg="addSp modSp">
        <pc:chgData name="Amy C Gessert" userId="S::amy.gessert@umb.edu::959649af-45c5-487c-aa74-829e1b24d524" providerId="AD" clId="Web-{9E2633EB-308C-9003-A33B-B789F9CB78B1}" dt="2026-03-20T15:35:59.303" v="103" actId="1076"/>
        <pc:sldMkLst>
          <pc:docMk/>
          <pc:sldMk cId="963525773" sldId="1313"/>
        </pc:sldMkLst>
        <pc:spChg chg="mod">
          <ac:chgData name="Amy C Gessert" userId="S::amy.gessert@umb.edu::959649af-45c5-487c-aa74-829e1b24d524" providerId="AD" clId="Web-{9E2633EB-308C-9003-A33B-B789F9CB78B1}" dt="2026-03-20T15:35:22.677" v="95" actId="14100"/>
          <ac:spMkLst>
            <pc:docMk/>
            <pc:sldMk cId="963525773" sldId="1313"/>
            <ac:spMk id="3" creationId="{DACE1CFC-D551-C181-34BC-0080E785F832}"/>
          </ac:spMkLst>
        </pc:spChg>
        <pc:picChg chg="add mod modCrop">
          <ac:chgData name="Amy C Gessert" userId="S::amy.gessert@umb.edu::959649af-45c5-487c-aa74-829e1b24d524" providerId="AD" clId="Web-{9E2633EB-308C-9003-A33B-B789F9CB78B1}" dt="2026-03-20T15:35:59.303" v="103" actId="1076"/>
          <ac:picMkLst>
            <pc:docMk/>
            <pc:sldMk cId="963525773" sldId="1313"/>
            <ac:picMk id="5" creationId="{57D13DC0-06DA-58D1-CC0C-F7866930F524}"/>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EB54D7-D621-483C-A84E-6074B50A7E1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E37FE82-56B3-4E38-88DE-5F5FF17D72D7}">
      <dgm:prSet/>
      <dgm:spPr/>
      <dgm:t>
        <a:bodyPr/>
        <a:lstStyle/>
        <a:p>
          <a:r>
            <a:rPr lang="en-US" dirty="0"/>
            <a:t>Course Modules:</a:t>
          </a:r>
        </a:p>
      </dgm:t>
    </dgm:pt>
    <dgm:pt modelId="{56706AFB-E480-41CF-9AD8-93423A8C7D55}" type="parTrans" cxnId="{366C4709-87C0-40AC-B78D-F4B81E505048}">
      <dgm:prSet/>
      <dgm:spPr/>
      <dgm:t>
        <a:bodyPr/>
        <a:lstStyle/>
        <a:p>
          <a:endParaRPr lang="en-US"/>
        </a:p>
      </dgm:t>
    </dgm:pt>
    <dgm:pt modelId="{380805CD-38AA-40E9-BA47-93249C489930}" type="sibTrans" cxnId="{366C4709-87C0-40AC-B78D-F4B81E505048}">
      <dgm:prSet/>
      <dgm:spPr/>
      <dgm:t>
        <a:bodyPr/>
        <a:lstStyle/>
        <a:p>
          <a:endParaRPr lang="en-US"/>
        </a:p>
      </dgm:t>
    </dgm:pt>
    <dgm:pt modelId="{2CC3325D-F26F-4169-A8F2-E9724DD9BF3E}">
      <dgm:prSet custT="1"/>
      <dgm:spPr/>
      <dgm:t>
        <a:bodyPr/>
        <a:lstStyle/>
        <a:p>
          <a:pPr rtl="0"/>
          <a:r>
            <a:rPr lang="en-US" sz="2200" dirty="0">
              <a:latin typeface="Calibri Light" panose="020F0302020204030204"/>
            </a:rPr>
            <a:t>#1: </a:t>
          </a:r>
          <a:r>
            <a:rPr lang="en-US" sz="2400" dirty="0">
              <a:latin typeface="Calibri Light" panose="020F0302020204030204"/>
            </a:rPr>
            <a:t>Course Orientation</a:t>
          </a:r>
          <a:endParaRPr lang="en-US" sz="2400" dirty="0"/>
        </a:p>
      </dgm:t>
    </dgm:pt>
    <dgm:pt modelId="{9F603017-AB6C-41A1-8370-359C4BAC0CDC}" type="parTrans" cxnId="{2040243A-CCBA-46F9-84AC-C440FEC0FABB}">
      <dgm:prSet/>
      <dgm:spPr/>
      <dgm:t>
        <a:bodyPr/>
        <a:lstStyle/>
        <a:p>
          <a:endParaRPr lang="en-US"/>
        </a:p>
      </dgm:t>
    </dgm:pt>
    <dgm:pt modelId="{7FB06108-F248-494E-9927-E529CB72C1A3}" type="sibTrans" cxnId="{2040243A-CCBA-46F9-84AC-C440FEC0FABB}">
      <dgm:prSet/>
      <dgm:spPr/>
      <dgm:t>
        <a:bodyPr/>
        <a:lstStyle/>
        <a:p>
          <a:endParaRPr lang="en-US"/>
        </a:p>
      </dgm:t>
    </dgm:pt>
    <dgm:pt modelId="{14A7E1AD-2AF7-45A4-8820-BB21B55E80B3}">
      <dgm:prSet custT="1"/>
      <dgm:spPr/>
      <dgm:t>
        <a:bodyPr/>
        <a:lstStyle/>
        <a:p>
          <a:pPr rtl="0"/>
          <a:r>
            <a:rPr lang="en-US" sz="2200" dirty="0">
              <a:latin typeface="Calibri Light" panose="020F0302020204030204"/>
            </a:rPr>
            <a:t>#2</a:t>
          </a:r>
          <a:r>
            <a:rPr lang="en-US" sz="2400" dirty="0">
              <a:latin typeface="Calibri Light" panose="020F0302020204030204"/>
            </a:rPr>
            <a:t>: Leadership</a:t>
          </a:r>
          <a:endParaRPr lang="en-US" sz="2400" dirty="0"/>
        </a:p>
      </dgm:t>
    </dgm:pt>
    <dgm:pt modelId="{17C9D00A-B296-4759-9DA6-F7B2D6755959}" type="parTrans" cxnId="{0A7EEEC7-D7C0-49BA-B739-32F518706FC7}">
      <dgm:prSet/>
      <dgm:spPr/>
      <dgm:t>
        <a:bodyPr/>
        <a:lstStyle/>
        <a:p>
          <a:endParaRPr lang="en-US"/>
        </a:p>
      </dgm:t>
    </dgm:pt>
    <dgm:pt modelId="{15B74401-03F9-405F-A3DD-DAFB79E4FF58}" type="sibTrans" cxnId="{0A7EEEC7-D7C0-49BA-B739-32F518706FC7}">
      <dgm:prSet/>
      <dgm:spPr/>
      <dgm:t>
        <a:bodyPr/>
        <a:lstStyle/>
        <a:p>
          <a:endParaRPr lang="en-US"/>
        </a:p>
      </dgm:t>
    </dgm:pt>
    <dgm:pt modelId="{085967A5-ED1D-4EBA-9005-7D51DCECA4E9}">
      <dgm:prSet custT="1"/>
      <dgm:spPr/>
      <dgm:t>
        <a:bodyPr/>
        <a:lstStyle/>
        <a:p>
          <a:pPr rtl="0"/>
          <a:r>
            <a:rPr lang="en-US" sz="2200" dirty="0">
              <a:latin typeface="Calibri Light" panose="020F0302020204030204"/>
            </a:rPr>
            <a:t>#3: </a:t>
          </a:r>
          <a:r>
            <a:rPr lang="en-US" sz="2400" dirty="0">
              <a:latin typeface="Calibri Light" panose="020F0302020204030204"/>
            </a:rPr>
            <a:t>Federal &amp; State Policy</a:t>
          </a:r>
          <a:endParaRPr lang="en-US" sz="2400" dirty="0"/>
        </a:p>
      </dgm:t>
    </dgm:pt>
    <dgm:pt modelId="{36C3DF61-826E-4171-BE3E-FD9A86745338}" type="parTrans" cxnId="{1309E725-CC5E-4132-84A8-BF2AA161CB98}">
      <dgm:prSet/>
      <dgm:spPr/>
      <dgm:t>
        <a:bodyPr/>
        <a:lstStyle/>
        <a:p>
          <a:endParaRPr lang="en-US"/>
        </a:p>
      </dgm:t>
    </dgm:pt>
    <dgm:pt modelId="{49A8EB24-0A6A-4DE2-8CD1-52FD2EAC7C77}" type="sibTrans" cxnId="{1309E725-CC5E-4132-84A8-BF2AA161CB98}">
      <dgm:prSet/>
      <dgm:spPr/>
      <dgm:t>
        <a:bodyPr/>
        <a:lstStyle/>
        <a:p>
          <a:endParaRPr lang="en-US"/>
        </a:p>
      </dgm:t>
    </dgm:pt>
    <dgm:pt modelId="{F7169AE5-6A52-44B5-960C-5CB238FCB3AF}">
      <dgm:prSet custT="1"/>
      <dgm:spPr/>
      <dgm:t>
        <a:bodyPr/>
        <a:lstStyle/>
        <a:p>
          <a:pPr rtl="0"/>
          <a:r>
            <a:rPr lang="en-US" sz="2500" dirty="0">
              <a:latin typeface="Calibri Light" panose="020F0302020204030204"/>
            </a:rPr>
            <a:t>#4: </a:t>
          </a:r>
          <a:r>
            <a:rPr lang="en-US" sz="2400" dirty="0">
              <a:latin typeface="Calibri Light" panose="020F0302020204030204"/>
            </a:rPr>
            <a:t>Aligning Mission, Vision and Values with Resources</a:t>
          </a:r>
          <a:endParaRPr lang="en-US" sz="2400" dirty="0"/>
        </a:p>
      </dgm:t>
    </dgm:pt>
    <dgm:pt modelId="{0F58CACE-73C4-4F24-959A-092D3DA1CCD8}" type="parTrans" cxnId="{FF5A95AB-2B87-428B-AA57-0EC1FF16D6D9}">
      <dgm:prSet/>
      <dgm:spPr/>
      <dgm:t>
        <a:bodyPr/>
        <a:lstStyle/>
        <a:p>
          <a:endParaRPr lang="en-US"/>
        </a:p>
      </dgm:t>
    </dgm:pt>
    <dgm:pt modelId="{5DF89232-F171-4899-B941-DEE49094AF51}" type="sibTrans" cxnId="{FF5A95AB-2B87-428B-AA57-0EC1FF16D6D9}">
      <dgm:prSet/>
      <dgm:spPr/>
      <dgm:t>
        <a:bodyPr/>
        <a:lstStyle/>
        <a:p>
          <a:endParaRPr lang="en-US"/>
        </a:p>
      </dgm:t>
    </dgm:pt>
    <dgm:pt modelId="{C42E9AED-CD48-4910-95F9-12030A6D1FC3}">
      <dgm:prSet custT="1"/>
      <dgm:spPr/>
      <dgm:t>
        <a:bodyPr/>
        <a:lstStyle/>
        <a:p>
          <a:pPr rtl="0"/>
          <a:r>
            <a:rPr lang="en-US" sz="2500" dirty="0">
              <a:latin typeface="Calibri Light" panose="020F0302020204030204"/>
            </a:rPr>
            <a:t>#5: </a:t>
          </a:r>
          <a:r>
            <a:rPr lang="en-US" sz="2400" dirty="0">
              <a:latin typeface="Calibri Light" panose="020F0302020204030204"/>
            </a:rPr>
            <a:t>Best Practices in Employment &amp; Day Services</a:t>
          </a:r>
          <a:endParaRPr lang="en-US" sz="2400" dirty="0"/>
        </a:p>
      </dgm:t>
    </dgm:pt>
    <dgm:pt modelId="{5CBD10CB-050E-46D3-A1AF-88A5DB69B196}" type="parTrans" cxnId="{559E8641-E56D-4934-960F-10E35B73DA58}">
      <dgm:prSet/>
      <dgm:spPr/>
      <dgm:t>
        <a:bodyPr/>
        <a:lstStyle/>
        <a:p>
          <a:endParaRPr lang="en-US"/>
        </a:p>
      </dgm:t>
    </dgm:pt>
    <dgm:pt modelId="{54D077E8-9E81-4DD3-908B-88AAD500F035}" type="sibTrans" cxnId="{559E8641-E56D-4934-960F-10E35B73DA58}">
      <dgm:prSet/>
      <dgm:spPr/>
      <dgm:t>
        <a:bodyPr/>
        <a:lstStyle/>
        <a:p>
          <a:endParaRPr lang="en-US"/>
        </a:p>
      </dgm:t>
    </dgm:pt>
    <dgm:pt modelId="{E19FB72E-CA60-4CE7-98BA-98B7EB7D7C61}">
      <dgm:prSet custT="1"/>
      <dgm:spPr/>
      <dgm:t>
        <a:bodyPr/>
        <a:lstStyle/>
        <a:p>
          <a:pPr rtl="0"/>
          <a:r>
            <a:rPr lang="en-US" sz="2500" dirty="0">
              <a:latin typeface="Calibri Light" panose="020F0302020204030204"/>
            </a:rPr>
            <a:t>#6: Organizational </a:t>
          </a:r>
          <a:r>
            <a:rPr lang="en-US" sz="2400" dirty="0">
              <a:latin typeface="Calibri Light" panose="020F0302020204030204"/>
            </a:rPr>
            <a:t>Transformation (change)</a:t>
          </a:r>
          <a:endParaRPr lang="en-US" sz="2400" dirty="0"/>
        </a:p>
      </dgm:t>
    </dgm:pt>
    <dgm:pt modelId="{A809591A-D3C2-4531-BBC1-3EDAE659FF06}" type="parTrans" cxnId="{70718F7A-31A0-44D9-9607-D2671F219546}">
      <dgm:prSet/>
      <dgm:spPr/>
      <dgm:t>
        <a:bodyPr/>
        <a:lstStyle/>
        <a:p>
          <a:endParaRPr lang="en-US"/>
        </a:p>
      </dgm:t>
    </dgm:pt>
    <dgm:pt modelId="{C4B282E2-4EB6-4AF9-8B3E-6F015A6CBC55}" type="sibTrans" cxnId="{70718F7A-31A0-44D9-9607-D2671F219546}">
      <dgm:prSet/>
      <dgm:spPr/>
      <dgm:t>
        <a:bodyPr/>
        <a:lstStyle/>
        <a:p>
          <a:endParaRPr lang="en-US"/>
        </a:p>
      </dgm:t>
    </dgm:pt>
    <dgm:pt modelId="{97695662-BAF3-4E1F-8297-856421E58B48}">
      <dgm:prSet custT="1"/>
      <dgm:spPr/>
      <dgm:t>
        <a:bodyPr/>
        <a:lstStyle/>
        <a:p>
          <a:pPr rtl="0"/>
          <a:r>
            <a:rPr lang="en-US" sz="2500" dirty="0">
              <a:latin typeface="Calibri Light" panose="020F0302020204030204"/>
            </a:rPr>
            <a:t>#7: </a:t>
          </a:r>
          <a:r>
            <a:rPr lang="en-US" sz="2400" dirty="0">
              <a:latin typeface="Calibri Light" panose="020F0302020204030204"/>
            </a:rPr>
            <a:t>Managing Through Change</a:t>
          </a:r>
          <a:endParaRPr lang="en-US" sz="2400" dirty="0"/>
        </a:p>
      </dgm:t>
    </dgm:pt>
    <dgm:pt modelId="{E1093A03-81D7-485A-BA2D-C079441AE6D3}" type="parTrans" cxnId="{727D08C6-5296-4532-8DFF-674B86CDBA42}">
      <dgm:prSet/>
      <dgm:spPr/>
      <dgm:t>
        <a:bodyPr/>
        <a:lstStyle/>
        <a:p>
          <a:endParaRPr lang="en-US"/>
        </a:p>
      </dgm:t>
    </dgm:pt>
    <dgm:pt modelId="{509960BB-4DBE-45D0-9B35-6890D22B38E4}" type="sibTrans" cxnId="{727D08C6-5296-4532-8DFF-674B86CDBA42}">
      <dgm:prSet/>
      <dgm:spPr/>
      <dgm:t>
        <a:bodyPr/>
        <a:lstStyle/>
        <a:p>
          <a:endParaRPr lang="en-US"/>
        </a:p>
      </dgm:t>
    </dgm:pt>
    <dgm:pt modelId="{F108ABD9-A924-4BB7-BFF2-605D8C1FF3FA}">
      <dgm:prSet custT="1"/>
      <dgm:spPr/>
      <dgm:t>
        <a:bodyPr/>
        <a:lstStyle/>
        <a:p>
          <a:pPr rtl="0"/>
          <a:r>
            <a:rPr lang="en-US" sz="2500" dirty="0">
              <a:latin typeface="Calibri Light" panose="020F0302020204030204"/>
            </a:rPr>
            <a:t>#8: </a:t>
          </a:r>
          <a:r>
            <a:rPr lang="en-US" sz="2400" dirty="0">
              <a:latin typeface="Calibri Light" panose="020F0302020204030204"/>
            </a:rPr>
            <a:t>Creating Systems for Quality Improvement</a:t>
          </a:r>
          <a:endParaRPr lang="en-US" sz="2400" dirty="0"/>
        </a:p>
      </dgm:t>
    </dgm:pt>
    <dgm:pt modelId="{ABFB948A-EBA6-466A-A7F3-A0B3B9605F80}" type="parTrans" cxnId="{C7EADB62-3832-425A-98E4-844FEA4DE3A4}">
      <dgm:prSet/>
      <dgm:spPr/>
      <dgm:t>
        <a:bodyPr/>
        <a:lstStyle/>
        <a:p>
          <a:endParaRPr lang="en-US"/>
        </a:p>
      </dgm:t>
    </dgm:pt>
    <dgm:pt modelId="{279F1544-58CD-4866-9D40-76552FD05F3D}" type="sibTrans" cxnId="{C7EADB62-3832-425A-98E4-844FEA4DE3A4}">
      <dgm:prSet/>
      <dgm:spPr/>
      <dgm:t>
        <a:bodyPr/>
        <a:lstStyle/>
        <a:p>
          <a:endParaRPr lang="en-US"/>
        </a:p>
      </dgm:t>
    </dgm:pt>
    <dgm:pt modelId="{370C5362-52EE-4A65-BD5B-6E96E1C312CA}" type="pres">
      <dgm:prSet presAssocID="{EDEB54D7-D621-483C-A84E-6074B50A7E19}" presName="vert0" presStyleCnt="0">
        <dgm:presLayoutVars>
          <dgm:dir/>
          <dgm:animOne val="branch"/>
          <dgm:animLvl val="lvl"/>
        </dgm:presLayoutVars>
      </dgm:prSet>
      <dgm:spPr/>
    </dgm:pt>
    <dgm:pt modelId="{71A6FFB3-8E4E-4E97-910C-C4CE9E85E9B5}" type="pres">
      <dgm:prSet presAssocID="{AE37FE82-56B3-4E38-88DE-5F5FF17D72D7}" presName="thickLine" presStyleLbl="alignNode1" presStyleIdx="0" presStyleCnt="1"/>
      <dgm:spPr/>
    </dgm:pt>
    <dgm:pt modelId="{27545458-E6AE-4EE5-B013-79572758E3B1}" type="pres">
      <dgm:prSet presAssocID="{AE37FE82-56B3-4E38-88DE-5F5FF17D72D7}" presName="horz1" presStyleCnt="0"/>
      <dgm:spPr/>
    </dgm:pt>
    <dgm:pt modelId="{5A8621F6-F0DF-4D30-B852-0D804578573A}" type="pres">
      <dgm:prSet presAssocID="{AE37FE82-56B3-4E38-88DE-5F5FF17D72D7}" presName="tx1" presStyleLbl="revTx" presStyleIdx="0" presStyleCnt="9"/>
      <dgm:spPr/>
    </dgm:pt>
    <dgm:pt modelId="{6C11AFC2-EC79-4BB8-A8DD-3A0AEA41D99F}" type="pres">
      <dgm:prSet presAssocID="{AE37FE82-56B3-4E38-88DE-5F5FF17D72D7}" presName="vert1" presStyleCnt="0"/>
      <dgm:spPr/>
    </dgm:pt>
    <dgm:pt modelId="{E9D7CAF6-93FB-4827-9C0B-822C03D798C1}" type="pres">
      <dgm:prSet presAssocID="{2CC3325D-F26F-4169-A8F2-E9724DD9BF3E}" presName="vertSpace2a" presStyleCnt="0"/>
      <dgm:spPr/>
    </dgm:pt>
    <dgm:pt modelId="{7950C0E4-6CCC-4231-981A-55D246474F65}" type="pres">
      <dgm:prSet presAssocID="{2CC3325D-F26F-4169-A8F2-E9724DD9BF3E}" presName="horz2" presStyleCnt="0"/>
      <dgm:spPr/>
    </dgm:pt>
    <dgm:pt modelId="{CA02B8A8-2BE4-49D4-8B4E-E186CC6CC69F}" type="pres">
      <dgm:prSet presAssocID="{2CC3325D-F26F-4169-A8F2-E9724DD9BF3E}" presName="horzSpace2" presStyleCnt="0"/>
      <dgm:spPr/>
    </dgm:pt>
    <dgm:pt modelId="{C5AD1EBC-771A-4521-9948-1B7625793B5E}" type="pres">
      <dgm:prSet presAssocID="{2CC3325D-F26F-4169-A8F2-E9724DD9BF3E}" presName="tx2" presStyleLbl="revTx" presStyleIdx="1" presStyleCnt="9"/>
      <dgm:spPr/>
    </dgm:pt>
    <dgm:pt modelId="{297F4D50-2455-415F-88C7-7FE529E5B2AC}" type="pres">
      <dgm:prSet presAssocID="{2CC3325D-F26F-4169-A8F2-E9724DD9BF3E}" presName="vert2" presStyleCnt="0"/>
      <dgm:spPr/>
    </dgm:pt>
    <dgm:pt modelId="{E43311EA-4DCE-488B-90E1-3B4D700F7498}" type="pres">
      <dgm:prSet presAssocID="{2CC3325D-F26F-4169-A8F2-E9724DD9BF3E}" presName="thinLine2b" presStyleLbl="callout" presStyleIdx="0" presStyleCnt="8"/>
      <dgm:spPr/>
    </dgm:pt>
    <dgm:pt modelId="{E58777EE-98EC-4652-8C24-FA72D0FEEA4C}" type="pres">
      <dgm:prSet presAssocID="{2CC3325D-F26F-4169-A8F2-E9724DD9BF3E}" presName="vertSpace2b" presStyleCnt="0"/>
      <dgm:spPr/>
    </dgm:pt>
    <dgm:pt modelId="{C1E2EA42-1E0B-4024-BD05-CF4059DA9E26}" type="pres">
      <dgm:prSet presAssocID="{14A7E1AD-2AF7-45A4-8820-BB21B55E80B3}" presName="horz2" presStyleCnt="0"/>
      <dgm:spPr/>
    </dgm:pt>
    <dgm:pt modelId="{75F0EB88-1B35-48A0-96ED-D5EBD92C108E}" type="pres">
      <dgm:prSet presAssocID="{14A7E1AD-2AF7-45A4-8820-BB21B55E80B3}" presName="horzSpace2" presStyleCnt="0"/>
      <dgm:spPr/>
    </dgm:pt>
    <dgm:pt modelId="{DF88638A-DF95-4A29-BEC7-71D9DC124D5D}" type="pres">
      <dgm:prSet presAssocID="{14A7E1AD-2AF7-45A4-8820-BB21B55E80B3}" presName="tx2" presStyleLbl="revTx" presStyleIdx="2" presStyleCnt="9"/>
      <dgm:spPr/>
    </dgm:pt>
    <dgm:pt modelId="{FE7E1F30-E6DB-404F-B1E7-DEE869C51ACB}" type="pres">
      <dgm:prSet presAssocID="{14A7E1AD-2AF7-45A4-8820-BB21B55E80B3}" presName="vert2" presStyleCnt="0"/>
      <dgm:spPr/>
    </dgm:pt>
    <dgm:pt modelId="{A3AA8138-E6E3-4901-B40F-AE22A8B80BDC}" type="pres">
      <dgm:prSet presAssocID="{14A7E1AD-2AF7-45A4-8820-BB21B55E80B3}" presName="thinLine2b" presStyleLbl="callout" presStyleIdx="1" presStyleCnt="8"/>
      <dgm:spPr/>
    </dgm:pt>
    <dgm:pt modelId="{FA25DA58-C114-48B4-A758-A4FEC190B55E}" type="pres">
      <dgm:prSet presAssocID="{14A7E1AD-2AF7-45A4-8820-BB21B55E80B3}" presName="vertSpace2b" presStyleCnt="0"/>
      <dgm:spPr/>
    </dgm:pt>
    <dgm:pt modelId="{A33F0341-0C1A-4ABF-84D8-ADC88E4F2B8F}" type="pres">
      <dgm:prSet presAssocID="{085967A5-ED1D-4EBA-9005-7D51DCECA4E9}" presName="horz2" presStyleCnt="0"/>
      <dgm:spPr/>
    </dgm:pt>
    <dgm:pt modelId="{359547D2-7764-4AD8-ACA6-AD7F3ACC2536}" type="pres">
      <dgm:prSet presAssocID="{085967A5-ED1D-4EBA-9005-7D51DCECA4E9}" presName="horzSpace2" presStyleCnt="0"/>
      <dgm:spPr/>
    </dgm:pt>
    <dgm:pt modelId="{8BF7B697-25E5-4012-9002-E1FDD58BE25E}" type="pres">
      <dgm:prSet presAssocID="{085967A5-ED1D-4EBA-9005-7D51DCECA4E9}" presName="tx2" presStyleLbl="revTx" presStyleIdx="3" presStyleCnt="9"/>
      <dgm:spPr/>
    </dgm:pt>
    <dgm:pt modelId="{5154C1F5-B1B1-4788-8250-34D36A850B97}" type="pres">
      <dgm:prSet presAssocID="{085967A5-ED1D-4EBA-9005-7D51DCECA4E9}" presName="vert2" presStyleCnt="0"/>
      <dgm:spPr/>
    </dgm:pt>
    <dgm:pt modelId="{9298CD09-4D7B-4D86-A0BE-EEB62C682110}" type="pres">
      <dgm:prSet presAssocID="{085967A5-ED1D-4EBA-9005-7D51DCECA4E9}" presName="thinLine2b" presStyleLbl="callout" presStyleIdx="2" presStyleCnt="8"/>
      <dgm:spPr/>
    </dgm:pt>
    <dgm:pt modelId="{9779F477-60AB-4537-86C1-5AA9E51F9703}" type="pres">
      <dgm:prSet presAssocID="{085967A5-ED1D-4EBA-9005-7D51DCECA4E9}" presName="vertSpace2b" presStyleCnt="0"/>
      <dgm:spPr/>
    </dgm:pt>
    <dgm:pt modelId="{501BF210-7C45-41B3-8085-D3D5F944CF4B}" type="pres">
      <dgm:prSet presAssocID="{F7169AE5-6A52-44B5-960C-5CB238FCB3AF}" presName="horz2" presStyleCnt="0"/>
      <dgm:spPr/>
    </dgm:pt>
    <dgm:pt modelId="{360FBA9D-6A30-4772-90BB-A1C6B3B03D43}" type="pres">
      <dgm:prSet presAssocID="{F7169AE5-6A52-44B5-960C-5CB238FCB3AF}" presName="horzSpace2" presStyleCnt="0"/>
      <dgm:spPr/>
    </dgm:pt>
    <dgm:pt modelId="{DC97B774-ED6A-4A03-AEBF-E0292D3FDE3C}" type="pres">
      <dgm:prSet presAssocID="{F7169AE5-6A52-44B5-960C-5CB238FCB3AF}" presName="tx2" presStyleLbl="revTx" presStyleIdx="4" presStyleCnt="9"/>
      <dgm:spPr/>
    </dgm:pt>
    <dgm:pt modelId="{E2FAE91C-6539-46F2-A2FD-EA5BDB92FD7E}" type="pres">
      <dgm:prSet presAssocID="{F7169AE5-6A52-44B5-960C-5CB238FCB3AF}" presName="vert2" presStyleCnt="0"/>
      <dgm:spPr/>
    </dgm:pt>
    <dgm:pt modelId="{5BC40D12-9011-433A-A04B-9BCA131DBE28}" type="pres">
      <dgm:prSet presAssocID="{F7169AE5-6A52-44B5-960C-5CB238FCB3AF}" presName="thinLine2b" presStyleLbl="callout" presStyleIdx="3" presStyleCnt="8"/>
      <dgm:spPr/>
    </dgm:pt>
    <dgm:pt modelId="{6F772D7D-4981-43DD-9D9A-5D529C1D48FA}" type="pres">
      <dgm:prSet presAssocID="{F7169AE5-6A52-44B5-960C-5CB238FCB3AF}" presName="vertSpace2b" presStyleCnt="0"/>
      <dgm:spPr/>
    </dgm:pt>
    <dgm:pt modelId="{B66C60BA-E89F-4CB3-BFBA-9895F9DF138E}" type="pres">
      <dgm:prSet presAssocID="{C42E9AED-CD48-4910-95F9-12030A6D1FC3}" presName="horz2" presStyleCnt="0"/>
      <dgm:spPr/>
    </dgm:pt>
    <dgm:pt modelId="{74D00BD3-1DAB-4F77-98F8-081289B8DE9B}" type="pres">
      <dgm:prSet presAssocID="{C42E9AED-CD48-4910-95F9-12030A6D1FC3}" presName="horzSpace2" presStyleCnt="0"/>
      <dgm:spPr/>
    </dgm:pt>
    <dgm:pt modelId="{F4A29DCF-D071-4E47-8BDD-A2005B33D97A}" type="pres">
      <dgm:prSet presAssocID="{C42E9AED-CD48-4910-95F9-12030A6D1FC3}" presName="tx2" presStyleLbl="revTx" presStyleIdx="5" presStyleCnt="9"/>
      <dgm:spPr/>
    </dgm:pt>
    <dgm:pt modelId="{00C7C469-9C8C-420D-800E-B58112412F15}" type="pres">
      <dgm:prSet presAssocID="{C42E9AED-CD48-4910-95F9-12030A6D1FC3}" presName="vert2" presStyleCnt="0"/>
      <dgm:spPr/>
    </dgm:pt>
    <dgm:pt modelId="{FEB5D30D-6345-4889-942B-10DA9BBA28B5}" type="pres">
      <dgm:prSet presAssocID="{C42E9AED-CD48-4910-95F9-12030A6D1FC3}" presName="thinLine2b" presStyleLbl="callout" presStyleIdx="4" presStyleCnt="8"/>
      <dgm:spPr/>
    </dgm:pt>
    <dgm:pt modelId="{A0C70EDB-F19B-421E-AF59-076ED368725F}" type="pres">
      <dgm:prSet presAssocID="{C42E9AED-CD48-4910-95F9-12030A6D1FC3}" presName="vertSpace2b" presStyleCnt="0"/>
      <dgm:spPr/>
    </dgm:pt>
    <dgm:pt modelId="{D0FD235A-D80F-4E37-83D7-431143692211}" type="pres">
      <dgm:prSet presAssocID="{E19FB72E-CA60-4CE7-98BA-98B7EB7D7C61}" presName="horz2" presStyleCnt="0"/>
      <dgm:spPr/>
    </dgm:pt>
    <dgm:pt modelId="{22CBC0D1-0130-42D6-B313-8BEB42A6D999}" type="pres">
      <dgm:prSet presAssocID="{E19FB72E-CA60-4CE7-98BA-98B7EB7D7C61}" presName="horzSpace2" presStyleCnt="0"/>
      <dgm:spPr/>
    </dgm:pt>
    <dgm:pt modelId="{5500D156-BE92-45ED-B514-3C35D130B940}" type="pres">
      <dgm:prSet presAssocID="{E19FB72E-CA60-4CE7-98BA-98B7EB7D7C61}" presName="tx2" presStyleLbl="revTx" presStyleIdx="6" presStyleCnt="9"/>
      <dgm:spPr/>
    </dgm:pt>
    <dgm:pt modelId="{17442750-B26B-4AC8-97B6-EB158226363F}" type="pres">
      <dgm:prSet presAssocID="{E19FB72E-CA60-4CE7-98BA-98B7EB7D7C61}" presName="vert2" presStyleCnt="0"/>
      <dgm:spPr/>
    </dgm:pt>
    <dgm:pt modelId="{31EE367D-11F2-4896-AE78-A89224D35716}" type="pres">
      <dgm:prSet presAssocID="{E19FB72E-CA60-4CE7-98BA-98B7EB7D7C61}" presName="thinLine2b" presStyleLbl="callout" presStyleIdx="5" presStyleCnt="8"/>
      <dgm:spPr/>
    </dgm:pt>
    <dgm:pt modelId="{A7241EE9-0E53-47C3-9691-38582D3634C4}" type="pres">
      <dgm:prSet presAssocID="{E19FB72E-CA60-4CE7-98BA-98B7EB7D7C61}" presName="vertSpace2b" presStyleCnt="0"/>
      <dgm:spPr/>
    </dgm:pt>
    <dgm:pt modelId="{A04C08B5-13F5-42B2-B572-E371F7DDA2F6}" type="pres">
      <dgm:prSet presAssocID="{97695662-BAF3-4E1F-8297-856421E58B48}" presName="horz2" presStyleCnt="0"/>
      <dgm:spPr/>
    </dgm:pt>
    <dgm:pt modelId="{163EE321-C741-40A2-965E-E0B0159235CE}" type="pres">
      <dgm:prSet presAssocID="{97695662-BAF3-4E1F-8297-856421E58B48}" presName="horzSpace2" presStyleCnt="0"/>
      <dgm:spPr/>
    </dgm:pt>
    <dgm:pt modelId="{07C958B4-D4CB-4F2C-ACA7-9FC2252BB31B}" type="pres">
      <dgm:prSet presAssocID="{97695662-BAF3-4E1F-8297-856421E58B48}" presName="tx2" presStyleLbl="revTx" presStyleIdx="7" presStyleCnt="9"/>
      <dgm:spPr/>
    </dgm:pt>
    <dgm:pt modelId="{4358DD4F-1AF4-4E4A-8C5E-9BC47ACC5CA3}" type="pres">
      <dgm:prSet presAssocID="{97695662-BAF3-4E1F-8297-856421E58B48}" presName="vert2" presStyleCnt="0"/>
      <dgm:spPr/>
    </dgm:pt>
    <dgm:pt modelId="{673488E1-7417-4C5A-91C8-59E80D8BEF85}" type="pres">
      <dgm:prSet presAssocID="{97695662-BAF3-4E1F-8297-856421E58B48}" presName="thinLine2b" presStyleLbl="callout" presStyleIdx="6" presStyleCnt="8"/>
      <dgm:spPr/>
    </dgm:pt>
    <dgm:pt modelId="{770E0B5B-F499-4354-B3C5-957D7426A058}" type="pres">
      <dgm:prSet presAssocID="{97695662-BAF3-4E1F-8297-856421E58B48}" presName="vertSpace2b" presStyleCnt="0"/>
      <dgm:spPr/>
    </dgm:pt>
    <dgm:pt modelId="{EF81F41C-FA12-4F87-BB94-85DA5569CC8A}" type="pres">
      <dgm:prSet presAssocID="{F108ABD9-A924-4BB7-BFF2-605D8C1FF3FA}" presName="horz2" presStyleCnt="0"/>
      <dgm:spPr/>
    </dgm:pt>
    <dgm:pt modelId="{3F966176-B381-47D0-8823-428D8C106C8B}" type="pres">
      <dgm:prSet presAssocID="{F108ABD9-A924-4BB7-BFF2-605D8C1FF3FA}" presName="horzSpace2" presStyleCnt="0"/>
      <dgm:spPr/>
    </dgm:pt>
    <dgm:pt modelId="{7A75A819-A64D-4F4D-96D8-B22078B63A4C}" type="pres">
      <dgm:prSet presAssocID="{F108ABD9-A924-4BB7-BFF2-605D8C1FF3FA}" presName="tx2" presStyleLbl="revTx" presStyleIdx="8" presStyleCnt="9"/>
      <dgm:spPr/>
    </dgm:pt>
    <dgm:pt modelId="{486DA54C-0039-4953-8C22-B5576B39F59C}" type="pres">
      <dgm:prSet presAssocID="{F108ABD9-A924-4BB7-BFF2-605D8C1FF3FA}" presName="vert2" presStyleCnt="0"/>
      <dgm:spPr/>
    </dgm:pt>
    <dgm:pt modelId="{547B8CFE-C1F6-4718-AFAD-3674CDE53DB2}" type="pres">
      <dgm:prSet presAssocID="{F108ABD9-A924-4BB7-BFF2-605D8C1FF3FA}" presName="thinLine2b" presStyleLbl="callout" presStyleIdx="7" presStyleCnt="8"/>
      <dgm:spPr/>
    </dgm:pt>
    <dgm:pt modelId="{A04433FE-0CDB-48CD-8A88-B12EE4124E14}" type="pres">
      <dgm:prSet presAssocID="{F108ABD9-A924-4BB7-BFF2-605D8C1FF3FA}" presName="vertSpace2b" presStyleCnt="0"/>
      <dgm:spPr/>
    </dgm:pt>
  </dgm:ptLst>
  <dgm:cxnLst>
    <dgm:cxn modelId="{366C4709-87C0-40AC-B78D-F4B81E505048}" srcId="{EDEB54D7-D621-483C-A84E-6074B50A7E19}" destId="{AE37FE82-56B3-4E38-88DE-5F5FF17D72D7}" srcOrd="0" destOrd="0" parTransId="{56706AFB-E480-41CF-9AD8-93423A8C7D55}" sibTransId="{380805CD-38AA-40E9-BA47-93249C489930}"/>
    <dgm:cxn modelId="{9A70590A-BDC6-4EDC-87FF-72AD851390C3}" type="presOf" srcId="{97695662-BAF3-4E1F-8297-856421E58B48}" destId="{07C958B4-D4CB-4F2C-ACA7-9FC2252BB31B}" srcOrd="0" destOrd="0" presId="urn:microsoft.com/office/officeart/2008/layout/LinedList"/>
    <dgm:cxn modelId="{FD64CD0F-5A90-44C2-9160-49441A2534B1}" type="presOf" srcId="{085967A5-ED1D-4EBA-9005-7D51DCECA4E9}" destId="{8BF7B697-25E5-4012-9002-E1FDD58BE25E}" srcOrd="0" destOrd="0" presId="urn:microsoft.com/office/officeart/2008/layout/LinedList"/>
    <dgm:cxn modelId="{A425E310-640A-4F86-9723-E20D50C67479}" type="presOf" srcId="{E19FB72E-CA60-4CE7-98BA-98B7EB7D7C61}" destId="{5500D156-BE92-45ED-B514-3C35D130B940}" srcOrd="0" destOrd="0" presId="urn:microsoft.com/office/officeart/2008/layout/LinedList"/>
    <dgm:cxn modelId="{1309E725-CC5E-4132-84A8-BF2AA161CB98}" srcId="{AE37FE82-56B3-4E38-88DE-5F5FF17D72D7}" destId="{085967A5-ED1D-4EBA-9005-7D51DCECA4E9}" srcOrd="2" destOrd="0" parTransId="{36C3DF61-826E-4171-BE3E-FD9A86745338}" sibTransId="{49A8EB24-0A6A-4DE2-8CD1-52FD2EAC7C77}"/>
    <dgm:cxn modelId="{2040243A-CCBA-46F9-84AC-C440FEC0FABB}" srcId="{AE37FE82-56B3-4E38-88DE-5F5FF17D72D7}" destId="{2CC3325D-F26F-4169-A8F2-E9724DD9BF3E}" srcOrd="0" destOrd="0" parTransId="{9F603017-AB6C-41A1-8370-359C4BAC0CDC}" sibTransId="{7FB06108-F248-494E-9927-E529CB72C1A3}"/>
    <dgm:cxn modelId="{DCABC43D-C9BA-4535-AD26-C0F5981745FA}" type="presOf" srcId="{F108ABD9-A924-4BB7-BFF2-605D8C1FF3FA}" destId="{7A75A819-A64D-4F4D-96D8-B22078B63A4C}" srcOrd="0" destOrd="0" presId="urn:microsoft.com/office/officeart/2008/layout/LinedList"/>
    <dgm:cxn modelId="{559E8641-E56D-4934-960F-10E35B73DA58}" srcId="{AE37FE82-56B3-4E38-88DE-5F5FF17D72D7}" destId="{C42E9AED-CD48-4910-95F9-12030A6D1FC3}" srcOrd="4" destOrd="0" parTransId="{5CBD10CB-050E-46D3-A1AF-88A5DB69B196}" sibTransId="{54D077E8-9E81-4DD3-908B-88AAD500F035}"/>
    <dgm:cxn modelId="{C7EADB62-3832-425A-98E4-844FEA4DE3A4}" srcId="{AE37FE82-56B3-4E38-88DE-5F5FF17D72D7}" destId="{F108ABD9-A924-4BB7-BFF2-605D8C1FF3FA}" srcOrd="7" destOrd="0" parTransId="{ABFB948A-EBA6-466A-A7F3-A0B3B9605F80}" sibTransId="{279F1544-58CD-4866-9D40-76552FD05F3D}"/>
    <dgm:cxn modelId="{12A95B5A-14AC-4719-8246-42CE6513C524}" type="presOf" srcId="{14A7E1AD-2AF7-45A4-8820-BB21B55E80B3}" destId="{DF88638A-DF95-4A29-BEC7-71D9DC124D5D}" srcOrd="0" destOrd="0" presId="urn:microsoft.com/office/officeart/2008/layout/LinedList"/>
    <dgm:cxn modelId="{70718F7A-31A0-44D9-9607-D2671F219546}" srcId="{AE37FE82-56B3-4E38-88DE-5F5FF17D72D7}" destId="{E19FB72E-CA60-4CE7-98BA-98B7EB7D7C61}" srcOrd="5" destOrd="0" parTransId="{A809591A-D3C2-4531-BBC1-3EDAE659FF06}" sibTransId="{C4B282E2-4EB6-4AF9-8B3E-6F015A6CBC55}"/>
    <dgm:cxn modelId="{DF42677B-3FB4-46C2-A813-0B67047FDB2E}" type="presOf" srcId="{EDEB54D7-D621-483C-A84E-6074B50A7E19}" destId="{370C5362-52EE-4A65-BD5B-6E96E1C312CA}" srcOrd="0" destOrd="0" presId="urn:microsoft.com/office/officeart/2008/layout/LinedList"/>
    <dgm:cxn modelId="{A8F47799-2BCE-4910-A69E-18E75E85BC59}" type="presOf" srcId="{AE37FE82-56B3-4E38-88DE-5F5FF17D72D7}" destId="{5A8621F6-F0DF-4D30-B852-0D804578573A}" srcOrd="0" destOrd="0" presId="urn:microsoft.com/office/officeart/2008/layout/LinedList"/>
    <dgm:cxn modelId="{1EF461A0-418E-4716-97BD-C281F087A9DC}" type="presOf" srcId="{2CC3325D-F26F-4169-A8F2-E9724DD9BF3E}" destId="{C5AD1EBC-771A-4521-9948-1B7625793B5E}" srcOrd="0" destOrd="0" presId="urn:microsoft.com/office/officeart/2008/layout/LinedList"/>
    <dgm:cxn modelId="{8D6B83A8-5CD1-417A-8875-7E3986BA6E4C}" type="presOf" srcId="{C42E9AED-CD48-4910-95F9-12030A6D1FC3}" destId="{F4A29DCF-D071-4E47-8BDD-A2005B33D97A}" srcOrd="0" destOrd="0" presId="urn:microsoft.com/office/officeart/2008/layout/LinedList"/>
    <dgm:cxn modelId="{FF5A95AB-2B87-428B-AA57-0EC1FF16D6D9}" srcId="{AE37FE82-56B3-4E38-88DE-5F5FF17D72D7}" destId="{F7169AE5-6A52-44B5-960C-5CB238FCB3AF}" srcOrd="3" destOrd="0" parTransId="{0F58CACE-73C4-4F24-959A-092D3DA1CCD8}" sibTransId="{5DF89232-F171-4899-B941-DEE49094AF51}"/>
    <dgm:cxn modelId="{727D08C6-5296-4532-8DFF-674B86CDBA42}" srcId="{AE37FE82-56B3-4E38-88DE-5F5FF17D72D7}" destId="{97695662-BAF3-4E1F-8297-856421E58B48}" srcOrd="6" destOrd="0" parTransId="{E1093A03-81D7-485A-BA2D-C079441AE6D3}" sibTransId="{509960BB-4DBE-45D0-9B35-6890D22B38E4}"/>
    <dgm:cxn modelId="{0A7EEEC7-D7C0-49BA-B739-32F518706FC7}" srcId="{AE37FE82-56B3-4E38-88DE-5F5FF17D72D7}" destId="{14A7E1AD-2AF7-45A4-8820-BB21B55E80B3}" srcOrd="1" destOrd="0" parTransId="{17C9D00A-B296-4759-9DA6-F7B2D6755959}" sibTransId="{15B74401-03F9-405F-A3DD-DAFB79E4FF58}"/>
    <dgm:cxn modelId="{2B8A20EF-0913-4982-A219-1AE6775C2B36}" type="presOf" srcId="{F7169AE5-6A52-44B5-960C-5CB238FCB3AF}" destId="{DC97B774-ED6A-4A03-AEBF-E0292D3FDE3C}" srcOrd="0" destOrd="0" presId="urn:microsoft.com/office/officeart/2008/layout/LinedList"/>
    <dgm:cxn modelId="{2150BD3C-12F2-4EC5-95C0-C472AE5C3D99}" type="presParOf" srcId="{370C5362-52EE-4A65-BD5B-6E96E1C312CA}" destId="{71A6FFB3-8E4E-4E97-910C-C4CE9E85E9B5}" srcOrd="0" destOrd="0" presId="urn:microsoft.com/office/officeart/2008/layout/LinedList"/>
    <dgm:cxn modelId="{468AF7D0-7E45-4117-9B74-E29ED15FD593}" type="presParOf" srcId="{370C5362-52EE-4A65-BD5B-6E96E1C312CA}" destId="{27545458-E6AE-4EE5-B013-79572758E3B1}" srcOrd="1" destOrd="0" presId="urn:microsoft.com/office/officeart/2008/layout/LinedList"/>
    <dgm:cxn modelId="{6DBD0593-C8F6-4360-AAC5-0B89AAF7C075}" type="presParOf" srcId="{27545458-E6AE-4EE5-B013-79572758E3B1}" destId="{5A8621F6-F0DF-4D30-B852-0D804578573A}" srcOrd="0" destOrd="0" presId="urn:microsoft.com/office/officeart/2008/layout/LinedList"/>
    <dgm:cxn modelId="{2BDDEC3D-7A51-4524-8C3A-9C0B5E4DFC06}" type="presParOf" srcId="{27545458-E6AE-4EE5-B013-79572758E3B1}" destId="{6C11AFC2-EC79-4BB8-A8DD-3A0AEA41D99F}" srcOrd="1" destOrd="0" presId="urn:microsoft.com/office/officeart/2008/layout/LinedList"/>
    <dgm:cxn modelId="{04234824-94A0-4905-96A6-2DCE2E903E39}" type="presParOf" srcId="{6C11AFC2-EC79-4BB8-A8DD-3A0AEA41D99F}" destId="{E9D7CAF6-93FB-4827-9C0B-822C03D798C1}" srcOrd="0" destOrd="0" presId="urn:microsoft.com/office/officeart/2008/layout/LinedList"/>
    <dgm:cxn modelId="{BBDF4C4E-A200-4FB5-8EEB-BF2D466DC64D}" type="presParOf" srcId="{6C11AFC2-EC79-4BB8-A8DD-3A0AEA41D99F}" destId="{7950C0E4-6CCC-4231-981A-55D246474F65}" srcOrd="1" destOrd="0" presId="urn:microsoft.com/office/officeart/2008/layout/LinedList"/>
    <dgm:cxn modelId="{22878AAA-0CEB-4D34-A348-0EAA400842AA}" type="presParOf" srcId="{7950C0E4-6CCC-4231-981A-55D246474F65}" destId="{CA02B8A8-2BE4-49D4-8B4E-E186CC6CC69F}" srcOrd="0" destOrd="0" presId="urn:microsoft.com/office/officeart/2008/layout/LinedList"/>
    <dgm:cxn modelId="{F9192BC5-91E9-4995-983A-ACC333421CBF}" type="presParOf" srcId="{7950C0E4-6CCC-4231-981A-55D246474F65}" destId="{C5AD1EBC-771A-4521-9948-1B7625793B5E}" srcOrd="1" destOrd="0" presId="urn:microsoft.com/office/officeart/2008/layout/LinedList"/>
    <dgm:cxn modelId="{9DFA691F-9509-4D7A-9211-8A1383ABDE09}" type="presParOf" srcId="{7950C0E4-6CCC-4231-981A-55D246474F65}" destId="{297F4D50-2455-415F-88C7-7FE529E5B2AC}" srcOrd="2" destOrd="0" presId="urn:microsoft.com/office/officeart/2008/layout/LinedList"/>
    <dgm:cxn modelId="{A5853063-9071-4176-9448-6BE67FF2423B}" type="presParOf" srcId="{6C11AFC2-EC79-4BB8-A8DD-3A0AEA41D99F}" destId="{E43311EA-4DCE-488B-90E1-3B4D700F7498}" srcOrd="2" destOrd="0" presId="urn:microsoft.com/office/officeart/2008/layout/LinedList"/>
    <dgm:cxn modelId="{080526B5-7A2E-4B39-AA1D-515AB4BDA4BD}" type="presParOf" srcId="{6C11AFC2-EC79-4BB8-A8DD-3A0AEA41D99F}" destId="{E58777EE-98EC-4652-8C24-FA72D0FEEA4C}" srcOrd="3" destOrd="0" presId="urn:microsoft.com/office/officeart/2008/layout/LinedList"/>
    <dgm:cxn modelId="{5A7CBC5F-5C36-4216-ACB4-1CDE114B4185}" type="presParOf" srcId="{6C11AFC2-EC79-4BB8-A8DD-3A0AEA41D99F}" destId="{C1E2EA42-1E0B-4024-BD05-CF4059DA9E26}" srcOrd="4" destOrd="0" presId="urn:microsoft.com/office/officeart/2008/layout/LinedList"/>
    <dgm:cxn modelId="{07968E3F-B2A7-43EE-9BA8-2F6621320C17}" type="presParOf" srcId="{C1E2EA42-1E0B-4024-BD05-CF4059DA9E26}" destId="{75F0EB88-1B35-48A0-96ED-D5EBD92C108E}" srcOrd="0" destOrd="0" presId="urn:microsoft.com/office/officeart/2008/layout/LinedList"/>
    <dgm:cxn modelId="{AB228EC5-896F-45F0-8FFB-718DECC69D00}" type="presParOf" srcId="{C1E2EA42-1E0B-4024-BD05-CF4059DA9E26}" destId="{DF88638A-DF95-4A29-BEC7-71D9DC124D5D}" srcOrd="1" destOrd="0" presId="urn:microsoft.com/office/officeart/2008/layout/LinedList"/>
    <dgm:cxn modelId="{46A31B69-C312-460C-9267-9B1177310213}" type="presParOf" srcId="{C1E2EA42-1E0B-4024-BD05-CF4059DA9E26}" destId="{FE7E1F30-E6DB-404F-B1E7-DEE869C51ACB}" srcOrd="2" destOrd="0" presId="urn:microsoft.com/office/officeart/2008/layout/LinedList"/>
    <dgm:cxn modelId="{780EA77A-C614-45FE-A0FD-D381ECB95538}" type="presParOf" srcId="{6C11AFC2-EC79-4BB8-A8DD-3A0AEA41D99F}" destId="{A3AA8138-E6E3-4901-B40F-AE22A8B80BDC}" srcOrd="5" destOrd="0" presId="urn:microsoft.com/office/officeart/2008/layout/LinedList"/>
    <dgm:cxn modelId="{50639F00-CDF0-414C-9A40-337A0AF50511}" type="presParOf" srcId="{6C11AFC2-EC79-4BB8-A8DD-3A0AEA41D99F}" destId="{FA25DA58-C114-48B4-A758-A4FEC190B55E}" srcOrd="6" destOrd="0" presId="urn:microsoft.com/office/officeart/2008/layout/LinedList"/>
    <dgm:cxn modelId="{F37C30A8-9BDE-41E5-A6B5-097BD06B9DCC}" type="presParOf" srcId="{6C11AFC2-EC79-4BB8-A8DD-3A0AEA41D99F}" destId="{A33F0341-0C1A-4ABF-84D8-ADC88E4F2B8F}" srcOrd="7" destOrd="0" presId="urn:microsoft.com/office/officeart/2008/layout/LinedList"/>
    <dgm:cxn modelId="{2878DECC-014C-4888-AC5A-D7D588274C75}" type="presParOf" srcId="{A33F0341-0C1A-4ABF-84D8-ADC88E4F2B8F}" destId="{359547D2-7764-4AD8-ACA6-AD7F3ACC2536}" srcOrd="0" destOrd="0" presId="urn:microsoft.com/office/officeart/2008/layout/LinedList"/>
    <dgm:cxn modelId="{04E7E456-152F-4CBD-ADEC-082945E76CBE}" type="presParOf" srcId="{A33F0341-0C1A-4ABF-84D8-ADC88E4F2B8F}" destId="{8BF7B697-25E5-4012-9002-E1FDD58BE25E}" srcOrd="1" destOrd="0" presId="urn:microsoft.com/office/officeart/2008/layout/LinedList"/>
    <dgm:cxn modelId="{6AFB0DE8-1F31-40F6-8902-0DF8C3B92BFF}" type="presParOf" srcId="{A33F0341-0C1A-4ABF-84D8-ADC88E4F2B8F}" destId="{5154C1F5-B1B1-4788-8250-34D36A850B97}" srcOrd="2" destOrd="0" presId="urn:microsoft.com/office/officeart/2008/layout/LinedList"/>
    <dgm:cxn modelId="{8F2FE193-1880-49E1-A9AA-66CFDC291BB2}" type="presParOf" srcId="{6C11AFC2-EC79-4BB8-A8DD-3A0AEA41D99F}" destId="{9298CD09-4D7B-4D86-A0BE-EEB62C682110}" srcOrd="8" destOrd="0" presId="urn:microsoft.com/office/officeart/2008/layout/LinedList"/>
    <dgm:cxn modelId="{5F3F6604-0778-4E04-9385-71D71E0ECBA3}" type="presParOf" srcId="{6C11AFC2-EC79-4BB8-A8DD-3A0AEA41D99F}" destId="{9779F477-60AB-4537-86C1-5AA9E51F9703}" srcOrd="9" destOrd="0" presId="urn:microsoft.com/office/officeart/2008/layout/LinedList"/>
    <dgm:cxn modelId="{389A420B-F072-486F-A028-94DE78CA3363}" type="presParOf" srcId="{6C11AFC2-EC79-4BB8-A8DD-3A0AEA41D99F}" destId="{501BF210-7C45-41B3-8085-D3D5F944CF4B}" srcOrd="10" destOrd="0" presId="urn:microsoft.com/office/officeart/2008/layout/LinedList"/>
    <dgm:cxn modelId="{A63C7129-11AC-44A2-9FD9-DF708A1ED293}" type="presParOf" srcId="{501BF210-7C45-41B3-8085-D3D5F944CF4B}" destId="{360FBA9D-6A30-4772-90BB-A1C6B3B03D43}" srcOrd="0" destOrd="0" presId="urn:microsoft.com/office/officeart/2008/layout/LinedList"/>
    <dgm:cxn modelId="{CF6407EB-0E43-4988-8618-B354D38C9F68}" type="presParOf" srcId="{501BF210-7C45-41B3-8085-D3D5F944CF4B}" destId="{DC97B774-ED6A-4A03-AEBF-E0292D3FDE3C}" srcOrd="1" destOrd="0" presId="urn:microsoft.com/office/officeart/2008/layout/LinedList"/>
    <dgm:cxn modelId="{96ADF606-4FD2-4BC9-8C3B-26DD9DC2EB2F}" type="presParOf" srcId="{501BF210-7C45-41B3-8085-D3D5F944CF4B}" destId="{E2FAE91C-6539-46F2-A2FD-EA5BDB92FD7E}" srcOrd="2" destOrd="0" presId="urn:microsoft.com/office/officeart/2008/layout/LinedList"/>
    <dgm:cxn modelId="{1D201ADB-FFA0-4F42-B3AC-C78A6E1D71B4}" type="presParOf" srcId="{6C11AFC2-EC79-4BB8-A8DD-3A0AEA41D99F}" destId="{5BC40D12-9011-433A-A04B-9BCA131DBE28}" srcOrd="11" destOrd="0" presId="urn:microsoft.com/office/officeart/2008/layout/LinedList"/>
    <dgm:cxn modelId="{D62D9F13-0C24-4B0A-AD6E-71117AD7D7A6}" type="presParOf" srcId="{6C11AFC2-EC79-4BB8-A8DD-3A0AEA41D99F}" destId="{6F772D7D-4981-43DD-9D9A-5D529C1D48FA}" srcOrd="12" destOrd="0" presId="urn:microsoft.com/office/officeart/2008/layout/LinedList"/>
    <dgm:cxn modelId="{9321AC3A-F50D-4E4E-B959-1B9246CA30A4}" type="presParOf" srcId="{6C11AFC2-EC79-4BB8-A8DD-3A0AEA41D99F}" destId="{B66C60BA-E89F-4CB3-BFBA-9895F9DF138E}" srcOrd="13" destOrd="0" presId="urn:microsoft.com/office/officeart/2008/layout/LinedList"/>
    <dgm:cxn modelId="{72A64662-15DD-4323-B2FB-D094E164F952}" type="presParOf" srcId="{B66C60BA-E89F-4CB3-BFBA-9895F9DF138E}" destId="{74D00BD3-1DAB-4F77-98F8-081289B8DE9B}" srcOrd="0" destOrd="0" presId="urn:microsoft.com/office/officeart/2008/layout/LinedList"/>
    <dgm:cxn modelId="{7B527684-A3F9-42C1-A784-2E4DDD616EF3}" type="presParOf" srcId="{B66C60BA-E89F-4CB3-BFBA-9895F9DF138E}" destId="{F4A29DCF-D071-4E47-8BDD-A2005B33D97A}" srcOrd="1" destOrd="0" presId="urn:microsoft.com/office/officeart/2008/layout/LinedList"/>
    <dgm:cxn modelId="{BD3F58F7-AC75-4C0D-99EC-9E91911538F6}" type="presParOf" srcId="{B66C60BA-E89F-4CB3-BFBA-9895F9DF138E}" destId="{00C7C469-9C8C-420D-800E-B58112412F15}" srcOrd="2" destOrd="0" presId="urn:microsoft.com/office/officeart/2008/layout/LinedList"/>
    <dgm:cxn modelId="{C7CFD206-DC48-4B15-84FC-80E4891D5569}" type="presParOf" srcId="{6C11AFC2-EC79-4BB8-A8DD-3A0AEA41D99F}" destId="{FEB5D30D-6345-4889-942B-10DA9BBA28B5}" srcOrd="14" destOrd="0" presId="urn:microsoft.com/office/officeart/2008/layout/LinedList"/>
    <dgm:cxn modelId="{0EF435DA-BCF3-4614-A5A3-76A6824DE51D}" type="presParOf" srcId="{6C11AFC2-EC79-4BB8-A8DD-3A0AEA41D99F}" destId="{A0C70EDB-F19B-421E-AF59-076ED368725F}" srcOrd="15" destOrd="0" presId="urn:microsoft.com/office/officeart/2008/layout/LinedList"/>
    <dgm:cxn modelId="{72C561FA-04B4-4176-BBAC-85E5B26BAD2E}" type="presParOf" srcId="{6C11AFC2-EC79-4BB8-A8DD-3A0AEA41D99F}" destId="{D0FD235A-D80F-4E37-83D7-431143692211}" srcOrd="16" destOrd="0" presId="urn:microsoft.com/office/officeart/2008/layout/LinedList"/>
    <dgm:cxn modelId="{5C4BA66E-EE52-4967-8F34-515F9282BAE6}" type="presParOf" srcId="{D0FD235A-D80F-4E37-83D7-431143692211}" destId="{22CBC0D1-0130-42D6-B313-8BEB42A6D999}" srcOrd="0" destOrd="0" presId="urn:microsoft.com/office/officeart/2008/layout/LinedList"/>
    <dgm:cxn modelId="{70815086-845A-4AEB-B03C-3C79203A934B}" type="presParOf" srcId="{D0FD235A-D80F-4E37-83D7-431143692211}" destId="{5500D156-BE92-45ED-B514-3C35D130B940}" srcOrd="1" destOrd="0" presId="urn:microsoft.com/office/officeart/2008/layout/LinedList"/>
    <dgm:cxn modelId="{54887E30-9383-4602-AE7D-17536AB5768D}" type="presParOf" srcId="{D0FD235A-D80F-4E37-83D7-431143692211}" destId="{17442750-B26B-4AC8-97B6-EB158226363F}" srcOrd="2" destOrd="0" presId="urn:microsoft.com/office/officeart/2008/layout/LinedList"/>
    <dgm:cxn modelId="{F60E7181-5BAF-4D0E-B060-8B2430196D11}" type="presParOf" srcId="{6C11AFC2-EC79-4BB8-A8DD-3A0AEA41D99F}" destId="{31EE367D-11F2-4896-AE78-A89224D35716}" srcOrd="17" destOrd="0" presId="urn:microsoft.com/office/officeart/2008/layout/LinedList"/>
    <dgm:cxn modelId="{4BE6BA6D-351B-47DF-90C4-B7F070AA4840}" type="presParOf" srcId="{6C11AFC2-EC79-4BB8-A8DD-3A0AEA41D99F}" destId="{A7241EE9-0E53-47C3-9691-38582D3634C4}" srcOrd="18" destOrd="0" presId="urn:microsoft.com/office/officeart/2008/layout/LinedList"/>
    <dgm:cxn modelId="{7763B7E3-0A2E-4B24-ADB9-6380896ACCEC}" type="presParOf" srcId="{6C11AFC2-EC79-4BB8-A8DD-3A0AEA41D99F}" destId="{A04C08B5-13F5-42B2-B572-E371F7DDA2F6}" srcOrd="19" destOrd="0" presId="urn:microsoft.com/office/officeart/2008/layout/LinedList"/>
    <dgm:cxn modelId="{5748E4EA-D06A-4EE1-91CF-007AC1F53E48}" type="presParOf" srcId="{A04C08B5-13F5-42B2-B572-E371F7DDA2F6}" destId="{163EE321-C741-40A2-965E-E0B0159235CE}" srcOrd="0" destOrd="0" presId="urn:microsoft.com/office/officeart/2008/layout/LinedList"/>
    <dgm:cxn modelId="{74152A7B-5A86-473D-BA02-F2D4472C857C}" type="presParOf" srcId="{A04C08B5-13F5-42B2-B572-E371F7DDA2F6}" destId="{07C958B4-D4CB-4F2C-ACA7-9FC2252BB31B}" srcOrd="1" destOrd="0" presId="urn:microsoft.com/office/officeart/2008/layout/LinedList"/>
    <dgm:cxn modelId="{CB52355A-6B22-49ED-AFD1-66CEC74F27FA}" type="presParOf" srcId="{A04C08B5-13F5-42B2-B572-E371F7DDA2F6}" destId="{4358DD4F-1AF4-4E4A-8C5E-9BC47ACC5CA3}" srcOrd="2" destOrd="0" presId="urn:microsoft.com/office/officeart/2008/layout/LinedList"/>
    <dgm:cxn modelId="{C39F6339-9E40-4140-82F4-0A006940288D}" type="presParOf" srcId="{6C11AFC2-EC79-4BB8-A8DD-3A0AEA41D99F}" destId="{673488E1-7417-4C5A-91C8-59E80D8BEF85}" srcOrd="20" destOrd="0" presId="urn:microsoft.com/office/officeart/2008/layout/LinedList"/>
    <dgm:cxn modelId="{4C0F207A-AB25-41E5-B0EB-B68637BA01FD}" type="presParOf" srcId="{6C11AFC2-EC79-4BB8-A8DD-3A0AEA41D99F}" destId="{770E0B5B-F499-4354-B3C5-957D7426A058}" srcOrd="21" destOrd="0" presId="urn:microsoft.com/office/officeart/2008/layout/LinedList"/>
    <dgm:cxn modelId="{E0298B06-4BEB-4528-A4E5-CA06EB457275}" type="presParOf" srcId="{6C11AFC2-EC79-4BB8-A8DD-3A0AEA41D99F}" destId="{EF81F41C-FA12-4F87-BB94-85DA5569CC8A}" srcOrd="22" destOrd="0" presId="urn:microsoft.com/office/officeart/2008/layout/LinedList"/>
    <dgm:cxn modelId="{3C40A015-69DB-499C-A1A4-996E7EBCE345}" type="presParOf" srcId="{EF81F41C-FA12-4F87-BB94-85DA5569CC8A}" destId="{3F966176-B381-47D0-8823-428D8C106C8B}" srcOrd="0" destOrd="0" presId="urn:microsoft.com/office/officeart/2008/layout/LinedList"/>
    <dgm:cxn modelId="{CD45F7CF-70C8-41C5-AF81-BC1A06069155}" type="presParOf" srcId="{EF81F41C-FA12-4F87-BB94-85DA5569CC8A}" destId="{7A75A819-A64D-4F4D-96D8-B22078B63A4C}" srcOrd="1" destOrd="0" presId="urn:microsoft.com/office/officeart/2008/layout/LinedList"/>
    <dgm:cxn modelId="{94F930FB-C88F-45CD-82D1-39D1BD5CC077}" type="presParOf" srcId="{EF81F41C-FA12-4F87-BB94-85DA5569CC8A}" destId="{486DA54C-0039-4953-8C22-B5576B39F59C}" srcOrd="2" destOrd="0" presId="urn:microsoft.com/office/officeart/2008/layout/LinedList"/>
    <dgm:cxn modelId="{C160FF34-EBDE-41DF-945C-0B4934C746A6}" type="presParOf" srcId="{6C11AFC2-EC79-4BB8-A8DD-3A0AEA41D99F}" destId="{547B8CFE-C1F6-4718-AFAD-3674CDE53DB2}" srcOrd="23" destOrd="0" presId="urn:microsoft.com/office/officeart/2008/layout/LinedList"/>
    <dgm:cxn modelId="{7678456E-35E6-4A04-A730-849E728324CD}" type="presParOf" srcId="{6C11AFC2-EC79-4BB8-A8DD-3A0AEA41D99F}" destId="{A04433FE-0CDB-48CD-8A88-B12EE4124E14}" srcOrd="24"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4DB1C2-7F11-4C66-A3AC-D44093281FD2}" type="doc">
      <dgm:prSet loTypeId="urn:microsoft.com/office/officeart/2005/8/layout/arrow2" loCatId="process" qsTypeId="urn:microsoft.com/office/officeart/2005/8/quickstyle/simple1" qsCatId="simple" csTypeId="urn:microsoft.com/office/officeart/2005/8/colors/accent1_2" csCatId="accent1" phldr="1"/>
      <dgm:spPr/>
    </dgm:pt>
    <dgm:pt modelId="{F0ABA278-58C1-4471-924E-7ED1F6F2B096}">
      <dgm:prSet phldrT="[Text]" phldr="0"/>
      <dgm:spPr/>
      <dgm:t>
        <a:bodyPr/>
        <a:lstStyle/>
        <a:p>
          <a:r>
            <a:rPr lang="en-US">
              <a:latin typeface="Calibri Light" panose="020F0302020204030204"/>
            </a:rPr>
            <a:t>State policy and legislation</a:t>
          </a:r>
          <a:endParaRPr lang="en-US"/>
        </a:p>
      </dgm:t>
    </dgm:pt>
    <dgm:pt modelId="{1CEFFBE1-FD7B-4B25-925D-EB2C644CF700}" type="parTrans" cxnId="{EDA07ADB-3EC5-4038-A8E9-DBC51357853F}">
      <dgm:prSet/>
      <dgm:spPr/>
      <dgm:t>
        <a:bodyPr/>
        <a:lstStyle/>
        <a:p>
          <a:endParaRPr lang="en-US"/>
        </a:p>
      </dgm:t>
    </dgm:pt>
    <dgm:pt modelId="{6BA95330-4527-4CCD-A049-05DF45476A47}" type="sibTrans" cxnId="{EDA07ADB-3EC5-4038-A8E9-DBC51357853F}">
      <dgm:prSet/>
      <dgm:spPr/>
      <dgm:t>
        <a:bodyPr/>
        <a:lstStyle/>
        <a:p>
          <a:endParaRPr lang="en-US"/>
        </a:p>
      </dgm:t>
    </dgm:pt>
    <dgm:pt modelId="{1CE267CA-48DD-49EC-A1C5-EC14C616A518}">
      <dgm:prSet phldrT="[Text]" phldr="0"/>
      <dgm:spPr/>
      <dgm:t>
        <a:bodyPr/>
        <a:lstStyle/>
        <a:p>
          <a:pPr rtl="0"/>
          <a:r>
            <a:rPr lang="en-US">
              <a:latin typeface="Calibri Light" panose="020F0302020204030204"/>
            </a:rPr>
            <a:t>Best Practices</a:t>
          </a:r>
          <a:endParaRPr lang="en-US"/>
        </a:p>
      </dgm:t>
    </dgm:pt>
    <dgm:pt modelId="{E6042546-38A4-4B37-8B55-9236F806B96C}" type="parTrans" cxnId="{637B059F-74F7-42AD-BDCA-6A875ADD9627}">
      <dgm:prSet/>
      <dgm:spPr/>
      <dgm:t>
        <a:bodyPr/>
        <a:lstStyle/>
        <a:p>
          <a:endParaRPr lang="en-US"/>
        </a:p>
      </dgm:t>
    </dgm:pt>
    <dgm:pt modelId="{CD8D32D8-5609-4284-8001-8792DB385560}" type="sibTrans" cxnId="{637B059F-74F7-42AD-BDCA-6A875ADD9627}">
      <dgm:prSet/>
      <dgm:spPr/>
      <dgm:t>
        <a:bodyPr/>
        <a:lstStyle/>
        <a:p>
          <a:endParaRPr lang="en-US"/>
        </a:p>
      </dgm:t>
    </dgm:pt>
    <dgm:pt modelId="{6C1571A9-F162-46AE-9404-4887EDDD450A}">
      <dgm:prSet phldr="0"/>
      <dgm:spPr/>
      <dgm:t>
        <a:bodyPr/>
        <a:lstStyle/>
        <a:p>
          <a:r>
            <a:rPr lang="en-US">
              <a:latin typeface="Calibri Light" panose="020F0302020204030204"/>
            </a:rPr>
            <a:t>Federal policy and legislation</a:t>
          </a:r>
          <a:endParaRPr lang="en-US"/>
        </a:p>
      </dgm:t>
    </dgm:pt>
    <dgm:pt modelId="{299933B8-C7DE-44A4-AED4-F274388BAD78}" type="parTrans" cxnId="{6F430C27-F434-425C-8BB6-46A65168F19A}">
      <dgm:prSet/>
      <dgm:spPr/>
      <dgm:t>
        <a:bodyPr/>
        <a:lstStyle/>
        <a:p>
          <a:endParaRPr lang="en-US"/>
        </a:p>
      </dgm:t>
    </dgm:pt>
    <dgm:pt modelId="{95806222-8D6C-4C4E-8954-F86E71072B5F}" type="sibTrans" cxnId="{6F430C27-F434-425C-8BB6-46A65168F19A}">
      <dgm:prSet/>
      <dgm:spPr/>
      <dgm:t>
        <a:bodyPr/>
        <a:lstStyle/>
        <a:p>
          <a:endParaRPr lang="en-US"/>
        </a:p>
      </dgm:t>
    </dgm:pt>
    <dgm:pt modelId="{25EF89C6-E798-45AF-8DD7-4D6AA959EF5E}">
      <dgm:prSet phldr="0"/>
      <dgm:spPr/>
      <dgm:t>
        <a:bodyPr/>
        <a:lstStyle/>
        <a:p>
          <a:r>
            <a:rPr lang="en-US">
              <a:latin typeface="Calibri Light" panose="020F0302020204030204"/>
            </a:rPr>
            <a:t>Values</a:t>
          </a:r>
        </a:p>
      </dgm:t>
    </dgm:pt>
    <dgm:pt modelId="{42E287D1-8F08-4BF1-A6B6-A7694BF034E7}" type="parTrans" cxnId="{08FE1326-9392-4A44-95B0-28BCC54D1CD1}">
      <dgm:prSet/>
      <dgm:spPr/>
      <dgm:t>
        <a:bodyPr/>
        <a:lstStyle/>
        <a:p>
          <a:endParaRPr lang="en-US"/>
        </a:p>
      </dgm:t>
    </dgm:pt>
    <dgm:pt modelId="{FCD6F8B3-89C0-4E38-99A4-060FC572898D}" type="sibTrans" cxnId="{08FE1326-9392-4A44-95B0-28BCC54D1CD1}">
      <dgm:prSet/>
      <dgm:spPr/>
      <dgm:t>
        <a:bodyPr/>
        <a:lstStyle/>
        <a:p>
          <a:endParaRPr lang="en-US"/>
        </a:p>
      </dgm:t>
    </dgm:pt>
    <dgm:pt modelId="{B23B8E01-416D-484F-B082-C6227A68B9E2}">
      <dgm:prSet phldr="0"/>
      <dgm:spPr/>
      <dgm:t>
        <a:bodyPr/>
        <a:lstStyle/>
        <a:p>
          <a:pPr rtl="0"/>
          <a:r>
            <a:rPr lang="en-US">
              <a:latin typeface="Calibri Light" panose="020F0302020204030204"/>
            </a:rPr>
            <a:t>History</a:t>
          </a:r>
        </a:p>
      </dgm:t>
    </dgm:pt>
    <dgm:pt modelId="{A5FA77C8-C12D-4800-ABAE-9E4D32460502}" type="parTrans" cxnId="{9C65B148-A56B-4456-9D6F-AC8738D87D8C}">
      <dgm:prSet/>
      <dgm:spPr/>
      <dgm:t>
        <a:bodyPr/>
        <a:lstStyle/>
        <a:p>
          <a:endParaRPr lang="en-US"/>
        </a:p>
      </dgm:t>
    </dgm:pt>
    <dgm:pt modelId="{ABC79455-C9E9-4CF5-85AD-D42E0518BCEF}" type="sibTrans" cxnId="{9C65B148-A56B-4456-9D6F-AC8738D87D8C}">
      <dgm:prSet/>
      <dgm:spPr/>
      <dgm:t>
        <a:bodyPr/>
        <a:lstStyle/>
        <a:p>
          <a:endParaRPr lang="en-US"/>
        </a:p>
      </dgm:t>
    </dgm:pt>
    <dgm:pt modelId="{AD65F64D-3254-4887-A11C-9CA92A1AB051}" type="pres">
      <dgm:prSet presAssocID="{EA4DB1C2-7F11-4C66-A3AC-D44093281FD2}" presName="arrowDiagram" presStyleCnt="0">
        <dgm:presLayoutVars>
          <dgm:chMax val="5"/>
          <dgm:dir/>
          <dgm:resizeHandles val="exact"/>
        </dgm:presLayoutVars>
      </dgm:prSet>
      <dgm:spPr/>
    </dgm:pt>
    <dgm:pt modelId="{7AABE5F4-F886-44F9-ABBC-F3ECE5B733E9}" type="pres">
      <dgm:prSet presAssocID="{EA4DB1C2-7F11-4C66-A3AC-D44093281FD2}" presName="arrow" presStyleLbl="bgShp" presStyleIdx="0" presStyleCnt="1"/>
      <dgm:spPr/>
    </dgm:pt>
    <dgm:pt modelId="{513240AE-B310-4724-A85B-4C3F88B443AA}" type="pres">
      <dgm:prSet presAssocID="{EA4DB1C2-7F11-4C66-A3AC-D44093281FD2}" presName="arrowDiagram5" presStyleCnt="0"/>
      <dgm:spPr/>
    </dgm:pt>
    <dgm:pt modelId="{97FDB7D5-2F1E-4296-835C-CC1C784406B9}" type="pres">
      <dgm:prSet presAssocID="{B23B8E01-416D-484F-B082-C6227A68B9E2}" presName="bullet5a" presStyleLbl="node1" presStyleIdx="0" presStyleCnt="5"/>
      <dgm:spPr/>
    </dgm:pt>
    <dgm:pt modelId="{5BF857A0-90D1-4A4F-8FF5-16E606178F26}" type="pres">
      <dgm:prSet presAssocID="{B23B8E01-416D-484F-B082-C6227A68B9E2}" presName="textBox5a" presStyleLbl="revTx" presStyleIdx="0" presStyleCnt="5">
        <dgm:presLayoutVars>
          <dgm:bulletEnabled val="1"/>
        </dgm:presLayoutVars>
      </dgm:prSet>
      <dgm:spPr/>
    </dgm:pt>
    <dgm:pt modelId="{E436054C-F2CB-4925-A509-C057C98F18F8}" type="pres">
      <dgm:prSet presAssocID="{6C1571A9-F162-46AE-9404-4887EDDD450A}" presName="bullet5b" presStyleLbl="node1" presStyleIdx="1" presStyleCnt="5"/>
      <dgm:spPr/>
    </dgm:pt>
    <dgm:pt modelId="{90B93F16-26DC-4B02-93F3-B4DDEA854A2D}" type="pres">
      <dgm:prSet presAssocID="{6C1571A9-F162-46AE-9404-4887EDDD450A}" presName="textBox5b" presStyleLbl="revTx" presStyleIdx="1" presStyleCnt="5">
        <dgm:presLayoutVars>
          <dgm:bulletEnabled val="1"/>
        </dgm:presLayoutVars>
      </dgm:prSet>
      <dgm:spPr/>
    </dgm:pt>
    <dgm:pt modelId="{4FBF8622-A389-4E52-BE30-D1DF93D2E7AF}" type="pres">
      <dgm:prSet presAssocID="{F0ABA278-58C1-4471-924E-7ED1F6F2B096}" presName="bullet5c" presStyleLbl="node1" presStyleIdx="2" presStyleCnt="5"/>
      <dgm:spPr/>
    </dgm:pt>
    <dgm:pt modelId="{357893AC-1E0A-47FF-A9E2-52F5F65F0FCD}" type="pres">
      <dgm:prSet presAssocID="{F0ABA278-58C1-4471-924E-7ED1F6F2B096}" presName="textBox5c" presStyleLbl="revTx" presStyleIdx="2" presStyleCnt="5">
        <dgm:presLayoutVars>
          <dgm:bulletEnabled val="1"/>
        </dgm:presLayoutVars>
      </dgm:prSet>
      <dgm:spPr/>
    </dgm:pt>
    <dgm:pt modelId="{C5619AA7-2B92-4F4F-BFE9-B753D5C48A59}" type="pres">
      <dgm:prSet presAssocID="{1CE267CA-48DD-49EC-A1C5-EC14C616A518}" presName="bullet5d" presStyleLbl="node1" presStyleIdx="3" presStyleCnt="5"/>
      <dgm:spPr/>
    </dgm:pt>
    <dgm:pt modelId="{6C2E7C42-B598-478E-872A-33DFF2A8E79D}" type="pres">
      <dgm:prSet presAssocID="{1CE267CA-48DD-49EC-A1C5-EC14C616A518}" presName="textBox5d" presStyleLbl="revTx" presStyleIdx="3" presStyleCnt="5">
        <dgm:presLayoutVars>
          <dgm:bulletEnabled val="1"/>
        </dgm:presLayoutVars>
      </dgm:prSet>
      <dgm:spPr/>
    </dgm:pt>
    <dgm:pt modelId="{B3853BEE-6EB9-4BF5-8B3F-62913E8657B4}" type="pres">
      <dgm:prSet presAssocID="{25EF89C6-E798-45AF-8DD7-4D6AA959EF5E}" presName="bullet5e" presStyleLbl="node1" presStyleIdx="4" presStyleCnt="5"/>
      <dgm:spPr/>
    </dgm:pt>
    <dgm:pt modelId="{7EA8B72F-090E-434E-B919-46CA3E7DAC42}" type="pres">
      <dgm:prSet presAssocID="{25EF89C6-E798-45AF-8DD7-4D6AA959EF5E}" presName="textBox5e" presStyleLbl="revTx" presStyleIdx="4" presStyleCnt="5">
        <dgm:presLayoutVars>
          <dgm:bulletEnabled val="1"/>
        </dgm:presLayoutVars>
      </dgm:prSet>
      <dgm:spPr/>
    </dgm:pt>
  </dgm:ptLst>
  <dgm:cxnLst>
    <dgm:cxn modelId="{08FE1326-9392-4A44-95B0-28BCC54D1CD1}" srcId="{EA4DB1C2-7F11-4C66-A3AC-D44093281FD2}" destId="{25EF89C6-E798-45AF-8DD7-4D6AA959EF5E}" srcOrd="4" destOrd="0" parTransId="{42E287D1-8F08-4BF1-A6B6-A7694BF034E7}" sibTransId="{FCD6F8B3-89C0-4E38-99A4-060FC572898D}"/>
    <dgm:cxn modelId="{6F430C27-F434-425C-8BB6-46A65168F19A}" srcId="{EA4DB1C2-7F11-4C66-A3AC-D44093281FD2}" destId="{6C1571A9-F162-46AE-9404-4887EDDD450A}" srcOrd="1" destOrd="0" parTransId="{299933B8-C7DE-44A4-AED4-F274388BAD78}" sibTransId="{95806222-8D6C-4C4E-8954-F86E71072B5F}"/>
    <dgm:cxn modelId="{9C65B148-A56B-4456-9D6F-AC8738D87D8C}" srcId="{EA4DB1C2-7F11-4C66-A3AC-D44093281FD2}" destId="{B23B8E01-416D-484F-B082-C6227A68B9E2}" srcOrd="0" destOrd="0" parTransId="{A5FA77C8-C12D-4800-ABAE-9E4D32460502}" sibTransId="{ABC79455-C9E9-4CF5-85AD-D42E0518BCEF}"/>
    <dgm:cxn modelId="{F8870654-151C-43CE-80BA-E546C104587B}" type="presOf" srcId="{B23B8E01-416D-484F-B082-C6227A68B9E2}" destId="{5BF857A0-90D1-4A4F-8FF5-16E606178F26}" srcOrd="0" destOrd="0" presId="urn:microsoft.com/office/officeart/2005/8/layout/arrow2"/>
    <dgm:cxn modelId="{0A12DB75-7DE1-439A-AC95-B4FF0735A911}" type="presOf" srcId="{F0ABA278-58C1-4471-924E-7ED1F6F2B096}" destId="{357893AC-1E0A-47FF-A9E2-52F5F65F0FCD}" srcOrd="0" destOrd="0" presId="urn:microsoft.com/office/officeart/2005/8/layout/arrow2"/>
    <dgm:cxn modelId="{FF2C0859-8A99-4F0F-9008-56DA90B9ABC2}" type="presOf" srcId="{25EF89C6-E798-45AF-8DD7-4D6AA959EF5E}" destId="{7EA8B72F-090E-434E-B919-46CA3E7DAC42}" srcOrd="0" destOrd="0" presId="urn:microsoft.com/office/officeart/2005/8/layout/arrow2"/>
    <dgm:cxn modelId="{637B059F-74F7-42AD-BDCA-6A875ADD9627}" srcId="{EA4DB1C2-7F11-4C66-A3AC-D44093281FD2}" destId="{1CE267CA-48DD-49EC-A1C5-EC14C616A518}" srcOrd="3" destOrd="0" parTransId="{E6042546-38A4-4B37-8B55-9236F806B96C}" sibTransId="{CD8D32D8-5609-4284-8001-8792DB385560}"/>
    <dgm:cxn modelId="{A2E0A7A5-E8B6-4C54-87F5-D054A2F897FF}" type="presOf" srcId="{1CE267CA-48DD-49EC-A1C5-EC14C616A518}" destId="{6C2E7C42-B598-478E-872A-33DFF2A8E79D}" srcOrd="0" destOrd="0" presId="urn:microsoft.com/office/officeart/2005/8/layout/arrow2"/>
    <dgm:cxn modelId="{430D9FD3-2F4C-4CDE-9479-51CC37CE4F63}" type="presOf" srcId="{6C1571A9-F162-46AE-9404-4887EDDD450A}" destId="{90B93F16-26DC-4B02-93F3-B4DDEA854A2D}" srcOrd="0" destOrd="0" presId="urn:microsoft.com/office/officeart/2005/8/layout/arrow2"/>
    <dgm:cxn modelId="{EDA07ADB-3EC5-4038-A8E9-DBC51357853F}" srcId="{EA4DB1C2-7F11-4C66-A3AC-D44093281FD2}" destId="{F0ABA278-58C1-4471-924E-7ED1F6F2B096}" srcOrd="2" destOrd="0" parTransId="{1CEFFBE1-FD7B-4B25-925D-EB2C644CF700}" sibTransId="{6BA95330-4527-4CCD-A049-05DF45476A47}"/>
    <dgm:cxn modelId="{24A6DEF3-4911-4BBD-837E-4F6EC42A2C4F}" type="presOf" srcId="{EA4DB1C2-7F11-4C66-A3AC-D44093281FD2}" destId="{AD65F64D-3254-4887-A11C-9CA92A1AB051}" srcOrd="0" destOrd="0" presId="urn:microsoft.com/office/officeart/2005/8/layout/arrow2"/>
    <dgm:cxn modelId="{96125882-BB49-4D8B-B082-A1930CDFC40A}" type="presParOf" srcId="{AD65F64D-3254-4887-A11C-9CA92A1AB051}" destId="{7AABE5F4-F886-44F9-ABBC-F3ECE5B733E9}" srcOrd="0" destOrd="0" presId="urn:microsoft.com/office/officeart/2005/8/layout/arrow2"/>
    <dgm:cxn modelId="{FDA605C2-653E-4EA3-8333-EB19FEA93C82}" type="presParOf" srcId="{AD65F64D-3254-4887-A11C-9CA92A1AB051}" destId="{513240AE-B310-4724-A85B-4C3F88B443AA}" srcOrd="1" destOrd="0" presId="urn:microsoft.com/office/officeart/2005/8/layout/arrow2"/>
    <dgm:cxn modelId="{325E3D69-2E7F-42A2-9DE3-895C0DC4FF74}" type="presParOf" srcId="{513240AE-B310-4724-A85B-4C3F88B443AA}" destId="{97FDB7D5-2F1E-4296-835C-CC1C784406B9}" srcOrd="0" destOrd="0" presId="urn:microsoft.com/office/officeart/2005/8/layout/arrow2"/>
    <dgm:cxn modelId="{502897D9-B07E-4B31-9251-76B89709C11A}" type="presParOf" srcId="{513240AE-B310-4724-A85B-4C3F88B443AA}" destId="{5BF857A0-90D1-4A4F-8FF5-16E606178F26}" srcOrd="1" destOrd="0" presId="urn:microsoft.com/office/officeart/2005/8/layout/arrow2"/>
    <dgm:cxn modelId="{0D3A3C73-CC8B-4947-8F15-B8E342744995}" type="presParOf" srcId="{513240AE-B310-4724-A85B-4C3F88B443AA}" destId="{E436054C-F2CB-4925-A509-C057C98F18F8}" srcOrd="2" destOrd="0" presId="urn:microsoft.com/office/officeart/2005/8/layout/arrow2"/>
    <dgm:cxn modelId="{38A51B95-8B15-48D7-95D2-FFEAB0125D2A}" type="presParOf" srcId="{513240AE-B310-4724-A85B-4C3F88B443AA}" destId="{90B93F16-26DC-4B02-93F3-B4DDEA854A2D}" srcOrd="3" destOrd="0" presId="urn:microsoft.com/office/officeart/2005/8/layout/arrow2"/>
    <dgm:cxn modelId="{73ADF708-F57F-4AD6-8E03-F1538204992C}" type="presParOf" srcId="{513240AE-B310-4724-A85B-4C3F88B443AA}" destId="{4FBF8622-A389-4E52-BE30-D1DF93D2E7AF}" srcOrd="4" destOrd="0" presId="urn:microsoft.com/office/officeart/2005/8/layout/arrow2"/>
    <dgm:cxn modelId="{2583FE87-0C28-4D36-8005-A079A6937106}" type="presParOf" srcId="{513240AE-B310-4724-A85B-4C3F88B443AA}" destId="{357893AC-1E0A-47FF-A9E2-52F5F65F0FCD}" srcOrd="5" destOrd="0" presId="urn:microsoft.com/office/officeart/2005/8/layout/arrow2"/>
    <dgm:cxn modelId="{6189992D-A329-45DE-A1BF-19899881536B}" type="presParOf" srcId="{513240AE-B310-4724-A85B-4C3F88B443AA}" destId="{C5619AA7-2B92-4F4F-BFE9-B753D5C48A59}" srcOrd="6" destOrd="0" presId="urn:microsoft.com/office/officeart/2005/8/layout/arrow2"/>
    <dgm:cxn modelId="{12118BBD-8F3C-4CB6-9A23-B22F03D1C2BB}" type="presParOf" srcId="{513240AE-B310-4724-A85B-4C3F88B443AA}" destId="{6C2E7C42-B598-478E-872A-33DFF2A8E79D}" srcOrd="7" destOrd="0" presId="urn:microsoft.com/office/officeart/2005/8/layout/arrow2"/>
    <dgm:cxn modelId="{3E30FA17-C614-487D-8515-8BB3ADD545D1}" type="presParOf" srcId="{513240AE-B310-4724-A85B-4C3F88B443AA}" destId="{B3853BEE-6EB9-4BF5-8B3F-62913E8657B4}" srcOrd="8" destOrd="0" presId="urn:microsoft.com/office/officeart/2005/8/layout/arrow2"/>
    <dgm:cxn modelId="{910DB6E9-8EAE-4E38-B63D-0221367540E1}" type="presParOf" srcId="{513240AE-B310-4724-A85B-4C3F88B443AA}" destId="{7EA8B72F-090E-434E-B919-46CA3E7DAC42}" srcOrd="9"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6FFB3-8E4E-4E97-910C-C4CE9E85E9B5}">
      <dsp:nvSpPr>
        <dsp:cNvPr id="0" name=""/>
        <dsp:cNvSpPr/>
      </dsp:nvSpPr>
      <dsp:spPr>
        <a:xfrm>
          <a:off x="0" y="0"/>
          <a:ext cx="1065749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8621F6-F0DF-4D30-B852-0D804578573A}">
      <dsp:nvSpPr>
        <dsp:cNvPr id="0" name=""/>
        <dsp:cNvSpPr/>
      </dsp:nvSpPr>
      <dsp:spPr>
        <a:xfrm>
          <a:off x="0" y="0"/>
          <a:ext cx="2131498" cy="5164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Course Modules:</a:t>
          </a:r>
        </a:p>
      </dsp:txBody>
      <dsp:txXfrm>
        <a:off x="0" y="0"/>
        <a:ext cx="2131498" cy="5164560"/>
      </dsp:txXfrm>
    </dsp:sp>
    <dsp:sp modelId="{C5AD1EBC-771A-4521-9948-1B7625793B5E}">
      <dsp:nvSpPr>
        <dsp:cNvPr id="0" name=""/>
        <dsp:cNvSpPr/>
      </dsp:nvSpPr>
      <dsp:spPr>
        <a:xfrm>
          <a:off x="2291360" y="30544"/>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latin typeface="Calibri Light" panose="020F0302020204030204"/>
            </a:rPr>
            <a:t>#1: </a:t>
          </a:r>
          <a:r>
            <a:rPr lang="en-US" sz="2400" kern="1200" dirty="0">
              <a:latin typeface="Calibri Light" panose="020F0302020204030204"/>
            </a:rPr>
            <a:t>Course Orientation</a:t>
          </a:r>
          <a:endParaRPr lang="en-US" sz="2400" kern="1200" dirty="0"/>
        </a:p>
      </dsp:txBody>
      <dsp:txXfrm>
        <a:off x="2291360" y="30544"/>
        <a:ext cx="8366129" cy="610895"/>
      </dsp:txXfrm>
    </dsp:sp>
    <dsp:sp modelId="{E43311EA-4DCE-488B-90E1-3B4D700F7498}">
      <dsp:nvSpPr>
        <dsp:cNvPr id="0" name=""/>
        <dsp:cNvSpPr/>
      </dsp:nvSpPr>
      <dsp:spPr>
        <a:xfrm>
          <a:off x="2131498" y="641440"/>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88638A-DF95-4A29-BEC7-71D9DC124D5D}">
      <dsp:nvSpPr>
        <dsp:cNvPr id="0" name=""/>
        <dsp:cNvSpPr/>
      </dsp:nvSpPr>
      <dsp:spPr>
        <a:xfrm>
          <a:off x="2291360" y="671985"/>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latin typeface="Calibri Light" panose="020F0302020204030204"/>
            </a:rPr>
            <a:t>#2</a:t>
          </a:r>
          <a:r>
            <a:rPr lang="en-US" sz="2400" kern="1200" dirty="0">
              <a:latin typeface="Calibri Light" panose="020F0302020204030204"/>
            </a:rPr>
            <a:t>: Leadership</a:t>
          </a:r>
          <a:endParaRPr lang="en-US" sz="2400" kern="1200" dirty="0"/>
        </a:p>
      </dsp:txBody>
      <dsp:txXfrm>
        <a:off x="2291360" y="671985"/>
        <a:ext cx="8366129" cy="610895"/>
      </dsp:txXfrm>
    </dsp:sp>
    <dsp:sp modelId="{A3AA8138-E6E3-4901-B40F-AE22A8B80BDC}">
      <dsp:nvSpPr>
        <dsp:cNvPr id="0" name=""/>
        <dsp:cNvSpPr/>
      </dsp:nvSpPr>
      <dsp:spPr>
        <a:xfrm>
          <a:off x="2131498" y="1282881"/>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F7B697-25E5-4012-9002-E1FDD58BE25E}">
      <dsp:nvSpPr>
        <dsp:cNvPr id="0" name=""/>
        <dsp:cNvSpPr/>
      </dsp:nvSpPr>
      <dsp:spPr>
        <a:xfrm>
          <a:off x="2291360" y="1313426"/>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latin typeface="Calibri Light" panose="020F0302020204030204"/>
            </a:rPr>
            <a:t>#3: </a:t>
          </a:r>
          <a:r>
            <a:rPr lang="en-US" sz="2400" kern="1200" dirty="0">
              <a:latin typeface="Calibri Light" panose="020F0302020204030204"/>
            </a:rPr>
            <a:t>Federal &amp; State Policy</a:t>
          </a:r>
          <a:endParaRPr lang="en-US" sz="2400" kern="1200" dirty="0"/>
        </a:p>
      </dsp:txBody>
      <dsp:txXfrm>
        <a:off x="2291360" y="1313426"/>
        <a:ext cx="8366129" cy="610895"/>
      </dsp:txXfrm>
    </dsp:sp>
    <dsp:sp modelId="{9298CD09-4D7B-4D86-A0BE-EEB62C682110}">
      <dsp:nvSpPr>
        <dsp:cNvPr id="0" name=""/>
        <dsp:cNvSpPr/>
      </dsp:nvSpPr>
      <dsp:spPr>
        <a:xfrm>
          <a:off x="2131498" y="1924321"/>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97B774-ED6A-4A03-AEBF-E0292D3FDE3C}">
      <dsp:nvSpPr>
        <dsp:cNvPr id="0" name=""/>
        <dsp:cNvSpPr/>
      </dsp:nvSpPr>
      <dsp:spPr>
        <a:xfrm>
          <a:off x="2291360" y="1954866"/>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#4: </a:t>
          </a:r>
          <a:r>
            <a:rPr lang="en-US" sz="2400" kern="1200" dirty="0">
              <a:latin typeface="Calibri Light" panose="020F0302020204030204"/>
            </a:rPr>
            <a:t>Aligning Mission, Vision and Values with Resources</a:t>
          </a:r>
          <a:endParaRPr lang="en-US" sz="2400" kern="1200" dirty="0"/>
        </a:p>
      </dsp:txBody>
      <dsp:txXfrm>
        <a:off x="2291360" y="1954866"/>
        <a:ext cx="8366129" cy="610895"/>
      </dsp:txXfrm>
    </dsp:sp>
    <dsp:sp modelId="{5BC40D12-9011-433A-A04B-9BCA131DBE28}">
      <dsp:nvSpPr>
        <dsp:cNvPr id="0" name=""/>
        <dsp:cNvSpPr/>
      </dsp:nvSpPr>
      <dsp:spPr>
        <a:xfrm>
          <a:off x="2131498" y="2565762"/>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A29DCF-D071-4E47-8BDD-A2005B33D97A}">
      <dsp:nvSpPr>
        <dsp:cNvPr id="0" name=""/>
        <dsp:cNvSpPr/>
      </dsp:nvSpPr>
      <dsp:spPr>
        <a:xfrm>
          <a:off x="2291360" y="2596307"/>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#5: </a:t>
          </a:r>
          <a:r>
            <a:rPr lang="en-US" sz="2400" kern="1200" dirty="0">
              <a:latin typeface="Calibri Light" panose="020F0302020204030204"/>
            </a:rPr>
            <a:t>Best Practices in Employment &amp; Day Services</a:t>
          </a:r>
          <a:endParaRPr lang="en-US" sz="2400" kern="1200" dirty="0"/>
        </a:p>
      </dsp:txBody>
      <dsp:txXfrm>
        <a:off x="2291360" y="2596307"/>
        <a:ext cx="8366129" cy="610895"/>
      </dsp:txXfrm>
    </dsp:sp>
    <dsp:sp modelId="{FEB5D30D-6345-4889-942B-10DA9BBA28B5}">
      <dsp:nvSpPr>
        <dsp:cNvPr id="0" name=""/>
        <dsp:cNvSpPr/>
      </dsp:nvSpPr>
      <dsp:spPr>
        <a:xfrm>
          <a:off x="2131498" y="3207203"/>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00D156-BE92-45ED-B514-3C35D130B940}">
      <dsp:nvSpPr>
        <dsp:cNvPr id="0" name=""/>
        <dsp:cNvSpPr/>
      </dsp:nvSpPr>
      <dsp:spPr>
        <a:xfrm>
          <a:off x="2291360" y="3237747"/>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#6: Organizational </a:t>
          </a:r>
          <a:r>
            <a:rPr lang="en-US" sz="2400" kern="1200" dirty="0">
              <a:latin typeface="Calibri Light" panose="020F0302020204030204"/>
            </a:rPr>
            <a:t>Transformation (change)</a:t>
          </a:r>
          <a:endParaRPr lang="en-US" sz="2400" kern="1200" dirty="0"/>
        </a:p>
      </dsp:txBody>
      <dsp:txXfrm>
        <a:off x="2291360" y="3237747"/>
        <a:ext cx="8366129" cy="610895"/>
      </dsp:txXfrm>
    </dsp:sp>
    <dsp:sp modelId="{31EE367D-11F2-4896-AE78-A89224D35716}">
      <dsp:nvSpPr>
        <dsp:cNvPr id="0" name=""/>
        <dsp:cNvSpPr/>
      </dsp:nvSpPr>
      <dsp:spPr>
        <a:xfrm>
          <a:off x="2131498" y="3848643"/>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C958B4-D4CB-4F2C-ACA7-9FC2252BB31B}">
      <dsp:nvSpPr>
        <dsp:cNvPr id="0" name=""/>
        <dsp:cNvSpPr/>
      </dsp:nvSpPr>
      <dsp:spPr>
        <a:xfrm>
          <a:off x="2291360" y="3879188"/>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#7: </a:t>
          </a:r>
          <a:r>
            <a:rPr lang="en-US" sz="2400" kern="1200" dirty="0">
              <a:latin typeface="Calibri Light" panose="020F0302020204030204"/>
            </a:rPr>
            <a:t>Managing Through Change</a:t>
          </a:r>
          <a:endParaRPr lang="en-US" sz="2400" kern="1200" dirty="0"/>
        </a:p>
      </dsp:txBody>
      <dsp:txXfrm>
        <a:off x="2291360" y="3879188"/>
        <a:ext cx="8366129" cy="610895"/>
      </dsp:txXfrm>
    </dsp:sp>
    <dsp:sp modelId="{673488E1-7417-4C5A-91C8-59E80D8BEF85}">
      <dsp:nvSpPr>
        <dsp:cNvPr id="0" name=""/>
        <dsp:cNvSpPr/>
      </dsp:nvSpPr>
      <dsp:spPr>
        <a:xfrm>
          <a:off x="2131498" y="4490084"/>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75A819-A64D-4F4D-96D8-B22078B63A4C}">
      <dsp:nvSpPr>
        <dsp:cNvPr id="0" name=""/>
        <dsp:cNvSpPr/>
      </dsp:nvSpPr>
      <dsp:spPr>
        <a:xfrm>
          <a:off x="2291360" y="4520629"/>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latin typeface="Calibri Light" panose="020F0302020204030204"/>
            </a:rPr>
            <a:t>#8: </a:t>
          </a:r>
          <a:r>
            <a:rPr lang="en-US" sz="2400" kern="1200" dirty="0">
              <a:latin typeface="Calibri Light" panose="020F0302020204030204"/>
            </a:rPr>
            <a:t>Creating Systems for Quality Improvement</a:t>
          </a:r>
          <a:endParaRPr lang="en-US" sz="2400" kern="1200" dirty="0"/>
        </a:p>
      </dsp:txBody>
      <dsp:txXfrm>
        <a:off x="2291360" y="4520629"/>
        <a:ext cx="8366129" cy="610895"/>
      </dsp:txXfrm>
    </dsp:sp>
    <dsp:sp modelId="{547B8CFE-C1F6-4718-AFAD-3674CDE53DB2}">
      <dsp:nvSpPr>
        <dsp:cNvPr id="0" name=""/>
        <dsp:cNvSpPr/>
      </dsp:nvSpPr>
      <dsp:spPr>
        <a:xfrm>
          <a:off x="2131498" y="5131524"/>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ABE5F4-F886-44F9-ABBC-F3ECE5B733E9}">
      <dsp:nvSpPr>
        <dsp:cNvPr id="0" name=""/>
        <dsp:cNvSpPr/>
      </dsp:nvSpPr>
      <dsp:spPr>
        <a:xfrm>
          <a:off x="75506" y="0"/>
          <a:ext cx="6315596" cy="3947248"/>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FDB7D5-2F1E-4296-835C-CC1C784406B9}">
      <dsp:nvSpPr>
        <dsp:cNvPr id="0" name=""/>
        <dsp:cNvSpPr/>
      </dsp:nvSpPr>
      <dsp:spPr>
        <a:xfrm>
          <a:off x="697592" y="2935173"/>
          <a:ext cx="145258" cy="14525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857A0-90D1-4A4F-8FF5-16E606178F26}">
      <dsp:nvSpPr>
        <dsp:cNvPr id="0" name=""/>
        <dsp:cNvSpPr/>
      </dsp:nvSpPr>
      <dsp:spPr>
        <a:xfrm>
          <a:off x="770222" y="3007802"/>
          <a:ext cx="827343" cy="939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970" tIns="0" rIns="0" bIns="0" numCol="1" spcCol="1270" anchor="t" anchorCtr="0">
          <a:noAutofit/>
        </a:bodyPr>
        <a:lstStyle/>
        <a:p>
          <a:pPr marL="0" lvl="0" indent="0" algn="l" defTabSz="755650" rtl="0">
            <a:lnSpc>
              <a:spcPct val="90000"/>
            </a:lnSpc>
            <a:spcBef>
              <a:spcPct val="0"/>
            </a:spcBef>
            <a:spcAft>
              <a:spcPct val="35000"/>
            </a:spcAft>
            <a:buNone/>
          </a:pPr>
          <a:r>
            <a:rPr lang="en-US" sz="1700" kern="1200">
              <a:latin typeface="Calibri Light" panose="020F0302020204030204"/>
            </a:rPr>
            <a:t>History</a:t>
          </a:r>
        </a:p>
      </dsp:txBody>
      <dsp:txXfrm>
        <a:off x="770222" y="3007802"/>
        <a:ext cx="827343" cy="939445"/>
      </dsp:txXfrm>
    </dsp:sp>
    <dsp:sp modelId="{E436054C-F2CB-4925-A509-C057C98F18F8}">
      <dsp:nvSpPr>
        <dsp:cNvPr id="0" name=""/>
        <dsp:cNvSpPr/>
      </dsp:nvSpPr>
      <dsp:spPr>
        <a:xfrm>
          <a:off x="1483884" y="2179670"/>
          <a:ext cx="227361" cy="22736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B93F16-26DC-4B02-93F3-B4DDEA854A2D}">
      <dsp:nvSpPr>
        <dsp:cNvPr id="0" name=""/>
        <dsp:cNvSpPr/>
      </dsp:nvSpPr>
      <dsp:spPr>
        <a:xfrm>
          <a:off x="1597565" y="2293351"/>
          <a:ext cx="1048389" cy="1653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474" tIns="0" rIns="0" bIns="0"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Federal policy and legislation</a:t>
          </a:r>
          <a:endParaRPr lang="en-US" sz="1700" kern="1200"/>
        </a:p>
      </dsp:txBody>
      <dsp:txXfrm>
        <a:off x="1597565" y="2293351"/>
        <a:ext cx="1048389" cy="1653896"/>
      </dsp:txXfrm>
    </dsp:sp>
    <dsp:sp modelId="{4FBF8622-A389-4E52-BE30-D1DF93D2E7AF}">
      <dsp:nvSpPr>
        <dsp:cNvPr id="0" name=""/>
        <dsp:cNvSpPr/>
      </dsp:nvSpPr>
      <dsp:spPr>
        <a:xfrm>
          <a:off x="2494380" y="1577320"/>
          <a:ext cx="303148" cy="30314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7893AC-1E0A-47FF-A9E2-52F5F65F0FCD}">
      <dsp:nvSpPr>
        <dsp:cNvPr id="0" name=""/>
        <dsp:cNvSpPr/>
      </dsp:nvSpPr>
      <dsp:spPr>
        <a:xfrm>
          <a:off x="2645954" y="1728894"/>
          <a:ext cx="1218910" cy="221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632" tIns="0" rIns="0" bIns="0"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State policy and legislation</a:t>
          </a:r>
          <a:endParaRPr lang="en-US" sz="1700" kern="1200"/>
        </a:p>
      </dsp:txBody>
      <dsp:txXfrm>
        <a:off x="2645954" y="1728894"/>
        <a:ext cx="1218910" cy="2218353"/>
      </dsp:txXfrm>
    </dsp:sp>
    <dsp:sp modelId="{C5619AA7-2B92-4F4F-BFE9-B753D5C48A59}">
      <dsp:nvSpPr>
        <dsp:cNvPr id="0" name=""/>
        <dsp:cNvSpPr/>
      </dsp:nvSpPr>
      <dsp:spPr>
        <a:xfrm>
          <a:off x="3669081" y="1106808"/>
          <a:ext cx="391567" cy="39156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2E7C42-B598-478E-872A-33DFF2A8E79D}">
      <dsp:nvSpPr>
        <dsp:cNvPr id="0" name=""/>
        <dsp:cNvSpPr/>
      </dsp:nvSpPr>
      <dsp:spPr>
        <a:xfrm>
          <a:off x="3864864" y="1302591"/>
          <a:ext cx="1263119" cy="2644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7483" tIns="0" rIns="0" bIns="0" numCol="1" spcCol="1270" anchor="t" anchorCtr="0">
          <a:noAutofit/>
        </a:bodyPr>
        <a:lstStyle/>
        <a:p>
          <a:pPr marL="0" lvl="0" indent="0" algn="l" defTabSz="755650" rtl="0">
            <a:lnSpc>
              <a:spcPct val="90000"/>
            </a:lnSpc>
            <a:spcBef>
              <a:spcPct val="0"/>
            </a:spcBef>
            <a:spcAft>
              <a:spcPct val="35000"/>
            </a:spcAft>
            <a:buNone/>
          </a:pPr>
          <a:r>
            <a:rPr lang="en-US" sz="1700" kern="1200">
              <a:latin typeface="Calibri Light" panose="020F0302020204030204"/>
            </a:rPr>
            <a:t>Best Practices</a:t>
          </a:r>
          <a:endParaRPr lang="en-US" sz="1700" kern="1200"/>
        </a:p>
      </dsp:txBody>
      <dsp:txXfrm>
        <a:off x="3864864" y="1302591"/>
        <a:ext cx="1263119" cy="2644656"/>
      </dsp:txXfrm>
    </dsp:sp>
    <dsp:sp modelId="{B3853BEE-6EB9-4BF5-8B3F-62913E8657B4}">
      <dsp:nvSpPr>
        <dsp:cNvPr id="0" name=""/>
        <dsp:cNvSpPr/>
      </dsp:nvSpPr>
      <dsp:spPr>
        <a:xfrm>
          <a:off x="4878517" y="792607"/>
          <a:ext cx="498932" cy="498932"/>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A8B72F-090E-434E-B919-46CA3E7DAC42}">
      <dsp:nvSpPr>
        <dsp:cNvPr id="0" name=""/>
        <dsp:cNvSpPr/>
      </dsp:nvSpPr>
      <dsp:spPr>
        <a:xfrm>
          <a:off x="5127984" y="1042073"/>
          <a:ext cx="1263119" cy="290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374" tIns="0" rIns="0" bIns="0"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Values</a:t>
          </a:r>
        </a:p>
      </dsp:txBody>
      <dsp:txXfrm>
        <a:off x="5127984" y="1042073"/>
        <a:ext cx="1263119" cy="290517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A9DB5-70C7-E94D-9548-16899A1C10C6}" type="datetimeFigureOut">
              <a:rPr lang="en-US" smtClean="0"/>
              <a:t>3/24/2026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90D89B-D770-F648-BD56-FFC69AC3D72B}" type="slidenum">
              <a:rPr lang="en-US" smtClean="0"/>
              <a:t>‹#›</a:t>
            </a:fld>
            <a:endParaRPr lang="en-US"/>
          </a:p>
        </p:txBody>
      </p:sp>
    </p:spTree>
    <p:extLst>
      <p:ext uri="{BB962C8B-B14F-4D97-AF65-F5344CB8AC3E}">
        <p14:creationId xmlns:p14="http://schemas.microsoft.com/office/powerpoint/2010/main" val="191439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Here is an overview of the course modules from start to finish, and you are here-Module number 6: Transformation.  Remember, each module opens at the beginning of the following month and you have the month to complete it.  Module 7: Managing through Change will open and begin on the 1st of April, and our virtual session for that will happen on April 21st.  By now you should have all assignments completed through module 6.  If you're struggling with that, be sure you reach out to your mentors for support.  Remember, you won't be able to access the modules after the close at the end of June 2026, so if you don't have your assignments completed by then, you will not have successfully completed the course and will not receive your certificate of completion.  Again, we want you to succeed! So, If you're having trouble completing something, or have any questions about the material, please reach out to your mentor or any of the instructors.  </a:t>
            </a:r>
          </a:p>
        </p:txBody>
      </p:sp>
      <p:sp>
        <p:nvSpPr>
          <p:cNvPr id="4" name="Slide Number Placeholder 3"/>
          <p:cNvSpPr>
            <a:spLocks noGrp="1"/>
          </p:cNvSpPr>
          <p:nvPr>
            <p:ph type="sldNum" sz="quarter" idx="5"/>
          </p:nvPr>
        </p:nvSpPr>
        <p:spPr/>
        <p:txBody>
          <a:bodyPr/>
          <a:lstStyle/>
          <a:p>
            <a:fld id="{61E78B0C-5300-7A44-AA13-8B2C0E818EC7}" type="slidenum">
              <a:rPr lang="en-US" smtClean="0"/>
              <a:t>4</a:t>
            </a:fld>
            <a:endParaRPr lang="en-US"/>
          </a:p>
        </p:txBody>
      </p:sp>
    </p:spTree>
    <p:extLst>
      <p:ext uri="{BB962C8B-B14F-4D97-AF65-F5344CB8AC3E}">
        <p14:creationId xmlns:p14="http://schemas.microsoft.com/office/powerpoint/2010/main" val="4089383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ea typeface="Calibri"/>
                <a:cs typeface="Calibri"/>
              </a:rPr>
              <a:t>Here are this month's module's learning objectives.  You should be able to:</a:t>
            </a:r>
          </a:p>
          <a:p>
            <a:endParaRPr lang="en-US" b="1">
              <a:cs typeface="Calibri"/>
            </a:endParaRPr>
          </a:p>
          <a:p>
            <a:pPr marL="285750" indent="-285750">
              <a:buFont typeface="Arial,Sans-Serif"/>
              <a:buChar char="•"/>
            </a:pPr>
            <a:r>
              <a:rPr lang="en-US" b="1">
                <a:cs typeface="Calibri"/>
              </a:rPr>
              <a:t> </a:t>
            </a:r>
            <a:r>
              <a:rPr lang="en-US"/>
              <a:t>Identify the 10 Essential Elements of Organizational Transformation</a:t>
            </a:r>
            <a:endParaRPr lang="en-US">
              <a:ea typeface="Calibri"/>
              <a:cs typeface="Calibri"/>
            </a:endParaRPr>
          </a:p>
          <a:p>
            <a:pPr marL="285750" indent="-285750">
              <a:buFont typeface="Arial,Sans-Serif"/>
              <a:buChar char="•"/>
            </a:pPr>
            <a:endParaRPr lang="en-US"/>
          </a:p>
          <a:p>
            <a:pPr marL="285750" indent="-285750">
              <a:buFont typeface="Arial,Sans-Serif"/>
              <a:buChar char="•"/>
            </a:pPr>
            <a:r>
              <a:rPr lang="en-US"/>
              <a:t>Identify how managers can support these elements</a:t>
            </a:r>
          </a:p>
          <a:p>
            <a:pPr marL="285750" indent="-285750">
              <a:buFont typeface="Arial,Sans-Serif"/>
              <a:buChar char="•"/>
            </a:pPr>
            <a:endParaRPr lang="en-US"/>
          </a:p>
          <a:p>
            <a:pPr marL="285750" indent="-285750">
              <a:buFont typeface="Arial,Sans-Serif"/>
              <a:buChar char="•"/>
            </a:pPr>
            <a:r>
              <a:rPr lang="en-US"/>
              <a:t>Use a self-assessment tool</a:t>
            </a:r>
          </a:p>
          <a:p>
            <a:pPr marL="285750" indent="-285750">
              <a:buFont typeface="Arial,Sans-Serif"/>
              <a:buChar char="•"/>
            </a:pPr>
            <a:endParaRPr lang="en-US"/>
          </a:p>
          <a:p>
            <a:pPr marL="285750" indent="-285750">
              <a:buFont typeface="Arial,Sans-Serif"/>
              <a:buChar char="•"/>
            </a:pPr>
            <a:r>
              <a:rPr lang="en-US"/>
              <a:t>Identify where to find the Agency Change Toolkit </a:t>
            </a:r>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61E78B0C-5300-7A44-AA13-8B2C0E818EC7}" type="slidenum">
              <a:rPr lang="en-US" smtClean="0"/>
              <a:t>5</a:t>
            </a:fld>
            <a:endParaRPr lang="en-US"/>
          </a:p>
        </p:txBody>
      </p:sp>
    </p:spTree>
    <p:extLst>
      <p:ext uri="{BB962C8B-B14F-4D97-AF65-F5344CB8AC3E}">
        <p14:creationId xmlns:p14="http://schemas.microsoft.com/office/powerpoint/2010/main" val="2700594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The modules we've presented so far provided a foundation for today's module. You've heard about the history of support services for people with disabilities: post institutionalization, you've heard about key federal and state level policy changes that impact disability support services and the last module provided an overview of best practices in day and employment services.  Those elements and changes often require that organizations that support people with intellectual and developmental disabilities engage in some form of organizational change to stay in line with those evolving best practices, policies and legislation.  We call this type of change: organizational transformation.  That transformation means that there is a purposeful and strategic alignment within an organization to align the mission and vision with the processes or outcomes of the organization.  This module walked you through the 10 essential elements of organizational transformation.</a:t>
            </a:r>
          </a:p>
        </p:txBody>
      </p:sp>
      <p:sp>
        <p:nvSpPr>
          <p:cNvPr id="4" name="Slide Number Placeholder 3"/>
          <p:cNvSpPr>
            <a:spLocks noGrp="1"/>
          </p:cNvSpPr>
          <p:nvPr>
            <p:ph type="sldNum" sz="quarter" idx="5"/>
          </p:nvPr>
        </p:nvSpPr>
        <p:spPr/>
        <p:txBody>
          <a:bodyPr/>
          <a:lstStyle/>
          <a:p>
            <a:fld id="{C81CCF30-75E7-4047-B971-189668F28995}" type="slidenum">
              <a:rPr lang="en-US" smtClean="0"/>
              <a:pPr/>
              <a:t>6</a:t>
            </a:fld>
            <a:endParaRPr lang="en-US"/>
          </a:p>
        </p:txBody>
      </p:sp>
    </p:spTree>
    <p:extLst>
      <p:ext uri="{BB962C8B-B14F-4D97-AF65-F5344CB8AC3E}">
        <p14:creationId xmlns:p14="http://schemas.microsoft.com/office/powerpoint/2010/main" val="3291996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Here is a good visual of the 10 essential elements, and the 4 Community life engagement guideposts. If you've been able to spend some time with these online (or you've seen them in other pieces of TA with MTI), you may notice that they aren't really things that have to happen in a certain order.  You can't necessarily start with 1, work your way to 10, then start on the 4CLE guideposts. It's more like determining where you need to work to strengthen some aspects the most, then start your focus there. Where this becomes really valuable is that second or third round of assessing your strengths and weaknesses. If you revisit these often while you're putting in this work, it can really help you </a:t>
            </a:r>
            <a:r>
              <a:rPr lang="en-US" dirty="0" err="1">
                <a:ea typeface="Calibri"/>
                <a:cs typeface="Calibri"/>
              </a:rPr>
              <a:t>bu</a:t>
            </a:r>
            <a:r>
              <a:rPr lang="en-US" dirty="0">
                <a:ea typeface="Calibri"/>
                <a:cs typeface="Calibri"/>
              </a:rPr>
              <a:t>ild a powerful supports that result in people finding jobs, community and belonging outside of the walls of your building.  You can find the 10 elements in the Agency Change toolkit at act.thinkwork.org and more about the 4 </a:t>
            </a:r>
            <a:r>
              <a:rPr lang="en-US" dirty="0" err="1">
                <a:ea typeface="Calibri"/>
                <a:cs typeface="Calibri"/>
              </a:rPr>
              <a:t>guildeposts</a:t>
            </a:r>
            <a:r>
              <a:rPr lang="en-US" dirty="0">
                <a:ea typeface="Calibri"/>
                <a:cs typeface="Calibri"/>
              </a:rPr>
              <a:t> of CLE at </a:t>
            </a:r>
            <a:r>
              <a:rPr lang="en-US" dirty="0"/>
              <a:t>thinkwork.org/CLE-toolkit</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7</a:t>
            </a:fld>
            <a:endParaRPr lang="en-US"/>
          </a:p>
        </p:txBody>
      </p:sp>
    </p:spTree>
    <p:extLst>
      <p:ext uri="{BB962C8B-B14F-4D97-AF65-F5344CB8AC3E}">
        <p14:creationId xmlns:p14="http://schemas.microsoft.com/office/powerpoint/2010/main" val="1923625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think about what organizational transformation can look like, it's helpful to consider the kinds of goals organizations might pursue. On this slide, we’ve outlined some </a:t>
            </a:r>
            <a:r>
              <a:rPr lang="en-US" b="1" dirty="0"/>
              <a:t>examples</a:t>
            </a:r>
            <a:r>
              <a:rPr lang="en-US" dirty="0"/>
              <a:t> of transformation goals—goals that can guide efforts to create meaningful change and better align with values of inclusion, equity, and quality.</a:t>
            </a:r>
          </a:p>
          <a:p>
            <a:r>
              <a:rPr lang="en-US" dirty="0"/>
              <a:t>For instance, an organization might focus on </a:t>
            </a:r>
            <a:r>
              <a:rPr lang="en-US" b="1" dirty="0"/>
              <a:t>increasing competitive integrated employment outcomes</a:t>
            </a:r>
            <a:r>
              <a:rPr lang="en-US" dirty="0"/>
              <a:t>, supporting more individuals in securing jobs that pay fair wages and provide meaningful opportunities.</a:t>
            </a:r>
            <a:endParaRPr lang="en-US" dirty="0">
              <a:ea typeface="Calibri"/>
              <a:cs typeface="Calibri"/>
            </a:endParaRPr>
          </a:p>
          <a:p>
            <a:r>
              <a:rPr lang="en-US"/>
              <a:t>Another common goal could be to </a:t>
            </a:r>
            <a:r>
              <a:rPr lang="en-US" b="1"/>
              <a:t>close the front door</a:t>
            </a:r>
            <a:r>
              <a:rPr lang="en-US"/>
              <a:t> to outdated practices, like sheltered or sub-minimum wage work, while transitioning to new models of services and supports that are inclusive and forward-looking.</a:t>
            </a:r>
            <a:endParaRPr lang="en-US">
              <a:ea typeface="Calibri"/>
              <a:cs typeface="Calibri"/>
            </a:endParaRPr>
          </a:p>
          <a:p>
            <a:r>
              <a:rPr lang="en-US" dirty="0"/>
              <a:t>Organizations might also work to </a:t>
            </a:r>
            <a:r>
              <a:rPr lang="en-US" b="1" dirty="0"/>
              <a:t>increase community life engagement</a:t>
            </a:r>
            <a:r>
              <a:rPr lang="en-US" dirty="0"/>
              <a:t> for people who are not currently working, ensuring they have rich, fulfilling opportunities to participate and find real connection in their communities.</a:t>
            </a:r>
            <a:endParaRPr lang="en-US" dirty="0">
              <a:ea typeface="Calibri"/>
              <a:cs typeface="Calibri"/>
            </a:endParaRPr>
          </a:p>
          <a:p>
            <a:r>
              <a:rPr lang="en-US"/>
              <a:t>Reducing the </a:t>
            </a:r>
            <a:r>
              <a:rPr lang="en-US" b="1"/>
              <a:t>number of people being paid sub-minimum wages</a:t>
            </a:r>
            <a:r>
              <a:rPr lang="en-US"/>
              <a:t> is another key example, ensuring fair compensation for everyone.</a:t>
            </a:r>
            <a:endParaRPr lang="en-US">
              <a:ea typeface="Calibri"/>
              <a:cs typeface="Calibri"/>
            </a:endParaRPr>
          </a:p>
          <a:p>
            <a:r>
              <a:rPr lang="en-US"/>
              <a:t>Additionally, organizations often aim to </a:t>
            </a:r>
            <a:r>
              <a:rPr lang="en-US" b="1"/>
              <a:t>increase the quality of their services</a:t>
            </a:r>
            <a:r>
              <a:rPr lang="en-US"/>
              <a:t>, continuously improving to meet the needs of those they serve.</a:t>
            </a:r>
            <a:endParaRPr lang="en-US">
              <a:ea typeface="Calibri"/>
              <a:cs typeface="Calibri"/>
            </a:endParaRPr>
          </a:p>
          <a:p>
            <a:r>
              <a:rPr lang="en-US"/>
              <a:t>And finally, </a:t>
            </a:r>
            <a:r>
              <a:rPr lang="en-US" b="1"/>
              <a:t>customer satisfaction</a:t>
            </a:r>
            <a:r>
              <a:rPr lang="en-US"/>
              <a:t> can be an essential metric—ensuring that individuals and families feel supported, heard, and valued.</a:t>
            </a:r>
            <a:endParaRPr lang="en-US">
              <a:ea typeface="Calibri"/>
              <a:cs typeface="Calibri"/>
            </a:endParaRPr>
          </a:p>
          <a:p>
            <a:r>
              <a:rPr lang="en-US"/>
              <a:t>Again, these are just examples of the kinds of goals organizations might set as part of their transformation journey. The specific goals will depend on the unique mission, values, and circumstances of each organization."</a:t>
            </a:r>
            <a:endParaRPr lang="en-US">
              <a:ea typeface="Calibri"/>
              <a:cs typeface="Calibri"/>
            </a:endParaRPr>
          </a:p>
          <a:p>
            <a:endParaRPr lang="en-US" b="1">
              <a:ea typeface="Calibri"/>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8</a:t>
            </a:fld>
            <a:endParaRPr lang="en-US"/>
          </a:p>
        </p:txBody>
      </p:sp>
    </p:spTree>
    <p:extLst>
      <p:ext uri="{BB962C8B-B14F-4D97-AF65-F5344CB8AC3E}">
        <p14:creationId xmlns:p14="http://schemas.microsoft.com/office/powerpoint/2010/main" val="2316595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let’s take a moment to reflect on your organization’s communication practices. Our first poll question is:</a:t>
            </a:r>
          </a:p>
          <a:p>
            <a:r>
              <a:rPr lang="en-US" i="1"/>
              <a:t>Has your organization communicated clear and consistent goals to stakeholders related to your transformation efforts?</a:t>
            </a:r>
            <a:endParaRPr lang="en-US"/>
          </a:p>
          <a:p>
            <a:r>
              <a:rPr lang="en-US" dirty="0"/>
              <a:t>You’ll see three response options:</a:t>
            </a:r>
            <a:endParaRPr lang="en-US" dirty="0">
              <a:ea typeface="Calibri"/>
              <a:cs typeface="Calibri"/>
            </a:endParaRPr>
          </a:p>
          <a:p>
            <a:pPr marL="171450" indent="-171450">
              <a:buFont typeface="Arial"/>
              <a:buChar char="•"/>
            </a:pPr>
            <a:r>
              <a:rPr lang="en-US" b="1"/>
              <a:t>Yes</a:t>
            </a:r>
            <a:r>
              <a:rPr lang="en-US"/>
              <a:t>, meaning you feel your organization has communicated these goals clearly and consistently.</a:t>
            </a:r>
            <a:endParaRPr lang="en-US">
              <a:ea typeface="Calibri"/>
              <a:cs typeface="Calibri"/>
            </a:endParaRPr>
          </a:p>
          <a:p>
            <a:pPr marL="171450" indent="-171450">
              <a:buFont typeface="Arial"/>
              <a:buChar char="•"/>
            </a:pPr>
            <a:r>
              <a:rPr lang="en-US" b="1" dirty="0"/>
              <a:t>No</a:t>
            </a:r>
            <a:r>
              <a:rPr lang="en-US" dirty="0"/>
              <a:t>, indicating that communication about these goals may not be happening effectively.</a:t>
            </a:r>
            <a:endParaRPr lang="en-US" dirty="0">
              <a:ea typeface="Calibri"/>
              <a:cs typeface="Calibri"/>
            </a:endParaRPr>
          </a:p>
          <a:p>
            <a:pPr marL="171450" indent="-171450">
              <a:buFont typeface="Arial"/>
              <a:buChar char="•"/>
            </a:pPr>
            <a:r>
              <a:rPr lang="en-US" dirty="0"/>
              <a:t>Or </a:t>
            </a:r>
            <a:r>
              <a:rPr lang="en-US" b="1" dirty="0"/>
              <a:t>I’m not sure</a:t>
            </a:r>
            <a:r>
              <a:rPr lang="en-US" dirty="0"/>
              <a:t>, if you’re uncertain about the clarity or consistency of this communication.</a:t>
            </a:r>
            <a:endParaRPr lang="en-US" dirty="0">
              <a:ea typeface="Calibri"/>
              <a:cs typeface="Calibri"/>
            </a:endParaRPr>
          </a:p>
          <a:p>
            <a:r>
              <a:rPr lang="en-US" dirty="0"/>
              <a:t>If your organization is </a:t>
            </a:r>
            <a:r>
              <a:rPr lang="en-US" b="1" dirty="0"/>
              <a:t>not currently engaged in </a:t>
            </a:r>
            <a:r>
              <a:rPr lang="en-US" b="1" dirty="0" err="1"/>
              <a:t>publically</a:t>
            </a:r>
            <a:r>
              <a:rPr lang="en-US" b="1" dirty="0"/>
              <a:t> known transformation efforts</a:t>
            </a:r>
            <a:r>
              <a:rPr lang="en-US" dirty="0"/>
              <a:t>, think about this question in the context of your broader service delivery goals. Does your organization effectively communicate clear and consistent goals to stakeholders in general?</a:t>
            </a:r>
            <a:endParaRPr lang="en-US" dirty="0">
              <a:ea typeface="Calibri"/>
              <a:cs typeface="Calibri"/>
            </a:endParaRPr>
          </a:p>
          <a:p>
            <a:r>
              <a:rPr lang="en-US"/>
              <a:t>Take a moment to consider your experiences, and then please select the option that best reflects your perspective."</a:t>
            </a:r>
            <a:endParaRPr lang="en-US">
              <a:ea typeface="Calibri"/>
              <a:cs typeface="Calibri"/>
            </a:endParaRPr>
          </a:p>
          <a:p>
            <a:r>
              <a:rPr lang="en-US" b="1">
                <a:ea typeface="Calibri"/>
                <a:cs typeface="Calibri"/>
              </a:rPr>
              <a:t>PAUSE FOR POLL</a:t>
            </a:r>
          </a:p>
          <a:p>
            <a:endParaRPr lang="en-US" b="1">
              <a:cs typeface="Calibri"/>
            </a:endParaRPr>
          </a:p>
          <a:p>
            <a:r>
              <a:rPr lang="en-US" b="1">
                <a:cs typeface="Calibri"/>
              </a:rPr>
              <a:t>Who answered 'no'?: </a:t>
            </a:r>
            <a:r>
              <a:rPr lang="en-US">
                <a:cs typeface="Calibri"/>
              </a:rPr>
              <a:t>What do you think is the barrier to this type of communication?  </a:t>
            </a:r>
            <a:endParaRPr lang="en-US"/>
          </a:p>
          <a:p>
            <a:r>
              <a:rPr lang="en-US" b="1">
                <a:cs typeface="Calibri"/>
              </a:rPr>
              <a:t>For those that answered yes: </a:t>
            </a:r>
            <a:r>
              <a:rPr lang="en-US">
                <a:cs typeface="Calibri"/>
              </a:rPr>
              <a:t>What are some of the goals that have been communicated?  What has been the feedback you have received? How has this been communicated? </a:t>
            </a:r>
          </a:p>
        </p:txBody>
      </p:sp>
      <p:sp>
        <p:nvSpPr>
          <p:cNvPr id="4" name="Slide Number Placeholder 3"/>
          <p:cNvSpPr>
            <a:spLocks noGrp="1"/>
          </p:cNvSpPr>
          <p:nvPr>
            <p:ph type="sldNum" sz="quarter" idx="5"/>
          </p:nvPr>
        </p:nvSpPr>
        <p:spPr/>
        <p:txBody>
          <a:bodyPr/>
          <a:lstStyle/>
          <a:p>
            <a:fld id="{CB90D89B-D770-F648-BD56-FFC69AC3D72B}" type="slidenum">
              <a:rPr lang="en-US" smtClean="0"/>
              <a:t>9</a:t>
            </a:fld>
            <a:endParaRPr lang="en-US"/>
          </a:p>
        </p:txBody>
      </p:sp>
    </p:spTree>
    <p:extLst>
      <p:ext uri="{BB962C8B-B14F-4D97-AF65-F5344CB8AC3E}">
        <p14:creationId xmlns:p14="http://schemas.microsoft.com/office/powerpoint/2010/main" val="4079872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ea typeface="Calibri"/>
                <a:cs typeface="Calibri"/>
              </a:rPr>
              <a:t>One more poll:  </a:t>
            </a:r>
            <a:r>
              <a:rPr lang="en-US"/>
              <a:t>Which one of the 10 elements is the most relevant or priority for your organization right now? </a:t>
            </a:r>
          </a:p>
          <a:p>
            <a:endParaRPr lang="en-US">
              <a:ea typeface="Calibri"/>
              <a:cs typeface="Calibri"/>
            </a:endParaRPr>
          </a:p>
          <a:p>
            <a:r>
              <a:rPr lang="en-US">
                <a:ea typeface="Calibri"/>
                <a:cs typeface="Calibri"/>
              </a:rPr>
              <a:t>Ok, tell me about it a little bit. Why is this a priority and what are you doing about it? </a:t>
            </a:r>
          </a:p>
        </p:txBody>
      </p:sp>
      <p:sp>
        <p:nvSpPr>
          <p:cNvPr id="4" name="Slide Number Placeholder 3"/>
          <p:cNvSpPr>
            <a:spLocks noGrp="1"/>
          </p:cNvSpPr>
          <p:nvPr>
            <p:ph type="sldNum" sz="quarter" idx="5"/>
          </p:nvPr>
        </p:nvSpPr>
        <p:spPr/>
        <p:txBody>
          <a:bodyPr/>
          <a:lstStyle/>
          <a:p>
            <a:fld id="{CB90D89B-D770-F648-BD56-FFC69AC3D72B}" type="slidenum">
              <a:rPr lang="en-US" smtClean="0"/>
              <a:t>10</a:t>
            </a:fld>
            <a:endParaRPr lang="en-US"/>
          </a:p>
        </p:txBody>
      </p:sp>
    </p:spTree>
    <p:extLst>
      <p:ext uri="{BB962C8B-B14F-4D97-AF65-F5344CB8AC3E}">
        <p14:creationId xmlns:p14="http://schemas.microsoft.com/office/powerpoint/2010/main" val="1380957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CE452-7523-28EF-4901-C9841B578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6E3E80-4D97-E44E-43DA-EA2939567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22B12-0281-2FB6-7597-82C34B922340}"/>
              </a:ext>
            </a:extLst>
          </p:cNvPr>
          <p:cNvSpPr>
            <a:spLocks noGrp="1"/>
          </p:cNvSpPr>
          <p:nvPr>
            <p:ph type="body" idx="1"/>
          </p:nvPr>
        </p:nvSpPr>
        <p:spPr/>
        <p:txBody>
          <a:bodyPr/>
          <a:lstStyle/>
          <a:p>
            <a:pPr marL="171450" indent="-171450">
              <a:lnSpc>
                <a:spcPct val="90000"/>
              </a:lnSpc>
              <a:spcBef>
                <a:spcPts val="1000"/>
              </a:spcBef>
              <a:buFont typeface="Arial"/>
              <a:buChar char="•"/>
            </a:pPr>
            <a:r>
              <a:rPr lang="en-US" dirty="0"/>
              <a:t>Ok, for this part of our call, I'm going to turn it over to Bryn.</a:t>
            </a:r>
            <a:endParaRPr lang="en-US" b="1" dirty="0"/>
          </a:p>
          <a:p>
            <a:pPr marL="171450" indent="-171450">
              <a:lnSpc>
                <a:spcPct val="90000"/>
              </a:lnSpc>
              <a:spcBef>
                <a:spcPts val="1000"/>
              </a:spcBef>
              <a:buFont typeface="Arial"/>
              <a:buChar char="•"/>
            </a:pPr>
            <a:endParaRPr lang="en-US" dirty="0">
              <a:ea typeface="Calibri"/>
              <a:cs typeface="Calibri"/>
            </a:endParaRPr>
          </a:p>
          <a:p>
            <a:pPr marL="171450" indent="-171450">
              <a:lnSpc>
                <a:spcPct val="90000"/>
              </a:lnSpc>
              <a:spcBef>
                <a:spcPts val="1000"/>
              </a:spcBef>
              <a:buFont typeface="Arial"/>
              <a:buChar char="•"/>
            </a:pPr>
            <a:r>
              <a:rPr lang="en-US" b="1" dirty="0"/>
              <a:t> Describe what you learned or noticed about your organization by taking the organizational self-assessment? Who specifically do you plan on sharing this information with?</a:t>
            </a:r>
            <a:r>
              <a:rPr lang="en-US" dirty="0"/>
              <a:t> </a:t>
            </a:r>
            <a:r>
              <a:rPr lang="en-US" b="1" dirty="0"/>
              <a:t>How will you share this information?</a:t>
            </a:r>
            <a:r>
              <a:rPr lang="en-US" dirty="0"/>
              <a:t> </a:t>
            </a:r>
            <a:r>
              <a:rPr lang="en-US" b="1" dirty="0"/>
              <a:t>What other Support do you need? </a:t>
            </a:r>
            <a:r>
              <a:rPr lang="en-US" dirty="0"/>
              <a:t>We'll see you back here in a few minutes. </a:t>
            </a:r>
            <a:endParaRPr lang="en-US" b="1">
              <a:ea typeface="Calibri"/>
              <a:cs typeface="Calibri"/>
            </a:endParaRPr>
          </a:p>
        </p:txBody>
      </p:sp>
      <p:sp>
        <p:nvSpPr>
          <p:cNvPr id="4" name="Slide Number Placeholder 3">
            <a:extLst>
              <a:ext uri="{FF2B5EF4-FFF2-40B4-BE49-F238E27FC236}">
                <a16:creationId xmlns:a16="http://schemas.microsoft.com/office/drawing/2014/main" id="{F7A4DBE6-79EB-CB56-9D8E-67334B184363}"/>
              </a:ext>
            </a:extLst>
          </p:cNvPr>
          <p:cNvSpPr>
            <a:spLocks noGrp="1"/>
          </p:cNvSpPr>
          <p:nvPr>
            <p:ph type="sldNum" sz="quarter" idx="5"/>
          </p:nvPr>
        </p:nvSpPr>
        <p:spPr/>
        <p:txBody>
          <a:bodyPr/>
          <a:lstStyle/>
          <a:p>
            <a:fld id="{CB90D89B-D770-F648-BD56-FFC69AC3D72B}" type="slidenum">
              <a:rPr lang="en-US" smtClean="0"/>
              <a:t>11</a:t>
            </a:fld>
            <a:endParaRPr lang="en-US"/>
          </a:p>
        </p:txBody>
      </p:sp>
    </p:spTree>
    <p:extLst>
      <p:ext uri="{BB962C8B-B14F-4D97-AF65-F5344CB8AC3E}">
        <p14:creationId xmlns:p14="http://schemas.microsoft.com/office/powerpoint/2010/main" val="905041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462FC-82A0-13E9-D3FE-49947830FE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DD3547-B799-6A8F-C9E6-91DA302E7B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ACA38B-77CF-AA2C-8B00-899E67397F7D}"/>
              </a:ext>
            </a:extLst>
          </p:cNvPr>
          <p:cNvSpPr>
            <a:spLocks noGrp="1"/>
          </p:cNvSpPr>
          <p:nvPr>
            <p:ph type="dt" sz="half" idx="10"/>
          </p:nvPr>
        </p:nvSpPr>
        <p:spPr/>
        <p:txBody>
          <a:bodyPr/>
          <a:lstStyle/>
          <a:p>
            <a:fld id="{53BEF823-48A5-43FC-BE03-E79964288B41}" type="datetimeFigureOut">
              <a:rPr lang="en-US" smtClean="0"/>
              <a:t>3/24/2026</a:t>
            </a:fld>
            <a:endParaRPr lang="en-US"/>
          </a:p>
        </p:txBody>
      </p:sp>
      <p:sp>
        <p:nvSpPr>
          <p:cNvPr id="5" name="Footer Placeholder 4">
            <a:extLst>
              <a:ext uri="{FF2B5EF4-FFF2-40B4-BE49-F238E27FC236}">
                <a16:creationId xmlns:a16="http://schemas.microsoft.com/office/drawing/2014/main" id="{CC56C4FF-5CB2-2F66-C9F0-53C1CA2538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E2FDCC-451A-6CCB-7BE0-D74B994A2348}"/>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3998204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01B32-C847-CFE0-90FA-38AC766D13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33F3D2-6A4A-A9E5-4883-25305A6A52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0F2647-5CA0-11F4-FD8F-E7D857CB3530}"/>
              </a:ext>
            </a:extLst>
          </p:cNvPr>
          <p:cNvSpPr>
            <a:spLocks noGrp="1"/>
          </p:cNvSpPr>
          <p:nvPr>
            <p:ph type="dt" sz="half" idx="10"/>
          </p:nvPr>
        </p:nvSpPr>
        <p:spPr/>
        <p:txBody>
          <a:bodyPr/>
          <a:lstStyle/>
          <a:p>
            <a:pPr algn="r"/>
            <a:fld id="{53BEF823-48A5-43FC-BE03-E79964288B41}" type="datetimeFigureOut">
              <a:rPr lang="en-US" smtClean="0"/>
              <a:pPr algn="r"/>
              <a:t>3/24/2026</a:t>
            </a:fld>
            <a:endParaRPr lang="en-US"/>
          </a:p>
        </p:txBody>
      </p:sp>
      <p:sp>
        <p:nvSpPr>
          <p:cNvPr id="5" name="Footer Placeholder 4">
            <a:extLst>
              <a:ext uri="{FF2B5EF4-FFF2-40B4-BE49-F238E27FC236}">
                <a16:creationId xmlns:a16="http://schemas.microsoft.com/office/drawing/2014/main" id="{B13770C8-387A-E853-3ADC-852415B338B7}"/>
              </a:ext>
            </a:extLst>
          </p:cNvPr>
          <p:cNvSpPr>
            <a:spLocks noGrp="1"/>
          </p:cNvSpPr>
          <p:nvPr>
            <p:ph type="ftr" sz="quarter" idx="11"/>
          </p:nvPr>
        </p:nvSpPr>
        <p:spPr/>
        <p:txBody>
          <a:bodyPr/>
          <a:lstStyle/>
          <a:p>
            <a:pPr algn="l"/>
            <a:endParaRPr lang="en-US"/>
          </a:p>
        </p:txBody>
      </p:sp>
      <p:sp>
        <p:nvSpPr>
          <p:cNvPr id="6" name="Slide Number Placeholder 5">
            <a:extLst>
              <a:ext uri="{FF2B5EF4-FFF2-40B4-BE49-F238E27FC236}">
                <a16:creationId xmlns:a16="http://schemas.microsoft.com/office/drawing/2014/main" id="{70260926-2B57-C5E3-EFBA-A40CCC539552}"/>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3025500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1121-0091-3BC8-5483-9902FFD763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F94534-D56A-6273-E9C4-5F4420CBA2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31A834-7162-C500-CAAD-2DAE6F4A8031}"/>
              </a:ext>
            </a:extLst>
          </p:cNvPr>
          <p:cNvSpPr>
            <a:spLocks noGrp="1"/>
          </p:cNvSpPr>
          <p:nvPr>
            <p:ph type="dt" sz="half" idx="10"/>
          </p:nvPr>
        </p:nvSpPr>
        <p:spPr/>
        <p:txBody>
          <a:bodyPr/>
          <a:lstStyle/>
          <a:p>
            <a:pPr algn="r"/>
            <a:fld id="{53BEF823-48A5-43FC-BE03-E79964288B41}" type="datetimeFigureOut">
              <a:rPr lang="en-US" smtClean="0"/>
              <a:pPr algn="r"/>
              <a:t>3/24/2026</a:t>
            </a:fld>
            <a:endParaRPr lang="en-US"/>
          </a:p>
        </p:txBody>
      </p:sp>
      <p:sp>
        <p:nvSpPr>
          <p:cNvPr id="5" name="Footer Placeholder 4">
            <a:extLst>
              <a:ext uri="{FF2B5EF4-FFF2-40B4-BE49-F238E27FC236}">
                <a16:creationId xmlns:a16="http://schemas.microsoft.com/office/drawing/2014/main" id="{CA203766-E4DC-B2DD-B03A-C786D330FA6C}"/>
              </a:ext>
            </a:extLst>
          </p:cNvPr>
          <p:cNvSpPr>
            <a:spLocks noGrp="1"/>
          </p:cNvSpPr>
          <p:nvPr>
            <p:ph type="ftr" sz="quarter" idx="11"/>
          </p:nvPr>
        </p:nvSpPr>
        <p:spPr/>
        <p:txBody>
          <a:bodyPr/>
          <a:lstStyle/>
          <a:p>
            <a:pPr algn="l"/>
            <a:endParaRPr lang="en-US"/>
          </a:p>
        </p:txBody>
      </p:sp>
      <p:sp>
        <p:nvSpPr>
          <p:cNvPr id="6" name="Slide Number Placeholder 5">
            <a:extLst>
              <a:ext uri="{FF2B5EF4-FFF2-40B4-BE49-F238E27FC236}">
                <a16:creationId xmlns:a16="http://schemas.microsoft.com/office/drawing/2014/main" id="{8C2EDFD2-E052-0051-E86B-679014FEDDC9}"/>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569308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87D84-5515-3F79-4D8B-391CFFB9B9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813F73-A796-6387-88E6-57DB04AE66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23D191-92A8-52E3-8C81-32B8585CE0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49CB55-BDAA-A442-9E24-F342735CEF9F}"/>
              </a:ext>
            </a:extLst>
          </p:cNvPr>
          <p:cNvSpPr>
            <a:spLocks noGrp="1"/>
          </p:cNvSpPr>
          <p:nvPr>
            <p:ph type="dt" sz="half" idx="10"/>
          </p:nvPr>
        </p:nvSpPr>
        <p:spPr/>
        <p:txBody>
          <a:bodyPr/>
          <a:lstStyle/>
          <a:p>
            <a:pPr algn="r"/>
            <a:fld id="{53BEF823-48A5-43FC-BE03-E79964288B41}" type="datetimeFigureOut">
              <a:rPr lang="en-US" smtClean="0"/>
              <a:pPr algn="r"/>
              <a:t>3/24/2026</a:t>
            </a:fld>
            <a:endParaRPr lang="en-US"/>
          </a:p>
        </p:txBody>
      </p:sp>
      <p:sp>
        <p:nvSpPr>
          <p:cNvPr id="6" name="Footer Placeholder 5">
            <a:extLst>
              <a:ext uri="{FF2B5EF4-FFF2-40B4-BE49-F238E27FC236}">
                <a16:creationId xmlns:a16="http://schemas.microsoft.com/office/drawing/2014/main" id="{C648DAEE-458F-F8A9-6D2C-1655EAADCB07}"/>
              </a:ext>
            </a:extLst>
          </p:cNvPr>
          <p:cNvSpPr>
            <a:spLocks noGrp="1"/>
          </p:cNvSpPr>
          <p:nvPr>
            <p:ph type="ftr" sz="quarter" idx="11"/>
          </p:nvPr>
        </p:nvSpPr>
        <p:spPr/>
        <p:txBody>
          <a:bodyPr/>
          <a:lstStyle/>
          <a:p>
            <a:pPr algn="l"/>
            <a:endParaRPr lang="en-US"/>
          </a:p>
        </p:txBody>
      </p:sp>
      <p:sp>
        <p:nvSpPr>
          <p:cNvPr id="7" name="Slide Number Placeholder 6">
            <a:extLst>
              <a:ext uri="{FF2B5EF4-FFF2-40B4-BE49-F238E27FC236}">
                <a16:creationId xmlns:a16="http://schemas.microsoft.com/office/drawing/2014/main" id="{B91B18DA-097F-779A-4DE4-3B3289622AAC}"/>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823912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25029-5063-3635-ED82-14D5197C1A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2812FE-B8F7-5727-52AD-471BC828E1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D587C7-9FC6-22F8-6BE6-D6AA36F5EE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66FE0E-26F0-E378-D534-481F3EECEE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639FE3-4DB5-BAF1-48E7-885B3F725A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CD18CA-4CBE-CFA9-F670-991436DF755E}"/>
              </a:ext>
            </a:extLst>
          </p:cNvPr>
          <p:cNvSpPr>
            <a:spLocks noGrp="1"/>
          </p:cNvSpPr>
          <p:nvPr>
            <p:ph type="dt" sz="half" idx="10"/>
          </p:nvPr>
        </p:nvSpPr>
        <p:spPr/>
        <p:txBody>
          <a:bodyPr/>
          <a:lstStyle/>
          <a:p>
            <a:pPr algn="r"/>
            <a:fld id="{53BEF823-48A5-43FC-BE03-E79964288B41}" type="datetimeFigureOut">
              <a:rPr lang="en-US" smtClean="0"/>
              <a:pPr algn="r"/>
              <a:t>3/24/2026</a:t>
            </a:fld>
            <a:endParaRPr lang="en-US"/>
          </a:p>
        </p:txBody>
      </p:sp>
      <p:sp>
        <p:nvSpPr>
          <p:cNvPr id="8" name="Footer Placeholder 7">
            <a:extLst>
              <a:ext uri="{FF2B5EF4-FFF2-40B4-BE49-F238E27FC236}">
                <a16:creationId xmlns:a16="http://schemas.microsoft.com/office/drawing/2014/main" id="{50FA581D-DBCF-E937-2493-9F6F7B12874A}"/>
              </a:ext>
            </a:extLst>
          </p:cNvPr>
          <p:cNvSpPr>
            <a:spLocks noGrp="1"/>
          </p:cNvSpPr>
          <p:nvPr>
            <p:ph type="ftr" sz="quarter" idx="11"/>
          </p:nvPr>
        </p:nvSpPr>
        <p:spPr/>
        <p:txBody>
          <a:bodyPr/>
          <a:lstStyle/>
          <a:p>
            <a:pPr algn="l"/>
            <a:endParaRPr lang="en-US"/>
          </a:p>
        </p:txBody>
      </p:sp>
      <p:sp>
        <p:nvSpPr>
          <p:cNvPr id="9" name="Slide Number Placeholder 8">
            <a:extLst>
              <a:ext uri="{FF2B5EF4-FFF2-40B4-BE49-F238E27FC236}">
                <a16:creationId xmlns:a16="http://schemas.microsoft.com/office/drawing/2014/main" id="{F1B668FB-7246-F4B8-50DD-918038A513B3}"/>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4196351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EC5D4-6A80-FF45-A5FE-11F0302601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29BCFA-BD31-7010-4C31-CC2FB9235B57}"/>
              </a:ext>
            </a:extLst>
          </p:cNvPr>
          <p:cNvSpPr>
            <a:spLocks noGrp="1"/>
          </p:cNvSpPr>
          <p:nvPr>
            <p:ph type="dt" sz="half" idx="10"/>
          </p:nvPr>
        </p:nvSpPr>
        <p:spPr/>
        <p:txBody>
          <a:bodyPr/>
          <a:lstStyle/>
          <a:p>
            <a:pPr algn="r"/>
            <a:fld id="{53BEF823-48A5-43FC-BE03-E79964288B41}" type="datetimeFigureOut">
              <a:rPr lang="en-US" smtClean="0"/>
              <a:pPr algn="r"/>
              <a:t>3/24/2026</a:t>
            </a:fld>
            <a:endParaRPr lang="en-US"/>
          </a:p>
        </p:txBody>
      </p:sp>
      <p:sp>
        <p:nvSpPr>
          <p:cNvPr id="4" name="Footer Placeholder 3">
            <a:extLst>
              <a:ext uri="{FF2B5EF4-FFF2-40B4-BE49-F238E27FC236}">
                <a16:creationId xmlns:a16="http://schemas.microsoft.com/office/drawing/2014/main" id="{59AF4186-CE51-448A-A51B-BC3DC65915B7}"/>
              </a:ext>
            </a:extLst>
          </p:cNvPr>
          <p:cNvSpPr>
            <a:spLocks noGrp="1"/>
          </p:cNvSpPr>
          <p:nvPr>
            <p:ph type="ftr" sz="quarter" idx="11"/>
          </p:nvPr>
        </p:nvSpPr>
        <p:spPr/>
        <p:txBody>
          <a:bodyPr/>
          <a:lstStyle/>
          <a:p>
            <a:pPr algn="l"/>
            <a:endParaRPr lang="en-US"/>
          </a:p>
        </p:txBody>
      </p:sp>
      <p:sp>
        <p:nvSpPr>
          <p:cNvPr id="5" name="Slide Number Placeholder 4">
            <a:extLst>
              <a:ext uri="{FF2B5EF4-FFF2-40B4-BE49-F238E27FC236}">
                <a16:creationId xmlns:a16="http://schemas.microsoft.com/office/drawing/2014/main" id="{B938A5E4-AEC3-09EF-6973-F3A77992DED4}"/>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620287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A5EA41-DC02-551B-774C-4D06692402A4}"/>
              </a:ext>
            </a:extLst>
          </p:cNvPr>
          <p:cNvSpPr>
            <a:spLocks noGrp="1"/>
          </p:cNvSpPr>
          <p:nvPr>
            <p:ph type="dt" sz="half" idx="10"/>
          </p:nvPr>
        </p:nvSpPr>
        <p:spPr/>
        <p:txBody>
          <a:bodyPr/>
          <a:lstStyle/>
          <a:p>
            <a:pPr algn="r"/>
            <a:fld id="{53BEF823-48A5-43FC-BE03-E79964288B41}" type="datetimeFigureOut">
              <a:rPr lang="en-US" smtClean="0"/>
              <a:pPr algn="r"/>
              <a:t>3/24/2026</a:t>
            </a:fld>
            <a:endParaRPr lang="en-US"/>
          </a:p>
        </p:txBody>
      </p:sp>
      <p:sp>
        <p:nvSpPr>
          <p:cNvPr id="3" name="Footer Placeholder 2">
            <a:extLst>
              <a:ext uri="{FF2B5EF4-FFF2-40B4-BE49-F238E27FC236}">
                <a16:creationId xmlns:a16="http://schemas.microsoft.com/office/drawing/2014/main" id="{31C58996-DA0B-C874-56CC-F031EB2B0EE4}"/>
              </a:ext>
            </a:extLst>
          </p:cNvPr>
          <p:cNvSpPr>
            <a:spLocks noGrp="1"/>
          </p:cNvSpPr>
          <p:nvPr>
            <p:ph type="ftr" sz="quarter" idx="11"/>
          </p:nvPr>
        </p:nvSpPr>
        <p:spPr/>
        <p:txBody>
          <a:bodyPr/>
          <a:lstStyle/>
          <a:p>
            <a:pPr algn="l"/>
            <a:endParaRPr lang="en-US"/>
          </a:p>
        </p:txBody>
      </p:sp>
      <p:sp>
        <p:nvSpPr>
          <p:cNvPr id="4" name="Slide Number Placeholder 3">
            <a:extLst>
              <a:ext uri="{FF2B5EF4-FFF2-40B4-BE49-F238E27FC236}">
                <a16:creationId xmlns:a16="http://schemas.microsoft.com/office/drawing/2014/main" id="{7073644F-32D0-A471-50DE-47F9D54DACA4}"/>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2649901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1F3F3-0F89-168A-FADD-D49F1C6A3C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80F5D7-F1CD-E358-D761-0205481576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EB8B25-75CA-774C-11C9-033011DD41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90A1BA-726F-5B5D-BBB3-C9F3E0FE4AB2}"/>
              </a:ext>
            </a:extLst>
          </p:cNvPr>
          <p:cNvSpPr>
            <a:spLocks noGrp="1"/>
          </p:cNvSpPr>
          <p:nvPr>
            <p:ph type="dt" sz="half" idx="10"/>
          </p:nvPr>
        </p:nvSpPr>
        <p:spPr/>
        <p:txBody>
          <a:bodyPr/>
          <a:lstStyle/>
          <a:p>
            <a:pPr algn="r"/>
            <a:fld id="{53BEF823-48A5-43FC-BE03-E79964288B41}" type="datetimeFigureOut">
              <a:rPr lang="en-US" smtClean="0"/>
              <a:pPr algn="r"/>
              <a:t>3/24/2026</a:t>
            </a:fld>
            <a:endParaRPr lang="en-US"/>
          </a:p>
        </p:txBody>
      </p:sp>
      <p:sp>
        <p:nvSpPr>
          <p:cNvPr id="6" name="Footer Placeholder 5">
            <a:extLst>
              <a:ext uri="{FF2B5EF4-FFF2-40B4-BE49-F238E27FC236}">
                <a16:creationId xmlns:a16="http://schemas.microsoft.com/office/drawing/2014/main" id="{35480300-A349-3A9D-9311-59CA3704F62C}"/>
              </a:ext>
            </a:extLst>
          </p:cNvPr>
          <p:cNvSpPr>
            <a:spLocks noGrp="1"/>
          </p:cNvSpPr>
          <p:nvPr>
            <p:ph type="ftr" sz="quarter" idx="11"/>
          </p:nvPr>
        </p:nvSpPr>
        <p:spPr/>
        <p:txBody>
          <a:bodyPr/>
          <a:lstStyle/>
          <a:p>
            <a:pPr algn="l"/>
            <a:endParaRPr lang="en-US"/>
          </a:p>
        </p:txBody>
      </p:sp>
      <p:sp>
        <p:nvSpPr>
          <p:cNvPr id="7" name="Slide Number Placeholder 6">
            <a:extLst>
              <a:ext uri="{FF2B5EF4-FFF2-40B4-BE49-F238E27FC236}">
                <a16:creationId xmlns:a16="http://schemas.microsoft.com/office/drawing/2014/main" id="{A3ED07B3-6ADC-41DE-32FE-D5AA84FD35BA}"/>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3133693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2BAFB-E998-4ACD-C4F1-7F8E2CD569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30016A-E589-0945-5AFB-C60C692EC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1B5DE4-CF28-04E4-8CE4-9168A00B2B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05A520-603D-4B9B-B991-0E286C64BA87}"/>
              </a:ext>
            </a:extLst>
          </p:cNvPr>
          <p:cNvSpPr>
            <a:spLocks noGrp="1"/>
          </p:cNvSpPr>
          <p:nvPr>
            <p:ph type="dt" sz="half" idx="10"/>
          </p:nvPr>
        </p:nvSpPr>
        <p:spPr/>
        <p:txBody>
          <a:bodyPr/>
          <a:lstStyle/>
          <a:p>
            <a:pPr algn="r"/>
            <a:fld id="{53BEF823-48A5-43FC-BE03-E79964288B41}" type="datetimeFigureOut">
              <a:rPr lang="en-US" smtClean="0"/>
              <a:pPr algn="r"/>
              <a:t>3/24/2026</a:t>
            </a:fld>
            <a:endParaRPr lang="en-US"/>
          </a:p>
        </p:txBody>
      </p:sp>
      <p:sp>
        <p:nvSpPr>
          <p:cNvPr id="6" name="Footer Placeholder 5">
            <a:extLst>
              <a:ext uri="{FF2B5EF4-FFF2-40B4-BE49-F238E27FC236}">
                <a16:creationId xmlns:a16="http://schemas.microsoft.com/office/drawing/2014/main" id="{CBC823FC-8A2C-2C70-23B1-6EEE5060EF46}"/>
              </a:ext>
            </a:extLst>
          </p:cNvPr>
          <p:cNvSpPr>
            <a:spLocks noGrp="1"/>
          </p:cNvSpPr>
          <p:nvPr>
            <p:ph type="ftr" sz="quarter" idx="11"/>
          </p:nvPr>
        </p:nvSpPr>
        <p:spPr/>
        <p:txBody>
          <a:bodyPr/>
          <a:lstStyle/>
          <a:p>
            <a:pPr algn="l"/>
            <a:endParaRPr lang="en-US"/>
          </a:p>
        </p:txBody>
      </p:sp>
      <p:sp>
        <p:nvSpPr>
          <p:cNvPr id="7" name="Slide Number Placeholder 6">
            <a:extLst>
              <a:ext uri="{FF2B5EF4-FFF2-40B4-BE49-F238E27FC236}">
                <a16:creationId xmlns:a16="http://schemas.microsoft.com/office/drawing/2014/main" id="{91596FEE-E22E-6A12-697E-F10772EEEBE8}"/>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93398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197C-C348-239D-A970-1985697090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CD53BD-037C-B7A0-CC4C-715B11074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818DA2-B5C6-6E63-35D6-9A4EE0B0E1E7}"/>
              </a:ext>
            </a:extLst>
          </p:cNvPr>
          <p:cNvSpPr>
            <a:spLocks noGrp="1"/>
          </p:cNvSpPr>
          <p:nvPr>
            <p:ph type="dt" sz="half" idx="10"/>
          </p:nvPr>
        </p:nvSpPr>
        <p:spPr/>
        <p:txBody>
          <a:bodyPr/>
          <a:lstStyle/>
          <a:p>
            <a:pPr algn="r"/>
            <a:fld id="{53BEF823-48A5-43FC-BE03-E79964288B41}" type="datetimeFigureOut">
              <a:rPr lang="en-US" smtClean="0"/>
              <a:pPr algn="r"/>
              <a:t>3/24/2026</a:t>
            </a:fld>
            <a:endParaRPr lang="en-US"/>
          </a:p>
        </p:txBody>
      </p:sp>
      <p:sp>
        <p:nvSpPr>
          <p:cNvPr id="5" name="Footer Placeholder 4">
            <a:extLst>
              <a:ext uri="{FF2B5EF4-FFF2-40B4-BE49-F238E27FC236}">
                <a16:creationId xmlns:a16="http://schemas.microsoft.com/office/drawing/2014/main" id="{B8F71AC2-1C93-C6D3-22F5-FBFF8D95BEE5}"/>
              </a:ext>
            </a:extLst>
          </p:cNvPr>
          <p:cNvSpPr>
            <a:spLocks noGrp="1"/>
          </p:cNvSpPr>
          <p:nvPr>
            <p:ph type="ftr" sz="quarter" idx="11"/>
          </p:nvPr>
        </p:nvSpPr>
        <p:spPr/>
        <p:txBody>
          <a:bodyPr/>
          <a:lstStyle/>
          <a:p>
            <a:pPr algn="l"/>
            <a:endParaRPr lang="en-US"/>
          </a:p>
        </p:txBody>
      </p:sp>
      <p:sp>
        <p:nvSpPr>
          <p:cNvPr id="6" name="Slide Number Placeholder 5">
            <a:extLst>
              <a:ext uri="{FF2B5EF4-FFF2-40B4-BE49-F238E27FC236}">
                <a16:creationId xmlns:a16="http://schemas.microsoft.com/office/drawing/2014/main" id="{019A1FCC-B215-13F1-AAED-C08F2F5394CE}"/>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941893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45166C-7177-D8BE-CB27-355A35AEEC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25F881-399C-61EC-346A-BC89B3D5C8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5E3AF4-90BB-EAAB-B343-CE14512BC310}"/>
              </a:ext>
            </a:extLst>
          </p:cNvPr>
          <p:cNvSpPr>
            <a:spLocks noGrp="1"/>
          </p:cNvSpPr>
          <p:nvPr>
            <p:ph type="dt" sz="half" idx="10"/>
          </p:nvPr>
        </p:nvSpPr>
        <p:spPr/>
        <p:txBody>
          <a:bodyPr/>
          <a:lstStyle/>
          <a:p>
            <a:pPr algn="r"/>
            <a:fld id="{53BEF823-48A5-43FC-BE03-E79964288B41}" type="datetimeFigureOut">
              <a:rPr lang="en-US" smtClean="0"/>
              <a:pPr algn="r"/>
              <a:t>3/24/2026</a:t>
            </a:fld>
            <a:endParaRPr lang="en-US"/>
          </a:p>
        </p:txBody>
      </p:sp>
      <p:sp>
        <p:nvSpPr>
          <p:cNvPr id="5" name="Footer Placeholder 4">
            <a:extLst>
              <a:ext uri="{FF2B5EF4-FFF2-40B4-BE49-F238E27FC236}">
                <a16:creationId xmlns:a16="http://schemas.microsoft.com/office/drawing/2014/main" id="{32C1CA09-EF69-51DD-C139-C69933679EE4}"/>
              </a:ext>
            </a:extLst>
          </p:cNvPr>
          <p:cNvSpPr>
            <a:spLocks noGrp="1"/>
          </p:cNvSpPr>
          <p:nvPr>
            <p:ph type="ftr" sz="quarter" idx="11"/>
          </p:nvPr>
        </p:nvSpPr>
        <p:spPr/>
        <p:txBody>
          <a:bodyPr/>
          <a:lstStyle/>
          <a:p>
            <a:pPr algn="l"/>
            <a:endParaRPr lang="en-US"/>
          </a:p>
        </p:txBody>
      </p:sp>
      <p:sp>
        <p:nvSpPr>
          <p:cNvPr id="6" name="Slide Number Placeholder 5">
            <a:extLst>
              <a:ext uri="{FF2B5EF4-FFF2-40B4-BE49-F238E27FC236}">
                <a16:creationId xmlns:a16="http://schemas.microsoft.com/office/drawing/2014/main" id="{2EFDBEE8-C683-6EE3-A437-574F3B7B7070}"/>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3503879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5E314-0EB5-3E76-CFBD-A36C1E83CC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EB1ACD-C61F-E726-F786-8C194048F4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0DBE39-3656-7D9E-C1EF-EC75E7DD6E4B}"/>
              </a:ext>
            </a:extLst>
          </p:cNvPr>
          <p:cNvSpPr>
            <a:spLocks noGrp="1"/>
          </p:cNvSpPr>
          <p:nvPr>
            <p:ph type="dt" sz="half" idx="10"/>
          </p:nvPr>
        </p:nvSpPr>
        <p:spPr>
          <a:xfrm>
            <a:off x="838200" y="6356350"/>
            <a:ext cx="2743200" cy="365125"/>
          </a:xfrm>
          <a:prstGeom prst="rect">
            <a:avLst/>
          </a:prstGeom>
        </p:spPr>
        <p:txBody>
          <a:bodyPr/>
          <a:lstStyle/>
          <a:p>
            <a:fld id="{53BEF823-48A5-43FC-BE03-E79964288B41}" type="datetimeFigureOut">
              <a:rPr lang="en-US" smtClean="0"/>
              <a:t>3/24/2026</a:t>
            </a:fld>
            <a:endParaRPr lang="en-US"/>
          </a:p>
        </p:txBody>
      </p:sp>
      <p:sp>
        <p:nvSpPr>
          <p:cNvPr id="5" name="Footer Placeholder 4">
            <a:extLst>
              <a:ext uri="{FF2B5EF4-FFF2-40B4-BE49-F238E27FC236}">
                <a16:creationId xmlns:a16="http://schemas.microsoft.com/office/drawing/2014/main" id="{4B488711-D6E8-DEF8-17D8-0ADD3B2A36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9EC744D-4C10-7EE7-4BE8-C10182DEA3A1}"/>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9" name="Picture 8">
            <a:extLst>
              <a:ext uri="{FF2B5EF4-FFF2-40B4-BE49-F238E27FC236}">
                <a16:creationId xmlns:a16="http://schemas.microsoft.com/office/drawing/2014/main" id="{FD436B64-CE55-59AA-7233-ADD26AB71569}"/>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177805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D0760-CE73-55AD-3FC7-4901BE3A9B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0A4647-1574-BD61-3C55-60F25F7707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15779-CF89-6520-AED6-65D1FED84CD9}"/>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3/24/2026</a:t>
            </a:fld>
            <a:endParaRPr lang="en-US"/>
          </a:p>
        </p:txBody>
      </p:sp>
      <p:sp>
        <p:nvSpPr>
          <p:cNvPr id="5" name="Footer Placeholder 4">
            <a:extLst>
              <a:ext uri="{FF2B5EF4-FFF2-40B4-BE49-F238E27FC236}">
                <a16:creationId xmlns:a16="http://schemas.microsoft.com/office/drawing/2014/main" id="{D8F7731F-4BCB-5DE2-04D5-E2A9F0BEA132}"/>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6" name="Slide Number Placeholder 5">
            <a:extLst>
              <a:ext uri="{FF2B5EF4-FFF2-40B4-BE49-F238E27FC236}">
                <a16:creationId xmlns:a16="http://schemas.microsoft.com/office/drawing/2014/main" id="{1B5F5FA6-52FD-8AD6-05C7-3049208FD356}"/>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8" name="Picture 7">
            <a:extLst>
              <a:ext uri="{FF2B5EF4-FFF2-40B4-BE49-F238E27FC236}">
                <a16:creationId xmlns:a16="http://schemas.microsoft.com/office/drawing/2014/main" id="{4FA3F1FE-E984-3B20-D3C4-684441A4DA35}"/>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54418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8B283-D171-269D-AFA1-55AB89B80A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BB1955-E1AB-A77F-DBFD-898BEB4529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61B299-70A6-CA15-C347-3EB470D3B4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820BE5-B765-6B06-CC08-7BD62EE87899}"/>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3/24/2026</a:t>
            </a:fld>
            <a:endParaRPr lang="en-US"/>
          </a:p>
        </p:txBody>
      </p:sp>
      <p:sp>
        <p:nvSpPr>
          <p:cNvPr id="6" name="Footer Placeholder 5">
            <a:extLst>
              <a:ext uri="{FF2B5EF4-FFF2-40B4-BE49-F238E27FC236}">
                <a16:creationId xmlns:a16="http://schemas.microsoft.com/office/drawing/2014/main" id="{D1F78A8F-51E6-C89A-6F75-8D72461BC16E}"/>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7" name="Slide Number Placeholder 6">
            <a:extLst>
              <a:ext uri="{FF2B5EF4-FFF2-40B4-BE49-F238E27FC236}">
                <a16:creationId xmlns:a16="http://schemas.microsoft.com/office/drawing/2014/main" id="{35DA067F-7E9F-381F-9CB3-FD9A26CE3694}"/>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9" name="Picture 8">
            <a:extLst>
              <a:ext uri="{FF2B5EF4-FFF2-40B4-BE49-F238E27FC236}">
                <a16:creationId xmlns:a16="http://schemas.microsoft.com/office/drawing/2014/main" id="{10AF01B5-FD7D-7FA5-F805-0F2FCF274CA4}"/>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4939941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142C1-2CA8-4658-B998-00B9080E45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087D8B-1113-BD3E-6A7E-CD51D393E4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DA2535-4DC5-035D-6D67-4E4B015B0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0A0E81-D1FE-9638-A58A-5A77911B39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26EF0-A42C-04B6-F3B0-BCC3BB5CA6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05D005-8FF8-2F28-1C11-6832C7EF297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3/24/2026</a:t>
            </a:fld>
            <a:endParaRPr lang="en-US"/>
          </a:p>
        </p:txBody>
      </p:sp>
      <p:sp>
        <p:nvSpPr>
          <p:cNvPr id="8" name="Footer Placeholder 7">
            <a:extLst>
              <a:ext uri="{FF2B5EF4-FFF2-40B4-BE49-F238E27FC236}">
                <a16:creationId xmlns:a16="http://schemas.microsoft.com/office/drawing/2014/main" id="{D8B206F2-2C43-E0D6-792F-3278C4675609}"/>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9" name="Slide Number Placeholder 8">
            <a:extLst>
              <a:ext uri="{FF2B5EF4-FFF2-40B4-BE49-F238E27FC236}">
                <a16:creationId xmlns:a16="http://schemas.microsoft.com/office/drawing/2014/main" id="{4D91EB66-DD42-CFCF-72C0-8C92190BF7D9}"/>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11" name="Picture 10">
            <a:extLst>
              <a:ext uri="{FF2B5EF4-FFF2-40B4-BE49-F238E27FC236}">
                <a16:creationId xmlns:a16="http://schemas.microsoft.com/office/drawing/2014/main" id="{E10B9CAD-EF0C-0CB2-EF81-E419B5DA9AA4}"/>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256420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714D7-DFF2-676D-9EB5-488B525CFC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71FE1C-BA44-F269-4382-C3B7EF89290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3/24/2026</a:t>
            </a:fld>
            <a:endParaRPr lang="en-US"/>
          </a:p>
        </p:txBody>
      </p:sp>
      <p:sp>
        <p:nvSpPr>
          <p:cNvPr id="4" name="Footer Placeholder 3">
            <a:extLst>
              <a:ext uri="{FF2B5EF4-FFF2-40B4-BE49-F238E27FC236}">
                <a16:creationId xmlns:a16="http://schemas.microsoft.com/office/drawing/2014/main" id="{3E037DDA-E9D3-B6D3-ADCD-3FFA385AE25D}"/>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5" name="Slide Number Placeholder 4">
            <a:extLst>
              <a:ext uri="{FF2B5EF4-FFF2-40B4-BE49-F238E27FC236}">
                <a16:creationId xmlns:a16="http://schemas.microsoft.com/office/drawing/2014/main" id="{21F35C99-0411-5521-B1E8-B87886B048DA}"/>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7" name="Picture 6">
            <a:extLst>
              <a:ext uri="{FF2B5EF4-FFF2-40B4-BE49-F238E27FC236}">
                <a16:creationId xmlns:a16="http://schemas.microsoft.com/office/drawing/2014/main" id="{40FC3ED7-E7E5-D674-8A95-938E8800CA02}"/>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38426534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9"/>
        <p:cNvGrpSpPr/>
        <p:nvPr/>
      </p:nvGrpSpPr>
      <p:grpSpPr>
        <a:xfrm>
          <a:off x="0" y="0"/>
          <a:ext cx="0" cy="0"/>
          <a:chOff x="0" y="0"/>
          <a:chExt cx="0" cy="0"/>
        </a:xfrm>
      </p:grpSpPr>
      <p:sp>
        <p:nvSpPr>
          <p:cNvPr id="4" name="Rectangle 3">
            <a:extLst>
              <a:ext uri="{FF2B5EF4-FFF2-40B4-BE49-F238E27FC236}">
                <a16:creationId xmlns:a16="http://schemas.microsoft.com/office/drawing/2014/main" id="{C1DF4BD5-3B5F-635C-0AA7-D36104799185}"/>
              </a:ext>
            </a:extLst>
          </p:cNvPr>
          <p:cNvSpPr/>
          <p:nvPr/>
        </p:nvSpPr>
        <p:spPr>
          <a:xfrm>
            <a:off x="0" y="6223249"/>
            <a:ext cx="12192000" cy="63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p:cNvSpPr>
            <a:spLocks noGrp="1"/>
          </p:cNvSpPr>
          <p:nvPr>
            <p:ph type="body" sz="quarter" idx="10"/>
          </p:nvPr>
        </p:nvSpPr>
        <p:spPr>
          <a:xfrm>
            <a:off x="6324602" y="1054100"/>
            <a:ext cx="5562598" cy="4991100"/>
          </a:xfrm>
          <a:prstGeom prst="rect">
            <a:avLst/>
          </a:prstGeom>
        </p:spPr>
        <p:txBody>
          <a:bodyPr>
            <a:normAutofit/>
          </a:bodyPr>
          <a:lstStyle>
            <a:lvl1pPr marL="152396" indent="0">
              <a:spcAft>
                <a:spcPts val="400"/>
              </a:spcAft>
              <a:buFontTx/>
              <a:buNone/>
              <a:defRPr sz="2800">
                <a:latin typeface="Open Sans" panose="020B0606030504020204" pitchFamily="34" charset="0"/>
                <a:ea typeface="Open Sans" panose="020B0606030504020204" pitchFamily="34" charset="0"/>
                <a:cs typeface="Open Sans" panose="020B0606030504020204" pitchFamily="34" charset="0"/>
              </a:defRPr>
            </a:lvl1pPr>
            <a:lvl2pPr marL="685783" indent="-304792">
              <a:spcBef>
                <a:spcPts val="400"/>
              </a:spcBef>
              <a:spcAft>
                <a:spcPts val="400"/>
              </a:spcAft>
              <a:buFont typeface="Arial" charset="0"/>
              <a:buChar char="•"/>
              <a:tabLst/>
              <a:defRPr sz="2800">
                <a:latin typeface="Open Sans" panose="020B0606030504020204" pitchFamily="34" charset="0"/>
                <a:ea typeface="Open Sans" panose="020B0606030504020204" pitchFamily="34" charset="0"/>
                <a:cs typeface="Open Sans" panose="020B0606030504020204" pitchFamily="34" charset="0"/>
              </a:defRPr>
            </a:lvl2pPr>
            <a:lvl3pPr marL="1221287" indent="-383108">
              <a:spcBef>
                <a:spcPts val="400"/>
              </a:spcBef>
              <a:spcAft>
                <a:spcPts val="400"/>
              </a:spcAft>
              <a:tabLst/>
              <a:defRPr sz="2800">
                <a:latin typeface="Open Sans" panose="020B0606030504020204" pitchFamily="34" charset="0"/>
                <a:ea typeface="Open Sans" panose="020B0606030504020204" pitchFamily="34" charset="0"/>
                <a:cs typeface="Open Sans" panose="020B0606030504020204" pitchFamily="34" charset="0"/>
              </a:defRPr>
            </a:lvl3pPr>
            <a:lvl4pPr marL="1907070" indent="-380990">
              <a:spcBef>
                <a:spcPts val="400"/>
              </a:spcBef>
              <a:spcAft>
                <a:spcPts val="400"/>
              </a:spcAft>
              <a:buSzPct val="100000"/>
              <a:buFont typeface="ArialMT" charset="0"/>
              <a:buChar char="»"/>
              <a:tabLst/>
              <a:defRPr sz="2800">
                <a:latin typeface="Open Sans" panose="020B0606030504020204" pitchFamily="34" charset="0"/>
                <a:ea typeface="Open Sans" panose="020B0606030504020204" pitchFamily="34" charset="0"/>
                <a:cs typeface="Open Sans" panose="020B0606030504020204" pitchFamily="34" charset="0"/>
              </a:defRPr>
            </a:lvl4pPr>
            <a:lvl5pPr marL="2366374" indent="-306910">
              <a:spcBef>
                <a:spcPts val="400"/>
              </a:spcBef>
              <a:spcAft>
                <a:spcPts val="400"/>
              </a:spcAft>
              <a:tabLst/>
              <a:defRPr sz="28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5218FECC-B578-CFD9-C7B9-78F9177C1AD6}"/>
              </a:ext>
            </a:extLst>
          </p:cNvPr>
          <p:cNvSpPr>
            <a:spLocks noGrp="1"/>
          </p:cNvSpPr>
          <p:nvPr>
            <p:ph type="pic" sz="quarter" idx="11"/>
          </p:nvPr>
        </p:nvSpPr>
        <p:spPr>
          <a:xfrm>
            <a:off x="0" y="0"/>
            <a:ext cx="5867400" cy="6858000"/>
          </a:xfrm>
        </p:spPr>
        <p:txBody>
          <a:bodyPr/>
          <a:lstStyle/>
          <a:p>
            <a:r>
              <a:rPr lang="en-US"/>
              <a:t>Click icon to add picture</a:t>
            </a:r>
          </a:p>
        </p:txBody>
      </p:sp>
      <p:pic>
        <p:nvPicPr>
          <p:cNvPr id="3" name="Picture 2">
            <a:extLst>
              <a:ext uri="{FF2B5EF4-FFF2-40B4-BE49-F238E27FC236}">
                <a16:creationId xmlns:a16="http://schemas.microsoft.com/office/drawing/2014/main" id="{82A08CF5-3E9F-5B5E-9A0A-3DD222C949FF}"/>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7570229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block with full picture block on left">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B46D7986-4560-C024-D635-6E64368AD44A}"/>
              </a:ext>
            </a:extLst>
          </p:cNvPr>
          <p:cNvSpPr>
            <a:spLocks noGrp="1" noChangeAspect="1"/>
          </p:cNvSpPr>
          <p:nvPr>
            <p:ph type="pic" sz="quarter" idx="20"/>
          </p:nvPr>
        </p:nvSpPr>
        <p:spPr>
          <a:xfrm>
            <a:off x="0" y="0"/>
            <a:ext cx="6769419" cy="6858000"/>
          </a:xfrm>
          <a:noFill/>
        </p:spPr>
        <p:txBody>
          <a:bodyPr anchor="ctr" anchorCtr="0">
            <a:normAutofit/>
          </a:bodyPr>
          <a:lstStyle/>
          <a:p>
            <a:r>
              <a:rPr lang="en-US"/>
              <a:t>Click icon to add picture</a:t>
            </a:r>
          </a:p>
        </p:txBody>
      </p:sp>
      <p:sp>
        <p:nvSpPr>
          <p:cNvPr id="6" name="Text Placeholder 2">
            <a:extLst>
              <a:ext uri="{FF2B5EF4-FFF2-40B4-BE49-F238E27FC236}">
                <a16:creationId xmlns:a16="http://schemas.microsoft.com/office/drawing/2014/main" id="{740D7550-10B8-25C8-F5EB-1B7A2C19650F}"/>
              </a:ext>
            </a:extLst>
          </p:cNvPr>
          <p:cNvSpPr>
            <a:spLocks noGrp="1"/>
          </p:cNvSpPr>
          <p:nvPr>
            <p:ph type="body" idx="21"/>
          </p:nvPr>
        </p:nvSpPr>
        <p:spPr>
          <a:xfrm>
            <a:off x="7412547" y="5369794"/>
            <a:ext cx="4182046" cy="392922"/>
          </a:xfrm>
          <a:noFill/>
        </p:spPr>
        <p:txBody>
          <a:bodyPr lIns="0" tIns="0" rIns="0" bIns="0" anchor="ctr">
            <a:normAutofit/>
          </a:bodyPr>
          <a:lstStyle>
            <a:lvl1pPr marL="0" indent="0">
              <a:buNone/>
              <a:defRPr sz="12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D52E4ACD-E01C-7699-66CF-79924E9F2A08}"/>
              </a:ext>
            </a:extLst>
          </p:cNvPr>
          <p:cNvSpPr>
            <a:spLocks noGrp="1"/>
          </p:cNvSpPr>
          <p:nvPr>
            <p:ph type="title"/>
          </p:nvPr>
        </p:nvSpPr>
        <p:spPr>
          <a:xfrm>
            <a:off x="7412547" y="1704848"/>
            <a:ext cx="4182046" cy="2743200"/>
          </a:xfrm>
        </p:spPr>
        <p:txBody>
          <a:bodyPr>
            <a:normAutofit/>
          </a:bodyPr>
          <a:lstStyle>
            <a:lvl1pPr>
              <a:defRPr sz="3600"/>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7F06C1AB-C470-CFA3-1ED7-BAA644D97CA8}"/>
              </a:ext>
            </a:extLst>
          </p:cNvPr>
          <p:cNvSpPr/>
          <p:nvPr/>
        </p:nvSpPr>
        <p:spPr>
          <a:xfrm>
            <a:off x="0" y="6223249"/>
            <a:ext cx="12192000" cy="63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0BF51F5-5533-CA7C-BA9E-F558F439A06A}"/>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373778048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E3335-324B-6B97-7E89-94C4DE7E5BB3}"/>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3/24/2026</a:t>
            </a:fld>
            <a:endParaRPr lang="en-US"/>
          </a:p>
        </p:txBody>
      </p:sp>
      <p:sp>
        <p:nvSpPr>
          <p:cNvPr id="3" name="Footer Placeholder 2">
            <a:extLst>
              <a:ext uri="{FF2B5EF4-FFF2-40B4-BE49-F238E27FC236}">
                <a16:creationId xmlns:a16="http://schemas.microsoft.com/office/drawing/2014/main" id="{99727ED7-07D8-DDBA-5FE7-3E011B76B51B}"/>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4" name="Slide Number Placeholder 3">
            <a:extLst>
              <a:ext uri="{FF2B5EF4-FFF2-40B4-BE49-F238E27FC236}">
                <a16:creationId xmlns:a16="http://schemas.microsoft.com/office/drawing/2014/main" id="{A68C0E7F-DE0B-8714-3E58-F9A778E21F2D}"/>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9309357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0BC05-3EE9-18C6-69F1-8618A4CFCB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A92E1D-D6F3-3C94-94AA-004EB8B24F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E8801C-5159-EF96-1B67-30FCF4CF1B3A}"/>
              </a:ext>
            </a:extLst>
          </p:cNvPr>
          <p:cNvSpPr>
            <a:spLocks noGrp="1"/>
          </p:cNvSpPr>
          <p:nvPr>
            <p:ph type="dt" sz="half" idx="10"/>
          </p:nvPr>
        </p:nvSpPr>
        <p:spPr>
          <a:xfrm>
            <a:off x="838200" y="6356350"/>
            <a:ext cx="2743200" cy="365125"/>
          </a:xfrm>
          <a:prstGeom prst="rect">
            <a:avLst/>
          </a:prstGeom>
        </p:spPr>
        <p:txBody>
          <a:bodyPr/>
          <a:lstStyle/>
          <a:p>
            <a:pPr>
              <a:defRPr/>
            </a:pPr>
            <a:fld id="{C84F54DC-3EC3-43B7-A330-47B5B8BF08D2}" type="datetime1">
              <a:rPr lang="en-US" smtClean="0"/>
              <a:pPr>
                <a:defRPr/>
              </a:pPr>
              <a:t>3/24/2026</a:t>
            </a:fld>
            <a:endParaRPr lang="en-US"/>
          </a:p>
        </p:txBody>
      </p:sp>
      <p:sp>
        <p:nvSpPr>
          <p:cNvPr id="5" name="Footer Placeholder 4">
            <a:extLst>
              <a:ext uri="{FF2B5EF4-FFF2-40B4-BE49-F238E27FC236}">
                <a16:creationId xmlns:a16="http://schemas.microsoft.com/office/drawing/2014/main" id="{E9970B42-E5C3-C716-DE05-B27035B93B11}"/>
              </a:ext>
            </a:extLst>
          </p:cNvPr>
          <p:cNvSpPr>
            <a:spLocks noGrp="1"/>
          </p:cNvSpPr>
          <p:nvPr>
            <p:ph type="ftr" sz="quarter" idx="11"/>
          </p:nvPr>
        </p:nvSpPr>
        <p:spPr>
          <a:xfrm>
            <a:off x="4038600" y="6356350"/>
            <a:ext cx="41148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10537C52-DDB0-E9D2-D508-1D042C3B8944}"/>
              </a:ext>
            </a:extLst>
          </p:cNvPr>
          <p:cNvSpPr>
            <a:spLocks noGrp="1"/>
          </p:cNvSpPr>
          <p:nvPr>
            <p:ph type="sldNum" sz="quarter" idx="12"/>
          </p:nvPr>
        </p:nvSpPr>
        <p:spPr>
          <a:xfrm>
            <a:off x="8610600" y="6356350"/>
            <a:ext cx="2743200" cy="365125"/>
          </a:xfrm>
          <a:prstGeom prst="rect">
            <a:avLst/>
          </a:prstGeom>
        </p:spPr>
        <p:txBody>
          <a:bodyPr/>
          <a:lstStyle/>
          <a:p>
            <a:pPr>
              <a:defRPr/>
            </a:pPr>
            <a:fld id="{1C3F3DB4-4F1F-49A5-A547-7D832AE3D1F8}" type="slidenum">
              <a:rPr lang="en-US" smtClean="0"/>
              <a:pPr>
                <a:defRPr/>
              </a:pPr>
              <a:t>‹#›</a:t>
            </a:fld>
            <a:endParaRPr lang="en-US"/>
          </a:p>
        </p:txBody>
      </p:sp>
      <p:pic>
        <p:nvPicPr>
          <p:cNvPr id="7" name="Picture 6" descr="A yellow and white background&#10;&#10;AI-generated content may be incorrect.">
            <a:extLst>
              <a:ext uri="{FF2B5EF4-FFF2-40B4-BE49-F238E27FC236}">
                <a16:creationId xmlns:a16="http://schemas.microsoft.com/office/drawing/2014/main" id="{18580108-B377-73C3-CA9A-C348C4FF55B7}"/>
              </a:ext>
            </a:extLst>
          </p:cNvPr>
          <p:cNvPicPr>
            <a:picLocks noChangeAspect="1"/>
          </p:cNvPicPr>
          <p:nvPr/>
        </p:nvPicPr>
        <p:blipFill>
          <a:blip r:embed="rId2"/>
          <a:stretch>
            <a:fillRect/>
          </a:stretch>
        </p:blipFill>
        <p:spPr>
          <a:xfrm>
            <a:off x="0" y="0"/>
            <a:ext cx="12561797" cy="7083719"/>
          </a:xfrm>
          <a:prstGeom prst="rect">
            <a:avLst/>
          </a:prstGeom>
        </p:spPr>
      </p:pic>
      <p:pic>
        <p:nvPicPr>
          <p:cNvPr id="10" name="Picture 9" descr="A black background with red text&#10;&#10;AI-generated content may be incorrect.">
            <a:extLst>
              <a:ext uri="{FF2B5EF4-FFF2-40B4-BE49-F238E27FC236}">
                <a16:creationId xmlns:a16="http://schemas.microsoft.com/office/drawing/2014/main" id="{38812962-0CCC-177F-8D45-267E8A4E271C}"/>
              </a:ext>
            </a:extLst>
          </p:cNvPr>
          <p:cNvPicPr>
            <a:picLocks noChangeAspect="1"/>
          </p:cNvPicPr>
          <p:nvPr/>
        </p:nvPicPr>
        <p:blipFill>
          <a:blip r:embed="rId3"/>
          <a:stretch>
            <a:fillRect/>
          </a:stretch>
        </p:blipFill>
        <p:spPr>
          <a:xfrm>
            <a:off x="9350829" y="431130"/>
            <a:ext cx="2612571" cy="1293923"/>
          </a:xfrm>
          <a:prstGeom prst="rect">
            <a:avLst/>
          </a:prstGeom>
        </p:spPr>
      </p:pic>
    </p:spTree>
    <p:extLst>
      <p:ext uri="{BB962C8B-B14F-4D97-AF65-F5344CB8AC3E}">
        <p14:creationId xmlns:p14="http://schemas.microsoft.com/office/powerpoint/2010/main" val="1556302847"/>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E3335-324B-6B97-7E89-94C4DE7E5BB3}"/>
              </a:ext>
            </a:extLst>
          </p:cNvPr>
          <p:cNvSpPr>
            <a:spLocks noGrp="1"/>
          </p:cNvSpPr>
          <p:nvPr>
            <p:ph type="dt" sz="half" idx="10"/>
          </p:nvPr>
        </p:nvSpPr>
        <p:spPr>
          <a:xfrm>
            <a:off x="838200" y="6356350"/>
            <a:ext cx="2743200" cy="365125"/>
          </a:xfrm>
          <a:prstGeom prst="rect">
            <a:avLst/>
          </a:prstGeom>
        </p:spPr>
        <p:txBody>
          <a:bodyPr/>
          <a:lstStyle/>
          <a:p>
            <a:fld id="{374E014B-9A69-6D4F-8F2A-B7FB5D3ADED7}" type="datetimeFigureOut">
              <a:rPr lang="en-US" smtClean="0"/>
              <a:t>3/24/2026</a:t>
            </a:fld>
            <a:endParaRPr lang="en-US"/>
          </a:p>
        </p:txBody>
      </p:sp>
      <p:sp>
        <p:nvSpPr>
          <p:cNvPr id="3" name="Footer Placeholder 2">
            <a:extLst>
              <a:ext uri="{FF2B5EF4-FFF2-40B4-BE49-F238E27FC236}">
                <a16:creationId xmlns:a16="http://schemas.microsoft.com/office/drawing/2014/main" id="{99727ED7-07D8-DDBA-5FE7-3E011B76B51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A68C0E7F-DE0B-8714-3E58-F9A778E21F2D}"/>
              </a:ext>
            </a:extLst>
          </p:cNvPr>
          <p:cNvSpPr>
            <a:spLocks noGrp="1"/>
          </p:cNvSpPr>
          <p:nvPr>
            <p:ph type="sldNum" sz="quarter" idx="12"/>
          </p:nvPr>
        </p:nvSpPr>
        <p:spPr>
          <a:xfrm>
            <a:off x="8610600" y="6356350"/>
            <a:ext cx="2743200" cy="365125"/>
          </a:xfrm>
          <a:prstGeom prst="rect">
            <a:avLst/>
          </a:prstGeom>
        </p:spPr>
        <p:txBody>
          <a:bodyPr/>
          <a:lstStyle/>
          <a:p>
            <a:fld id="{AC5FC6F9-BF43-7B44-B100-B2633E4D44A8}" type="slidenum">
              <a:rPr lang="en-US" smtClean="0"/>
              <a:t>‹#›</a:t>
            </a:fld>
            <a:endParaRPr lang="en-US"/>
          </a:p>
        </p:txBody>
      </p:sp>
      <p:pic>
        <p:nvPicPr>
          <p:cNvPr id="5" name="Picture 4" descr="A yellow and white background&#10;&#10;AI-generated content may be incorrect.">
            <a:extLst>
              <a:ext uri="{FF2B5EF4-FFF2-40B4-BE49-F238E27FC236}">
                <a16:creationId xmlns:a16="http://schemas.microsoft.com/office/drawing/2014/main" id="{01ED2E54-91CD-5365-043C-99B4BB4C83E8}"/>
              </a:ext>
            </a:extLst>
          </p:cNvPr>
          <p:cNvPicPr>
            <a:picLocks noChangeAspect="1"/>
          </p:cNvPicPr>
          <p:nvPr/>
        </p:nvPicPr>
        <p:blipFill>
          <a:blip r:embed="rId2"/>
          <a:srcRect l="9035" t="59729" r="6889"/>
          <a:stretch>
            <a:fillRect/>
          </a:stretch>
        </p:blipFill>
        <p:spPr>
          <a:xfrm rot="21168264">
            <a:off x="-427716" y="-1051066"/>
            <a:ext cx="12635069" cy="3412839"/>
          </a:xfrm>
          <a:prstGeom prst="rect">
            <a:avLst/>
          </a:prstGeom>
        </p:spPr>
      </p:pic>
      <p:pic>
        <p:nvPicPr>
          <p:cNvPr id="6" name="Picture 5" descr="A yellow and white background&#10;&#10;AI-generated content may be incorrect.">
            <a:extLst>
              <a:ext uri="{FF2B5EF4-FFF2-40B4-BE49-F238E27FC236}">
                <a16:creationId xmlns:a16="http://schemas.microsoft.com/office/drawing/2014/main" id="{A7F3C620-552E-4C67-9582-5FAEA956CADD}"/>
              </a:ext>
            </a:extLst>
          </p:cNvPr>
          <p:cNvPicPr>
            <a:picLocks noChangeAspect="1"/>
          </p:cNvPicPr>
          <p:nvPr/>
        </p:nvPicPr>
        <p:blipFill>
          <a:blip r:embed="rId2"/>
          <a:srcRect l="5033" r="10548" b="71670"/>
          <a:stretch>
            <a:fillRect/>
          </a:stretch>
        </p:blipFill>
        <p:spPr>
          <a:xfrm rot="21168264">
            <a:off x="-137042" y="5341669"/>
            <a:ext cx="12686758" cy="2400824"/>
          </a:xfrm>
          <a:prstGeom prst="rect">
            <a:avLst/>
          </a:prstGeom>
        </p:spPr>
      </p:pic>
      <p:pic>
        <p:nvPicPr>
          <p:cNvPr id="7" name="Picture 6" descr="A yellow and white background&#10;&#10;AI-generated content may be incorrect.">
            <a:extLst>
              <a:ext uri="{FF2B5EF4-FFF2-40B4-BE49-F238E27FC236}">
                <a16:creationId xmlns:a16="http://schemas.microsoft.com/office/drawing/2014/main" id="{2885B849-BDB0-D5BA-1BED-F3900781722A}"/>
              </a:ext>
            </a:extLst>
          </p:cNvPr>
          <p:cNvPicPr>
            <a:picLocks noChangeAspect="1"/>
          </p:cNvPicPr>
          <p:nvPr userDrawn="1"/>
        </p:nvPicPr>
        <p:blipFill>
          <a:blip r:embed="rId2"/>
          <a:srcRect l="9035" t="59729" r="6889"/>
          <a:stretch>
            <a:fillRect/>
          </a:stretch>
        </p:blipFill>
        <p:spPr>
          <a:xfrm rot="21168264">
            <a:off x="-427716" y="-1051066"/>
            <a:ext cx="12635069" cy="3412839"/>
          </a:xfrm>
          <a:prstGeom prst="rect">
            <a:avLst/>
          </a:prstGeom>
        </p:spPr>
      </p:pic>
      <p:pic>
        <p:nvPicPr>
          <p:cNvPr id="8" name="Picture 7" descr="A yellow and white background&#10;&#10;AI-generated content may be incorrect.">
            <a:extLst>
              <a:ext uri="{FF2B5EF4-FFF2-40B4-BE49-F238E27FC236}">
                <a16:creationId xmlns:a16="http://schemas.microsoft.com/office/drawing/2014/main" id="{367AEEF1-1EEC-48B5-586E-9A839B8469CB}"/>
              </a:ext>
            </a:extLst>
          </p:cNvPr>
          <p:cNvPicPr>
            <a:picLocks noChangeAspect="1"/>
          </p:cNvPicPr>
          <p:nvPr userDrawn="1"/>
        </p:nvPicPr>
        <p:blipFill>
          <a:blip r:embed="rId2"/>
          <a:srcRect l="5033" r="10548" b="71670"/>
          <a:stretch>
            <a:fillRect/>
          </a:stretch>
        </p:blipFill>
        <p:spPr>
          <a:xfrm rot="21168264">
            <a:off x="-137042" y="5341669"/>
            <a:ext cx="12686758" cy="2400824"/>
          </a:xfrm>
          <a:prstGeom prst="rect">
            <a:avLst/>
          </a:prstGeom>
        </p:spPr>
      </p:pic>
    </p:spTree>
    <p:extLst>
      <p:ext uri="{BB962C8B-B14F-4D97-AF65-F5344CB8AC3E}">
        <p14:creationId xmlns:p14="http://schemas.microsoft.com/office/powerpoint/2010/main" val="2337669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4314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p:cSld name="2_Blank">
    <p:spTree>
      <p:nvGrpSpPr>
        <p:cNvPr id="1" name="Shape 49"/>
        <p:cNvGrpSpPr/>
        <p:nvPr/>
      </p:nvGrpSpPr>
      <p:grpSpPr>
        <a:xfrm>
          <a:off x="0" y="0"/>
          <a:ext cx="0" cy="0"/>
          <a:chOff x="0" y="0"/>
          <a:chExt cx="0" cy="0"/>
        </a:xfrm>
      </p:grpSpPr>
      <p:sp>
        <p:nvSpPr>
          <p:cNvPr id="54" name="Google Shape;54;p49"/>
          <p:cNvSpPr txBox="1">
            <a:spLocks noGrp="1"/>
          </p:cNvSpPr>
          <p:nvPr>
            <p:ph type="body" idx="1"/>
          </p:nvPr>
        </p:nvSpPr>
        <p:spPr>
          <a:xfrm>
            <a:off x="852481" y="664458"/>
            <a:ext cx="10787248" cy="5071181"/>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60"/>
              </a:spcBef>
              <a:spcAft>
                <a:spcPts val="0"/>
              </a:spcAft>
              <a:buClr>
                <a:schemeClr val="dk1"/>
              </a:buClr>
              <a:buSzPts val="2800"/>
              <a:buFont typeface="Open Sans"/>
              <a:buNone/>
              <a:defRPr/>
            </a:lvl1pPr>
            <a:lvl2pPr marL="914400" lvl="1" indent="-228600" algn="l">
              <a:lnSpc>
                <a:spcPct val="100000"/>
              </a:lnSpc>
              <a:spcBef>
                <a:spcPts val="560"/>
              </a:spcBef>
              <a:spcAft>
                <a:spcPts val="0"/>
              </a:spcAft>
              <a:buClr>
                <a:schemeClr val="dk1"/>
              </a:buClr>
              <a:buSzPts val="2800"/>
              <a:buFont typeface="Open Sans"/>
              <a:buNone/>
              <a:defRPr/>
            </a:lvl2pPr>
            <a:lvl3pPr marL="1371600" lvl="2" indent="-228600" algn="l">
              <a:lnSpc>
                <a:spcPct val="100000"/>
              </a:lnSpc>
              <a:spcBef>
                <a:spcPts val="560"/>
              </a:spcBef>
              <a:spcAft>
                <a:spcPts val="0"/>
              </a:spcAft>
              <a:buClr>
                <a:schemeClr val="dk1"/>
              </a:buClr>
              <a:buSzPts val="2800"/>
              <a:buFont typeface="Open Sans"/>
              <a:buNone/>
              <a:defRPr/>
            </a:lvl3pPr>
            <a:lvl4pPr marL="1828800" lvl="3" indent="-228600" algn="l">
              <a:lnSpc>
                <a:spcPct val="100000"/>
              </a:lnSpc>
              <a:spcBef>
                <a:spcPts val="560"/>
              </a:spcBef>
              <a:spcAft>
                <a:spcPts val="0"/>
              </a:spcAft>
              <a:buClr>
                <a:schemeClr val="dk1"/>
              </a:buClr>
              <a:buSzPts val="2800"/>
              <a:buFont typeface="Open Sans"/>
              <a:buNone/>
              <a:defRPr/>
            </a:lvl4pPr>
            <a:lvl5pPr marL="2286000" lvl="4" indent="-228600" algn="l">
              <a:lnSpc>
                <a:spcPct val="100000"/>
              </a:lnSpc>
              <a:spcBef>
                <a:spcPts val="560"/>
              </a:spcBef>
              <a:spcAft>
                <a:spcPts val="0"/>
              </a:spcAft>
              <a:buClr>
                <a:schemeClr val="dk1"/>
              </a:buClr>
              <a:buSzPts val="2800"/>
              <a:buFont typeface="Open Sans"/>
              <a:buNone/>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522684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07DDF6-C829-49F8-693C-5D071E30F5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AFB54F-E3AF-F32F-1460-4AF4F5576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C3C9E3-83BC-9CBD-AD54-36FCAA9A1B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lgn="r"/>
            <a:fld id="{53BEF823-48A5-43FC-BE03-E79964288B41}" type="datetimeFigureOut">
              <a:rPr lang="en-US" smtClean="0"/>
              <a:pPr algn="r"/>
              <a:t>3/24/2026</a:t>
            </a:fld>
            <a:endParaRPr lang="en-US"/>
          </a:p>
        </p:txBody>
      </p:sp>
      <p:sp>
        <p:nvSpPr>
          <p:cNvPr id="5" name="Footer Placeholder 4">
            <a:extLst>
              <a:ext uri="{FF2B5EF4-FFF2-40B4-BE49-F238E27FC236}">
                <a16:creationId xmlns:a16="http://schemas.microsoft.com/office/drawing/2014/main" id="{6B16057C-4779-D949-972D-84F13628EB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endParaRPr lang="en-US"/>
          </a:p>
        </p:txBody>
      </p:sp>
      <p:sp>
        <p:nvSpPr>
          <p:cNvPr id="6" name="Slide Number Placeholder 5">
            <a:extLst>
              <a:ext uri="{FF2B5EF4-FFF2-40B4-BE49-F238E27FC236}">
                <a16:creationId xmlns:a16="http://schemas.microsoft.com/office/drawing/2014/main" id="{E4DB5D24-AA40-CCEB-A6A0-D61EEDA306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018609944"/>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841" r:id="rId9"/>
    <p:sldLayoutId id="2147483842" r:id="rId10"/>
    <p:sldLayoutId id="21474838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C7ADF6-9144-80FF-84E0-FDE269AB3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9647F33-37B0-2FA6-07B7-026A1DE562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29351006"/>
      </p:ext>
    </p:extLst>
  </p:cSld>
  <p:clrMap bg1="lt1" tx1="dk1" bg2="lt2" tx2="dk2" accent1="accent1" accent2="accent2" accent3="accent3" accent4="accent4" accent5="accent5" accent6="accent6" hlink="hlink" folHlink="folHlink"/>
  <p:sldLayoutIdLst>
    <p:sldLayoutId id="2147483902" r:id="rId1"/>
    <p:sldLayoutId id="2147483903" r:id="rId2"/>
    <p:sldLayoutId id="2147483904" r:id="rId3"/>
    <p:sldLayoutId id="2147483905" r:id="rId4"/>
    <p:sldLayoutId id="2147483906" r:id="rId5"/>
    <p:sldLayoutId id="2147483907" r:id="rId6"/>
    <p:sldLayoutId id="2147483908" r:id="rId7"/>
    <p:sldLayoutId id="2147483909" r:id="rId8"/>
    <p:sldLayoutId id="2147483910" r:id="rId9"/>
    <p:sldLayoutId id="2147483911" r:id="rId10"/>
    <p:sldLayoutId id="2147483890" r:id="rId11"/>
    <p:sldLayoutId id="2147483912" r:id="rId12"/>
  </p:sldLayoutIdLst>
  <p:txStyles>
    <p:titleStyle>
      <a:lvl1pPr algn="l" defTabSz="914400" rtl="0" eaLnBrk="1" latinLnBrk="0" hangingPunct="1">
        <a:lnSpc>
          <a:spcPct val="90000"/>
        </a:lnSpc>
        <a:spcBef>
          <a:spcPct val="0"/>
        </a:spcBef>
        <a:buNone/>
        <a:defRPr sz="4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ps"/><Relationship Id="rId2" Type="http://schemas.openxmlformats.org/officeDocument/2006/relationships/image" Target="../media/image3.pn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ack background with red text&#10;&#10;AI-generated content may be incorrect.">
            <a:extLst>
              <a:ext uri="{FF2B5EF4-FFF2-40B4-BE49-F238E27FC236}">
                <a16:creationId xmlns:a16="http://schemas.microsoft.com/office/drawing/2014/main" id="{84C054D1-6A39-3B31-1848-277A1036D3D9}"/>
              </a:ext>
            </a:extLst>
          </p:cNvPr>
          <p:cNvPicPr>
            <a:picLocks noChangeAspect="1"/>
          </p:cNvPicPr>
          <p:nvPr/>
        </p:nvPicPr>
        <p:blipFill>
          <a:blip r:embed="rId2"/>
          <a:stretch>
            <a:fillRect/>
          </a:stretch>
        </p:blipFill>
        <p:spPr>
          <a:xfrm>
            <a:off x="2971798" y="1658083"/>
            <a:ext cx="7151345" cy="3541833"/>
          </a:xfrm>
          <a:prstGeom prst="rect">
            <a:avLst/>
          </a:prstGeom>
        </p:spPr>
      </p:pic>
      <p:pic>
        <p:nvPicPr>
          <p:cNvPr id="9" name="Picture 8">
            <a:extLst>
              <a:ext uri="{FF2B5EF4-FFF2-40B4-BE49-F238E27FC236}">
                <a16:creationId xmlns:a16="http://schemas.microsoft.com/office/drawing/2014/main" id="{099E605A-0F17-6924-B586-B1171892851A}"/>
              </a:ext>
            </a:extLst>
          </p:cNvPr>
          <p:cNvPicPr>
            <a:picLocks noChangeAspect="1"/>
          </p:cNvPicPr>
          <p:nvPr/>
        </p:nvPicPr>
        <p:blipFill>
          <a:blip r:embed="rId3"/>
          <a:stretch>
            <a:fillRect/>
          </a:stretch>
        </p:blipFill>
        <p:spPr>
          <a:xfrm>
            <a:off x="6096000" y="3429000"/>
            <a:ext cx="0" cy="0"/>
          </a:xfrm>
          <a:prstGeom prst="rect">
            <a:avLst/>
          </a:prstGeom>
        </p:spPr>
      </p:pic>
    </p:spTree>
    <p:extLst>
      <p:ext uri="{BB962C8B-B14F-4D97-AF65-F5344CB8AC3E}">
        <p14:creationId xmlns:p14="http://schemas.microsoft.com/office/powerpoint/2010/main" val="3377308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CBFB7-B18A-96C3-A257-3C717DEA0624}"/>
              </a:ext>
            </a:extLst>
          </p:cNvPr>
          <p:cNvSpPr>
            <a:spLocks noGrp="1"/>
          </p:cNvSpPr>
          <p:nvPr>
            <p:ph type="body" idx="1"/>
          </p:nvPr>
        </p:nvSpPr>
        <p:spPr>
          <a:xfrm>
            <a:off x="838200" y="3664434"/>
            <a:ext cx="10515600" cy="678132"/>
          </a:xfrm>
        </p:spPr>
        <p:txBody>
          <a:bodyPr vert="horz" lIns="91440" tIns="45720" rIns="91440" bIns="45720" rtlCol="0" anchor="t">
            <a:normAutofit/>
          </a:bodyPr>
          <a:lstStyle/>
          <a:p>
            <a:r>
              <a:rPr lang="en-US">
                <a:solidFill>
                  <a:schemeClr val="tx1"/>
                </a:solidFill>
                <a:latin typeface="Open Sans Light"/>
                <a:ea typeface="Open Sans Light"/>
                <a:cs typeface="Open Sans Light"/>
              </a:rPr>
              <a:t>3/24/2026</a:t>
            </a:r>
            <a:endParaRPr lang="en-US"/>
          </a:p>
        </p:txBody>
      </p:sp>
      <p:sp>
        <p:nvSpPr>
          <p:cNvPr id="4" name="Text Placeholder 2">
            <a:extLst>
              <a:ext uri="{FF2B5EF4-FFF2-40B4-BE49-F238E27FC236}">
                <a16:creationId xmlns:a16="http://schemas.microsoft.com/office/drawing/2014/main" id="{B309A65F-16C4-90CC-E0A2-EF88A2B28B1A}"/>
              </a:ext>
            </a:extLst>
          </p:cNvPr>
          <p:cNvSpPr txBox="1">
            <a:spLocks/>
          </p:cNvSpPr>
          <p:nvPr/>
        </p:nvSpPr>
        <p:spPr>
          <a:xfrm>
            <a:off x="831850" y="5345972"/>
            <a:ext cx="3220197" cy="67813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sz="1400" b="1" dirty="0">
                <a:solidFill>
                  <a:schemeClr val="tx1"/>
                </a:solidFill>
                <a:latin typeface="Open Sans"/>
                <a:ea typeface="Open Sans"/>
                <a:cs typeface="Open Sans"/>
              </a:rPr>
              <a:t>Presenter</a:t>
            </a:r>
          </a:p>
          <a:p>
            <a:r>
              <a:rPr lang="en-US" sz="1400">
                <a:solidFill>
                  <a:schemeClr val="tx1"/>
                </a:solidFill>
                <a:latin typeface="Open Sans Light"/>
                <a:ea typeface="Open Sans Light"/>
                <a:cs typeface="Open Sans Light"/>
              </a:rPr>
              <a:t>Amy Gessert</a:t>
            </a:r>
            <a:endParaRPr lang="en-US" sz="1400" dirty="0">
              <a:solidFill>
                <a:schemeClr val="tx1"/>
              </a:solidFill>
              <a:latin typeface="Open Sans Light"/>
              <a:ea typeface="Open Sans Light"/>
              <a:cs typeface="Open Sans Light"/>
            </a:endParaRPr>
          </a:p>
          <a:p>
            <a:r>
              <a:rPr lang="en-US" sz="1400" dirty="0">
                <a:solidFill>
                  <a:schemeClr val="tx1"/>
                </a:solidFill>
                <a:latin typeface="Open Sans Light"/>
                <a:ea typeface="Open Sans Light"/>
                <a:cs typeface="Open Sans Light"/>
              </a:rPr>
              <a:t>UMass Boston- </a:t>
            </a:r>
            <a:r>
              <a:rPr lang="en-US" sz="1400">
                <a:solidFill>
                  <a:schemeClr val="tx1"/>
                </a:solidFill>
                <a:latin typeface="Open Sans Light"/>
                <a:ea typeface="Open Sans Light"/>
                <a:cs typeface="Open Sans Light"/>
              </a:rPr>
              <a:t>Institute for Community Inclusion</a:t>
            </a:r>
            <a:endParaRPr lang="en-US" sz="1400" dirty="0">
              <a:solidFill>
                <a:schemeClr val="tx1"/>
              </a:solidFill>
            </a:endParaRPr>
          </a:p>
        </p:txBody>
      </p:sp>
      <p:sp>
        <p:nvSpPr>
          <p:cNvPr id="9" name="Title 1">
            <a:extLst>
              <a:ext uri="{FF2B5EF4-FFF2-40B4-BE49-F238E27FC236}">
                <a16:creationId xmlns:a16="http://schemas.microsoft.com/office/drawing/2014/main" id="{DBAAA7BC-3EB9-3AA9-2C41-0ECA8CE74EFD}"/>
              </a:ext>
            </a:extLst>
          </p:cNvPr>
          <p:cNvSpPr txBox="1">
            <a:spLocks/>
          </p:cNvSpPr>
          <p:nvPr/>
        </p:nvSpPr>
        <p:spPr>
          <a:xfrm>
            <a:off x="737100" y="1452827"/>
            <a:ext cx="10705099" cy="192143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4400" b="1"/>
              <a:t>Leadership Essentials  for Middle Managers: Guiding Change from Within</a:t>
            </a:r>
            <a:endParaRPr lang="en-US" sz="4400" b="1" i="1" dirty="0"/>
          </a:p>
        </p:txBody>
      </p:sp>
      <p:sp>
        <p:nvSpPr>
          <p:cNvPr id="10" name="TextBox 9">
            <a:extLst>
              <a:ext uri="{FF2B5EF4-FFF2-40B4-BE49-F238E27FC236}">
                <a16:creationId xmlns:a16="http://schemas.microsoft.com/office/drawing/2014/main" id="{A8AA6CF8-B191-A0F4-99B1-805FE1535E53}"/>
              </a:ext>
            </a:extLst>
          </p:cNvPr>
          <p:cNvSpPr txBox="1"/>
          <p:nvPr/>
        </p:nvSpPr>
        <p:spPr>
          <a:xfrm>
            <a:off x="838200" y="4305660"/>
            <a:ext cx="10257523" cy="1077218"/>
          </a:xfrm>
          <a:prstGeom prst="rect">
            <a:avLst/>
          </a:prstGeom>
          <a:noFill/>
        </p:spPr>
        <p:txBody>
          <a:bodyPr wrap="square" lIns="91440" tIns="45720" rIns="91440" bIns="45720" rtlCol="0" anchor="t">
            <a:spAutoFit/>
          </a:bodyPr>
          <a:lstStyle/>
          <a:p>
            <a:r>
              <a:rPr lang="en-US" sz="3200" i="1" dirty="0"/>
              <a:t>Module #6 Organizational Transformation (change)</a:t>
            </a:r>
            <a:endParaRPr lang="en-US" sz="3200" dirty="0"/>
          </a:p>
          <a:p>
            <a:endParaRPr lang="en-US" sz="3200" i="1" dirty="0">
              <a:ea typeface="Calibri"/>
              <a:cs typeface="Calibri"/>
            </a:endParaRPr>
          </a:p>
        </p:txBody>
      </p:sp>
    </p:spTree>
    <p:extLst>
      <p:ext uri="{BB962C8B-B14F-4D97-AF65-F5344CB8AC3E}">
        <p14:creationId xmlns:p14="http://schemas.microsoft.com/office/powerpoint/2010/main" val="1028640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0A93E-20D7-971A-D825-36C684ADB1E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36CBF90-796B-27AA-EC84-3FB35AC1B542}"/>
              </a:ext>
            </a:extLst>
          </p:cNvPr>
          <p:cNvSpPr>
            <a:spLocks noGrp="1"/>
          </p:cNvSpPr>
          <p:nvPr>
            <p:ph type="body" sz="quarter" idx="10"/>
          </p:nvPr>
        </p:nvSpPr>
        <p:spPr>
          <a:xfrm>
            <a:off x="1571789" y="3068879"/>
            <a:ext cx="9062631" cy="2459711"/>
          </a:xfrm>
        </p:spPr>
        <p:txBody>
          <a:bodyPr vert="horz" lIns="91440" tIns="45720" rIns="91440" bIns="45720" rtlCol="0" anchor="t">
            <a:normAutofit/>
          </a:bodyPr>
          <a:lstStyle/>
          <a:p>
            <a:pPr marL="151765" algn="ctr"/>
            <a:r>
              <a:rPr lang="en-US" sz="3200" dirty="0">
                <a:solidFill>
                  <a:srgbClr val="242424"/>
                </a:solidFill>
                <a:highlight>
                  <a:srgbClr val="FFFFFF"/>
                </a:highlight>
                <a:latin typeface="Aptos Narrow"/>
                <a:ea typeface="Open Sans"/>
                <a:cs typeface="Open Sans"/>
              </a:rPr>
              <a:t>MTI works with partners across Minnesota’s employment systems to build capacity, improve and align systems, and implement practices to set competitive integrated employment as the standard for Minnesotans with disabilities.</a:t>
            </a:r>
            <a:endParaRPr lang="en-US" sz="3200" dirty="0">
              <a:ea typeface="Open Sans"/>
              <a:cs typeface="Open Sans"/>
            </a:endParaRPr>
          </a:p>
        </p:txBody>
      </p:sp>
      <p:pic>
        <p:nvPicPr>
          <p:cNvPr id="10" name="Picture 9" descr="Logo&#10;&#10;Description automatically generated with medium confidence">
            <a:extLst>
              <a:ext uri="{FF2B5EF4-FFF2-40B4-BE49-F238E27FC236}">
                <a16:creationId xmlns:a16="http://schemas.microsoft.com/office/drawing/2014/main" id="{D4850765-DC48-3E67-5C2F-2A07EEB9C74A}"/>
              </a:ext>
            </a:extLst>
          </p:cNvPr>
          <p:cNvPicPr>
            <a:picLocks noChangeAspect="1"/>
          </p:cNvPicPr>
          <p:nvPr/>
        </p:nvPicPr>
        <p:blipFill>
          <a:blip r:embed="rId2"/>
          <a:stretch>
            <a:fillRect/>
          </a:stretch>
        </p:blipFill>
        <p:spPr>
          <a:xfrm>
            <a:off x="4164121" y="829678"/>
            <a:ext cx="3865301" cy="1861497"/>
          </a:xfrm>
          <a:prstGeom prst="rect">
            <a:avLst/>
          </a:prstGeom>
        </p:spPr>
      </p:pic>
      <p:sp>
        <p:nvSpPr>
          <p:cNvPr id="11" name="Rectangle: Rounded Corners 10">
            <a:extLst>
              <a:ext uri="{FF2B5EF4-FFF2-40B4-BE49-F238E27FC236}">
                <a16:creationId xmlns:a16="http://schemas.microsoft.com/office/drawing/2014/main" id="{0FF77FCB-1474-6C70-C333-B31345E9E125}"/>
              </a:ext>
            </a:extLst>
          </p:cNvPr>
          <p:cNvSpPr/>
          <p:nvPr/>
        </p:nvSpPr>
        <p:spPr>
          <a:xfrm>
            <a:off x="1200478" y="426674"/>
            <a:ext cx="9813903" cy="5529921"/>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7333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5" name="TextBox 1">
            <a:extLst>
              <a:ext uri="{FF2B5EF4-FFF2-40B4-BE49-F238E27FC236}">
                <a16:creationId xmlns:a16="http://schemas.microsoft.com/office/drawing/2014/main" id="{C54E6779-BD8C-0D69-C859-FBE329E8E760}"/>
              </a:ext>
            </a:extLst>
          </p:cNvPr>
          <p:cNvGraphicFramePr/>
          <p:nvPr/>
        </p:nvGraphicFramePr>
        <p:xfrm>
          <a:off x="717331" y="1066597"/>
          <a:ext cx="10657490" cy="5164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6" name="Arrow: Left 45">
            <a:extLst>
              <a:ext uri="{FF2B5EF4-FFF2-40B4-BE49-F238E27FC236}">
                <a16:creationId xmlns:a16="http://schemas.microsoft.com/office/drawing/2014/main" id="{B0C558F9-150E-2071-5D9F-12C73E91969B}"/>
              </a:ext>
            </a:extLst>
          </p:cNvPr>
          <p:cNvSpPr/>
          <p:nvPr/>
        </p:nvSpPr>
        <p:spPr>
          <a:xfrm>
            <a:off x="9337371" y="4280089"/>
            <a:ext cx="2091624" cy="61439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a:ea typeface="Calibri"/>
                <a:cs typeface="Calibri"/>
              </a:rPr>
              <a:t>We are here!</a:t>
            </a:r>
          </a:p>
        </p:txBody>
      </p:sp>
    </p:spTree>
    <p:extLst>
      <p:ext uri="{BB962C8B-B14F-4D97-AF65-F5344CB8AC3E}">
        <p14:creationId xmlns:p14="http://schemas.microsoft.com/office/powerpoint/2010/main" val="37739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4277D-B06B-8641-88EE-0E42FB9102CE}"/>
              </a:ext>
            </a:extLst>
          </p:cNvPr>
          <p:cNvSpPr>
            <a:spLocks noGrp="1"/>
          </p:cNvSpPr>
          <p:nvPr>
            <p:ph type="title"/>
          </p:nvPr>
        </p:nvSpPr>
        <p:spPr>
          <a:xfrm>
            <a:off x="758952" y="420625"/>
            <a:ext cx="10667998" cy="1326814"/>
          </a:xfrm>
        </p:spPr>
        <p:txBody>
          <a:bodyPr anchor="ctr">
            <a:normAutofit/>
          </a:bodyPr>
          <a:lstStyle/>
          <a:p>
            <a:r>
              <a:rPr lang="en-US">
                <a:solidFill>
                  <a:schemeClr val="bg1"/>
                </a:solidFill>
              </a:rPr>
              <a:t>Learning Objectives</a:t>
            </a:r>
          </a:p>
        </p:txBody>
      </p:sp>
      <p:sp>
        <p:nvSpPr>
          <p:cNvPr id="3" name="TextBox 2">
            <a:extLst>
              <a:ext uri="{FF2B5EF4-FFF2-40B4-BE49-F238E27FC236}">
                <a16:creationId xmlns:a16="http://schemas.microsoft.com/office/drawing/2014/main" id="{1A259715-785F-47EC-65FA-167F4E90F936}"/>
              </a:ext>
            </a:extLst>
          </p:cNvPr>
          <p:cNvSpPr txBox="1"/>
          <p:nvPr/>
        </p:nvSpPr>
        <p:spPr>
          <a:xfrm>
            <a:off x="227746" y="-759814"/>
            <a:ext cx="11392754" cy="2123658"/>
          </a:xfrm>
          <a:prstGeom prst="rect">
            <a:avLst/>
          </a:prstGeom>
          <a:noFill/>
        </p:spPr>
        <p:txBody>
          <a:bodyPr wrap="square" lIns="91440" tIns="45720" rIns="91440" bIns="45720" rtlCol="0" anchor="t">
            <a:spAutoFit/>
          </a:bodyPr>
          <a:lstStyle/>
          <a:p>
            <a:pPr algn="ctr"/>
            <a:endParaRPr lang="en-US" sz="6600">
              <a:cs typeface="Calibri"/>
            </a:endParaRPr>
          </a:p>
          <a:p>
            <a:pPr algn="ctr"/>
            <a:r>
              <a:rPr lang="en-US" sz="6600"/>
              <a:t>Module #6 Learning Objectives</a:t>
            </a:r>
            <a:r>
              <a:rPr lang="en-US" sz="3200"/>
              <a:t> </a:t>
            </a:r>
            <a:endParaRPr lang="en-US" sz="3200">
              <a:ea typeface="Calibri"/>
              <a:cs typeface="Calibri"/>
            </a:endParaRPr>
          </a:p>
        </p:txBody>
      </p:sp>
      <p:sp>
        <p:nvSpPr>
          <p:cNvPr id="5" name="TextBox 4">
            <a:extLst>
              <a:ext uri="{FF2B5EF4-FFF2-40B4-BE49-F238E27FC236}">
                <a16:creationId xmlns:a16="http://schemas.microsoft.com/office/drawing/2014/main" id="{78EA12A7-2A2A-BF95-B32F-C8361754D81C}"/>
              </a:ext>
            </a:extLst>
          </p:cNvPr>
          <p:cNvSpPr txBox="1"/>
          <p:nvPr/>
        </p:nvSpPr>
        <p:spPr>
          <a:xfrm>
            <a:off x="679500" y="2283832"/>
            <a:ext cx="7429499"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cs typeface="Calibri" panose="020F0502020204030204"/>
              </a:rPr>
              <a:t>Identify the 10 Essential Elements of Organizational Transformation</a:t>
            </a:r>
            <a:endParaRPr lang="en-US"/>
          </a:p>
          <a:p>
            <a:pPr marL="285750" indent="-285750">
              <a:buFont typeface="Arial"/>
              <a:buChar char="•"/>
            </a:pPr>
            <a:endParaRPr lang="en-US" sz="2000">
              <a:cs typeface="Calibri" panose="020F0502020204030204"/>
            </a:endParaRPr>
          </a:p>
          <a:p>
            <a:pPr marL="285750" indent="-285750">
              <a:buFont typeface="Arial"/>
              <a:buChar char="•"/>
            </a:pPr>
            <a:r>
              <a:rPr lang="en-US" sz="2000">
                <a:cs typeface="Calibri" panose="020F0502020204030204"/>
              </a:rPr>
              <a:t>Identify how managers can support these elements</a:t>
            </a:r>
            <a:endParaRPr lang="en-US"/>
          </a:p>
          <a:p>
            <a:pPr marL="285750" indent="-285750">
              <a:buFont typeface="Arial"/>
              <a:buChar char="•"/>
            </a:pPr>
            <a:endParaRPr lang="en-US" sz="2000">
              <a:cs typeface="Calibri" panose="020F0502020204030204"/>
            </a:endParaRPr>
          </a:p>
          <a:p>
            <a:pPr marL="285750" indent="-285750">
              <a:buFont typeface="Arial"/>
              <a:buChar char="•"/>
            </a:pPr>
            <a:r>
              <a:rPr lang="en-US" sz="2000">
                <a:cs typeface="Calibri" panose="020F0502020204030204"/>
              </a:rPr>
              <a:t>Use a self-assessment tool</a:t>
            </a:r>
            <a:endParaRPr lang="en-US"/>
          </a:p>
          <a:p>
            <a:pPr marL="285750" indent="-285750">
              <a:buFont typeface="Arial"/>
              <a:buChar char="•"/>
            </a:pPr>
            <a:endParaRPr lang="en-US" sz="2000">
              <a:cs typeface="Calibri" panose="020F0502020204030204"/>
            </a:endParaRPr>
          </a:p>
          <a:p>
            <a:pPr marL="285750" indent="-285750">
              <a:buFont typeface="Arial"/>
              <a:buChar char="•"/>
            </a:pPr>
            <a:r>
              <a:rPr lang="en-US" sz="2000">
                <a:cs typeface="Calibri" panose="020F0502020204030204"/>
              </a:rPr>
              <a:t>Identify where to find the Agency Change Toolkit </a:t>
            </a:r>
          </a:p>
          <a:p>
            <a:pPr marL="285750" indent="-285750">
              <a:buFont typeface="Arial"/>
              <a:buChar char="•"/>
            </a:pPr>
            <a:endParaRPr lang="en-US" sz="2000">
              <a:cs typeface="Calibri" panose="020F0502020204030204"/>
            </a:endParaRPr>
          </a:p>
          <a:p>
            <a:pPr marL="285750" indent="-285750">
              <a:buFont typeface="Arial"/>
              <a:buChar char="•"/>
            </a:pPr>
            <a:endParaRPr lang="en-US" sz="2000">
              <a:cs typeface="Calibri" panose="020F0502020204030204"/>
            </a:endParaRPr>
          </a:p>
        </p:txBody>
      </p:sp>
      <p:pic>
        <p:nvPicPr>
          <p:cNvPr id="6" name="Picture 5" descr="A clipboard with a pencil and a checklist&#10;&#10;Description automatically generated">
            <a:extLst>
              <a:ext uri="{FF2B5EF4-FFF2-40B4-BE49-F238E27FC236}">
                <a16:creationId xmlns:a16="http://schemas.microsoft.com/office/drawing/2014/main" id="{C72910E6-7D82-5979-9ADE-963065D91EC6}"/>
              </a:ext>
            </a:extLst>
          </p:cNvPr>
          <p:cNvPicPr>
            <a:picLocks noChangeAspect="1"/>
          </p:cNvPicPr>
          <p:nvPr/>
        </p:nvPicPr>
        <p:blipFill>
          <a:blip r:embed="rId3"/>
          <a:stretch>
            <a:fillRect/>
          </a:stretch>
        </p:blipFill>
        <p:spPr>
          <a:xfrm>
            <a:off x="8480954" y="2346325"/>
            <a:ext cx="2447925" cy="1847850"/>
          </a:xfrm>
          <a:prstGeom prst="rect">
            <a:avLst/>
          </a:prstGeom>
        </p:spPr>
      </p:pic>
    </p:spTree>
    <p:extLst>
      <p:ext uri="{BB962C8B-B14F-4D97-AF65-F5344CB8AC3E}">
        <p14:creationId xmlns:p14="http://schemas.microsoft.com/office/powerpoint/2010/main" val="2118181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18" name="Oval 517">
            <a:extLst>
              <a:ext uri="{FF2B5EF4-FFF2-40B4-BE49-F238E27FC236}">
                <a16:creationId xmlns:a16="http://schemas.microsoft.com/office/drawing/2014/main" id="{7E28B2E9-58E2-AF67-E2C6-ACADC62BD3DB}"/>
              </a:ext>
            </a:extLst>
          </p:cNvPr>
          <p:cNvSpPr/>
          <p:nvPr/>
        </p:nvSpPr>
        <p:spPr>
          <a:xfrm>
            <a:off x="6956135" y="46182"/>
            <a:ext cx="3648361" cy="3244271"/>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cs typeface="Calibri"/>
              </a:rPr>
              <a:t>Organizational Transformation</a:t>
            </a:r>
            <a:r>
              <a:rPr lang="en-US" sz="2400" b="1" dirty="0">
                <a:cs typeface="Calibri"/>
              </a:rPr>
              <a:t> </a:t>
            </a:r>
          </a:p>
        </p:txBody>
      </p:sp>
      <p:graphicFrame>
        <p:nvGraphicFramePr>
          <p:cNvPr id="5" name="Diagram 5">
            <a:extLst>
              <a:ext uri="{FF2B5EF4-FFF2-40B4-BE49-F238E27FC236}">
                <a16:creationId xmlns:a16="http://schemas.microsoft.com/office/drawing/2014/main" id="{700DAC64-03D6-6A2F-165F-8ACC4E840BF7}"/>
              </a:ext>
            </a:extLst>
          </p:cNvPr>
          <p:cNvGraphicFramePr>
            <a:graphicFrameLocks noGrp="1"/>
          </p:cNvGraphicFramePr>
          <p:nvPr>
            <p:ph idx="1"/>
          </p:nvPr>
        </p:nvGraphicFramePr>
        <p:xfrm>
          <a:off x="1425286" y="1409989"/>
          <a:ext cx="6466610" cy="39472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00" name="Rectangle 599">
            <a:extLst>
              <a:ext uri="{FF2B5EF4-FFF2-40B4-BE49-F238E27FC236}">
                <a16:creationId xmlns:a16="http://schemas.microsoft.com/office/drawing/2014/main" id="{FD8338AC-F717-5BAC-208A-C955DCBCC44F}"/>
              </a:ext>
            </a:extLst>
          </p:cNvPr>
          <p:cNvSpPr/>
          <p:nvPr/>
        </p:nvSpPr>
        <p:spPr>
          <a:xfrm>
            <a:off x="6956137" y="4222750"/>
            <a:ext cx="3648362" cy="184727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cs typeface="Calibri"/>
              </a:rPr>
              <a:t>Strategic alignment of mission, vision, processes and outcomes. </a:t>
            </a:r>
          </a:p>
        </p:txBody>
      </p:sp>
      <p:sp>
        <p:nvSpPr>
          <p:cNvPr id="601" name="Arrow: Down 600">
            <a:extLst>
              <a:ext uri="{FF2B5EF4-FFF2-40B4-BE49-F238E27FC236}">
                <a16:creationId xmlns:a16="http://schemas.microsoft.com/office/drawing/2014/main" id="{A4EED436-105D-4580-9EE5-8DE434F99406}"/>
              </a:ext>
            </a:extLst>
          </p:cNvPr>
          <p:cNvSpPr/>
          <p:nvPr/>
        </p:nvSpPr>
        <p:spPr>
          <a:xfrm>
            <a:off x="8491682" y="3232728"/>
            <a:ext cx="565727" cy="1073725"/>
          </a:xfrm>
          <a:prstGeom prst="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468109170"/>
      </p:ext>
    </p:extLst>
  </p:cSld>
  <p:clrMapOvr>
    <a:masterClrMapping/>
  </p:clrMapOvr>
  <mc:AlternateContent xmlns:mc="http://schemas.openxmlformats.org/markup-compatibility/2006" xmlns:p14="http://schemas.microsoft.com/office/powerpoint/2010/main">
    <mc:Choice Requires="p14">
      <p:transition spd="slow" p14:dur="2000" advTm="66542"/>
    </mc:Choice>
    <mc:Fallback xmlns="">
      <p:transition spd="slow" advTm="6654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9A2229-2F81-AE4B-1D8E-0BF12EF9A043}"/>
              </a:ext>
            </a:extLst>
          </p:cNvPr>
          <p:cNvPicPr>
            <a:picLocks noChangeAspect="1"/>
          </p:cNvPicPr>
          <p:nvPr/>
        </p:nvPicPr>
        <p:blipFill>
          <a:blip r:embed="rId3"/>
          <a:stretch>
            <a:fillRect/>
          </a:stretch>
        </p:blipFill>
        <p:spPr>
          <a:xfrm>
            <a:off x="414809" y="68263"/>
            <a:ext cx="11362382" cy="6135687"/>
          </a:xfrm>
          <a:prstGeom prst="rect">
            <a:avLst/>
          </a:prstGeom>
          <a:noFill/>
        </p:spPr>
      </p:pic>
    </p:spTree>
    <p:extLst>
      <p:ext uri="{BB962C8B-B14F-4D97-AF65-F5344CB8AC3E}">
        <p14:creationId xmlns:p14="http://schemas.microsoft.com/office/powerpoint/2010/main" val="4256516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Light bulb on yellow background with sketched light beams and cord">
            <a:extLst>
              <a:ext uri="{FF2B5EF4-FFF2-40B4-BE49-F238E27FC236}">
                <a16:creationId xmlns:a16="http://schemas.microsoft.com/office/drawing/2014/main" id="{B562F048-BA63-263C-97C3-607A71350C0A}"/>
              </a:ext>
            </a:extLst>
          </p:cNvPr>
          <p:cNvPicPr>
            <a:picLocks noChangeAspect="1"/>
          </p:cNvPicPr>
          <p:nvPr/>
        </p:nvPicPr>
        <p:blipFill rotWithShape="1">
          <a:blip r:embed="rId3"/>
          <a:srcRect l="44417" r="2092" b="3"/>
          <a:stretch/>
        </p:blipFill>
        <p:spPr>
          <a:xfrm>
            <a:off x="6229215" y="10"/>
            <a:ext cx="5962785" cy="6270898"/>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2" name="Title 1">
            <a:extLst>
              <a:ext uri="{FF2B5EF4-FFF2-40B4-BE49-F238E27FC236}">
                <a16:creationId xmlns:a16="http://schemas.microsoft.com/office/drawing/2014/main" id="{4FC0EA79-6B69-F444-C41F-E839F6539613}"/>
              </a:ext>
            </a:extLst>
          </p:cNvPr>
          <p:cNvSpPr>
            <a:spLocks noGrp="1"/>
          </p:cNvSpPr>
          <p:nvPr>
            <p:ph type="title"/>
          </p:nvPr>
        </p:nvSpPr>
        <p:spPr>
          <a:xfrm>
            <a:off x="838201" y="365125"/>
            <a:ext cx="5251316" cy="1807305"/>
          </a:xfrm>
        </p:spPr>
        <p:txBody>
          <a:bodyPr>
            <a:normAutofit/>
          </a:bodyPr>
          <a:lstStyle/>
          <a:p>
            <a:r>
              <a:rPr lang="en-US" sz="4100">
                <a:cs typeface="Calibri Light"/>
              </a:rPr>
              <a:t>Examples of Organizational Transformation Goals</a:t>
            </a:r>
            <a:endParaRPr lang="en-US" sz="4100"/>
          </a:p>
        </p:txBody>
      </p:sp>
      <p:sp>
        <p:nvSpPr>
          <p:cNvPr id="3" name="Content Placeholder 2">
            <a:extLst>
              <a:ext uri="{FF2B5EF4-FFF2-40B4-BE49-F238E27FC236}">
                <a16:creationId xmlns:a16="http://schemas.microsoft.com/office/drawing/2014/main" id="{2B8FE121-C9E6-7CFD-BD72-BDF199891E36}"/>
              </a:ext>
            </a:extLst>
          </p:cNvPr>
          <p:cNvSpPr>
            <a:spLocks noGrp="1"/>
          </p:cNvSpPr>
          <p:nvPr>
            <p:ph idx="1"/>
          </p:nvPr>
        </p:nvSpPr>
        <p:spPr>
          <a:xfrm>
            <a:off x="399789" y="2427242"/>
            <a:ext cx="6122744" cy="3843666"/>
          </a:xfrm>
        </p:spPr>
        <p:txBody>
          <a:bodyPr vert="horz" lIns="91440" tIns="45720" rIns="91440" bIns="45720" rtlCol="0">
            <a:normAutofit/>
          </a:bodyPr>
          <a:lstStyle/>
          <a:p>
            <a:r>
              <a:rPr lang="en-US" sz="2000" dirty="0">
                <a:cs typeface="Calibri"/>
              </a:rPr>
              <a:t>Increase competitive integrated employment outcomes</a:t>
            </a:r>
          </a:p>
          <a:p>
            <a:r>
              <a:rPr lang="en-US" sz="2000" dirty="0">
                <a:cs typeface="Calibri"/>
              </a:rPr>
              <a:t>Close the front door to new people in sheltered/sub-minimum wage work</a:t>
            </a:r>
          </a:p>
          <a:p>
            <a:r>
              <a:rPr lang="en-US" sz="2000" dirty="0">
                <a:cs typeface="Calibri"/>
              </a:rPr>
              <a:t>Increase community life engagement when people are not working</a:t>
            </a:r>
          </a:p>
          <a:p>
            <a:r>
              <a:rPr lang="en-US" sz="2000" dirty="0">
                <a:cs typeface="Calibri"/>
              </a:rPr>
              <a:t>Reduce number of people being paid sub-minimum wage</a:t>
            </a:r>
          </a:p>
          <a:p>
            <a:r>
              <a:rPr lang="en-US" sz="2000" dirty="0">
                <a:cs typeface="Calibri"/>
              </a:rPr>
              <a:t>Increase the quality of service</a:t>
            </a:r>
          </a:p>
          <a:p>
            <a:r>
              <a:rPr lang="en-US" sz="2000" dirty="0">
                <a:cs typeface="Calibri"/>
              </a:rPr>
              <a:t>Increase customer satisfaction</a:t>
            </a:r>
          </a:p>
          <a:p>
            <a:endParaRPr lang="en-US" sz="2000" dirty="0">
              <a:cs typeface="Calibri"/>
            </a:endParaRPr>
          </a:p>
          <a:p>
            <a:endParaRPr lang="en-US" sz="2000" dirty="0">
              <a:cs typeface="Calibri"/>
            </a:endParaRPr>
          </a:p>
        </p:txBody>
      </p:sp>
    </p:spTree>
    <p:extLst>
      <p:ext uri="{BB962C8B-B14F-4D97-AF65-F5344CB8AC3E}">
        <p14:creationId xmlns:p14="http://schemas.microsoft.com/office/powerpoint/2010/main" val="4094430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9D692-E624-8D62-4228-79317451FB2F}"/>
              </a:ext>
            </a:extLst>
          </p:cNvPr>
          <p:cNvSpPr>
            <a:spLocks noGrp="1"/>
          </p:cNvSpPr>
          <p:nvPr>
            <p:ph type="title"/>
          </p:nvPr>
        </p:nvSpPr>
        <p:spPr/>
        <p:txBody>
          <a:bodyPr>
            <a:normAutofit/>
          </a:bodyPr>
          <a:lstStyle/>
          <a:p>
            <a:r>
              <a:rPr lang="en-US" sz="5400">
                <a:cs typeface="Calibri Light"/>
              </a:rPr>
              <a:t>Poll Question #1</a:t>
            </a:r>
          </a:p>
        </p:txBody>
      </p:sp>
      <p:sp>
        <p:nvSpPr>
          <p:cNvPr id="3" name="Content Placeholder 2">
            <a:extLst>
              <a:ext uri="{FF2B5EF4-FFF2-40B4-BE49-F238E27FC236}">
                <a16:creationId xmlns:a16="http://schemas.microsoft.com/office/drawing/2014/main" id="{DACE1CFC-D551-C181-34BC-0080E785F832}"/>
              </a:ext>
            </a:extLst>
          </p:cNvPr>
          <p:cNvSpPr>
            <a:spLocks noGrp="1"/>
          </p:cNvSpPr>
          <p:nvPr>
            <p:ph idx="1"/>
          </p:nvPr>
        </p:nvSpPr>
        <p:spPr>
          <a:xfrm>
            <a:off x="838200" y="1929384"/>
            <a:ext cx="10684933" cy="4251960"/>
          </a:xfrm>
        </p:spPr>
        <p:txBody>
          <a:bodyPr vert="horz" lIns="91440" tIns="45720" rIns="91440" bIns="45720" rtlCol="0" anchor="t">
            <a:normAutofit/>
          </a:bodyPr>
          <a:lstStyle/>
          <a:p>
            <a:pPr marL="0" indent="0">
              <a:buNone/>
            </a:pPr>
            <a:r>
              <a:rPr lang="en-US" sz="2200">
                <a:cs typeface="Calibri"/>
              </a:rPr>
              <a:t>My organization has communicated </a:t>
            </a:r>
            <a:r>
              <a:rPr lang="en-US" sz="2200" b="1">
                <a:cs typeface="Calibri"/>
              </a:rPr>
              <a:t>clear and consistent goals</a:t>
            </a:r>
            <a:r>
              <a:rPr lang="en-US" sz="2200">
                <a:cs typeface="Calibri"/>
              </a:rPr>
              <a:t> to stakeholders related to our transformation efforts</a:t>
            </a:r>
          </a:p>
          <a:p>
            <a:pPr marL="0" indent="0">
              <a:buNone/>
            </a:pPr>
            <a:endParaRPr lang="en-US" sz="2200">
              <a:cs typeface="Calibri"/>
            </a:endParaRPr>
          </a:p>
          <a:p>
            <a:r>
              <a:rPr lang="en-US" sz="2200">
                <a:cs typeface="Calibri"/>
              </a:rPr>
              <a:t>Yes</a:t>
            </a:r>
          </a:p>
          <a:p>
            <a:r>
              <a:rPr lang="en-US" sz="2200">
                <a:cs typeface="Calibri"/>
              </a:rPr>
              <a:t>No</a:t>
            </a:r>
          </a:p>
          <a:p>
            <a:r>
              <a:rPr lang="en-US" sz="2200">
                <a:cs typeface="Calibri"/>
              </a:rPr>
              <a:t>I'm not sure </a:t>
            </a:r>
          </a:p>
          <a:p>
            <a:endParaRPr lang="en-US" sz="2200">
              <a:cs typeface="Calibri"/>
            </a:endParaRPr>
          </a:p>
          <a:p>
            <a:pPr marL="0" indent="0">
              <a:buNone/>
            </a:pPr>
            <a:r>
              <a:rPr lang="en-US" sz="2200">
                <a:cs typeface="Calibri"/>
              </a:rPr>
              <a:t>(Note: if your organization is NOT engaged in transformation, does your organization communicate </a:t>
            </a:r>
            <a:r>
              <a:rPr lang="en-US" sz="2200" b="1">
                <a:cs typeface="Calibri"/>
              </a:rPr>
              <a:t>clear and consistent goals</a:t>
            </a:r>
            <a:r>
              <a:rPr lang="en-US" sz="2200">
                <a:cs typeface="Calibri"/>
              </a:rPr>
              <a:t> to stakeholders related to service delivery?)</a:t>
            </a:r>
          </a:p>
        </p:txBody>
      </p:sp>
    </p:spTree>
    <p:extLst>
      <p:ext uri="{BB962C8B-B14F-4D97-AF65-F5344CB8AC3E}">
        <p14:creationId xmlns:p14="http://schemas.microsoft.com/office/powerpoint/2010/main" val="1974461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9D692-E624-8D62-4228-79317451FB2F}"/>
              </a:ext>
            </a:extLst>
          </p:cNvPr>
          <p:cNvSpPr>
            <a:spLocks noGrp="1"/>
          </p:cNvSpPr>
          <p:nvPr>
            <p:ph type="title"/>
          </p:nvPr>
        </p:nvSpPr>
        <p:spPr/>
        <p:txBody>
          <a:bodyPr>
            <a:normAutofit/>
          </a:bodyPr>
          <a:lstStyle/>
          <a:p>
            <a:r>
              <a:rPr lang="en-US" sz="5400">
                <a:cs typeface="Calibri Light"/>
              </a:rPr>
              <a:t>Poll Question #2</a:t>
            </a:r>
          </a:p>
        </p:txBody>
      </p:sp>
      <p:sp>
        <p:nvSpPr>
          <p:cNvPr id="3" name="Content Placeholder 2">
            <a:extLst>
              <a:ext uri="{FF2B5EF4-FFF2-40B4-BE49-F238E27FC236}">
                <a16:creationId xmlns:a16="http://schemas.microsoft.com/office/drawing/2014/main" id="{DACE1CFC-D551-C181-34BC-0080E785F832}"/>
              </a:ext>
            </a:extLst>
          </p:cNvPr>
          <p:cNvSpPr>
            <a:spLocks noGrp="1"/>
          </p:cNvSpPr>
          <p:nvPr>
            <p:ph idx="1"/>
          </p:nvPr>
        </p:nvSpPr>
        <p:spPr>
          <a:xfrm>
            <a:off x="840760" y="1477777"/>
            <a:ext cx="10684933" cy="1067483"/>
          </a:xfrm>
        </p:spPr>
        <p:txBody>
          <a:bodyPr vert="horz" lIns="91440" tIns="45720" rIns="91440" bIns="45720" rtlCol="0" anchor="t">
            <a:normAutofit lnSpcReduction="10000"/>
          </a:bodyPr>
          <a:lstStyle/>
          <a:p>
            <a:pPr marL="0" indent="0" algn="ctr">
              <a:buNone/>
            </a:pPr>
            <a:r>
              <a:rPr lang="en-US" sz="3600">
                <a:cs typeface="Calibri"/>
              </a:rPr>
              <a:t>Which one of the 10 elements is the most relevant or priority for your organization right now? </a:t>
            </a:r>
          </a:p>
        </p:txBody>
      </p:sp>
      <p:pic>
        <p:nvPicPr>
          <p:cNvPr id="5" name="Picture 4" descr="A diagram of a company&amp;#39;s life transformation&#10;&#10;AI-generated content may be incorrect.">
            <a:extLst>
              <a:ext uri="{FF2B5EF4-FFF2-40B4-BE49-F238E27FC236}">
                <a16:creationId xmlns:a16="http://schemas.microsoft.com/office/drawing/2014/main" id="{57D13DC0-06DA-58D1-CC0C-F7866930F524}"/>
              </a:ext>
            </a:extLst>
          </p:cNvPr>
          <p:cNvPicPr>
            <a:picLocks noChangeAspect="1"/>
          </p:cNvPicPr>
          <p:nvPr/>
        </p:nvPicPr>
        <p:blipFill>
          <a:blip r:embed="rId3"/>
          <a:srcRect l="1128" t="114" r="-212" b="15202"/>
          <a:stretch>
            <a:fillRect/>
          </a:stretch>
        </p:blipFill>
        <p:spPr>
          <a:xfrm>
            <a:off x="2197005" y="2531939"/>
            <a:ext cx="7788709" cy="3608368"/>
          </a:xfrm>
          <a:prstGeom prst="rect">
            <a:avLst/>
          </a:prstGeom>
          <a:noFill/>
        </p:spPr>
      </p:pic>
    </p:spTree>
    <p:extLst>
      <p:ext uri="{BB962C8B-B14F-4D97-AF65-F5344CB8AC3E}">
        <p14:creationId xmlns:p14="http://schemas.microsoft.com/office/powerpoint/2010/main" val="963525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719A34-8E87-1E17-6768-B5E800A7AD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720F8-B8EF-B0E7-5081-90B4E6D37267}"/>
              </a:ext>
            </a:extLst>
          </p:cNvPr>
          <p:cNvSpPr>
            <a:spLocks noGrp="1"/>
          </p:cNvSpPr>
          <p:nvPr>
            <p:ph type="title"/>
          </p:nvPr>
        </p:nvSpPr>
        <p:spPr>
          <a:xfrm>
            <a:off x="363450" y="-514153"/>
            <a:ext cx="6800240" cy="1616203"/>
          </a:xfrm>
        </p:spPr>
        <p:txBody>
          <a:bodyPr anchor="b">
            <a:normAutofit/>
          </a:bodyPr>
          <a:lstStyle/>
          <a:p>
            <a:r>
              <a:rPr lang="en-US" sz="3200" b="1">
                <a:latin typeface="Open Sans Light"/>
                <a:ea typeface="Open Sans Light"/>
                <a:cs typeface="Calibri Light"/>
              </a:rPr>
              <a:t>Group Discussion</a:t>
            </a:r>
            <a:endParaRPr lang="en-US" sz="3200" b="1">
              <a:latin typeface="Open Sans Light"/>
              <a:ea typeface="Open Sans Light"/>
            </a:endParaRPr>
          </a:p>
        </p:txBody>
      </p:sp>
      <p:sp>
        <p:nvSpPr>
          <p:cNvPr id="3" name="Content Placeholder 2">
            <a:extLst>
              <a:ext uri="{FF2B5EF4-FFF2-40B4-BE49-F238E27FC236}">
                <a16:creationId xmlns:a16="http://schemas.microsoft.com/office/drawing/2014/main" id="{54FCC9CA-B555-A896-4C02-6044D0EFB044}"/>
              </a:ext>
            </a:extLst>
          </p:cNvPr>
          <p:cNvSpPr>
            <a:spLocks noGrp="1"/>
          </p:cNvSpPr>
          <p:nvPr>
            <p:ph idx="1"/>
          </p:nvPr>
        </p:nvSpPr>
        <p:spPr>
          <a:xfrm>
            <a:off x="367813" y="1139441"/>
            <a:ext cx="8117938" cy="4716296"/>
          </a:xfrm>
        </p:spPr>
        <p:txBody>
          <a:bodyPr vert="horz" lIns="91440" tIns="45720" rIns="91440" bIns="45720" rtlCol="0" anchor="t">
            <a:normAutofit/>
          </a:bodyPr>
          <a:lstStyle/>
          <a:p>
            <a:pPr marL="0" indent="0">
              <a:buNone/>
            </a:pPr>
            <a:endParaRPr lang="en-US" sz="2000" b="1"/>
          </a:p>
          <a:p>
            <a:pPr marL="0" indent="0">
              <a:buNone/>
            </a:pPr>
            <a:endParaRPr lang="en-US" sz="2000">
              <a:cs typeface="Calibri" panose="020F0502020204030204"/>
            </a:endParaRPr>
          </a:p>
          <a:p>
            <a:r>
              <a:rPr lang="en-US" sz="2400">
                <a:ea typeface="Calibri"/>
                <a:cs typeface="Calibri" panose="020F0502020204030204"/>
              </a:rPr>
              <a:t>Describe what you </a:t>
            </a:r>
            <a:r>
              <a:rPr lang="en-US" sz="2400" b="1">
                <a:ea typeface="Calibri"/>
                <a:cs typeface="Calibri" panose="020F0502020204030204"/>
              </a:rPr>
              <a:t>learned or noticed</a:t>
            </a:r>
            <a:r>
              <a:rPr lang="en-US" sz="2400">
                <a:ea typeface="Calibri"/>
                <a:cs typeface="Calibri" panose="020F0502020204030204"/>
              </a:rPr>
              <a:t> about your organization by taking the organizational self-assessment? </a:t>
            </a:r>
          </a:p>
          <a:p>
            <a:pPr lvl="1">
              <a:buFont typeface="Courier New" panose="020B0604020202020204" pitchFamily="34" charset="0"/>
              <a:buChar char="o"/>
            </a:pPr>
            <a:r>
              <a:rPr lang="en-US" b="1" dirty="0">
                <a:latin typeface="Open Sans Light"/>
                <a:ea typeface="Open Sans Light"/>
                <a:cs typeface="Calibri" panose="020F0502020204030204"/>
              </a:rPr>
              <a:t>Who</a:t>
            </a:r>
            <a:r>
              <a:rPr lang="en-US" dirty="0">
                <a:latin typeface="Open Sans Light"/>
                <a:ea typeface="Open Sans Light"/>
                <a:cs typeface="Calibri" panose="020F0502020204030204"/>
              </a:rPr>
              <a:t> specifically do you plan on sharing this information with? </a:t>
            </a:r>
          </a:p>
          <a:p>
            <a:pPr lvl="1">
              <a:buFont typeface="Courier New" panose="020B0604020202020204" pitchFamily="34" charset="0"/>
              <a:buChar char="o"/>
            </a:pPr>
            <a:r>
              <a:rPr lang="en-US" b="1">
                <a:cs typeface="Calibri" panose="020F0502020204030204"/>
              </a:rPr>
              <a:t>How </a:t>
            </a:r>
            <a:r>
              <a:rPr lang="en-US">
                <a:cs typeface="Calibri" panose="020F0502020204030204"/>
              </a:rPr>
              <a:t>will you share this information? </a:t>
            </a:r>
          </a:p>
          <a:p>
            <a:pPr marL="0" indent="0">
              <a:buNone/>
            </a:pPr>
            <a:endParaRPr lang="en-US" sz="2400">
              <a:ea typeface="Calibri"/>
              <a:cs typeface="Calibri" panose="020F0502020204030204"/>
            </a:endParaRPr>
          </a:p>
          <a:p>
            <a:r>
              <a:rPr lang="en-US" sz="2400">
                <a:ea typeface="Calibri"/>
                <a:cs typeface="Calibri" panose="020F0502020204030204"/>
              </a:rPr>
              <a:t>What other support do you need? (share with your mentor)</a:t>
            </a:r>
          </a:p>
          <a:p>
            <a:endParaRPr lang="en-US" sz="2000">
              <a:ea typeface="Calibri"/>
              <a:cs typeface="Calibri" panose="020F0502020204030204"/>
            </a:endParaRPr>
          </a:p>
          <a:p>
            <a:pPr marL="0" indent="0">
              <a:buNone/>
            </a:pPr>
            <a:endParaRPr lang="en-US" sz="2000">
              <a:ea typeface="Calibri"/>
              <a:cs typeface="Calibri" panose="020F0502020204030204"/>
            </a:endParaRPr>
          </a:p>
          <a:p>
            <a:endParaRPr lang="en-US" sz="2000" b="1">
              <a:ea typeface="Calibri" panose="020F0502020204030204"/>
              <a:cs typeface="Calibri" panose="020F0502020204030204"/>
            </a:endParaRPr>
          </a:p>
          <a:p>
            <a:endParaRPr lang="en-US" sz="2000" b="1">
              <a:ea typeface="Calibri" panose="020F0502020204030204"/>
              <a:cs typeface="Calibri" panose="020F0502020204030204"/>
            </a:endParaRPr>
          </a:p>
          <a:p>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a:p>
            <a:pPr marL="0" indent="0">
              <a:buNone/>
            </a:pPr>
            <a:endParaRPr lang="en-US" sz="2000">
              <a:ea typeface="Calibri" panose="020F0502020204030204"/>
              <a:cs typeface="Calibri" panose="020F0502020204030204"/>
            </a:endParaRPr>
          </a:p>
        </p:txBody>
      </p:sp>
      <p:pic>
        <p:nvPicPr>
          <p:cNvPr id="5" name="Picture 4" descr="Yellow paper aeroplane flying the opposite way as many grey paper aeroplanes">
            <a:extLst>
              <a:ext uri="{FF2B5EF4-FFF2-40B4-BE49-F238E27FC236}">
                <a16:creationId xmlns:a16="http://schemas.microsoft.com/office/drawing/2014/main" id="{1975193D-47FA-901C-23A9-4CEAE698F4C0}"/>
              </a:ext>
            </a:extLst>
          </p:cNvPr>
          <p:cNvPicPr>
            <a:picLocks noChangeAspect="1"/>
          </p:cNvPicPr>
          <p:nvPr/>
        </p:nvPicPr>
        <p:blipFill rotWithShape="1">
          <a:blip r:embed="rId3"/>
          <a:srcRect l="5379" r="27767" b="-3"/>
          <a:stretch/>
        </p:blipFill>
        <p:spPr>
          <a:xfrm>
            <a:off x="8829883" y="1618331"/>
            <a:ext cx="3076380" cy="3068664"/>
          </a:xfrm>
          <a:prstGeom prst="rect">
            <a:avLst/>
          </a:prstGeom>
        </p:spPr>
      </p:pic>
    </p:spTree>
    <p:extLst>
      <p:ext uri="{BB962C8B-B14F-4D97-AF65-F5344CB8AC3E}">
        <p14:creationId xmlns:p14="http://schemas.microsoft.com/office/powerpoint/2010/main" val="634460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Question marks in a line and one question mark is lit">
            <a:extLst>
              <a:ext uri="{FF2B5EF4-FFF2-40B4-BE49-F238E27FC236}">
                <a16:creationId xmlns:a16="http://schemas.microsoft.com/office/drawing/2014/main" id="{20B21813-F6CA-5BFB-DDAC-16596B8FD5B9}"/>
              </a:ext>
            </a:extLst>
          </p:cNvPr>
          <p:cNvPicPr>
            <a:picLocks noChangeAspect="1"/>
          </p:cNvPicPr>
          <p:nvPr/>
        </p:nvPicPr>
        <p:blipFill rotWithShape="1">
          <a:blip r:embed="rId2"/>
          <a:srcRect t="22118" r="9085" b="8725"/>
          <a:stretch>
            <a:fillRect/>
          </a:stretch>
        </p:blipFill>
        <p:spPr>
          <a:xfrm>
            <a:off x="20" y="10"/>
            <a:ext cx="12191981" cy="6181334"/>
          </a:xfrm>
          <a:prstGeom prst="rect">
            <a:avLst/>
          </a:prstGeom>
        </p:spPr>
      </p:pic>
      <p:sp>
        <p:nvSpPr>
          <p:cNvPr id="2" name="Title 1">
            <a:extLst>
              <a:ext uri="{FF2B5EF4-FFF2-40B4-BE49-F238E27FC236}">
                <a16:creationId xmlns:a16="http://schemas.microsoft.com/office/drawing/2014/main" id="{FF04AE4A-126C-194B-411C-3782B253D82E}"/>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en-US" sz="6600">
                <a:solidFill>
                  <a:schemeClr val="bg1"/>
                </a:solidFill>
              </a:rPr>
              <a:t>Questions?</a:t>
            </a:r>
          </a:p>
        </p:txBody>
      </p:sp>
    </p:spTree>
    <p:extLst>
      <p:ext uri="{BB962C8B-B14F-4D97-AF65-F5344CB8AC3E}">
        <p14:creationId xmlns:p14="http://schemas.microsoft.com/office/powerpoint/2010/main" val="38933008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TI_presentation template Feb 2026">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TI_presentation template Feb 2026" id="{7B630847-0ED3-4BB4-9400-A2393253C8A9}" vid="{696E90F8-2036-4576-8D73-CC01D280794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B2021F6-6390-E548-8788-9CFEED8332EB}">
  <we:reference id="wa104380907" version="3.0.0.0" store="en-US" storeType="OMEX"/>
  <we:alternateReferences>
    <we:reference id="wa104380907" version="3.0.0.0" store="WA104380907"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655ED7C-C660-D44E-950F-73565E84B7DF}">
  <we:reference id="wa104380050" version="3.1.0.0" store="en-US" storeType="OMEX"/>
  <we:alternateReferences>
    <we:reference id="WA104380050" version="3.1.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B21FC9B7AC984AA00C441920861789" ma:contentTypeVersion="14" ma:contentTypeDescription="Create a new document." ma:contentTypeScope="" ma:versionID="721bff8729961bdf26432d404ad0f7b8">
  <xsd:schema xmlns:xsd="http://www.w3.org/2001/XMLSchema" xmlns:xs="http://www.w3.org/2001/XMLSchema" xmlns:p="http://schemas.microsoft.com/office/2006/metadata/properties" xmlns:ns2="ca97ef7e-529a-4920-85ff-23e7e8b7df0a" xmlns:ns3="65478fcb-3d94-40df-a0a2-f6a419610bdf" targetNamespace="http://schemas.microsoft.com/office/2006/metadata/properties" ma:root="true" ma:fieldsID="fec60b3e7c48bed252daabe4e1c35c90" ns2:_="" ns3:_="">
    <xsd:import namespace="ca97ef7e-529a-4920-85ff-23e7e8b7df0a"/>
    <xsd:import namespace="65478fcb-3d94-40df-a0a2-f6a419610bd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97ef7e-529a-4920-85ff-23e7e8b7df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478fcb-3d94-40df-a0a2-f6a419610bd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a97ef7e-529a-4920-85ff-23e7e8b7df0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0CD9DB0-69B6-46D5-88C6-99B90CB08C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97ef7e-529a-4920-85ff-23e7e8b7df0a"/>
    <ds:schemaRef ds:uri="65478fcb-3d94-40df-a0a2-f6a419610b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EB53E4-0001-4157-A0BF-772E8FE36E62}">
  <ds:schemaRefs>
    <ds:schemaRef ds:uri="ca97ef7e-529a-4920-85ff-23e7e8b7df0a"/>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C753850-86F2-4118-B4E5-08C866EA80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1361</Words>
  <Application>Microsoft Office PowerPoint</Application>
  <PresentationFormat>Widescreen</PresentationFormat>
  <Paragraphs>116</Paragraphs>
  <Slides>12</Slides>
  <Notes>8</Notes>
  <HiddenSlides>0</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Office Theme</vt:lpstr>
      <vt:lpstr>MTI_presentation template Feb 2026</vt:lpstr>
      <vt:lpstr>PowerPoint Presentation</vt:lpstr>
      <vt:lpstr>PowerPoint Presentation</vt:lpstr>
      <vt:lpstr>PowerPoint Presentation</vt:lpstr>
      <vt:lpstr>PowerPoint Presentation</vt:lpstr>
      <vt:lpstr>Learning Objectives</vt:lpstr>
      <vt:lpstr>PowerPoint Presentation</vt:lpstr>
      <vt:lpstr>PowerPoint Presentation</vt:lpstr>
      <vt:lpstr>Examples of Organizational Transformation Goals</vt:lpstr>
      <vt:lpstr>Poll Question #1</vt:lpstr>
      <vt:lpstr>Poll Question #2</vt:lpstr>
      <vt:lpstr>Group Discussion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 Practices in Community and Employment Serices</dc:title>
  <dc:creator>Karen Flippo</dc:creator>
  <cp:lastModifiedBy>Heather N Smith</cp:lastModifiedBy>
  <cp:revision>124</cp:revision>
  <dcterms:created xsi:type="dcterms:W3CDTF">2021-01-26T19:37:34Z</dcterms:created>
  <dcterms:modified xsi:type="dcterms:W3CDTF">2026-03-24T14:11:00Z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0x01010001B21FC9B7AC984AA00C441920861789</vt:lpwstr>
  </property>
  <property fmtid="{D5CDD505-2E9C-101B-9397-08002B2CF9AE}" pid="3" name="MediaServiceImageTags">
    <vt:lpwstr/>
  </property>
</Properties>
</file>