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handoutMasterIdLst>
    <p:handoutMasterId r:id="rId36"/>
  </p:handoutMasterIdLst>
  <p:sldIdLst>
    <p:sldId id="256" r:id="rId2"/>
    <p:sldId id="257" r:id="rId3"/>
    <p:sldId id="260" r:id="rId4"/>
    <p:sldId id="282" r:id="rId5"/>
    <p:sldId id="281" r:id="rId6"/>
    <p:sldId id="343" r:id="rId7"/>
    <p:sldId id="375" r:id="rId8"/>
    <p:sldId id="261" r:id="rId9"/>
    <p:sldId id="264" r:id="rId10"/>
    <p:sldId id="377" r:id="rId11"/>
    <p:sldId id="378" r:id="rId12"/>
    <p:sldId id="379" r:id="rId13"/>
    <p:sldId id="341" r:id="rId14"/>
    <p:sldId id="387" r:id="rId15"/>
    <p:sldId id="371" r:id="rId16"/>
    <p:sldId id="380" r:id="rId17"/>
    <p:sldId id="335" r:id="rId18"/>
    <p:sldId id="366" r:id="rId19"/>
    <p:sldId id="388" r:id="rId20"/>
    <p:sldId id="404" r:id="rId21"/>
    <p:sldId id="401" r:id="rId22"/>
    <p:sldId id="400" r:id="rId23"/>
    <p:sldId id="399" r:id="rId24"/>
    <p:sldId id="406" r:id="rId25"/>
    <p:sldId id="398" r:id="rId26"/>
    <p:sldId id="409" r:id="rId27"/>
    <p:sldId id="410" r:id="rId28"/>
    <p:sldId id="411" r:id="rId29"/>
    <p:sldId id="364" r:id="rId30"/>
    <p:sldId id="412" r:id="rId31"/>
    <p:sldId id="413" r:id="rId32"/>
    <p:sldId id="408" r:id="rId33"/>
    <p:sldId id="280"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lison" initials="A" lastIdx="1" clrIdx="0">
    <p:extLst>
      <p:ext uri="{19B8F6BF-5375-455C-9EA6-DF929625EA0E}">
        <p15:presenceInfo xmlns:p15="http://schemas.microsoft.com/office/powerpoint/2012/main" userId="S::Allison.Taylor@umb.edu::38c8237f-9d26-4ca9-8386-ca9a64f81fa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A517B9-25F6-45E5-93C4-EE17369C4D73}" v="1" dt="2021-06-29T17:32:57.7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46"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ison" userId="38c8237f-9d26-4ca9-8386-ca9a64f81faf" providerId="ADAL" clId="{DA7BB7F5-0E27-414A-A681-CF5657D33BB9}"/>
    <pc:docChg chg="undo redo custSel addSld delSld modSld sldOrd modMainMaster">
      <pc:chgData name="Allison" userId="38c8237f-9d26-4ca9-8386-ca9a64f81faf" providerId="ADAL" clId="{DA7BB7F5-0E27-414A-A681-CF5657D33BB9}" dt="2021-03-23T16:35:43.945" v="12153" actId="20577"/>
      <pc:docMkLst>
        <pc:docMk/>
      </pc:docMkLst>
      <pc:sldChg chg="addSp modSp mod modNotesTx">
        <pc:chgData name="Allison" userId="38c8237f-9d26-4ca9-8386-ca9a64f81faf" providerId="ADAL" clId="{DA7BB7F5-0E27-414A-A681-CF5657D33BB9}" dt="2021-03-22T16:00:04.658" v="8875" actId="20577"/>
        <pc:sldMkLst>
          <pc:docMk/>
          <pc:sldMk cId="252495493" sldId="256"/>
        </pc:sldMkLst>
        <pc:spChg chg="mod">
          <ac:chgData name="Allison" userId="38c8237f-9d26-4ca9-8386-ca9a64f81faf" providerId="ADAL" clId="{DA7BB7F5-0E27-414A-A681-CF5657D33BB9}" dt="2021-03-03T23:06:06.994" v="44" actId="404"/>
          <ac:spMkLst>
            <pc:docMk/>
            <pc:sldMk cId="252495493" sldId="256"/>
            <ac:spMk id="2" creationId="{6E92244A-C403-42FC-98C6-24421517DBAC}"/>
          </ac:spMkLst>
        </pc:spChg>
        <pc:spChg chg="mod">
          <ac:chgData name="Allison" userId="38c8237f-9d26-4ca9-8386-ca9a64f81faf" providerId="ADAL" clId="{DA7BB7F5-0E27-414A-A681-CF5657D33BB9}" dt="2021-03-03T23:06:33.636" v="50" actId="20577"/>
          <ac:spMkLst>
            <pc:docMk/>
            <pc:sldMk cId="252495493" sldId="256"/>
            <ac:spMk id="3" creationId="{53ED80FF-DD67-4019-8424-33A3A6DAC7EC}"/>
          </ac:spMkLst>
        </pc:spChg>
        <pc:spChg chg="add mod">
          <ac:chgData name="Allison" userId="38c8237f-9d26-4ca9-8386-ca9a64f81faf" providerId="ADAL" clId="{DA7BB7F5-0E27-414A-A681-CF5657D33BB9}" dt="2021-03-03T23:06:28.161" v="48" actId="21"/>
          <ac:spMkLst>
            <pc:docMk/>
            <pc:sldMk cId="252495493" sldId="256"/>
            <ac:spMk id="4" creationId="{91511BDC-B2DF-4056-907C-B9F4BFF15CE4}"/>
          </ac:spMkLst>
        </pc:spChg>
      </pc:sldChg>
      <pc:sldChg chg="modSp mod">
        <pc:chgData name="Allison" userId="38c8237f-9d26-4ca9-8386-ca9a64f81faf" providerId="ADAL" clId="{DA7BB7F5-0E27-414A-A681-CF5657D33BB9}" dt="2021-03-17T20:17:11.211" v="3324" actId="20577"/>
        <pc:sldMkLst>
          <pc:docMk/>
          <pc:sldMk cId="1923275631" sldId="257"/>
        </pc:sldMkLst>
        <pc:spChg chg="mod">
          <ac:chgData name="Allison" userId="38c8237f-9d26-4ca9-8386-ca9a64f81faf" providerId="ADAL" clId="{DA7BB7F5-0E27-414A-A681-CF5657D33BB9}" dt="2021-03-03T23:07:45.539" v="54" actId="20577"/>
          <ac:spMkLst>
            <pc:docMk/>
            <pc:sldMk cId="1923275631" sldId="257"/>
            <ac:spMk id="2" creationId="{413EE501-9263-4300-949B-DF95A10EEA03}"/>
          </ac:spMkLst>
        </pc:spChg>
        <pc:spChg chg="mod">
          <ac:chgData name="Allison" userId="38c8237f-9d26-4ca9-8386-ca9a64f81faf" providerId="ADAL" clId="{DA7BB7F5-0E27-414A-A681-CF5657D33BB9}" dt="2021-03-17T20:17:11.211" v="3324" actId="20577"/>
          <ac:spMkLst>
            <pc:docMk/>
            <pc:sldMk cId="1923275631" sldId="257"/>
            <ac:spMk id="3" creationId="{DB087FE6-B9D8-4B16-B2B9-9AE113E575BF}"/>
          </ac:spMkLst>
        </pc:spChg>
      </pc:sldChg>
      <pc:sldChg chg="new del modTransition">
        <pc:chgData name="Allison" userId="38c8237f-9d26-4ca9-8386-ca9a64f81faf" providerId="ADAL" clId="{DA7BB7F5-0E27-414A-A681-CF5657D33BB9}" dt="2021-03-22T15:52:20.573" v="8738" actId="47"/>
        <pc:sldMkLst>
          <pc:docMk/>
          <pc:sldMk cId="2382263737" sldId="258"/>
        </pc:sldMkLst>
      </pc:sldChg>
      <pc:sldChg chg="modSp add mod modNotesTx">
        <pc:chgData name="Allison" userId="38c8237f-9d26-4ca9-8386-ca9a64f81faf" providerId="ADAL" clId="{DA7BB7F5-0E27-414A-A681-CF5657D33BB9}" dt="2021-03-22T22:00:27.788" v="9079" actId="15"/>
        <pc:sldMkLst>
          <pc:docMk/>
          <pc:sldMk cId="713874846" sldId="260"/>
        </pc:sldMkLst>
        <pc:spChg chg="mod">
          <ac:chgData name="Allison" userId="38c8237f-9d26-4ca9-8386-ca9a64f81faf" providerId="ADAL" clId="{DA7BB7F5-0E27-414A-A681-CF5657D33BB9}" dt="2021-03-22T22:00:27.788" v="9079" actId="15"/>
          <ac:spMkLst>
            <pc:docMk/>
            <pc:sldMk cId="713874846" sldId="260"/>
            <ac:spMk id="3" creationId="{00000000-0000-0000-0000-000000000000}"/>
          </ac:spMkLst>
        </pc:spChg>
      </pc:sldChg>
      <pc:sldChg chg="modSp add mod modNotesTx">
        <pc:chgData name="Allison" userId="38c8237f-9d26-4ca9-8386-ca9a64f81faf" providerId="ADAL" clId="{DA7BB7F5-0E27-414A-A681-CF5657D33BB9}" dt="2021-03-23T15:54:02.085" v="9377" actId="20577"/>
        <pc:sldMkLst>
          <pc:docMk/>
          <pc:sldMk cId="1680418668" sldId="261"/>
        </pc:sldMkLst>
        <pc:spChg chg="mod">
          <ac:chgData name="Allison" userId="38c8237f-9d26-4ca9-8386-ca9a64f81faf" providerId="ADAL" clId="{DA7BB7F5-0E27-414A-A681-CF5657D33BB9}" dt="2021-03-17T17:49:33.681" v="891" actId="20577"/>
          <ac:spMkLst>
            <pc:docMk/>
            <pc:sldMk cId="1680418668" sldId="261"/>
            <ac:spMk id="2" creationId="{00000000-0000-0000-0000-000000000000}"/>
          </ac:spMkLst>
        </pc:spChg>
        <pc:graphicFrameChg chg="mod">
          <ac:chgData name="Allison" userId="38c8237f-9d26-4ca9-8386-ca9a64f81faf" providerId="ADAL" clId="{DA7BB7F5-0E27-414A-A681-CF5657D33BB9}" dt="2021-03-04T00:13:31.073" v="121" actId="1076"/>
          <ac:graphicFrameMkLst>
            <pc:docMk/>
            <pc:sldMk cId="1680418668" sldId="261"/>
            <ac:graphicFrameMk id="8" creationId="{00000000-0000-0000-0000-000000000000}"/>
          </ac:graphicFrameMkLst>
        </pc:graphicFrameChg>
      </pc:sldChg>
      <pc:sldChg chg="modSp add mod modTransition">
        <pc:chgData name="Allison" userId="38c8237f-9d26-4ca9-8386-ca9a64f81faf" providerId="ADAL" clId="{DA7BB7F5-0E27-414A-A681-CF5657D33BB9}" dt="2021-03-17T15:26:19.374" v="155"/>
        <pc:sldMkLst>
          <pc:docMk/>
          <pc:sldMk cId="734135231" sldId="264"/>
        </pc:sldMkLst>
        <pc:spChg chg="mod">
          <ac:chgData name="Allison" userId="38c8237f-9d26-4ca9-8386-ca9a64f81faf" providerId="ADAL" clId="{DA7BB7F5-0E27-414A-A681-CF5657D33BB9}" dt="2021-03-04T00:13:54.110" v="122" actId="6549"/>
          <ac:spMkLst>
            <pc:docMk/>
            <pc:sldMk cId="734135231" sldId="264"/>
            <ac:spMk id="3" creationId="{00000000-0000-0000-0000-000000000000}"/>
          </ac:spMkLst>
        </pc:spChg>
      </pc:sldChg>
      <pc:sldChg chg="modSp add mod">
        <pc:chgData name="Allison" userId="38c8237f-9d26-4ca9-8386-ca9a64f81faf" providerId="ADAL" clId="{DA7BB7F5-0E27-414A-A681-CF5657D33BB9}" dt="2021-03-22T22:48:36.997" v="9213" actId="20577"/>
        <pc:sldMkLst>
          <pc:docMk/>
          <pc:sldMk cId="3324545859" sldId="280"/>
        </pc:sldMkLst>
        <pc:spChg chg="mod">
          <ac:chgData name="Allison" userId="38c8237f-9d26-4ca9-8386-ca9a64f81faf" providerId="ADAL" clId="{DA7BB7F5-0E27-414A-A681-CF5657D33BB9}" dt="2021-03-22T15:48:57.220" v="8700" actId="20577"/>
          <ac:spMkLst>
            <pc:docMk/>
            <pc:sldMk cId="3324545859" sldId="280"/>
            <ac:spMk id="2" creationId="{00000000-0000-0000-0000-000000000000}"/>
          </ac:spMkLst>
        </pc:spChg>
        <pc:spChg chg="mod">
          <ac:chgData name="Allison" userId="38c8237f-9d26-4ca9-8386-ca9a64f81faf" providerId="ADAL" clId="{DA7BB7F5-0E27-414A-A681-CF5657D33BB9}" dt="2021-03-22T22:48:36.997" v="9213" actId="20577"/>
          <ac:spMkLst>
            <pc:docMk/>
            <pc:sldMk cId="3324545859" sldId="280"/>
            <ac:spMk id="3" creationId="{00000000-0000-0000-0000-000000000000}"/>
          </ac:spMkLst>
        </pc:spChg>
        <pc:spChg chg="mod">
          <ac:chgData name="Allison" userId="38c8237f-9d26-4ca9-8386-ca9a64f81faf" providerId="ADAL" clId="{DA7BB7F5-0E27-414A-A681-CF5657D33BB9}" dt="2021-03-22T16:53:26.952" v="8897" actId="207"/>
          <ac:spMkLst>
            <pc:docMk/>
            <pc:sldMk cId="3324545859" sldId="280"/>
            <ac:spMk id="5" creationId="{00000000-0000-0000-0000-000000000000}"/>
          </ac:spMkLst>
        </pc:spChg>
      </pc:sldChg>
      <pc:sldChg chg="addSp delSp modSp add mod modTransition modNotesTx">
        <pc:chgData name="Allison" userId="38c8237f-9d26-4ca9-8386-ca9a64f81faf" providerId="ADAL" clId="{DA7BB7F5-0E27-414A-A681-CF5657D33BB9}" dt="2021-03-23T15:52:58.442" v="9374" actId="20577"/>
        <pc:sldMkLst>
          <pc:docMk/>
          <pc:sldMk cId="2381481296" sldId="281"/>
        </pc:sldMkLst>
        <pc:spChg chg="mod">
          <ac:chgData name="Allison" userId="38c8237f-9d26-4ca9-8386-ca9a64f81faf" providerId="ADAL" clId="{DA7BB7F5-0E27-414A-A681-CF5657D33BB9}" dt="2021-03-04T00:06:57.953" v="78" actId="20577"/>
          <ac:spMkLst>
            <pc:docMk/>
            <pc:sldMk cId="2381481296" sldId="281"/>
            <ac:spMk id="2" creationId="{00000000-0000-0000-0000-000000000000}"/>
          </ac:spMkLst>
        </pc:spChg>
        <pc:spChg chg="mod">
          <ac:chgData name="Allison" userId="38c8237f-9d26-4ca9-8386-ca9a64f81faf" providerId="ADAL" clId="{DA7BB7F5-0E27-414A-A681-CF5657D33BB9}" dt="2021-03-22T14:01:45.020" v="4852" actId="20577"/>
          <ac:spMkLst>
            <pc:docMk/>
            <pc:sldMk cId="2381481296" sldId="281"/>
            <ac:spMk id="3" creationId="{00000000-0000-0000-0000-000000000000}"/>
          </ac:spMkLst>
        </pc:spChg>
        <pc:spChg chg="mod">
          <ac:chgData name="Allison" userId="38c8237f-9d26-4ca9-8386-ca9a64f81faf" providerId="ADAL" clId="{DA7BB7F5-0E27-414A-A681-CF5657D33BB9}" dt="2021-03-17T16:19:52.476" v="593"/>
          <ac:spMkLst>
            <pc:docMk/>
            <pc:sldMk cId="2381481296" sldId="281"/>
            <ac:spMk id="14" creationId="{7C45B1C1-305B-4D74-9D9F-C2210601245B}"/>
          </ac:spMkLst>
        </pc:spChg>
        <pc:spChg chg="mod">
          <ac:chgData name="Allison" userId="38c8237f-9d26-4ca9-8386-ca9a64f81faf" providerId="ADAL" clId="{DA7BB7F5-0E27-414A-A681-CF5657D33BB9}" dt="2021-03-17T16:19:52.476" v="593"/>
          <ac:spMkLst>
            <pc:docMk/>
            <pc:sldMk cId="2381481296" sldId="281"/>
            <ac:spMk id="15" creationId="{CC28C005-34E0-451F-AFBF-6BF21147A3BE}"/>
          </ac:spMkLst>
        </pc:spChg>
        <pc:spChg chg="mod">
          <ac:chgData name="Allison" userId="38c8237f-9d26-4ca9-8386-ca9a64f81faf" providerId="ADAL" clId="{DA7BB7F5-0E27-414A-A681-CF5657D33BB9}" dt="2021-03-17T16:19:52.476" v="593"/>
          <ac:spMkLst>
            <pc:docMk/>
            <pc:sldMk cId="2381481296" sldId="281"/>
            <ac:spMk id="16" creationId="{B057AA63-6928-424C-A50E-811CC7009A7A}"/>
          </ac:spMkLst>
        </pc:spChg>
        <pc:spChg chg="mod">
          <ac:chgData name="Allison" userId="38c8237f-9d26-4ca9-8386-ca9a64f81faf" providerId="ADAL" clId="{DA7BB7F5-0E27-414A-A681-CF5657D33BB9}" dt="2021-03-17T16:19:52.476" v="593"/>
          <ac:spMkLst>
            <pc:docMk/>
            <pc:sldMk cId="2381481296" sldId="281"/>
            <ac:spMk id="17" creationId="{CBE97066-99AA-4BEC-BF89-41261EA94576}"/>
          </ac:spMkLst>
        </pc:spChg>
        <pc:spChg chg="mod">
          <ac:chgData name="Allison" userId="38c8237f-9d26-4ca9-8386-ca9a64f81faf" providerId="ADAL" clId="{DA7BB7F5-0E27-414A-A681-CF5657D33BB9}" dt="2021-03-17T16:19:52.476" v="593"/>
          <ac:spMkLst>
            <pc:docMk/>
            <pc:sldMk cId="2381481296" sldId="281"/>
            <ac:spMk id="18" creationId="{F35C19CD-12EA-4661-9B71-ACA7FED6CCEB}"/>
          </ac:spMkLst>
        </pc:spChg>
        <pc:spChg chg="mod">
          <ac:chgData name="Allison" userId="38c8237f-9d26-4ca9-8386-ca9a64f81faf" providerId="ADAL" clId="{DA7BB7F5-0E27-414A-A681-CF5657D33BB9}" dt="2021-03-17T16:19:52.476" v="593"/>
          <ac:spMkLst>
            <pc:docMk/>
            <pc:sldMk cId="2381481296" sldId="281"/>
            <ac:spMk id="19" creationId="{9F202305-B7BD-451D-8D82-00FB50728E09}"/>
          </ac:spMkLst>
        </pc:spChg>
        <pc:spChg chg="mod">
          <ac:chgData name="Allison" userId="38c8237f-9d26-4ca9-8386-ca9a64f81faf" providerId="ADAL" clId="{DA7BB7F5-0E27-414A-A681-CF5657D33BB9}" dt="2021-03-17T16:19:52.476" v="593"/>
          <ac:spMkLst>
            <pc:docMk/>
            <pc:sldMk cId="2381481296" sldId="281"/>
            <ac:spMk id="20" creationId="{8BCDE213-D154-4BB9-AECA-7FA27D7025E3}"/>
          </ac:spMkLst>
        </pc:spChg>
        <pc:spChg chg="mod">
          <ac:chgData name="Allison" userId="38c8237f-9d26-4ca9-8386-ca9a64f81faf" providerId="ADAL" clId="{DA7BB7F5-0E27-414A-A681-CF5657D33BB9}" dt="2021-03-17T16:19:52.476" v="593"/>
          <ac:spMkLst>
            <pc:docMk/>
            <pc:sldMk cId="2381481296" sldId="281"/>
            <ac:spMk id="21" creationId="{43D8E204-2DC2-4457-857F-6EA9D9DFA4A7}"/>
          </ac:spMkLst>
        </pc:spChg>
        <pc:spChg chg="mod">
          <ac:chgData name="Allison" userId="38c8237f-9d26-4ca9-8386-ca9a64f81faf" providerId="ADAL" clId="{DA7BB7F5-0E27-414A-A681-CF5657D33BB9}" dt="2021-03-17T16:19:52.476" v="593"/>
          <ac:spMkLst>
            <pc:docMk/>
            <pc:sldMk cId="2381481296" sldId="281"/>
            <ac:spMk id="22" creationId="{111693EB-E3E9-403C-AD8C-A57130F4F609}"/>
          </ac:spMkLst>
        </pc:spChg>
        <pc:spChg chg="mod">
          <ac:chgData name="Allison" userId="38c8237f-9d26-4ca9-8386-ca9a64f81faf" providerId="ADAL" clId="{DA7BB7F5-0E27-414A-A681-CF5657D33BB9}" dt="2021-03-17T16:19:52.476" v="593"/>
          <ac:spMkLst>
            <pc:docMk/>
            <pc:sldMk cId="2381481296" sldId="281"/>
            <ac:spMk id="23" creationId="{F4DE4889-9B1A-4346-ABC5-ACE9805037B7}"/>
          </ac:spMkLst>
        </pc:spChg>
        <pc:spChg chg="mod">
          <ac:chgData name="Allison" userId="38c8237f-9d26-4ca9-8386-ca9a64f81faf" providerId="ADAL" clId="{DA7BB7F5-0E27-414A-A681-CF5657D33BB9}" dt="2021-03-17T16:19:52.476" v="593"/>
          <ac:spMkLst>
            <pc:docMk/>
            <pc:sldMk cId="2381481296" sldId="281"/>
            <ac:spMk id="24" creationId="{EE273D3B-62C1-4A43-9950-98FCFE500E65}"/>
          </ac:spMkLst>
        </pc:spChg>
        <pc:spChg chg="mod">
          <ac:chgData name="Allison" userId="38c8237f-9d26-4ca9-8386-ca9a64f81faf" providerId="ADAL" clId="{DA7BB7F5-0E27-414A-A681-CF5657D33BB9}" dt="2021-03-17T16:19:52.476" v="593"/>
          <ac:spMkLst>
            <pc:docMk/>
            <pc:sldMk cId="2381481296" sldId="281"/>
            <ac:spMk id="25" creationId="{2F19E1AD-EFB5-4A73-8D0E-171CAA23503B}"/>
          </ac:spMkLst>
        </pc:spChg>
        <pc:spChg chg="mod">
          <ac:chgData name="Allison" userId="38c8237f-9d26-4ca9-8386-ca9a64f81faf" providerId="ADAL" clId="{DA7BB7F5-0E27-414A-A681-CF5657D33BB9}" dt="2021-03-17T16:19:52.476" v="593"/>
          <ac:spMkLst>
            <pc:docMk/>
            <pc:sldMk cId="2381481296" sldId="281"/>
            <ac:spMk id="26" creationId="{CBCD3F6C-87EA-4AC6-B60F-CCA20B37C3CE}"/>
          </ac:spMkLst>
        </pc:spChg>
        <pc:spChg chg="mod">
          <ac:chgData name="Allison" userId="38c8237f-9d26-4ca9-8386-ca9a64f81faf" providerId="ADAL" clId="{DA7BB7F5-0E27-414A-A681-CF5657D33BB9}" dt="2021-03-17T16:19:52.476" v="593"/>
          <ac:spMkLst>
            <pc:docMk/>
            <pc:sldMk cId="2381481296" sldId="281"/>
            <ac:spMk id="27" creationId="{02C7A1BA-56F3-4C6B-86B5-A97B453F4E20}"/>
          </ac:spMkLst>
        </pc:spChg>
        <pc:spChg chg="mod">
          <ac:chgData name="Allison" userId="38c8237f-9d26-4ca9-8386-ca9a64f81faf" providerId="ADAL" clId="{DA7BB7F5-0E27-414A-A681-CF5657D33BB9}" dt="2021-03-17T16:19:52.476" v="593"/>
          <ac:spMkLst>
            <pc:docMk/>
            <pc:sldMk cId="2381481296" sldId="281"/>
            <ac:spMk id="28" creationId="{4BA7908D-DA27-48B3-8C44-DC18B6EFD3F2}"/>
          </ac:spMkLst>
        </pc:spChg>
        <pc:spChg chg="mod">
          <ac:chgData name="Allison" userId="38c8237f-9d26-4ca9-8386-ca9a64f81faf" providerId="ADAL" clId="{DA7BB7F5-0E27-414A-A681-CF5657D33BB9}" dt="2021-03-17T16:19:52.476" v="593"/>
          <ac:spMkLst>
            <pc:docMk/>
            <pc:sldMk cId="2381481296" sldId="281"/>
            <ac:spMk id="29" creationId="{6DB5C02A-9541-4CC4-9937-A1FBB9AF5846}"/>
          </ac:spMkLst>
        </pc:spChg>
        <pc:spChg chg="mod">
          <ac:chgData name="Allison" userId="38c8237f-9d26-4ca9-8386-ca9a64f81faf" providerId="ADAL" clId="{DA7BB7F5-0E27-414A-A681-CF5657D33BB9}" dt="2021-03-17T16:19:52.476" v="593"/>
          <ac:spMkLst>
            <pc:docMk/>
            <pc:sldMk cId="2381481296" sldId="281"/>
            <ac:spMk id="30" creationId="{F374845B-2E89-4C68-A385-317905DE9436}"/>
          </ac:spMkLst>
        </pc:spChg>
        <pc:spChg chg="mod">
          <ac:chgData name="Allison" userId="38c8237f-9d26-4ca9-8386-ca9a64f81faf" providerId="ADAL" clId="{DA7BB7F5-0E27-414A-A681-CF5657D33BB9}" dt="2021-03-17T16:19:52.476" v="593"/>
          <ac:spMkLst>
            <pc:docMk/>
            <pc:sldMk cId="2381481296" sldId="281"/>
            <ac:spMk id="31" creationId="{BDD1D813-DDA3-4727-A091-01939CEC0633}"/>
          </ac:spMkLst>
        </pc:spChg>
        <pc:spChg chg="mod">
          <ac:chgData name="Allison" userId="38c8237f-9d26-4ca9-8386-ca9a64f81faf" providerId="ADAL" clId="{DA7BB7F5-0E27-414A-A681-CF5657D33BB9}" dt="2021-03-17T16:19:52.476" v="593"/>
          <ac:spMkLst>
            <pc:docMk/>
            <pc:sldMk cId="2381481296" sldId="281"/>
            <ac:spMk id="32" creationId="{CAD2C73A-3B68-4FB7-A26C-A6775BB2E573}"/>
          </ac:spMkLst>
        </pc:spChg>
        <pc:spChg chg="mod">
          <ac:chgData name="Allison" userId="38c8237f-9d26-4ca9-8386-ca9a64f81faf" providerId="ADAL" clId="{DA7BB7F5-0E27-414A-A681-CF5657D33BB9}" dt="2021-03-17T16:19:52.476" v="593"/>
          <ac:spMkLst>
            <pc:docMk/>
            <pc:sldMk cId="2381481296" sldId="281"/>
            <ac:spMk id="33" creationId="{1DFF2325-996E-466E-AEBA-C6A58F38BE19}"/>
          </ac:spMkLst>
        </pc:spChg>
        <pc:spChg chg="mod">
          <ac:chgData name="Allison" userId="38c8237f-9d26-4ca9-8386-ca9a64f81faf" providerId="ADAL" clId="{DA7BB7F5-0E27-414A-A681-CF5657D33BB9}" dt="2021-03-17T16:19:52.476" v="593"/>
          <ac:spMkLst>
            <pc:docMk/>
            <pc:sldMk cId="2381481296" sldId="281"/>
            <ac:spMk id="34" creationId="{54062FFB-D2F4-422E-A024-977ABB8B5043}"/>
          </ac:spMkLst>
        </pc:spChg>
        <pc:spChg chg="mod">
          <ac:chgData name="Allison" userId="38c8237f-9d26-4ca9-8386-ca9a64f81faf" providerId="ADAL" clId="{DA7BB7F5-0E27-414A-A681-CF5657D33BB9}" dt="2021-03-17T16:19:52.476" v="593"/>
          <ac:spMkLst>
            <pc:docMk/>
            <pc:sldMk cId="2381481296" sldId="281"/>
            <ac:spMk id="35" creationId="{E62C7883-E0BA-43FC-8FF2-543113F24B6A}"/>
          </ac:spMkLst>
        </pc:spChg>
        <pc:spChg chg="mod">
          <ac:chgData name="Allison" userId="38c8237f-9d26-4ca9-8386-ca9a64f81faf" providerId="ADAL" clId="{DA7BB7F5-0E27-414A-A681-CF5657D33BB9}" dt="2021-03-17T16:19:52.476" v="593"/>
          <ac:spMkLst>
            <pc:docMk/>
            <pc:sldMk cId="2381481296" sldId="281"/>
            <ac:spMk id="36" creationId="{D9EF55AA-ED3C-43A6-B5A3-19AEFEDF3783}"/>
          </ac:spMkLst>
        </pc:spChg>
        <pc:spChg chg="mod">
          <ac:chgData name="Allison" userId="38c8237f-9d26-4ca9-8386-ca9a64f81faf" providerId="ADAL" clId="{DA7BB7F5-0E27-414A-A681-CF5657D33BB9}" dt="2021-03-17T16:19:52.476" v="593"/>
          <ac:spMkLst>
            <pc:docMk/>
            <pc:sldMk cId="2381481296" sldId="281"/>
            <ac:spMk id="37" creationId="{E786AD0B-312D-4DEA-94F3-45D455D5739C}"/>
          </ac:spMkLst>
        </pc:spChg>
        <pc:spChg chg="mod">
          <ac:chgData name="Allison" userId="38c8237f-9d26-4ca9-8386-ca9a64f81faf" providerId="ADAL" clId="{DA7BB7F5-0E27-414A-A681-CF5657D33BB9}" dt="2021-03-17T16:19:52.476" v="593"/>
          <ac:spMkLst>
            <pc:docMk/>
            <pc:sldMk cId="2381481296" sldId="281"/>
            <ac:spMk id="38" creationId="{082B379E-D266-4CA4-98CB-0E6DF9C0CAF7}"/>
          </ac:spMkLst>
        </pc:spChg>
        <pc:spChg chg="mod">
          <ac:chgData name="Allison" userId="38c8237f-9d26-4ca9-8386-ca9a64f81faf" providerId="ADAL" clId="{DA7BB7F5-0E27-414A-A681-CF5657D33BB9}" dt="2021-03-17T16:19:52.476" v="593"/>
          <ac:spMkLst>
            <pc:docMk/>
            <pc:sldMk cId="2381481296" sldId="281"/>
            <ac:spMk id="39" creationId="{B0895004-4698-44E2-A27F-27D092F1BEC3}"/>
          </ac:spMkLst>
        </pc:spChg>
        <pc:spChg chg="mod">
          <ac:chgData name="Allison" userId="38c8237f-9d26-4ca9-8386-ca9a64f81faf" providerId="ADAL" clId="{DA7BB7F5-0E27-414A-A681-CF5657D33BB9}" dt="2021-03-17T16:19:52.476" v="593"/>
          <ac:spMkLst>
            <pc:docMk/>
            <pc:sldMk cId="2381481296" sldId="281"/>
            <ac:spMk id="40" creationId="{1E79267C-DED5-4985-8E7A-85D80BD4DDF7}"/>
          </ac:spMkLst>
        </pc:spChg>
        <pc:spChg chg="mod">
          <ac:chgData name="Allison" userId="38c8237f-9d26-4ca9-8386-ca9a64f81faf" providerId="ADAL" clId="{DA7BB7F5-0E27-414A-A681-CF5657D33BB9}" dt="2021-03-17T16:22:00.455" v="607" actId="207"/>
          <ac:spMkLst>
            <pc:docMk/>
            <pc:sldMk cId="2381481296" sldId="281"/>
            <ac:spMk id="41" creationId="{2AC059CC-17FD-4D55-89E5-2641C662CF4F}"/>
          </ac:spMkLst>
        </pc:spChg>
        <pc:spChg chg="mod">
          <ac:chgData name="Allison" userId="38c8237f-9d26-4ca9-8386-ca9a64f81faf" providerId="ADAL" clId="{DA7BB7F5-0E27-414A-A681-CF5657D33BB9}" dt="2021-03-17T16:19:52.476" v="593"/>
          <ac:spMkLst>
            <pc:docMk/>
            <pc:sldMk cId="2381481296" sldId="281"/>
            <ac:spMk id="42" creationId="{D490D03E-089B-42CA-9596-2C9940076F07}"/>
          </ac:spMkLst>
        </pc:spChg>
        <pc:spChg chg="mod">
          <ac:chgData name="Allison" userId="38c8237f-9d26-4ca9-8386-ca9a64f81faf" providerId="ADAL" clId="{DA7BB7F5-0E27-414A-A681-CF5657D33BB9}" dt="2021-03-17T16:19:52.476" v="593"/>
          <ac:spMkLst>
            <pc:docMk/>
            <pc:sldMk cId="2381481296" sldId="281"/>
            <ac:spMk id="43" creationId="{2FEF83F2-C2B4-4186-A51B-E64787B0560D}"/>
          </ac:spMkLst>
        </pc:spChg>
        <pc:spChg chg="mod">
          <ac:chgData name="Allison" userId="38c8237f-9d26-4ca9-8386-ca9a64f81faf" providerId="ADAL" clId="{DA7BB7F5-0E27-414A-A681-CF5657D33BB9}" dt="2021-03-17T16:19:52.476" v="593"/>
          <ac:spMkLst>
            <pc:docMk/>
            <pc:sldMk cId="2381481296" sldId="281"/>
            <ac:spMk id="44" creationId="{A920AA7F-A771-4553-9C93-126F7EF9CC0C}"/>
          </ac:spMkLst>
        </pc:spChg>
        <pc:spChg chg="mod">
          <ac:chgData name="Allison" userId="38c8237f-9d26-4ca9-8386-ca9a64f81faf" providerId="ADAL" clId="{DA7BB7F5-0E27-414A-A681-CF5657D33BB9}" dt="2021-03-17T16:19:52.476" v="593"/>
          <ac:spMkLst>
            <pc:docMk/>
            <pc:sldMk cId="2381481296" sldId="281"/>
            <ac:spMk id="45" creationId="{4BC3787F-C150-4118-9D7E-D533B10A7B89}"/>
          </ac:spMkLst>
        </pc:spChg>
        <pc:spChg chg="mod">
          <ac:chgData name="Allison" userId="38c8237f-9d26-4ca9-8386-ca9a64f81faf" providerId="ADAL" clId="{DA7BB7F5-0E27-414A-A681-CF5657D33BB9}" dt="2021-03-17T16:19:52.476" v="593"/>
          <ac:spMkLst>
            <pc:docMk/>
            <pc:sldMk cId="2381481296" sldId="281"/>
            <ac:spMk id="46" creationId="{B632DB29-B732-4A33-9077-9FED92C30B5A}"/>
          </ac:spMkLst>
        </pc:spChg>
        <pc:spChg chg="mod">
          <ac:chgData name="Allison" userId="38c8237f-9d26-4ca9-8386-ca9a64f81faf" providerId="ADAL" clId="{DA7BB7F5-0E27-414A-A681-CF5657D33BB9}" dt="2021-03-17T16:22:07.999" v="608" actId="207"/>
          <ac:spMkLst>
            <pc:docMk/>
            <pc:sldMk cId="2381481296" sldId="281"/>
            <ac:spMk id="47" creationId="{1ECFAC5D-C857-48C4-8D24-48F2F6A6AA4B}"/>
          </ac:spMkLst>
        </pc:spChg>
        <pc:spChg chg="mod">
          <ac:chgData name="Allison" userId="38c8237f-9d26-4ca9-8386-ca9a64f81faf" providerId="ADAL" clId="{DA7BB7F5-0E27-414A-A681-CF5657D33BB9}" dt="2021-03-17T16:19:52.476" v="593"/>
          <ac:spMkLst>
            <pc:docMk/>
            <pc:sldMk cId="2381481296" sldId="281"/>
            <ac:spMk id="48" creationId="{49CE8551-D9C5-4094-B82D-A3F77BD5634C}"/>
          </ac:spMkLst>
        </pc:spChg>
        <pc:spChg chg="mod">
          <ac:chgData name="Allison" userId="38c8237f-9d26-4ca9-8386-ca9a64f81faf" providerId="ADAL" clId="{DA7BB7F5-0E27-414A-A681-CF5657D33BB9}" dt="2021-03-17T16:19:52.476" v="593"/>
          <ac:spMkLst>
            <pc:docMk/>
            <pc:sldMk cId="2381481296" sldId="281"/>
            <ac:spMk id="49" creationId="{17D13E1F-07BB-48EA-8540-80353D2C3D76}"/>
          </ac:spMkLst>
        </pc:spChg>
        <pc:spChg chg="mod">
          <ac:chgData name="Allison" userId="38c8237f-9d26-4ca9-8386-ca9a64f81faf" providerId="ADAL" clId="{DA7BB7F5-0E27-414A-A681-CF5657D33BB9}" dt="2021-03-17T16:19:52.476" v="593"/>
          <ac:spMkLst>
            <pc:docMk/>
            <pc:sldMk cId="2381481296" sldId="281"/>
            <ac:spMk id="50" creationId="{829B4DCC-5D5B-4FE7-A76F-3B61EEBC9B1D}"/>
          </ac:spMkLst>
        </pc:spChg>
        <pc:spChg chg="mod">
          <ac:chgData name="Allison" userId="38c8237f-9d26-4ca9-8386-ca9a64f81faf" providerId="ADAL" clId="{DA7BB7F5-0E27-414A-A681-CF5657D33BB9}" dt="2021-03-17T16:19:52.476" v="593"/>
          <ac:spMkLst>
            <pc:docMk/>
            <pc:sldMk cId="2381481296" sldId="281"/>
            <ac:spMk id="51" creationId="{0E701777-F122-4EA1-8178-2319F58D9F61}"/>
          </ac:spMkLst>
        </pc:spChg>
        <pc:spChg chg="mod">
          <ac:chgData name="Allison" userId="38c8237f-9d26-4ca9-8386-ca9a64f81faf" providerId="ADAL" clId="{DA7BB7F5-0E27-414A-A681-CF5657D33BB9}" dt="2021-03-17T16:19:52.476" v="593"/>
          <ac:spMkLst>
            <pc:docMk/>
            <pc:sldMk cId="2381481296" sldId="281"/>
            <ac:spMk id="52" creationId="{9364450D-AA87-4AB9-B615-633E44A3C8D7}"/>
          </ac:spMkLst>
        </pc:spChg>
        <pc:spChg chg="del mod">
          <ac:chgData name="Allison" userId="38c8237f-9d26-4ca9-8386-ca9a64f81faf" providerId="ADAL" clId="{DA7BB7F5-0E27-414A-A681-CF5657D33BB9}" dt="2021-03-17T16:20:13.689" v="599" actId="478"/>
          <ac:spMkLst>
            <pc:docMk/>
            <pc:sldMk cId="2381481296" sldId="281"/>
            <ac:spMk id="53" creationId="{596586F0-9E27-42C6-B067-97644F321DF8}"/>
          </ac:spMkLst>
        </pc:spChg>
        <pc:spChg chg="mod">
          <ac:chgData name="Allison" userId="38c8237f-9d26-4ca9-8386-ca9a64f81faf" providerId="ADAL" clId="{DA7BB7F5-0E27-414A-A681-CF5657D33BB9}" dt="2021-03-17T16:19:52.476" v="593"/>
          <ac:spMkLst>
            <pc:docMk/>
            <pc:sldMk cId="2381481296" sldId="281"/>
            <ac:spMk id="54" creationId="{A55515B1-EF8E-4C65-9619-98AE89E957B4}"/>
          </ac:spMkLst>
        </pc:spChg>
        <pc:spChg chg="mod">
          <ac:chgData name="Allison" userId="38c8237f-9d26-4ca9-8386-ca9a64f81faf" providerId="ADAL" clId="{DA7BB7F5-0E27-414A-A681-CF5657D33BB9}" dt="2021-03-17T16:19:52.476" v="593"/>
          <ac:spMkLst>
            <pc:docMk/>
            <pc:sldMk cId="2381481296" sldId="281"/>
            <ac:spMk id="55" creationId="{82D78978-4ADC-48D1-94C0-C6BC2E7DF728}"/>
          </ac:spMkLst>
        </pc:spChg>
        <pc:spChg chg="mod">
          <ac:chgData name="Allison" userId="38c8237f-9d26-4ca9-8386-ca9a64f81faf" providerId="ADAL" clId="{DA7BB7F5-0E27-414A-A681-CF5657D33BB9}" dt="2021-03-17T16:19:52.476" v="593"/>
          <ac:spMkLst>
            <pc:docMk/>
            <pc:sldMk cId="2381481296" sldId="281"/>
            <ac:spMk id="56" creationId="{340D10DE-7A2C-47B0-B63C-41D65EFF2EE6}"/>
          </ac:spMkLst>
        </pc:spChg>
        <pc:spChg chg="mod">
          <ac:chgData name="Allison" userId="38c8237f-9d26-4ca9-8386-ca9a64f81faf" providerId="ADAL" clId="{DA7BB7F5-0E27-414A-A681-CF5657D33BB9}" dt="2021-03-17T16:19:52.476" v="593"/>
          <ac:spMkLst>
            <pc:docMk/>
            <pc:sldMk cId="2381481296" sldId="281"/>
            <ac:spMk id="57" creationId="{A4AF9DA2-2BD8-465A-A643-C997D5E91A16}"/>
          </ac:spMkLst>
        </pc:spChg>
        <pc:spChg chg="mod">
          <ac:chgData name="Allison" userId="38c8237f-9d26-4ca9-8386-ca9a64f81faf" providerId="ADAL" clId="{DA7BB7F5-0E27-414A-A681-CF5657D33BB9}" dt="2021-03-17T16:19:52.476" v="593"/>
          <ac:spMkLst>
            <pc:docMk/>
            <pc:sldMk cId="2381481296" sldId="281"/>
            <ac:spMk id="58" creationId="{1F8DC786-6391-4284-8A19-F45B5C1A969B}"/>
          </ac:spMkLst>
        </pc:spChg>
        <pc:spChg chg="mod">
          <ac:chgData name="Allison" userId="38c8237f-9d26-4ca9-8386-ca9a64f81faf" providerId="ADAL" clId="{DA7BB7F5-0E27-414A-A681-CF5657D33BB9}" dt="2021-03-17T16:19:52.476" v="593"/>
          <ac:spMkLst>
            <pc:docMk/>
            <pc:sldMk cId="2381481296" sldId="281"/>
            <ac:spMk id="59" creationId="{3F55B7AF-04DF-480B-B084-FC234C39E5F4}"/>
          </ac:spMkLst>
        </pc:spChg>
        <pc:spChg chg="mod">
          <ac:chgData name="Allison" userId="38c8237f-9d26-4ca9-8386-ca9a64f81faf" providerId="ADAL" clId="{DA7BB7F5-0E27-414A-A681-CF5657D33BB9}" dt="2021-03-17T16:19:52.476" v="593"/>
          <ac:spMkLst>
            <pc:docMk/>
            <pc:sldMk cId="2381481296" sldId="281"/>
            <ac:spMk id="60" creationId="{D66A02DE-3E46-4405-B4BA-E66D38341C40}"/>
          </ac:spMkLst>
        </pc:spChg>
        <pc:spChg chg="mod">
          <ac:chgData name="Allison" userId="38c8237f-9d26-4ca9-8386-ca9a64f81faf" providerId="ADAL" clId="{DA7BB7F5-0E27-414A-A681-CF5657D33BB9}" dt="2021-03-17T16:19:52.476" v="593"/>
          <ac:spMkLst>
            <pc:docMk/>
            <pc:sldMk cId="2381481296" sldId="281"/>
            <ac:spMk id="61" creationId="{174DFEE2-9C99-4C70-AD8C-A37412086EE6}"/>
          </ac:spMkLst>
        </pc:spChg>
        <pc:spChg chg="del mod">
          <ac:chgData name="Allison" userId="38c8237f-9d26-4ca9-8386-ca9a64f81faf" providerId="ADAL" clId="{DA7BB7F5-0E27-414A-A681-CF5657D33BB9}" dt="2021-03-17T16:20:08.177" v="596" actId="478"/>
          <ac:spMkLst>
            <pc:docMk/>
            <pc:sldMk cId="2381481296" sldId="281"/>
            <ac:spMk id="62" creationId="{5C55B773-1A88-4743-BB1D-4DE77CA9C7B3}"/>
          </ac:spMkLst>
        </pc:spChg>
        <pc:spChg chg="mod">
          <ac:chgData name="Allison" userId="38c8237f-9d26-4ca9-8386-ca9a64f81faf" providerId="ADAL" clId="{DA7BB7F5-0E27-414A-A681-CF5657D33BB9}" dt="2021-03-17T16:19:52.476" v="593"/>
          <ac:spMkLst>
            <pc:docMk/>
            <pc:sldMk cId="2381481296" sldId="281"/>
            <ac:spMk id="63" creationId="{989760F3-517B-4F48-87E6-BD26B712C1F7}"/>
          </ac:spMkLst>
        </pc:spChg>
        <pc:grpChg chg="add del mod">
          <ac:chgData name="Allison" userId="38c8237f-9d26-4ca9-8386-ca9a64f81faf" providerId="ADAL" clId="{DA7BB7F5-0E27-414A-A681-CF5657D33BB9}" dt="2021-03-22T12:56:44.471" v="4471" actId="1076"/>
          <ac:grpSpMkLst>
            <pc:docMk/>
            <pc:sldMk cId="2381481296" sldId="281"/>
            <ac:grpSpMk id="13" creationId="{44AAA4F8-4A4E-4873-8013-50DEB5A680D4}"/>
          </ac:grpSpMkLst>
        </pc:grpChg>
        <pc:picChg chg="add mod">
          <ac:chgData name="Allison" userId="38c8237f-9d26-4ca9-8386-ca9a64f81faf" providerId="ADAL" clId="{DA7BB7F5-0E27-414A-A681-CF5657D33BB9}" dt="2021-03-22T13:48:43.478" v="4697" actId="207"/>
          <ac:picMkLst>
            <pc:docMk/>
            <pc:sldMk cId="2381481296" sldId="281"/>
            <ac:picMk id="6" creationId="{8ECA4F16-AF60-4ED5-84F3-BB2FA0DBDEC2}"/>
          </ac:picMkLst>
        </pc:picChg>
        <pc:picChg chg="add mod">
          <ac:chgData name="Allison" userId="38c8237f-9d26-4ca9-8386-ca9a64f81faf" providerId="ADAL" clId="{DA7BB7F5-0E27-414A-A681-CF5657D33BB9}" dt="2021-03-22T13:48:49.656" v="4698" actId="207"/>
          <ac:picMkLst>
            <pc:docMk/>
            <pc:sldMk cId="2381481296" sldId="281"/>
            <ac:picMk id="8" creationId="{6E2E03EA-490F-4CD4-85CF-69C9534AE0A9}"/>
          </ac:picMkLst>
        </pc:picChg>
        <pc:picChg chg="add del mod">
          <ac:chgData name="Allison" userId="38c8237f-9d26-4ca9-8386-ca9a64f81faf" providerId="ADAL" clId="{DA7BB7F5-0E27-414A-A681-CF5657D33BB9}" dt="2021-03-17T15:48:32.581" v="476" actId="478"/>
          <ac:picMkLst>
            <pc:docMk/>
            <pc:sldMk cId="2381481296" sldId="281"/>
            <ac:picMk id="10" creationId="{5BA7A700-9824-4316-80AD-1EEFF1F19800}"/>
          </ac:picMkLst>
        </pc:picChg>
        <pc:picChg chg="add del mod">
          <ac:chgData name="Allison" userId="38c8237f-9d26-4ca9-8386-ca9a64f81faf" providerId="ADAL" clId="{DA7BB7F5-0E27-414A-A681-CF5657D33BB9}" dt="2021-03-17T15:48:31.332" v="475" actId="478"/>
          <ac:picMkLst>
            <pc:docMk/>
            <pc:sldMk cId="2381481296" sldId="281"/>
            <ac:picMk id="12" creationId="{B5EE9A43-6C5A-4B65-B038-C6DC20DD5075}"/>
          </ac:picMkLst>
        </pc:picChg>
      </pc:sldChg>
      <pc:sldChg chg="modSp add mod">
        <pc:chgData name="Allison" userId="38c8237f-9d26-4ca9-8386-ca9a64f81faf" providerId="ADAL" clId="{DA7BB7F5-0E27-414A-A681-CF5657D33BB9}" dt="2021-03-22T15:10:17.115" v="5236" actId="20577"/>
        <pc:sldMkLst>
          <pc:docMk/>
          <pc:sldMk cId="3748659908" sldId="282"/>
        </pc:sldMkLst>
        <pc:spChg chg="mod">
          <ac:chgData name="Allison" userId="38c8237f-9d26-4ca9-8386-ca9a64f81faf" providerId="ADAL" clId="{DA7BB7F5-0E27-414A-A681-CF5657D33BB9}" dt="2021-03-22T12:53:34.974" v="4398" actId="20577"/>
          <ac:spMkLst>
            <pc:docMk/>
            <pc:sldMk cId="3748659908" sldId="282"/>
            <ac:spMk id="2" creationId="{00000000-0000-0000-0000-000000000000}"/>
          </ac:spMkLst>
        </pc:spChg>
        <pc:spChg chg="mod">
          <ac:chgData name="Allison" userId="38c8237f-9d26-4ca9-8386-ca9a64f81faf" providerId="ADAL" clId="{DA7BB7F5-0E27-414A-A681-CF5657D33BB9}" dt="2021-03-22T15:10:17.115" v="5236" actId="20577"/>
          <ac:spMkLst>
            <pc:docMk/>
            <pc:sldMk cId="3748659908" sldId="282"/>
            <ac:spMk id="3" creationId="{00000000-0000-0000-0000-000000000000}"/>
          </ac:spMkLst>
        </pc:spChg>
      </pc:sldChg>
      <pc:sldChg chg="modSp add del mod modNotesTx">
        <pc:chgData name="Allison" userId="38c8237f-9d26-4ca9-8386-ca9a64f81faf" providerId="ADAL" clId="{DA7BB7F5-0E27-414A-A681-CF5657D33BB9}" dt="2021-03-22T15:52:09.408" v="8737" actId="47"/>
        <pc:sldMkLst>
          <pc:docMk/>
          <pc:sldMk cId="4074644897" sldId="308"/>
        </pc:sldMkLst>
        <pc:spChg chg="mod">
          <ac:chgData name="Allison" userId="38c8237f-9d26-4ca9-8386-ca9a64f81faf" providerId="ADAL" clId="{DA7BB7F5-0E27-414A-A681-CF5657D33BB9}" dt="2021-03-17T21:32:01.681" v="4172" actId="20577"/>
          <ac:spMkLst>
            <pc:docMk/>
            <pc:sldMk cId="4074644897" sldId="308"/>
            <ac:spMk id="3" creationId="{00000000-0000-0000-0000-000000000000}"/>
          </ac:spMkLst>
        </pc:spChg>
      </pc:sldChg>
      <pc:sldChg chg="modSp add del mod modTransition">
        <pc:chgData name="Allison" userId="38c8237f-9d26-4ca9-8386-ca9a64f81faf" providerId="ADAL" clId="{DA7BB7F5-0E27-414A-A681-CF5657D33BB9}" dt="2021-03-22T12:57:54.650" v="4474" actId="2696"/>
        <pc:sldMkLst>
          <pc:docMk/>
          <pc:sldMk cId="1489843033" sldId="322"/>
        </pc:sldMkLst>
        <pc:spChg chg="mod">
          <ac:chgData name="Allison" userId="38c8237f-9d26-4ca9-8386-ca9a64f81faf" providerId="ADAL" clId="{DA7BB7F5-0E27-414A-A681-CF5657D33BB9}" dt="2021-03-04T00:07:27.338" v="81" actId="404"/>
          <ac:spMkLst>
            <pc:docMk/>
            <pc:sldMk cId="1489843033" sldId="322"/>
            <ac:spMk id="3" creationId="{00000000-0000-0000-0000-000000000000}"/>
          </ac:spMkLst>
        </pc:spChg>
      </pc:sldChg>
      <pc:sldChg chg="add del">
        <pc:chgData name="Allison" userId="38c8237f-9d26-4ca9-8386-ca9a64f81faf" providerId="ADAL" clId="{DA7BB7F5-0E27-414A-A681-CF5657D33BB9}" dt="2021-03-04T00:14:05.812" v="123" actId="2696"/>
        <pc:sldMkLst>
          <pc:docMk/>
          <pc:sldMk cId="1438871898" sldId="323"/>
        </pc:sldMkLst>
      </pc:sldChg>
      <pc:sldChg chg="modSp add del mod ord modTransition">
        <pc:chgData name="Allison" userId="38c8237f-9d26-4ca9-8386-ca9a64f81faf" providerId="ADAL" clId="{DA7BB7F5-0E27-414A-A681-CF5657D33BB9}" dt="2021-03-22T13:04:48.748" v="4512" actId="2696"/>
        <pc:sldMkLst>
          <pc:docMk/>
          <pc:sldMk cId="482190181" sldId="324"/>
        </pc:sldMkLst>
        <pc:spChg chg="mod">
          <ac:chgData name="Allison" userId="38c8237f-9d26-4ca9-8386-ca9a64f81faf" providerId="ADAL" clId="{DA7BB7F5-0E27-414A-A681-CF5657D33BB9}" dt="2021-03-17T18:01:04.891" v="1012" actId="20577"/>
          <ac:spMkLst>
            <pc:docMk/>
            <pc:sldMk cId="482190181" sldId="324"/>
            <ac:spMk id="3" creationId="{00000000-0000-0000-0000-000000000000}"/>
          </ac:spMkLst>
        </pc:spChg>
      </pc:sldChg>
      <pc:sldChg chg="add del">
        <pc:chgData name="Allison" userId="38c8237f-9d26-4ca9-8386-ca9a64f81faf" providerId="ADAL" clId="{DA7BB7F5-0E27-414A-A681-CF5657D33BB9}" dt="2021-03-04T00:08:25.924" v="86"/>
        <pc:sldMkLst>
          <pc:docMk/>
          <pc:sldMk cId="1281280202" sldId="324"/>
        </pc:sldMkLst>
      </pc:sldChg>
      <pc:sldChg chg="addSp delSp modSp mod modNotesTx">
        <pc:chgData name="Allison" userId="38c8237f-9d26-4ca9-8386-ca9a64f81faf" providerId="ADAL" clId="{DA7BB7F5-0E27-414A-A681-CF5657D33BB9}" dt="2021-03-23T16:23:08.767" v="11879" actId="20577"/>
        <pc:sldMkLst>
          <pc:docMk/>
          <pc:sldMk cId="507884777" sldId="335"/>
        </pc:sldMkLst>
        <pc:spChg chg="mod">
          <ac:chgData name="Allison" userId="38c8237f-9d26-4ca9-8386-ca9a64f81faf" providerId="ADAL" clId="{DA7BB7F5-0E27-414A-A681-CF5657D33BB9}" dt="2021-03-17T20:47:53.805" v="3681" actId="20577"/>
          <ac:spMkLst>
            <pc:docMk/>
            <pc:sldMk cId="507884777" sldId="335"/>
            <ac:spMk id="2" creationId="{00000000-0000-0000-0000-000000000000}"/>
          </ac:spMkLst>
        </pc:spChg>
        <pc:spChg chg="add mod">
          <ac:chgData name="Allison" userId="38c8237f-9d26-4ca9-8386-ca9a64f81faf" providerId="ADAL" clId="{DA7BB7F5-0E27-414A-A681-CF5657D33BB9}" dt="2021-03-17T20:37:06.304" v="3524"/>
          <ac:spMkLst>
            <pc:docMk/>
            <pc:sldMk cId="507884777" sldId="335"/>
            <ac:spMk id="13" creationId="{0E8910A7-7A60-4220-82CF-6B2DD8590943}"/>
          </ac:spMkLst>
        </pc:spChg>
        <pc:spChg chg="mod">
          <ac:chgData name="Allison" userId="38c8237f-9d26-4ca9-8386-ca9a64f81faf" providerId="ADAL" clId="{DA7BB7F5-0E27-414A-A681-CF5657D33BB9}" dt="2021-03-17T20:39:21.064" v="3542"/>
          <ac:spMkLst>
            <pc:docMk/>
            <pc:sldMk cId="507884777" sldId="335"/>
            <ac:spMk id="15" creationId="{0F352409-EBEC-49BA-9CD9-A92AB889107D}"/>
          </ac:spMkLst>
        </pc:spChg>
        <pc:spChg chg="mod">
          <ac:chgData name="Allison" userId="38c8237f-9d26-4ca9-8386-ca9a64f81faf" providerId="ADAL" clId="{DA7BB7F5-0E27-414A-A681-CF5657D33BB9}" dt="2021-03-17T20:39:21.064" v="3542"/>
          <ac:spMkLst>
            <pc:docMk/>
            <pc:sldMk cId="507884777" sldId="335"/>
            <ac:spMk id="16" creationId="{030CFB0B-52E1-4743-8B31-174F628E438D}"/>
          </ac:spMkLst>
        </pc:spChg>
        <pc:grpChg chg="del">
          <ac:chgData name="Allison" userId="38c8237f-9d26-4ca9-8386-ca9a64f81faf" providerId="ADAL" clId="{DA7BB7F5-0E27-414A-A681-CF5657D33BB9}" dt="2021-03-17T20:39:36.205" v="3544" actId="478"/>
          <ac:grpSpMkLst>
            <pc:docMk/>
            <pc:sldMk cId="507884777" sldId="335"/>
            <ac:grpSpMk id="9" creationId="{00000000-0000-0000-0000-000000000000}"/>
          </ac:grpSpMkLst>
        </pc:grpChg>
        <pc:grpChg chg="add mod">
          <ac:chgData name="Allison" userId="38c8237f-9d26-4ca9-8386-ca9a64f81faf" providerId="ADAL" clId="{DA7BB7F5-0E27-414A-A681-CF5657D33BB9}" dt="2021-03-17T20:39:21.064" v="3542"/>
          <ac:grpSpMkLst>
            <pc:docMk/>
            <pc:sldMk cId="507884777" sldId="335"/>
            <ac:grpSpMk id="14" creationId="{1D688F0D-C8B4-4E3E-9ACE-B610C8E44A44}"/>
          </ac:grpSpMkLst>
        </pc:grpChg>
        <pc:graphicFrameChg chg="mod">
          <ac:chgData name="Allison" userId="38c8237f-9d26-4ca9-8386-ca9a64f81faf" providerId="ADAL" clId="{DA7BB7F5-0E27-414A-A681-CF5657D33BB9}" dt="2021-03-17T20:50:44.059" v="3715"/>
          <ac:graphicFrameMkLst>
            <pc:docMk/>
            <pc:sldMk cId="507884777" sldId="335"/>
            <ac:graphicFrameMk id="8" creationId="{00000000-0000-0000-0000-000000000000}"/>
          </ac:graphicFrameMkLst>
        </pc:graphicFrameChg>
        <pc:picChg chg="del">
          <ac:chgData name="Allison" userId="38c8237f-9d26-4ca9-8386-ca9a64f81faf" providerId="ADAL" clId="{DA7BB7F5-0E27-414A-A681-CF5657D33BB9}" dt="2021-03-17T20:36:51.432" v="3522" actId="478"/>
          <ac:picMkLst>
            <pc:docMk/>
            <pc:sldMk cId="507884777" sldId="335"/>
            <ac:picMk id="12" creationId="{00000000-0000-0000-0000-000000000000}"/>
          </ac:picMkLst>
        </pc:picChg>
      </pc:sldChg>
      <pc:sldChg chg="modSp add del mod modTransition addCm modCm">
        <pc:chgData name="Allison" userId="38c8237f-9d26-4ca9-8386-ca9a64f81faf" providerId="ADAL" clId="{DA7BB7F5-0E27-414A-A681-CF5657D33BB9}" dt="2021-03-22T13:04:56.343" v="4513" actId="2696"/>
        <pc:sldMkLst>
          <pc:docMk/>
          <pc:sldMk cId="192472692" sldId="340"/>
        </pc:sldMkLst>
        <pc:spChg chg="mod">
          <ac:chgData name="Allison" userId="38c8237f-9d26-4ca9-8386-ca9a64f81faf" providerId="ADAL" clId="{DA7BB7F5-0E27-414A-A681-CF5657D33BB9}" dt="2021-03-04T00:11:19.283" v="106" actId="207"/>
          <ac:spMkLst>
            <pc:docMk/>
            <pc:sldMk cId="192472692" sldId="340"/>
            <ac:spMk id="4" creationId="{00000000-0000-0000-0000-000000000000}"/>
          </ac:spMkLst>
        </pc:spChg>
        <pc:spChg chg="mod">
          <ac:chgData name="Allison" userId="38c8237f-9d26-4ca9-8386-ca9a64f81faf" providerId="ADAL" clId="{DA7BB7F5-0E27-414A-A681-CF5657D33BB9}" dt="2021-03-04T00:11:19.283" v="106" actId="207"/>
          <ac:spMkLst>
            <pc:docMk/>
            <pc:sldMk cId="192472692" sldId="340"/>
            <ac:spMk id="14" creationId="{00000000-0000-0000-0000-000000000000}"/>
          </ac:spMkLst>
        </pc:spChg>
        <pc:spChg chg="mod">
          <ac:chgData name="Allison" userId="38c8237f-9d26-4ca9-8386-ca9a64f81faf" providerId="ADAL" clId="{DA7BB7F5-0E27-414A-A681-CF5657D33BB9}" dt="2021-03-17T15:22:24.535" v="136" actId="1076"/>
          <ac:spMkLst>
            <pc:docMk/>
            <pc:sldMk cId="192472692" sldId="340"/>
            <ac:spMk id="15" creationId="{00000000-0000-0000-0000-000000000000}"/>
          </ac:spMkLst>
        </pc:spChg>
        <pc:spChg chg="mod">
          <ac:chgData name="Allison" userId="38c8237f-9d26-4ca9-8386-ca9a64f81faf" providerId="ADAL" clId="{DA7BB7F5-0E27-414A-A681-CF5657D33BB9}" dt="2021-03-04T00:11:19.283" v="106" actId="207"/>
          <ac:spMkLst>
            <pc:docMk/>
            <pc:sldMk cId="192472692" sldId="340"/>
            <ac:spMk id="16" creationId="{00000000-0000-0000-0000-000000000000}"/>
          </ac:spMkLst>
        </pc:spChg>
        <pc:spChg chg="mod">
          <ac:chgData name="Allison" userId="38c8237f-9d26-4ca9-8386-ca9a64f81faf" providerId="ADAL" clId="{DA7BB7F5-0E27-414A-A681-CF5657D33BB9}" dt="2021-03-04T00:11:19.283" v="106" actId="207"/>
          <ac:spMkLst>
            <pc:docMk/>
            <pc:sldMk cId="192472692" sldId="340"/>
            <ac:spMk id="17" creationId="{00000000-0000-0000-0000-000000000000}"/>
          </ac:spMkLst>
        </pc:spChg>
        <pc:spChg chg="mod">
          <ac:chgData name="Allison" userId="38c8237f-9d26-4ca9-8386-ca9a64f81faf" providerId="ADAL" clId="{DA7BB7F5-0E27-414A-A681-CF5657D33BB9}" dt="2021-03-04T00:11:19.283" v="106" actId="207"/>
          <ac:spMkLst>
            <pc:docMk/>
            <pc:sldMk cId="192472692" sldId="340"/>
            <ac:spMk id="18" creationId="{00000000-0000-0000-0000-000000000000}"/>
          </ac:spMkLst>
        </pc:spChg>
        <pc:spChg chg="mod">
          <ac:chgData name="Allison" userId="38c8237f-9d26-4ca9-8386-ca9a64f81faf" providerId="ADAL" clId="{DA7BB7F5-0E27-414A-A681-CF5657D33BB9}" dt="2021-03-04T00:11:19.283" v="106" actId="207"/>
          <ac:spMkLst>
            <pc:docMk/>
            <pc:sldMk cId="192472692" sldId="340"/>
            <ac:spMk id="19" creationId="{00000000-0000-0000-0000-000000000000}"/>
          </ac:spMkLst>
        </pc:spChg>
        <pc:graphicFrameChg chg="mod">
          <ac:chgData name="Allison" userId="38c8237f-9d26-4ca9-8386-ca9a64f81faf" providerId="ADAL" clId="{DA7BB7F5-0E27-414A-A681-CF5657D33BB9}" dt="2021-03-04T00:11:19.283" v="106" actId="207"/>
          <ac:graphicFrameMkLst>
            <pc:docMk/>
            <pc:sldMk cId="192472692" sldId="340"/>
            <ac:graphicFrameMk id="5" creationId="{00000000-0000-0000-0000-000000000000}"/>
          </ac:graphicFrameMkLst>
        </pc:graphicFrameChg>
      </pc:sldChg>
      <pc:sldChg chg="addSp delSp modSp new mod modNotesTx">
        <pc:chgData name="Allison" userId="38c8237f-9d26-4ca9-8386-ca9a64f81faf" providerId="ADAL" clId="{DA7BB7F5-0E27-414A-A681-CF5657D33BB9}" dt="2021-03-23T16:08:28.658" v="10315" actId="20577"/>
        <pc:sldMkLst>
          <pc:docMk/>
          <pc:sldMk cId="90532327" sldId="341"/>
        </pc:sldMkLst>
        <pc:spChg chg="add mod">
          <ac:chgData name="Allison" userId="38c8237f-9d26-4ca9-8386-ca9a64f81faf" providerId="ADAL" clId="{DA7BB7F5-0E27-414A-A681-CF5657D33BB9}" dt="2021-03-17T15:22:59.014" v="138"/>
          <ac:spMkLst>
            <pc:docMk/>
            <pc:sldMk cId="90532327" sldId="341"/>
            <ac:spMk id="3" creationId="{2814D066-F3E5-4DC2-BBE5-1A5C7CE6CF49}"/>
          </ac:spMkLst>
        </pc:spChg>
        <pc:spChg chg="add mod">
          <ac:chgData name="Allison" userId="38c8237f-9d26-4ca9-8386-ca9a64f81faf" providerId="ADAL" clId="{DA7BB7F5-0E27-414A-A681-CF5657D33BB9}" dt="2021-03-17T15:22:59.014" v="138"/>
          <ac:spMkLst>
            <pc:docMk/>
            <pc:sldMk cId="90532327" sldId="341"/>
            <ac:spMk id="4" creationId="{2C77AD1A-878A-4DCA-B18D-00ED6E8436B0}"/>
          </ac:spMkLst>
        </pc:spChg>
        <pc:spChg chg="add mod">
          <ac:chgData name="Allison" userId="38c8237f-9d26-4ca9-8386-ca9a64f81faf" providerId="ADAL" clId="{DA7BB7F5-0E27-414A-A681-CF5657D33BB9}" dt="2021-03-17T19:57:41.262" v="2822" actId="1076"/>
          <ac:spMkLst>
            <pc:docMk/>
            <pc:sldMk cId="90532327" sldId="341"/>
            <ac:spMk id="6" creationId="{7BEAA5FC-DC34-4CC1-B171-EE4D9A1EF98E}"/>
          </ac:spMkLst>
        </pc:spChg>
        <pc:spChg chg="add mod">
          <ac:chgData name="Allison" userId="38c8237f-9d26-4ca9-8386-ca9a64f81faf" providerId="ADAL" clId="{DA7BB7F5-0E27-414A-A681-CF5657D33BB9}" dt="2021-03-17T15:23:08.190" v="139"/>
          <ac:spMkLst>
            <pc:docMk/>
            <pc:sldMk cId="90532327" sldId="341"/>
            <ac:spMk id="7" creationId="{10EF19B6-9327-42E2-9118-1333E8209E8D}"/>
          </ac:spMkLst>
        </pc:spChg>
        <pc:spChg chg="add mod">
          <ac:chgData name="Allison" userId="38c8237f-9d26-4ca9-8386-ca9a64f81faf" providerId="ADAL" clId="{DA7BB7F5-0E27-414A-A681-CF5657D33BB9}" dt="2021-03-17T19:53:44.107" v="2791" actId="165"/>
          <ac:spMkLst>
            <pc:docMk/>
            <pc:sldMk cId="90532327" sldId="341"/>
            <ac:spMk id="9" creationId="{307A63D9-C933-4F56-8057-8C51B6FF7565}"/>
          </ac:spMkLst>
        </pc:spChg>
        <pc:spChg chg="add mod">
          <ac:chgData name="Allison" userId="38c8237f-9d26-4ca9-8386-ca9a64f81faf" providerId="ADAL" clId="{DA7BB7F5-0E27-414A-A681-CF5657D33BB9}" dt="2021-03-17T19:53:44.107" v="2791" actId="165"/>
          <ac:spMkLst>
            <pc:docMk/>
            <pc:sldMk cId="90532327" sldId="341"/>
            <ac:spMk id="10" creationId="{FCE981D2-2C67-4080-8303-564996821FC6}"/>
          </ac:spMkLst>
        </pc:spChg>
        <pc:spChg chg="add mod topLvl">
          <ac:chgData name="Allison" userId="38c8237f-9d26-4ca9-8386-ca9a64f81faf" providerId="ADAL" clId="{DA7BB7F5-0E27-414A-A681-CF5657D33BB9}" dt="2021-03-17T19:46:00.956" v="2733" actId="164"/>
          <ac:spMkLst>
            <pc:docMk/>
            <pc:sldMk cId="90532327" sldId="341"/>
            <ac:spMk id="12" creationId="{5B3076D4-9431-4094-9C3D-0F50D321E5F5}"/>
          </ac:spMkLst>
        </pc:spChg>
        <pc:spChg chg="add del mod topLvl">
          <ac:chgData name="Allison" userId="38c8237f-9d26-4ca9-8386-ca9a64f81faf" providerId="ADAL" clId="{DA7BB7F5-0E27-414A-A681-CF5657D33BB9}" dt="2021-03-17T19:42:13.440" v="2706" actId="478"/>
          <ac:spMkLst>
            <pc:docMk/>
            <pc:sldMk cId="90532327" sldId="341"/>
            <ac:spMk id="13" creationId="{7B12A9E9-5AF5-424D-8FC4-2A15A558E587}"/>
          </ac:spMkLst>
        </pc:spChg>
        <pc:spChg chg="add del mod topLvl">
          <ac:chgData name="Allison" userId="38c8237f-9d26-4ca9-8386-ca9a64f81faf" providerId="ADAL" clId="{DA7BB7F5-0E27-414A-A681-CF5657D33BB9}" dt="2021-03-17T18:41:53.517" v="2327" actId="478"/>
          <ac:spMkLst>
            <pc:docMk/>
            <pc:sldMk cId="90532327" sldId="341"/>
            <ac:spMk id="15" creationId="{1595A050-74C7-478A-8A78-D7D53AEBB545}"/>
          </ac:spMkLst>
        </pc:spChg>
        <pc:spChg chg="add mod ord topLvl">
          <ac:chgData name="Allison" userId="38c8237f-9d26-4ca9-8386-ca9a64f81faf" providerId="ADAL" clId="{DA7BB7F5-0E27-414A-A681-CF5657D33BB9}" dt="2021-03-17T19:55:02.892" v="2798" actId="167"/>
          <ac:spMkLst>
            <pc:docMk/>
            <pc:sldMk cId="90532327" sldId="341"/>
            <ac:spMk id="16" creationId="{65C316E4-9EC0-48DE-8BAD-861C773D81E1}"/>
          </ac:spMkLst>
        </pc:spChg>
        <pc:spChg chg="add del mod">
          <ac:chgData name="Allison" userId="38c8237f-9d26-4ca9-8386-ca9a64f81faf" providerId="ADAL" clId="{DA7BB7F5-0E27-414A-A681-CF5657D33BB9}" dt="2021-03-17T19:40:35.228" v="2670" actId="478"/>
          <ac:spMkLst>
            <pc:docMk/>
            <pc:sldMk cId="90532327" sldId="341"/>
            <ac:spMk id="17" creationId="{B11DEDC8-316E-4419-B791-FEA934C1B3BF}"/>
          </ac:spMkLst>
        </pc:spChg>
        <pc:spChg chg="add del mod">
          <ac:chgData name="Allison" userId="38c8237f-9d26-4ca9-8386-ca9a64f81faf" providerId="ADAL" clId="{DA7BB7F5-0E27-414A-A681-CF5657D33BB9}" dt="2021-03-17T19:40:31.652" v="2669" actId="478"/>
          <ac:spMkLst>
            <pc:docMk/>
            <pc:sldMk cId="90532327" sldId="341"/>
            <ac:spMk id="18" creationId="{26E959CA-66CB-4017-8144-DC979AAE4FE2}"/>
          </ac:spMkLst>
        </pc:spChg>
        <pc:spChg chg="add del mod">
          <ac:chgData name="Allison" userId="38c8237f-9d26-4ca9-8386-ca9a64f81faf" providerId="ADAL" clId="{DA7BB7F5-0E27-414A-A681-CF5657D33BB9}" dt="2021-03-17T19:40:51.164" v="2675" actId="478"/>
          <ac:spMkLst>
            <pc:docMk/>
            <pc:sldMk cId="90532327" sldId="341"/>
            <ac:spMk id="19" creationId="{8CF04135-BEFE-41F6-B25E-2F192D8B70D1}"/>
          </ac:spMkLst>
        </pc:spChg>
        <pc:spChg chg="add del mod">
          <ac:chgData name="Allison" userId="38c8237f-9d26-4ca9-8386-ca9a64f81faf" providerId="ADAL" clId="{DA7BB7F5-0E27-414A-A681-CF5657D33BB9}" dt="2021-03-17T19:42:17.473" v="2707" actId="478"/>
          <ac:spMkLst>
            <pc:docMk/>
            <pc:sldMk cId="90532327" sldId="341"/>
            <ac:spMk id="20" creationId="{8D42D3DD-0F4B-48BD-A7B1-5C4888AECCB4}"/>
          </ac:spMkLst>
        </pc:spChg>
        <pc:spChg chg="add del mod">
          <ac:chgData name="Allison" userId="38c8237f-9d26-4ca9-8386-ca9a64f81faf" providerId="ADAL" clId="{DA7BB7F5-0E27-414A-A681-CF5657D33BB9}" dt="2021-03-17T19:36:58.928" v="2599" actId="478"/>
          <ac:spMkLst>
            <pc:docMk/>
            <pc:sldMk cId="90532327" sldId="341"/>
            <ac:spMk id="21" creationId="{FE7EAE1E-7A6E-4B58-BD82-3AB2A2642978}"/>
          </ac:spMkLst>
        </pc:spChg>
        <pc:spChg chg="add mod ord">
          <ac:chgData name="Allison" userId="38c8237f-9d26-4ca9-8386-ca9a64f81faf" providerId="ADAL" clId="{DA7BB7F5-0E27-414A-A681-CF5657D33BB9}" dt="2021-03-17T19:57:12.868" v="2818" actId="20577"/>
          <ac:spMkLst>
            <pc:docMk/>
            <pc:sldMk cId="90532327" sldId="341"/>
            <ac:spMk id="22" creationId="{0AF3AA40-1733-46A8-AAB3-330B6F9FA798}"/>
          </ac:spMkLst>
        </pc:spChg>
        <pc:spChg chg="add mod ord">
          <ac:chgData name="Allison" userId="38c8237f-9d26-4ca9-8386-ca9a64f81faf" providerId="ADAL" clId="{DA7BB7F5-0E27-414A-A681-CF5657D33BB9}" dt="2021-03-17T19:59:41.597" v="2850" actId="20577"/>
          <ac:spMkLst>
            <pc:docMk/>
            <pc:sldMk cId="90532327" sldId="341"/>
            <ac:spMk id="23" creationId="{B84F26BE-0783-4FD3-B84C-C9D8705E184B}"/>
          </ac:spMkLst>
        </pc:spChg>
        <pc:spChg chg="add mod ord">
          <ac:chgData name="Allison" userId="38c8237f-9d26-4ca9-8386-ca9a64f81faf" providerId="ADAL" clId="{DA7BB7F5-0E27-414A-A681-CF5657D33BB9}" dt="2021-03-17T19:58:56.693" v="2839" actId="255"/>
          <ac:spMkLst>
            <pc:docMk/>
            <pc:sldMk cId="90532327" sldId="341"/>
            <ac:spMk id="24" creationId="{973E6ECF-1E65-4038-AAA8-AFC148A35018}"/>
          </ac:spMkLst>
        </pc:spChg>
        <pc:spChg chg="add mod ord topLvl">
          <ac:chgData name="Allison" userId="38c8237f-9d26-4ca9-8386-ca9a64f81faf" providerId="ADAL" clId="{DA7BB7F5-0E27-414A-A681-CF5657D33BB9}" dt="2021-03-17T19:59:12.500" v="2841" actId="255"/>
          <ac:spMkLst>
            <pc:docMk/>
            <pc:sldMk cId="90532327" sldId="341"/>
            <ac:spMk id="25" creationId="{ADA58AA5-A8FF-4011-BF17-30D1A0A8B140}"/>
          </ac:spMkLst>
        </pc:spChg>
        <pc:spChg chg="add del mod">
          <ac:chgData name="Allison" userId="38c8237f-9d26-4ca9-8386-ca9a64f81faf" providerId="ADAL" clId="{DA7BB7F5-0E27-414A-A681-CF5657D33BB9}" dt="2021-03-17T19:49:42.745" v="2754" actId="478"/>
          <ac:spMkLst>
            <pc:docMk/>
            <pc:sldMk cId="90532327" sldId="341"/>
            <ac:spMk id="30" creationId="{CDCDD6CA-F4D4-42B9-AC33-691CB131D928}"/>
          </ac:spMkLst>
        </pc:spChg>
        <pc:grpChg chg="add mod">
          <ac:chgData name="Allison" userId="38c8237f-9d26-4ca9-8386-ca9a64f81faf" providerId="ADAL" clId="{DA7BB7F5-0E27-414A-A681-CF5657D33BB9}" dt="2021-03-17T19:46:16.546" v="2735" actId="164"/>
          <ac:grpSpMkLst>
            <pc:docMk/>
            <pc:sldMk cId="90532327" sldId="341"/>
            <ac:grpSpMk id="2" creationId="{58ABA1E1-DB74-49FB-A959-1E7E61E9DF9A}"/>
          </ac:grpSpMkLst>
        </pc:grpChg>
        <pc:grpChg chg="add mod">
          <ac:chgData name="Allison" userId="38c8237f-9d26-4ca9-8386-ca9a64f81faf" providerId="ADAL" clId="{DA7BB7F5-0E27-414A-A681-CF5657D33BB9}" dt="2021-03-17T19:46:07.947" v="2734" actId="164"/>
          <ac:grpSpMkLst>
            <pc:docMk/>
            <pc:sldMk cId="90532327" sldId="341"/>
            <ac:grpSpMk id="5" creationId="{9EA1435D-0A93-438A-A765-3967A0E77C2B}"/>
          </ac:grpSpMkLst>
        </pc:grpChg>
        <pc:grpChg chg="add mod topLvl">
          <ac:chgData name="Allison" userId="38c8237f-9d26-4ca9-8386-ca9a64f81faf" providerId="ADAL" clId="{DA7BB7F5-0E27-414A-A681-CF5657D33BB9}" dt="2021-03-17T19:54:15.610" v="2793" actId="1076"/>
          <ac:grpSpMkLst>
            <pc:docMk/>
            <pc:sldMk cId="90532327" sldId="341"/>
            <ac:grpSpMk id="8" creationId="{431EBC26-4ED7-4B5A-9B12-A1F03EFF4E52}"/>
          </ac:grpSpMkLst>
        </pc:grpChg>
        <pc:grpChg chg="add del mod">
          <ac:chgData name="Allison" userId="38c8237f-9d26-4ca9-8386-ca9a64f81faf" providerId="ADAL" clId="{DA7BB7F5-0E27-414A-A681-CF5657D33BB9}" dt="2021-03-17T18:54:27.282" v="2435" actId="165"/>
          <ac:grpSpMkLst>
            <pc:docMk/>
            <pc:sldMk cId="90532327" sldId="341"/>
            <ac:grpSpMk id="11" creationId="{B9AA0ED4-A5A7-4F2C-87D0-56B7403EF8D5}"/>
          </ac:grpSpMkLst>
        </pc:grpChg>
        <pc:grpChg chg="add del mod">
          <ac:chgData name="Allison" userId="38c8237f-9d26-4ca9-8386-ca9a64f81faf" providerId="ADAL" clId="{DA7BB7F5-0E27-414A-A681-CF5657D33BB9}" dt="2021-03-17T18:41:48.592" v="2326" actId="165"/>
          <ac:grpSpMkLst>
            <pc:docMk/>
            <pc:sldMk cId="90532327" sldId="341"/>
            <ac:grpSpMk id="14" creationId="{3E708DB4-8CC8-4306-9FE4-746AB742A9FE}"/>
          </ac:grpSpMkLst>
        </pc:grpChg>
        <pc:grpChg chg="add mod">
          <ac:chgData name="Allison" userId="38c8237f-9d26-4ca9-8386-ca9a64f81faf" providerId="ADAL" clId="{DA7BB7F5-0E27-414A-A681-CF5657D33BB9}" dt="2021-03-17T19:46:53.685" v="2737" actId="1076"/>
          <ac:grpSpMkLst>
            <pc:docMk/>
            <pc:sldMk cId="90532327" sldId="341"/>
            <ac:grpSpMk id="26" creationId="{0526A46A-AADE-45B4-B410-5B2DFAE1481F}"/>
          </ac:grpSpMkLst>
        </pc:grpChg>
        <pc:grpChg chg="add mod">
          <ac:chgData name="Allison" userId="38c8237f-9d26-4ca9-8386-ca9a64f81faf" providerId="ADAL" clId="{DA7BB7F5-0E27-414A-A681-CF5657D33BB9}" dt="2021-03-17T19:52:32.653" v="2781" actId="1076"/>
          <ac:grpSpMkLst>
            <pc:docMk/>
            <pc:sldMk cId="90532327" sldId="341"/>
            <ac:grpSpMk id="27" creationId="{5B9A3BE0-803F-4C60-A514-A41B2DF29F10}"/>
          </ac:grpSpMkLst>
        </pc:grpChg>
        <pc:grpChg chg="add mod">
          <ac:chgData name="Allison" userId="38c8237f-9d26-4ca9-8386-ca9a64f81faf" providerId="ADAL" clId="{DA7BB7F5-0E27-414A-A681-CF5657D33BB9}" dt="2021-03-17T19:46:58.053" v="2738" actId="1076"/>
          <ac:grpSpMkLst>
            <pc:docMk/>
            <pc:sldMk cId="90532327" sldId="341"/>
            <ac:grpSpMk id="28" creationId="{C96A7DEC-6A9F-4EF1-8CE1-04612243CA37}"/>
          </ac:grpSpMkLst>
        </pc:grpChg>
        <pc:grpChg chg="add del mod">
          <ac:chgData name="Allison" userId="38c8237f-9d26-4ca9-8386-ca9a64f81faf" providerId="ADAL" clId="{DA7BB7F5-0E27-414A-A681-CF5657D33BB9}" dt="2021-03-17T19:53:44.107" v="2791" actId="165"/>
          <ac:grpSpMkLst>
            <pc:docMk/>
            <pc:sldMk cId="90532327" sldId="341"/>
            <ac:grpSpMk id="29" creationId="{57956A86-2B2B-4D2D-BCAF-306F3CAD24D2}"/>
          </ac:grpSpMkLst>
        </pc:grpChg>
        <pc:cxnChg chg="add mod">
          <ac:chgData name="Allison" userId="38c8237f-9d26-4ca9-8386-ca9a64f81faf" providerId="ADAL" clId="{DA7BB7F5-0E27-414A-A681-CF5657D33BB9}" dt="2021-03-17T19:51:22.154" v="2773" actId="1076"/>
          <ac:cxnSpMkLst>
            <pc:docMk/>
            <pc:sldMk cId="90532327" sldId="341"/>
            <ac:cxnSpMk id="32" creationId="{D9C28333-E140-4CE3-9FE7-0338248C66F7}"/>
          </ac:cxnSpMkLst>
        </pc:cxnChg>
        <pc:cxnChg chg="add mod">
          <ac:chgData name="Allison" userId="38c8237f-9d26-4ca9-8386-ca9a64f81faf" providerId="ADAL" clId="{DA7BB7F5-0E27-414A-A681-CF5657D33BB9}" dt="2021-03-17T19:52:00.936" v="2777" actId="1076"/>
          <ac:cxnSpMkLst>
            <pc:docMk/>
            <pc:sldMk cId="90532327" sldId="341"/>
            <ac:cxnSpMk id="36" creationId="{DA1FF5C4-AF8E-45AC-95AA-231E003141CD}"/>
          </ac:cxnSpMkLst>
        </pc:cxnChg>
        <pc:cxnChg chg="add mod ord">
          <ac:chgData name="Allison" userId="38c8237f-9d26-4ca9-8386-ca9a64f81faf" providerId="ADAL" clId="{DA7BB7F5-0E27-414A-A681-CF5657D33BB9}" dt="2021-03-17T19:55:35.269" v="2801" actId="1076"/>
          <ac:cxnSpMkLst>
            <pc:docMk/>
            <pc:sldMk cId="90532327" sldId="341"/>
            <ac:cxnSpMk id="38" creationId="{2CCF9D47-8B6D-44EC-AFD2-69C12272A7BD}"/>
          </ac:cxnSpMkLst>
        </pc:cxnChg>
        <pc:cxnChg chg="add mod ord">
          <ac:chgData name="Allison" userId="38c8237f-9d26-4ca9-8386-ca9a64f81faf" providerId="ADAL" clId="{DA7BB7F5-0E27-414A-A681-CF5657D33BB9}" dt="2021-03-17T19:53:22.837" v="2788" actId="167"/>
          <ac:cxnSpMkLst>
            <pc:docMk/>
            <pc:sldMk cId="90532327" sldId="341"/>
            <ac:cxnSpMk id="40" creationId="{96C45DCD-34B9-460A-837D-904317F82A40}"/>
          </ac:cxnSpMkLst>
        </pc:cxnChg>
      </pc:sldChg>
      <pc:sldChg chg="add del modNotesTx">
        <pc:chgData name="Allison" userId="38c8237f-9d26-4ca9-8386-ca9a64f81faf" providerId="ADAL" clId="{DA7BB7F5-0E27-414A-A681-CF5657D33BB9}" dt="2021-03-17T20:00:28.568" v="2851" actId="47"/>
        <pc:sldMkLst>
          <pc:docMk/>
          <pc:sldMk cId="2455680935" sldId="342"/>
        </pc:sldMkLst>
      </pc:sldChg>
      <pc:sldChg chg="addSp delSp modSp new mod">
        <pc:chgData name="Allison" userId="38c8237f-9d26-4ca9-8386-ca9a64f81faf" providerId="ADAL" clId="{DA7BB7F5-0E27-414A-A681-CF5657D33BB9}" dt="2021-03-22T13:00:58.355" v="4495" actId="27918"/>
        <pc:sldMkLst>
          <pc:docMk/>
          <pc:sldMk cId="2801596172" sldId="343"/>
        </pc:sldMkLst>
        <pc:spChg chg="mod">
          <ac:chgData name="Allison" userId="38c8237f-9d26-4ca9-8386-ca9a64f81faf" providerId="ADAL" clId="{DA7BB7F5-0E27-414A-A681-CF5657D33BB9}" dt="2021-03-17T16:07:15.160" v="592" actId="1076"/>
          <ac:spMkLst>
            <pc:docMk/>
            <pc:sldMk cId="2801596172" sldId="343"/>
            <ac:spMk id="2" creationId="{127B77C3-2D27-413C-9C5F-17D1FAE35D0F}"/>
          </ac:spMkLst>
        </pc:spChg>
        <pc:spChg chg="del">
          <ac:chgData name="Allison" userId="38c8237f-9d26-4ca9-8386-ca9a64f81faf" providerId="ADAL" clId="{DA7BB7F5-0E27-414A-A681-CF5657D33BB9}" dt="2021-03-17T15:27:20.691" v="159" actId="1957"/>
          <ac:spMkLst>
            <pc:docMk/>
            <pc:sldMk cId="2801596172" sldId="343"/>
            <ac:spMk id="3" creationId="{F6E2187B-D256-47A2-BB05-E2E0666A1D4D}"/>
          </ac:spMkLst>
        </pc:spChg>
        <pc:graphicFrameChg chg="add mod">
          <ac:chgData name="Allison" userId="38c8237f-9d26-4ca9-8386-ca9a64f81faf" providerId="ADAL" clId="{DA7BB7F5-0E27-414A-A681-CF5657D33BB9}" dt="2021-03-22T12:59:58.726" v="4483"/>
          <ac:graphicFrameMkLst>
            <pc:docMk/>
            <pc:sldMk cId="2801596172" sldId="343"/>
            <ac:graphicFrameMk id="6" creationId="{1B8706DA-6BB5-40EE-868E-073DEE7FD72C}"/>
          </ac:graphicFrameMkLst>
        </pc:graphicFrameChg>
        <pc:graphicFrameChg chg="add mod">
          <ac:chgData name="Allison" userId="38c8237f-9d26-4ca9-8386-ca9a64f81faf" providerId="ADAL" clId="{DA7BB7F5-0E27-414A-A681-CF5657D33BB9}" dt="2021-03-17T15:56:04.157" v="511" actId="1582"/>
          <ac:graphicFrameMkLst>
            <pc:docMk/>
            <pc:sldMk cId="2801596172" sldId="343"/>
            <ac:graphicFrameMk id="7" creationId="{EF434508-524E-45FD-8645-E8F62D16068B}"/>
          </ac:graphicFrameMkLst>
        </pc:graphicFrameChg>
      </pc:sldChg>
      <pc:sldChg chg="delSp modSp add mod modNotesTx">
        <pc:chgData name="Allison" userId="38c8237f-9d26-4ca9-8386-ca9a64f81faf" providerId="ADAL" clId="{DA7BB7F5-0E27-414A-A681-CF5657D33BB9}" dt="2021-03-23T16:35:43.945" v="12153" actId="20577"/>
        <pc:sldMkLst>
          <pc:docMk/>
          <pc:sldMk cId="2310984984" sldId="364"/>
        </pc:sldMkLst>
        <pc:spChg chg="mod">
          <ac:chgData name="Allison" userId="38c8237f-9d26-4ca9-8386-ca9a64f81faf" providerId="ADAL" clId="{DA7BB7F5-0E27-414A-A681-CF5657D33BB9}" dt="2021-03-22T15:45:36.039" v="8567" actId="20577"/>
          <ac:spMkLst>
            <pc:docMk/>
            <pc:sldMk cId="2310984984" sldId="364"/>
            <ac:spMk id="2" creationId="{00000000-0000-0000-0000-000000000000}"/>
          </ac:spMkLst>
        </pc:spChg>
        <pc:spChg chg="mod">
          <ac:chgData name="Allison" userId="38c8237f-9d26-4ca9-8386-ca9a64f81faf" providerId="ADAL" clId="{DA7BB7F5-0E27-414A-A681-CF5657D33BB9}" dt="2021-03-22T15:29:35.017" v="7513" actId="1076"/>
          <ac:spMkLst>
            <pc:docMk/>
            <pc:sldMk cId="2310984984" sldId="364"/>
            <ac:spMk id="3" creationId="{00000000-0000-0000-0000-000000000000}"/>
          </ac:spMkLst>
        </pc:spChg>
        <pc:spChg chg="del topLvl">
          <ac:chgData name="Allison" userId="38c8237f-9d26-4ca9-8386-ca9a64f81faf" providerId="ADAL" clId="{DA7BB7F5-0E27-414A-A681-CF5657D33BB9}" dt="2021-03-22T15:27:45.587" v="7470" actId="478"/>
          <ac:spMkLst>
            <pc:docMk/>
            <pc:sldMk cId="2310984984" sldId="364"/>
            <ac:spMk id="9" creationId="{00000000-0000-0000-0000-000000000000}"/>
          </ac:spMkLst>
        </pc:spChg>
        <pc:grpChg chg="del">
          <ac:chgData name="Allison" userId="38c8237f-9d26-4ca9-8386-ca9a64f81faf" providerId="ADAL" clId="{DA7BB7F5-0E27-414A-A681-CF5657D33BB9}" dt="2021-03-22T15:27:45.587" v="7470" actId="478"/>
          <ac:grpSpMkLst>
            <pc:docMk/>
            <pc:sldMk cId="2310984984" sldId="364"/>
            <ac:grpSpMk id="7" creationId="{00000000-0000-0000-0000-000000000000}"/>
          </ac:grpSpMkLst>
        </pc:grpChg>
        <pc:picChg chg="del topLvl">
          <ac:chgData name="Allison" userId="38c8237f-9d26-4ca9-8386-ca9a64f81faf" providerId="ADAL" clId="{DA7BB7F5-0E27-414A-A681-CF5657D33BB9}" dt="2021-03-22T15:27:46.415" v="7471" actId="478"/>
          <ac:picMkLst>
            <pc:docMk/>
            <pc:sldMk cId="2310984984" sldId="364"/>
            <ac:picMk id="8" creationId="{00000000-0000-0000-0000-000000000000}"/>
          </ac:picMkLst>
        </pc:picChg>
      </pc:sldChg>
      <pc:sldChg chg="addSp delSp modSp add mod modNotesTx">
        <pc:chgData name="Allison" userId="38c8237f-9d26-4ca9-8386-ca9a64f81faf" providerId="ADAL" clId="{DA7BB7F5-0E27-414A-A681-CF5657D33BB9}" dt="2021-03-23T16:23:54.738" v="11916" actId="20577"/>
        <pc:sldMkLst>
          <pc:docMk/>
          <pc:sldMk cId="3196498180" sldId="366"/>
        </pc:sldMkLst>
        <pc:spChg chg="mod">
          <ac:chgData name="Allison" userId="38c8237f-9d26-4ca9-8386-ca9a64f81faf" providerId="ADAL" clId="{DA7BB7F5-0E27-414A-A681-CF5657D33BB9}" dt="2021-03-17T20:29:29.348" v="3425" actId="20577"/>
          <ac:spMkLst>
            <pc:docMk/>
            <pc:sldMk cId="3196498180" sldId="366"/>
            <ac:spMk id="2" creationId="{00000000-0000-0000-0000-000000000000}"/>
          </ac:spMkLst>
        </pc:spChg>
        <pc:spChg chg="mod">
          <ac:chgData name="Allison" userId="38c8237f-9d26-4ca9-8386-ca9a64f81faf" providerId="ADAL" clId="{DA7BB7F5-0E27-414A-A681-CF5657D33BB9}" dt="2021-03-22T14:27:09.542" v="4886" actId="20577"/>
          <ac:spMkLst>
            <pc:docMk/>
            <pc:sldMk cId="3196498180" sldId="366"/>
            <ac:spMk id="3" creationId="{00000000-0000-0000-0000-000000000000}"/>
          </ac:spMkLst>
        </pc:spChg>
        <pc:spChg chg="add mod">
          <ac:chgData name="Allison" userId="38c8237f-9d26-4ca9-8386-ca9a64f81faf" providerId="ADAL" clId="{DA7BB7F5-0E27-414A-A681-CF5657D33BB9}" dt="2021-03-17T20:27:16.078" v="3374" actId="1076"/>
          <ac:spMkLst>
            <pc:docMk/>
            <pc:sldMk cId="3196498180" sldId="366"/>
            <ac:spMk id="6" creationId="{49E425F1-74C5-4484-A2A8-5A25360FC7F4}"/>
          </ac:spMkLst>
        </pc:spChg>
        <pc:picChg chg="del">
          <ac:chgData name="Allison" userId="38c8237f-9d26-4ca9-8386-ca9a64f81faf" providerId="ADAL" clId="{DA7BB7F5-0E27-414A-A681-CF5657D33BB9}" dt="2021-03-17T20:26:47.328" v="3371" actId="478"/>
          <ac:picMkLst>
            <pc:docMk/>
            <pc:sldMk cId="3196498180" sldId="366"/>
            <ac:picMk id="5" creationId="{00000000-0000-0000-0000-000000000000}"/>
          </ac:picMkLst>
        </pc:picChg>
      </pc:sldChg>
      <pc:sldChg chg="addSp delSp modSp add mod modTransition modNotesTx">
        <pc:chgData name="Allison" userId="38c8237f-9d26-4ca9-8386-ca9a64f81faf" providerId="ADAL" clId="{DA7BB7F5-0E27-414A-A681-CF5657D33BB9}" dt="2021-03-23T16:12:15.312" v="10603" actId="20577"/>
        <pc:sldMkLst>
          <pc:docMk/>
          <pc:sldMk cId="2779387576" sldId="371"/>
        </pc:sldMkLst>
        <pc:spChg chg="mod">
          <ac:chgData name="Allison" userId="38c8237f-9d26-4ca9-8386-ca9a64f81faf" providerId="ADAL" clId="{DA7BB7F5-0E27-414A-A681-CF5657D33BB9}" dt="2021-03-17T20:06:54.729" v="2891" actId="20577"/>
          <ac:spMkLst>
            <pc:docMk/>
            <pc:sldMk cId="2779387576" sldId="371"/>
            <ac:spMk id="2" creationId="{00000000-0000-0000-0000-000000000000}"/>
          </ac:spMkLst>
        </pc:spChg>
        <pc:spChg chg="mod">
          <ac:chgData name="Allison" userId="38c8237f-9d26-4ca9-8386-ca9a64f81faf" providerId="ADAL" clId="{DA7BB7F5-0E27-414A-A681-CF5657D33BB9}" dt="2021-03-17T20:08:00.610" v="2921" actId="20577"/>
          <ac:spMkLst>
            <pc:docMk/>
            <pc:sldMk cId="2779387576" sldId="371"/>
            <ac:spMk id="3" creationId="{00000000-0000-0000-0000-000000000000}"/>
          </ac:spMkLst>
        </pc:spChg>
        <pc:spChg chg="mod">
          <ac:chgData name="Allison" userId="38c8237f-9d26-4ca9-8386-ca9a64f81faf" providerId="ADAL" clId="{DA7BB7F5-0E27-414A-A681-CF5657D33BB9}" dt="2021-03-17T20:06:32.782" v="2861"/>
          <ac:spMkLst>
            <pc:docMk/>
            <pc:sldMk cId="2779387576" sldId="371"/>
            <ac:spMk id="12" creationId="{A3AFBD16-3FAF-40BF-BE43-953419E7A6B1}"/>
          </ac:spMkLst>
        </pc:spChg>
        <pc:spChg chg="mod">
          <ac:chgData name="Allison" userId="38c8237f-9d26-4ca9-8386-ca9a64f81faf" providerId="ADAL" clId="{DA7BB7F5-0E27-414A-A681-CF5657D33BB9}" dt="2021-03-17T20:06:32.782" v="2861"/>
          <ac:spMkLst>
            <pc:docMk/>
            <pc:sldMk cId="2779387576" sldId="371"/>
            <ac:spMk id="13" creationId="{FAA54BD1-FDEC-4C3B-A3F2-FA5987FC80B8}"/>
          </ac:spMkLst>
        </pc:spChg>
        <pc:grpChg chg="del">
          <ac:chgData name="Allison" userId="38c8237f-9d26-4ca9-8386-ca9a64f81faf" providerId="ADAL" clId="{DA7BB7F5-0E27-414A-A681-CF5657D33BB9}" dt="2021-03-17T20:06:36.788" v="2863" actId="478"/>
          <ac:grpSpMkLst>
            <pc:docMk/>
            <pc:sldMk cId="2779387576" sldId="371"/>
            <ac:grpSpMk id="8" creationId="{00000000-0000-0000-0000-000000000000}"/>
          </ac:grpSpMkLst>
        </pc:grpChg>
        <pc:grpChg chg="add mod">
          <ac:chgData name="Allison" userId="38c8237f-9d26-4ca9-8386-ca9a64f81faf" providerId="ADAL" clId="{DA7BB7F5-0E27-414A-A681-CF5657D33BB9}" dt="2021-03-17T20:06:40.655" v="2864" actId="1076"/>
          <ac:grpSpMkLst>
            <pc:docMk/>
            <pc:sldMk cId="2779387576" sldId="371"/>
            <ac:grpSpMk id="11" creationId="{00892782-C722-4E8C-876C-108907B9BFC6}"/>
          </ac:grpSpMkLst>
        </pc:grpChg>
      </pc:sldChg>
      <pc:sldChg chg="modSp add mod modTransition">
        <pc:chgData name="Allison" userId="38c8237f-9d26-4ca9-8386-ca9a64f81faf" providerId="ADAL" clId="{DA7BB7F5-0E27-414A-A681-CF5657D33BB9}" dt="2021-03-17T16:06:40.504" v="561" actId="20577"/>
        <pc:sldMkLst>
          <pc:docMk/>
          <pc:sldMk cId="4117528081" sldId="375"/>
        </pc:sldMkLst>
        <pc:spChg chg="mod">
          <ac:chgData name="Allison" userId="38c8237f-9d26-4ca9-8386-ca9a64f81faf" providerId="ADAL" clId="{DA7BB7F5-0E27-414A-A681-CF5657D33BB9}" dt="2021-03-17T16:06:40.504" v="561" actId="20577"/>
          <ac:spMkLst>
            <pc:docMk/>
            <pc:sldMk cId="4117528081" sldId="375"/>
            <ac:spMk id="3" creationId="{00000000-0000-0000-0000-000000000000}"/>
          </ac:spMkLst>
        </pc:spChg>
        <pc:graphicFrameChg chg="mod">
          <ac:chgData name="Allison" userId="38c8237f-9d26-4ca9-8386-ca9a64f81faf" providerId="ADAL" clId="{DA7BB7F5-0E27-414A-A681-CF5657D33BB9}" dt="2021-03-17T16:06:07.477" v="547"/>
          <ac:graphicFrameMkLst>
            <pc:docMk/>
            <pc:sldMk cId="4117528081" sldId="375"/>
            <ac:graphicFrameMk id="4" creationId="{00000000-0000-0000-0000-000000000000}"/>
          </ac:graphicFrameMkLst>
        </pc:graphicFrameChg>
      </pc:sldChg>
      <pc:sldChg chg="delSp modSp add del mod modTransition">
        <pc:chgData name="Allison" userId="38c8237f-9d26-4ca9-8386-ca9a64f81faf" providerId="ADAL" clId="{DA7BB7F5-0E27-414A-A681-CF5657D33BB9}" dt="2021-03-22T16:55:12.565" v="9048" actId="2696"/>
        <pc:sldMkLst>
          <pc:docMk/>
          <pc:sldMk cId="3433533544" sldId="376"/>
        </pc:sldMkLst>
        <pc:spChg chg="mod">
          <ac:chgData name="Allison" userId="38c8237f-9d26-4ca9-8386-ca9a64f81faf" providerId="ADAL" clId="{DA7BB7F5-0E27-414A-A681-CF5657D33BB9}" dt="2021-03-17T16:27:19.988" v="686" actId="20577"/>
          <ac:spMkLst>
            <pc:docMk/>
            <pc:sldMk cId="3433533544" sldId="376"/>
            <ac:spMk id="2" creationId="{00000000-0000-0000-0000-000000000000}"/>
          </ac:spMkLst>
        </pc:spChg>
        <pc:spChg chg="mod">
          <ac:chgData name="Allison" userId="38c8237f-9d26-4ca9-8386-ca9a64f81faf" providerId="ADAL" clId="{DA7BB7F5-0E27-414A-A681-CF5657D33BB9}" dt="2021-03-22T13:09:57.040" v="4628" actId="20577"/>
          <ac:spMkLst>
            <pc:docMk/>
            <pc:sldMk cId="3433533544" sldId="376"/>
            <ac:spMk id="3" creationId="{00000000-0000-0000-0000-000000000000}"/>
          </ac:spMkLst>
        </pc:spChg>
        <pc:grpChg chg="mod">
          <ac:chgData name="Allison" userId="38c8237f-9d26-4ca9-8386-ca9a64f81faf" providerId="ADAL" clId="{DA7BB7F5-0E27-414A-A681-CF5657D33BB9}" dt="2021-03-17T16:26:42.634" v="679" actId="1076"/>
          <ac:grpSpMkLst>
            <pc:docMk/>
            <pc:sldMk cId="3433533544" sldId="376"/>
            <ac:grpSpMk id="13" creationId="{44AAA4F8-4A4E-4873-8013-50DEB5A680D4}"/>
          </ac:grpSpMkLst>
        </pc:grpChg>
        <pc:picChg chg="del">
          <ac:chgData name="Allison" userId="38c8237f-9d26-4ca9-8386-ca9a64f81faf" providerId="ADAL" clId="{DA7BB7F5-0E27-414A-A681-CF5657D33BB9}" dt="2021-03-17T16:24:20.907" v="625" actId="478"/>
          <ac:picMkLst>
            <pc:docMk/>
            <pc:sldMk cId="3433533544" sldId="376"/>
            <ac:picMk id="6" creationId="{8ECA4F16-AF60-4ED5-84F3-BB2FA0DBDEC2}"/>
          </ac:picMkLst>
        </pc:picChg>
        <pc:picChg chg="del">
          <ac:chgData name="Allison" userId="38c8237f-9d26-4ca9-8386-ca9a64f81faf" providerId="ADAL" clId="{DA7BB7F5-0E27-414A-A681-CF5657D33BB9}" dt="2021-03-17T16:24:31.670" v="628" actId="478"/>
          <ac:picMkLst>
            <pc:docMk/>
            <pc:sldMk cId="3433533544" sldId="376"/>
            <ac:picMk id="8" creationId="{6E2E03EA-490F-4CD4-85CF-69C9534AE0A9}"/>
          </ac:picMkLst>
        </pc:picChg>
      </pc:sldChg>
      <pc:sldChg chg="addSp modSp add mod modTransition">
        <pc:chgData name="Allison" userId="38c8237f-9d26-4ca9-8386-ca9a64f81faf" providerId="ADAL" clId="{DA7BB7F5-0E27-414A-A681-CF5657D33BB9}" dt="2021-03-22T13:01:44.749" v="4497" actId="14100"/>
        <pc:sldMkLst>
          <pc:docMk/>
          <pc:sldMk cId="1166378553" sldId="377"/>
        </pc:sldMkLst>
        <pc:spChg chg="mod">
          <ac:chgData name="Allison" userId="38c8237f-9d26-4ca9-8386-ca9a64f81faf" providerId="ADAL" clId="{DA7BB7F5-0E27-414A-A681-CF5657D33BB9}" dt="2021-03-17T16:46:00.972" v="858" actId="14100"/>
          <ac:spMkLst>
            <pc:docMk/>
            <pc:sldMk cId="1166378553" sldId="377"/>
            <ac:spMk id="3" creationId="{00000000-0000-0000-0000-000000000000}"/>
          </ac:spMkLst>
        </pc:spChg>
        <pc:grpChg chg="add mod">
          <ac:chgData name="Allison" userId="38c8237f-9d26-4ca9-8386-ca9a64f81faf" providerId="ADAL" clId="{DA7BB7F5-0E27-414A-A681-CF5657D33BB9}" dt="2021-03-17T16:49:44.305" v="883" actId="1076"/>
          <ac:grpSpMkLst>
            <pc:docMk/>
            <pc:sldMk cId="1166378553" sldId="377"/>
            <ac:grpSpMk id="12" creationId="{BE293722-CDC0-4F93-8488-86CD59192BCD}"/>
          </ac:grpSpMkLst>
        </pc:grpChg>
        <pc:graphicFrameChg chg="add mod">
          <ac:chgData name="Allison" userId="38c8237f-9d26-4ca9-8386-ca9a64f81faf" providerId="ADAL" clId="{DA7BB7F5-0E27-414A-A681-CF5657D33BB9}" dt="2021-03-17T17:27:13.106" v="888"/>
          <ac:graphicFrameMkLst>
            <pc:docMk/>
            <pc:sldMk cId="1166378553" sldId="377"/>
            <ac:graphicFrameMk id="5" creationId="{89B00F1A-2538-4D0E-94FC-F7D77AA8225A}"/>
          </ac:graphicFrameMkLst>
        </pc:graphicFrameChg>
        <pc:picChg chg="add mod">
          <ac:chgData name="Allison" userId="38c8237f-9d26-4ca9-8386-ca9a64f81faf" providerId="ADAL" clId="{DA7BB7F5-0E27-414A-A681-CF5657D33BB9}" dt="2021-03-22T13:01:44.749" v="4497" actId="14100"/>
          <ac:picMkLst>
            <pc:docMk/>
            <pc:sldMk cId="1166378553" sldId="377"/>
            <ac:picMk id="7" creationId="{5D9FF496-2ECD-4071-8127-8AB04A99353A}"/>
          </ac:picMkLst>
        </pc:picChg>
        <pc:picChg chg="add mod">
          <ac:chgData name="Allison" userId="38c8237f-9d26-4ca9-8386-ca9a64f81faf" providerId="ADAL" clId="{DA7BB7F5-0E27-414A-A681-CF5657D33BB9}" dt="2021-03-17T16:49:09.580" v="877" actId="164"/>
          <ac:picMkLst>
            <pc:docMk/>
            <pc:sldMk cId="1166378553" sldId="377"/>
            <ac:picMk id="9" creationId="{EDA9347A-3FB9-4C3D-8C10-9E02C44E296B}"/>
          </ac:picMkLst>
        </pc:picChg>
        <pc:picChg chg="add mod">
          <ac:chgData name="Allison" userId="38c8237f-9d26-4ca9-8386-ca9a64f81faf" providerId="ADAL" clId="{DA7BB7F5-0E27-414A-A681-CF5657D33BB9}" dt="2021-03-17T16:49:09.580" v="877" actId="164"/>
          <ac:picMkLst>
            <pc:docMk/>
            <pc:sldMk cId="1166378553" sldId="377"/>
            <ac:picMk id="11" creationId="{4BCD460B-1BB6-4B27-BFB3-EE7FBD2BCD86}"/>
          </ac:picMkLst>
        </pc:picChg>
      </pc:sldChg>
      <pc:sldChg chg="addSp delSp modSp add mod modNotesTx">
        <pc:chgData name="Allison" userId="38c8237f-9d26-4ca9-8386-ca9a64f81faf" providerId="ADAL" clId="{DA7BB7F5-0E27-414A-A681-CF5657D33BB9}" dt="2021-03-23T16:05:49.757" v="10128" actId="20577"/>
        <pc:sldMkLst>
          <pc:docMk/>
          <pc:sldMk cId="58113977" sldId="378"/>
        </pc:sldMkLst>
        <pc:spChg chg="mod">
          <ac:chgData name="Allison" userId="38c8237f-9d26-4ca9-8386-ca9a64f81faf" providerId="ADAL" clId="{DA7BB7F5-0E27-414A-A681-CF5657D33BB9}" dt="2021-03-17T18:03:05.787" v="1108" actId="20577"/>
          <ac:spMkLst>
            <pc:docMk/>
            <pc:sldMk cId="58113977" sldId="378"/>
            <ac:spMk id="2" creationId="{00000000-0000-0000-0000-000000000000}"/>
          </ac:spMkLst>
        </pc:spChg>
        <pc:spChg chg="mod">
          <ac:chgData name="Allison" userId="38c8237f-9d26-4ca9-8386-ca9a64f81faf" providerId="ADAL" clId="{DA7BB7F5-0E27-414A-A681-CF5657D33BB9}" dt="2021-03-22T13:03:22.716" v="4507" actId="113"/>
          <ac:spMkLst>
            <pc:docMk/>
            <pc:sldMk cId="58113977" sldId="378"/>
            <ac:spMk id="3" creationId="{00000000-0000-0000-0000-000000000000}"/>
          </ac:spMkLst>
        </pc:spChg>
        <pc:spChg chg="mod">
          <ac:chgData name="Allison" userId="38c8237f-9d26-4ca9-8386-ca9a64f81faf" providerId="ADAL" clId="{DA7BB7F5-0E27-414A-A681-CF5657D33BB9}" dt="2021-03-17T18:33:10.127" v="2259" actId="207"/>
          <ac:spMkLst>
            <pc:docMk/>
            <pc:sldMk cId="58113977" sldId="378"/>
            <ac:spMk id="4" creationId="{00000000-0000-0000-0000-000000000000}"/>
          </ac:spMkLst>
        </pc:spChg>
        <pc:picChg chg="add mod">
          <ac:chgData name="Allison" userId="38c8237f-9d26-4ca9-8386-ca9a64f81faf" providerId="ADAL" clId="{DA7BB7F5-0E27-414A-A681-CF5657D33BB9}" dt="2021-03-22T14:08:46.370" v="4881" actId="207"/>
          <ac:picMkLst>
            <pc:docMk/>
            <pc:sldMk cId="58113977" sldId="378"/>
            <ac:picMk id="6" creationId="{6DCC82BC-6286-48B7-9F4C-E81D0793CCF8}"/>
          </ac:picMkLst>
        </pc:picChg>
        <pc:picChg chg="add del mod">
          <ac:chgData name="Allison" userId="38c8237f-9d26-4ca9-8386-ca9a64f81faf" providerId="ADAL" clId="{DA7BB7F5-0E27-414A-A681-CF5657D33BB9}" dt="2021-03-17T17:56:24.405" v="952" actId="478"/>
          <ac:picMkLst>
            <pc:docMk/>
            <pc:sldMk cId="58113977" sldId="378"/>
            <ac:picMk id="6" creationId="{D86CE46A-F3B8-475F-B91C-1996E0CC75C4}"/>
          </ac:picMkLst>
        </pc:picChg>
        <pc:picChg chg="add mod">
          <ac:chgData name="Allison" userId="38c8237f-9d26-4ca9-8386-ca9a64f81faf" providerId="ADAL" clId="{DA7BB7F5-0E27-414A-A681-CF5657D33BB9}" dt="2021-03-17T18:33:02.457" v="2258" actId="207"/>
          <ac:picMkLst>
            <pc:docMk/>
            <pc:sldMk cId="58113977" sldId="378"/>
            <ac:picMk id="8" creationId="{80F53842-E16C-4312-9530-B836D803A687}"/>
          </ac:picMkLst>
        </pc:picChg>
        <pc:picChg chg="add mod">
          <ac:chgData name="Allison" userId="38c8237f-9d26-4ca9-8386-ca9a64f81faf" providerId="ADAL" clId="{DA7BB7F5-0E27-414A-A681-CF5657D33BB9}" dt="2021-03-22T13:02:58.005" v="4502" actId="1076"/>
          <ac:picMkLst>
            <pc:docMk/>
            <pc:sldMk cId="58113977" sldId="378"/>
            <ac:picMk id="10" creationId="{39D5443F-7BE0-4E6E-B7C1-6F9CE3FA188A}"/>
          </ac:picMkLst>
        </pc:picChg>
        <pc:picChg chg="add mod">
          <ac:chgData name="Allison" userId="38c8237f-9d26-4ca9-8386-ca9a64f81faf" providerId="ADAL" clId="{DA7BB7F5-0E27-414A-A681-CF5657D33BB9}" dt="2021-03-22T13:03:05.182" v="4504" actId="1076"/>
          <ac:picMkLst>
            <pc:docMk/>
            <pc:sldMk cId="58113977" sldId="378"/>
            <ac:picMk id="12" creationId="{DC78312F-5B74-46CD-865A-AEE39A212C7A}"/>
          </ac:picMkLst>
        </pc:picChg>
        <pc:picChg chg="add mod">
          <ac:chgData name="Allison" userId="38c8237f-9d26-4ca9-8386-ca9a64f81faf" providerId="ADAL" clId="{DA7BB7F5-0E27-414A-A681-CF5657D33BB9}" dt="2021-03-17T18:33:18.551" v="2260" actId="1076"/>
          <ac:picMkLst>
            <pc:docMk/>
            <pc:sldMk cId="58113977" sldId="378"/>
            <ac:picMk id="14" creationId="{48FFF024-654D-4E33-8D88-ECC8CF4AF4DD}"/>
          </ac:picMkLst>
        </pc:picChg>
        <pc:picChg chg="add mod">
          <ac:chgData name="Allison" userId="38c8237f-9d26-4ca9-8386-ca9a64f81faf" providerId="ADAL" clId="{DA7BB7F5-0E27-414A-A681-CF5657D33BB9}" dt="2021-03-17T18:33:02.457" v="2258" actId="207"/>
          <ac:picMkLst>
            <pc:docMk/>
            <pc:sldMk cId="58113977" sldId="378"/>
            <ac:picMk id="16" creationId="{E3AB5B42-B061-4201-9191-1A3991ABB3A8}"/>
          </ac:picMkLst>
        </pc:picChg>
        <pc:picChg chg="add mod">
          <ac:chgData name="Allison" userId="38c8237f-9d26-4ca9-8386-ca9a64f81faf" providerId="ADAL" clId="{DA7BB7F5-0E27-414A-A681-CF5657D33BB9}" dt="2021-03-22T13:03:01.212" v="4503" actId="1076"/>
          <ac:picMkLst>
            <pc:docMk/>
            <pc:sldMk cId="58113977" sldId="378"/>
            <ac:picMk id="18" creationId="{03087133-173A-493A-8FE8-27182A6FC68A}"/>
          </ac:picMkLst>
        </pc:picChg>
        <pc:picChg chg="add mod">
          <ac:chgData name="Allison" userId="38c8237f-9d26-4ca9-8386-ca9a64f81faf" providerId="ADAL" clId="{DA7BB7F5-0E27-414A-A681-CF5657D33BB9}" dt="2021-03-17T18:33:02.457" v="2258" actId="207"/>
          <ac:picMkLst>
            <pc:docMk/>
            <pc:sldMk cId="58113977" sldId="378"/>
            <ac:picMk id="20" creationId="{8670866E-080E-42AB-ADEE-65A17011A2A0}"/>
          </ac:picMkLst>
        </pc:picChg>
      </pc:sldChg>
      <pc:sldChg chg="addSp modSp new mod ord modNotesTx">
        <pc:chgData name="Allison" userId="38c8237f-9d26-4ca9-8386-ca9a64f81faf" providerId="ADAL" clId="{DA7BB7F5-0E27-414A-A681-CF5657D33BB9}" dt="2021-03-23T16:01:07.283" v="9692" actId="20577"/>
        <pc:sldMkLst>
          <pc:docMk/>
          <pc:sldMk cId="103476212" sldId="379"/>
        </pc:sldMkLst>
        <pc:spChg chg="mod">
          <ac:chgData name="Allison" userId="38c8237f-9d26-4ca9-8386-ca9a64f81faf" providerId="ADAL" clId="{DA7BB7F5-0E27-414A-A681-CF5657D33BB9}" dt="2021-03-17T18:19:41.574" v="1661" actId="20577"/>
          <ac:spMkLst>
            <pc:docMk/>
            <pc:sldMk cId="103476212" sldId="379"/>
            <ac:spMk id="2" creationId="{0BBBCC2F-65BB-409A-A411-5AC7E277F8B9}"/>
          </ac:spMkLst>
        </pc:spChg>
        <pc:spChg chg="mod">
          <ac:chgData name="Allison" userId="38c8237f-9d26-4ca9-8386-ca9a64f81faf" providerId="ADAL" clId="{DA7BB7F5-0E27-414A-A681-CF5657D33BB9}" dt="2021-03-22T12:47:25.042" v="4203" actId="6549"/>
          <ac:spMkLst>
            <pc:docMk/>
            <pc:sldMk cId="103476212" sldId="379"/>
            <ac:spMk id="3" creationId="{E06F6932-1DEB-421F-8752-CD6A30687B2D}"/>
          </ac:spMkLst>
        </pc:spChg>
        <pc:spChg chg="add mod ord">
          <ac:chgData name="Allison" userId="38c8237f-9d26-4ca9-8386-ca9a64f81faf" providerId="ADAL" clId="{DA7BB7F5-0E27-414A-A681-CF5657D33BB9}" dt="2021-03-22T12:46:34.946" v="4173" actId="1076"/>
          <ac:spMkLst>
            <pc:docMk/>
            <pc:sldMk cId="103476212" sldId="379"/>
            <ac:spMk id="5" creationId="{3DABDEB4-46A5-45C6-8BAD-191A300DF322}"/>
          </ac:spMkLst>
        </pc:spChg>
        <pc:graphicFrameChg chg="add mod modGraphic">
          <ac:chgData name="Allison" userId="38c8237f-9d26-4ca9-8386-ca9a64f81faf" providerId="ADAL" clId="{DA7BB7F5-0E27-414A-A681-CF5657D33BB9}" dt="2021-03-17T18:39:47.530" v="2306" actId="1076"/>
          <ac:graphicFrameMkLst>
            <pc:docMk/>
            <pc:sldMk cId="103476212" sldId="379"/>
            <ac:graphicFrameMk id="4" creationId="{06A7BA65-CE80-4CCD-BBEF-495CDD0524A1}"/>
          </ac:graphicFrameMkLst>
        </pc:graphicFrameChg>
      </pc:sldChg>
      <pc:sldChg chg="modSp add mod ord modNotesTx">
        <pc:chgData name="Allison" userId="38c8237f-9d26-4ca9-8386-ca9a64f81faf" providerId="ADAL" clId="{DA7BB7F5-0E27-414A-A681-CF5657D33BB9}" dt="2021-03-22T14:18:33.551" v="4885"/>
        <pc:sldMkLst>
          <pc:docMk/>
          <pc:sldMk cId="1088382823" sldId="380"/>
        </pc:sldMkLst>
        <pc:spChg chg="mod">
          <ac:chgData name="Allison" userId="38c8237f-9d26-4ca9-8386-ca9a64f81faf" providerId="ADAL" clId="{DA7BB7F5-0E27-414A-A681-CF5657D33BB9}" dt="2021-03-17T20:11:05.416" v="2944" actId="20577"/>
          <ac:spMkLst>
            <pc:docMk/>
            <pc:sldMk cId="1088382823" sldId="380"/>
            <ac:spMk id="3" creationId="{00000000-0000-0000-0000-000000000000}"/>
          </ac:spMkLst>
        </pc:spChg>
      </pc:sldChg>
      <pc:sldChg chg="addSp delSp modSp add mod modNotesTx">
        <pc:chgData name="Allison" userId="38c8237f-9d26-4ca9-8386-ca9a64f81faf" providerId="ADAL" clId="{DA7BB7F5-0E27-414A-A681-CF5657D33BB9}" dt="2021-03-23T16:12:37.697" v="10609" actId="20577"/>
        <pc:sldMkLst>
          <pc:docMk/>
          <pc:sldMk cId="2291678158" sldId="387"/>
        </pc:sldMkLst>
        <pc:spChg chg="mod">
          <ac:chgData name="Allison" userId="38c8237f-9d26-4ca9-8386-ca9a64f81faf" providerId="ADAL" clId="{DA7BB7F5-0E27-414A-A681-CF5657D33BB9}" dt="2021-03-17T20:48:05.432" v="3708" actId="20577"/>
          <ac:spMkLst>
            <pc:docMk/>
            <pc:sldMk cId="2291678158" sldId="387"/>
            <ac:spMk id="2" creationId="{00000000-0000-0000-0000-000000000000}"/>
          </ac:spMkLst>
        </pc:spChg>
        <pc:spChg chg="mod">
          <ac:chgData name="Allison" userId="38c8237f-9d26-4ca9-8386-ca9a64f81faf" providerId="ADAL" clId="{DA7BB7F5-0E27-414A-A681-CF5657D33BB9}" dt="2021-03-17T20:22:55.724" v="3362" actId="1076"/>
          <ac:spMkLst>
            <pc:docMk/>
            <pc:sldMk cId="2291678158" sldId="387"/>
            <ac:spMk id="10" creationId="{00000000-0000-0000-0000-000000000000}"/>
          </ac:spMkLst>
        </pc:spChg>
        <pc:spChg chg="mod">
          <ac:chgData name="Allison" userId="38c8237f-9d26-4ca9-8386-ca9a64f81faf" providerId="ADAL" clId="{DA7BB7F5-0E27-414A-A681-CF5657D33BB9}" dt="2021-03-17T20:23:54.321" v="3367" actId="14100"/>
          <ac:spMkLst>
            <pc:docMk/>
            <pc:sldMk cId="2291678158" sldId="387"/>
            <ac:spMk id="11" creationId="{00000000-0000-0000-0000-000000000000}"/>
          </ac:spMkLst>
        </pc:spChg>
        <pc:spChg chg="mod">
          <ac:chgData name="Allison" userId="38c8237f-9d26-4ca9-8386-ca9a64f81faf" providerId="ADAL" clId="{DA7BB7F5-0E27-414A-A681-CF5657D33BB9}" dt="2021-03-17T20:24:27.741" v="3368"/>
          <ac:spMkLst>
            <pc:docMk/>
            <pc:sldMk cId="2291678158" sldId="387"/>
            <ac:spMk id="13" creationId="{22DB5311-C5CA-470B-AB10-A3C19F65D8AD}"/>
          </ac:spMkLst>
        </pc:spChg>
        <pc:spChg chg="mod">
          <ac:chgData name="Allison" userId="38c8237f-9d26-4ca9-8386-ca9a64f81faf" providerId="ADAL" clId="{DA7BB7F5-0E27-414A-A681-CF5657D33BB9}" dt="2021-03-17T20:24:27.741" v="3368"/>
          <ac:spMkLst>
            <pc:docMk/>
            <pc:sldMk cId="2291678158" sldId="387"/>
            <ac:spMk id="14" creationId="{19919681-E753-4645-AC92-5326B4DDFBDE}"/>
          </ac:spMkLst>
        </pc:spChg>
        <pc:grpChg chg="mod">
          <ac:chgData name="Allison" userId="38c8237f-9d26-4ca9-8386-ca9a64f81faf" providerId="ADAL" clId="{DA7BB7F5-0E27-414A-A681-CF5657D33BB9}" dt="2021-03-17T20:21:48.611" v="3354" actId="1076"/>
          <ac:grpSpMkLst>
            <pc:docMk/>
            <pc:sldMk cId="2291678158" sldId="387"/>
            <ac:grpSpMk id="9" creationId="{00000000-0000-0000-0000-000000000000}"/>
          </ac:grpSpMkLst>
        </pc:grpChg>
        <pc:grpChg chg="add mod">
          <ac:chgData name="Allison" userId="38c8237f-9d26-4ca9-8386-ca9a64f81faf" providerId="ADAL" clId="{DA7BB7F5-0E27-414A-A681-CF5657D33BB9}" dt="2021-03-17T20:24:27.741" v="3368"/>
          <ac:grpSpMkLst>
            <pc:docMk/>
            <pc:sldMk cId="2291678158" sldId="387"/>
            <ac:grpSpMk id="12" creationId="{5E33E696-4C97-442E-A4F7-E519531F1F16}"/>
          </ac:grpSpMkLst>
        </pc:grpChg>
        <pc:graphicFrameChg chg="mod">
          <ac:chgData name="Allison" userId="38c8237f-9d26-4ca9-8386-ca9a64f81faf" providerId="ADAL" clId="{DA7BB7F5-0E27-414A-A681-CF5657D33BB9}" dt="2021-03-17T20:51:26.720" v="3717"/>
          <ac:graphicFrameMkLst>
            <pc:docMk/>
            <pc:sldMk cId="2291678158" sldId="387"/>
            <ac:graphicFrameMk id="8" creationId="{00000000-0000-0000-0000-000000000000}"/>
          </ac:graphicFrameMkLst>
        </pc:graphicFrameChg>
        <pc:picChg chg="del">
          <ac:chgData name="Allison" userId="38c8237f-9d26-4ca9-8386-ca9a64f81faf" providerId="ADAL" clId="{DA7BB7F5-0E27-414A-A681-CF5657D33BB9}" dt="2021-03-17T20:24:30.276" v="3369" actId="478"/>
          <ac:picMkLst>
            <pc:docMk/>
            <pc:sldMk cId="2291678158" sldId="387"/>
            <ac:picMk id="5" creationId="{00000000-0000-0000-0000-000000000000}"/>
          </ac:picMkLst>
        </pc:picChg>
      </pc:sldChg>
      <pc:sldChg chg="modSp add mod modNotesTx">
        <pc:chgData name="Allison" userId="38c8237f-9d26-4ca9-8386-ca9a64f81faf" providerId="ADAL" clId="{DA7BB7F5-0E27-414A-A681-CF5657D33BB9}" dt="2021-03-17T20:41:39.522" v="3552" actId="20577"/>
        <pc:sldMkLst>
          <pc:docMk/>
          <pc:sldMk cId="2081800265" sldId="388"/>
        </pc:sldMkLst>
        <pc:spChg chg="mod">
          <ac:chgData name="Allison" userId="38c8237f-9d26-4ca9-8386-ca9a64f81faf" providerId="ADAL" clId="{DA7BB7F5-0E27-414A-A681-CF5657D33BB9}" dt="2021-03-17T20:41:39.522" v="3552" actId="20577"/>
          <ac:spMkLst>
            <pc:docMk/>
            <pc:sldMk cId="2081800265" sldId="388"/>
            <ac:spMk id="3" creationId="{00000000-0000-0000-0000-000000000000}"/>
          </ac:spMkLst>
        </pc:spChg>
      </pc:sldChg>
      <pc:sldChg chg="modSp add del mod">
        <pc:chgData name="Allison" userId="38c8237f-9d26-4ca9-8386-ca9a64f81faf" providerId="ADAL" clId="{DA7BB7F5-0E27-414A-A681-CF5657D33BB9}" dt="2021-03-17T21:21:59.225" v="4102" actId="47"/>
        <pc:sldMkLst>
          <pc:docMk/>
          <pc:sldMk cId="3412389119" sldId="393"/>
        </pc:sldMkLst>
        <pc:spChg chg="mod">
          <ac:chgData name="Allison" userId="38c8237f-9d26-4ca9-8386-ca9a64f81faf" providerId="ADAL" clId="{DA7BB7F5-0E27-414A-A681-CF5657D33BB9}" dt="2021-03-17T21:21:55.540" v="4101" actId="6549"/>
          <ac:spMkLst>
            <pc:docMk/>
            <pc:sldMk cId="3412389119" sldId="393"/>
            <ac:spMk id="3" creationId="{00000000-0000-0000-0000-000000000000}"/>
          </ac:spMkLst>
        </pc:spChg>
      </pc:sldChg>
      <pc:sldChg chg="addSp delSp modSp add mod modNotesTx">
        <pc:chgData name="Allison" userId="38c8237f-9d26-4ca9-8386-ca9a64f81faf" providerId="ADAL" clId="{DA7BB7F5-0E27-414A-A681-CF5657D33BB9}" dt="2021-03-23T16:30:18.252" v="12146" actId="20577"/>
        <pc:sldMkLst>
          <pc:docMk/>
          <pc:sldMk cId="2955835336" sldId="398"/>
        </pc:sldMkLst>
        <pc:spChg chg="del">
          <ac:chgData name="Allison" userId="38c8237f-9d26-4ca9-8386-ca9a64f81faf" providerId="ADAL" clId="{DA7BB7F5-0E27-414A-A681-CF5657D33BB9}" dt="2021-03-17T21:10:11.152" v="3986" actId="478"/>
          <ac:spMkLst>
            <pc:docMk/>
            <pc:sldMk cId="2955835336" sldId="398"/>
            <ac:spMk id="2" creationId="{00000000-0000-0000-0000-000000000000}"/>
          </ac:spMkLst>
        </pc:spChg>
        <pc:spChg chg="mod">
          <ac:chgData name="Allison" userId="38c8237f-9d26-4ca9-8386-ca9a64f81faf" providerId="ADAL" clId="{DA7BB7F5-0E27-414A-A681-CF5657D33BB9}" dt="2021-03-17T21:11:18.406" v="3999" actId="20577"/>
          <ac:spMkLst>
            <pc:docMk/>
            <pc:sldMk cId="2955835336" sldId="398"/>
            <ac:spMk id="3" creationId="{00000000-0000-0000-0000-000000000000}"/>
          </ac:spMkLst>
        </pc:spChg>
        <pc:spChg chg="add del mod">
          <ac:chgData name="Allison" userId="38c8237f-9d26-4ca9-8386-ca9a64f81faf" providerId="ADAL" clId="{DA7BB7F5-0E27-414A-A681-CF5657D33BB9}" dt="2021-03-17T21:10:14.324" v="3987" actId="478"/>
          <ac:spMkLst>
            <pc:docMk/>
            <pc:sldMk cId="2955835336" sldId="398"/>
            <ac:spMk id="7" creationId="{AE121F51-D045-4AF8-8C88-3CE89D631A0D}"/>
          </ac:spMkLst>
        </pc:spChg>
        <pc:spChg chg="add mod">
          <ac:chgData name="Allison" userId="38c8237f-9d26-4ca9-8386-ca9a64f81faf" providerId="ADAL" clId="{DA7BB7F5-0E27-414A-A681-CF5657D33BB9}" dt="2021-03-17T21:10:49.891" v="3991"/>
          <ac:spMkLst>
            <pc:docMk/>
            <pc:sldMk cId="2955835336" sldId="398"/>
            <ac:spMk id="8" creationId="{73BED7F4-8E32-466B-B796-6121357E93B9}"/>
          </ac:spMkLst>
        </pc:spChg>
        <pc:spChg chg="add mod">
          <ac:chgData name="Allison" userId="38c8237f-9d26-4ca9-8386-ca9a64f81faf" providerId="ADAL" clId="{DA7BB7F5-0E27-414A-A681-CF5657D33BB9}" dt="2021-03-17T21:10:49.891" v="3991"/>
          <ac:spMkLst>
            <pc:docMk/>
            <pc:sldMk cId="2955835336" sldId="398"/>
            <ac:spMk id="9" creationId="{8D9DE2F5-4153-4220-BBC4-BF2FFF17634E}"/>
          </ac:spMkLst>
        </pc:spChg>
        <pc:picChg chg="del">
          <ac:chgData name="Allison" userId="38c8237f-9d26-4ca9-8386-ca9a64f81faf" providerId="ADAL" clId="{DA7BB7F5-0E27-414A-A681-CF5657D33BB9}" dt="2021-03-17T21:10:15.651" v="3988" actId="478"/>
          <ac:picMkLst>
            <pc:docMk/>
            <pc:sldMk cId="2955835336" sldId="398"/>
            <ac:picMk id="5" creationId="{00000000-0000-0000-0000-000000000000}"/>
          </ac:picMkLst>
        </pc:picChg>
      </pc:sldChg>
      <pc:sldChg chg="addSp modSp add mod">
        <pc:chgData name="Allison" userId="38c8237f-9d26-4ca9-8386-ca9a64f81faf" providerId="ADAL" clId="{DA7BB7F5-0E27-414A-A681-CF5657D33BB9}" dt="2021-03-17T21:10:39.686" v="3990" actId="1076"/>
        <pc:sldMkLst>
          <pc:docMk/>
          <pc:sldMk cId="3359167407" sldId="399"/>
        </pc:sldMkLst>
        <pc:spChg chg="mod">
          <ac:chgData name="Allison" userId="38c8237f-9d26-4ca9-8386-ca9a64f81faf" providerId="ADAL" clId="{DA7BB7F5-0E27-414A-A681-CF5657D33BB9}" dt="2021-03-17T21:10:33.716" v="3989" actId="1076"/>
          <ac:spMkLst>
            <pc:docMk/>
            <pc:sldMk cId="3359167407" sldId="399"/>
            <ac:spMk id="2" creationId="{00000000-0000-0000-0000-000000000000}"/>
          </ac:spMkLst>
        </pc:spChg>
        <pc:spChg chg="add mod">
          <ac:chgData name="Allison" userId="38c8237f-9d26-4ca9-8386-ca9a64f81faf" providerId="ADAL" clId="{DA7BB7F5-0E27-414A-A681-CF5657D33BB9}" dt="2021-03-17T21:03:33.052" v="3914" actId="1076"/>
          <ac:spMkLst>
            <pc:docMk/>
            <pc:sldMk cId="3359167407" sldId="399"/>
            <ac:spMk id="5" creationId="{6CA614E3-24E2-4B29-8CD4-18F3E1B90C0D}"/>
          </ac:spMkLst>
        </pc:spChg>
        <pc:graphicFrameChg chg="mod">
          <ac:chgData name="Allison" userId="38c8237f-9d26-4ca9-8386-ca9a64f81faf" providerId="ADAL" clId="{DA7BB7F5-0E27-414A-A681-CF5657D33BB9}" dt="2021-03-17T21:10:39.686" v="3990" actId="1076"/>
          <ac:graphicFrameMkLst>
            <pc:docMk/>
            <pc:sldMk cId="3359167407" sldId="399"/>
            <ac:graphicFrameMk id="16" creationId="{00000000-0000-0000-0000-000000000000}"/>
          </ac:graphicFrameMkLst>
        </pc:graphicFrameChg>
      </pc:sldChg>
      <pc:sldChg chg="addSp delSp modSp add mod modNotesTx">
        <pc:chgData name="Allison" userId="38c8237f-9d26-4ca9-8386-ca9a64f81faf" providerId="ADAL" clId="{DA7BB7F5-0E27-414A-A681-CF5657D33BB9}" dt="2021-03-17T21:01:10.571" v="3899"/>
        <pc:sldMkLst>
          <pc:docMk/>
          <pc:sldMk cId="931253952" sldId="400"/>
        </pc:sldMkLst>
        <pc:spChg chg="del mod">
          <ac:chgData name="Allison" userId="38c8237f-9d26-4ca9-8386-ca9a64f81faf" providerId="ADAL" clId="{DA7BB7F5-0E27-414A-A681-CF5657D33BB9}" dt="2021-03-17T21:00:57.837" v="3897" actId="478"/>
          <ac:spMkLst>
            <pc:docMk/>
            <pc:sldMk cId="931253952" sldId="400"/>
            <ac:spMk id="2" creationId="{00000000-0000-0000-0000-000000000000}"/>
          </ac:spMkLst>
        </pc:spChg>
        <pc:spChg chg="mod">
          <ac:chgData name="Allison" userId="38c8237f-9d26-4ca9-8386-ca9a64f81faf" providerId="ADAL" clId="{DA7BB7F5-0E27-414A-A681-CF5657D33BB9}" dt="2021-03-17T21:00:26.610" v="3892" actId="1076"/>
          <ac:spMkLst>
            <pc:docMk/>
            <pc:sldMk cId="931253952" sldId="400"/>
            <ac:spMk id="3" creationId="{00000000-0000-0000-0000-000000000000}"/>
          </ac:spMkLst>
        </pc:spChg>
        <pc:spChg chg="add mod">
          <ac:chgData name="Allison" userId="38c8237f-9d26-4ca9-8386-ca9a64f81faf" providerId="ADAL" clId="{DA7BB7F5-0E27-414A-A681-CF5657D33BB9}" dt="2021-03-17T21:00:51.285" v="3896"/>
          <ac:spMkLst>
            <pc:docMk/>
            <pc:sldMk cId="931253952" sldId="400"/>
            <ac:spMk id="7" creationId="{9DF71E37-17CC-4C6D-92C2-6AFF0FCAD3C6}"/>
          </ac:spMkLst>
        </pc:spChg>
        <pc:spChg chg="add del mod">
          <ac:chgData name="Allison" userId="38c8237f-9d26-4ca9-8386-ca9a64f81faf" providerId="ADAL" clId="{DA7BB7F5-0E27-414A-A681-CF5657D33BB9}" dt="2021-03-17T21:01:02.361" v="3898" actId="478"/>
          <ac:spMkLst>
            <pc:docMk/>
            <pc:sldMk cId="931253952" sldId="400"/>
            <ac:spMk id="8" creationId="{27EABAFB-EA05-435A-A635-F46987D0A78C}"/>
          </ac:spMkLst>
        </pc:spChg>
        <pc:spChg chg="add mod">
          <ac:chgData name="Allison" userId="38c8237f-9d26-4ca9-8386-ca9a64f81faf" providerId="ADAL" clId="{DA7BB7F5-0E27-414A-A681-CF5657D33BB9}" dt="2021-03-17T21:01:10.571" v="3899"/>
          <ac:spMkLst>
            <pc:docMk/>
            <pc:sldMk cId="931253952" sldId="400"/>
            <ac:spMk id="9" creationId="{85A2506B-C2B8-49A2-964B-0B56D4B65918}"/>
          </ac:spMkLst>
        </pc:spChg>
        <pc:picChg chg="del">
          <ac:chgData name="Allison" userId="38c8237f-9d26-4ca9-8386-ca9a64f81faf" providerId="ADAL" clId="{DA7BB7F5-0E27-414A-A681-CF5657D33BB9}" dt="2021-03-17T21:00:36.302" v="3893" actId="478"/>
          <ac:picMkLst>
            <pc:docMk/>
            <pc:sldMk cId="931253952" sldId="400"/>
            <ac:picMk id="6" creationId="{00000000-0000-0000-0000-000000000000}"/>
          </ac:picMkLst>
        </pc:picChg>
      </pc:sldChg>
      <pc:sldChg chg="addSp delSp modSp add mod modNotesTx">
        <pc:chgData name="Allison" userId="38c8237f-9d26-4ca9-8386-ca9a64f81faf" providerId="ADAL" clId="{DA7BB7F5-0E27-414A-A681-CF5657D33BB9}" dt="2021-03-23T16:28:14.800" v="12122" actId="20577"/>
        <pc:sldMkLst>
          <pc:docMk/>
          <pc:sldMk cId="2296536475" sldId="401"/>
        </pc:sldMkLst>
        <pc:spChg chg="del">
          <ac:chgData name="Allison" userId="38c8237f-9d26-4ca9-8386-ca9a64f81faf" providerId="ADAL" clId="{DA7BB7F5-0E27-414A-A681-CF5657D33BB9}" dt="2021-03-17T20:46:24.114" v="3612" actId="478"/>
          <ac:spMkLst>
            <pc:docMk/>
            <pc:sldMk cId="2296536475" sldId="401"/>
            <ac:spMk id="2" creationId="{00000000-0000-0000-0000-000000000000}"/>
          </ac:spMkLst>
        </pc:spChg>
        <pc:spChg chg="mod">
          <ac:chgData name="Allison" userId="38c8237f-9d26-4ca9-8386-ca9a64f81faf" providerId="ADAL" clId="{DA7BB7F5-0E27-414A-A681-CF5657D33BB9}" dt="2021-03-17T20:54:14.900" v="3785" actId="113"/>
          <ac:spMkLst>
            <pc:docMk/>
            <pc:sldMk cId="2296536475" sldId="401"/>
            <ac:spMk id="3" creationId="{00000000-0000-0000-0000-000000000000}"/>
          </ac:spMkLst>
        </pc:spChg>
        <pc:spChg chg="add del mod">
          <ac:chgData name="Allison" userId="38c8237f-9d26-4ca9-8386-ca9a64f81faf" providerId="ADAL" clId="{DA7BB7F5-0E27-414A-A681-CF5657D33BB9}" dt="2021-03-17T20:46:31.147" v="3614" actId="478"/>
          <ac:spMkLst>
            <pc:docMk/>
            <pc:sldMk cId="2296536475" sldId="401"/>
            <ac:spMk id="7" creationId="{89DBD9EC-71F1-4641-8CEF-DDDCC90283BA}"/>
          </ac:spMkLst>
        </pc:spChg>
        <pc:spChg chg="add del mod">
          <ac:chgData name="Allison" userId="38c8237f-9d26-4ca9-8386-ca9a64f81faf" providerId="ADAL" clId="{DA7BB7F5-0E27-414A-A681-CF5657D33BB9}" dt="2021-03-17T20:46:28.956" v="3613" actId="478"/>
          <ac:spMkLst>
            <pc:docMk/>
            <pc:sldMk cId="2296536475" sldId="401"/>
            <ac:spMk id="8" creationId="{39DD2035-5DCE-4F2F-9AC5-3BAA002A7B88}"/>
          </ac:spMkLst>
        </pc:spChg>
        <pc:spChg chg="add mod">
          <ac:chgData name="Allison" userId="38c8237f-9d26-4ca9-8386-ca9a64f81faf" providerId="ADAL" clId="{DA7BB7F5-0E27-414A-A681-CF5657D33BB9}" dt="2021-03-17T20:47:09.689" v="3650" actId="20577"/>
          <ac:spMkLst>
            <pc:docMk/>
            <pc:sldMk cId="2296536475" sldId="401"/>
            <ac:spMk id="9" creationId="{CBFB4678-F90C-4666-A8A9-E2944D524860}"/>
          </ac:spMkLst>
        </pc:spChg>
        <pc:spChg chg="add mod">
          <ac:chgData name="Allison" userId="38c8237f-9d26-4ca9-8386-ca9a64f81faf" providerId="ADAL" clId="{DA7BB7F5-0E27-414A-A681-CF5657D33BB9}" dt="2021-03-17T21:00:46.068" v="3895"/>
          <ac:spMkLst>
            <pc:docMk/>
            <pc:sldMk cId="2296536475" sldId="401"/>
            <ac:spMk id="10" creationId="{C3FD1D95-2754-4A7F-9CB6-A63610C8E2CB}"/>
          </ac:spMkLst>
        </pc:spChg>
        <pc:picChg chg="del">
          <ac:chgData name="Allison" userId="38c8237f-9d26-4ca9-8386-ca9a64f81faf" providerId="ADAL" clId="{DA7BB7F5-0E27-414A-A681-CF5657D33BB9}" dt="2021-03-17T21:00:44.326" v="3894" actId="478"/>
          <ac:picMkLst>
            <pc:docMk/>
            <pc:sldMk cId="2296536475" sldId="401"/>
            <ac:picMk id="6" creationId="{00000000-0000-0000-0000-000000000000}"/>
          </ac:picMkLst>
        </pc:picChg>
      </pc:sldChg>
      <pc:sldChg chg="addSp delSp modSp mod modNotesTx">
        <pc:chgData name="Allison" userId="38c8237f-9d26-4ca9-8386-ca9a64f81faf" providerId="ADAL" clId="{DA7BB7F5-0E27-414A-A681-CF5657D33BB9}" dt="2021-03-23T16:27:21.200" v="12082" actId="20577"/>
        <pc:sldMkLst>
          <pc:docMk/>
          <pc:sldMk cId="686762542" sldId="404"/>
        </pc:sldMkLst>
        <pc:spChg chg="del">
          <ac:chgData name="Allison" userId="38c8237f-9d26-4ca9-8386-ca9a64f81faf" providerId="ADAL" clId="{DA7BB7F5-0E27-414A-A681-CF5657D33BB9}" dt="2021-03-17T20:47:21.147" v="3651" actId="478"/>
          <ac:spMkLst>
            <pc:docMk/>
            <pc:sldMk cId="686762542" sldId="404"/>
            <ac:spMk id="2" creationId="{00000000-0000-0000-0000-000000000000}"/>
          </ac:spMkLst>
        </pc:spChg>
        <pc:spChg chg="add del mod">
          <ac:chgData name="Allison" userId="38c8237f-9d26-4ca9-8386-ca9a64f81faf" providerId="ADAL" clId="{DA7BB7F5-0E27-414A-A681-CF5657D33BB9}" dt="2021-03-17T20:47:27.851" v="3654" actId="478"/>
          <ac:spMkLst>
            <pc:docMk/>
            <pc:sldMk cId="686762542" sldId="404"/>
            <ac:spMk id="5" creationId="{68E9CE6D-52FA-4216-AD30-BE92432CE688}"/>
          </ac:spMkLst>
        </pc:spChg>
        <pc:spChg chg="mod">
          <ac:chgData name="Allison" userId="38c8237f-9d26-4ca9-8386-ca9a64f81faf" providerId="ADAL" clId="{DA7BB7F5-0E27-414A-A681-CF5657D33BB9}" dt="2021-03-17T20:40:46.288" v="3546"/>
          <ac:spMkLst>
            <pc:docMk/>
            <pc:sldMk cId="686762542" sldId="404"/>
            <ac:spMk id="11" creationId="{95D8B4AA-D68C-497E-9801-0353A290B654}"/>
          </ac:spMkLst>
        </pc:spChg>
        <pc:spChg chg="mod">
          <ac:chgData name="Allison" userId="38c8237f-9d26-4ca9-8386-ca9a64f81faf" providerId="ADAL" clId="{DA7BB7F5-0E27-414A-A681-CF5657D33BB9}" dt="2021-03-17T20:40:46.288" v="3546"/>
          <ac:spMkLst>
            <pc:docMk/>
            <pc:sldMk cId="686762542" sldId="404"/>
            <ac:spMk id="13" creationId="{7BFB2266-FDC3-4CC7-9E45-6B4D9C1BD505}"/>
          </ac:spMkLst>
        </pc:spChg>
        <pc:spChg chg="add del mod">
          <ac:chgData name="Allison" userId="38c8237f-9d26-4ca9-8386-ca9a64f81faf" providerId="ADAL" clId="{DA7BB7F5-0E27-414A-A681-CF5657D33BB9}" dt="2021-03-17T20:47:24.281" v="3653"/>
          <ac:spMkLst>
            <pc:docMk/>
            <pc:sldMk cId="686762542" sldId="404"/>
            <ac:spMk id="16" creationId="{2EB63D90-4F17-42B8-B93C-90C70E408127}"/>
          </ac:spMkLst>
        </pc:spChg>
        <pc:spChg chg="add mod">
          <ac:chgData name="Allison" userId="38c8237f-9d26-4ca9-8386-ca9a64f81faf" providerId="ADAL" clId="{DA7BB7F5-0E27-414A-A681-CF5657D33BB9}" dt="2021-03-17T20:47:29.616" v="3655"/>
          <ac:spMkLst>
            <pc:docMk/>
            <pc:sldMk cId="686762542" sldId="404"/>
            <ac:spMk id="17" creationId="{9BA2503D-640F-4A63-9ED5-0627B8E5F4ED}"/>
          </ac:spMkLst>
        </pc:spChg>
        <pc:spChg chg="add mod">
          <ac:chgData name="Allison" userId="38c8237f-9d26-4ca9-8386-ca9a64f81faf" providerId="ADAL" clId="{DA7BB7F5-0E27-414A-A681-CF5657D33BB9}" dt="2021-03-17T20:49:13.296" v="3713" actId="1076"/>
          <ac:spMkLst>
            <pc:docMk/>
            <pc:sldMk cId="686762542" sldId="404"/>
            <ac:spMk id="18" creationId="{9B7710DB-1216-497F-BBA1-A0202E86834A}"/>
          </ac:spMkLst>
        </pc:spChg>
        <pc:grpChg chg="add mod">
          <ac:chgData name="Allison" userId="38c8237f-9d26-4ca9-8386-ca9a64f81faf" providerId="ADAL" clId="{DA7BB7F5-0E27-414A-A681-CF5657D33BB9}" dt="2021-03-17T20:41:02.926" v="3549" actId="1076"/>
          <ac:grpSpMkLst>
            <pc:docMk/>
            <pc:sldMk cId="686762542" sldId="404"/>
            <ac:grpSpMk id="10" creationId="{1E10A411-A23A-4618-B097-1BAF0F28C914}"/>
          </ac:grpSpMkLst>
        </pc:grpChg>
        <pc:grpChg chg="del">
          <ac:chgData name="Allison" userId="38c8237f-9d26-4ca9-8386-ca9a64f81faf" providerId="ADAL" clId="{DA7BB7F5-0E27-414A-A681-CF5657D33BB9}" dt="2021-03-17T20:40:56.916" v="3548" actId="478"/>
          <ac:grpSpMkLst>
            <pc:docMk/>
            <pc:sldMk cId="686762542" sldId="404"/>
            <ac:grpSpMk id="12" creationId="{00000000-0000-0000-0000-000000000000}"/>
          </ac:grpSpMkLst>
        </pc:grpChg>
        <pc:graphicFrameChg chg="mod">
          <ac:chgData name="Allison" userId="38c8237f-9d26-4ca9-8386-ca9a64f81faf" providerId="ADAL" clId="{DA7BB7F5-0E27-414A-A681-CF5657D33BB9}" dt="2021-03-17T20:52:34.368" v="3755" actId="20577"/>
          <ac:graphicFrameMkLst>
            <pc:docMk/>
            <pc:sldMk cId="686762542" sldId="404"/>
            <ac:graphicFrameMk id="8" creationId="{00000000-0000-0000-0000-000000000000}"/>
          </ac:graphicFrameMkLst>
        </pc:graphicFrameChg>
        <pc:picChg chg="del">
          <ac:chgData name="Allison" userId="38c8237f-9d26-4ca9-8386-ca9a64f81faf" providerId="ADAL" clId="{DA7BB7F5-0E27-414A-A681-CF5657D33BB9}" dt="2021-03-17T20:48:24.417" v="3709" actId="478"/>
          <ac:picMkLst>
            <pc:docMk/>
            <pc:sldMk cId="686762542" sldId="404"/>
            <ac:picMk id="9" creationId="{00000000-0000-0000-0000-000000000000}"/>
          </ac:picMkLst>
        </pc:picChg>
      </pc:sldChg>
      <pc:sldChg chg="modSp new del mod">
        <pc:chgData name="Allison" userId="38c8237f-9d26-4ca9-8386-ca9a64f81faf" providerId="ADAL" clId="{DA7BB7F5-0E27-414A-A681-CF5657D33BB9}" dt="2021-03-17T21:08:06.095" v="3919" actId="47"/>
        <pc:sldMkLst>
          <pc:docMk/>
          <pc:sldMk cId="679930769" sldId="405"/>
        </pc:sldMkLst>
        <pc:spChg chg="mod">
          <ac:chgData name="Allison" userId="38c8237f-9d26-4ca9-8386-ca9a64f81faf" providerId="ADAL" clId="{DA7BB7F5-0E27-414A-A681-CF5657D33BB9}" dt="2021-03-17T21:05:57.285" v="3917"/>
          <ac:spMkLst>
            <pc:docMk/>
            <pc:sldMk cId="679930769" sldId="405"/>
            <ac:spMk id="3" creationId="{7A53BF7B-50C8-496E-8E78-8C460AC8B659}"/>
          </ac:spMkLst>
        </pc:spChg>
      </pc:sldChg>
      <pc:sldChg chg="addSp delSp modSp add mod modNotesTx">
        <pc:chgData name="Allison" userId="38c8237f-9d26-4ca9-8386-ca9a64f81faf" providerId="ADAL" clId="{DA7BB7F5-0E27-414A-A681-CF5657D33BB9}" dt="2021-03-23T16:33:15.773" v="12150" actId="20577"/>
        <pc:sldMkLst>
          <pc:docMk/>
          <pc:sldMk cId="3296032387" sldId="406"/>
        </pc:sldMkLst>
        <pc:spChg chg="del">
          <ac:chgData name="Allison" userId="38c8237f-9d26-4ca9-8386-ca9a64f81faf" providerId="ADAL" clId="{DA7BB7F5-0E27-414A-A681-CF5657D33BB9}" dt="2021-03-17T21:13:48.806" v="4001" actId="478"/>
          <ac:spMkLst>
            <pc:docMk/>
            <pc:sldMk cId="3296032387" sldId="406"/>
            <ac:spMk id="2" creationId="{00000000-0000-0000-0000-000000000000}"/>
          </ac:spMkLst>
        </pc:spChg>
        <pc:spChg chg="del">
          <ac:chgData name="Allison" userId="38c8237f-9d26-4ca9-8386-ca9a64f81faf" providerId="ADAL" clId="{DA7BB7F5-0E27-414A-A681-CF5657D33BB9}" dt="2021-03-17T21:14:47.993" v="4005" actId="478"/>
          <ac:spMkLst>
            <pc:docMk/>
            <pc:sldMk cId="3296032387" sldId="406"/>
            <ac:spMk id="3" creationId="{00000000-0000-0000-0000-000000000000}"/>
          </ac:spMkLst>
        </pc:spChg>
        <pc:spChg chg="add del mod">
          <ac:chgData name="Allison" userId="38c8237f-9d26-4ca9-8386-ca9a64f81faf" providerId="ADAL" clId="{DA7BB7F5-0E27-414A-A681-CF5657D33BB9}" dt="2021-03-17T21:13:51.080" v="4002" actId="478"/>
          <ac:spMkLst>
            <pc:docMk/>
            <pc:sldMk cId="3296032387" sldId="406"/>
            <ac:spMk id="6" creationId="{621FB2A3-DC57-455F-9A46-7556D6784672}"/>
          </ac:spMkLst>
        </pc:spChg>
        <pc:spChg chg="add mod">
          <ac:chgData name="Allison" userId="38c8237f-9d26-4ca9-8386-ca9a64f81faf" providerId="ADAL" clId="{DA7BB7F5-0E27-414A-A681-CF5657D33BB9}" dt="2021-03-17T21:14:01.230" v="4004"/>
          <ac:spMkLst>
            <pc:docMk/>
            <pc:sldMk cId="3296032387" sldId="406"/>
            <ac:spMk id="8" creationId="{A2AF185C-6C71-48DF-ACF3-BC5BEA0BF1CD}"/>
          </ac:spMkLst>
        </pc:spChg>
        <pc:spChg chg="add mod">
          <ac:chgData name="Allison" userId="38c8237f-9d26-4ca9-8386-ca9a64f81faf" providerId="ADAL" clId="{DA7BB7F5-0E27-414A-A681-CF5657D33BB9}" dt="2021-03-17T21:14:01.230" v="4004"/>
          <ac:spMkLst>
            <pc:docMk/>
            <pc:sldMk cId="3296032387" sldId="406"/>
            <ac:spMk id="9" creationId="{1B187A64-3639-45BE-90DC-465BEBAAC1F1}"/>
          </ac:spMkLst>
        </pc:spChg>
        <pc:spChg chg="add del mod">
          <ac:chgData name="Allison" userId="38c8237f-9d26-4ca9-8386-ca9a64f81faf" providerId="ADAL" clId="{DA7BB7F5-0E27-414A-A681-CF5657D33BB9}" dt="2021-03-17T21:15:00.290" v="4006" actId="478"/>
          <ac:spMkLst>
            <pc:docMk/>
            <pc:sldMk cId="3296032387" sldId="406"/>
            <ac:spMk id="11" creationId="{F71A8B07-DC7C-4340-9496-8F44DEF3721F}"/>
          </ac:spMkLst>
        </pc:spChg>
        <pc:spChg chg="add mod">
          <ac:chgData name="Allison" userId="38c8237f-9d26-4ca9-8386-ca9a64f81faf" providerId="ADAL" clId="{DA7BB7F5-0E27-414A-A681-CF5657D33BB9}" dt="2021-03-22T16:30:08.274" v="8881" actId="20577"/>
          <ac:spMkLst>
            <pc:docMk/>
            <pc:sldMk cId="3296032387" sldId="406"/>
            <ac:spMk id="12" creationId="{9CF14C97-0934-4998-AE45-0F3D2E19936F}"/>
          </ac:spMkLst>
        </pc:spChg>
        <pc:picChg chg="del">
          <ac:chgData name="Allison" userId="38c8237f-9d26-4ca9-8386-ca9a64f81faf" providerId="ADAL" clId="{DA7BB7F5-0E27-414A-A681-CF5657D33BB9}" dt="2021-03-17T21:13:51.905" v="4003" actId="478"/>
          <ac:picMkLst>
            <pc:docMk/>
            <pc:sldMk cId="3296032387" sldId="406"/>
            <ac:picMk id="10" creationId="{00000000-0000-0000-0000-000000000000}"/>
          </ac:picMkLst>
        </pc:picChg>
      </pc:sldChg>
      <pc:sldChg chg="new del">
        <pc:chgData name="Allison" userId="38c8237f-9d26-4ca9-8386-ca9a64f81faf" providerId="ADAL" clId="{DA7BB7F5-0E27-414A-A681-CF5657D33BB9}" dt="2021-03-22T15:50:32.686" v="8730" actId="47"/>
        <pc:sldMkLst>
          <pc:docMk/>
          <pc:sldMk cId="2488829671" sldId="407"/>
        </pc:sldMkLst>
      </pc:sldChg>
      <pc:sldChg chg="addSp delSp modSp add mod modNotesTx">
        <pc:chgData name="Allison" userId="38c8237f-9d26-4ca9-8386-ca9a64f81faf" providerId="ADAL" clId="{DA7BB7F5-0E27-414A-A681-CF5657D33BB9}" dt="2021-03-22T15:47:34.680" v="8679" actId="20577"/>
        <pc:sldMkLst>
          <pc:docMk/>
          <pc:sldMk cId="1912739172" sldId="408"/>
        </pc:sldMkLst>
        <pc:spChg chg="mod">
          <ac:chgData name="Allison" userId="38c8237f-9d26-4ca9-8386-ca9a64f81faf" providerId="ADAL" clId="{DA7BB7F5-0E27-414A-A681-CF5657D33BB9}" dt="2021-03-22T15:11:29.717" v="5311" actId="403"/>
          <ac:spMkLst>
            <pc:docMk/>
            <pc:sldMk cId="1912739172" sldId="408"/>
            <ac:spMk id="4" creationId="{2C77AD1A-878A-4DCA-B18D-00ED6E8436B0}"/>
          </ac:spMkLst>
        </pc:spChg>
        <pc:spChg chg="mod">
          <ac:chgData name="Allison" userId="38c8237f-9d26-4ca9-8386-ca9a64f81faf" providerId="ADAL" clId="{DA7BB7F5-0E27-414A-A681-CF5657D33BB9}" dt="2021-03-22T15:11:29.717" v="5311" actId="403"/>
          <ac:spMkLst>
            <pc:docMk/>
            <pc:sldMk cId="1912739172" sldId="408"/>
            <ac:spMk id="7" creationId="{10EF19B6-9327-42E2-9118-1333E8209E8D}"/>
          </ac:spMkLst>
        </pc:spChg>
        <pc:spChg chg="mod">
          <ac:chgData name="Allison" userId="38c8237f-9d26-4ca9-8386-ca9a64f81faf" providerId="ADAL" clId="{DA7BB7F5-0E27-414A-A681-CF5657D33BB9}" dt="2021-03-22T15:11:29.717" v="5311" actId="403"/>
          <ac:spMkLst>
            <pc:docMk/>
            <pc:sldMk cId="1912739172" sldId="408"/>
            <ac:spMk id="10" creationId="{FCE981D2-2C67-4080-8303-564996821FC6}"/>
          </ac:spMkLst>
        </pc:spChg>
        <pc:spChg chg="add mod">
          <ac:chgData name="Allison" userId="38c8237f-9d26-4ca9-8386-ca9a64f81faf" providerId="ADAL" clId="{DA7BB7F5-0E27-414A-A681-CF5657D33BB9}" dt="2021-03-22T15:44:06.209" v="8562" actId="20577"/>
          <ac:spMkLst>
            <pc:docMk/>
            <pc:sldMk cId="1912739172" sldId="408"/>
            <ac:spMk id="13" creationId="{98D3E021-1C14-42EC-B67A-14CFD1431875}"/>
          </ac:spMkLst>
        </pc:spChg>
        <pc:spChg chg="add mod">
          <ac:chgData name="Allison" userId="38c8237f-9d26-4ca9-8386-ca9a64f81faf" providerId="ADAL" clId="{DA7BB7F5-0E27-414A-A681-CF5657D33BB9}" dt="2021-03-22T15:47:34.680" v="8679" actId="20577"/>
          <ac:spMkLst>
            <pc:docMk/>
            <pc:sldMk cId="1912739172" sldId="408"/>
            <ac:spMk id="14" creationId="{3F253888-49A1-4825-8FC5-707BB458E0FF}"/>
          </ac:spMkLst>
        </pc:spChg>
        <pc:spChg chg="add del mod">
          <ac:chgData name="Allison" userId="38c8237f-9d26-4ca9-8386-ca9a64f81faf" providerId="ADAL" clId="{DA7BB7F5-0E27-414A-A681-CF5657D33BB9}" dt="2021-03-22T15:08:48.375" v="5109" actId="478"/>
          <ac:spMkLst>
            <pc:docMk/>
            <pc:sldMk cId="1912739172" sldId="408"/>
            <ac:spMk id="15" creationId="{C1F325B6-12D6-4EE7-9988-CE4473D2B3AC}"/>
          </ac:spMkLst>
        </pc:spChg>
        <pc:spChg chg="mod">
          <ac:chgData name="Allison" userId="38c8237f-9d26-4ca9-8386-ca9a64f81faf" providerId="ADAL" clId="{DA7BB7F5-0E27-414A-A681-CF5657D33BB9}" dt="2021-03-22T15:11:29.717" v="5311" actId="403"/>
          <ac:spMkLst>
            <pc:docMk/>
            <pc:sldMk cId="1912739172" sldId="408"/>
            <ac:spMk id="16" creationId="{65C316E4-9EC0-48DE-8BAD-861C773D81E1}"/>
          </ac:spMkLst>
        </pc:spChg>
        <pc:spChg chg="mod">
          <ac:chgData name="Allison" userId="38c8237f-9d26-4ca9-8386-ca9a64f81faf" providerId="ADAL" clId="{DA7BB7F5-0E27-414A-A681-CF5657D33BB9}" dt="2021-03-22T15:11:29.717" v="5311" actId="403"/>
          <ac:spMkLst>
            <pc:docMk/>
            <pc:sldMk cId="1912739172" sldId="408"/>
            <ac:spMk id="22" creationId="{0AF3AA40-1733-46A8-AAB3-330B6F9FA798}"/>
          </ac:spMkLst>
        </pc:spChg>
        <pc:spChg chg="mod">
          <ac:chgData name="Allison" userId="38c8237f-9d26-4ca9-8386-ca9a64f81faf" providerId="ADAL" clId="{DA7BB7F5-0E27-414A-A681-CF5657D33BB9}" dt="2021-03-22T15:11:29.717" v="5311" actId="403"/>
          <ac:spMkLst>
            <pc:docMk/>
            <pc:sldMk cId="1912739172" sldId="408"/>
            <ac:spMk id="23" creationId="{B84F26BE-0783-4FD3-B84C-C9D8705E184B}"/>
          </ac:spMkLst>
        </pc:spChg>
        <pc:spChg chg="mod">
          <ac:chgData name="Allison" userId="38c8237f-9d26-4ca9-8386-ca9a64f81faf" providerId="ADAL" clId="{DA7BB7F5-0E27-414A-A681-CF5657D33BB9}" dt="2021-03-22T15:11:29.717" v="5311" actId="403"/>
          <ac:spMkLst>
            <pc:docMk/>
            <pc:sldMk cId="1912739172" sldId="408"/>
            <ac:spMk id="24" creationId="{973E6ECF-1E65-4038-AAA8-AFC148A35018}"/>
          </ac:spMkLst>
        </pc:spChg>
        <pc:spChg chg="mod">
          <ac:chgData name="Allison" userId="38c8237f-9d26-4ca9-8386-ca9a64f81faf" providerId="ADAL" clId="{DA7BB7F5-0E27-414A-A681-CF5657D33BB9}" dt="2021-03-22T15:11:29.717" v="5311" actId="403"/>
          <ac:spMkLst>
            <pc:docMk/>
            <pc:sldMk cId="1912739172" sldId="408"/>
            <ac:spMk id="25" creationId="{ADA58AA5-A8FF-4011-BF17-30D1A0A8B140}"/>
          </ac:spMkLst>
        </pc:spChg>
        <pc:spChg chg="mod">
          <ac:chgData name="Allison" userId="38c8237f-9d26-4ca9-8386-ca9a64f81faf" providerId="ADAL" clId="{DA7BB7F5-0E27-414A-A681-CF5657D33BB9}" dt="2021-03-22T15:08:40.175" v="5106"/>
          <ac:spMkLst>
            <pc:docMk/>
            <pc:sldMk cId="1912739172" sldId="408"/>
            <ac:spMk id="34" creationId="{1165A457-ABE5-4318-975A-B46306475100}"/>
          </ac:spMkLst>
        </pc:spChg>
        <pc:spChg chg="mod">
          <ac:chgData name="Allison" userId="38c8237f-9d26-4ca9-8386-ca9a64f81faf" providerId="ADAL" clId="{DA7BB7F5-0E27-414A-A681-CF5657D33BB9}" dt="2021-03-22T15:08:40.175" v="5106"/>
          <ac:spMkLst>
            <pc:docMk/>
            <pc:sldMk cId="1912739172" sldId="408"/>
            <ac:spMk id="42" creationId="{92CE2A28-4B4B-441A-8954-9007CC9D1C64}"/>
          </ac:spMkLst>
        </pc:spChg>
        <pc:spChg chg="add mod">
          <ac:chgData name="Allison" userId="38c8237f-9d26-4ca9-8386-ca9a64f81faf" providerId="ADAL" clId="{DA7BB7F5-0E27-414A-A681-CF5657D33BB9}" dt="2021-03-22T15:11:29.717" v="5311" actId="403"/>
          <ac:spMkLst>
            <pc:docMk/>
            <pc:sldMk cId="1912739172" sldId="408"/>
            <ac:spMk id="44" creationId="{1ACBACD9-7965-43C3-B271-1E669BB253E3}"/>
          </ac:spMkLst>
        </pc:spChg>
        <pc:spChg chg="add mod">
          <ac:chgData name="Allison" userId="38c8237f-9d26-4ca9-8386-ca9a64f81faf" providerId="ADAL" clId="{DA7BB7F5-0E27-414A-A681-CF5657D33BB9}" dt="2021-03-22T15:11:29.717" v="5311" actId="403"/>
          <ac:spMkLst>
            <pc:docMk/>
            <pc:sldMk cId="1912739172" sldId="408"/>
            <ac:spMk id="45" creationId="{F92E53FE-CC6E-4941-9FB2-CA84EEE5E334}"/>
          </ac:spMkLst>
        </pc:spChg>
        <pc:spChg chg="add mod">
          <ac:chgData name="Allison" userId="38c8237f-9d26-4ca9-8386-ca9a64f81faf" providerId="ADAL" clId="{DA7BB7F5-0E27-414A-A681-CF5657D33BB9}" dt="2021-03-22T15:11:29.717" v="5311" actId="403"/>
          <ac:spMkLst>
            <pc:docMk/>
            <pc:sldMk cId="1912739172" sldId="408"/>
            <ac:spMk id="46" creationId="{FC947AF9-0B98-4005-933D-92EEC0339E88}"/>
          </ac:spMkLst>
        </pc:spChg>
        <pc:spChg chg="add mod">
          <ac:chgData name="Allison" userId="38c8237f-9d26-4ca9-8386-ca9a64f81faf" providerId="ADAL" clId="{DA7BB7F5-0E27-414A-A681-CF5657D33BB9}" dt="2021-03-22T15:11:29.717" v="5311" actId="403"/>
          <ac:spMkLst>
            <pc:docMk/>
            <pc:sldMk cId="1912739172" sldId="408"/>
            <ac:spMk id="47" creationId="{D12F392A-AEAF-47B0-84FA-190A5F5DA38E}"/>
          </ac:spMkLst>
        </pc:spChg>
        <pc:spChg chg="mod">
          <ac:chgData name="Allison" userId="38c8237f-9d26-4ca9-8386-ca9a64f81faf" providerId="ADAL" clId="{DA7BB7F5-0E27-414A-A681-CF5657D33BB9}" dt="2021-03-22T15:08:40.175" v="5106"/>
          <ac:spMkLst>
            <pc:docMk/>
            <pc:sldMk cId="1912739172" sldId="408"/>
            <ac:spMk id="51" creationId="{D322593D-6EBC-498E-9248-F3FAFB32FF5B}"/>
          </ac:spMkLst>
        </pc:spChg>
        <pc:spChg chg="mod">
          <ac:chgData name="Allison" userId="38c8237f-9d26-4ca9-8386-ca9a64f81faf" providerId="ADAL" clId="{DA7BB7F5-0E27-414A-A681-CF5657D33BB9}" dt="2021-03-22T15:08:40.175" v="5106"/>
          <ac:spMkLst>
            <pc:docMk/>
            <pc:sldMk cId="1912739172" sldId="408"/>
            <ac:spMk id="52" creationId="{87ABE6BF-E2EC-4288-B628-90297296799C}"/>
          </ac:spMkLst>
        </pc:spChg>
        <pc:spChg chg="mod">
          <ac:chgData name="Allison" userId="38c8237f-9d26-4ca9-8386-ca9a64f81faf" providerId="ADAL" clId="{DA7BB7F5-0E27-414A-A681-CF5657D33BB9}" dt="2021-03-22T15:08:40.175" v="5106"/>
          <ac:spMkLst>
            <pc:docMk/>
            <pc:sldMk cId="1912739172" sldId="408"/>
            <ac:spMk id="53" creationId="{406FC889-E46C-42DE-9BED-632B2A135464}"/>
          </ac:spMkLst>
        </pc:spChg>
        <pc:spChg chg="mod">
          <ac:chgData name="Allison" userId="38c8237f-9d26-4ca9-8386-ca9a64f81faf" providerId="ADAL" clId="{DA7BB7F5-0E27-414A-A681-CF5657D33BB9}" dt="2021-03-22T15:08:40.175" v="5106"/>
          <ac:spMkLst>
            <pc:docMk/>
            <pc:sldMk cId="1912739172" sldId="408"/>
            <ac:spMk id="54" creationId="{43EFCF30-81F4-41DE-939B-716255F9CE52}"/>
          </ac:spMkLst>
        </pc:spChg>
        <pc:spChg chg="mod">
          <ac:chgData name="Allison" userId="38c8237f-9d26-4ca9-8386-ca9a64f81faf" providerId="ADAL" clId="{DA7BB7F5-0E27-414A-A681-CF5657D33BB9}" dt="2021-03-22T15:08:40.175" v="5106"/>
          <ac:spMkLst>
            <pc:docMk/>
            <pc:sldMk cId="1912739172" sldId="408"/>
            <ac:spMk id="55" creationId="{06AA0C47-FF96-4468-8F51-234576756F80}"/>
          </ac:spMkLst>
        </pc:spChg>
        <pc:spChg chg="mod">
          <ac:chgData name="Allison" userId="38c8237f-9d26-4ca9-8386-ca9a64f81faf" providerId="ADAL" clId="{DA7BB7F5-0E27-414A-A681-CF5657D33BB9}" dt="2021-03-22T15:08:40.175" v="5106"/>
          <ac:spMkLst>
            <pc:docMk/>
            <pc:sldMk cId="1912739172" sldId="408"/>
            <ac:spMk id="56" creationId="{754E6104-7554-4962-8B6E-D482E91591A7}"/>
          </ac:spMkLst>
        </pc:spChg>
        <pc:spChg chg="mod">
          <ac:chgData name="Allison" userId="38c8237f-9d26-4ca9-8386-ca9a64f81faf" providerId="ADAL" clId="{DA7BB7F5-0E27-414A-A681-CF5657D33BB9}" dt="2021-03-22T15:08:40.175" v="5106"/>
          <ac:spMkLst>
            <pc:docMk/>
            <pc:sldMk cId="1912739172" sldId="408"/>
            <ac:spMk id="57" creationId="{0A8EA46C-FFC2-4A0C-8EB0-51835896D100}"/>
          </ac:spMkLst>
        </pc:spChg>
        <pc:spChg chg="mod">
          <ac:chgData name="Allison" userId="38c8237f-9d26-4ca9-8386-ca9a64f81faf" providerId="ADAL" clId="{DA7BB7F5-0E27-414A-A681-CF5657D33BB9}" dt="2021-03-22T15:08:40.175" v="5106"/>
          <ac:spMkLst>
            <pc:docMk/>
            <pc:sldMk cId="1912739172" sldId="408"/>
            <ac:spMk id="58" creationId="{7320A083-FBD6-4C94-9AF5-47E855227128}"/>
          </ac:spMkLst>
        </pc:spChg>
        <pc:spChg chg="mod">
          <ac:chgData name="Allison" userId="38c8237f-9d26-4ca9-8386-ca9a64f81faf" providerId="ADAL" clId="{DA7BB7F5-0E27-414A-A681-CF5657D33BB9}" dt="2021-03-22T15:08:40.175" v="5106"/>
          <ac:spMkLst>
            <pc:docMk/>
            <pc:sldMk cId="1912739172" sldId="408"/>
            <ac:spMk id="59" creationId="{E5CF2425-E876-4332-9DF8-289E4C636E94}"/>
          </ac:spMkLst>
        </pc:spChg>
        <pc:spChg chg="mod">
          <ac:chgData name="Allison" userId="38c8237f-9d26-4ca9-8386-ca9a64f81faf" providerId="ADAL" clId="{DA7BB7F5-0E27-414A-A681-CF5657D33BB9}" dt="2021-03-22T15:08:40.175" v="5106"/>
          <ac:spMkLst>
            <pc:docMk/>
            <pc:sldMk cId="1912739172" sldId="408"/>
            <ac:spMk id="61" creationId="{761C5D7C-D750-4163-B796-6B5435C6A29E}"/>
          </ac:spMkLst>
        </pc:spChg>
        <pc:spChg chg="mod">
          <ac:chgData name="Allison" userId="38c8237f-9d26-4ca9-8386-ca9a64f81faf" providerId="ADAL" clId="{DA7BB7F5-0E27-414A-A681-CF5657D33BB9}" dt="2021-03-22T15:08:40.175" v="5106"/>
          <ac:spMkLst>
            <pc:docMk/>
            <pc:sldMk cId="1912739172" sldId="408"/>
            <ac:spMk id="62" creationId="{7B82D757-2742-4E57-B3A5-40FA3A4FAE3D}"/>
          </ac:spMkLst>
        </pc:spChg>
        <pc:spChg chg="mod">
          <ac:chgData name="Allison" userId="38c8237f-9d26-4ca9-8386-ca9a64f81faf" providerId="ADAL" clId="{DA7BB7F5-0E27-414A-A681-CF5657D33BB9}" dt="2021-03-22T15:08:40.175" v="5106"/>
          <ac:spMkLst>
            <pc:docMk/>
            <pc:sldMk cId="1912739172" sldId="408"/>
            <ac:spMk id="63" creationId="{4C3744DB-AB7D-46D7-8390-196F8D3CE1FD}"/>
          </ac:spMkLst>
        </pc:spChg>
        <pc:spChg chg="mod">
          <ac:chgData name="Allison" userId="38c8237f-9d26-4ca9-8386-ca9a64f81faf" providerId="ADAL" clId="{DA7BB7F5-0E27-414A-A681-CF5657D33BB9}" dt="2021-03-22T15:08:40.175" v="5106"/>
          <ac:spMkLst>
            <pc:docMk/>
            <pc:sldMk cId="1912739172" sldId="408"/>
            <ac:spMk id="65" creationId="{36943BE8-A1A9-4137-9791-3FE9EF2BD63E}"/>
          </ac:spMkLst>
        </pc:spChg>
        <pc:spChg chg="mod">
          <ac:chgData name="Allison" userId="38c8237f-9d26-4ca9-8386-ca9a64f81faf" providerId="ADAL" clId="{DA7BB7F5-0E27-414A-A681-CF5657D33BB9}" dt="2021-03-22T15:08:40.175" v="5106"/>
          <ac:spMkLst>
            <pc:docMk/>
            <pc:sldMk cId="1912739172" sldId="408"/>
            <ac:spMk id="66" creationId="{DFEBD1DF-53FD-46E9-823D-0AA65110A62C}"/>
          </ac:spMkLst>
        </pc:spChg>
        <pc:grpChg chg="mod">
          <ac:chgData name="Allison" userId="38c8237f-9d26-4ca9-8386-ca9a64f81faf" providerId="ADAL" clId="{DA7BB7F5-0E27-414A-A681-CF5657D33BB9}" dt="2021-03-22T15:07:15.427" v="5095" actId="164"/>
          <ac:grpSpMkLst>
            <pc:docMk/>
            <pc:sldMk cId="1912739172" sldId="408"/>
            <ac:grpSpMk id="8" creationId="{431EBC26-4ED7-4B5A-9B12-A1F03EFF4E52}"/>
          </ac:grpSpMkLst>
        </pc:grpChg>
        <pc:grpChg chg="add del mod">
          <ac:chgData name="Allison" userId="38c8237f-9d26-4ca9-8386-ca9a64f81faf" providerId="ADAL" clId="{DA7BB7F5-0E27-414A-A681-CF5657D33BB9}" dt="2021-03-22T15:11:28.421" v="5310" actId="1076"/>
          <ac:grpSpMkLst>
            <pc:docMk/>
            <pc:sldMk cId="1912739172" sldId="408"/>
            <ac:grpSpMk id="11" creationId="{82BC2639-A397-47DE-A926-ACBADDED6BB9}"/>
          </ac:grpSpMkLst>
        </pc:grpChg>
        <pc:grpChg chg="mod">
          <ac:chgData name="Allison" userId="38c8237f-9d26-4ca9-8386-ca9a64f81faf" providerId="ADAL" clId="{DA7BB7F5-0E27-414A-A681-CF5657D33BB9}" dt="2021-03-22T15:07:15.427" v="5095" actId="164"/>
          <ac:grpSpMkLst>
            <pc:docMk/>
            <pc:sldMk cId="1912739172" sldId="408"/>
            <ac:grpSpMk id="26" creationId="{0526A46A-AADE-45B4-B410-5B2DFAE1481F}"/>
          </ac:grpSpMkLst>
        </pc:grpChg>
        <pc:grpChg chg="mod">
          <ac:chgData name="Allison" userId="38c8237f-9d26-4ca9-8386-ca9a64f81faf" providerId="ADAL" clId="{DA7BB7F5-0E27-414A-A681-CF5657D33BB9}" dt="2021-03-22T15:07:15.427" v="5095" actId="164"/>
          <ac:grpSpMkLst>
            <pc:docMk/>
            <pc:sldMk cId="1912739172" sldId="408"/>
            <ac:grpSpMk id="27" creationId="{5B9A3BE0-803F-4C60-A514-A41B2DF29F10}"/>
          </ac:grpSpMkLst>
        </pc:grpChg>
        <pc:grpChg chg="mod">
          <ac:chgData name="Allison" userId="38c8237f-9d26-4ca9-8386-ca9a64f81faf" providerId="ADAL" clId="{DA7BB7F5-0E27-414A-A681-CF5657D33BB9}" dt="2021-03-22T15:07:15.427" v="5095" actId="164"/>
          <ac:grpSpMkLst>
            <pc:docMk/>
            <pc:sldMk cId="1912739172" sldId="408"/>
            <ac:grpSpMk id="28" creationId="{C96A7DEC-6A9F-4EF1-8CE1-04612243CA37}"/>
          </ac:grpSpMkLst>
        </pc:grpChg>
        <pc:grpChg chg="add del mod">
          <ac:chgData name="Allison" userId="38c8237f-9d26-4ca9-8386-ca9a64f81faf" providerId="ADAL" clId="{DA7BB7F5-0E27-414A-A681-CF5657D33BB9}" dt="2021-03-22T15:08:43.280" v="5107"/>
          <ac:grpSpMkLst>
            <pc:docMk/>
            <pc:sldMk cId="1912739172" sldId="408"/>
            <ac:grpSpMk id="33" creationId="{83765960-0923-473B-A957-33321AE49622}"/>
          </ac:grpSpMkLst>
        </pc:grpChg>
        <pc:grpChg chg="mod">
          <ac:chgData name="Allison" userId="38c8237f-9d26-4ca9-8386-ca9a64f81faf" providerId="ADAL" clId="{DA7BB7F5-0E27-414A-A681-CF5657D33BB9}" dt="2021-03-22T15:08:40.175" v="5106"/>
          <ac:grpSpMkLst>
            <pc:docMk/>
            <pc:sldMk cId="1912739172" sldId="408"/>
            <ac:grpSpMk id="39" creationId="{E48A39FE-6567-4D63-873B-F1CE8A9EDE50}"/>
          </ac:grpSpMkLst>
        </pc:grpChg>
        <pc:grpChg chg="mod">
          <ac:chgData name="Allison" userId="38c8237f-9d26-4ca9-8386-ca9a64f81faf" providerId="ADAL" clId="{DA7BB7F5-0E27-414A-A681-CF5657D33BB9}" dt="2021-03-22T15:08:40.175" v="5106"/>
          <ac:grpSpMkLst>
            <pc:docMk/>
            <pc:sldMk cId="1912739172" sldId="408"/>
            <ac:grpSpMk id="41" creationId="{2D5C13C4-BE61-4A67-8D15-62214668B888}"/>
          </ac:grpSpMkLst>
        </pc:grpChg>
        <pc:grpChg chg="mod">
          <ac:chgData name="Allison" userId="38c8237f-9d26-4ca9-8386-ca9a64f81faf" providerId="ADAL" clId="{DA7BB7F5-0E27-414A-A681-CF5657D33BB9}" dt="2021-03-22T15:08:40.175" v="5106"/>
          <ac:grpSpMkLst>
            <pc:docMk/>
            <pc:sldMk cId="1912739172" sldId="408"/>
            <ac:grpSpMk id="43" creationId="{15A37930-5A94-4675-ABAA-9BB160CA18EB}"/>
          </ac:grpSpMkLst>
        </pc:grpChg>
        <pc:grpChg chg="mod">
          <ac:chgData name="Allison" userId="38c8237f-9d26-4ca9-8386-ca9a64f81faf" providerId="ADAL" clId="{DA7BB7F5-0E27-414A-A681-CF5657D33BB9}" dt="2021-03-22T15:08:40.175" v="5106"/>
          <ac:grpSpMkLst>
            <pc:docMk/>
            <pc:sldMk cId="1912739172" sldId="408"/>
            <ac:grpSpMk id="48" creationId="{B606E8E2-A04A-47C7-A85C-CDD1E27CD2DC}"/>
          </ac:grpSpMkLst>
        </pc:grpChg>
        <pc:grpChg chg="mod">
          <ac:chgData name="Allison" userId="38c8237f-9d26-4ca9-8386-ca9a64f81faf" providerId="ADAL" clId="{DA7BB7F5-0E27-414A-A681-CF5657D33BB9}" dt="2021-03-22T15:08:40.175" v="5106"/>
          <ac:grpSpMkLst>
            <pc:docMk/>
            <pc:sldMk cId="1912739172" sldId="408"/>
            <ac:grpSpMk id="60" creationId="{9B73A02F-8376-4B70-9682-DA16732C8E7F}"/>
          </ac:grpSpMkLst>
        </pc:grpChg>
        <pc:grpChg chg="mod">
          <ac:chgData name="Allison" userId="38c8237f-9d26-4ca9-8386-ca9a64f81faf" providerId="ADAL" clId="{DA7BB7F5-0E27-414A-A681-CF5657D33BB9}" dt="2021-03-22T15:08:40.175" v="5106"/>
          <ac:grpSpMkLst>
            <pc:docMk/>
            <pc:sldMk cId="1912739172" sldId="408"/>
            <ac:grpSpMk id="64" creationId="{6F604976-67D6-44A4-B931-F8053F719E1B}"/>
          </ac:grpSpMkLst>
        </pc:grpChg>
        <pc:cxnChg chg="add del mod">
          <ac:chgData name="Allison" userId="38c8237f-9d26-4ca9-8386-ca9a64f81faf" providerId="ADAL" clId="{DA7BB7F5-0E27-414A-A681-CF5657D33BB9}" dt="2021-03-17T21:29:03.995" v="4152" actId="478"/>
          <ac:cxnSpMkLst>
            <pc:docMk/>
            <pc:sldMk cId="1912739172" sldId="408"/>
            <ac:cxnSpMk id="29" creationId="{7A8563FF-15F4-4C40-B5AD-551025CA00A6}"/>
          </ac:cxnSpMkLst>
        </pc:cxnChg>
        <pc:cxnChg chg="add del mod">
          <ac:chgData name="Allison" userId="38c8237f-9d26-4ca9-8386-ca9a64f81faf" providerId="ADAL" clId="{DA7BB7F5-0E27-414A-A681-CF5657D33BB9}" dt="2021-03-17T21:27:34.752" v="4138" actId="478"/>
          <ac:cxnSpMkLst>
            <pc:docMk/>
            <pc:sldMk cId="1912739172" sldId="408"/>
            <ac:cxnSpMk id="30" creationId="{C213A984-92BE-449B-B5B9-549A37EC94F4}"/>
          </ac:cxnSpMkLst>
        </pc:cxnChg>
        <pc:cxnChg chg="add del mod">
          <ac:chgData name="Allison" userId="38c8237f-9d26-4ca9-8386-ca9a64f81faf" providerId="ADAL" clId="{DA7BB7F5-0E27-414A-A681-CF5657D33BB9}" dt="2021-03-17T21:28:43.217" v="4146" actId="478"/>
          <ac:cxnSpMkLst>
            <pc:docMk/>
            <pc:sldMk cId="1912739172" sldId="408"/>
            <ac:cxnSpMk id="31" creationId="{8C6C013C-8ECF-453D-B24D-DE89B000920D}"/>
          </ac:cxnSpMkLst>
        </pc:cxnChg>
        <pc:cxnChg chg="mod">
          <ac:chgData name="Allison" userId="38c8237f-9d26-4ca9-8386-ca9a64f81faf" providerId="ADAL" clId="{DA7BB7F5-0E27-414A-A681-CF5657D33BB9}" dt="2021-03-22T15:07:15.427" v="5095" actId="164"/>
          <ac:cxnSpMkLst>
            <pc:docMk/>
            <pc:sldMk cId="1912739172" sldId="408"/>
            <ac:cxnSpMk id="32" creationId="{D9C28333-E140-4CE3-9FE7-0338248C66F7}"/>
          </ac:cxnSpMkLst>
        </pc:cxnChg>
        <pc:cxnChg chg="add del mod">
          <ac:chgData name="Allison" userId="38c8237f-9d26-4ca9-8386-ca9a64f81faf" providerId="ADAL" clId="{DA7BB7F5-0E27-414A-A681-CF5657D33BB9}" dt="2021-03-17T21:28:31.154" v="4143" actId="478"/>
          <ac:cxnSpMkLst>
            <pc:docMk/>
            <pc:sldMk cId="1912739172" sldId="408"/>
            <ac:cxnSpMk id="33" creationId="{6358DD7E-D2A1-4B71-86AB-E6BC6BE153A9}"/>
          </ac:cxnSpMkLst>
        </pc:cxnChg>
        <pc:cxnChg chg="add del mod">
          <ac:chgData name="Allison" userId="38c8237f-9d26-4ca9-8386-ca9a64f81faf" providerId="ADAL" clId="{DA7BB7F5-0E27-414A-A681-CF5657D33BB9}" dt="2021-03-17T21:26:50.962" v="4133" actId="478"/>
          <ac:cxnSpMkLst>
            <pc:docMk/>
            <pc:sldMk cId="1912739172" sldId="408"/>
            <ac:cxnSpMk id="34" creationId="{EFEE97C4-722C-4919-80DE-F9DF0859EE93}"/>
          </ac:cxnSpMkLst>
        </pc:cxnChg>
        <pc:cxnChg chg="add del mod">
          <ac:chgData name="Allison" userId="38c8237f-9d26-4ca9-8386-ca9a64f81faf" providerId="ADAL" clId="{DA7BB7F5-0E27-414A-A681-CF5657D33BB9}" dt="2021-03-17T21:28:44.877" v="4147" actId="478"/>
          <ac:cxnSpMkLst>
            <pc:docMk/>
            <pc:sldMk cId="1912739172" sldId="408"/>
            <ac:cxnSpMk id="35" creationId="{09FAB243-90E7-4FEB-A492-0627211D65AF}"/>
          </ac:cxnSpMkLst>
        </pc:cxnChg>
        <pc:cxnChg chg="mod">
          <ac:chgData name="Allison" userId="38c8237f-9d26-4ca9-8386-ca9a64f81faf" providerId="ADAL" clId="{DA7BB7F5-0E27-414A-A681-CF5657D33BB9}" dt="2021-03-22T15:08:40.175" v="5106"/>
          <ac:cxnSpMkLst>
            <pc:docMk/>
            <pc:sldMk cId="1912739172" sldId="408"/>
            <ac:cxnSpMk id="35" creationId="{4174AA03-74DD-41DC-A8B5-70B3494607C3}"/>
          </ac:cxnSpMkLst>
        </pc:cxnChg>
        <pc:cxnChg chg="mod">
          <ac:chgData name="Allison" userId="38c8237f-9d26-4ca9-8386-ca9a64f81faf" providerId="ADAL" clId="{DA7BB7F5-0E27-414A-A681-CF5657D33BB9}" dt="2021-03-22T15:07:15.427" v="5095" actId="164"/>
          <ac:cxnSpMkLst>
            <pc:docMk/>
            <pc:sldMk cId="1912739172" sldId="408"/>
            <ac:cxnSpMk id="36" creationId="{DA1FF5C4-AF8E-45AC-95AA-231E003141CD}"/>
          </ac:cxnSpMkLst>
        </pc:cxnChg>
        <pc:cxnChg chg="mod">
          <ac:chgData name="Allison" userId="38c8237f-9d26-4ca9-8386-ca9a64f81faf" providerId="ADAL" clId="{DA7BB7F5-0E27-414A-A681-CF5657D33BB9}" dt="2021-03-22T15:08:40.175" v="5106"/>
          <ac:cxnSpMkLst>
            <pc:docMk/>
            <pc:sldMk cId="1912739172" sldId="408"/>
            <ac:cxnSpMk id="37" creationId="{202BBC53-2C52-4997-B18F-CDF6DB3ABFD2}"/>
          </ac:cxnSpMkLst>
        </pc:cxnChg>
        <pc:cxnChg chg="mod">
          <ac:chgData name="Allison" userId="38c8237f-9d26-4ca9-8386-ca9a64f81faf" providerId="ADAL" clId="{DA7BB7F5-0E27-414A-A681-CF5657D33BB9}" dt="2021-03-22T15:07:15.427" v="5095" actId="164"/>
          <ac:cxnSpMkLst>
            <pc:docMk/>
            <pc:sldMk cId="1912739172" sldId="408"/>
            <ac:cxnSpMk id="38" creationId="{2CCF9D47-8B6D-44EC-AFD2-69C12272A7BD}"/>
          </ac:cxnSpMkLst>
        </pc:cxnChg>
        <pc:cxnChg chg="mod">
          <ac:chgData name="Allison" userId="38c8237f-9d26-4ca9-8386-ca9a64f81faf" providerId="ADAL" clId="{DA7BB7F5-0E27-414A-A681-CF5657D33BB9}" dt="2021-03-22T15:07:15.427" v="5095" actId="164"/>
          <ac:cxnSpMkLst>
            <pc:docMk/>
            <pc:sldMk cId="1912739172" sldId="408"/>
            <ac:cxnSpMk id="40" creationId="{96C45DCD-34B9-460A-837D-904317F82A40}"/>
          </ac:cxnSpMkLst>
        </pc:cxnChg>
        <pc:cxnChg chg="mod">
          <ac:chgData name="Allison" userId="38c8237f-9d26-4ca9-8386-ca9a64f81faf" providerId="ADAL" clId="{DA7BB7F5-0E27-414A-A681-CF5657D33BB9}" dt="2021-03-22T15:08:40.175" v="5106"/>
          <ac:cxnSpMkLst>
            <pc:docMk/>
            <pc:sldMk cId="1912739172" sldId="408"/>
            <ac:cxnSpMk id="49" creationId="{6796B409-E7E3-4590-BB20-F119AB325159}"/>
          </ac:cxnSpMkLst>
        </pc:cxnChg>
        <pc:cxnChg chg="mod">
          <ac:chgData name="Allison" userId="38c8237f-9d26-4ca9-8386-ca9a64f81faf" providerId="ADAL" clId="{DA7BB7F5-0E27-414A-A681-CF5657D33BB9}" dt="2021-03-22T15:08:40.175" v="5106"/>
          <ac:cxnSpMkLst>
            <pc:docMk/>
            <pc:sldMk cId="1912739172" sldId="408"/>
            <ac:cxnSpMk id="50" creationId="{A2B87B02-089F-4C24-A544-121A391BD5CC}"/>
          </ac:cxnSpMkLst>
        </pc:cxnChg>
      </pc:sldChg>
      <pc:sldChg chg="addSp delSp modSp add del mod">
        <pc:chgData name="Allison" userId="38c8237f-9d26-4ca9-8386-ca9a64f81faf" providerId="ADAL" clId="{DA7BB7F5-0E27-414A-A681-CF5657D33BB9}" dt="2021-03-22T14:07:20.700" v="4880" actId="47"/>
        <pc:sldMkLst>
          <pc:docMk/>
          <pc:sldMk cId="959103514" sldId="409"/>
        </pc:sldMkLst>
        <pc:spChg chg="mod">
          <ac:chgData name="Allison" userId="38c8237f-9d26-4ca9-8386-ca9a64f81faf" providerId="ADAL" clId="{DA7BB7F5-0E27-414A-A681-CF5657D33BB9}" dt="2021-03-22T14:06:37.092" v="4855"/>
          <ac:spMkLst>
            <pc:docMk/>
            <pc:sldMk cId="959103514" sldId="409"/>
            <ac:spMk id="2" creationId="{00000000-0000-0000-0000-000000000000}"/>
          </ac:spMkLst>
        </pc:spChg>
        <pc:spChg chg="add mod">
          <ac:chgData name="Allison" userId="38c8237f-9d26-4ca9-8386-ca9a64f81faf" providerId="ADAL" clId="{DA7BB7F5-0E27-414A-A681-CF5657D33BB9}" dt="2021-03-22T14:06:49.061" v="4878" actId="20577"/>
          <ac:spMkLst>
            <pc:docMk/>
            <pc:sldMk cId="959103514" sldId="409"/>
            <ac:spMk id="3" creationId="{12DA76EB-3735-4AA4-A2FD-2A5A885F4960}"/>
          </ac:spMkLst>
        </pc:spChg>
        <pc:spChg chg="mod">
          <ac:chgData name="Allison" userId="38c8237f-9d26-4ca9-8386-ca9a64f81faf" providerId="ADAL" clId="{DA7BB7F5-0E27-414A-A681-CF5657D33BB9}" dt="2021-03-22T14:06:37.092" v="4855"/>
          <ac:spMkLst>
            <pc:docMk/>
            <pc:sldMk cId="959103514" sldId="409"/>
            <ac:spMk id="4" creationId="{00000000-0000-0000-0000-000000000000}"/>
          </ac:spMkLst>
        </pc:spChg>
        <pc:spChg chg="del">
          <ac:chgData name="Allison" userId="38c8237f-9d26-4ca9-8386-ca9a64f81faf" providerId="ADAL" clId="{DA7BB7F5-0E27-414A-A681-CF5657D33BB9}" dt="2021-03-22T14:06:19.857" v="4853" actId="478"/>
          <ac:spMkLst>
            <pc:docMk/>
            <pc:sldMk cId="959103514" sldId="409"/>
            <ac:spMk id="6" creationId="{00000000-0000-0000-0000-000000000000}"/>
          </ac:spMkLst>
        </pc:spChg>
        <pc:graphicFrameChg chg="del">
          <ac:chgData name="Allison" userId="38c8237f-9d26-4ca9-8386-ca9a64f81faf" providerId="ADAL" clId="{DA7BB7F5-0E27-414A-A681-CF5657D33BB9}" dt="2021-03-22T14:06:22.997" v="4854" actId="478"/>
          <ac:graphicFrameMkLst>
            <pc:docMk/>
            <pc:sldMk cId="959103514" sldId="409"/>
            <ac:graphicFrameMk id="5" creationId="{00000000-0000-0000-0000-000000000000}"/>
          </ac:graphicFrameMkLst>
        </pc:graphicFrameChg>
      </pc:sldChg>
      <pc:sldChg chg="addSp delSp modSp new mod modNotesTx">
        <pc:chgData name="Allison" userId="38c8237f-9d26-4ca9-8386-ca9a64f81faf" providerId="ADAL" clId="{DA7BB7F5-0E27-414A-A681-CF5657D33BB9}" dt="2021-03-22T15:17:08.516" v="6944" actId="20577"/>
        <pc:sldMkLst>
          <pc:docMk/>
          <pc:sldMk cId="1841037949" sldId="409"/>
        </pc:sldMkLst>
        <pc:spChg chg="mod">
          <ac:chgData name="Allison" userId="38c8237f-9d26-4ca9-8386-ca9a64f81faf" providerId="ADAL" clId="{DA7BB7F5-0E27-414A-A681-CF5657D33BB9}" dt="2021-03-22T15:17:08.516" v="6944" actId="20577"/>
          <ac:spMkLst>
            <pc:docMk/>
            <pc:sldMk cId="1841037949" sldId="409"/>
            <ac:spMk id="2" creationId="{9ACC90B6-1B23-41A3-9568-ABC3025C2DA3}"/>
          </ac:spMkLst>
        </pc:spChg>
        <pc:spChg chg="del mod">
          <ac:chgData name="Allison" userId="38c8237f-9d26-4ca9-8386-ca9a64f81faf" providerId="ADAL" clId="{DA7BB7F5-0E27-414A-A681-CF5657D33BB9}" dt="2021-03-22T15:13:47.429" v="5509"/>
          <ac:spMkLst>
            <pc:docMk/>
            <pc:sldMk cId="1841037949" sldId="409"/>
            <ac:spMk id="3" creationId="{720ACB16-4730-4A18-AAE7-439075802BF1}"/>
          </ac:spMkLst>
        </pc:spChg>
        <pc:picChg chg="add mod">
          <ac:chgData name="Allison" userId="38c8237f-9d26-4ca9-8386-ca9a64f81faf" providerId="ADAL" clId="{DA7BB7F5-0E27-414A-A681-CF5657D33BB9}" dt="2021-03-22T15:17:02.249" v="6943" actId="962"/>
          <ac:picMkLst>
            <pc:docMk/>
            <pc:sldMk cId="1841037949" sldId="409"/>
            <ac:picMk id="4" creationId="{231E69C5-7BB6-4C59-B237-8349D095BF76}"/>
          </ac:picMkLst>
        </pc:picChg>
      </pc:sldChg>
      <pc:sldChg chg="modSp new mod">
        <pc:chgData name="Allison" userId="38c8237f-9d26-4ca9-8386-ca9a64f81faf" providerId="ADAL" clId="{DA7BB7F5-0E27-414A-A681-CF5657D33BB9}" dt="2021-03-22T15:23:27.719" v="7283" actId="20577"/>
        <pc:sldMkLst>
          <pc:docMk/>
          <pc:sldMk cId="4046050907" sldId="410"/>
        </pc:sldMkLst>
        <pc:spChg chg="mod">
          <ac:chgData name="Allison" userId="38c8237f-9d26-4ca9-8386-ca9a64f81faf" providerId="ADAL" clId="{DA7BB7F5-0E27-414A-A681-CF5657D33BB9}" dt="2021-03-22T15:17:41.884" v="6981" actId="20577"/>
          <ac:spMkLst>
            <pc:docMk/>
            <pc:sldMk cId="4046050907" sldId="410"/>
            <ac:spMk id="2" creationId="{CFDE73BB-E414-42B7-A436-388FB8DA8BC0}"/>
          </ac:spMkLst>
        </pc:spChg>
        <pc:spChg chg="mod">
          <ac:chgData name="Allison" userId="38c8237f-9d26-4ca9-8386-ca9a64f81faf" providerId="ADAL" clId="{DA7BB7F5-0E27-414A-A681-CF5657D33BB9}" dt="2021-03-22T15:23:27.719" v="7283" actId="20577"/>
          <ac:spMkLst>
            <pc:docMk/>
            <pc:sldMk cId="4046050907" sldId="410"/>
            <ac:spMk id="3" creationId="{45E40CBB-64DE-4F6D-9CB1-918F2B33A09E}"/>
          </ac:spMkLst>
        </pc:spChg>
      </pc:sldChg>
      <pc:sldChg chg="modSp new mod">
        <pc:chgData name="Allison" userId="38c8237f-9d26-4ca9-8386-ca9a64f81faf" providerId="ADAL" clId="{DA7BB7F5-0E27-414A-A681-CF5657D33BB9}" dt="2021-03-22T15:31:33.373" v="7551" actId="20577"/>
        <pc:sldMkLst>
          <pc:docMk/>
          <pc:sldMk cId="1837511602" sldId="411"/>
        </pc:sldMkLst>
        <pc:spChg chg="mod">
          <ac:chgData name="Allison" userId="38c8237f-9d26-4ca9-8386-ca9a64f81faf" providerId="ADAL" clId="{DA7BB7F5-0E27-414A-A681-CF5657D33BB9}" dt="2021-03-22T15:31:33.373" v="7551" actId="20577"/>
          <ac:spMkLst>
            <pc:docMk/>
            <pc:sldMk cId="1837511602" sldId="411"/>
            <ac:spMk id="2" creationId="{928B44F6-DBB4-4BDF-A634-482E69323F3B}"/>
          </ac:spMkLst>
        </pc:spChg>
        <pc:spChg chg="mod">
          <ac:chgData name="Allison" userId="38c8237f-9d26-4ca9-8386-ca9a64f81faf" providerId="ADAL" clId="{DA7BB7F5-0E27-414A-A681-CF5657D33BB9}" dt="2021-03-22T15:25:57.671" v="7468" actId="20577"/>
          <ac:spMkLst>
            <pc:docMk/>
            <pc:sldMk cId="1837511602" sldId="411"/>
            <ac:spMk id="3" creationId="{A520D063-4C50-47B2-8DDC-AA252A1659CD}"/>
          </ac:spMkLst>
        </pc:spChg>
      </pc:sldChg>
      <pc:sldChg chg="modSp new mod">
        <pc:chgData name="Allison" userId="38c8237f-9d26-4ca9-8386-ca9a64f81faf" providerId="ADAL" clId="{DA7BB7F5-0E27-414A-A681-CF5657D33BB9}" dt="2021-03-22T15:35:10.208" v="7895" actId="20577"/>
        <pc:sldMkLst>
          <pc:docMk/>
          <pc:sldMk cId="3013635747" sldId="412"/>
        </pc:sldMkLst>
        <pc:spChg chg="mod">
          <ac:chgData name="Allison" userId="38c8237f-9d26-4ca9-8386-ca9a64f81faf" providerId="ADAL" clId="{DA7BB7F5-0E27-414A-A681-CF5657D33BB9}" dt="2021-03-22T15:30:04.621" v="7539" actId="20577"/>
          <ac:spMkLst>
            <pc:docMk/>
            <pc:sldMk cId="3013635747" sldId="412"/>
            <ac:spMk id="2" creationId="{6429CBE8-8750-42D3-8100-FA2300A00F8D}"/>
          </ac:spMkLst>
        </pc:spChg>
        <pc:spChg chg="mod">
          <ac:chgData name="Allison" userId="38c8237f-9d26-4ca9-8386-ca9a64f81faf" providerId="ADAL" clId="{DA7BB7F5-0E27-414A-A681-CF5657D33BB9}" dt="2021-03-22T15:35:10.208" v="7895" actId="20577"/>
          <ac:spMkLst>
            <pc:docMk/>
            <pc:sldMk cId="3013635747" sldId="412"/>
            <ac:spMk id="3" creationId="{E6C2BBCE-CD45-49CF-8FBE-3BCE63AF78E7}"/>
          </ac:spMkLst>
        </pc:spChg>
      </pc:sldChg>
      <pc:sldChg chg="modSp new mod">
        <pc:chgData name="Allison" userId="38c8237f-9d26-4ca9-8386-ca9a64f81faf" providerId="ADAL" clId="{DA7BB7F5-0E27-414A-A681-CF5657D33BB9}" dt="2021-03-22T15:51:36.180" v="8736" actId="20577"/>
        <pc:sldMkLst>
          <pc:docMk/>
          <pc:sldMk cId="10284165" sldId="413"/>
        </pc:sldMkLst>
        <pc:spChg chg="mod">
          <ac:chgData name="Allison" userId="38c8237f-9d26-4ca9-8386-ca9a64f81faf" providerId="ADAL" clId="{DA7BB7F5-0E27-414A-A681-CF5657D33BB9}" dt="2021-03-22T15:35:58.937" v="8000" actId="20577"/>
          <ac:spMkLst>
            <pc:docMk/>
            <pc:sldMk cId="10284165" sldId="413"/>
            <ac:spMk id="2" creationId="{AB66F85B-393D-4870-AF66-3F3FEEE15F51}"/>
          </ac:spMkLst>
        </pc:spChg>
        <pc:spChg chg="mod">
          <ac:chgData name="Allison" userId="38c8237f-9d26-4ca9-8386-ca9a64f81faf" providerId="ADAL" clId="{DA7BB7F5-0E27-414A-A681-CF5657D33BB9}" dt="2021-03-22T15:51:36.180" v="8736" actId="20577"/>
          <ac:spMkLst>
            <pc:docMk/>
            <pc:sldMk cId="10284165" sldId="413"/>
            <ac:spMk id="3" creationId="{3DE77C44-87CD-41A0-A54A-DDAB984C947B}"/>
          </ac:spMkLst>
        </pc:spChg>
      </pc:sldChg>
      <pc:sldChg chg="addSp delSp modSp new del mod ord modTransition setBg">
        <pc:chgData name="Allison" userId="38c8237f-9d26-4ca9-8386-ca9a64f81faf" providerId="ADAL" clId="{DA7BB7F5-0E27-414A-A681-CF5657D33BB9}" dt="2021-03-22T16:55:12.565" v="9048" actId="2696"/>
        <pc:sldMkLst>
          <pc:docMk/>
          <pc:sldMk cId="4055778912" sldId="414"/>
        </pc:sldMkLst>
        <pc:spChg chg="mod">
          <ac:chgData name="Allison" userId="38c8237f-9d26-4ca9-8386-ca9a64f81faf" providerId="ADAL" clId="{DA7BB7F5-0E27-414A-A681-CF5657D33BB9}" dt="2021-03-22T15:55:43.211" v="8858" actId="26606"/>
          <ac:spMkLst>
            <pc:docMk/>
            <pc:sldMk cId="4055778912" sldId="414"/>
            <ac:spMk id="2" creationId="{C225A7CE-D542-49EB-858E-47CECF2BCC2A}"/>
          </ac:spMkLst>
        </pc:spChg>
        <pc:spChg chg="mod ord">
          <ac:chgData name="Allison" userId="38c8237f-9d26-4ca9-8386-ca9a64f81faf" providerId="ADAL" clId="{DA7BB7F5-0E27-414A-A681-CF5657D33BB9}" dt="2021-03-22T15:56:47.429" v="8862" actId="20577"/>
          <ac:spMkLst>
            <pc:docMk/>
            <pc:sldMk cId="4055778912" sldId="414"/>
            <ac:spMk id="3" creationId="{DFBF0DAE-F3D7-4B88-870C-D3BE0591A024}"/>
          </ac:spMkLst>
        </pc:spChg>
        <pc:spChg chg="add del">
          <ac:chgData name="Allison" userId="38c8237f-9d26-4ca9-8386-ca9a64f81faf" providerId="ADAL" clId="{DA7BB7F5-0E27-414A-A681-CF5657D33BB9}" dt="2021-03-22T15:55:27.958" v="8856" actId="26606"/>
          <ac:spMkLst>
            <pc:docMk/>
            <pc:sldMk cId="4055778912" sldId="414"/>
            <ac:spMk id="9" creationId="{8E20FA99-AAAC-4AF3-9FAE-707420324F1C}"/>
          </ac:spMkLst>
        </pc:spChg>
        <pc:spChg chg="add del">
          <ac:chgData name="Allison" userId="38c8237f-9d26-4ca9-8386-ca9a64f81faf" providerId="ADAL" clId="{DA7BB7F5-0E27-414A-A681-CF5657D33BB9}" dt="2021-03-22T15:55:27.958" v="8856" actId="26606"/>
          <ac:spMkLst>
            <pc:docMk/>
            <pc:sldMk cId="4055778912" sldId="414"/>
            <ac:spMk id="11" creationId="{9573BE85-6043-4C3A-A7DD-483A0A5FB740}"/>
          </ac:spMkLst>
        </pc:spChg>
        <pc:spChg chg="add del">
          <ac:chgData name="Allison" userId="38c8237f-9d26-4ca9-8386-ca9a64f81faf" providerId="ADAL" clId="{DA7BB7F5-0E27-414A-A681-CF5657D33BB9}" dt="2021-03-22T15:55:43.211" v="8858" actId="26606"/>
          <ac:spMkLst>
            <pc:docMk/>
            <pc:sldMk cId="4055778912" sldId="414"/>
            <ac:spMk id="13" creationId="{91F32EBA-ED97-466E-8CFA-8382584155D0}"/>
          </ac:spMkLst>
        </pc:spChg>
        <pc:spChg chg="add del">
          <ac:chgData name="Allison" userId="38c8237f-9d26-4ca9-8386-ca9a64f81faf" providerId="ADAL" clId="{DA7BB7F5-0E27-414A-A681-CF5657D33BB9}" dt="2021-03-22T15:55:43.211" v="8858" actId="26606"/>
          <ac:spMkLst>
            <pc:docMk/>
            <pc:sldMk cId="4055778912" sldId="414"/>
            <ac:spMk id="14" creationId="{62A38935-BB53-4DF7-A56E-48DD25B685D7}"/>
          </ac:spMkLst>
        </pc:spChg>
        <pc:picChg chg="add mod">
          <ac:chgData name="Allison" userId="38c8237f-9d26-4ca9-8386-ca9a64f81faf" providerId="ADAL" clId="{DA7BB7F5-0E27-414A-A681-CF5657D33BB9}" dt="2021-03-22T15:56:59.343" v="8863" actId="1076"/>
          <ac:picMkLst>
            <pc:docMk/>
            <pc:sldMk cId="4055778912" sldId="414"/>
            <ac:picMk id="4" creationId="{B0B38EB4-CD9F-47F1-8B9E-303BC2E58F42}"/>
          </ac:picMkLst>
        </pc:picChg>
      </pc:sldChg>
      <pc:sldMasterChg chg="modSldLayout">
        <pc:chgData name="Allison" userId="38c8237f-9d26-4ca9-8386-ca9a64f81faf" providerId="ADAL" clId="{DA7BB7F5-0E27-414A-A681-CF5657D33BB9}" dt="2021-03-22T21:53:12.375" v="9049" actId="1076"/>
        <pc:sldMasterMkLst>
          <pc:docMk/>
          <pc:sldMasterMk cId="2873760444" sldId="2147483660"/>
        </pc:sldMasterMkLst>
        <pc:sldLayoutChg chg="modSp mod">
          <pc:chgData name="Allison" userId="38c8237f-9d26-4ca9-8386-ca9a64f81faf" providerId="ADAL" clId="{DA7BB7F5-0E27-414A-A681-CF5657D33BB9}" dt="2021-03-22T21:53:12.375" v="9049" actId="1076"/>
          <pc:sldLayoutMkLst>
            <pc:docMk/>
            <pc:sldMasterMk cId="2873760444" sldId="2147483660"/>
            <pc:sldLayoutMk cId="2494806722" sldId="2147483661"/>
          </pc:sldLayoutMkLst>
          <pc:picChg chg="mod">
            <ac:chgData name="Allison" userId="38c8237f-9d26-4ca9-8386-ca9a64f81faf" providerId="ADAL" clId="{DA7BB7F5-0E27-414A-A681-CF5657D33BB9}" dt="2021-03-22T21:53:12.375" v="9049" actId="1076"/>
            <ac:picMkLst>
              <pc:docMk/>
              <pc:sldMasterMk cId="2873760444" sldId="2147483660"/>
              <pc:sldLayoutMk cId="2494806722" sldId="2147483661"/>
              <ac:picMk id="10" creationId="{F969B76D-A8D4-43BC-823D-6E919DD1D9C3}"/>
            </ac:picMkLst>
          </pc:picChg>
        </pc:sldLayoutChg>
      </pc:sldMasterChg>
    </pc:docChg>
  </pc:docChgLst>
  <pc:docChgLst>
    <pc:chgData name="Allison B Taylor" userId="38c8237f-9d26-4ca9-8386-ca9a64f81faf" providerId="ADAL" clId="{A7A517B9-25F6-45E5-93C4-EE17369C4D73}"/>
    <pc:docChg chg="modSld">
      <pc:chgData name="Allison B Taylor" userId="38c8237f-9d26-4ca9-8386-ca9a64f81faf" providerId="ADAL" clId="{A7A517B9-25F6-45E5-93C4-EE17369C4D73}" dt="2021-06-29T17:32:57.748" v="0" actId="1076"/>
      <pc:docMkLst>
        <pc:docMk/>
      </pc:docMkLst>
      <pc:sldChg chg="modSp mod">
        <pc:chgData name="Allison B Taylor" userId="38c8237f-9d26-4ca9-8386-ca9a64f81faf" providerId="ADAL" clId="{A7A517B9-25F6-45E5-93C4-EE17369C4D73}" dt="2021-06-29T17:32:57.748" v="0" actId="1076"/>
        <pc:sldMkLst>
          <pc:docMk/>
          <pc:sldMk cId="252495493" sldId="256"/>
        </pc:sldMkLst>
        <pc:spChg chg="mod">
          <ac:chgData name="Allison B Taylor" userId="38c8237f-9d26-4ca9-8386-ca9a64f81faf" providerId="ADAL" clId="{A7A517B9-25F6-45E5-93C4-EE17369C4D73}" dt="2021-06-29T17:32:57.748" v="0" actId="1076"/>
          <ac:spMkLst>
            <pc:docMk/>
            <pc:sldMk cId="252495493" sldId="256"/>
            <ac:spMk id="2" creationId="{6E92244A-C403-42FC-98C6-24421517DBAC}"/>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57_A6FCF70C.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157_A6FCF70C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_177_F56C7E1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_105_6429276C.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_179_45858639.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8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Race/Ethnicity</c:v>
                </c:pt>
              </c:strCache>
            </c:strRef>
          </c:tx>
          <c:spPr>
            <a:ln w="38100">
              <a:solidFill>
                <a:schemeClr val="bg1"/>
              </a:solidFill>
            </a:ln>
          </c:spPr>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8100">
                <a:solidFill>
                  <a:schemeClr val="bg1"/>
                </a:solid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D72B-44E9-B176-A63258E840A1}"/>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38100">
                <a:solidFill>
                  <a:schemeClr val="bg1"/>
                </a:solid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2-D72B-44E9-B176-A63258E840A1}"/>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38100">
                <a:solidFill>
                  <a:schemeClr val="bg1"/>
                </a:solid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4-D72B-44E9-B176-A63258E840A1}"/>
              </c:ext>
            </c:extLst>
          </c:dPt>
          <c:dLbls>
            <c:dLbl>
              <c:idx val="0"/>
              <c:layout>
                <c:manualLayout>
                  <c:x val="-0.1385479296633563"/>
                  <c:y val="0.24183820222696853"/>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72B-44E9-B176-A63258E840A1}"/>
                </c:ext>
              </c:extLst>
            </c:dLbl>
            <c:dLbl>
              <c:idx val="1"/>
              <c:layout>
                <c:manualLayout>
                  <c:x val="0.15033626539877296"/>
                  <c:y val="-0.1316241231006485"/>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2-D72B-44E9-B176-A63258E840A1}"/>
                </c:ext>
              </c:extLst>
            </c:dLbl>
            <c:dLbl>
              <c:idx val="2"/>
              <c:layout>
                <c:manualLayout>
                  <c:x val="-0.32198880942660529"/>
                  <c:y val="9.9508820323343558E-2"/>
                </c:manualLayout>
              </c:layout>
              <c:tx>
                <c:rich>
                  <a:bodyPr/>
                  <a:lstStyle/>
                  <a:p>
                    <a:fld id="{8D1BD457-A7AC-474B-8B57-3515BC8D5517}" type="CATEGORYNAME">
                      <a:rPr lang="en-US" smtClean="0"/>
                      <a:pPr/>
                      <a:t>[CATEGORY NAME]</a:t>
                    </a:fld>
                    <a:r>
                      <a:rPr lang="en-US" baseline="0"/>
                      <a:t>
</a:t>
                    </a:r>
                    <a:fld id="{5D98C948-EF22-4D9A-BF01-033F9A5FC6E3}" type="PERCENTAGE">
                      <a:rPr lang="en-US" baseline="0"/>
                      <a:pPr/>
                      <a:t>[PERCENTAGE]</a:t>
                    </a:fld>
                    <a:endParaRPr lang="en-US" baseline="0"/>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D72B-44E9-B176-A63258E840A1}"/>
                </c:ext>
              </c:extLst>
            </c:dLbl>
            <c:spPr>
              <a:noFill/>
              <a:ln>
                <a:noFill/>
              </a:ln>
              <a:effectLst/>
            </c:spPr>
            <c:txPr>
              <a:bodyPr rot="0" spcFirstLastPara="1" vertOverflow="ellipsis" vert="horz" wrap="square" anchor="ctr" anchorCtr="1"/>
              <a:lstStyle/>
              <a:p>
                <a:pPr>
                  <a:defRPr sz="2400" b="1"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Black</c:v>
                </c:pt>
                <c:pt idx="1">
                  <c:v>White</c:v>
                </c:pt>
                <c:pt idx="2">
                  <c:v>Latino</c:v>
                </c:pt>
              </c:strCache>
            </c:strRef>
          </c:cat>
          <c:val>
            <c:numRef>
              <c:f>Sheet1!$B$2:$B$4</c:f>
              <c:numCache>
                <c:formatCode>0%</c:formatCode>
                <c:ptCount val="3"/>
                <c:pt idx="0">
                  <c:v>0.21</c:v>
                </c:pt>
                <c:pt idx="1">
                  <c:v>0.77</c:v>
                </c:pt>
                <c:pt idx="2">
                  <c:v>0.02</c:v>
                </c:pt>
              </c:numCache>
            </c:numRef>
          </c:val>
          <c:extLst>
            <c:ext xmlns:c16="http://schemas.microsoft.com/office/drawing/2014/chart" uri="{C3380CC4-5D6E-409C-BE32-E72D297353CC}">
              <c16:uniqueId val="{00000000-D72B-44E9-B176-A63258E840A1}"/>
            </c:ext>
          </c:extLst>
        </c:ser>
        <c:dLbls>
          <c:dLblPos val="inEnd"/>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800" b="1"/>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880" b="1" i="0" u="none" strike="noStrike" kern="120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Gender</c:v>
                </c:pt>
              </c:strCache>
            </c:strRef>
          </c:tx>
          <c:spPr>
            <a:ln w="38100">
              <a:solidFill>
                <a:schemeClr val="bg1"/>
              </a:solidFill>
            </a:ln>
          </c:spPr>
          <c:dPt>
            <c:idx val="0"/>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38100">
                <a:solidFill>
                  <a:schemeClr val="bg1"/>
                </a:solid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75B4-4CD3-B854-D7C109CD13F8}"/>
              </c:ext>
            </c:extLst>
          </c:dPt>
          <c:dPt>
            <c:idx val="1"/>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38100">
                <a:solidFill>
                  <a:schemeClr val="bg1"/>
                </a:solid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75B4-4CD3-B854-D7C109CD13F8}"/>
              </c:ext>
            </c:extLst>
          </c:dPt>
          <c:dLbls>
            <c:dLbl>
              <c:idx val="0"/>
              <c:layout>
                <c:manualLayout>
                  <c:x val="-0.2476994144098297"/>
                  <c:y val="-8.6329538178831433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75B4-4CD3-B854-D7C109CD13F8}"/>
                </c:ext>
              </c:extLst>
            </c:dLbl>
            <c:dLbl>
              <c:idx val="1"/>
              <c:layout>
                <c:manualLayout>
                  <c:x val="0.23832672559924911"/>
                  <c:y val="9.961065112270813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75B4-4CD3-B854-D7C109CD13F8}"/>
                </c:ext>
              </c:extLst>
            </c:dLbl>
            <c:spPr>
              <a:noFill/>
              <a:ln>
                <a:noFill/>
              </a:ln>
              <a:effectLst/>
            </c:spPr>
            <c:txPr>
              <a:bodyPr rot="0" spcFirstLastPara="1" vertOverflow="ellipsis" vert="horz" wrap="square" anchor="ctr" anchorCtr="1"/>
              <a:lstStyle/>
              <a:p>
                <a:pPr>
                  <a:defRPr sz="2400" b="1"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Male</c:v>
                </c:pt>
                <c:pt idx="1">
                  <c:v>Female</c:v>
                </c:pt>
              </c:strCache>
            </c:strRef>
          </c:cat>
          <c:val>
            <c:numRef>
              <c:f>Sheet1!$B$2:$B$3</c:f>
              <c:numCache>
                <c:formatCode>0%</c:formatCode>
                <c:ptCount val="2"/>
                <c:pt idx="0">
                  <c:v>0.6</c:v>
                </c:pt>
                <c:pt idx="1">
                  <c:v>0.4</c:v>
                </c:pt>
              </c:numCache>
            </c:numRef>
          </c:val>
          <c:extLst>
            <c:ext xmlns:c16="http://schemas.microsoft.com/office/drawing/2014/chart" uri="{C3380CC4-5D6E-409C-BE32-E72D297353CC}">
              <c16:uniqueId val="{00000004-75B4-4CD3-B854-D7C109CD13F8}"/>
            </c:ext>
          </c:extLst>
        </c:ser>
        <c:dLbls>
          <c:dLblPos val="inEnd"/>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400" b="1"/>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147450902491365E-2"/>
          <c:y val="0.14601784690987926"/>
          <c:w val="0.92718484411058044"/>
          <c:h val="0.6870263535402773"/>
        </c:manualLayout>
      </c:layout>
      <c:barChart>
        <c:barDir val="col"/>
        <c:grouping val="clustered"/>
        <c:varyColors val="0"/>
        <c:ser>
          <c:idx val="0"/>
          <c:order val="0"/>
          <c:tx>
            <c:strRef>
              <c:f>Sheet1!$B$1</c:f>
              <c:strCache>
                <c:ptCount val="1"/>
                <c:pt idx="0">
                  <c:v>Qualitative Study</c:v>
                </c:pt>
              </c:strCache>
            </c:strRef>
          </c:tx>
          <c:spPr>
            <a:solidFill>
              <a:schemeClr val="accent6"/>
            </a:solidFill>
            <a:ln>
              <a:noFill/>
            </a:ln>
            <a:effectLst/>
          </c:spPr>
          <c:invertIfNegative val="0"/>
          <c:dPt>
            <c:idx val="1"/>
            <c:invertIfNegative val="0"/>
            <c:bubble3D val="0"/>
            <c:spPr>
              <a:solidFill>
                <a:schemeClr val="accent6"/>
              </a:solidFill>
              <a:ln>
                <a:noFill/>
              </a:ln>
              <a:effectLst/>
            </c:spPr>
            <c:extLst>
              <c:ext xmlns:c16="http://schemas.microsoft.com/office/drawing/2014/chart" uri="{C3380CC4-5D6E-409C-BE32-E72D297353CC}">
                <c16:uniqueId val="{00000001-8381-4651-A837-385FFDFCDB70}"/>
              </c:ext>
            </c:extLst>
          </c:dPt>
          <c:dPt>
            <c:idx val="2"/>
            <c:invertIfNegative val="0"/>
            <c:bubble3D val="0"/>
            <c:spPr>
              <a:solidFill>
                <a:schemeClr val="accent6"/>
              </a:solidFill>
              <a:ln>
                <a:noFill/>
              </a:ln>
              <a:effectLst/>
            </c:spPr>
            <c:extLst>
              <c:ext xmlns:c16="http://schemas.microsoft.com/office/drawing/2014/chart" uri="{C3380CC4-5D6E-409C-BE32-E72D297353CC}">
                <c16:uniqueId val="{00000003-8381-4651-A837-385FFDFCDB70}"/>
              </c:ext>
            </c:extLst>
          </c:dPt>
          <c:dPt>
            <c:idx val="3"/>
            <c:invertIfNegative val="0"/>
            <c:bubble3D val="0"/>
            <c:spPr>
              <a:solidFill>
                <a:schemeClr val="accent6"/>
              </a:solidFill>
              <a:ln>
                <a:noFill/>
              </a:ln>
              <a:effectLst/>
            </c:spPr>
            <c:extLst>
              <c:ext xmlns:c16="http://schemas.microsoft.com/office/drawing/2014/chart" uri="{C3380CC4-5D6E-409C-BE32-E72D297353CC}">
                <c16:uniqueId val="{00000005-8381-4651-A837-385FFDFCDB70}"/>
              </c:ext>
            </c:extLst>
          </c:dPt>
          <c:dPt>
            <c:idx val="4"/>
            <c:invertIfNegative val="0"/>
            <c:bubble3D val="0"/>
            <c:spPr>
              <a:solidFill>
                <a:schemeClr val="accent6"/>
              </a:solidFill>
              <a:ln>
                <a:noFill/>
              </a:ln>
              <a:effectLst/>
            </c:spPr>
            <c:extLst>
              <c:ext xmlns:c16="http://schemas.microsoft.com/office/drawing/2014/chart" uri="{C3380CC4-5D6E-409C-BE32-E72D297353CC}">
                <c16:uniqueId val="{00000007-8381-4651-A837-385FFDFCDB70}"/>
              </c:ext>
            </c:extLst>
          </c:dPt>
          <c:dPt>
            <c:idx val="5"/>
            <c:invertIfNegative val="0"/>
            <c:bubble3D val="0"/>
            <c:spPr>
              <a:solidFill>
                <a:schemeClr val="accent6"/>
              </a:solidFill>
              <a:ln>
                <a:noFill/>
              </a:ln>
              <a:effectLst/>
            </c:spPr>
            <c:extLst>
              <c:ext xmlns:c16="http://schemas.microsoft.com/office/drawing/2014/chart" uri="{C3380CC4-5D6E-409C-BE32-E72D297353CC}">
                <c16:uniqueId val="{00000009-8381-4651-A837-385FFDFCDB70}"/>
              </c:ext>
            </c:extLst>
          </c:dPt>
          <c:cat>
            <c:strRef>
              <c:f>Sheet1!$A$2:$A$7</c:f>
              <c:strCache>
                <c:ptCount val="6"/>
                <c:pt idx="0">
                  <c:v>18-24</c:v>
                </c:pt>
                <c:pt idx="1">
                  <c:v>25-34</c:v>
                </c:pt>
                <c:pt idx="2">
                  <c:v>35-44</c:v>
                </c:pt>
                <c:pt idx="3">
                  <c:v>45-54</c:v>
                </c:pt>
                <c:pt idx="4">
                  <c:v>55-64</c:v>
                </c:pt>
                <c:pt idx="5">
                  <c:v>65-74</c:v>
                </c:pt>
              </c:strCache>
            </c:strRef>
          </c:cat>
          <c:val>
            <c:numRef>
              <c:f>Sheet1!$B$2:$B$7</c:f>
              <c:numCache>
                <c:formatCode>0.00%</c:formatCode>
                <c:ptCount val="6"/>
                <c:pt idx="0" formatCode="0%">
                  <c:v>0</c:v>
                </c:pt>
                <c:pt idx="1">
                  <c:v>8.3000000000000004E-2</c:v>
                </c:pt>
                <c:pt idx="2">
                  <c:v>0.188</c:v>
                </c:pt>
                <c:pt idx="3">
                  <c:v>0.438</c:v>
                </c:pt>
                <c:pt idx="4">
                  <c:v>0.27100000000000002</c:v>
                </c:pt>
                <c:pt idx="5" formatCode="0%">
                  <c:v>0.02</c:v>
                </c:pt>
              </c:numCache>
            </c:numRef>
          </c:val>
          <c:extLst>
            <c:ext xmlns:c16="http://schemas.microsoft.com/office/drawing/2014/chart" uri="{C3380CC4-5D6E-409C-BE32-E72D297353CC}">
              <c16:uniqueId val="{0000000A-8381-4651-A837-385FFDFCDB70}"/>
            </c:ext>
          </c:extLst>
        </c:ser>
        <c:dLbls>
          <c:showLegendKey val="0"/>
          <c:showVal val="0"/>
          <c:showCatName val="0"/>
          <c:showSerName val="0"/>
          <c:showPercent val="0"/>
          <c:showBubbleSize val="0"/>
        </c:dLbls>
        <c:gapWidth val="219"/>
        <c:overlap val="-27"/>
        <c:axId val="613269056"/>
        <c:axId val="613269448"/>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SGA Project Overall</c:v>
                      </c:pt>
                    </c:strCache>
                  </c:strRef>
                </c:tx>
                <c:spPr>
                  <a:solidFill>
                    <a:schemeClr val="accent5"/>
                  </a:solidFill>
                  <a:ln>
                    <a:noFill/>
                  </a:ln>
                  <a:effectLst/>
                </c:spPr>
                <c:invertIfNegative val="0"/>
                <c:cat>
                  <c:strRef>
                    <c:extLst>
                      <c:ext uri="{02D57815-91ED-43cb-92C2-25804820EDAC}">
                        <c15:formulaRef>
                          <c15:sqref>Sheet1!$A$2:$A$7</c15:sqref>
                        </c15:formulaRef>
                      </c:ext>
                    </c:extLst>
                    <c:strCache>
                      <c:ptCount val="6"/>
                      <c:pt idx="0">
                        <c:v>18-24</c:v>
                      </c:pt>
                      <c:pt idx="1">
                        <c:v>25-34</c:v>
                      </c:pt>
                      <c:pt idx="2">
                        <c:v>35-44</c:v>
                      </c:pt>
                      <c:pt idx="3">
                        <c:v>45-54</c:v>
                      </c:pt>
                      <c:pt idx="4">
                        <c:v>55-64</c:v>
                      </c:pt>
                      <c:pt idx="5">
                        <c:v>65-74</c:v>
                      </c:pt>
                    </c:strCache>
                  </c:strRef>
                </c:cat>
                <c:val>
                  <c:numRef>
                    <c:extLst>
                      <c:ext uri="{02D57815-91ED-43cb-92C2-25804820EDAC}">
                        <c15:formulaRef>
                          <c15:sqref>Sheet1!$C$2:$C$7</c15:sqref>
                        </c15:formulaRef>
                      </c:ext>
                    </c:extLst>
                    <c:numCache>
                      <c:formatCode>0.00%</c:formatCode>
                      <c:ptCount val="6"/>
                      <c:pt idx="0" formatCode="0%">
                        <c:v>0.03</c:v>
                      </c:pt>
                      <c:pt idx="1">
                        <c:v>0.13200000000000001</c:v>
                      </c:pt>
                      <c:pt idx="2">
                        <c:v>0.221</c:v>
                      </c:pt>
                      <c:pt idx="3" formatCode="0%">
                        <c:v>0.31</c:v>
                      </c:pt>
                      <c:pt idx="4">
                        <c:v>0.30599999999999999</c:v>
                      </c:pt>
                      <c:pt idx="5" formatCode="0%">
                        <c:v>0</c:v>
                      </c:pt>
                    </c:numCache>
                  </c:numRef>
                </c:val>
                <c:extLst>
                  <c:ext xmlns:c16="http://schemas.microsoft.com/office/drawing/2014/chart" uri="{C3380CC4-5D6E-409C-BE32-E72D297353CC}">
                    <c16:uniqueId val="{0000000B-8381-4651-A837-385FFDFCDB70}"/>
                  </c:ext>
                </c:extLst>
              </c15:ser>
            </c15:filteredBarSeries>
          </c:ext>
        </c:extLst>
      </c:barChart>
      <c:catAx>
        <c:axId val="613269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en-US"/>
          </a:p>
        </c:txPr>
        <c:crossAx val="613269448"/>
        <c:crosses val="autoZero"/>
        <c:auto val="1"/>
        <c:lblAlgn val="ctr"/>
        <c:lblOffset val="100"/>
        <c:noMultiLvlLbl val="0"/>
      </c:catAx>
      <c:valAx>
        <c:axId val="613269448"/>
        <c:scaling>
          <c:orientation val="minMax"/>
          <c:max val="0.5"/>
          <c:min val="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en-US"/>
          </a:p>
        </c:txPr>
        <c:crossAx val="613269056"/>
        <c:crosses val="autoZero"/>
        <c:crossBetween val="between"/>
        <c:majorUnit val="0.1"/>
      </c:valAx>
      <c:spPr>
        <a:noFill/>
        <a:ln>
          <a:noFill/>
        </a:ln>
        <a:effectLst/>
      </c:spPr>
    </c:plotArea>
    <c:plotVisOnly val="1"/>
    <c:dispBlanksAs val="gap"/>
    <c:showDLblsOverMax val="0"/>
  </c:chart>
  <c:spPr>
    <a:noFill/>
    <a:ln>
      <a:noFill/>
    </a:ln>
    <a:effectLst/>
  </c:spPr>
  <c:txPr>
    <a:bodyPr/>
    <a:lstStyle/>
    <a:p>
      <a:pPr>
        <a:defRPr sz="28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barChart>
        <c:barDir val="bar"/>
        <c:grouping val="stacked"/>
        <c:varyColors val="0"/>
        <c:ser>
          <c:idx val="5"/>
          <c:order val="5"/>
          <c:tx>
            <c:strRef>
              <c:f>'Gender-Disability'!$A$60</c:f>
              <c:strCache>
                <c:ptCount val="1"/>
                <c:pt idx="0">
                  <c:v>TOTAL %</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2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'Gender-Disability'!$B$54:$J$54</c:f>
              <c:strCache>
                <c:ptCount val="7"/>
                <c:pt idx="0">
                  <c:v>Visual</c:v>
                </c:pt>
                <c:pt idx="1">
                  <c:v>Hearing</c:v>
                </c:pt>
                <c:pt idx="2">
                  <c:v>I/DD</c:v>
                </c:pt>
                <c:pt idx="3">
                  <c:v>Brain Injury</c:v>
                </c:pt>
                <c:pt idx="4">
                  <c:v>Mobility</c:v>
                </c:pt>
                <c:pt idx="5">
                  <c:v>Mental Health</c:v>
                </c:pt>
                <c:pt idx="6">
                  <c:v>Health/Medical</c:v>
                </c:pt>
              </c:strCache>
            </c:strRef>
          </c:cat>
          <c:val>
            <c:numRef>
              <c:f>'Gender-Disability'!$B$60:$J$60</c:f>
              <c:numCache>
                <c:formatCode>0%</c:formatCode>
                <c:ptCount val="7"/>
                <c:pt idx="0">
                  <c:v>6.25E-2</c:v>
                </c:pt>
                <c:pt idx="1">
                  <c:v>0.104166666666667</c:v>
                </c:pt>
                <c:pt idx="2">
                  <c:v>0.125</c:v>
                </c:pt>
                <c:pt idx="3">
                  <c:v>0.3125</c:v>
                </c:pt>
                <c:pt idx="4">
                  <c:v>0.33333333333333298</c:v>
                </c:pt>
                <c:pt idx="5">
                  <c:v>0.5625</c:v>
                </c:pt>
                <c:pt idx="6">
                  <c:v>0.75</c:v>
                </c:pt>
              </c:numCache>
            </c:numRef>
          </c:val>
          <c:extLst>
            <c:ext xmlns:c16="http://schemas.microsoft.com/office/drawing/2014/chart" uri="{C3380CC4-5D6E-409C-BE32-E72D297353CC}">
              <c16:uniqueId val="{00000000-5751-4D28-818A-BD05ABEC309C}"/>
            </c:ext>
          </c:extLst>
        </c:ser>
        <c:dLbls>
          <c:showLegendKey val="0"/>
          <c:showVal val="0"/>
          <c:showCatName val="0"/>
          <c:showSerName val="0"/>
          <c:showPercent val="0"/>
          <c:showBubbleSize val="0"/>
        </c:dLbls>
        <c:gapWidth val="68"/>
        <c:overlap val="100"/>
        <c:axId val="224857144"/>
        <c:axId val="224857536"/>
        <c:extLst>
          <c:ext xmlns:c15="http://schemas.microsoft.com/office/drawing/2012/chart" uri="{02D57815-91ED-43cb-92C2-25804820EDAC}">
            <c15:filteredBarSeries>
              <c15:ser>
                <c:idx val="0"/>
                <c:order val="0"/>
                <c:tx>
                  <c:strRef>
                    <c:extLst>
                      <c:ext uri="{02D57815-91ED-43cb-92C2-25804820EDAC}">
                        <c15:formulaRef>
                          <c15:sqref>'Gender-Disability'!$A$55</c15:sqref>
                        </c15:formulaRef>
                      </c:ext>
                    </c:extLst>
                    <c:strCache>
                      <c:ptCount val="1"/>
                      <c:pt idx="0">
                        <c:v>KY</c:v>
                      </c:pt>
                    </c:strCache>
                  </c:strRef>
                </c:tx>
                <c:spPr>
                  <a:solidFill>
                    <a:schemeClr val="accent3">
                      <a:tint val="50000"/>
                    </a:schemeClr>
                  </a:solidFill>
                  <a:ln>
                    <a:noFill/>
                  </a:ln>
                  <a:effectLst/>
                </c:spPr>
                <c:invertIfNegative val="0"/>
                <c:cat>
                  <c:strRef>
                    <c:extLst>
                      <c:ext uri="{02D57815-91ED-43cb-92C2-25804820EDAC}">
                        <c15:formulaRef>
                          <c15:sqref>'Gender-Disability'!$B$54:$J$54</c15:sqref>
                        </c15:formulaRef>
                      </c:ext>
                    </c:extLst>
                    <c:strCache>
                      <c:ptCount val="7"/>
                      <c:pt idx="0">
                        <c:v>Visual</c:v>
                      </c:pt>
                      <c:pt idx="1">
                        <c:v>Hearing</c:v>
                      </c:pt>
                      <c:pt idx="2">
                        <c:v>I/DD</c:v>
                      </c:pt>
                      <c:pt idx="3">
                        <c:v>Brain Injury</c:v>
                      </c:pt>
                      <c:pt idx="4">
                        <c:v>Mobility</c:v>
                      </c:pt>
                      <c:pt idx="5">
                        <c:v>Mental Health</c:v>
                      </c:pt>
                      <c:pt idx="6">
                        <c:v>Health/Medical</c:v>
                      </c:pt>
                    </c:strCache>
                  </c:strRef>
                </c:cat>
                <c:val>
                  <c:numRef>
                    <c:extLst>
                      <c:ext uri="{02D57815-91ED-43cb-92C2-25804820EDAC}">
                        <c15:formulaRef>
                          <c15:sqref>'Gender-Disability'!$B$55:$J$55</c15:sqref>
                        </c15:formulaRef>
                      </c:ext>
                    </c:extLst>
                    <c:numCache>
                      <c:formatCode>General</c:formatCode>
                      <c:ptCount val="7"/>
                      <c:pt idx="0">
                        <c:v>3</c:v>
                      </c:pt>
                      <c:pt idx="1">
                        <c:v>3</c:v>
                      </c:pt>
                      <c:pt idx="2">
                        <c:v>4</c:v>
                      </c:pt>
                      <c:pt idx="3">
                        <c:v>8</c:v>
                      </c:pt>
                      <c:pt idx="4">
                        <c:v>8</c:v>
                      </c:pt>
                      <c:pt idx="5">
                        <c:v>14</c:v>
                      </c:pt>
                      <c:pt idx="6">
                        <c:v>17</c:v>
                      </c:pt>
                    </c:numCache>
                  </c:numRef>
                </c:val>
                <c:extLst>
                  <c:ext xmlns:c16="http://schemas.microsoft.com/office/drawing/2014/chart" uri="{C3380CC4-5D6E-409C-BE32-E72D297353CC}">
                    <c16:uniqueId val="{00000001-5751-4D28-818A-BD05ABEC309C}"/>
                  </c:ext>
                </c:extLst>
              </c15:ser>
            </c15:filteredBarSeries>
            <c15:filteredBarSeries>
              <c15:ser>
                <c:idx val="1"/>
                <c:order val="1"/>
                <c:tx>
                  <c:strRef>
                    <c:extLst xmlns:c15="http://schemas.microsoft.com/office/drawing/2012/chart">
                      <c:ext xmlns:c15="http://schemas.microsoft.com/office/drawing/2012/chart" uri="{02D57815-91ED-43cb-92C2-25804820EDAC}">
                        <c15:formulaRef>
                          <c15:sqref>'Gender-Disability'!$A$56</c15:sqref>
                        </c15:formulaRef>
                      </c:ext>
                    </c:extLst>
                    <c:strCache>
                      <c:ptCount val="1"/>
                      <c:pt idx="0">
                        <c:v>KY %</c:v>
                      </c:pt>
                    </c:strCache>
                  </c:strRef>
                </c:tx>
                <c:spPr>
                  <a:solidFill>
                    <a:schemeClr val="accent3">
                      <a:tint val="70000"/>
                    </a:schemeClr>
                  </a:solidFill>
                  <a:ln>
                    <a:noFill/>
                  </a:ln>
                  <a:effectLst/>
                </c:spPr>
                <c:invertIfNegative val="0"/>
                <c:cat>
                  <c:strRef>
                    <c:extLst xmlns:c15="http://schemas.microsoft.com/office/drawing/2012/chart">
                      <c:ext xmlns:c15="http://schemas.microsoft.com/office/drawing/2012/chart" uri="{02D57815-91ED-43cb-92C2-25804820EDAC}">
                        <c15:formulaRef>
                          <c15:sqref>'Gender-Disability'!$B$54:$J$54</c15:sqref>
                        </c15:formulaRef>
                      </c:ext>
                    </c:extLst>
                    <c:strCache>
                      <c:ptCount val="7"/>
                      <c:pt idx="0">
                        <c:v>Visual</c:v>
                      </c:pt>
                      <c:pt idx="1">
                        <c:v>Hearing</c:v>
                      </c:pt>
                      <c:pt idx="2">
                        <c:v>I/DD</c:v>
                      </c:pt>
                      <c:pt idx="3">
                        <c:v>Brain Injury</c:v>
                      </c:pt>
                      <c:pt idx="4">
                        <c:v>Mobility</c:v>
                      </c:pt>
                      <c:pt idx="5">
                        <c:v>Mental Health</c:v>
                      </c:pt>
                      <c:pt idx="6">
                        <c:v>Health/Medical</c:v>
                      </c:pt>
                    </c:strCache>
                  </c:strRef>
                </c:cat>
                <c:val>
                  <c:numRef>
                    <c:extLst xmlns:c15="http://schemas.microsoft.com/office/drawing/2012/chart">
                      <c:ext xmlns:c15="http://schemas.microsoft.com/office/drawing/2012/chart" uri="{02D57815-91ED-43cb-92C2-25804820EDAC}">
                        <c15:formulaRef>
                          <c15:sqref>'Gender-Disability'!$B$56:$J$56</c15:sqref>
                        </c15:formulaRef>
                      </c:ext>
                    </c:extLst>
                    <c:numCache>
                      <c:formatCode>0%</c:formatCode>
                      <c:ptCount val="7"/>
                      <c:pt idx="0">
                        <c:v>0.12</c:v>
                      </c:pt>
                      <c:pt idx="1">
                        <c:v>0.12</c:v>
                      </c:pt>
                      <c:pt idx="2">
                        <c:v>0.16</c:v>
                      </c:pt>
                      <c:pt idx="3">
                        <c:v>0.32</c:v>
                      </c:pt>
                      <c:pt idx="4">
                        <c:v>0.32</c:v>
                      </c:pt>
                      <c:pt idx="5">
                        <c:v>0.56000000000000005</c:v>
                      </c:pt>
                      <c:pt idx="6">
                        <c:v>0.68</c:v>
                      </c:pt>
                    </c:numCache>
                  </c:numRef>
                </c:val>
                <c:extLst xmlns:c15="http://schemas.microsoft.com/office/drawing/2012/chart">
                  <c:ext xmlns:c16="http://schemas.microsoft.com/office/drawing/2014/chart" uri="{C3380CC4-5D6E-409C-BE32-E72D297353CC}">
                    <c16:uniqueId val="{00000002-5751-4D28-818A-BD05ABEC309C}"/>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'Gender-Disability'!$A$57</c15:sqref>
                        </c15:formulaRef>
                      </c:ext>
                    </c:extLst>
                    <c:strCache>
                      <c:ptCount val="1"/>
                      <c:pt idx="0">
                        <c:v>MN</c:v>
                      </c:pt>
                    </c:strCache>
                  </c:strRef>
                </c:tx>
                <c:spPr>
                  <a:solidFill>
                    <a:schemeClr val="accent3">
                      <a:tint val="90000"/>
                    </a:schemeClr>
                  </a:solidFill>
                  <a:ln>
                    <a:noFill/>
                  </a:ln>
                  <a:effectLst/>
                </c:spPr>
                <c:invertIfNegative val="0"/>
                <c:cat>
                  <c:strRef>
                    <c:extLst xmlns:c15="http://schemas.microsoft.com/office/drawing/2012/chart">
                      <c:ext xmlns:c15="http://schemas.microsoft.com/office/drawing/2012/chart" uri="{02D57815-91ED-43cb-92C2-25804820EDAC}">
                        <c15:formulaRef>
                          <c15:sqref>'Gender-Disability'!$B$54:$J$54</c15:sqref>
                        </c15:formulaRef>
                      </c:ext>
                    </c:extLst>
                    <c:strCache>
                      <c:ptCount val="7"/>
                      <c:pt idx="0">
                        <c:v>Visual</c:v>
                      </c:pt>
                      <c:pt idx="1">
                        <c:v>Hearing</c:v>
                      </c:pt>
                      <c:pt idx="2">
                        <c:v>I/DD</c:v>
                      </c:pt>
                      <c:pt idx="3">
                        <c:v>Brain Injury</c:v>
                      </c:pt>
                      <c:pt idx="4">
                        <c:v>Mobility</c:v>
                      </c:pt>
                      <c:pt idx="5">
                        <c:v>Mental Health</c:v>
                      </c:pt>
                      <c:pt idx="6">
                        <c:v>Health/Medical</c:v>
                      </c:pt>
                    </c:strCache>
                  </c:strRef>
                </c:cat>
                <c:val>
                  <c:numRef>
                    <c:extLst xmlns:c15="http://schemas.microsoft.com/office/drawing/2012/chart">
                      <c:ext xmlns:c15="http://schemas.microsoft.com/office/drawing/2012/chart" uri="{02D57815-91ED-43cb-92C2-25804820EDAC}">
                        <c15:formulaRef>
                          <c15:sqref>'Gender-Disability'!$B$57:$J$57</c15:sqref>
                        </c15:formulaRef>
                      </c:ext>
                    </c:extLst>
                    <c:numCache>
                      <c:formatCode>General</c:formatCode>
                      <c:ptCount val="7"/>
                      <c:pt idx="0">
                        <c:v>0</c:v>
                      </c:pt>
                      <c:pt idx="1">
                        <c:v>2</c:v>
                      </c:pt>
                      <c:pt idx="2">
                        <c:v>2</c:v>
                      </c:pt>
                      <c:pt idx="3">
                        <c:v>7</c:v>
                      </c:pt>
                      <c:pt idx="4">
                        <c:v>8</c:v>
                      </c:pt>
                      <c:pt idx="5">
                        <c:v>13</c:v>
                      </c:pt>
                      <c:pt idx="6">
                        <c:v>19</c:v>
                      </c:pt>
                    </c:numCache>
                  </c:numRef>
                </c:val>
                <c:extLst xmlns:c15="http://schemas.microsoft.com/office/drawing/2012/chart">
                  <c:ext xmlns:c16="http://schemas.microsoft.com/office/drawing/2014/chart" uri="{C3380CC4-5D6E-409C-BE32-E72D297353CC}">
                    <c16:uniqueId val="{00000003-5751-4D28-818A-BD05ABEC309C}"/>
                  </c:ext>
                </c:extLst>
              </c15:ser>
            </c15:filteredBarSeries>
            <c15:filteredBarSeries>
              <c15:ser>
                <c:idx val="3"/>
                <c:order val="3"/>
                <c:tx>
                  <c:strRef>
                    <c:extLst xmlns:c15="http://schemas.microsoft.com/office/drawing/2012/chart">
                      <c:ext xmlns:c15="http://schemas.microsoft.com/office/drawing/2012/chart" uri="{02D57815-91ED-43cb-92C2-25804820EDAC}">
                        <c15:formulaRef>
                          <c15:sqref>'Gender-Disability'!$A$58</c15:sqref>
                        </c15:formulaRef>
                      </c:ext>
                    </c:extLst>
                    <c:strCache>
                      <c:ptCount val="1"/>
                      <c:pt idx="0">
                        <c:v>MN %</c:v>
                      </c:pt>
                    </c:strCache>
                  </c:strRef>
                </c:tx>
                <c:spPr>
                  <a:solidFill>
                    <a:schemeClr val="accent3">
                      <a:shade val="90000"/>
                    </a:schemeClr>
                  </a:solidFill>
                  <a:ln>
                    <a:noFill/>
                  </a:ln>
                  <a:effectLst/>
                </c:spPr>
                <c:invertIfNegative val="0"/>
                <c:cat>
                  <c:strRef>
                    <c:extLst xmlns:c15="http://schemas.microsoft.com/office/drawing/2012/chart">
                      <c:ext xmlns:c15="http://schemas.microsoft.com/office/drawing/2012/chart" uri="{02D57815-91ED-43cb-92C2-25804820EDAC}">
                        <c15:formulaRef>
                          <c15:sqref>'Gender-Disability'!$B$54:$J$54</c15:sqref>
                        </c15:formulaRef>
                      </c:ext>
                    </c:extLst>
                    <c:strCache>
                      <c:ptCount val="7"/>
                      <c:pt idx="0">
                        <c:v>Visual</c:v>
                      </c:pt>
                      <c:pt idx="1">
                        <c:v>Hearing</c:v>
                      </c:pt>
                      <c:pt idx="2">
                        <c:v>I/DD</c:v>
                      </c:pt>
                      <c:pt idx="3">
                        <c:v>Brain Injury</c:v>
                      </c:pt>
                      <c:pt idx="4">
                        <c:v>Mobility</c:v>
                      </c:pt>
                      <c:pt idx="5">
                        <c:v>Mental Health</c:v>
                      </c:pt>
                      <c:pt idx="6">
                        <c:v>Health/Medical</c:v>
                      </c:pt>
                    </c:strCache>
                  </c:strRef>
                </c:cat>
                <c:val>
                  <c:numRef>
                    <c:extLst xmlns:c15="http://schemas.microsoft.com/office/drawing/2012/chart">
                      <c:ext xmlns:c15="http://schemas.microsoft.com/office/drawing/2012/chart" uri="{02D57815-91ED-43cb-92C2-25804820EDAC}">
                        <c15:formulaRef>
                          <c15:sqref>'Gender-Disability'!$B$58:$J$58</c15:sqref>
                        </c15:formulaRef>
                      </c:ext>
                    </c:extLst>
                    <c:numCache>
                      <c:formatCode>0%</c:formatCode>
                      <c:ptCount val="7"/>
                      <c:pt idx="0">
                        <c:v>0</c:v>
                      </c:pt>
                      <c:pt idx="1">
                        <c:v>8.6956521739130405E-2</c:v>
                      </c:pt>
                      <c:pt idx="2">
                        <c:v>8.6956521739130405E-2</c:v>
                      </c:pt>
                      <c:pt idx="3">
                        <c:v>0.30434782608695699</c:v>
                      </c:pt>
                      <c:pt idx="4">
                        <c:v>0.34782608695652201</c:v>
                      </c:pt>
                      <c:pt idx="5">
                        <c:v>0.565217391304348</c:v>
                      </c:pt>
                      <c:pt idx="6">
                        <c:v>0.82608695652173902</c:v>
                      </c:pt>
                    </c:numCache>
                  </c:numRef>
                </c:val>
                <c:extLst xmlns:c15="http://schemas.microsoft.com/office/drawing/2012/chart">
                  <c:ext xmlns:c16="http://schemas.microsoft.com/office/drawing/2014/chart" uri="{C3380CC4-5D6E-409C-BE32-E72D297353CC}">
                    <c16:uniqueId val="{00000004-5751-4D28-818A-BD05ABEC309C}"/>
                  </c:ext>
                </c:extLst>
              </c15:ser>
            </c15:filteredBarSeries>
            <c15:filteredBarSeries>
              <c15:ser>
                <c:idx val="4"/>
                <c:order val="4"/>
                <c:tx>
                  <c:strRef>
                    <c:extLst xmlns:c15="http://schemas.microsoft.com/office/drawing/2012/chart">
                      <c:ext xmlns:c15="http://schemas.microsoft.com/office/drawing/2012/chart" uri="{02D57815-91ED-43cb-92C2-25804820EDAC}">
                        <c15:formulaRef>
                          <c15:sqref>'Gender-Disability'!$A$59</c15:sqref>
                        </c15:formulaRef>
                      </c:ext>
                    </c:extLst>
                    <c:strCache>
                      <c:ptCount val="1"/>
                      <c:pt idx="0">
                        <c:v>TOTAL</c:v>
                      </c:pt>
                    </c:strCache>
                  </c:strRef>
                </c:tx>
                <c:spPr>
                  <a:solidFill>
                    <a:schemeClr val="accent3">
                      <a:shade val="70000"/>
                    </a:schemeClr>
                  </a:solidFill>
                  <a:ln>
                    <a:noFill/>
                  </a:ln>
                  <a:effectLst/>
                </c:spPr>
                <c:invertIfNegative val="0"/>
                <c:cat>
                  <c:strRef>
                    <c:extLst xmlns:c15="http://schemas.microsoft.com/office/drawing/2012/chart">
                      <c:ext xmlns:c15="http://schemas.microsoft.com/office/drawing/2012/chart" uri="{02D57815-91ED-43cb-92C2-25804820EDAC}">
                        <c15:formulaRef>
                          <c15:sqref>'Gender-Disability'!$B$54:$J$54</c15:sqref>
                        </c15:formulaRef>
                      </c:ext>
                    </c:extLst>
                    <c:strCache>
                      <c:ptCount val="7"/>
                      <c:pt idx="0">
                        <c:v>Visual</c:v>
                      </c:pt>
                      <c:pt idx="1">
                        <c:v>Hearing</c:v>
                      </c:pt>
                      <c:pt idx="2">
                        <c:v>I/DD</c:v>
                      </c:pt>
                      <c:pt idx="3">
                        <c:v>Brain Injury</c:v>
                      </c:pt>
                      <c:pt idx="4">
                        <c:v>Mobility</c:v>
                      </c:pt>
                      <c:pt idx="5">
                        <c:v>Mental Health</c:v>
                      </c:pt>
                      <c:pt idx="6">
                        <c:v>Health/Medical</c:v>
                      </c:pt>
                    </c:strCache>
                  </c:strRef>
                </c:cat>
                <c:val>
                  <c:numRef>
                    <c:extLst xmlns:c15="http://schemas.microsoft.com/office/drawing/2012/chart">
                      <c:ext xmlns:c15="http://schemas.microsoft.com/office/drawing/2012/chart" uri="{02D57815-91ED-43cb-92C2-25804820EDAC}">
                        <c15:formulaRef>
                          <c15:sqref>'Gender-Disability'!$B$59:$J$59</c15:sqref>
                        </c15:formulaRef>
                      </c:ext>
                    </c:extLst>
                    <c:numCache>
                      <c:formatCode>General</c:formatCode>
                      <c:ptCount val="7"/>
                      <c:pt idx="0">
                        <c:v>3</c:v>
                      </c:pt>
                      <c:pt idx="1">
                        <c:v>5</c:v>
                      </c:pt>
                      <c:pt idx="2">
                        <c:v>6</c:v>
                      </c:pt>
                      <c:pt idx="3">
                        <c:v>15</c:v>
                      </c:pt>
                      <c:pt idx="4">
                        <c:v>16</c:v>
                      </c:pt>
                      <c:pt idx="5">
                        <c:v>27</c:v>
                      </c:pt>
                      <c:pt idx="6">
                        <c:v>36</c:v>
                      </c:pt>
                    </c:numCache>
                  </c:numRef>
                </c:val>
                <c:extLst xmlns:c15="http://schemas.microsoft.com/office/drawing/2012/chart">
                  <c:ext xmlns:c16="http://schemas.microsoft.com/office/drawing/2014/chart" uri="{C3380CC4-5D6E-409C-BE32-E72D297353CC}">
                    <c16:uniqueId val="{00000005-5751-4D28-818A-BD05ABEC309C}"/>
                  </c:ext>
                </c:extLst>
              </c15:ser>
            </c15:filteredBarSeries>
          </c:ext>
        </c:extLst>
      </c:barChart>
      <c:catAx>
        <c:axId val="2248571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en-US"/>
          </a:p>
        </c:txPr>
        <c:crossAx val="224857536"/>
        <c:crosses val="autoZero"/>
        <c:auto val="1"/>
        <c:lblAlgn val="ctr"/>
        <c:lblOffset val="100"/>
        <c:noMultiLvlLbl val="0"/>
      </c:catAx>
      <c:valAx>
        <c:axId val="224857536"/>
        <c:scaling>
          <c:orientation val="minMax"/>
          <c:max val="1"/>
        </c:scaling>
        <c:delete val="1"/>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224857144"/>
        <c:crosses val="autoZero"/>
        <c:crossBetween val="between"/>
      </c:valAx>
      <c:spPr>
        <a:noFill/>
        <a:ln>
          <a:noFill/>
        </a:ln>
        <a:effectLst/>
      </c:spPr>
    </c:plotArea>
    <c:plotVisOnly val="1"/>
    <c:dispBlanksAs val="gap"/>
    <c:showDLblsOverMax val="0"/>
  </c:chart>
  <c:spPr>
    <a:noFill/>
    <a:ln>
      <a:noFill/>
    </a:ln>
    <a:effectLst/>
  </c:spPr>
  <c:txPr>
    <a:bodyPr/>
    <a:lstStyle/>
    <a:p>
      <a:pPr>
        <a:defRPr sz="28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990676750295076"/>
          <c:y val="0.16226560209178897"/>
          <c:w val="0.657980224755496"/>
          <c:h val="0.70431566677108104"/>
        </c:manualLayout>
      </c:layout>
      <c:pieChart>
        <c:varyColors val="1"/>
        <c:ser>
          <c:idx val="0"/>
          <c:order val="0"/>
          <c:tx>
            <c:strRef>
              <c:f>Sheet1!$B$1</c:f>
              <c:strCache>
                <c:ptCount val="1"/>
                <c:pt idx="0">
                  <c:v>Marital Status</c:v>
                </c:pt>
              </c:strCache>
            </c:strRef>
          </c:tx>
          <c:spPr>
            <a:ln w="38100">
              <a:solidFill>
                <a:schemeClr val="bg1"/>
              </a:solidFill>
            </a:ln>
          </c:spPr>
          <c:dPt>
            <c:idx val="0"/>
            <c:bubble3D val="0"/>
            <c:spPr>
              <a:solidFill>
                <a:schemeClr val="accent1"/>
              </a:solidFill>
              <a:ln w="38100">
                <a:solidFill>
                  <a:schemeClr val="bg1"/>
                </a:solid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0-F7DF-4E0A-AAE6-4C593EFF5380}"/>
              </c:ext>
            </c:extLst>
          </c:dPt>
          <c:dPt>
            <c:idx val="1"/>
            <c:bubble3D val="0"/>
            <c:spPr>
              <a:solidFill>
                <a:schemeClr val="accent2"/>
              </a:solidFill>
              <a:ln w="38100">
                <a:solidFill>
                  <a:schemeClr val="bg1"/>
                </a:solid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F7DF-4E0A-AAE6-4C593EFF5380}"/>
              </c:ext>
            </c:extLst>
          </c:dPt>
          <c:dPt>
            <c:idx val="2"/>
            <c:bubble3D val="0"/>
            <c:spPr>
              <a:solidFill>
                <a:schemeClr val="accent3"/>
              </a:solidFill>
              <a:ln w="38100">
                <a:solidFill>
                  <a:schemeClr val="bg1"/>
                </a:solid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2-F7DF-4E0A-AAE6-4C593EFF5380}"/>
              </c:ext>
            </c:extLst>
          </c:dPt>
          <c:dLbls>
            <c:dLbl>
              <c:idx val="0"/>
              <c:layout>
                <c:manualLayout>
                  <c:x val="-0.17013409985218314"/>
                  <c:y val="0.19495874348089093"/>
                </c:manualLayout>
              </c:layout>
              <c:tx>
                <c:rich>
                  <a:bodyPr rot="0" spcFirstLastPara="1" vertOverflow="ellipsis" vert="horz" wrap="square" lIns="38100" tIns="19050" rIns="38100" bIns="19050" anchor="ctr" anchorCtr="1">
                    <a:spAutoFit/>
                  </a:bodyPr>
                  <a:lstStyle/>
                  <a:p>
                    <a:pPr>
                      <a:defRPr sz="2800" b="1" i="0" u="none" strike="noStrike" kern="1200" spc="0" baseline="0">
                        <a:solidFill>
                          <a:schemeClr val="bg1"/>
                        </a:solidFill>
                        <a:latin typeface="+mn-lt"/>
                        <a:ea typeface="+mn-ea"/>
                        <a:cs typeface="+mn-cs"/>
                      </a:defRPr>
                    </a:pPr>
                    <a:fld id="{59EEBA0A-E7D0-4166-BC13-AF5988F58E94}" type="CATEGORYNAME">
                      <a:rPr lang="en-US" smtClean="0"/>
                      <a:pPr>
                        <a:defRPr sz="2800">
                          <a:solidFill>
                            <a:schemeClr val="bg1"/>
                          </a:solidFill>
                        </a:defRPr>
                      </a:pPr>
                      <a:t>[CATEGORY NAME]</a:t>
                    </a:fld>
                    <a:r>
                      <a:rPr lang="en-US" baseline="0"/>
                      <a:t> </a:t>
                    </a:r>
                    <a:fld id="{3D0DA9FE-392E-4061-860D-8E493A7B046A}" type="VALUE">
                      <a:rPr lang="en-US" baseline="0"/>
                      <a:pPr>
                        <a:defRPr sz="2800">
                          <a:solidFill>
                            <a:schemeClr val="bg1"/>
                          </a:solidFill>
                        </a:defRPr>
                      </a:pPr>
                      <a:t>[VALUE]</a:t>
                    </a:fld>
                    <a:endParaRPr lang="en-US" baseline="0"/>
                  </a:p>
                </c:rich>
              </c:tx>
              <c:spPr>
                <a:noFill/>
                <a:ln>
                  <a:noFill/>
                </a:ln>
                <a:effectLst/>
              </c:spPr>
              <c:txPr>
                <a:bodyPr rot="0" spcFirstLastPara="1" vertOverflow="ellipsis" vert="horz" wrap="square" lIns="38100" tIns="19050" rIns="38100" bIns="19050" anchor="ctr" anchorCtr="1">
                  <a:spAutoFit/>
                </a:bodyPr>
                <a:lstStyle/>
                <a:p>
                  <a:pPr>
                    <a:defRPr sz="2800" b="1" i="0" u="none" strike="noStrike" kern="1200" spc="0" baseline="0">
                      <a:solidFill>
                        <a:schemeClr val="bg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F7DF-4E0A-AAE6-4C593EFF5380}"/>
                </c:ext>
              </c:extLst>
            </c:dLbl>
            <c:dLbl>
              <c:idx val="1"/>
              <c:layout>
                <c:manualLayout>
                  <c:x val="-0.16554530678101489"/>
                  <c:y val="-0.21470140104857607"/>
                </c:manualLayout>
              </c:layout>
              <c:tx>
                <c:rich>
                  <a:bodyPr rot="0" spcFirstLastPara="1" vertOverflow="ellipsis" vert="horz" wrap="square" lIns="38100" tIns="19050" rIns="38100" bIns="19050" anchor="ctr" anchorCtr="1">
                    <a:spAutoFit/>
                  </a:bodyPr>
                  <a:lstStyle/>
                  <a:p>
                    <a:pPr>
                      <a:defRPr sz="2800" b="1" i="0" u="none" strike="noStrike" kern="1200" spc="0" baseline="0">
                        <a:solidFill>
                          <a:schemeClr val="bg1"/>
                        </a:solidFill>
                        <a:latin typeface="+mn-lt"/>
                        <a:ea typeface="+mn-ea"/>
                        <a:cs typeface="+mn-cs"/>
                      </a:defRPr>
                    </a:pPr>
                    <a:fld id="{5C232CF8-7521-4736-8188-4D5A5B6D361A}" type="CATEGORYNAME">
                      <a:rPr lang="en-US" smtClean="0"/>
                      <a:pPr>
                        <a:defRPr sz="2800">
                          <a:solidFill>
                            <a:schemeClr val="bg1"/>
                          </a:solidFill>
                        </a:defRPr>
                      </a:pPr>
                      <a:t>[CATEGORY NAME]</a:t>
                    </a:fld>
                    <a:r>
                      <a:rPr lang="en-US" baseline="0"/>
                      <a:t> </a:t>
                    </a:r>
                    <a:fld id="{A3A54A1B-CA1B-4F95-915D-5A4B37247A8E}" type="VALUE">
                      <a:rPr lang="en-US" baseline="0"/>
                      <a:pPr>
                        <a:defRPr sz="2800">
                          <a:solidFill>
                            <a:schemeClr val="bg1"/>
                          </a:solidFill>
                        </a:defRPr>
                      </a:pPr>
                      <a:t>[VALUE]</a:t>
                    </a:fld>
                    <a:endParaRPr lang="en-US" baseline="0"/>
                  </a:p>
                </c:rich>
              </c:tx>
              <c:spPr>
                <a:noFill/>
                <a:ln>
                  <a:noFill/>
                </a:ln>
                <a:effectLst/>
              </c:spPr>
              <c:txPr>
                <a:bodyPr rot="0" spcFirstLastPara="1" vertOverflow="ellipsis" vert="horz" wrap="square" lIns="38100" tIns="19050" rIns="38100" bIns="19050" anchor="ctr" anchorCtr="1">
                  <a:spAutoFit/>
                </a:bodyPr>
                <a:lstStyle/>
                <a:p>
                  <a:pPr>
                    <a:defRPr sz="2800" b="1" i="0" u="none" strike="noStrike" kern="1200" spc="0" baseline="0">
                      <a:solidFill>
                        <a:schemeClr val="bg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F7DF-4E0A-AAE6-4C593EFF5380}"/>
                </c:ext>
              </c:extLst>
            </c:dLbl>
            <c:dLbl>
              <c:idx val="2"/>
              <c:layout>
                <c:manualLayout>
                  <c:x val="0.2543744779617309"/>
                  <c:y val="8.0447247716833328E-2"/>
                </c:manualLayout>
              </c:layout>
              <c:tx>
                <c:rich>
                  <a:bodyPr rot="0" spcFirstLastPara="1" vertOverflow="ellipsis" vert="horz" wrap="square" lIns="38100" tIns="19050" rIns="38100" bIns="19050" anchor="ctr" anchorCtr="1">
                    <a:noAutofit/>
                  </a:bodyPr>
                  <a:lstStyle/>
                  <a:p>
                    <a:pPr>
                      <a:defRPr sz="2800" b="1" i="0" u="none" strike="noStrike" kern="1200" spc="0" baseline="0">
                        <a:solidFill>
                          <a:schemeClr val="bg1"/>
                        </a:solidFill>
                        <a:latin typeface="+mn-lt"/>
                        <a:ea typeface="+mn-ea"/>
                        <a:cs typeface="+mn-cs"/>
                      </a:defRPr>
                    </a:pPr>
                    <a:fld id="{CB792194-6926-4E92-B700-22036052F30D}" type="CATEGORYNAME">
                      <a:rPr lang="en-US" smtClean="0"/>
                      <a:pPr>
                        <a:defRPr sz="2800">
                          <a:solidFill>
                            <a:schemeClr val="bg1"/>
                          </a:solidFill>
                        </a:defRPr>
                      </a:pPr>
                      <a:t>[CATEGORY NAME]</a:t>
                    </a:fld>
                    <a:r>
                      <a:rPr lang="en-US" baseline="0"/>
                      <a:t> </a:t>
                    </a:r>
                    <a:fld id="{AFE3D958-89ED-417C-9671-5F3E24AF7891}" type="VALUE">
                      <a:rPr lang="en-US" baseline="0" dirty="0"/>
                      <a:pPr>
                        <a:defRPr sz="2800">
                          <a:solidFill>
                            <a:schemeClr val="bg1"/>
                          </a:solidFill>
                        </a:defRPr>
                      </a:pPr>
                      <a:t>[VALUE]</a:t>
                    </a:fld>
                    <a:endParaRPr lang="en-US" baseline="0"/>
                  </a:p>
                </c:rich>
              </c:tx>
              <c:spPr>
                <a:noFill/>
                <a:ln>
                  <a:noFill/>
                </a:ln>
                <a:effectLst/>
              </c:spPr>
              <c:txPr>
                <a:bodyPr rot="0" spcFirstLastPara="1" vertOverflow="ellipsis" vert="horz" wrap="square" lIns="38100" tIns="19050" rIns="38100" bIns="19050" anchor="ctr" anchorCtr="1">
                  <a:noAutofit/>
                </a:bodyPr>
                <a:lstStyle/>
                <a:p>
                  <a:pPr>
                    <a:defRPr sz="2800" b="1" i="0" u="none" strike="noStrike" kern="1200" spc="0" baseline="0">
                      <a:solidFill>
                        <a:schemeClr val="bg1"/>
                      </a:solidFill>
                      <a:latin typeface="+mn-lt"/>
                      <a:ea typeface="+mn-ea"/>
                      <a:cs typeface="+mn-cs"/>
                    </a:defRPr>
                  </a:pPr>
                  <a:endParaRPr lang="en-US"/>
                </a:p>
              </c:txPr>
              <c:dLblPos val="bestFit"/>
              <c:showLegendKey val="0"/>
              <c:showVal val="1"/>
              <c:showCatName val="1"/>
              <c:showSerName val="0"/>
              <c:showPercent val="0"/>
              <c:showBubbleSize val="0"/>
              <c:extLst>
                <c:ext xmlns:c15="http://schemas.microsoft.com/office/drawing/2012/chart" uri="{CE6537A1-D6FC-4f65-9D91-7224C49458BB}">
                  <c15:layout>
                    <c:manualLayout>
                      <c:w val="0.24607711048270217"/>
                      <c:h val="0.26810295943274587"/>
                    </c:manualLayout>
                  </c15:layout>
                  <c15:dlblFieldTable/>
                  <c15:showDataLabelsRange val="0"/>
                </c:ext>
                <c:ext xmlns:c16="http://schemas.microsoft.com/office/drawing/2014/chart" uri="{C3380CC4-5D6E-409C-BE32-E72D297353CC}">
                  <c16:uniqueId val="{00000002-F7DF-4E0A-AAE6-4C593EFF5380}"/>
                </c:ext>
              </c:extLst>
            </c:dLbl>
            <c:spPr>
              <a:noFill/>
              <a:ln>
                <a:noFill/>
              </a:ln>
              <a:effectLst/>
            </c:spPr>
            <c:txPr>
              <a:bodyPr rot="0" spcFirstLastPara="1" vertOverflow="ellipsis" vert="horz" wrap="square" lIns="38100" tIns="19050" rIns="38100" bIns="19050" anchor="ctr" anchorCtr="1">
                <a:spAutoFit/>
              </a:bodyPr>
              <a:lstStyle/>
              <a:p>
                <a:pPr>
                  <a:defRPr sz="2800" b="1" i="0" u="none" strike="noStrike" kern="1200" spc="0" baseline="0">
                    <a:solidFill>
                      <a:schemeClr val="bg1"/>
                    </a:solidFill>
                    <a:latin typeface="+mn-lt"/>
                    <a:ea typeface="+mn-ea"/>
                    <a:cs typeface="+mn-cs"/>
                  </a:defRPr>
                </a:pPr>
                <a:endParaRPr lang="en-US"/>
              </a:p>
            </c:txPr>
            <c:dLblPos val="outEnd"/>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Single</c:v>
                </c:pt>
                <c:pt idx="1">
                  <c:v>Married</c:v>
                </c:pt>
                <c:pt idx="2">
                  <c:v>Separated/ Divorced</c:v>
                </c:pt>
              </c:strCache>
            </c:strRef>
          </c:cat>
          <c:val>
            <c:numRef>
              <c:f>Sheet1!$B$2:$B$4</c:f>
              <c:numCache>
                <c:formatCode>0%</c:formatCode>
                <c:ptCount val="3"/>
                <c:pt idx="0">
                  <c:v>0.25</c:v>
                </c:pt>
                <c:pt idx="1">
                  <c:v>0.33</c:v>
                </c:pt>
                <c:pt idx="2">
                  <c:v>0.42</c:v>
                </c:pt>
              </c:numCache>
            </c:numRef>
          </c:val>
          <c:extLst>
            <c:ext xmlns:c16="http://schemas.microsoft.com/office/drawing/2014/chart" uri="{C3380CC4-5D6E-409C-BE32-E72D297353CC}">
              <c16:uniqueId val="{00000003-F7DF-4E0A-AAE6-4C593EFF5380}"/>
            </c:ext>
          </c:extLst>
        </c:ser>
        <c:dLbls>
          <c:dLblPos val="outEnd"/>
          <c:showLegendKey val="0"/>
          <c:showVal val="0"/>
          <c:showCatName val="1"/>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Reversed" id="23">
  <a:schemeClr val="accent3"/>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786972-37FE-44A9-AF1F-BDFD616352A7}"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n-US"/>
        </a:p>
      </dgm:t>
    </dgm:pt>
    <dgm:pt modelId="{2D1CD680-6E47-4B87-98EE-934AAD66AE8F}">
      <dgm:prSet phldrT="[Text]" custT="1"/>
      <dgm:spPr>
        <a:noFill/>
        <a:ln>
          <a:noFill/>
        </a:ln>
      </dgm:spPr>
      <dgm:t>
        <a:bodyPr/>
        <a:lstStyle/>
        <a:p>
          <a:endParaRPr lang="en-US" sz="2400"/>
        </a:p>
      </dgm:t>
    </dgm:pt>
    <dgm:pt modelId="{4D0DC3F7-8B82-44CC-9F2F-09DC078F7C10}" type="parTrans" cxnId="{CB99CDFC-57A8-41CF-877A-6B0F501B7051}">
      <dgm:prSet/>
      <dgm:spPr/>
      <dgm:t>
        <a:bodyPr/>
        <a:lstStyle/>
        <a:p>
          <a:endParaRPr lang="en-US" sz="2400"/>
        </a:p>
      </dgm:t>
    </dgm:pt>
    <dgm:pt modelId="{027C9648-7153-45FE-AF7B-8CB35836FE63}" type="sibTrans" cxnId="{CB99CDFC-57A8-41CF-877A-6B0F501B7051}">
      <dgm:prSet/>
      <dgm:spPr/>
      <dgm:t>
        <a:bodyPr/>
        <a:lstStyle/>
        <a:p>
          <a:endParaRPr lang="en-US" sz="2400"/>
        </a:p>
      </dgm:t>
    </dgm:pt>
    <dgm:pt modelId="{6A38F9B0-38F5-421B-AAF5-68E85A3801F1}">
      <dgm:prSet phldrT="[Text]" custT="1"/>
      <dgm:spPr>
        <a:solidFill>
          <a:schemeClr val="accent1"/>
        </a:solidFill>
        <a:ln w="12700" cap="flat" cmpd="sng" algn="ctr">
          <a:solidFill>
            <a:prstClr val="white">
              <a:hueOff val="0"/>
              <a:satOff val="0"/>
              <a:lumOff val="0"/>
              <a:alphaOff val="0"/>
            </a:prstClr>
          </a:solidFill>
          <a:prstDash val="solid"/>
          <a:miter lim="800000"/>
        </a:ln>
        <a:effectLst/>
      </dgm:spPr>
      <dgm:t>
        <a:bodyPr spcFirstLastPara="0" vert="horz" wrap="square" lIns="106680" tIns="106680" rIns="106680" bIns="106680" numCol="1" spcCol="1270" anchor="ctr" anchorCtr="0"/>
        <a:lstStyle/>
        <a:p>
          <a:pPr marL="0" lvl="0" indent="0" algn="ctr" defTabSz="1244600" rtl="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cs typeface="+mn-cs"/>
            </a:rPr>
            <a:t>Risk of losing steady income</a:t>
          </a:r>
        </a:p>
      </dgm:t>
    </dgm:pt>
    <dgm:pt modelId="{01ADD844-17AA-43D8-B291-7CE6BCCD9798}" type="parTrans" cxnId="{D6665141-B502-449B-9237-7FA442009FB9}">
      <dgm:prSet/>
      <dgm:spPr/>
      <dgm:t>
        <a:bodyPr/>
        <a:lstStyle/>
        <a:p>
          <a:endParaRPr lang="en-US" sz="2400"/>
        </a:p>
      </dgm:t>
    </dgm:pt>
    <dgm:pt modelId="{A07374E4-0AB9-4330-B199-4BF1F54177F1}" type="sibTrans" cxnId="{D6665141-B502-449B-9237-7FA442009FB9}">
      <dgm:prSet/>
      <dgm:spPr/>
      <dgm:t>
        <a:bodyPr/>
        <a:lstStyle/>
        <a:p>
          <a:endParaRPr lang="en-US" sz="2400"/>
        </a:p>
      </dgm:t>
    </dgm:pt>
    <dgm:pt modelId="{ECB7E061-36D1-496E-8AC6-E14F7D89E6DF}">
      <dgm:prSet phldrT="[Text]" custT="1"/>
      <dgm:spPr>
        <a:noFill/>
        <a:ln>
          <a:noFill/>
        </a:ln>
      </dgm:spPr>
      <dgm:t>
        <a:bodyPr/>
        <a:lstStyle/>
        <a:p>
          <a:endParaRPr lang="en-US" sz="2400"/>
        </a:p>
      </dgm:t>
    </dgm:pt>
    <dgm:pt modelId="{4E8EE994-E637-4659-B71A-41675B16E35E}" type="sibTrans" cxnId="{B6A59208-E488-4101-8EDB-423D6CC2A880}">
      <dgm:prSet/>
      <dgm:spPr/>
      <dgm:t>
        <a:bodyPr/>
        <a:lstStyle/>
        <a:p>
          <a:endParaRPr lang="en-US" sz="2400"/>
        </a:p>
      </dgm:t>
    </dgm:pt>
    <dgm:pt modelId="{6D788911-5398-4015-80D6-78195E7F6C3B}" type="parTrans" cxnId="{B6A59208-E488-4101-8EDB-423D6CC2A880}">
      <dgm:prSet/>
      <dgm:spPr/>
      <dgm:t>
        <a:bodyPr/>
        <a:lstStyle/>
        <a:p>
          <a:endParaRPr lang="en-US" sz="2400"/>
        </a:p>
      </dgm:t>
    </dgm:pt>
    <dgm:pt modelId="{73023F7C-44DB-449B-8C00-A5C290FFD098}">
      <dgm:prSet custT="1"/>
      <dgm:spPr>
        <a:solidFill>
          <a:schemeClr val="accent1"/>
        </a:solidFill>
        <a:ln w="12700" cap="flat" cmpd="sng" algn="ctr">
          <a:solidFill>
            <a:prstClr val="white">
              <a:hueOff val="0"/>
              <a:satOff val="0"/>
              <a:lumOff val="0"/>
              <a:alphaOff val="0"/>
            </a:prstClr>
          </a:solidFill>
          <a:prstDash val="solid"/>
          <a:miter lim="800000"/>
        </a:ln>
        <a:effectLst/>
      </dgm:spPr>
      <dgm:t>
        <a:bodyPr spcFirstLastPara="0" vert="horz" wrap="square" lIns="106680" tIns="106680" rIns="106680" bIns="106680" numCol="1" spcCol="1270" anchor="ctr" anchorCtr="0"/>
        <a:lstStyle/>
        <a:p>
          <a:pPr marL="0" lvl="0" indent="0" algn="ctr" defTabSz="1244600" rtl="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cs typeface="+mn-cs"/>
            </a:rPr>
            <a:t>Self-sufficiency/ Independence</a:t>
          </a:r>
        </a:p>
      </dgm:t>
    </dgm:pt>
    <dgm:pt modelId="{F10E3EDB-B8A4-44DD-B979-E1A64CBB8C9D}" type="parTrans" cxnId="{E8767FD8-952D-4F65-B026-666D7C49876A}">
      <dgm:prSet/>
      <dgm:spPr/>
      <dgm:t>
        <a:bodyPr/>
        <a:lstStyle/>
        <a:p>
          <a:endParaRPr lang="en-US"/>
        </a:p>
      </dgm:t>
    </dgm:pt>
    <dgm:pt modelId="{30499395-1E76-4D19-8E30-6280C51DE082}" type="sibTrans" cxnId="{E8767FD8-952D-4F65-B026-666D7C49876A}">
      <dgm:prSet/>
      <dgm:spPr/>
      <dgm:t>
        <a:bodyPr/>
        <a:lstStyle/>
        <a:p>
          <a:endParaRPr lang="en-US"/>
        </a:p>
      </dgm:t>
    </dgm:pt>
    <dgm:pt modelId="{D8BE5A1D-CAD9-444E-9FA0-9A0489B194A5}">
      <dgm:prSet custT="1"/>
      <dgm:spPr>
        <a:solidFill>
          <a:schemeClr val="accent1"/>
        </a:solidFill>
        <a:ln w="12700" cap="flat" cmpd="sng" algn="ctr">
          <a:solidFill>
            <a:prstClr val="white">
              <a:hueOff val="0"/>
              <a:satOff val="0"/>
              <a:lumOff val="0"/>
              <a:alphaOff val="0"/>
            </a:prstClr>
          </a:solidFill>
          <a:prstDash val="solid"/>
          <a:miter lim="800000"/>
        </a:ln>
        <a:effectLst/>
      </dgm:spPr>
      <dgm:t>
        <a:bodyPr spcFirstLastPara="0" vert="horz" wrap="square" lIns="106680" tIns="106680" rIns="106680" bIns="106680" numCol="1" spcCol="1270" anchor="ctr" anchorCtr="0"/>
        <a:lstStyle/>
        <a:p>
          <a:pPr marL="0" lvl="0" indent="0" algn="ctr" defTabSz="1244600" rtl="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cs typeface="+mn-cs"/>
            </a:rPr>
            <a:t>Access to work-based benefits</a:t>
          </a:r>
        </a:p>
      </dgm:t>
    </dgm:pt>
    <dgm:pt modelId="{3C42C386-EE91-437D-AC02-3D7828E3F39D}" type="parTrans" cxnId="{CFCE02D5-9EA7-403D-BAF7-7757BD614C2A}">
      <dgm:prSet/>
      <dgm:spPr/>
      <dgm:t>
        <a:bodyPr/>
        <a:lstStyle/>
        <a:p>
          <a:endParaRPr lang="en-US"/>
        </a:p>
      </dgm:t>
    </dgm:pt>
    <dgm:pt modelId="{0EAF7F1B-E6C5-446B-9F09-555DD63BC1A4}" type="sibTrans" cxnId="{CFCE02D5-9EA7-403D-BAF7-7757BD614C2A}">
      <dgm:prSet/>
      <dgm:spPr/>
      <dgm:t>
        <a:bodyPr/>
        <a:lstStyle/>
        <a:p>
          <a:endParaRPr lang="en-US"/>
        </a:p>
      </dgm:t>
    </dgm:pt>
    <dgm:pt modelId="{BC71C931-B913-447B-8A79-D679FD227A9F}">
      <dgm:prSet custT="1"/>
      <dgm:spPr>
        <a:solidFill>
          <a:schemeClr val="accent1"/>
        </a:solidFill>
        <a:ln w="12700" cap="flat" cmpd="sng" algn="ctr">
          <a:solidFill>
            <a:prstClr val="white">
              <a:hueOff val="0"/>
              <a:satOff val="0"/>
              <a:lumOff val="0"/>
              <a:alphaOff val="0"/>
            </a:prstClr>
          </a:solidFill>
          <a:prstDash val="solid"/>
          <a:miter lim="800000"/>
        </a:ln>
        <a:effectLst/>
      </dgm:spPr>
      <dgm:t>
        <a:bodyPr spcFirstLastPara="0" vert="horz" wrap="square" lIns="106680" tIns="106680" rIns="106680" bIns="106680" numCol="1" spcCol="1270" anchor="ctr" anchorCtr="0"/>
        <a:lstStyle/>
        <a:p>
          <a:pPr rtl="0"/>
          <a:r>
            <a:rPr lang="en-US" sz="2800" kern="1200">
              <a:solidFill>
                <a:schemeClr val="tx1"/>
              </a:solidFill>
              <a:effectLst/>
              <a:latin typeface="Arial Narrow" panose="020B0606020202030204" pitchFamily="34" charset="0"/>
              <a:ea typeface="Calibri" panose="020F0502020204030204" pitchFamily="34" charset="0"/>
              <a:cs typeface="+mn-cs"/>
            </a:rPr>
            <a:t>Risk losing healthcare &amp; other benefits</a:t>
          </a:r>
        </a:p>
      </dgm:t>
    </dgm:pt>
    <dgm:pt modelId="{084F2711-257A-42EC-A87C-51278D166149}" type="parTrans" cxnId="{09152828-07D9-469D-9A40-FEE2B032E473}">
      <dgm:prSet/>
      <dgm:spPr/>
      <dgm:t>
        <a:bodyPr/>
        <a:lstStyle/>
        <a:p>
          <a:endParaRPr lang="en-US"/>
        </a:p>
      </dgm:t>
    </dgm:pt>
    <dgm:pt modelId="{20618D49-5E90-4712-BA40-7776F076498E}" type="sibTrans" cxnId="{09152828-07D9-469D-9A40-FEE2B032E473}">
      <dgm:prSet/>
      <dgm:spPr/>
      <dgm:t>
        <a:bodyPr/>
        <a:lstStyle/>
        <a:p>
          <a:endParaRPr lang="en-US"/>
        </a:p>
      </dgm:t>
    </dgm:pt>
    <dgm:pt modelId="{3BA7E4F5-A711-41A7-994B-11EEDE35D366}">
      <dgm:prSet phldrT="[Text]" custT="1"/>
      <dgm:spPr>
        <a:solidFill>
          <a:schemeClr val="accent1"/>
        </a:solidFill>
        <a:ln w="12700" cap="flat" cmpd="sng" algn="ctr">
          <a:solidFill>
            <a:prstClr val="white">
              <a:hueOff val="0"/>
              <a:satOff val="0"/>
              <a:lumOff val="0"/>
              <a:alphaOff val="0"/>
            </a:prstClr>
          </a:solidFill>
          <a:prstDash val="solid"/>
          <a:miter lim="800000"/>
        </a:ln>
        <a:effectLst/>
      </dgm:spPr>
      <dgm:t>
        <a:bodyPr spcFirstLastPara="0" vert="horz" wrap="square" lIns="106680" tIns="106680" rIns="106680" bIns="106680" numCol="1" spcCol="1270" anchor="ctr" anchorCtr="0"/>
        <a:lstStyle/>
        <a:p>
          <a:pPr marL="0" lvl="0" indent="0" algn="ctr" defTabSz="1244600" rtl="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cs typeface="+mn-cs"/>
            </a:rPr>
            <a:t>Potentially higher income</a:t>
          </a:r>
        </a:p>
      </dgm:t>
    </dgm:pt>
    <dgm:pt modelId="{771BB140-5895-4B31-B4EA-AC1A81FA9487}" type="parTrans" cxnId="{EE0673B6-D996-4D28-BC1D-17771DAFA6A8}">
      <dgm:prSet/>
      <dgm:spPr/>
      <dgm:t>
        <a:bodyPr/>
        <a:lstStyle/>
        <a:p>
          <a:endParaRPr lang="en-US"/>
        </a:p>
      </dgm:t>
    </dgm:pt>
    <dgm:pt modelId="{B9E2C020-E120-4D52-9567-CA909C045E66}" type="sibTrans" cxnId="{EE0673B6-D996-4D28-BC1D-17771DAFA6A8}">
      <dgm:prSet/>
      <dgm:spPr/>
      <dgm:t>
        <a:bodyPr/>
        <a:lstStyle/>
        <a:p>
          <a:endParaRPr lang="en-US"/>
        </a:p>
      </dgm:t>
    </dgm:pt>
    <dgm:pt modelId="{91F0936F-484D-4BCD-876F-96BDA9DE013E}">
      <dgm:prSet phldrT="[Text]" custT="1"/>
      <dgm:spPr>
        <a:solidFill>
          <a:schemeClr val="accent1"/>
        </a:solidFill>
      </dgm:spPr>
      <dgm:t>
        <a:bodyPr/>
        <a:lstStyle/>
        <a:p>
          <a:pPr rtl="0">
            <a:spcAft>
              <a:spcPts val="0"/>
            </a:spcAft>
          </a:pPr>
          <a:r>
            <a:rPr lang="en-US" sz="2800">
              <a:solidFill>
                <a:schemeClr val="tx1"/>
              </a:solidFill>
              <a:effectLst/>
              <a:latin typeface="Arial Narrow" panose="020B0606020202030204" pitchFamily="34" charset="0"/>
              <a:ea typeface="Calibri" panose="020F0502020204030204" pitchFamily="34" charset="0"/>
              <a:cs typeface="+mn-cs"/>
            </a:rPr>
            <a:t>SSDI as insurance</a:t>
          </a:r>
        </a:p>
        <a:p>
          <a:pPr rtl="0">
            <a:spcAft>
              <a:spcPts val="0"/>
            </a:spcAft>
          </a:pPr>
          <a:r>
            <a:rPr lang="en-US" sz="2800">
              <a:solidFill>
                <a:schemeClr val="tx1"/>
              </a:solidFill>
              <a:effectLst/>
              <a:latin typeface="Arial Narrow" panose="020B0606020202030204" pitchFamily="34" charset="0"/>
              <a:ea typeface="Calibri" panose="020F0502020204030204" pitchFamily="34" charset="0"/>
              <a:cs typeface="+mn-cs"/>
            </a:rPr>
            <a:t>“I paid into it”</a:t>
          </a:r>
        </a:p>
      </dgm:t>
    </dgm:pt>
    <dgm:pt modelId="{037E6230-FE7E-4B23-82EA-A2D56827EB7B}" type="parTrans" cxnId="{59AE251B-2AD7-4FDD-87BE-FDA0DCB37EDB}">
      <dgm:prSet/>
      <dgm:spPr/>
      <dgm:t>
        <a:bodyPr/>
        <a:lstStyle/>
        <a:p>
          <a:endParaRPr lang="en-US"/>
        </a:p>
      </dgm:t>
    </dgm:pt>
    <dgm:pt modelId="{DE521F32-FE6F-4B89-8F2A-A3F48EA5AF38}" type="sibTrans" cxnId="{59AE251B-2AD7-4FDD-87BE-FDA0DCB37EDB}">
      <dgm:prSet/>
      <dgm:spPr/>
      <dgm:t>
        <a:bodyPr/>
        <a:lstStyle/>
        <a:p>
          <a:endParaRPr lang="en-US"/>
        </a:p>
      </dgm:t>
    </dgm:pt>
    <dgm:pt modelId="{F93AC375-F427-451A-A296-2ABB8ABCAAAC}" type="pres">
      <dgm:prSet presAssocID="{83786972-37FE-44A9-AF1F-BDFD616352A7}" presName="outerComposite" presStyleCnt="0">
        <dgm:presLayoutVars>
          <dgm:chMax val="2"/>
          <dgm:animLvl val="lvl"/>
          <dgm:resizeHandles val="exact"/>
        </dgm:presLayoutVars>
      </dgm:prSet>
      <dgm:spPr/>
    </dgm:pt>
    <dgm:pt modelId="{65C9007B-AD16-4680-B9D5-4C5F4C0B1A07}" type="pres">
      <dgm:prSet presAssocID="{83786972-37FE-44A9-AF1F-BDFD616352A7}" presName="dummyMaxCanvas" presStyleCnt="0"/>
      <dgm:spPr/>
    </dgm:pt>
    <dgm:pt modelId="{CAD13664-DFF8-4CAC-BE60-A79C3C4D426A}" type="pres">
      <dgm:prSet presAssocID="{83786972-37FE-44A9-AF1F-BDFD616352A7}" presName="parentComposite" presStyleCnt="0"/>
      <dgm:spPr/>
    </dgm:pt>
    <dgm:pt modelId="{CB8D2C1B-2921-4817-8930-200CA2078958}" type="pres">
      <dgm:prSet presAssocID="{83786972-37FE-44A9-AF1F-BDFD616352A7}" presName="parent1" presStyleLbl="alignAccFollowNode1" presStyleIdx="0" presStyleCnt="4" custLinFactNeighborX="1380" custLinFactNeighborY="28571">
        <dgm:presLayoutVars>
          <dgm:chMax val="4"/>
        </dgm:presLayoutVars>
      </dgm:prSet>
      <dgm:spPr/>
    </dgm:pt>
    <dgm:pt modelId="{E7C647C9-7465-45A3-898D-DB9AFC73AE81}" type="pres">
      <dgm:prSet presAssocID="{83786972-37FE-44A9-AF1F-BDFD616352A7}" presName="parent2" presStyleLbl="alignAccFollowNode1" presStyleIdx="1" presStyleCnt="4" custLinFactNeighborX="1380" custLinFactNeighborY="28571">
        <dgm:presLayoutVars>
          <dgm:chMax val="4"/>
        </dgm:presLayoutVars>
      </dgm:prSet>
      <dgm:spPr/>
    </dgm:pt>
    <dgm:pt modelId="{8AB83D4F-298C-4398-8A41-BCAEC2F3D39D}" type="pres">
      <dgm:prSet presAssocID="{83786972-37FE-44A9-AF1F-BDFD616352A7}" presName="childrenComposite" presStyleCnt="0"/>
      <dgm:spPr/>
    </dgm:pt>
    <dgm:pt modelId="{7DBB7D51-7B68-45B5-9EA3-F4A78DCA6F12}" type="pres">
      <dgm:prSet presAssocID="{83786972-37FE-44A9-AF1F-BDFD616352A7}" presName="dummyMaxCanvas_ChildArea" presStyleCnt="0"/>
      <dgm:spPr/>
    </dgm:pt>
    <dgm:pt modelId="{15572B2B-841A-4C25-8309-D5D9DB3860B9}" type="pres">
      <dgm:prSet presAssocID="{83786972-37FE-44A9-AF1F-BDFD616352A7}" presName="fulcrum" presStyleLbl="alignAccFollowNode1" presStyleIdx="2" presStyleCnt="4"/>
      <dgm:spPr/>
    </dgm:pt>
    <dgm:pt modelId="{5B224906-8F71-4358-80F3-EBF5A3412466}" type="pres">
      <dgm:prSet presAssocID="{83786972-37FE-44A9-AF1F-BDFD616352A7}" presName="balance_33" presStyleLbl="alignAccFollowNode1" presStyleIdx="3" presStyleCnt="4">
        <dgm:presLayoutVars>
          <dgm:bulletEnabled val="1"/>
        </dgm:presLayoutVars>
      </dgm:prSet>
      <dgm:spPr/>
    </dgm:pt>
    <dgm:pt modelId="{395AB62E-A955-4435-B231-B72072DF3A3E}" type="pres">
      <dgm:prSet presAssocID="{83786972-37FE-44A9-AF1F-BDFD616352A7}" presName="right_33_1" presStyleLbl="node1" presStyleIdx="0" presStyleCnt="6" custScaleX="155578" custLinFactNeighborX="9938" custLinFactNeighborY="-3194">
        <dgm:presLayoutVars>
          <dgm:bulletEnabled val="1"/>
        </dgm:presLayoutVars>
      </dgm:prSet>
      <dgm:spPr/>
    </dgm:pt>
    <dgm:pt modelId="{875A7900-9C35-4498-BE6D-D16304CBCDB2}" type="pres">
      <dgm:prSet presAssocID="{83786972-37FE-44A9-AF1F-BDFD616352A7}" presName="right_33_2" presStyleLbl="node1" presStyleIdx="1" presStyleCnt="6" custScaleX="155578" custLinFactNeighborX="9938" custLinFactNeighborY="-3194">
        <dgm:presLayoutVars>
          <dgm:bulletEnabled val="1"/>
        </dgm:presLayoutVars>
      </dgm:prSet>
      <dgm:spPr>
        <a:xfrm>
          <a:off x="5443846" y="2760622"/>
          <a:ext cx="3624117" cy="1087078"/>
        </a:xfrm>
        <a:prstGeom prst="roundRect">
          <a:avLst/>
        </a:prstGeom>
      </dgm:spPr>
    </dgm:pt>
    <dgm:pt modelId="{81CB8E3C-83F4-4103-9271-4129D1597DB2}" type="pres">
      <dgm:prSet presAssocID="{83786972-37FE-44A9-AF1F-BDFD616352A7}" presName="right_33_3" presStyleLbl="node1" presStyleIdx="2" presStyleCnt="6" custScaleX="155578" custLinFactNeighborX="9938" custLinFactNeighborY="-3194">
        <dgm:presLayoutVars>
          <dgm:bulletEnabled val="1"/>
        </dgm:presLayoutVars>
      </dgm:prSet>
      <dgm:spPr>
        <a:xfrm>
          <a:off x="5443846" y="1595896"/>
          <a:ext cx="3624117" cy="1087078"/>
        </a:xfrm>
        <a:prstGeom prst="roundRect">
          <a:avLst/>
        </a:prstGeom>
      </dgm:spPr>
    </dgm:pt>
    <dgm:pt modelId="{B08196B5-F2F8-4D52-8E8A-6502DAD688FF}" type="pres">
      <dgm:prSet presAssocID="{83786972-37FE-44A9-AF1F-BDFD616352A7}" presName="left_33_1" presStyleLbl="node1" presStyleIdx="3" presStyleCnt="6" custScaleX="155578" custLinFactNeighborX="-13416" custLinFactNeighborY="-2130">
        <dgm:presLayoutVars>
          <dgm:bulletEnabled val="1"/>
        </dgm:presLayoutVars>
      </dgm:prSet>
      <dgm:spPr>
        <a:xfrm>
          <a:off x="1535059" y="3936916"/>
          <a:ext cx="3624117" cy="1087078"/>
        </a:xfrm>
        <a:prstGeom prst="roundRect">
          <a:avLst/>
        </a:prstGeom>
      </dgm:spPr>
    </dgm:pt>
    <dgm:pt modelId="{03D63D4F-458D-48C2-888B-C1E5658D6973}" type="pres">
      <dgm:prSet presAssocID="{83786972-37FE-44A9-AF1F-BDFD616352A7}" presName="left_33_2" presStyleLbl="node1" presStyleIdx="4" presStyleCnt="6" custScaleX="155578" custLinFactNeighborX="-13416" custLinFactNeighborY="-2130">
        <dgm:presLayoutVars>
          <dgm:bulletEnabled val="1"/>
        </dgm:presLayoutVars>
      </dgm:prSet>
      <dgm:spPr>
        <a:xfrm>
          <a:off x="1535059" y="2772189"/>
          <a:ext cx="3624117" cy="1087078"/>
        </a:xfrm>
        <a:prstGeom prst="roundRect">
          <a:avLst/>
        </a:prstGeom>
      </dgm:spPr>
    </dgm:pt>
    <dgm:pt modelId="{F21EC717-6CBB-4898-9606-D2DD6D4275B4}" type="pres">
      <dgm:prSet presAssocID="{83786972-37FE-44A9-AF1F-BDFD616352A7}" presName="left_33_3" presStyleLbl="node1" presStyleIdx="5" presStyleCnt="6" custScaleX="155578" custLinFactNeighborX="-13416" custLinFactNeighborY="-2130">
        <dgm:presLayoutVars>
          <dgm:bulletEnabled val="1"/>
        </dgm:presLayoutVars>
      </dgm:prSet>
      <dgm:spPr>
        <a:xfrm>
          <a:off x="1535059" y="1607462"/>
          <a:ext cx="3624117" cy="1087078"/>
        </a:xfrm>
        <a:prstGeom prst="roundRect">
          <a:avLst/>
        </a:prstGeom>
      </dgm:spPr>
    </dgm:pt>
  </dgm:ptLst>
  <dgm:cxnLst>
    <dgm:cxn modelId="{8E873C03-092F-4BFB-9343-40D540D08F0E}" type="presOf" srcId="{83786972-37FE-44A9-AF1F-BDFD616352A7}" destId="{F93AC375-F427-451A-A296-2ABB8ABCAAAC}" srcOrd="0" destOrd="0" presId="urn:microsoft.com/office/officeart/2005/8/layout/balance1"/>
    <dgm:cxn modelId="{2B48A604-6CC7-4248-AFBD-D1BE58E82BBA}" type="presOf" srcId="{2D1CD680-6E47-4B87-98EE-934AAD66AE8F}" destId="{E7C647C9-7465-45A3-898D-DB9AFC73AE81}" srcOrd="0" destOrd="0" presId="urn:microsoft.com/office/officeart/2005/8/layout/balance1"/>
    <dgm:cxn modelId="{266E9305-905B-40AF-BB38-EBF4E5CB18C6}" type="presOf" srcId="{73023F7C-44DB-449B-8C00-A5C290FFD098}" destId="{B08196B5-F2F8-4D52-8E8A-6502DAD688FF}" srcOrd="0" destOrd="0" presId="urn:microsoft.com/office/officeart/2005/8/layout/balance1"/>
    <dgm:cxn modelId="{023FA005-5249-4363-8EA2-3973B60723A0}" type="presOf" srcId="{6A38F9B0-38F5-421B-AAF5-68E85A3801F1}" destId="{81CB8E3C-83F4-4103-9271-4129D1597DB2}" srcOrd="0" destOrd="0" presId="urn:microsoft.com/office/officeart/2005/8/layout/balance1"/>
    <dgm:cxn modelId="{B6A59208-E488-4101-8EDB-423D6CC2A880}" srcId="{83786972-37FE-44A9-AF1F-BDFD616352A7}" destId="{ECB7E061-36D1-496E-8AC6-E14F7D89E6DF}" srcOrd="0" destOrd="0" parTransId="{6D788911-5398-4015-80D6-78195E7F6C3B}" sibTransId="{4E8EE994-E637-4659-B71A-41675B16E35E}"/>
    <dgm:cxn modelId="{59AE251B-2AD7-4FDD-87BE-FDA0DCB37EDB}" srcId="{2D1CD680-6E47-4B87-98EE-934AAD66AE8F}" destId="{91F0936F-484D-4BCD-876F-96BDA9DE013E}" srcOrd="0" destOrd="0" parTransId="{037E6230-FE7E-4B23-82EA-A2D56827EB7B}" sibTransId="{DE521F32-FE6F-4B89-8F2A-A3F48EA5AF38}"/>
    <dgm:cxn modelId="{530C291C-EC37-4A4B-B5F8-DA34CE7F2383}" type="presOf" srcId="{BC71C931-B913-447B-8A79-D679FD227A9F}" destId="{875A7900-9C35-4498-BE6D-D16304CBCDB2}" srcOrd="0" destOrd="0" presId="urn:microsoft.com/office/officeart/2005/8/layout/balance1"/>
    <dgm:cxn modelId="{09152828-07D9-469D-9A40-FEE2B032E473}" srcId="{2D1CD680-6E47-4B87-98EE-934AAD66AE8F}" destId="{BC71C931-B913-447B-8A79-D679FD227A9F}" srcOrd="1" destOrd="0" parTransId="{084F2711-257A-42EC-A87C-51278D166149}" sibTransId="{20618D49-5E90-4712-BA40-7776F076498E}"/>
    <dgm:cxn modelId="{D894D536-8A89-4344-A2BA-F0FC3356B950}" type="presOf" srcId="{ECB7E061-36D1-496E-8AC6-E14F7D89E6DF}" destId="{CB8D2C1B-2921-4817-8930-200CA2078958}" srcOrd="0" destOrd="0" presId="urn:microsoft.com/office/officeart/2005/8/layout/balance1"/>
    <dgm:cxn modelId="{6BD99B60-9462-497F-9BF4-6824108135BA}" type="presOf" srcId="{3BA7E4F5-A711-41A7-994B-11EEDE35D366}" destId="{F21EC717-6CBB-4898-9606-D2DD6D4275B4}" srcOrd="0" destOrd="0" presId="urn:microsoft.com/office/officeart/2005/8/layout/balance1"/>
    <dgm:cxn modelId="{D6665141-B502-449B-9237-7FA442009FB9}" srcId="{2D1CD680-6E47-4B87-98EE-934AAD66AE8F}" destId="{6A38F9B0-38F5-421B-AAF5-68E85A3801F1}" srcOrd="2" destOrd="0" parTransId="{01ADD844-17AA-43D8-B291-7CE6BCCD9798}" sibTransId="{A07374E4-0AB9-4330-B199-4BF1F54177F1}"/>
    <dgm:cxn modelId="{049C2556-E86F-488F-A816-609D3C3C2A57}" type="presOf" srcId="{91F0936F-484D-4BCD-876F-96BDA9DE013E}" destId="{395AB62E-A955-4435-B231-B72072DF3A3E}" srcOrd="0" destOrd="0" presId="urn:microsoft.com/office/officeart/2005/8/layout/balance1"/>
    <dgm:cxn modelId="{EE0673B6-D996-4D28-BC1D-17771DAFA6A8}" srcId="{ECB7E061-36D1-496E-8AC6-E14F7D89E6DF}" destId="{3BA7E4F5-A711-41A7-994B-11EEDE35D366}" srcOrd="2" destOrd="0" parTransId="{771BB140-5895-4B31-B4EA-AC1A81FA9487}" sibTransId="{B9E2C020-E120-4D52-9567-CA909C045E66}"/>
    <dgm:cxn modelId="{CFCE02D5-9EA7-403D-BAF7-7757BD614C2A}" srcId="{ECB7E061-36D1-496E-8AC6-E14F7D89E6DF}" destId="{D8BE5A1D-CAD9-444E-9FA0-9A0489B194A5}" srcOrd="1" destOrd="0" parTransId="{3C42C386-EE91-437D-AC02-3D7828E3F39D}" sibTransId="{0EAF7F1B-E6C5-446B-9F09-555DD63BC1A4}"/>
    <dgm:cxn modelId="{E8767FD8-952D-4F65-B026-666D7C49876A}" srcId="{ECB7E061-36D1-496E-8AC6-E14F7D89E6DF}" destId="{73023F7C-44DB-449B-8C00-A5C290FFD098}" srcOrd="0" destOrd="0" parTransId="{F10E3EDB-B8A4-44DD-B979-E1A64CBB8C9D}" sibTransId="{30499395-1E76-4D19-8E30-6280C51DE082}"/>
    <dgm:cxn modelId="{3AE4F9FB-EB21-4A93-8558-7B6D363475B9}" type="presOf" srcId="{D8BE5A1D-CAD9-444E-9FA0-9A0489B194A5}" destId="{03D63D4F-458D-48C2-888B-C1E5658D6973}" srcOrd="0" destOrd="0" presId="urn:microsoft.com/office/officeart/2005/8/layout/balance1"/>
    <dgm:cxn modelId="{CB99CDFC-57A8-41CF-877A-6B0F501B7051}" srcId="{83786972-37FE-44A9-AF1F-BDFD616352A7}" destId="{2D1CD680-6E47-4B87-98EE-934AAD66AE8F}" srcOrd="1" destOrd="0" parTransId="{4D0DC3F7-8B82-44CC-9F2F-09DC078F7C10}" sibTransId="{027C9648-7153-45FE-AF7B-8CB35836FE63}"/>
    <dgm:cxn modelId="{9AE4CFB3-01B7-403D-99A0-9C56A6F31152}" type="presParOf" srcId="{F93AC375-F427-451A-A296-2ABB8ABCAAAC}" destId="{65C9007B-AD16-4680-B9D5-4C5F4C0B1A07}" srcOrd="0" destOrd="0" presId="urn:microsoft.com/office/officeart/2005/8/layout/balance1"/>
    <dgm:cxn modelId="{77F1E9BE-0D70-45C8-96A1-94BA540508ED}" type="presParOf" srcId="{F93AC375-F427-451A-A296-2ABB8ABCAAAC}" destId="{CAD13664-DFF8-4CAC-BE60-A79C3C4D426A}" srcOrd="1" destOrd="0" presId="urn:microsoft.com/office/officeart/2005/8/layout/balance1"/>
    <dgm:cxn modelId="{938983DB-4DCF-48A8-B6D7-C4305440E425}" type="presParOf" srcId="{CAD13664-DFF8-4CAC-BE60-A79C3C4D426A}" destId="{CB8D2C1B-2921-4817-8930-200CA2078958}" srcOrd="0" destOrd="0" presId="urn:microsoft.com/office/officeart/2005/8/layout/balance1"/>
    <dgm:cxn modelId="{4243EF5D-2A09-439F-A1E2-AE72585B5415}" type="presParOf" srcId="{CAD13664-DFF8-4CAC-BE60-A79C3C4D426A}" destId="{E7C647C9-7465-45A3-898D-DB9AFC73AE81}" srcOrd="1" destOrd="0" presId="urn:microsoft.com/office/officeart/2005/8/layout/balance1"/>
    <dgm:cxn modelId="{CFBA1EBA-F94F-43D3-92DB-FFADF4C1125F}" type="presParOf" srcId="{F93AC375-F427-451A-A296-2ABB8ABCAAAC}" destId="{8AB83D4F-298C-4398-8A41-BCAEC2F3D39D}" srcOrd="2" destOrd="0" presId="urn:microsoft.com/office/officeart/2005/8/layout/balance1"/>
    <dgm:cxn modelId="{D1997D95-283C-4FEA-86AB-698072D8E716}" type="presParOf" srcId="{8AB83D4F-298C-4398-8A41-BCAEC2F3D39D}" destId="{7DBB7D51-7B68-45B5-9EA3-F4A78DCA6F12}" srcOrd="0" destOrd="0" presId="urn:microsoft.com/office/officeart/2005/8/layout/balance1"/>
    <dgm:cxn modelId="{CC3496E9-591D-41E0-A154-C473D7FFFF8E}" type="presParOf" srcId="{8AB83D4F-298C-4398-8A41-BCAEC2F3D39D}" destId="{15572B2B-841A-4C25-8309-D5D9DB3860B9}" srcOrd="1" destOrd="0" presId="urn:microsoft.com/office/officeart/2005/8/layout/balance1"/>
    <dgm:cxn modelId="{27DEFCBB-E81F-4A03-B520-FD9C2DEA57B6}" type="presParOf" srcId="{8AB83D4F-298C-4398-8A41-BCAEC2F3D39D}" destId="{5B224906-8F71-4358-80F3-EBF5A3412466}" srcOrd="2" destOrd="0" presId="urn:microsoft.com/office/officeart/2005/8/layout/balance1"/>
    <dgm:cxn modelId="{92332BB7-2693-49F8-9782-20A19583DBA6}" type="presParOf" srcId="{8AB83D4F-298C-4398-8A41-BCAEC2F3D39D}" destId="{395AB62E-A955-4435-B231-B72072DF3A3E}" srcOrd="3" destOrd="0" presId="urn:microsoft.com/office/officeart/2005/8/layout/balance1"/>
    <dgm:cxn modelId="{6445C190-79FA-4F27-AC9A-39840E0DDABA}" type="presParOf" srcId="{8AB83D4F-298C-4398-8A41-BCAEC2F3D39D}" destId="{875A7900-9C35-4498-BE6D-D16304CBCDB2}" srcOrd="4" destOrd="0" presId="urn:microsoft.com/office/officeart/2005/8/layout/balance1"/>
    <dgm:cxn modelId="{56582FAF-7BB7-4AEF-B5DC-CF762B140CE1}" type="presParOf" srcId="{8AB83D4F-298C-4398-8A41-BCAEC2F3D39D}" destId="{81CB8E3C-83F4-4103-9271-4129D1597DB2}" srcOrd="5" destOrd="0" presId="urn:microsoft.com/office/officeart/2005/8/layout/balance1"/>
    <dgm:cxn modelId="{BA048292-058C-4939-85E6-EF99C9CC6E1B}" type="presParOf" srcId="{8AB83D4F-298C-4398-8A41-BCAEC2F3D39D}" destId="{B08196B5-F2F8-4D52-8E8A-6502DAD688FF}" srcOrd="6" destOrd="0" presId="urn:microsoft.com/office/officeart/2005/8/layout/balance1"/>
    <dgm:cxn modelId="{73A74494-32C4-4803-9F14-C00EF8D31F35}" type="presParOf" srcId="{8AB83D4F-298C-4398-8A41-BCAEC2F3D39D}" destId="{03D63D4F-458D-48C2-888B-C1E5658D6973}" srcOrd="7" destOrd="0" presId="urn:microsoft.com/office/officeart/2005/8/layout/balance1"/>
    <dgm:cxn modelId="{18367950-BA90-4F91-831A-3BA79FBC92EC}" type="presParOf" srcId="{8AB83D4F-298C-4398-8A41-BCAEC2F3D39D}" destId="{F21EC717-6CBB-4898-9606-D2DD6D4275B4}" srcOrd="8" destOrd="0" presId="urn:microsoft.com/office/officeart/2005/8/layout/balanc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3786972-37FE-44A9-AF1F-BDFD616352A7}"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n-US"/>
        </a:p>
      </dgm:t>
    </dgm:pt>
    <dgm:pt modelId="{2D1CD680-6E47-4B87-98EE-934AAD66AE8F}">
      <dgm:prSet phldrT="[Text]" custT="1"/>
      <dgm:spPr>
        <a:noFill/>
        <a:ln>
          <a:noFill/>
        </a:ln>
      </dgm:spPr>
      <dgm:t>
        <a:bodyPr/>
        <a:lstStyle/>
        <a:p>
          <a:endParaRPr lang="en-US" sz="2400">
            <a:solidFill>
              <a:schemeClr val="bg1"/>
            </a:solidFill>
            <a:latin typeface="Arial Narrow" panose="020B0606020202030204" pitchFamily="34" charset="0"/>
          </a:endParaRPr>
        </a:p>
      </dgm:t>
    </dgm:pt>
    <dgm:pt modelId="{4D0DC3F7-8B82-44CC-9F2F-09DC078F7C10}" type="parTrans" cxnId="{CB99CDFC-57A8-41CF-877A-6B0F501B7051}">
      <dgm:prSet/>
      <dgm:spPr/>
      <dgm:t>
        <a:bodyPr/>
        <a:lstStyle/>
        <a:p>
          <a:endParaRPr lang="en-US" sz="2400">
            <a:solidFill>
              <a:schemeClr val="bg1"/>
            </a:solidFill>
            <a:latin typeface="Arial Narrow" panose="020B0606020202030204" pitchFamily="34" charset="0"/>
          </a:endParaRPr>
        </a:p>
      </dgm:t>
    </dgm:pt>
    <dgm:pt modelId="{027C9648-7153-45FE-AF7B-8CB35836FE63}" type="sibTrans" cxnId="{CB99CDFC-57A8-41CF-877A-6B0F501B7051}">
      <dgm:prSet/>
      <dgm:spPr/>
      <dgm:t>
        <a:bodyPr/>
        <a:lstStyle/>
        <a:p>
          <a:endParaRPr lang="en-US" sz="2400">
            <a:solidFill>
              <a:schemeClr val="bg1"/>
            </a:solidFill>
            <a:latin typeface="Arial Narrow" panose="020B0606020202030204" pitchFamily="34" charset="0"/>
          </a:endParaRPr>
        </a:p>
      </dgm:t>
    </dgm:pt>
    <dgm:pt modelId="{ECB7E061-36D1-496E-8AC6-E14F7D89E6DF}">
      <dgm:prSet phldrT="[Text]" custT="1"/>
      <dgm:spPr>
        <a:noFill/>
        <a:ln>
          <a:noFill/>
        </a:ln>
      </dgm:spPr>
      <dgm:t>
        <a:bodyPr/>
        <a:lstStyle/>
        <a:p>
          <a:endParaRPr lang="en-US" sz="2400">
            <a:solidFill>
              <a:schemeClr val="bg1"/>
            </a:solidFill>
            <a:latin typeface="Arial Narrow" panose="020B0606020202030204" pitchFamily="34" charset="0"/>
          </a:endParaRPr>
        </a:p>
      </dgm:t>
    </dgm:pt>
    <dgm:pt modelId="{4E8EE994-E637-4659-B71A-41675B16E35E}" type="sibTrans" cxnId="{B6A59208-E488-4101-8EDB-423D6CC2A880}">
      <dgm:prSet/>
      <dgm:spPr/>
      <dgm:t>
        <a:bodyPr/>
        <a:lstStyle/>
        <a:p>
          <a:endParaRPr lang="en-US" sz="2400">
            <a:solidFill>
              <a:schemeClr val="bg1"/>
            </a:solidFill>
            <a:latin typeface="Arial Narrow" panose="020B0606020202030204" pitchFamily="34" charset="0"/>
          </a:endParaRPr>
        </a:p>
      </dgm:t>
    </dgm:pt>
    <dgm:pt modelId="{6D788911-5398-4015-80D6-78195E7F6C3B}" type="parTrans" cxnId="{B6A59208-E488-4101-8EDB-423D6CC2A880}">
      <dgm:prSet/>
      <dgm:spPr/>
      <dgm:t>
        <a:bodyPr/>
        <a:lstStyle/>
        <a:p>
          <a:endParaRPr lang="en-US" sz="2400">
            <a:solidFill>
              <a:schemeClr val="bg1"/>
            </a:solidFill>
            <a:latin typeface="Arial Narrow" panose="020B0606020202030204" pitchFamily="34" charset="0"/>
          </a:endParaRPr>
        </a:p>
      </dgm:t>
    </dgm:pt>
    <dgm:pt modelId="{BB5E2A84-DD59-49A2-8870-8ED49E5A2494}">
      <dgm:prSet custT="1"/>
      <dgm:spPr>
        <a:solidFill>
          <a:schemeClr val="accent1"/>
        </a:solidFill>
        <a:ln w="12700" cap="flat" cmpd="sng" algn="ctr">
          <a:solidFill>
            <a:prstClr val="white">
              <a:hueOff val="0"/>
              <a:satOff val="0"/>
              <a:lumOff val="0"/>
              <a:alphaOff val="0"/>
            </a:prstClr>
          </a:solidFill>
          <a:prstDash val="solid"/>
          <a:miter lim="800000"/>
        </a:ln>
        <a:effectLst/>
      </dgm:spPr>
      <dgm:t>
        <a:bodyPr spcFirstLastPara="0" vert="horz" wrap="square" lIns="106680" tIns="106680" rIns="106680" bIns="106680" numCol="1" spcCol="1270" anchor="ctr" anchorCtr="0"/>
        <a:lstStyle/>
        <a:p>
          <a:pPr rtl="0"/>
          <a:r>
            <a:rPr lang="en-US" sz="2800">
              <a:solidFill>
                <a:schemeClr val="tx1"/>
              </a:solidFill>
              <a:effectLst/>
              <a:latin typeface="Arial Narrow" panose="020B0606020202030204" pitchFamily="34" charset="0"/>
              <a:ea typeface="Calibri" panose="020F0502020204030204" pitchFamily="34" charset="0"/>
              <a:cs typeface="+mn-cs"/>
            </a:rPr>
            <a:t>Worry about providing for family if lose SSDI</a:t>
          </a:r>
        </a:p>
      </dgm:t>
    </dgm:pt>
    <dgm:pt modelId="{D4021EA8-7934-4D55-8196-DEF57C32AFC8}" type="parTrans" cxnId="{416B1DB6-EB27-47E7-9397-B1A4471CBD0C}">
      <dgm:prSet/>
      <dgm:spPr/>
      <dgm:t>
        <a:bodyPr/>
        <a:lstStyle/>
        <a:p>
          <a:endParaRPr lang="en-US" sz="2400">
            <a:solidFill>
              <a:schemeClr val="bg1"/>
            </a:solidFill>
            <a:latin typeface="Arial Narrow" panose="020B0606020202030204" pitchFamily="34" charset="0"/>
          </a:endParaRPr>
        </a:p>
      </dgm:t>
    </dgm:pt>
    <dgm:pt modelId="{94961CCE-A0F6-4147-934C-1E5A0FC0C62C}" type="sibTrans" cxnId="{416B1DB6-EB27-47E7-9397-B1A4471CBD0C}">
      <dgm:prSet/>
      <dgm:spPr/>
      <dgm:t>
        <a:bodyPr/>
        <a:lstStyle/>
        <a:p>
          <a:endParaRPr lang="en-US" sz="2400">
            <a:solidFill>
              <a:schemeClr val="bg1"/>
            </a:solidFill>
            <a:latin typeface="Arial Narrow" panose="020B0606020202030204" pitchFamily="34" charset="0"/>
          </a:endParaRPr>
        </a:p>
      </dgm:t>
    </dgm:pt>
    <dgm:pt modelId="{9917E172-B749-49F2-B8A4-5378E0E5C3B4}">
      <dgm:prSet custT="1"/>
      <dgm:spPr>
        <a:solidFill>
          <a:schemeClr val="accent1"/>
        </a:solidFill>
      </dgm:spPr>
      <dgm:t>
        <a:bodyPr/>
        <a:lstStyle/>
        <a:p>
          <a:r>
            <a:rPr lang="en-US" sz="2800">
              <a:solidFill>
                <a:schemeClr val="tx1"/>
              </a:solidFill>
              <a:effectLst/>
              <a:latin typeface="Arial Narrow" panose="020B0606020202030204" pitchFamily="34" charset="0"/>
              <a:ea typeface="Calibri" panose="020F0502020204030204" pitchFamily="34" charset="0"/>
            </a:rPr>
            <a:t>Role in family</a:t>
          </a:r>
          <a:endParaRPr lang="en-US" sz="2800" baseline="0">
            <a:solidFill>
              <a:schemeClr val="tx1"/>
            </a:solidFill>
            <a:effectLst/>
            <a:latin typeface="Arial Narrow" panose="020B0606020202030204" pitchFamily="34" charset="0"/>
            <a:ea typeface="Calibri" panose="020F0502020204030204" pitchFamily="34" charset="0"/>
          </a:endParaRPr>
        </a:p>
      </dgm:t>
    </dgm:pt>
    <dgm:pt modelId="{3B8CB77B-EFBF-4F99-BEC7-7A5777DB69AE}" type="parTrans" cxnId="{7562F501-CA00-4ECD-B976-2A0DC4E6F12F}">
      <dgm:prSet/>
      <dgm:spPr/>
      <dgm:t>
        <a:bodyPr/>
        <a:lstStyle/>
        <a:p>
          <a:endParaRPr lang="en-US" sz="2400"/>
        </a:p>
      </dgm:t>
    </dgm:pt>
    <dgm:pt modelId="{151E0DFB-CC02-46D9-B962-4D1D4E961B09}" type="sibTrans" cxnId="{7562F501-CA00-4ECD-B976-2A0DC4E6F12F}">
      <dgm:prSet/>
      <dgm:spPr/>
      <dgm:t>
        <a:bodyPr/>
        <a:lstStyle/>
        <a:p>
          <a:endParaRPr lang="en-US" sz="2400"/>
        </a:p>
      </dgm:t>
    </dgm:pt>
    <dgm:pt modelId="{E26A63DE-57C3-4C13-BEF7-29727A768FA6}">
      <dgm:prSet/>
      <dgm:spPr/>
      <dgm:t>
        <a:bodyPr/>
        <a:lstStyle/>
        <a:p>
          <a:endParaRPr lang="en-US"/>
        </a:p>
      </dgm:t>
    </dgm:pt>
    <dgm:pt modelId="{14B93565-F77E-4F88-B245-5886663A6CFD}" type="parTrans" cxnId="{C62B79A3-A52C-450C-9B03-565EA5855D70}">
      <dgm:prSet/>
      <dgm:spPr/>
      <dgm:t>
        <a:bodyPr/>
        <a:lstStyle/>
        <a:p>
          <a:endParaRPr lang="en-US" sz="2400"/>
        </a:p>
      </dgm:t>
    </dgm:pt>
    <dgm:pt modelId="{CBA85898-E254-4305-9F54-2DA732F29DB9}" type="sibTrans" cxnId="{C62B79A3-A52C-450C-9B03-565EA5855D70}">
      <dgm:prSet/>
      <dgm:spPr/>
      <dgm:t>
        <a:bodyPr/>
        <a:lstStyle/>
        <a:p>
          <a:endParaRPr lang="en-US" sz="2400"/>
        </a:p>
      </dgm:t>
    </dgm:pt>
    <dgm:pt modelId="{14A6BF2C-45DF-435F-8EFF-307F4A221428}">
      <dgm:prSet/>
      <dgm:spPr/>
      <dgm:t>
        <a:bodyPr/>
        <a:lstStyle/>
        <a:p>
          <a:endParaRPr lang="en-US"/>
        </a:p>
      </dgm:t>
    </dgm:pt>
    <dgm:pt modelId="{DC85F7FC-0C82-4FF0-8A28-B0ECB1611101}" type="parTrans" cxnId="{8EF93687-7A6F-484F-9E13-0CCFAF7188CD}">
      <dgm:prSet/>
      <dgm:spPr/>
      <dgm:t>
        <a:bodyPr/>
        <a:lstStyle/>
        <a:p>
          <a:endParaRPr lang="en-US" sz="2400"/>
        </a:p>
      </dgm:t>
    </dgm:pt>
    <dgm:pt modelId="{7EA4832C-306B-4A31-A61C-3076ECC1AF84}" type="sibTrans" cxnId="{8EF93687-7A6F-484F-9E13-0CCFAF7188CD}">
      <dgm:prSet/>
      <dgm:spPr/>
      <dgm:t>
        <a:bodyPr/>
        <a:lstStyle/>
        <a:p>
          <a:endParaRPr lang="en-US" sz="2400"/>
        </a:p>
      </dgm:t>
    </dgm:pt>
    <dgm:pt modelId="{1FAA68DB-B22C-44E0-BD6B-C318789EE2FD}">
      <dgm:prSet/>
      <dgm:spPr/>
      <dgm:t>
        <a:bodyPr/>
        <a:lstStyle/>
        <a:p>
          <a:endParaRPr lang="en-US"/>
        </a:p>
      </dgm:t>
    </dgm:pt>
    <dgm:pt modelId="{539FDF33-F16D-43D6-8D8E-622111C985F6}" type="parTrans" cxnId="{4FA33AEA-A580-4073-AC43-DC9ED83F6753}">
      <dgm:prSet/>
      <dgm:spPr/>
      <dgm:t>
        <a:bodyPr/>
        <a:lstStyle/>
        <a:p>
          <a:endParaRPr lang="en-US" sz="2400"/>
        </a:p>
      </dgm:t>
    </dgm:pt>
    <dgm:pt modelId="{80DF09B8-A21A-494A-97C5-79527C89AC7D}" type="sibTrans" cxnId="{4FA33AEA-A580-4073-AC43-DC9ED83F6753}">
      <dgm:prSet/>
      <dgm:spPr/>
      <dgm:t>
        <a:bodyPr/>
        <a:lstStyle/>
        <a:p>
          <a:endParaRPr lang="en-US" sz="2400"/>
        </a:p>
      </dgm:t>
    </dgm:pt>
    <dgm:pt modelId="{E19CDDC0-0EE8-4DD4-8DA9-2298BE05B664}">
      <dgm:prSet/>
      <dgm:spPr/>
      <dgm:t>
        <a:bodyPr/>
        <a:lstStyle/>
        <a:p>
          <a:endParaRPr lang="en-US"/>
        </a:p>
      </dgm:t>
    </dgm:pt>
    <dgm:pt modelId="{17BD1DB2-1C52-4BCF-BE77-B7CCE7C13184}" type="parTrans" cxnId="{33588612-2013-4597-AA24-52B8BDB0A70B}">
      <dgm:prSet/>
      <dgm:spPr/>
      <dgm:t>
        <a:bodyPr/>
        <a:lstStyle/>
        <a:p>
          <a:endParaRPr lang="en-US" sz="2400"/>
        </a:p>
      </dgm:t>
    </dgm:pt>
    <dgm:pt modelId="{AE38622C-7971-45A7-B367-837860EE3302}" type="sibTrans" cxnId="{33588612-2013-4597-AA24-52B8BDB0A70B}">
      <dgm:prSet/>
      <dgm:spPr/>
      <dgm:t>
        <a:bodyPr/>
        <a:lstStyle/>
        <a:p>
          <a:endParaRPr lang="en-US" sz="2400"/>
        </a:p>
      </dgm:t>
    </dgm:pt>
    <dgm:pt modelId="{1D772D56-5D0E-489F-AAB0-331C14D2CD8E}">
      <dgm:prSet phldrT="[Text]"/>
      <dgm:spPr/>
      <dgm:t>
        <a:bodyPr/>
        <a:lstStyle/>
        <a:p>
          <a:endParaRPr lang="en-US" sz="2400">
            <a:solidFill>
              <a:schemeClr val="bg1"/>
            </a:solidFill>
            <a:latin typeface="Arial Narrow" panose="020B0606020202030204" pitchFamily="34" charset="0"/>
          </a:endParaRPr>
        </a:p>
      </dgm:t>
    </dgm:pt>
    <dgm:pt modelId="{5E6151F7-A6C2-41FE-B7E6-3C5F2832D5A9}" type="parTrans" cxnId="{20B4BC7E-5E07-4E85-9012-911959C285CC}">
      <dgm:prSet/>
      <dgm:spPr/>
      <dgm:t>
        <a:bodyPr/>
        <a:lstStyle/>
        <a:p>
          <a:endParaRPr lang="en-US" sz="2400"/>
        </a:p>
      </dgm:t>
    </dgm:pt>
    <dgm:pt modelId="{F91C06A4-1396-4A46-8C8B-B5A41CA1C71B}" type="sibTrans" cxnId="{20B4BC7E-5E07-4E85-9012-911959C285CC}">
      <dgm:prSet/>
      <dgm:spPr/>
      <dgm:t>
        <a:bodyPr/>
        <a:lstStyle/>
        <a:p>
          <a:endParaRPr lang="en-US" sz="2400"/>
        </a:p>
      </dgm:t>
    </dgm:pt>
    <dgm:pt modelId="{D204039F-F028-4689-8BFD-DAAC9964A8ED}">
      <dgm:prSet custT="1"/>
      <dgm:spPr>
        <a:solidFill>
          <a:schemeClr val="accent1"/>
        </a:solidFill>
        <a:ln w="12700" cap="flat" cmpd="sng" algn="ctr">
          <a:solidFill>
            <a:prstClr val="white">
              <a:hueOff val="0"/>
              <a:satOff val="0"/>
              <a:lumOff val="0"/>
              <a:alphaOff val="0"/>
            </a:prstClr>
          </a:solidFill>
          <a:prstDash val="solid"/>
          <a:miter lim="800000"/>
        </a:ln>
        <a:effectLst/>
      </dgm:spPr>
      <dgm:t>
        <a:bodyPr spcFirstLastPara="0" vert="horz" wrap="square" lIns="106680" tIns="106680" rIns="106680" bIns="106680" numCol="1" spcCol="1270" anchor="ctr" anchorCtr="0"/>
        <a:lstStyle/>
        <a:p>
          <a:pPr marL="0" lvl="0" indent="0" algn="ctr" defTabSz="1244600" rtl="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cs typeface="+mn-cs"/>
            </a:rPr>
            <a:t>Less time to spend with family</a:t>
          </a:r>
        </a:p>
      </dgm:t>
    </dgm:pt>
    <dgm:pt modelId="{8984ED50-8CB1-4866-A858-B44E66C18AB4}" type="parTrans" cxnId="{836E2EE0-AAA3-4E78-96CD-30262EC6E6D6}">
      <dgm:prSet/>
      <dgm:spPr/>
      <dgm:t>
        <a:bodyPr/>
        <a:lstStyle/>
        <a:p>
          <a:endParaRPr lang="en-US" sz="2400"/>
        </a:p>
      </dgm:t>
    </dgm:pt>
    <dgm:pt modelId="{30D28ED2-7359-4DAF-9BC2-A55E9ACBE8DC}" type="sibTrans" cxnId="{836E2EE0-AAA3-4E78-96CD-30262EC6E6D6}">
      <dgm:prSet/>
      <dgm:spPr/>
      <dgm:t>
        <a:bodyPr/>
        <a:lstStyle/>
        <a:p>
          <a:endParaRPr lang="en-US" sz="2400"/>
        </a:p>
      </dgm:t>
    </dgm:pt>
    <dgm:pt modelId="{12E024C7-93A3-4E5C-91AE-C62E509633BA}">
      <dgm:prSet phldrT="[Text]" custT="1"/>
      <dgm:spPr>
        <a:solidFill>
          <a:schemeClr val="accent1"/>
        </a:solidFill>
      </dgm:spPr>
      <dgm:t>
        <a:bodyPr/>
        <a:lstStyle/>
        <a:p>
          <a:r>
            <a:rPr lang="en-US" sz="2800">
              <a:solidFill>
                <a:schemeClr val="tx1"/>
              </a:solidFill>
              <a:effectLst/>
              <a:latin typeface="Arial Narrow" panose="020B0606020202030204" pitchFamily="34" charset="0"/>
              <a:ea typeface="Calibri" panose="020F0502020204030204" pitchFamily="34" charset="0"/>
            </a:rPr>
            <a:t>Providing for basic needs</a:t>
          </a:r>
        </a:p>
      </dgm:t>
    </dgm:pt>
    <dgm:pt modelId="{9CE26DE1-5388-4DA0-835D-D35BA02FAD65}" type="parTrans" cxnId="{90FB48A1-6C84-4D3A-9DCA-B64F31AA5B00}">
      <dgm:prSet/>
      <dgm:spPr/>
      <dgm:t>
        <a:bodyPr/>
        <a:lstStyle/>
        <a:p>
          <a:endParaRPr lang="en-US"/>
        </a:p>
      </dgm:t>
    </dgm:pt>
    <dgm:pt modelId="{B3B35258-8DBA-455A-B294-FF8513D3C213}" type="sibTrans" cxnId="{90FB48A1-6C84-4D3A-9DCA-B64F31AA5B00}">
      <dgm:prSet/>
      <dgm:spPr/>
      <dgm:t>
        <a:bodyPr/>
        <a:lstStyle/>
        <a:p>
          <a:endParaRPr lang="en-US"/>
        </a:p>
      </dgm:t>
    </dgm:pt>
    <dgm:pt modelId="{ED41100D-2FD2-4BD0-9C70-6E6B00FA7B20}">
      <dgm:prSet custT="1"/>
      <dgm:spPr>
        <a:solidFill>
          <a:schemeClr val="accent1"/>
        </a:solidFill>
      </dgm:spPr>
      <dgm:t>
        <a:bodyPr/>
        <a:lstStyle/>
        <a:p>
          <a:r>
            <a:rPr lang="en-US" sz="2800" baseline="0">
              <a:solidFill>
                <a:schemeClr val="tx1"/>
              </a:solidFill>
              <a:effectLst/>
              <a:latin typeface="Arial Narrow" panose="020B0606020202030204" pitchFamily="34" charset="0"/>
              <a:ea typeface="Calibri" panose="020F0502020204030204" pitchFamily="34" charset="0"/>
            </a:rPr>
            <a:t>Helping adult family members</a:t>
          </a:r>
          <a:endParaRPr lang="en-US" sz="2800">
            <a:solidFill>
              <a:schemeClr val="tx1"/>
            </a:solidFill>
            <a:effectLst/>
            <a:latin typeface="Arial Narrow" panose="020B0606020202030204" pitchFamily="34" charset="0"/>
            <a:ea typeface="Calibri" panose="020F0502020204030204" pitchFamily="34" charset="0"/>
          </a:endParaRPr>
        </a:p>
      </dgm:t>
    </dgm:pt>
    <dgm:pt modelId="{98C3830A-C037-44F8-A337-CA8A26622F60}" type="parTrans" cxnId="{404BBA97-527C-4E1E-9EF3-F50BA996380F}">
      <dgm:prSet/>
      <dgm:spPr/>
      <dgm:t>
        <a:bodyPr/>
        <a:lstStyle/>
        <a:p>
          <a:endParaRPr lang="en-US"/>
        </a:p>
      </dgm:t>
    </dgm:pt>
    <dgm:pt modelId="{647BA672-4242-42A7-94F3-131A2DDC13FD}" type="sibTrans" cxnId="{404BBA97-527C-4E1E-9EF3-F50BA996380F}">
      <dgm:prSet/>
      <dgm:spPr/>
      <dgm:t>
        <a:bodyPr/>
        <a:lstStyle/>
        <a:p>
          <a:endParaRPr lang="en-US"/>
        </a:p>
      </dgm:t>
    </dgm:pt>
    <dgm:pt modelId="{8ED059F6-C520-439D-B8F4-B32FA0C03FD0}">
      <dgm:prSet phldrT="[Text]" custT="1"/>
      <dgm:spPr>
        <a:solidFill>
          <a:schemeClr val="accent1"/>
        </a:solidFill>
        <a:ln w="12700" cap="flat" cmpd="sng" algn="ctr">
          <a:solidFill>
            <a:prstClr val="white">
              <a:hueOff val="0"/>
              <a:satOff val="0"/>
              <a:lumOff val="0"/>
              <a:alphaOff val="0"/>
            </a:prstClr>
          </a:solidFill>
          <a:prstDash val="solid"/>
          <a:miter lim="800000"/>
        </a:ln>
        <a:effectLst/>
      </dgm:spPr>
      <dgm:t>
        <a:bodyPr spcFirstLastPara="0" vert="horz" wrap="square" lIns="106680" tIns="106680" rIns="106680" bIns="106680" numCol="1" spcCol="1270" anchor="ctr" anchorCtr="0"/>
        <a:lstStyle/>
        <a:p>
          <a:pPr marL="0" lvl="0" indent="0" algn="ctr" defTabSz="1244600" rtl="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cs typeface="+mn-cs"/>
            </a:rPr>
            <a:t>SSDI and other benefits to children</a:t>
          </a:r>
        </a:p>
      </dgm:t>
    </dgm:pt>
    <dgm:pt modelId="{D053CD69-1A5F-46AB-BB33-9D2FBB555501}" type="parTrans" cxnId="{2E67C56F-295C-4055-9A6F-CF8276C8E742}">
      <dgm:prSet/>
      <dgm:spPr/>
      <dgm:t>
        <a:bodyPr/>
        <a:lstStyle/>
        <a:p>
          <a:endParaRPr lang="en-US"/>
        </a:p>
      </dgm:t>
    </dgm:pt>
    <dgm:pt modelId="{F7810D87-6C68-4EE7-ADCA-FCF2D493871A}" type="sibTrans" cxnId="{2E67C56F-295C-4055-9A6F-CF8276C8E742}">
      <dgm:prSet/>
      <dgm:spPr/>
      <dgm:t>
        <a:bodyPr/>
        <a:lstStyle/>
        <a:p>
          <a:endParaRPr lang="en-US"/>
        </a:p>
      </dgm:t>
    </dgm:pt>
    <dgm:pt modelId="{7EF25AD7-658A-490E-A61F-EFBC29C66900}">
      <dgm:prSet custT="1"/>
      <dgm:spPr>
        <a:solidFill>
          <a:schemeClr val="accent1"/>
        </a:solidFill>
        <a:ln w="12700" cap="flat" cmpd="sng" algn="ctr">
          <a:solidFill>
            <a:prstClr val="white">
              <a:hueOff val="0"/>
              <a:satOff val="0"/>
              <a:lumOff val="0"/>
              <a:alphaOff val="0"/>
            </a:prstClr>
          </a:solidFill>
          <a:prstDash val="solid"/>
          <a:miter lim="800000"/>
        </a:ln>
        <a:effectLst/>
      </dgm:spPr>
      <dgm:t>
        <a:bodyPr spcFirstLastPara="0" vert="horz" wrap="square" lIns="106680" tIns="106680" rIns="106680" bIns="106680" numCol="1" spcCol="1270" anchor="ctr" anchorCtr="0"/>
        <a:lstStyle/>
        <a:p>
          <a:pPr marL="0" lvl="0" indent="0" algn="ctr" defTabSz="1244600" rtl="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cs typeface="+mn-cs"/>
            </a:rPr>
            <a:t>Caregiving responsibilities</a:t>
          </a:r>
        </a:p>
      </dgm:t>
    </dgm:pt>
    <dgm:pt modelId="{F63B5531-746C-40BF-9810-EFE471D3D0D2}" type="parTrans" cxnId="{2F8E30FA-DAB3-4DD7-9B86-1A8CCC5D461D}">
      <dgm:prSet/>
      <dgm:spPr/>
      <dgm:t>
        <a:bodyPr/>
        <a:lstStyle/>
        <a:p>
          <a:endParaRPr lang="en-US"/>
        </a:p>
      </dgm:t>
    </dgm:pt>
    <dgm:pt modelId="{D356F2FA-18C3-46CF-9041-7B872BD52810}" type="sibTrans" cxnId="{2F8E30FA-DAB3-4DD7-9B86-1A8CCC5D461D}">
      <dgm:prSet/>
      <dgm:spPr/>
      <dgm:t>
        <a:bodyPr/>
        <a:lstStyle/>
        <a:p>
          <a:endParaRPr lang="en-US"/>
        </a:p>
      </dgm:t>
    </dgm:pt>
    <dgm:pt modelId="{6BCD65E6-B1A5-4C11-8225-88D6089AAC93}">
      <dgm:prSet custT="1"/>
      <dgm:spPr>
        <a:solidFill>
          <a:schemeClr val="accent1"/>
        </a:solidFill>
      </dgm:spPr>
      <dgm:t>
        <a:bodyPr/>
        <a:lstStyle/>
        <a:p>
          <a:r>
            <a:rPr lang="en-US" sz="2800">
              <a:solidFill>
                <a:schemeClr val="tx1"/>
              </a:solidFill>
              <a:effectLst/>
              <a:latin typeface="Arial Narrow" panose="020B0606020202030204" pitchFamily="34" charset="0"/>
              <a:ea typeface="Calibri" panose="020F0502020204030204" pitchFamily="34" charset="0"/>
            </a:rPr>
            <a:t>Visiting, going to family outings, buying gifts</a:t>
          </a:r>
          <a:endParaRPr lang="en-US" sz="2800" baseline="0">
            <a:solidFill>
              <a:schemeClr val="tx1"/>
            </a:solidFill>
            <a:effectLst/>
            <a:latin typeface="Arial Narrow" panose="020B0606020202030204" pitchFamily="34" charset="0"/>
            <a:ea typeface="Calibri" panose="020F0502020204030204" pitchFamily="34" charset="0"/>
          </a:endParaRPr>
        </a:p>
      </dgm:t>
    </dgm:pt>
    <dgm:pt modelId="{C3289968-D86D-4886-BB05-10FC68DB914C}" type="parTrans" cxnId="{C249A243-9CD4-4676-B1DF-3E6F6F9DA17B}">
      <dgm:prSet/>
      <dgm:spPr/>
      <dgm:t>
        <a:bodyPr/>
        <a:lstStyle/>
        <a:p>
          <a:endParaRPr lang="en-US"/>
        </a:p>
      </dgm:t>
    </dgm:pt>
    <dgm:pt modelId="{93C9B9E9-6637-4B19-B918-8459D4288DF6}" type="sibTrans" cxnId="{C249A243-9CD4-4676-B1DF-3E6F6F9DA17B}">
      <dgm:prSet/>
      <dgm:spPr/>
      <dgm:t>
        <a:bodyPr/>
        <a:lstStyle/>
        <a:p>
          <a:endParaRPr lang="en-US"/>
        </a:p>
      </dgm:t>
    </dgm:pt>
    <dgm:pt modelId="{F93AC375-F427-451A-A296-2ABB8ABCAAAC}" type="pres">
      <dgm:prSet presAssocID="{83786972-37FE-44A9-AF1F-BDFD616352A7}" presName="outerComposite" presStyleCnt="0">
        <dgm:presLayoutVars>
          <dgm:chMax val="2"/>
          <dgm:animLvl val="lvl"/>
          <dgm:resizeHandles val="exact"/>
        </dgm:presLayoutVars>
      </dgm:prSet>
      <dgm:spPr/>
    </dgm:pt>
    <dgm:pt modelId="{65C9007B-AD16-4680-B9D5-4C5F4C0B1A07}" type="pres">
      <dgm:prSet presAssocID="{83786972-37FE-44A9-AF1F-BDFD616352A7}" presName="dummyMaxCanvas" presStyleCnt="0"/>
      <dgm:spPr/>
    </dgm:pt>
    <dgm:pt modelId="{CAD13664-DFF8-4CAC-BE60-A79C3C4D426A}" type="pres">
      <dgm:prSet presAssocID="{83786972-37FE-44A9-AF1F-BDFD616352A7}" presName="parentComposite" presStyleCnt="0"/>
      <dgm:spPr/>
    </dgm:pt>
    <dgm:pt modelId="{CB8D2C1B-2921-4817-8930-200CA2078958}" type="pres">
      <dgm:prSet presAssocID="{83786972-37FE-44A9-AF1F-BDFD616352A7}" presName="parent1" presStyleLbl="alignAccFollowNode1" presStyleIdx="0" presStyleCnt="4" custLinFactNeighborX="1380" custLinFactNeighborY="28571">
        <dgm:presLayoutVars>
          <dgm:chMax val="4"/>
        </dgm:presLayoutVars>
      </dgm:prSet>
      <dgm:spPr/>
    </dgm:pt>
    <dgm:pt modelId="{E7C647C9-7465-45A3-898D-DB9AFC73AE81}" type="pres">
      <dgm:prSet presAssocID="{83786972-37FE-44A9-AF1F-BDFD616352A7}" presName="parent2" presStyleLbl="alignAccFollowNode1" presStyleIdx="1" presStyleCnt="4" custLinFactNeighborX="1380" custLinFactNeighborY="28571">
        <dgm:presLayoutVars>
          <dgm:chMax val="4"/>
        </dgm:presLayoutVars>
      </dgm:prSet>
      <dgm:spPr/>
    </dgm:pt>
    <dgm:pt modelId="{8AB83D4F-298C-4398-8A41-BCAEC2F3D39D}" type="pres">
      <dgm:prSet presAssocID="{83786972-37FE-44A9-AF1F-BDFD616352A7}" presName="childrenComposite" presStyleCnt="0"/>
      <dgm:spPr/>
    </dgm:pt>
    <dgm:pt modelId="{7DBB7D51-7B68-45B5-9EA3-F4A78DCA6F12}" type="pres">
      <dgm:prSet presAssocID="{83786972-37FE-44A9-AF1F-BDFD616352A7}" presName="dummyMaxCanvas_ChildArea" presStyleCnt="0"/>
      <dgm:spPr/>
    </dgm:pt>
    <dgm:pt modelId="{15572B2B-841A-4C25-8309-D5D9DB3860B9}" type="pres">
      <dgm:prSet presAssocID="{83786972-37FE-44A9-AF1F-BDFD616352A7}" presName="fulcrum" presStyleLbl="alignAccFollowNode1" presStyleIdx="2" presStyleCnt="4"/>
      <dgm:spPr/>
    </dgm:pt>
    <dgm:pt modelId="{47011C89-E0F7-4C95-A932-3BC9DF2ADECB}" type="pres">
      <dgm:prSet presAssocID="{83786972-37FE-44A9-AF1F-BDFD616352A7}" presName="balance_44" presStyleLbl="alignAccFollowNode1" presStyleIdx="3" presStyleCnt="4">
        <dgm:presLayoutVars>
          <dgm:bulletEnabled val="1"/>
        </dgm:presLayoutVars>
      </dgm:prSet>
      <dgm:spPr/>
    </dgm:pt>
    <dgm:pt modelId="{6B6D26C4-3325-43FF-9FF6-AF2FA9D2B83B}" type="pres">
      <dgm:prSet presAssocID="{83786972-37FE-44A9-AF1F-BDFD616352A7}" presName="right_44_1" presStyleLbl="node1" presStyleIdx="0" presStyleCnt="8" custScaleX="191545" custLinFactNeighborX="29725" custLinFactNeighborY="-7655">
        <dgm:presLayoutVars>
          <dgm:bulletEnabled val="1"/>
        </dgm:presLayoutVars>
      </dgm:prSet>
      <dgm:spPr>
        <a:xfrm>
          <a:off x="5485858" y="4188933"/>
          <a:ext cx="4461951" cy="797190"/>
        </a:xfrm>
        <a:prstGeom prst="roundRect">
          <a:avLst/>
        </a:prstGeom>
      </dgm:spPr>
    </dgm:pt>
    <dgm:pt modelId="{767D1679-23B9-49D5-A70D-35D200041468}" type="pres">
      <dgm:prSet presAssocID="{83786972-37FE-44A9-AF1F-BDFD616352A7}" presName="right_44_2" presStyleLbl="node1" presStyleIdx="1" presStyleCnt="8" custScaleX="191545" custLinFactNeighborX="29725" custLinFactNeighborY="-7655">
        <dgm:presLayoutVars>
          <dgm:bulletEnabled val="1"/>
        </dgm:presLayoutVars>
      </dgm:prSet>
      <dgm:spPr>
        <a:xfrm>
          <a:off x="5485858" y="3329623"/>
          <a:ext cx="4461951" cy="797190"/>
        </a:xfrm>
        <a:prstGeom prst="roundRect">
          <a:avLst/>
        </a:prstGeom>
      </dgm:spPr>
    </dgm:pt>
    <dgm:pt modelId="{98B245B5-C9FE-4A3C-99BE-28C56EA31328}" type="pres">
      <dgm:prSet presAssocID="{83786972-37FE-44A9-AF1F-BDFD616352A7}" presName="right_44_3" presStyleLbl="node1" presStyleIdx="2" presStyleCnt="8" custScaleX="191545" custLinFactNeighborX="29725" custLinFactNeighborY="-7655">
        <dgm:presLayoutVars>
          <dgm:bulletEnabled val="1"/>
        </dgm:presLayoutVars>
      </dgm:prSet>
      <dgm:spPr>
        <a:xfrm>
          <a:off x="5485858" y="2470314"/>
          <a:ext cx="4461951" cy="797190"/>
        </a:xfrm>
        <a:prstGeom prst="roundRect">
          <a:avLst/>
        </a:prstGeom>
      </dgm:spPr>
    </dgm:pt>
    <dgm:pt modelId="{5E41755E-4A32-469D-A5E1-CCF4B3596320}" type="pres">
      <dgm:prSet presAssocID="{83786972-37FE-44A9-AF1F-BDFD616352A7}" presName="right_44_4" presStyleLbl="node1" presStyleIdx="3" presStyleCnt="8" custScaleX="191545" custLinFactNeighborX="29725" custLinFactNeighborY="-7655">
        <dgm:presLayoutVars>
          <dgm:bulletEnabled val="1"/>
        </dgm:presLayoutVars>
      </dgm:prSet>
      <dgm:spPr>
        <a:xfrm>
          <a:off x="5485858" y="1595475"/>
          <a:ext cx="4461951" cy="797190"/>
        </a:xfrm>
        <a:prstGeom prst="roundRect">
          <a:avLst/>
        </a:prstGeom>
      </dgm:spPr>
    </dgm:pt>
    <dgm:pt modelId="{A3823A32-C867-462F-8B7E-7181F63CCCB6}" type="pres">
      <dgm:prSet presAssocID="{83786972-37FE-44A9-AF1F-BDFD616352A7}" presName="left_44_1" presStyleLbl="node1" presStyleIdx="4" presStyleCnt="8" custScaleX="191545" custLinFactNeighborX="-33478" custLinFactNeighborY="-7655">
        <dgm:presLayoutVars>
          <dgm:bulletEnabled val="1"/>
        </dgm:presLayoutVars>
      </dgm:prSet>
      <dgm:spPr/>
    </dgm:pt>
    <dgm:pt modelId="{FA59F960-18B1-4C8B-9024-18DF4B66E41D}" type="pres">
      <dgm:prSet presAssocID="{83786972-37FE-44A9-AF1F-BDFD616352A7}" presName="left_44_2" presStyleLbl="node1" presStyleIdx="5" presStyleCnt="8" custScaleX="191545" custLinFactNeighborX="-33478" custLinFactNeighborY="-7655">
        <dgm:presLayoutVars>
          <dgm:bulletEnabled val="1"/>
        </dgm:presLayoutVars>
      </dgm:prSet>
      <dgm:spPr/>
    </dgm:pt>
    <dgm:pt modelId="{EEDC8F6D-84F3-485D-90A4-C6BC4DE8D7C6}" type="pres">
      <dgm:prSet presAssocID="{83786972-37FE-44A9-AF1F-BDFD616352A7}" presName="left_44_3" presStyleLbl="node1" presStyleIdx="6" presStyleCnt="8" custScaleX="191545" custLinFactNeighborX="-33478" custLinFactNeighborY="-7655">
        <dgm:presLayoutVars>
          <dgm:bulletEnabled val="1"/>
        </dgm:presLayoutVars>
      </dgm:prSet>
      <dgm:spPr/>
    </dgm:pt>
    <dgm:pt modelId="{90069ED3-AFFB-45B8-B09C-EAB4AF4C740D}" type="pres">
      <dgm:prSet presAssocID="{83786972-37FE-44A9-AF1F-BDFD616352A7}" presName="left_44_4" presStyleLbl="node1" presStyleIdx="7" presStyleCnt="8" custScaleX="191545" custLinFactNeighborX="-33478" custLinFactNeighborY="-7655">
        <dgm:presLayoutVars>
          <dgm:bulletEnabled val="1"/>
        </dgm:presLayoutVars>
      </dgm:prSet>
      <dgm:spPr/>
    </dgm:pt>
  </dgm:ptLst>
  <dgm:cxnLst>
    <dgm:cxn modelId="{7562F501-CA00-4ECD-B976-2A0DC4E6F12F}" srcId="{ECB7E061-36D1-496E-8AC6-E14F7D89E6DF}" destId="{9917E172-B749-49F2-B8A4-5378E0E5C3B4}" srcOrd="1" destOrd="0" parTransId="{3B8CB77B-EFBF-4F99-BEC7-7A5777DB69AE}" sibTransId="{151E0DFB-CC02-46D9-B962-4D1D4E961B09}"/>
    <dgm:cxn modelId="{E4302104-0554-4D77-974A-C554C52C903D}" type="presOf" srcId="{8ED059F6-C520-439D-B8F4-B32FA0C03FD0}" destId="{98B245B5-C9FE-4A3C-99BE-28C56EA31328}" srcOrd="0" destOrd="0" presId="urn:microsoft.com/office/officeart/2005/8/layout/balance1"/>
    <dgm:cxn modelId="{B6A59208-E488-4101-8EDB-423D6CC2A880}" srcId="{83786972-37FE-44A9-AF1F-BDFD616352A7}" destId="{ECB7E061-36D1-496E-8AC6-E14F7D89E6DF}" srcOrd="0" destOrd="0" parTransId="{6D788911-5398-4015-80D6-78195E7F6C3B}" sibTransId="{4E8EE994-E637-4659-B71A-41675B16E35E}"/>
    <dgm:cxn modelId="{33588612-2013-4597-AA24-52B8BDB0A70B}" srcId="{E26A63DE-57C3-4C13-BEF7-29727A768FA6}" destId="{E19CDDC0-0EE8-4DD4-8DA9-2298BE05B664}" srcOrd="2" destOrd="0" parTransId="{17BD1DB2-1C52-4BCF-BE77-B7CCE7C13184}" sibTransId="{AE38622C-7971-45A7-B367-837860EE3302}"/>
    <dgm:cxn modelId="{18989331-E475-46C4-A37E-97987203D6C5}" type="presOf" srcId="{7EF25AD7-658A-490E-A61F-EFBC29C66900}" destId="{767D1679-23B9-49D5-A70D-35D200041468}" srcOrd="0" destOrd="0" presId="urn:microsoft.com/office/officeart/2005/8/layout/balance1"/>
    <dgm:cxn modelId="{86033839-0D81-419F-85A7-6F9F6CB0B918}" type="presOf" srcId="{83786972-37FE-44A9-AF1F-BDFD616352A7}" destId="{F93AC375-F427-451A-A296-2ABB8ABCAAAC}" srcOrd="0" destOrd="0" presId="urn:microsoft.com/office/officeart/2005/8/layout/balance1"/>
    <dgm:cxn modelId="{C249A243-9CD4-4676-B1DF-3E6F6F9DA17B}" srcId="{ECB7E061-36D1-496E-8AC6-E14F7D89E6DF}" destId="{6BCD65E6-B1A5-4C11-8225-88D6089AAC93}" srcOrd="0" destOrd="0" parTransId="{C3289968-D86D-4886-BB05-10FC68DB914C}" sibTransId="{93C9B9E9-6637-4B19-B918-8459D4288DF6}"/>
    <dgm:cxn modelId="{DFA93166-CB48-4CFA-AADE-257C3B742953}" type="presOf" srcId="{2D1CD680-6E47-4B87-98EE-934AAD66AE8F}" destId="{E7C647C9-7465-45A3-898D-DB9AFC73AE81}" srcOrd="0" destOrd="0" presId="urn:microsoft.com/office/officeart/2005/8/layout/balance1"/>
    <dgm:cxn modelId="{2E67C56F-295C-4055-9A6F-CF8276C8E742}" srcId="{2D1CD680-6E47-4B87-98EE-934AAD66AE8F}" destId="{8ED059F6-C520-439D-B8F4-B32FA0C03FD0}" srcOrd="2" destOrd="0" parTransId="{D053CD69-1A5F-46AB-BB33-9D2FBB555501}" sibTransId="{F7810D87-6C68-4EE7-ADCA-FCF2D493871A}"/>
    <dgm:cxn modelId="{9AB58758-61D6-4FB8-87BC-78E6BA791692}" type="presOf" srcId="{ECB7E061-36D1-496E-8AC6-E14F7D89E6DF}" destId="{CB8D2C1B-2921-4817-8930-200CA2078958}" srcOrd="0" destOrd="0" presId="urn:microsoft.com/office/officeart/2005/8/layout/balance1"/>
    <dgm:cxn modelId="{20B4BC7E-5E07-4E85-9012-911959C285CC}" srcId="{2D1CD680-6E47-4B87-98EE-934AAD66AE8F}" destId="{1D772D56-5D0E-489F-AAB0-331C14D2CD8E}" srcOrd="4" destOrd="0" parTransId="{5E6151F7-A6C2-41FE-B7E6-3C5F2832D5A9}" sibTransId="{F91C06A4-1396-4A46-8C8B-B5A41CA1C71B}"/>
    <dgm:cxn modelId="{2870AB82-50D8-42B5-93A6-C2F22A16F9B3}" type="presOf" srcId="{D204039F-F028-4689-8BFD-DAAC9964A8ED}" destId="{6B6D26C4-3325-43FF-9FF6-AF2FA9D2B83B}" srcOrd="0" destOrd="0" presId="urn:microsoft.com/office/officeart/2005/8/layout/balance1"/>
    <dgm:cxn modelId="{8EF93687-7A6F-484F-9E13-0CCFAF7188CD}" srcId="{E26A63DE-57C3-4C13-BEF7-29727A768FA6}" destId="{14A6BF2C-45DF-435F-8EFF-307F4A221428}" srcOrd="0" destOrd="0" parTransId="{DC85F7FC-0C82-4FF0-8A28-B0ECB1611101}" sibTransId="{7EA4832C-306B-4A31-A61C-3076ECC1AF84}"/>
    <dgm:cxn modelId="{404BBA97-527C-4E1E-9EF3-F50BA996380F}" srcId="{ECB7E061-36D1-496E-8AC6-E14F7D89E6DF}" destId="{ED41100D-2FD2-4BD0-9C70-6E6B00FA7B20}" srcOrd="2" destOrd="0" parTransId="{98C3830A-C037-44F8-A337-CA8A26622F60}" sibTransId="{647BA672-4242-42A7-94F3-131A2DDC13FD}"/>
    <dgm:cxn modelId="{90FB48A1-6C84-4D3A-9DCA-B64F31AA5B00}" srcId="{ECB7E061-36D1-496E-8AC6-E14F7D89E6DF}" destId="{12E024C7-93A3-4E5C-91AE-C62E509633BA}" srcOrd="3" destOrd="0" parTransId="{9CE26DE1-5388-4DA0-835D-D35BA02FAD65}" sibTransId="{B3B35258-8DBA-455A-B294-FF8513D3C213}"/>
    <dgm:cxn modelId="{C62B79A3-A52C-450C-9B03-565EA5855D70}" srcId="{ECB7E061-36D1-496E-8AC6-E14F7D89E6DF}" destId="{E26A63DE-57C3-4C13-BEF7-29727A768FA6}" srcOrd="4" destOrd="0" parTransId="{14B93565-F77E-4F88-B245-5886663A6CFD}" sibTransId="{CBA85898-E254-4305-9F54-2DA732F29DB9}"/>
    <dgm:cxn modelId="{A1EFDAA4-644E-4D33-9098-131148DD040D}" type="presOf" srcId="{12E024C7-93A3-4E5C-91AE-C62E509633BA}" destId="{90069ED3-AFFB-45B8-B09C-EAB4AF4C740D}" srcOrd="0" destOrd="0" presId="urn:microsoft.com/office/officeart/2005/8/layout/balance1"/>
    <dgm:cxn modelId="{416B1DB6-EB27-47E7-9397-B1A4471CBD0C}" srcId="{2D1CD680-6E47-4B87-98EE-934AAD66AE8F}" destId="{BB5E2A84-DD59-49A2-8870-8ED49E5A2494}" srcOrd="3" destOrd="0" parTransId="{D4021EA8-7934-4D55-8196-DEF57C32AFC8}" sibTransId="{94961CCE-A0F6-4147-934C-1E5A0FC0C62C}"/>
    <dgm:cxn modelId="{EAD394DB-0A38-48CC-992E-6FE58BA507BE}" type="presOf" srcId="{9917E172-B749-49F2-B8A4-5378E0E5C3B4}" destId="{FA59F960-18B1-4C8B-9024-18DF4B66E41D}" srcOrd="0" destOrd="0" presId="urn:microsoft.com/office/officeart/2005/8/layout/balance1"/>
    <dgm:cxn modelId="{836E2EE0-AAA3-4E78-96CD-30262EC6E6D6}" srcId="{2D1CD680-6E47-4B87-98EE-934AAD66AE8F}" destId="{D204039F-F028-4689-8BFD-DAAC9964A8ED}" srcOrd="0" destOrd="0" parTransId="{8984ED50-8CB1-4866-A858-B44E66C18AB4}" sibTransId="{30D28ED2-7359-4DAF-9BC2-A55E9ACBE8DC}"/>
    <dgm:cxn modelId="{E5C08AE3-820A-4668-8711-A53DF741A809}" type="presOf" srcId="{6BCD65E6-B1A5-4C11-8225-88D6089AAC93}" destId="{A3823A32-C867-462F-8B7E-7181F63CCCB6}" srcOrd="0" destOrd="0" presId="urn:microsoft.com/office/officeart/2005/8/layout/balance1"/>
    <dgm:cxn modelId="{4FA33AEA-A580-4073-AC43-DC9ED83F6753}" srcId="{E26A63DE-57C3-4C13-BEF7-29727A768FA6}" destId="{1FAA68DB-B22C-44E0-BD6B-C318789EE2FD}" srcOrd="1" destOrd="0" parTransId="{539FDF33-F16D-43D6-8D8E-622111C985F6}" sibTransId="{80DF09B8-A21A-494A-97C5-79527C89AC7D}"/>
    <dgm:cxn modelId="{734DFFEE-E6D9-4859-8BB8-4F590BDE6BF7}" type="presOf" srcId="{ED41100D-2FD2-4BD0-9C70-6E6B00FA7B20}" destId="{EEDC8F6D-84F3-485D-90A4-C6BC4DE8D7C6}" srcOrd="0" destOrd="0" presId="urn:microsoft.com/office/officeart/2005/8/layout/balance1"/>
    <dgm:cxn modelId="{43B2E2F9-7DD5-46E6-A4D5-FE5EE7A38739}" type="presOf" srcId="{BB5E2A84-DD59-49A2-8870-8ED49E5A2494}" destId="{5E41755E-4A32-469D-A5E1-CCF4B3596320}" srcOrd="0" destOrd="0" presId="urn:microsoft.com/office/officeart/2005/8/layout/balance1"/>
    <dgm:cxn modelId="{2F8E30FA-DAB3-4DD7-9B86-1A8CCC5D461D}" srcId="{2D1CD680-6E47-4B87-98EE-934AAD66AE8F}" destId="{7EF25AD7-658A-490E-A61F-EFBC29C66900}" srcOrd="1" destOrd="0" parTransId="{F63B5531-746C-40BF-9810-EFE471D3D0D2}" sibTransId="{D356F2FA-18C3-46CF-9041-7B872BD52810}"/>
    <dgm:cxn modelId="{CB99CDFC-57A8-41CF-877A-6B0F501B7051}" srcId="{83786972-37FE-44A9-AF1F-BDFD616352A7}" destId="{2D1CD680-6E47-4B87-98EE-934AAD66AE8F}" srcOrd="1" destOrd="0" parTransId="{4D0DC3F7-8B82-44CC-9F2F-09DC078F7C10}" sibTransId="{027C9648-7153-45FE-AF7B-8CB35836FE63}"/>
    <dgm:cxn modelId="{43792664-B2CC-4E11-9785-B546A64CE65A}" type="presParOf" srcId="{F93AC375-F427-451A-A296-2ABB8ABCAAAC}" destId="{65C9007B-AD16-4680-B9D5-4C5F4C0B1A07}" srcOrd="0" destOrd="0" presId="urn:microsoft.com/office/officeart/2005/8/layout/balance1"/>
    <dgm:cxn modelId="{3C925209-3A19-4F58-B222-F26B348FB6D4}" type="presParOf" srcId="{F93AC375-F427-451A-A296-2ABB8ABCAAAC}" destId="{CAD13664-DFF8-4CAC-BE60-A79C3C4D426A}" srcOrd="1" destOrd="0" presId="urn:microsoft.com/office/officeart/2005/8/layout/balance1"/>
    <dgm:cxn modelId="{7911A820-5167-4E2E-86C6-D273FC040B34}" type="presParOf" srcId="{CAD13664-DFF8-4CAC-BE60-A79C3C4D426A}" destId="{CB8D2C1B-2921-4817-8930-200CA2078958}" srcOrd="0" destOrd="0" presId="urn:microsoft.com/office/officeart/2005/8/layout/balance1"/>
    <dgm:cxn modelId="{5423DFAA-6C55-4642-8E4D-1635AA289A2C}" type="presParOf" srcId="{CAD13664-DFF8-4CAC-BE60-A79C3C4D426A}" destId="{E7C647C9-7465-45A3-898D-DB9AFC73AE81}" srcOrd="1" destOrd="0" presId="urn:microsoft.com/office/officeart/2005/8/layout/balance1"/>
    <dgm:cxn modelId="{51D6EC67-7CD3-4023-B126-F860F0346070}" type="presParOf" srcId="{F93AC375-F427-451A-A296-2ABB8ABCAAAC}" destId="{8AB83D4F-298C-4398-8A41-BCAEC2F3D39D}" srcOrd="2" destOrd="0" presId="urn:microsoft.com/office/officeart/2005/8/layout/balance1"/>
    <dgm:cxn modelId="{DD9AA054-164D-4F3B-AC7B-49BA118D8FAA}" type="presParOf" srcId="{8AB83D4F-298C-4398-8A41-BCAEC2F3D39D}" destId="{7DBB7D51-7B68-45B5-9EA3-F4A78DCA6F12}" srcOrd="0" destOrd="0" presId="urn:microsoft.com/office/officeart/2005/8/layout/balance1"/>
    <dgm:cxn modelId="{8707E510-19C4-4B73-8BB5-E6CF89E1B2F3}" type="presParOf" srcId="{8AB83D4F-298C-4398-8A41-BCAEC2F3D39D}" destId="{15572B2B-841A-4C25-8309-D5D9DB3860B9}" srcOrd="1" destOrd="0" presId="urn:microsoft.com/office/officeart/2005/8/layout/balance1"/>
    <dgm:cxn modelId="{86E812F9-046B-4EC3-84C7-5C5EB90E7C0E}" type="presParOf" srcId="{8AB83D4F-298C-4398-8A41-BCAEC2F3D39D}" destId="{47011C89-E0F7-4C95-A932-3BC9DF2ADECB}" srcOrd="2" destOrd="0" presId="urn:microsoft.com/office/officeart/2005/8/layout/balance1"/>
    <dgm:cxn modelId="{D0A0E9B6-473A-4E0D-8A93-F9855E0BB1EF}" type="presParOf" srcId="{8AB83D4F-298C-4398-8A41-BCAEC2F3D39D}" destId="{6B6D26C4-3325-43FF-9FF6-AF2FA9D2B83B}" srcOrd="3" destOrd="0" presId="urn:microsoft.com/office/officeart/2005/8/layout/balance1"/>
    <dgm:cxn modelId="{AA23343D-6B6B-475E-B29C-99D338658E00}" type="presParOf" srcId="{8AB83D4F-298C-4398-8A41-BCAEC2F3D39D}" destId="{767D1679-23B9-49D5-A70D-35D200041468}" srcOrd="4" destOrd="0" presId="urn:microsoft.com/office/officeart/2005/8/layout/balance1"/>
    <dgm:cxn modelId="{5F3DC661-77BF-4BAB-87AE-4D786C6E0A33}" type="presParOf" srcId="{8AB83D4F-298C-4398-8A41-BCAEC2F3D39D}" destId="{98B245B5-C9FE-4A3C-99BE-28C56EA31328}" srcOrd="5" destOrd="0" presId="urn:microsoft.com/office/officeart/2005/8/layout/balance1"/>
    <dgm:cxn modelId="{3E3A3252-B6DD-479C-A59E-0B35D3EFD2E8}" type="presParOf" srcId="{8AB83D4F-298C-4398-8A41-BCAEC2F3D39D}" destId="{5E41755E-4A32-469D-A5E1-CCF4B3596320}" srcOrd="6" destOrd="0" presId="urn:microsoft.com/office/officeart/2005/8/layout/balance1"/>
    <dgm:cxn modelId="{A8C5A334-A0C0-4BA6-B6BE-4FB11514003E}" type="presParOf" srcId="{8AB83D4F-298C-4398-8A41-BCAEC2F3D39D}" destId="{A3823A32-C867-462F-8B7E-7181F63CCCB6}" srcOrd="7" destOrd="0" presId="urn:microsoft.com/office/officeart/2005/8/layout/balance1"/>
    <dgm:cxn modelId="{8F9A2046-B1E6-41A6-BFEE-A96491DBE60D}" type="presParOf" srcId="{8AB83D4F-298C-4398-8A41-BCAEC2F3D39D}" destId="{FA59F960-18B1-4C8B-9024-18DF4B66E41D}" srcOrd="8" destOrd="0" presId="urn:microsoft.com/office/officeart/2005/8/layout/balance1"/>
    <dgm:cxn modelId="{097BC78E-FA19-4B43-B08D-DE0AF559B38B}" type="presParOf" srcId="{8AB83D4F-298C-4398-8A41-BCAEC2F3D39D}" destId="{EEDC8F6D-84F3-485D-90A4-C6BC4DE8D7C6}" srcOrd="9" destOrd="0" presId="urn:microsoft.com/office/officeart/2005/8/layout/balance1"/>
    <dgm:cxn modelId="{A2B2E15D-5BBB-4362-AFF1-74FB922796DC}" type="presParOf" srcId="{8AB83D4F-298C-4398-8A41-BCAEC2F3D39D}" destId="{90069ED3-AFFB-45B8-B09C-EAB4AF4C740D}" srcOrd="10" destOrd="0" presId="urn:microsoft.com/office/officeart/2005/8/layout/balance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3786972-37FE-44A9-AF1F-BDFD616352A7}"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n-US"/>
        </a:p>
      </dgm:t>
    </dgm:pt>
    <dgm:pt modelId="{39F81CA0-B320-4848-8549-062FAFD6495E}">
      <dgm:prSet phldrT="[Text]" custT="1"/>
      <dgm:spPr/>
      <dgm:t>
        <a:bodyPr/>
        <a:lstStyle/>
        <a:p>
          <a:r>
            <a:rPr lang="en-US" sz="2800">
              <a:effectLst/>
              <a:latin typeface="Arial Narrow" panose="020B0606020202030204" pitchFamily="34" charset="0"/>
              <a:ea typeface="Calibri" panose="020F0502020204030204" pitchFamily="34" charset="0"/>
            </a:rPr>
            <a:t>Counteracting boredom, loneliness or inactivity</a:t>
          </a:r>
          <a:endParaRPr lang="en-US" sz="2800">
            <a:solidFill>
              <a:schemeClr val="bg1"/>
            </a:solidFill>
            <a:latin typeface="Arial Narrow" panose="020B0606020202030204" pitchFamily="34" charset="0"/>
          </a:endParaRPr>
        </a:p>
      </dgm:t>
    </dgm:pt>
    <dgm:pt modelId="{00FE858E-F990-4B3B-88F0-00A7D0E4290C}" type="parTrans" cxnId="{D174A151-8A6F-4B8E-BC9A-ACB1890CC306}">
      <dgm:prSet/>
      <dgm:spPr/>
      <dgm:t>
        <a:bodyPr/>
        <a:lstStyle/>
        <a:p>
          <a:endParaRPr lang="en-US" sz="2400">
            <a:solidFill>
              <a:schemeClr val="bg1"/>
            </a:solidFill>
            <a:latin typeface="Arial Narrow" panose="020B0606020202030204" pitchFamily="34" charset="0"/>
          </a:endParaRPr>
        </a:p>
      </dgm:t>
    </dgm:pt>
    <dgm:pt modelId="{C136A2B1-F67B-499F-85CB-CB6DF939343E}" type="sibTrans" cxnId="{D174A151-8A6F-4B8E-BC9A-ACB1890CC306}">
      <dgm:prSet/>
      <dgm:spPr/>
      <dgm:t>
        <a:bodyPr/>
        <a:lstStyle/>
        <a:p>
          <a:endParaRPr lang="en-US" sz="2400">
            <a:solidFill>
              <a:schemeClr val="bg1"/>
            </a:solidFill>
            <a:latin typeface="Arial Narrow" panose="020B0606020202030204" pitchFamily="34" charset="0"/>
          </a:endParaRPr>
        </a:p>
      </dgm:t>
    </dgm:pt>
    <dgm:pt modelId="{2D1CD680-6E47-4B87-98EE-934AAD66AE8F}">
      <dgm:prSet phldrT="[Text]" custT="1"/>
      <dgm:spPr>
        <a:noFill/>
        <a:ln>
          <a:noFill/>
        </a:ln>
      </dgm:spPr>
      <dgm:t>
        <a:bodyPr/>
        <a:lstStyle/>
        <a:p>
          <a:endParaRPr lang="en-US" sz="2400">
            <a:solidFill>
              <a:schemeClr val="bg1"/>
            </a:solidFill>
            <a:latin typeface="Arial Narrow" panose="020B0606020202030204" pitchFamily="34" charset="0"/>
          </a:endParaRPr>
        </a:p>
      </dgm:t>
    </dgm:pt>
    <dgm:pt modelId="{4D0DC3F7-8B82-44CC-9F2F-09DC078F7C10}" type="parTrans" cxnId="{CB99CDFC-57A8-41CF-877A-6B0F501B7051}">
      <dgm:prSet/>
      <dgm:spPr/>
      <dgm:t>
        <a:bodyPr/>
        <a:lstStyle/>
        <a:p>
          <a:endParaRPr lang="en-US" sz="2400">
            <a:solidFill>
              <a:schemeClr val="bg1"/>
            </a:solidFill>
            <a:latin typeface="Arial Narrow" panose="020B0606020202030204" pitchFamily="34" charset="0"/>
          </a:endParaRPr>
        </a:p>
      </dgm:t>
    </dgm:pt>
    <dgm:pt modelId="{027C9648-7153-45FE-AF7B-8CB35836FE63}" type="sibTrans" cxnId="{CB99CDFC-57A8-41CF-877A-6B0F501B7051}">
      <dgm:prSet/>
      <dgm:spPr/>
      <dgm:t>
        <a:bodyPr/>
        <a:lstStyle/>
        <a:p>
          <a:endParaRPr lang="en-US" sz="2400">
            <a:solidFill>
              <a:schemeClr val="bg1"/>
            </a:solidFill>
            <a:latin typeface="Arial Narrow" panose="020B0606020202030204" pitchFamily="34" charset="0"/>
          </a:endParaRPr>
        </a:p>
      </dgm:t>
    </dgm:pt>
    <dgm:pt modelId="{ECB7E061-36D1-496E-8AC6-E14F7D89E6DF}">
      <dgm:prSet phldrT="[Text]" custT="1"/>
      <dgm:spPr>
        <a:noFill/>
        <a:ln>
          <a:noFill/>
        </a:ln>
      </dgm:spPr>
      <dgm:t>
        <a:bodyPr/>
        <a:lstStyle/>
        <a:p>
          <a:endParaRPr lang="en-US" sz="2400">
            <a:solidFill>
              <a:schemeClr val="bg1"/>
            </a:solidFill>
            <a:latin typeface="Arial Narrow" panose="020B0606020202030204" pitchFamily="34" charset="0"/>
          </a:endParaRPr>
        </a:p>
      </dgm:t>
    </dgm:pt>
    <dgm:pt modelId="{4E8EE994-E637-4659-B71A-41675B16E35E}" type="sibTrans" cxnId="{B6A59208-E488-4101-8EDB-423D6CC2A880}">
      <dgm:prSet/>
      <dgm:spPr/>
      <dgm:t>
        <a:bodyPr/>
        <a:lstStyle/>
        <a:p>
          <a:endParaRPr lang="en-US" sz="2400">
            <a:solidFill>
              <a:schemeClr val="bg1"/>
            </a:solidFill>
            <a:latin typeface="Arial Narrow" panose="020B0606020202030204" pitchFamily="34" charset="0"/>
          </a:endParaRPr>
        </a:p>
      </dgm:t>
    </dgm:pt>
    <dgm:pt modelId="{6D788911-5398-4015-80D6-78195E7F6C3B}" type="parTrans" cxnId="{B6A59208-E488-4101-8EDB-423D6CC2A880}">
      <dgm:prSet/>
      <dgm:spPr/>
      <dgm:t>
        <a:bodyPr/>
        <a:lstStyle/>
        <a:p>
          <a:endParaRPr lang="en-US" sz="2400">
            <a:solidFill>
              <a:schemeClr val="bg1"/>
            </a:solidFill>
            <a:latin typeface="Arial Narrow" panose="020B0606020202030204" pitchFamily="34" charset="0"/>
          </a:endParaRPr>
        </a:p>
      </dgm:t>
    </dgm:pt>
    <dgm:pt modelId="{1D772D56-5D0E-489F-AAB0-331C14D2CD8E}">
      <dgm:prSet phldrT="[Text]" custT="1"/>
      <dgm:spPr/>
      <dgm:t>
        <a:bodyPr/>
        <a:lstStyle/>
        <a:p>
          <a:endParaRPr lang="en-US" sz="2400">
            <a:solidFill>
              <a:schemeClr val="bg1"/>
            </a:solidFill>
            <a:latin typeface="Arial Narrow" panose="020B0606020202030204" pitchFamily="34" charset="0"/>
          </a:endParaRPr>
        </a:p>
      </dgm:t>
    </dgm:pt>
    <dgm:pt modelId="{5E6151F7-A6C2-41FE-B7E6-3C5F2832D5A9}" type="parTrans" cxnId="{20B4BC7E-5E07-4E85-9012-911959C285CC}">
      <dgm:prSet/>
      <dgm:spPr/>
      <dgm:t>
        <a:bodyPr/>
        <a:lstStyle/>
        <a:p>
          <a:endParaRPr lang="en-US" sz="2400"/>
        </a:p>
      </dgm:t>
    </dgm:pt>
    <dgm:pt modelId="{F91C06A4-1396-4A46-8C8B-B5A41CA1C71B}" type="sibTrans" cxnId="{20B4BC7E-5E07-4E85-9012-911959C285CC}">
      <dgm:prSet/>
      <dgm:spPr/>
      <dgm:t>
        <a:bodyPr/>
        <a:lstStyle/>
        <a:p>
          <a:endParaRPr lang="en-US" sz="2400"/>
        </a:p>
      </dgm:t>
    </dgm:pt>
    <dgm:pt modelId="{D204039F-F028-4689-8BFD-DAAC9964A8ED}">
      <dgm:prSet custT="1"/>
      <dgm:spPr/>
      <dgm:t>
        <a:bodyPr/>
        <a:lstStyle/>
        <a:p>
          <a:pPr rtl="0"/>
          <a:r>
            <a:rPr lang="en-US" sz="2800" baseline="0">
              <a:effectLst/>
              <a:latin typeface="Arial Narrow" panose="020B0606020202030204" pitchFamily="34" charset="0"/>
              <a:ea typeface="Calibri" panose="020F0502020204030204" pitchFamily="34" charset="0"/>
            </a:rPr>
            <a:t>Less time for leisure/fun</a:t>
          </a:r>
          <a:endParaRPr lang="en-US" sz="2800">
            <a:solidFill>
              <a:schemeClr val="bg1"/>
            </a:solidFill>
            <a:effectLst/>
            <a:latin typeface="Arial Narrow" panose="020B0606020202030204" pitchFamily="34" charset="0"/>
            <a:ea typeface="Calibri" panose="020F0502020204030204" pitchFamily="34" charset="0"/>
            <a:cs typeface="+mn-cs"/>
          </a:endParaRPr>
        </a:p>
      </dgm:t>
    </dgm:pt>
    <dgm:pt modelId="{8984ED50-8CB1-4866-A858-B44E66C18AB4}" type="parTrans" cxnId="{836E2EE0-AAA3-4E78-96CD-30262EC6E6D6}">
      <dgm:prSet/>
      <dgm:spPr/>
      <dgm:t>
        <a:bodyPr/>
        <a:lstStyle/>
        <a:p>
          <a:endParaRPr lang="en-US" sz="2400"/>
        </a:p>
      </dgm:t>
    </dgm:pt>
    <dgm:pt modelId="{30D28ED2-7359-4DAF-9BC2-A55E9ACBE8DC}" type="sibTrans" cxnId="{836E2EE0-AAA3-4E78-96CD-30262EC6E6D6}">
      <dgm:prSet/>
      <dgm:spPr/>
      <dgm:t>
        <a:bodyPr/>
        <a:lstStyle/>
        <a:p>
          <a:endParaRPr lang="en-US" sz="2400"/>
        </a:p>
      </dgm:t>
    </dgm:pt>
    <dgm:pt modelId="{1B0143ED-5D2B-48EC-8192-6989D3333DA3}">
      <dgm:prSet custT="1"/>
      <dgm:spPr/>
      <dgm:t>
        <a:bodyPr/>
        <a:lstStyle/>
        <a:p>
          <a:r>
            <a:rPr lang="en-US" sz="2800">
              <a:effectLst/>
              <a:latin typeface="Arial Narrow" panose="020B0606020202030204" pitchFamily="34" charset="0"/>
              <a:ea typeface="Calibri" panose="020F0502020204030204" pitchFamily="34" charset="0"/>
            </a:rPr>
            <a:t>Can afford leisure/fun</a:t>
          </a:r>
          <a:endParaRPr lang="en-US" sz="2800" baseline="0">
            <a:effectLst/>
            <a:latin typeface="Arial Narrow" panose="020B0606020202030204" pitchFamily="34" charset="0"/>
            <a:ea typeface="Calibri" panose="020F0502020204030204" pitchFamily="34" charset="0"/>
          </a:endParaRPr>
        </a:p>
      </dgm:t>
    </dgm:pt>
    <dgm:pt modelId="{C91FDF4A-9198-4E14-96A5-EE4596A60F4D}" type="parTrans" cxnId="{127719B8-BBD7-4288-A056-1FA7BACE6DC6}">
      <dgm:prSet/>
      <dgm:spPr/>
      <dgm:t>
        <a:bodyPr/>
        <a:lstStyle/>
        <a:p>
          <a:endParaRPr lang="en-US" sz="2400"/>
        </a:p>
      </dgm:t>
    </dgm:pt>
    <dgm:pt modelId="{CEA54BCA-8A3F-4F79-AD5A-6D4E821940C9}" type="sibTrans" cxnId="{127719B8-BBD7-4288-A056-1FA7BACE6DC6}">
      <dgm:prSet/>
      <dgm:spPr/>
      <dgm:t>
        <a:bodyPr/>
        <a:lstStyle/>
        <a:p>
          <a:endParaRPr lang="en-US" sz="2400"/>
        </a:p>
      </dgm:t>
    </dgm:pt>
    <dgm:pt modelId="{A5105972-10AA-4E96-B160-9FF1167D01A6}">
      <dgm:prSet custT="1"/>
      <dgm:spPr/>
      <dgm:t>
        <a:bodyPr/>
        <a:lstStyle/>
        <a:p>
          <a:r>
            <a:rPr lang="en-US" sz="2800" baseline="0">
              <a:effectLst/>
              <a:latin typeface="Arial Narrow" panose="020B0606020202030204" pitchFamily="34" charset="0"/>
              <a:ea typeface="Calibri" panose="020F0502020204030204" pitchFamily="34" charset="0"/>
            </a:rPr>
            <a:t>Social interaction at work</a:t>
          </a:r>
        </a:p>
      </dgm:t>
    </dgm:pt>
    <dgm:pt modelId="{77C545D4-1D3C-401C-9C1E-4D5C88F69C9F}" type="parTrans" cxnId="{394FC217-BD21-4C96-95ED-551CB82FDB32}">
      <dgm:prSet/>
      <dgm:spPr/>
      <dgm:t>
        <a:bodyPr/>
        <a:lstStyle/>
        <a:p>
          <a:endParaRPr lang="en-US" sz="2400"/>
        </a:p>
      </dgm:t>
    </dgm:pt>
    <dgm:pt modelId="{A31D6809-BF7E-427D-BCA7-D8761A2ED129}" type="sibTrans" cxnId="{394FC217-BD21-4C96-95ED-551CB82FDB32}">
      <dgm:prSet/>
      <dgm:spPr/>
      <dgm:t>
        <a:bodyPr/>
        <a:lstStyle/>
        <a:p>
          <a:endParaRPr lang="en-US" sz="2400"/>
        </a:p>
      </dgm:t>
    </dgm:pt>
    <dgm:pt modelId="{DD43EE14-3A6D-4350-BBB7-AAD796175F9E}">
      <dgm:prSet custT="1"/>
      <dgm:spPr/>
      <dgm:t>
        <a:bodyPr/>
        <a:lstStyle/>
        <a:p>
          <a:r>
            <a:rPr lang="en-US" sz="2800" baseline="0">
              <a:effectLst/>
              <a:latin typeface="Arial Narrow" panose="020B0606020202030204" pitchFamily="34" charset="0"/>
              <a:ea typeface="Calibri" panose="020F0502020204030204" pitchFamily="34" charset="0"/>
            </a:rPr>
            <a:t>Fear of being overwhelmed at work</a:t>
          </a:r>
          <a:endParaRPr lang="en-US" sz="2800">
            <a:effectLst/>
            <a:latin typeface="Arial Narrow" panose="020B0606020202030204" pitchFamily="34" charset="0"/>
            <a:ea typeface="Calibri" panose="020F0502020204030204" pitchFamily="34" charset="0"/>
          </a:endParaRPr>
        </a:p>
      </dgm:t>
    </dgm:pt>
    <dgm:pt modelId="{A4C3F4A2-90BB-418A-9C73-A569702BF0D9}" type="parTrans" cxnId="{71335358-0F06-4542-990E-3418F0612D60}">
      <dgm:prSet/>
      <dgm:spPr/>
      <dgm:t>
        <a:bodyPr/>
        <a:lstStyle/>
        <a:p>
          <a:endParaRPr lang="en-US" sz="2400"/>
        </a:p>
      </dgm:t>
    </dgm:pt>
    <dgm:pt modelId="{A7C672D9-A86A-41D6-B9FB-3F5F60188AF3}" type="sibTrans" cxnId="{71335358-0F06-4542-990E-3418F0612D60}">
      <dgm:prSet/>
      <dgm:spPr/>
      <dgm:t>
        <a:bodyPr/>
        <a:lstStyle/>
        <a:p>
          <a:endParaRPr lang="en-US" sz="2400"/>
        </a:p>
      </dgm:t>
    </dgm:pt>
    <dgm:pt modelId="{88159C8D-0C2F-4D45-A770-F9DFE5C17E8D}">
      <dgm:prSet custT="1"/>
      <dgm:spPr/>
      <dgm:t>
        <a:bodyPr/>
        <a:lstStyle/>
        <a:p>
          <a:pPr rtl="0"/>
          <a:r>
            <a:rPr lang="en-US" sz="2800">
              <a:solidFill>
                <a:schemeClr val="tx1"/>
              </a:solidFill>
              <a:effectLst/>
              <a:latin typeface="Arial Narrow" panose="020B0606020202030204" pitchFamily="34" charset="0"/>
              <a:ea typeface="Calibri" panose="020F0502020204030204" pitchFamily="34" charset="0"/>
              <a:cs typeface="+mn-cs"/>
            </a:rPr>
            <a:t>Less family time</a:t>
          </a:r>
        </a:p>
      </dgm:t>
    </dgm:pt>
    <dgm:pt modelId="{34DA0E7E-68F3-44F5-B4A5-1CDC85FCC7C2}" type="parTrans" cxnId="{1430539A-973C-4819-8D8C-BF7D3636BC24}">
      <dgm:prSet/>
      <dgm:spPr/>
      <dgm:t>
        <a:bodyPr/>
        <a:lstStyle/>
        <a:p>
          <a:endParaRPr lang="en-US"/>
        </a:p>
      </dgm:t>
    </dgm:pt>
    <dgm:pt modelId="{123333A8-9726-427C-B7BE-2EC76B6FAAC4}" type="sibTrans" cxnId="{1430539A-973C-4819-8D8C-BF7D3636BC24}">
      <dgm:prSet/>
      <dgm:spPr/>
      <dgm:t>
        <a:bodyPr/>
        <a:lstStyle/>
        <a:p>
          <a:endParaRPr lang="en-US"/>
        </a:p>
      </dgm:t>
    </dgm:pt>
    <dgm:pt modelId="{F93AC375-F427-451A-A296-2ABB8ABCAAAC}" type="pres">
      <dgm:prSet presAssocID="{83786972-37FE-44A9-AF1F-BDFD616352A7}" presName="outerComposite" presStyleCnt="0">
        <dgm:presLayoutVars>
          <dgm:chMax val="2"/>
          <dgm:animLvl val="lvl"/>
          <dgm:resizeHandles val="exact"/>
        </dgm:presLayoutVars>
      </dgm:prSet>
      <dgm:spPr/>
    </dgm:pt>
    <dgm:pt modelId="{65C9007B-AD16-4680-B9D5-4C5F4C0B1A07}" type="pres">
      <dgm:prSet presAssocID="{83786972-37FE-44A9-AF1F-BDFD616352A7}" presName="dummyMaxCanvas" presStyleCnt="0"/>
      <dgm:spPr/>
    </dgm:pt>
    <dgm:pt modelId="{CAD13664-DFF8-4CAC-BE60-A79C3C4D426A}" type="pres">
      <dgm:prSet presAssocID="{83786972-37FE-44A9-AF1F-BDFD616352A7}" presName="parentComposite" presStyleCnt="0"/>
      <dgm:spPr/>
    </dgm:pt>
    <dgm:pt modelId="{CB8D2C1B-2921-4817-8930-200CA2078958}" type="pres">
      <dgm:prSet presAssocID="{83786972-37FE-44A9-AF1F-BDFD616352A7}" presName="parent1" presStyleLbl="alignAccFollowNode1" presStyleIdx="0" presStyleCnt="4" custLinFactNeighborX="1380" custLinFactNeighborY="28571">
        <dgm:presLayoutVars>
          <dgm:chMax val="4"/>
        </dgm:presLayoutVars>
      </dgm:prSet>
      <dgm:spPr/>
    </dgm:pt>
    <dgm:pt modelId="{E7C647C9-7465-45A3-898D-DB9AFC73AE81}" type="pres">
      <dgm:prSet presAssocID="{83786972-37FE-44A9-AF1F-BDFD616352A7}" presName="parent2" presStyleLbl="alignAccFollowNode1" presStyleIdx="1" presStyleCnt="4" custLinFactNeighborX="1380" custLinFactNeighborY="28571">
        <dgm:presLayoutVars>
          <dgm:chMax val="4"/>
        </dgm:presLayoutVars>
      </dgm:prSet>
      <dgm:spPr/>
    </dgm:pt>
    <dgm:pt modelId="{8AB83D4F-298C-4398-8A41-BCAEC2F3D39D}" type="pres">
      <dgm:prSet presAssocID="{83786972-37FE-44A9-AF1F-BDFD616352A7}" presName="childrenComposite" presStyleCnt="0"/>
      <dgm:spPr/>
    </dgm:pt>
    <dgm:pt modelId="{7DBB7D51-7B68-45B5-9EA3-F4A78DCA6F12}" type="pres">
      <dgm:prSet presAssocID="{83786972-37FE-44A9-AF1F-BDFD616352A7}" presName="dummyMaxCanvas_ChildArea" presStyleCnt="0"/>
      <dgm:spPr/>
    </dgm:pt>
    <dgm:pt modelId="{15572B2B-841A-4C25-8309-D5D9DB3860B9}" type="pres">
      <dgm:prSet presAssocID="{83786972-37FE-44A9-AF1F-BDFD616352A7}" presName="fulcrum" presStyleLbl="alignAccFollowNode1" presStyleIdx="2" presStyleCnt="4"/>
      <dgm:spPr/>
    </dgm:pt>
    <dgm:pt modelId="{53BA385F-0112-4D26-B768-9B91B74130AC}" type="pres">
      <dgm:prSet presAssocID="{83786972-37FE-44A9-AF1F-BDFD616352A7}" presName="balance_33" presStyleLbl="alignAccFollowNode1" presStyleIdx="3" presStyleCnt="4" custScaleX="116312" custScaleY="87192">
        <dgm:presLayoutVars>
          <dgm:bulletEnabled val="1"/>
        </dgm:presLayoutVars>
      </dgm:prSet>
      <dgm:spPr/>
    </dgm:pt>
    <dgm:pt modelId="{B26BA082-E85E-4232-A42C-24C35EDD84C2}" type="pres">
      <dgm:prSet presAssocID="{83786972-37FE-44A9-AF1F-BDFD616352A7}" presName="right_33_1" presStyleLbl="node1" presStyleIdx="0" presStyleCnt="6" custScaleX="140291" custLinFactNeighborX="3271" custLinFactNeighborY="741">
        <dgm:presLayoutVars>
          <dgm:bulletEnabled val="1"/>
        </dgm:presLayoutVars>
      </dgm:prSet>
      <dgm:spPr/>
    </dgm:pt>
    <dgm:pt modelId="{4C569669-7D01-46DA-836E-5C0711BB3B1A}" type="pres">
      <dgm:prSet presAssocID="{83786972-37FE-44A9-AF1F-BDFD616352A7}" presName="right_33_2" presStyleLbl="node1" presStyleIdx="1" presStyleCnt="6" custScaleX="140291" custLinFactNeighborX="3271" custLinFactNeighborY="741">
        <dgm:presLayoutVars>
          <dgm:bulletEnabled val="1"/>
        </dgm:presLayoutVars>
      </dgm:prSet>
      <dgm:spPr/>
    </dgm:pt>
    <dgm:pt modelId="{2B15E5CE-680A-4557-BCF0-56E03B709B93}" type="pres">
      <dgm:prSet presAssocID="{83786972-37FE-44A9-AF1F-BDFD616352A7}" presName="right_33_3" presStyleLbl="node1" presStyleIdx="2" presStyleCnt="6" custScaleX="140291" custLinFactNeighborX="3271" custLinFactNeighborY="741">
        <dgm:presLayoutVars>
          <dgm:bulletEnabled val="1"/>
        </dgm:presLayoutVars>
      </dgm:prSet>
      <dgm:spPr/>
    </dgm:pt>
    <dgm:pt modelId="{639B3977-3B84-4324-B1AE-81805C9E7A5D}" type="pres">
      <dgm:prSet presAssocID="{83786972-37FE-44A9-AF1F-BDFD616352A7}" presName="left_33_1" presStyleLbl="node1" presStyleIdx="3" presStyleCnt="6" custScaleX="140291" custLinFactNeighborX="-6560" custLinFactNeighborY="741">
        <dgm:presLayoutVars>
          <dgm:bulletEnabled val="1"/>
        </dgm:presLayoutVars>
      </dgm:prSet>
      <dgm:spPr/>
    </dgm:pt>
    <dgm:pt modelId="{624C3C49-6EDE-465D-BF74-18709CB5FAEF}" type="pres">
      <dgm:prSet presAssocID="{83786972-37FE-44A9-AF1F-BDFD616352A7}" presName="left_33_2" presStyleLbl="node1" presStyleIdx="4" presStyleCnt="6" custScaleX="140291" custLinFactNeighborX="-6560" custLinFactNeighborY="741">
        <dgm:presLayoutVars>
          <dgm:bulletEnabled val="1"/>
        </dgm:presLayoutVars>
      </dgm:prSet>
      <dgm:spPr/>
    </dgm:pt>
    <dgm:pt modelId="{ABC152E0-4554-4A61-A459-EABC660AD0B2}" type="pres">
      <dgm:prSet presAssocID="{83786972-37FE-44A9-AF1F-BDFD616352A7}" presName="left_33_3" presStyleLbl="node1" presStyleIdx="5" presStyleCnt="6" custScaleX="140291" custLinFactNeighborX="-6560" custLinFactNeighborY="741">
        <dgm:presLayoutVars>
          <dgm:bulletEnabled val="1"/>
        </dgm:presLayoutVars>
      </dgm:prSet>
      <dgm:spPr/>
    </dgm:pt>
  </dgm:ptLst>
  <dgm:cxnLst>
    <dgm:cxn modelId="{B6A59208-E488-4101-8EDB-423D6CC2A880}" srcId="{83786972-37FE-44A9-AF1F-BDFD616352A7}" destId="{ECB7E061-36D1-496E-8AC6-E14F7D89E6DF}" srcOrd="0" destOrd="0" parTransId="{6D788911-5398-4015-80D6-78195E7F6C3B}" sibTransId="{4E8EE994-E637-4659-B71A-41675B16E35E}"/>
    <dgm:cxn modelId="{394FC217-BD21-4C96-95ED-551CB82FDB32}" srcId="{ECB7E061-36D1-496E-8AC6-E14F7D89E6DF}" destId="{A5105972-10AA-4E96-B160-9FF1167D01A6}" srcOrd="2" destOrd="0" parTransId="{77C545D4-1D3C-401C-9C1E-4D5C88F69C9F}" sibTransId="{A31D6809-BF7E-427D-BCA7-D8761A2ED129}"/>
    <dgm:cxn modelId="{4C269435-3DC3-4755-9EF1-A76BC7C369F8}" type="presOf" srcId="{39F81CA0-B320-4848-8549-062FAFD6495E}" destId="{639B3977-3B84-4324-B1AE-81805C9E7A5D}" srcOrd="0" destOrd="0" presId="urn:microsoft.com/office/officeart/2005/8/layout/balance1"/>
    <dgm:cxn modelId="{43B96F4B-6257-441B-8E6F-7BD1C969EAC4}" type="presOf" srcId="{2D1CD680-6E47-4B87-98EE-934AAD66AE8F}" destId="{E7C647C9-7465-45A3-898D-DB9AFC73AE81}" srcOrd="0" destOrd="0" presId="urn:microsoft.com/office/officeart/2005/8/layout/balance1"/>
    <dgm:cxn modelId="{1BF9116E-D82E-4C46-BA91-B7C06B4DDD71}" type="presOf" srcId="{A5105972-10AA-4E96-B160-9FF1167D01A6}" destId="{ABC152E0-4554-4A61-A459-EABC660AD0B2}" srcOrd="0" destOrd="0" presId="urn:microsoft.com/office/officeart/2005/8/layout/balance1"/>
    <dgm:cxn modelId="{D174A151-8A6F-4B8E-BC9A-ACB1890CC306}" srcId="{ECB7E061-36D1-496E-8AC6-E14F7D89E6DF}" destId="{39F81CA0-B320-4848-8549-062FAFD6495E}" srcOrd="0" destOrd="0" parTransId="{00FE858E-F990-4B3B-88F0-00A7D0E4290C}" sibTransId="{C136A2B1-F67B-499F-85CB-CB6DF939343E}"/>
    <dgm:cxn modelId="{8ED36054-A997-4BA9-9AA6-DE6945DDFEC5}" type="presOf" srcId="{ECB7E061-36D1-496E-8AC6-E14F7D89E6DF}" destId="{CB8D2C1B-2921-4817-8930-200CA2078958}" srcOrd="0" destOrd="0" presId="urn:microsoft.com/office/officeart/2005/8/layout/balance1"/>
    <dgm:cxn modelId="{71335358-0F06-4542-990E-3418F0612D60}" srcId="{2D1CD680-6E47-4B87-98EE-934AAD66AE8F}" destId="{DD43EE14-3A6D-4350-BBB7-AAD796175F9E}" srcOrd="2" destOrd="0" parTransId="{A4C3F4A2-90BB-418A-9C73-A569702BF0D9}" sibTransId="{A7C672D9-A86A-41D6-B9FB-3F5F60188AF3}"/>
    <dgm:cxn modelId="{20B4BC7E-5E07-4E85-9012-911959C285CC}" srcId="{83786972-37FE-44A9-AF1F-BDFD616352A7}" destId="{1D772D56-5D0E-489F-AAB0-331C14D2CD8E}" srcOrd="2" destOrd="0" parTransId="{5E6151F7-A6C2-41FE-B7E6-3C5F2832D5A9}" sibTransId="{F91C06A4-1396-4A46-8C8B-B5A41CA1C71B}"/>
    <dgm:cxn modelId="{5F304C88-3677-40CB-A1E0-C93471D3CA89}" type="presOf" srcId="{1B0143ED-5D2B-48EC-8192-6989D3333DA3}" destId="{624C3C49-6EDE-465D-BF74-18709CB5FAEF}" srcOrd="0" destOrd="0" presId="urn:microsoft.com/office/officeart/2005/8/layout/balance1"/>
    <dgm:cxn modelId="{1430539A-973C-4819-8D8C-BF7D3636BC24}" srcId="{2D1CD680-6E47-4B87-98EE-934AAD66AE8F}" destId="{88159C8D-0C2F-4D45-A770-F9DFE5C17E8D}" srcOrd="0" destOrd="0" parTransId="{34DA0E7E-68F3-44F5-B4A5-1CDC85FCC7C2}" sibTransId="{123333A8-9726-427C-B7BE-2EC76B6FAAC4}"/>
    <dgm:cxn modelId="{5639D4AE-409F-44D6-BB70-2AE92C2F6AF4}" type="presOf" srcId="{88159C8D-0C2F-4D45-A770-F9DFE5C17E8D}" destId="{B26BA082-E85E-4232-A42C-24C35EDD84C2}" srcOrd="0" destOrd="0" presId="urn:microsoft.com/office/officeart/2005/8/layout/balance1"/>
    <dgm:cxn modelId="{127719B8-BBD7-4288-A056-1FA7BACE6DC6}" srcId="{ECB7E061-36D1-496E-8AC6-E14F7D89E6DF}" destId="{1B0143ED-5D2B-48EC-8192-6989D3333DA3}" srcOrd="1" destOrd="0" parTransId="{C91FDF4A-9198-4E14-96A5-EE4596A60F4D}" sibTransId="{CEA54BCA-8A3F-4F79-AD5A-6D4E821940C9}"/>
    <dgm:cxn modelId="{5A74CCC3-5D1B-4B68-A3AA-D02624B9E12B}" type="presOf" srcId="{D204039F-F028-4689-8BFD-DAAC9964A8ED}" destId="{4C569669-7D01-46DA-836E-5C0711BB3B1A}" srcOrd="0" destOrd="0" presId="urn:microsoft.com/office/officeart/2005/8/layout/balance1"/>
    <dgm:cxn modelId="{836E2EE0-AAA3-4E78-96CD-30262EC6E6D6}" srcId="{2D1CD680-6E47-4B87-98EE-934AAD66AE8F}" destId="{D204039F-F028-4689-8BFD-DAAC9964A8ED}" srcOrd="1" destOrd="0" parTransId="{8984ED50-8CB1-4866-A858-B44E66C18AB4}" sibTransId="{30D28ED2-7359-4DAF-9BC2-A55E9ACBE8DC}"/>
    <dgm:cxn modelId="{2AB9E1EA-290F-4027-AA3D-ED4A4716E5BA}" type="presOf" srcId="{83786972-37FE-44A9-AF1F-BDFD616352A7}" destId="{F93AC375-F427-451A-A296-2ABB8ABCAAAC}" srcOrd="0" destOrd="0" presId="urn:microsoft.com/office/officeart/2005/8/layout/balance1"/>
    <dgm:cxn modelId="{CB99CDFC-57A8-41CF-877A-6B0F501B7051}" srcId="{83786972-37FE-44A9-AF1F-BDFD616352A7}" destId="{2D1CD680-6E47-4B87-98EE-934AAD66AE8F}" srcOrd="1" destOrd="0" parTransId="{4D0DC3F7-8B82-44CC-9F2F-09DC078F7C10}" sibTransId="{027C9648-7153-45FE-AF7B-8CB35836FE63}"/>
    <dgm:cxn modelId="{CC4D53FF-9300-4EAB-9669-C4C7D8A21673}" type="presOf" srcId="{DD43EE14-3A6D-4350-BBB7-AAD796175F9E}" destId="{2B15E5CE-680A-4557-BCF0-56E03B709B93}" srcOrd="0" destOrd="0" presId="urn:microsoft.com/office/officeart/2005/8/layout/balance1"/>
    <dgm:cxn modelId="{A6003A70-5405-430B-B46E-04FA226384DB}" type="presParOf" srcId="{F93AC375-F427-451A-A296-2ABB8ABCAAAC}" destId="{65C9007B-AD16-4680-B9D5-4C5F4C0B1A07}" srcOrd="0" destOrd="0" presId="urn:microsoft.com/office/officeart/2005/8/layout/balance1"/>
    <dgm:cxn modelId="{CC5C1667-EFB8-4603-B191-EE7EB7676CA8}" type="presParOf" srcId="{F93AC375-F427-451A-A296-2ABB8ABCAAAC}" destId="{CAD13664-DFF8-4CAC-BE60-A79C3C4D426A}" srcOrd="1" destOrd="0" presId="urn:microsoft.com/office/officeart/2005/8/layout/balance1"/>
    <dgm:cxn modelId="{7929EBD1-91B3-496C-9A34-568B4DC72A41}" type="presParOf" srcId="{CAD13664-DFF8-4CAC-BE60-A79C3C4D426A}" destId="{CB8D2C1B-2921-4817-8930-200CA2078958}" srcOrd="0" destOrd="0" presId="urn:microsoft.com/office/officeart/2005/8/layout/balance1"/>
    <dgm:cxn modelId="{21EAC349-AACC-4AAB-A357-6C56C1AC643C}" type="presParOf" srcId="{CAD13664-DFF8-4CAC-BE60-A79C3C4D426A}" destId="{E7C647C9-7465-45A3-898D-DB9AFC73AE81}" srcOrd="1" destOrd="0" presId="urn:microsoft.com/office/officeart/2005/8/layout/balance1"/>
    <dgm:cxn modelId="{902CE613-D261-420F-A861-5738011E797A}" type="presParOf" srcId="{F93AC375-F427-451A-A296-2ABB8ABCAAAC}" destId="{8AB83D4F-298C-4398-8A41-BCAEC2F3D39D}" srcOrd="2" destOrd="0" presId="urn:microsoft.com/office/officeart/2005/8/layout/balance1"/>
    <dgm:cxn modelId="{39650ED1-0B1B-43F2-A12A-06EFC1FD490C}" type="presParOf" srcId="{8AB83D4F-298C-4398-8A41-BCAEC2F3D39D}" destId="{7DBB7D51-7B68-45B5-9EA3-F4A78DCA6F12}" srcOrd="0" destOrd="0" presId="urn:microsoft.com/office/officeart/2005/8/layout/balance1"/>
    <dgm:cxn modelId="{28E16745-17BE-44BA-994B-B546803CB12E}" type="presParOf" srcId="{8AB83D4F-298C-4398-8A41-BCAEC2F3D39D}" destId="{15572B2B-841A-4C25-8309-D5D9DB3860B9}" srcOrd="1" destOrd="0" presId="urn:microsoft.com/office/officeart/2005/8/layout/balance1"/>
    <dgm:cxn modelId="{62F276C1-7735-402E-B0A0-40C221A4F728}" type="presParOf" srcId="{8AB83D4F-298C-4398-8A41-BCAEC2F3D39D}" destId="{53BA385F-0112-4D26-B768-9B91B74130AC}" srcOrd="2" destOrd="0" presId="urn:microsoft.com/office/officeart/2005/8/layout/balance1"/>
    <dgm:cxn modelId="{509C5C97-9B7E-41AE-B071-505B81C3A538}" type="presParOf" srcId="{8AB83D4F-298C-4398-8A41-BCAEC2F3D39D}" destId="{B26BA082-E85E-4232-A42C-24C35EDD84C2}" srcOrd="3" destOrd="0" presId="urn:microsoft.com/office/officeart/2005/8/layout/balance1"/>
    <dgm:cxn modelId="{362506BB-57C6-4712-903E-A2FC842EFFDA}" type="presParOf" srcId="{8AB83D4F-298C-4398-8A41-BCAEC2F3D39D}" destId="{4C569669-7D01-46DA-836E-5C0711BB3B1A}" srcOrd="4" destOrd="0" presId="urn:microsoft.com/office/officeart/2005/8/layout/balance1"/>
    <dgm:cxn modelId="{DE682731-C675-4D2B-BDB3-48209433FF38}" type="presParOf" srcId="{8AB83D4F-298C-4398-8A41-BCAEC2F3D39D}" destId="{2B15E5CE-680A-4557-BCF0-56E03B709B93}" srcOrd="5" destOrd="0" presId="urn:microsoft.com/office/officeart/2005/8/layout/balance1"/>
    <dgm:cxn modelId="{D1EA51A8-84BF-405C-9853-005C864D6944}" type="presParOf" srcId="{8AB83D4F-298C-4398-8A41-BCAEC2F3D39D}" destId="{639B3977-3B84-4324-B1AE-81805C9E7A5D}" srcOrd="6" destOrd="0" presId="urn:microsoft.com/office/officeart/2005/8/layout/balance1"/>
    <dgm:cxn modelId="{B503836E-6506-4EC5-B857-89AD19F7ACA9}" type="presParOf" srcId="{8AB83D4F-298C-4398-8A41-BCAEC2F3D39D}" destId="{624C3C49-6EDE-465D-BF74-18709CB5FAEF}" srcOrd="7" destOrd="0" presId="urn:microsoft.com/office/officeart/2005/8/layout/balance1"/>
    <dgm:cxn modelId="{26AB9646-638D-4DFD-A5DB-DA1F9CD29F38}" type="presParOf" srcId="{8AB83D4F-298C-4398-8A41-BCAEC2F3D39D}" destId="{ABC152E0-4554-4A61-A459-EABC660AD0B2}" srcOrd="8" destOrd="0" presId="urn:microsoft.com/office/officeart/2005/8/layout/balanc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3786972-37FE-44A9-AF1F-BDFD616352A7}"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n-US"/>
        </a:p>
      </dgm:t>
    </dgm:pt>
    <dgm:pt modelId="{39F81CA0-B320-4848-8549-062FAFD6495E}">
      <dgm:prSet phldrT="[Text]" custT="1"/>
      <dgm:spPr/>
      <dgm:t>
        <a:bodyPr/>
        <a:lstStyle/>
        <a:p>
          <a:r>
            <a:rPr lang="en-US" sz="2800">
              <a:effectLst/>
              <a:latin typeface="Arial Narrow" panose="020B0606020202030204" pitchFamily="34" charset="0"/>
              <a:ea typeface="Calibri" panose="020F0502020204030204" pitchFamily="34" charset="0"/>
            </a:rPr>
            <a:t>Self-identity as worker</a:t>
          </a:r>
          <a:endParaRPr lang="en-US" sz="2800"/>
        </a:p>
      </dgm:t>
    </dgm:pt>
    <dgm:pt modelId="{00FE858E-F990-4B3B-88F0-00A7D0E4290C}" type="parTrans" cxnId="{D174A151-8A6F-4B8E-BC9A-ACB1890CC306}">
      <dgm:prSet/>
      <dgm:spPr/>
      <dgm:t>
        <a:bodyPr/>
        <a:lstStyle/>
        <a:p>
          <a:endParaRPr lang="en-US"/>
        </a:p>
      </dgm:t>
    </dgm:pt>
    <dgm:pt modelId="{C136A2B1-F67B-499F-85CB-CB6DF939343E}" type="sibTrans" cxnId="{D174A151-8A6F-4B8E-BC9A-ACB1890CC306}">
      <dgm:prSet/>
      <dgm:spPr/>
      <dgm:t>
        <a:bodyPr/>
        <a:lstStyle/>
        <a:p>
          <a:endParaRPr lang="en-US"/>
        </a:p>
      </dgm:t>
    </dgm:pt>
    <dgm:pt modelId="{2D1CD680-6E47-4B87-98EE-934AAD66AE8F}">
      <dgm:prSet custT="1"/>
      <dgm:spPr/>
      <dgm:t>
        <a:bodyPr/>
        <a:lstStyle/>
        <a:p>
          <a:r>
            <a:rPr lang="en-US" sz="2800">
              <a:effectLst/>
              <a:latin typeface="Arial Narrow" panose="020B0606020202030204" pitchFamily="34" charset="0"/>
              <a:ea typeface="Calibri" panose="020F0502020204030204" pitchFamily="34" charset="0"/>
            </a:rPr>
            <a:t>Achieving personal goals</a:t>
          </a:r>
          <a:endParaRPr lang="en-US" sz="2800"/>
        </a:p>
      </dgm:t>
    </dgm:pt>
    <dgm:pt modelId="{4D0DC3F7-8B82-44CC-9F2F-09DC078F7C10}" type="parTrans" cxnId="{CB99CDFC-57A8-41CF-877A-6B0F501B7051}">
      <dgm:prSet/>
      <dgm:spPr/>
      <dgm:t>
        <a:bodyPr/>
        <a:lstStyle/>
        <a:p>
          <a:endParaRPr lang="en-US"/>
        </a:p>
      </dgm:t>
    </dgm:pt>
    <dgm:pt modelId="{027C9648-7153-45FE-AF7B-8CB35836FE63}" type="sibTrans" cxnId="{CB99CDFC-57A8-41CF-877A-6B0F501B7051}">
      <dgm:prSet/>
      <dgm:spPr/>
      <dgm:t>
        <a:bodyPr/>
        <a:lstStyle/>
        <a:p>
          <a:endParaRPr lang="en-US"/>
        </a:p>
      </dgm:t>
    </dgm:pt>
    <dgm:pt modelId="{ECB7E061-36D1-496E-8AC6-E14F7D89E6DF}">
      <dgm:prSet phldrT="[Text]"/>
      <dgm:spPr>
        <a:noFill/>
        <a:ln>
          <a:noFill/>
        </a:ln>
      </dgm:spPr>
      <dgm:t>
        <a:bodyPr/>
        <a:lstStyle/>
        <a:p>
          <a:endParaRPr lang="en-US"/>
        </a:p>
      </dgm:t>
    </dgm:pt>
    <dgm:pt modelId="{4E8EE994-E637-4659-B71A-41675B16E35E}" type="sibTrans" cxnId="{B6A59208-E488-4101-8EDB-423D6CC2A880}">
      <dgm:prSet/>
      <dgm:spPr/>
      <dgm:t>
        <a:bodyPr/>
        <a:lstStyle/>
        <a:p>
          <a:endParaRPr lang="en-US"/>
        </a:p>
      </dgm:t>
    </dgm:pt>
    <dgm:pt modelId="{6D788911-5398-4015-80D6-78195E7F6C3B}" type="parTrans" cxnId="{B6A59208-E488-4101-8EDB-423D6CC2A880}">
      <dgm:prSet/>
      <dgm:spPr/>
      <dgm:t>
        <a:bodyPr/>
        <a:lstStyle/>
        <a:p>
          <a:endParaRPr lang="en-US"/>
        </a:p>
      </dgm:t>
    </dgm:pt>
    <dgm:pt modelId="{6D814C5C-E0B0-4750-9AF3-44E0BAD2F195}">
      <dgm:prSet custT="1"/>
      <dgm:spPr/>
      <dgm:t>
        <a:bodyPr/>
        <a:lstStyle/>
        <a:p>
          <a:r>
            <a:rPr lang="en-US" sz="2800">
              <a:effectLst/>
              <a:latin typeface="Arial Narrow" panose="020B0606020202030204" pitchFamily="34" charset="0"/>
              <a:ea typeface="Calibri" panose="020F0502020204030204" pitchFamily="34" charset="0"/>
            </a:rPr>
            <a:t>Being productive</a:t>
          </a:r>
        </a:p>
      </dgm:t>
    </dgm:pt>
    <dgm:pt modelId="{74CD3BC1-F09B-4C84-8824-DECF41A8F858}" type="parTrans" cxnId="{89CBE0D6-1D9D-468E-8E7C-8893636777A1}">
      <dgm:prSet/>
      <dgm:spPr/>
      <dgm:t>
        <a:bodyPr/>
        <a:lstStyle/>
        <a:p>
          <a:endParaRPr lang="en-US"/>
        </a:p>
      </dgm:t>
    </dgm:pt>
    <dgm:pt modelId="{E15E2891-4795-41AE-BD1B-D9849A22B59D}" type="sibTrans" cxnId="{89CBE0D6-1D9D-468E-8E7C-8893636777A1}">
      <dgm:prSet/>
      <dgm:spPr/>
      <dgm:t>
        <a:bodyPr/>
        <a:lstStyle/>
        <a:p>
          <a:endParaRPr lang="en-US"/>
        </a:p>
      </dgm:t>
    </dgm:pt>
    <dgm:pt modelId="{28857E85-DEF8-4EB8-9B2B-80909A7F8361}">
      <dgm:prSet custT="1"/>
      <dgm:spPr/>
      <dgm:t>
        <a:bodyPr/>
        <a:lstStyle/>
        <a:p>
          <a:r>
            <a:rPr lang="en-US" sz="2800">
              <a:effectLst/>
              <a:latin typeface="Arial Narrow" panose="020B0606020202030204" pitchFamily="34" charset="0"/>
              <a:ea typeface="Calibri" panose="020F0502020204030204" pitchFamily="34" charset="0"/>
            </a:rPr>
            <a:t>Social</a:t>
          </a:r>
          <a:r>
            <a:rPr lang="en-US" sz="2800" baseline="0">
              <a:effectLst/>
              <a:latin typeface="Arial Narrow" panose="020B0606020202030204" pitchFamily="34" charset="0"/>
              <a:ea typeface="Calibri" panose="020F0502020204030204" pitchFamily="34" charset="0"/>
            </a:rPr>
            <a:t> belonging</a:t>
          </a:r>
          <a:endParaRPr lang="en-US" sz="2800">
            <a:effectLst/>
            <a:latin typeface="Arial Narrow" panose="020B0606020202030204" pitchFamily="34" charset="0"/>
            <a:ea typeface="Calibri" panose="020F0502020204030204" pitchFamily="34" charset="0"/>
          </a:endParaRPr>
        </a:p>
      </dgm:t>
    </dgm:pt>
    <dgm:pt modelId="{52DC9D08-CCD6-4A32-A546-33B88C33C965}" type="parTrans" cxnId="{754BE7E1-7573-494F-AC23-A7EC036E3773}">
      <dgm:prSet/>
      <dgm:spPr/>
      <dgm:t>
        <a:bodyPr/>
        <a:lstStyle/>
        <a:p>
          <a:endParaRPr lang="en-US"/>
        </a:p>
      </dgm:t>
    </dgm:pt>
    <dgm:pt modelId="{2D28202A-F185-4DFE-994A-B32C5E13A938}" type="sibTrans" cxnId="{754BE7E1-7573-494F-AC23-A7EC036E3773}">
      <dgm:prSet/>
      <dgm:spPr/>
      <dgm:t>
        <a:bodyPr/>
        <a:lstStyle/>
        <a:p>
          <a:endParaRPr lang="en-US"/>
        </a:p>
      </dgm:t>
    </dgm:pt>
    <dgm:pt modelId="{9B9D31D4-B2A4-431E-B6AC-7BAA4A3CAB2A}">
      <dgm:prSet custT="1"/>
      <dgm:spPr/>
      <dgm:t>
        <a:bodyPr/>
        <a:lstStyle/>
        <a:p>
          <a:r>
            <a:rPr lang="en-US" sz="2800">
              <a:effectLst/>
              <a:latin typeface="Arial Narrow" panose="020B0606020202030204" pitchFamily="34" charset="0"/>
              <a:ea typeface="Calibri" panose="020F0502020204030204" pitchFamily="34" charset="0"/>
            </a:rPr>
            <a:t>Contributing to society</a:t>
          </a:r>
        </a:p>
      </dgm:t>
    </dgm:pt>
    <dgm:pt modelId="{76F075B6-8215-48BA-B42B-EBA2762F2522}" type="parTrans" cxnId="{6A8433BB-9135-4103-80E5-86C5A9E88340}">
      <dgm:prSet/>
      <dgm:spPr/>
      <dgm:t>
        <a:bodyPr/>
        <a:lstStyle/>
        <a:p>
          <a:endParaRPr lang="en-US"/>
        </a:p>
      </dgm:t>
    </dgm:pt>
    <dgm:pt modelId="{4B6908E6-0E96-4DDE-B12C-B4330D8E4ED8}" type="sibTrans" cxnId="{6A8433BB-9135-4103-80E5-86C5A9E88340}">
      <dgm:prSet/>
      <dgm:spPr/>
      <dgm:t>
        <a:bodyPr/>
        <a:lstStyle/>
        <a:p>
          <a:endParaRPr lang="en-US"/>
        </a:p>
      </dgm:t>
    </dgm:pt>
    <dgm:pt modelId="{D285488C-F551-4F91-8431-93DC842B0B8B}">
      <dgm:prSet/>
      <dgm:spPr/>
      <dgm:t>
        <a:bodyPr/>
        <a:lstStyle/>
        <a:p>
          <a:endParaRPr lang="en-US"/>
        </a:p>
      </dgm:t>
    </dgm:pt>
    <dgm:pt modelId="{A44BC820-2D4D-4A8B-9BDF-DB0531119D33}" type="parTrans" cxnId="{BEB5F270-F468-4BCF-ABC9-DDB69E29B6D8}">
      <dgm:prSet/>
      <dgm:spPr/>
      <dgm:t>
        <a:bodyPr/>
        <a:lstStyle/>
        <a:p>
          <a:endParaRPr lang="en-US"/>
        </a:p>
      </dgm:t>
    </dgm:pt>
    <dgm:pt modelId="{D3FA29EF-D663-41DC-824E-725FE1E9DC81}" type="sibTrans" cxnId="{BEB5F270-F468-4BCF-ABC9-DDB69E29B6D8}">
      <dgm:prSet/>
      <dgm:spPr/>
      <dgm:t>
        <a:bodyPr/>
        <a:lstStyle/>
        <a:p>
          <a:endParaRPr lang="en-US"/>
        </a:p>
      </dgm:t>
    </dgm:pt>
    <dgm:pt modelId="{6C646176-2859-4C31-A1E1-6A39D101457D}">
      <dgm:prSet/>
      <dgm:spPr/>
      <dgm:t>
        <a:bodyPr/>
        <a:lstStyle/>
        <a:p>
          <a:endParaRPr lang="en-US"/>
        </a:p>
      </dgm:t>
    </dgm:pt>
    <dgm:pt modelId="{E2BCA043-506E-4565-B572-C73D0519EBBF}" type="parTrans" cxnId="{BBE7673C-96FC-4646-9E8C-64F59A3C7713}">
      <dgm:prSet/>
      <dgm:spPr/>
      <dgm:t>
        <a:bodyPr/>
        <a:lstStyle/>
        <a:p>
          <a:endParaRPr lang="en-US"/>
        </a:p>
      </dgm:t>
    </dgm:pt>
    <dgm:pt modelId="{925ADB38-214B-47B3-9BEA-ED429E0355E2}" type="sibTrans" cxnId="{BBE7673C-96FC-4646-9E8C-64F59A3C7713}">
      <dgm:prSet/>
      <dgm:spPr/>
      <dgm:t>
        <a:bodyPr/>
        <a:lstStyle/>
        <a:p>
          <a:endParaRPr lang="en-US"/>
        </a:p>
      </dgm:t>
    </dgm:pt>
    <dgm:pt modelId="{EC4D6AB2-7432-4440-A189-301FCC7C606A}">
      <dgm:prSet/>
      <dgm:spPr/>
      <dgm:t>
        <a:bodyPr/>
        <a:lstStyle/>
        <a:p>
          <a:endParaRPr lang="en-US"/>
        </a:p>
      </dgm:t>
    </dgm:pt>
    <dgm:pt modelId="{147DB0C4-5EFC-40D3-9A0E-FFA3CCC84F3B}" type="parTrans" cxnId="{E0D48336-01E9-466A-B6FC-AD9D6175FFB7}">
      <dgm:prSet/>
      <dgm:spPr/>
      <dgm:t>
        <a:bodyPr/>
        <a:lstStyle/>
        <a:p>
          <a:endParaRPr lang="en-US"/>
        </a:p>
      </dgm:t>
    </dgm:pt>
    <dgm:pt modelId="{E7E157F2-C1E5-4E0F-9F7A-45384943E929}" type="sibTrans" cxnId="{E0D48336-01E9-466A-B6FC-AD9D6175FFB7}">
      <dgm:prSet/>
      <dgm:spPr/>
      <dgm:t>
        <a:bodyPr/>
        <a:lstStyle/>
        <a:p>
          <a:endParaRPr lang="en-US"/>
        </a:p>
      </dgm:t>
    </dgm:pt>
    <dgm:pt modelId="{614ACB7F-C453-4284-AFB7-F055DF566631}">
      <dgm:prSet phldrT="[Text]"/>
      <dgm:spPr>
        <a:noFill/>
        <a:ln>
          <a:noFill/>
        </a:ln>
      </dgm:spPr>
      <dgm:t>
        <a:bodyPr/>
        <a:lstStyle/>
        <a:p>
          <a:endParaRPr lang="en-US"/>
        </a:p>
      </dgm:t>
    </dgm:pt>
    <dgm:pt modelId="{B250CA5F-C5AE-4F33-ADCD-74D40B06386F}" type="parTrans" cxnId="{87132F58-8626-482F-B890-E0BAF68772FB}">
      <dgm:prSet/>
      <dgm:spPr/>
      <dgm:t>
        <a:bodyPr/>
        <a:lstStyle/>
        <a:p>
          <a:endParaRPr lang="en-US"/>
        </a:p>
      </dgm:t>
    </dgm:pt>
    <dgm:pt modelId="{C3D443E2-77D9-44D1-9ADE-BC3DB1E789DE}" type="sibTrans" cxnId="{87132F58-8626-482F-B890-E0BAF68772FB}">
      <dgm:prSet/>
      <dgm:spPr/>
      <dgm:t>
        <a:bodyPr/>
        <a:lstStyle/>
        <a:p>
          <a:endParaRPr lang="en-US"/>
        </a:p>
      </dgm:t>
    </dgm:pt>
    <dgm:pt modelId="{6A825E58-7A78-4D41-A67D-EF4BEB33B0DA}">
      <dgm:prSet custT="1"/>
      <dgm:spPr/>
      <dgm:t>
        <a:bodyPr/>
        <a:lstStyle/>
        <a:p>
          <a:r>
            <a:rPr lang="en-US" sz="2800">
              <a:effectLst/>
              <a:latin typeface="Arial Narrow" panose="020B0606020202030204" pitchFamily="34" charset="0"/>
              <a:ea typeface="Calibri" panose="020F0502020204030204" pitchFamily="34" charset="0"/>
            </a:rPr>
            <a:t>Self-esteem</a:t>
          </a:r>
        </a:p>
      </dgm:t>
    </dgm:pt>
    <dgm:pt modelId="{DAA0B11B-9731-4B6B-91C2-ED45E9600A30}" type="parTrans" cxnId="{29033831-48D3-403F-B62D-96C9E933045C}">
      <dgm:prSet/>
      <dgm:spPr/>
      <dgm:t>
        <a:bodyPr/>
        <a:lstStyle/>
        <a:p>
          <a:endParaRPr lang="en-US"/>
        </a:p>
      </dgm:t>
    </dgm:pt>
    <dgm:pt modelId="{D6E30E68-2E8B-4FF5-9E11-758EDBDCB7C7}" type="sibTrans" cxnId="{29033831-48D3-403F-B62D-96C9E933045C}">
      <dgm:prSet/>
      <dgm:spPr/>
      <dgm:t>
        <a:bodyPr/>
        <a:lstStyle/>
        <a:p>
          <a:endParaRPr lang="en-US"/>
        </a:p>
      </dgm:t>
    </dgm:pt>
    <dgm:pt modelId="{D76E8D73-5300-4327-A7F0-5BB82C29D112}">
      <dgm:prSet custT="1"/>
      <dgm:spPr/>
      <dgm:t>
        <a:bodyPr/>
        <a:lstStyle/>
        <a:p>
          <a:r>
            <a:rPr lang="en-US" sz="2800">
              <a:effectLst/>
              <a:latin typeface="Arial Narrow" panose="020B0606020202030204" pitchFamily="34" charset="0"/>
              <a:ea typeface="Calibri" panose="020F0502020204030204" pitchFamily="34" charset="0"/>
            </a:rPr>
            <a:t>Being</a:t>
          </a:r>
          <a:r>
            <a:rPr lang="en-US" sz="2800" baseline="0">
              <a:effectLst/>
              <a:latin typeface="Arial Narrow" panose="020B0606020202030204" pitchFamily="34" charset="0"/>
              <a:ea typeface="Calibri" panose="020F0502020204030204" pitchFamily="34" charset="0"/>
            </a:rPr>
            <a:t> a role model</a:t>
          </a:r>
          <a:endParaRPr lang="en-US" sz="2800">
            <a:effectLst/>
            <a:latin typeface="Arial Narrow" panose="020B0606020202030204" pitchFamily="34" charset="0"/>
            <a:ea typeface="Calibri" panose="020F0502020204030204" pitchFamily="34" charset="0"/>
          </a:endParaRPr>
        </a:p>
      </dgm:t>
    </dgm:pt>
    <dgm:pt modelId="{1164682C-BE97-468A-9526-4926422AD158}" type="parTrans" cxnId="{C8EC61BA-7816-4931-8C19-03E0ECD76CE1}">
      <dgm:prSet/>
      <dgm:spPr/>
      <dgm:t>
        <a:bodyPr/>
        <a:lstStyle/>
        <a:p>
          <a:endParaRPr lang="en-US"/>
        </a:p>
      </dgm:t>
    </dgm:pt>
    <dgm:pt modelId="{3AEA3803-51B9-4053-B7CB-CF3EF16B877D}" type="sibTrans" cxnId="{C8EC61BA-7816-4931-8C19-03E0ECD76CE1}">
      <dgm:prSet/>
      <dgm:spPr/>
      <dgm:t>
        <a:bodyPr/>
        <a:lstStyle/>
        <a:p>
          <a:endParaRPr lang="en-US"/>
        </a:p>
      </dgm:t>
    </dgm:pt>
    <dgm:pt modelId="{F93AC375-F427-451A-A296-2ABB8ABCAAAC}" type="pres">
      <dgm:prSet presAssocID="{83786972-37FE-44A9-AF1F-BDFD616352A7}" presName="outerComposite" presStyleCnt="0">
        <dgm:presLayoutVars>
          <dgm:chMax val="2"/>
          <dgm:animLvl val="lvl"/>
          <dgm:resizeHandles val="exact"/>
        </dgm:presLayoutVars>
      </dgm:prSet>
      <dgm:spPr/>
    </dgm:pt>
    <dgm:pt modelId="{65C9007B-AD16-4680-B9D5-4C5F4C0B1A07}" type="pres">
      <dgm:prSet presAssocID="{83786972-37FE-44A9-AF1F-BDFD616352A7}" presName="dummyMaxCanvas" presStyleCnt="0"/>
      <dgm:spPr/>
    </dgm:pt>
    <dgm:pt modelId="{CAD13664-DFF8-4CAC-BE60-A79C3C4D426A}" type="pres">
      <dgm:prSet presAssocID="{83786972-37FE-44A9-AF1F-BDFD616352A7}" presName="parentComposite" presStyleCnt="0"/>
      <dgm:spPr/>
    </dgm:pt>
    <dgm:pt modelId="{CB8D2C1B-2921-4817-8930-200CA2078958}" type="pres">
      <dgm:prSet presAssocID="{83786972-37FE-44A9-AF1F-BDFD616352A7}" presName="parent1" presStyleLbl="alignAccFollowNode1" presStyleIdx="0" presStyleCnt="4" custLinFactNeighborX="2258" custLinFactNeighborY="66480">
        <dgm:presLayoutVars>
          <dgm:chMax val="4"/>
        </dgm:presLayoutVars>
      </dgm:prSet>
      <dgm:spPr/>
    </dgm:pt>
    <dgm:pt modelId="{E7C647C9-7465-45A3-898D-DB9AFC73AE81}" type="pres">
      <dgm:prSet presAssocID="{83786972-37FE-44A9-AF1F-BDFD616352A7}" presName="parent2" presStyleLbl="alignAccFollowNode1" presStyleIdx="1" presStyleCnt="4" custLinFactNeighborX="2258" custLinFactNeighborY="66480">
        <dgm:presLayoutVars>
          <dgm:chMax val="4"/>
        </dgm:presLayoutVars>
      </dgm:prSet>
      <dgm:spPr/>
    </dgm:pt>
    <dgm:pt modelId="{8AB83D4F-298C-4398-8A41-BCAEC2F3D39D}" type="pres">
      <dgm:prSet presAssocID="{83786972-37FE-44A9-AF1F-BDFD616352A7}" presName="childrenComposite" presStyleCnt="0"/>
      <dgm:spPr/>
    </dgm:pt>
    <dgm:pt modelId="{7DBB7D51-7B68-45B5-9EA3-F4A78DCA6F12}" type="pres">
      <dgm:prSet presAssocID="{83786972-37FE-44A9-AF1F-BDFD616352A7}" presName="dummyMaxCanvas_ChildArea" presStyleCnt="0"/>
      <dgm:spPr/>
    </dgm:pt>
    <dgm:pt modelId="{15572B2B-841A-4C25-8309-D5D9DB3860B9}" type="pres">
      <dgm:prSet presAssocID="{83786972-37FE-44A9-AF1F-BDFD616352A7}" presName="fulcrum" presStyleLbl="alignAccFollowNode1" presStyleIdx="2" presStyleCnt="4"/>
      <dgm:spPr/>
    </dgm:pt>
    <dgm:pt modelId="{85E18820-61AE-4507-B252-50F76EB9FEA3}" type="pres">
      <dgm:prSet presAssocID="{83786972-37FE-44A9-AF1F-BDFD616352A7}" presName="balance_43" presStyleLbl="alignAccFollowNode1" presStyleIdx="3" presStyleCnt="4" custAng="64672" custScaleX="131125" custScaleY="129439">
        <dgm:presLayoutVars>
          <dgm:bulletEnabled val="1"/>
        </dgm:presLayoutVars>
      </dgm:prSet>
      <dgm:spPr/>
    </dgm:pt>
    <dgm:pt modelId="{C1462F0B-9A4A-410E-AAF0-6AAF737DF77A}" type="pres">
      <dgm:prSet presAssocID="{83786972-37FE-44A9-AF1F-BDFD616352A7}" presName="left_43_1" presStyleLbl="node1" presStyleIdx="0" presStyleCnt="7" custAng="240000" custScaleX="303201" custScaleY="116615" custLinFactNeighborX="29994" custLinFactNeighborY="-7552">
        <dgm:presLayoutVars>
          <dgm:bulletEnabled val="1"/>
        </dgm:presLayoutVars>
      </dgm:prSet>
      <dgm:spPr/>
    </dgm:pt>
    <dgm:pt modelId="{BFFF9982-A743-48D7-93DA-C3B5C5FE1E4A}" type="pres">
      <dgm:prSet presAssocID="{83786972-37FE-44A9-AF1F-BDFD616352A7}" presName="left_43_2" presStyleLbl="node1" presStyleIdx="1" presStyleCnt="7" custAng="240000" custScaleX="303201" custScaleY="116615" custLinFactNeighborX="31928" custLinFactNeighborY="10188">
        <dgm:presLayoutVars>
          <dgm:bulletEnabled val="1"/>
        </dgm:presLayoutVars>
      </dgm:prSet>
      <dgm:spPr/>
    </dgm:pt>
    <dgm:pt modelId="{4E0E2B81-0A69-4B8F-891E-68B9422AC72D}" type="pres">
      <dgm:prSet presAssocID="{83786972-37FE-44A9-AF1F-BDFD616352A7}" presName="left_43_3" presStyleLbl="node1" presStyleIdx="2" presStyleCnt="7" custAng="240000" custScaleX="303201" custScaleY="116615" custLinFactY="-5342" custLinFactNeighborX="33894" custLinFactNeighborY="-100000">
        <dgm:presLayoutVars>
          <dgm:bulletEnabled val="1"/>
        </dgm:presLayoutVars>
      </dgm:prSet>
      <dgm:spPr/>
    </dgm:pt>
    <dgm:pt modelId="{11310DF3-3A6E-4EF0-9E49-48DF26AC9475}" type="pres">
      <dgm:prSet presAssocID="{83786972-37FE-44A9-AF1F-BDFD616352A7}" presName="left_43_4" presStyleLbl="node1" presStyleIdx="3" presStyleCnt="7" custAng="240000" custScaleX="303201" custScaleY="116615" custLinFactNeighborX="36634" custLinFactNeighborY="-83917">
        <dgm:presLayoutVars>
          <dgm:bulletEnabled val="1"/>
        </dgm:presLayoutVars>
      </dgm:prSet>
      <dgm:spPr/>
    </dgm:pt>
    <dgm:pt modelId="{44283B60-7AD6-4EB7-8638-AEDA8892D473}" type="pres">
      <dgm:prSet presAssocID="{83786972-37FE-44A9-AF1F-BDFD616352A7}" presName="right_43_1" presStyleLbl="node1" presStyleIdx="4" presStyleCnt="7" custAng="240000" custScaleX="303201" custScaleY="116615" custLinFactX="-13052" custLinFactY="-21595" custLinFactNeighborX="-100000" custLinFactNeighborY="-100000">
        <dgm:presLayoutVars>
          <dgm:bulletEnabled val="1"/>
        </dgm:presLayoutVars>
      </dgm:prSet>
      <dgm:spPr/>
    </dgm:pt>
    <dgm:pt modelId="{C35F1C4D-38BF-472F-A277-7C3518666E55}" type="pres">
      <dgm:prSet presAssocID="{83786972-37FE-44A9-AF1F-BDFD616352A7}" presName="right_43_2" presStyleLbl="node1" presStyleIdx="5" presStyleCnt="7" custAng="240000" custScaleX="303201" custScaleY="116615" custLinFactX="-11119" custLinFactY="-1757" custLinFactNeighborX="-100000" custLinFactNeighborY="-100000">
        <dgm:presLayoutVars>
          <dgm:bulletEnabled val="1"/>
        </dgm:presLayoutVars>
      </dgm:prSet>
      <dgm:spPr/>
    </dgm:pt>
    <dgm:pt modelId="{7391FBCD-3A43-4232-9306-B7E35149D236}" type="pres">
      <dgm:prSet presAssocID="{83786972-37FE-44A9-AF1F-BDFD616352A7}" presName="right_43_3" presStyleLbl="node1" presStyleIdx="6" presStyleCnt="7" custAng="240000" custScaleX="303201" custScaleY="116615" custLinFactX="-8594" custLinFactY="-100000" custLinFactNeighborX="-100000" custLinFactNeighborY="-117443">
        <dgm:presLayoutVars>
          <dgm:bulletEnabled val="1"/>
        </dgm:presLayoutVars>
      </dgm:prSet>
      <dgm:spPr/>
    </dgm:pt>
  </dgm:ptLst>
  <dgm:cxnLst>
    <dgm:cxn modelId="{B6A59208-E488-4101-8EDB-423D6CC2A880}" srcId="{83786972-37FE-44A9-AF1F-BDFD616352A7}" destId="{ECB7E061-36D1-496E-8AC6-E14F7D89E6DF}" srcOrd="0" destOrd="0" parTransId="{6D788911-5398-4015-80D6-78195E7F6C3B}" sibTransId="{4E8EE994-E637-4659-B71A-41675B16E35E}"/>
    <dgm:cxn modelId="{CF3F9423-CE76-48E5-A159-07964120C51B}" type="presOf" srcId="{28857E85-DEF8-4EB8-9B2B-80909A7F8361}" destId="{4E0E2B81-0A69-4B8F-891E-68B9422AC72D}" srcOrd="0" destOrd="0" presId="urn:microsoft.com/office/officeart/2005/8/layout/balance1"/>
    <dgm:cxn modelId="{DCA7312C-26C1-43EA-A089-780C8FAD3487}" type="presOf" srcId="{D76E8D73-5300-4327-A7F0-5BB82C29D112}" destId="{7391FBCD-3A43-4232-9306-B7E35149D236}" srcOrd="0" destOrd="0" presId="urn:microsoft.com/office/officeart/2005/8/layout/balance1"/>
    <dgm:cxn modelId="{29033831-48D3-403F-B62D-96C9E933045C}" srcId="{614ACB7F-C453-4284-AFB7-F055DF566631}" destId="{6A825E58-7A78-4D41-A67D-EF4BEB33B0DA}" srcOrd="1" destOrd="0" parTransId="{DAA0B11B-9731-4B6B-91C2-ED45E9600A30}" sibTransId="{D6E30E68-2E8B-4FF5-9E11-758EDBDCB7C7}"/>
    <dgm:cxn modelId="{E0D48336-01E9-466A-B6FC-AD9D6175FFB7}" srcId="{ECB7E061-36D1-496E-8AC6-E14F7D89E6DF}" destId="{EC4D6AB2-7432-4440-A189-301FCC7C606A}" srcOrd="6" destOrd="0" parTransId="{147DB0C4-5EFC-40D3-9A0E-FFA3CCC84F3B}" sibTransId="{E7E157F2-C1E5-4E0F-9F7A-45384943E929}"/>
    <dgm:cxn modelId="{BBE7673C-96FC-4646-9E8C-64F59A3C7713}" srcId="{ECB7E061-36D1-496E-8AC6-E14F7D89E6DF}" destId="{6C646176-2859-4C31-A1E1-6A39D101457D}" srcOrd="5" destOrd="0" parTransId="{E2BCA043-506E-4565-B572-C73D0519EBBF}" sibTransId="{925ADB38-214B-47B3-9BEA-ED429E0355E2}"/>
    <dgm:cxn modelId="{615C3466-8113-4761-95F1-9F557C59A1B7}" type="presOf" srcId="{2D1CD680-6E47-4B87-98EE-934AAD66AE8F}" destId="{44283B60-7AD6-4EB7-8638-AEDA8892D473}" srcOrd="0" destOrd="0" presId="urn:microsoft.com/office/officeart/2005/8/layout/balance1"/>
    <dgm:cxn modelId="{8BE52C6E-0D6E-49B7-AEA1-6C262C4F051B}" type="presOf" srcId="{6A825E58-7A78-4D41-A67D-EF4BEB33B0DA}" destId="{C35F1C4D-38BF-472F-A277-7C3518666E55}" srcOrd="0" destOrd="0" presId="urn:microsoft.com/office/officeart/2005/8/layout/balance1"/>
    <dgm:cxn modelId="{BEB5F270-F468-4BCF-ABC9-DDB69E29B6D8}" srcId="{ECB7E061-36D1-496E-8AC6-E14F7D89E6DF}" destId="{D285488C-F551-4F91-8431-93DC842B0B8B}" srcOrd="4" destOrd="0" parTransId="{A44BC820-2D4D-4A8B-9BDF-DB0531119D33}" sibTransId="{D3FA29EF-D663-41DC-824E-725FE1E9DC81}"/>
    <dgm:cxn modelId="{D174A151-8A6F-4B8E-BC9A-ACB1890CC306}" srcId="{ECB7E061-36D1-496E-8AC6-E14F7D89E6DF}" destId="{39F81CA0-B320-4848-8549-062FAFD6495E}" srcOrd="0" destOrd="0" parTransId="{00FE858E-F990-4B3B-88F0-00A7D0E4290C}" sibTransId="{C136A2B1-F67B-499F-85CB-CB6DF939343E}"/>
    <dgm:cxn modelId="{87975773-2286-4767-83F8-1834C912BCC0}" type="presOf" srcId="{6D814C5C-E0B0-4750-9AF3-44E0BAD2F195}" destId="{BFFF9982-A743-48D7-93DA-C3B5C5FE1E4A}" srcOrd="0" destOrd="0" presId="urn:microsoft.com/office/officeart/2005/8/layout/balance1"/>
    <dgm:cxn modelId="{87132F58-8626-482F-B890-E0BAF68772FB}" srcId="{83786972-37FE-44A9-AF1F-BDFD616352A7}" destId="{614ACB7F-C453-4284-AFB7-F055DF566631}" srcOrd="1" destOrd="0" parTransId="{B250CA5F-C5AE-4F33-ADCD-74D40B06386F}" sibTransId="{C3D443E2-77D9-44D1-9ADE-BC3DB1E789DE}"/>
    <dgm:cxn modelId="{D011AC9C-E2F2-46CD-8E26-DCEB8A5F384C}" type="presOf" srcId="{39F81CA0-B320-4848-8549-062FAFD6495E}" destId="{C1462F0B-9A4A-410E-AAF0-6AAF737DF77A}" srcOrd="0" destOrd="0" presId="urn:microsoft.com/office/officeart/2005/8/layout/balance1"/>
    <dgm:cxn modelId="{75C955B1-01E9-472C-BBD5-36F1619741FB}" type="presOf" srcId="{83786972-37FE-44A9-AF1F-BDFD616352A7}" destId="{F93AC375-F427-451A-A296-2ABB8ABCAAAC}" srcOrd="0" destOrd="0" presId="urn:microsoft.com/office/officeart/2005/8/layout/balance1"/>
    <dgm:cxn modelId="{C8EC61BA-7816-4931-8C19-03E0ECD76CE1}" srcId="{614ACB7F-C453-4284-AFB7-F055DF566631}" destId="{D76E8D73-5300-4327-A7F0-5BB82C29D112}" srcOrd="2" destOrd="0" parTransId="{1164682C-BE97-468A-9526-4926422AD158}" sibTransId="{3AEA3803-51B9-4053-B7CB-CF3EF16B877D}"/>
    <dgm:cxn modelId="{6A8433BB-9135-4103-80E5-86C5A9E88340}" srcId="{ECB7E061-36D1-496E-8AC6-E14F7D89E6DF}" destId="{9B9D31D4-B2A4-431E-B6AC-7BAA4A3CAB2A}" srcOrd="3" destOrd="0" parTransId="{76F075B6-8215-48BA-B42B-EBA2762F2522}" sibTransId="{4B6908E6-0E96-4DDE-B12C-B4330D8E4ED8}"/>
    <dgm:cxn modelId="{CF31B1CA-FDC2-4B51-9097-2A0529B65275}" type="presOf" srcId="{9B9D31D4-B2A4-431E-B6AC-7BAA4A3CAB2A}" destId="{11310DF3-3A6E-4EF0-9E49-48DF26AC9475}" srcOrd="0" destOrd="0" presId="urn:microsoft.com/office/officeart/2005/8/layout/balance1"/>
    <dgm:cxn modelId="{B9E3A4D6-F2F7-4B25-BF79-C297C89C7DFC}" type="presOf" srcId="{ECB7E061-36D1-496E-8AC6-E14F7D89E6DF}" destId="{CB8D2C1B-2921-4817-8930-200CA2078958}" srcOrd="0" destOrd="0" presId="urn:microsoft.com/office/officeart/2005/8/layout/balance1"/>
    <dgm:cxn modelId="{89CBE0D6-1D9D-468E-8E7C-8893636777A1}" srcId="{ECB7E061-36D1-496E-8AC6-E14F7D89E6DF}" destId="{6D814C5C-E0B0-4750-9AF3-44E0BAD2F195}" srcOrd="1" destOrd="0" parTransId="{74CD3BC1-F09B-4C84-8824-DECF41A8F858}" sibTransId="{E15E2891-4795-41AE-BD1B-D9849A22B59D}"/>
    <dgm:cxn modelId="{754BE7E1-7573-494F-AC23-A7EC036E3773}" srcId="{ECB7E061-36D1-496E-8AC6-E14F7D89E6DF}" destId="{28857E85-DEF8-4EB8-9B2B-80909A7F8361}" srcOrd="2" destOrd="0" parTransId="{52DC9D08-CCD6-4A32-A546-33B88C33C965}" sibTransId="{2D28202A-F185-4DFE-994A-B32C5E13A938}"/>
    <dgm:cxn modelId="{B4C488F1-2E1C-4F1D-B37A-A708B3BBE353}" type="presOf" srcId="{614ACB7F-C453-4284-AFB7-F055DF566631}" destId="{E7C647C9-7465-45A3-898D-DB9AFC73AE81}" srcOrd="0" destOrd="0" presId="urn:microsoft.com/office/officeart/2005/8/layout/balance1"/>
    <dgm:cxn modelId="{CB99CDFC-57A8-41CF-877A-6B0F501B7051}" srcId="{614ACB7F-C453-4284-AFB7-F055DF566631}" destId="{2D1CD680-6E47-4B87-98EE-934AAD66AE8F}" srcOrd="0" destOrd="0" parTransId="{4D0DC3F7-8B82-44CC-9F2F-09DC078F7C10}" sibTransId="{027C9648-7153-45FE-AF7B-8CB35836FE63}"/>
    <dgm:cxn modelId="{AE725DBE-5714-427C-AED8-5D837CDE724F}" type="presParOf" srcId="{F93AC375-F427-451A-A296-2ABB8ABCAAAC}" destId="{65C9007B-AD16-4680-B9D5-4C5F4C0B1A07}" srcOrd="0" destOrd="0" presId="urn:microsoft.com/office/officeart/2005/8/layout/balance1"/>
    <dgm:cxn modelId="{BF12E270-8628-4251-8149-065FE0B4D5FD}" type="presParOf" srcId="{F93AC375-F427-451A-A296-2ABB8ABCAAAC}" destId="{CAD13664-DFF8-4CAC-BE60-A79C3C4D426A}" srcOrd="1" destOrd="0" presId="urn:microsoft.com/office/officeart/2005/8/layout/balance1"/>
    <dgm:cxn modelId="{1F4DD4CC-F6F4-40E0-B64C-7C225940D1DA}" type="presParOf" srcId="{CAD13664-DFF8-4CAC-BE60-A79C3C4D426A}" destId="{CB8D2C1B-2921-4817-8930-200CA2078958}" srcOrd="0" destOrd="0" presId="urn:microsoft.com/office/officeart/2005/8/layout/balance1"/>
    <dgm:cxn modelId="{C7C505ED-29DE-463F-AB46-C19A744D1547}" type="presParOf" srcId="{CAD13664-DFF8-4CAC-BE60-A79C3C4D426A}" destId="{E7C647C9-7465-45A3-898D-DB9AFC73AE81}" srcOrd="1" destOrd="0" presId="urn:microsoft.com/office/officeart/2005/8/layout/balance1"/>
    <dgm:cxn modelId="{230E3434-EFB1-42ED-8DA1-DF12F7EB6260}" type="presParOf" srcId="{F93AC375-F427-451A-A296-2ABB8ABCAAAC}" destId="{8AB83D4F-298C-4398-8A41-BCAEC2F3D39D}" srcOrd="2" destOrd="0" presId="urn:microsoft.com/office/officeart/2005/8/layout/balance1"/>
    <dgm:cxn modelId="{9FFD7EEA-7184-452C-A332-EA119E8E33B6}" type="presParOf" srcId="{8AB83D4F-298C-4398-8A41-BCAEC2F3D39D}" destId="{7DBB7D51-7B68-45B5-9EA3-F4A78DCA6F12}" srcOrd="0" destOrd="0" presId="urn:microsoft.com/office/officeart/2005/8/layout/balance1"/>
    <dgm:cxn modelId="{FE646B2C-9FBD-4512-9E57-3FC45E0D113F}" type="presParOf" srcId="{8AB83D4F-298C-4398-8A41-BCAEC2F3D39D}" destId="{15572B2B-841A-4C25-8309-D5D9DB3860B9}" srcOrd="1" destOrd="0" presId="urn:microsoft.com/office/officeart/2005/8/layout/balance1"/>
    <dgm:cxn modelId="{C8897866-7134-4734-ACEA-28372BF5D1C4}" type="presParOf" srcId="{8AB83D4F-298C-4398-8A41-BCAEC2F3D39D}" destId="{85E18820-61AE-4507-B252-50F76EB9FEA3}" srcOrd="2" destOrd="0" presId="urn:microsoft.com/office/officeart/2005/8/layout/balance1"/>
    <dgm:cxn modelId="{198BFA7D-E196-47A2-99D2-B60A38D74E84}" type="presParOf" srcId="{8AB83D4F-298C-4398-8A41-BCAEC2F3D39D}" destId="{C1462F0B-9A4A-410E-AAF0-6AAF737DF77A}" srcOrd="3" destOrd="0" presId="urn:microsoft.com/office/officeart/2005/8/layout/balance1"/>
    <dgm:cxn modelId="{6E9AFA49-BF6A-4A51-92EC-E8797B80F5AC}" type="presParOf" srcId="{8AB83D4F-298C-4398-8A41-BCAEC2F3D39D}" destId="{BFFF9982-A743-48D7-93DA-C3B5C5FE1E4A}" srcOrd="4" destOrd="0" presId="urn:microsoft.com/office/officeart/2005/8/layout/balance1"/>
    <dgm:cxn modelId="{9A498E13-6826-4699-B646-BEB90387CD8D}" type="presParOf" srcId="{8AB83D4F-298C-4398-8A41-BCAEC2F3D39D}" destId="{4E0E2B81-0A69-4B8F-891E-68B9422AC72D}" srcOrd="5" destOrd="0" presId="urn:microsoft.com/office/officeart/2005/8/layout/balance1"/>
    <dgm:cxn modelId="{F07354BE-6CE8-45F5-A74C-2A90539B2690}" type="presParOf" srcId="{8AB83D4F-298C-4398-8A41-BCAEC2F3D39D}" destId="{11310DF3-3A6E-4EF0-9E49-48DF26AC9475}" srcOrd="6" destOrd="0" presId="urn:microsoft.com/office/officeart/2005/8/layout/balance1"/>
    <dgm:cxn modelId="{FDC108AD-AB13-4C66-B4E5-EDC216895FD5}" type="presParOf" srcId="{8AB83D4F-298C-4398-8A41-BCAEC2F3D39D}" destId="{44283B60-7AD6-4EB7-8638-AEDA8892D473}" srcOrd="7" destOrd="0" presId="urn:microsoft.com/office/officeart/2005/8/layout/balance1"/>
    <dgm:cxn modelId="{C525838D-8E2F-4BEE-BB14-A5171CBD96F9}" type="presParOf" srcId="{8AB83D4F-298C-4398-8A41-BCAEC2F3D39D}" destId="{C35F1C4D-38BF-472F-A277-7C3518666E55}" srcOrd="8" destOrd="0" presId="urn:microsoft.com/office/officeart/2005/8/layout/balance1"/>
    <dgm:cxn modelId="{DF98B48E-673F-46C8-89AE-A2D59196D798}" type="presParOf" srcId="{8AB83D4F-298C-4398-8A41-BCAEC2F3D39D}" destId="{7391FBCD-3A43-4232-9306-B7E35149D236}" srcOrd="9" destOrd="0" presId="urn:microsoft.com/office/officeart/2005/8/layout/balanc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D2C1B-2921-4817-8930-200CA2078958}">
      <dsp:nvSpPr>
        <dsp:cNvPr id="0" name=""/>
        <dsp:cNvSpPr/>
      </dsp:nvSpPr>
      <dsp:spPr>
        <a:xfrm>
          <a:off x="2527057" y="369748"/>
          <a:ext cx="2329453" cy="1294140"/>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2564961" y="407652"/>
        <a:ext cx="2253645" cy="1218332"/>
      </dsp:txXfrm>
    </dsp:sp>
    <dsp:sp modelId="{E7C647C9-7465-45A3-898D-DB9AFC73AE81}">
      <dsp:nvSpPr>
        <dsp:cNvPr id="0" name=""/>
        <dsp:cNvSpPr/>
      </dsp:nvSpPr>
      <dsp:spPr>
        <a:xfrm>
          <a:off x="5891823" y="369748"/>
          <a:ext cx="2329453" cy="1294140"/>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5929727" y="407652"/>
        <a:ext cx="2253645" cy="1218332"/>
      </dsp:txXfrm>
    </dsp:sp>
    <dsp:sp modelId="{15572B2B-841A-4C25-8309-D5D9DB3860B9}">
      <dsp:nvSpPr>
        <dsp:cNvPr id="0" name=""/>
        <dsp:cNvSpPr/>
      </dsp:nvSpPr>
      <dsp:spPr>
        <a:xfrm>
          <a:off x="4856718" y="5500098"/>
          <a:ext cx="970605" cy="970605"/>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B224906-8F71-4358-80F3-EBF5A3412466}">
      <dsp:nvSpPr>
        <dsp:cNvPr id="0" name=""/>
        <dsp:cNvSpPr/>
      </dsp:nvSpPr>
      <dsp:spPr>
        <a:xfrm>
          <a:off x="2430204" y="5093738"/>
          <a:ext cx="5823633" cy="39341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5AB62E-A955-4435-B231-B72072DF3A3E}">
      <dsp:nvSpPr>
        <dsp:cNvPr id="0" name=""/>
        <dsp:cNvSpPr/>
      </dsp:nvSpPr>
      <dsp:spPr>
        <a:xfrm>
          <a:off x="5443846" y="3925349"/>
          <a:ext cx="3624117" cy="1087078"/>
        </a:xfrm>
        <a:prstGeom prst="round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ts val="0"/>
            </a:spcAft>
            <a:buNone/>
          </a:pPr>
          <a:r>
            <a:rPr lang="en-US" sz="2800" kern="1200">
              <a:solidFill>
                <a:schemeClr val="tx1"/>
              </a:solidFill>
              <a:effectLst/>
              <a:latin typeface="Arial Narrow" panose="020B0606020202030204" pitchFamily="34" charset="0"/>
              <a:ea typeface="Calibri" panose="020F0502020204030204" pitchFamily="34" charset="0"/>
              <a:cs typeface="+mn-cs"/>
            </a:rPr>
            <a:t>SSDI as insurance</a:t>
          </a:r>
        </a:p>
        <a:p>
          <a:pPr marL="0" lvl="0" indent="0" algn="ctr" defTabSz="1244600" rtl="0">
            <a:lnSpc>
              <a:spcPct val="90000"/>
            </a:lnSpc>
            <a:spcBef>
              <a:spcPct val="0"/>
            </a:spcBef>
            <a:spcAft>
              <a:spcPts val="0"/>
            </a:spcAft>
            <a:buNone/>
          </a:pPr>
          <a:r>
            <a:rPr lang="en-US" sz="2800" kern="1200">
              <a:solidFill>
                <a:schemeClr val="tx1"/>
              </a:solidFill>
              <a:effectLst/>
              <a:latin typeface="Arial Narrow" panose="020B0606020202030204" pitchFamily="34" charset="0"/>
              <a:ea typeface="Calibri" panose="020F0502020204030204" pitchFamily="34" charset="0"/>
              <a:cs typeface="+mn-cs"/>
            </a:rPr>
            <a:t>“I paid into it”</a:t>
          </a:r>
        </a:p>
      </dsp:txBody>
      <dsp:txXfrm>
        <a:off x="5496913" y="3978416"/>
        <a:ext cx="3517983" cy="980944"/>
      </dsp:txXfrm>
    </dsp:sp>
    <dsp:sp modelId="{875A7900-9C35-4498-BE6D-D16304CBCDB2}">
      <dsp:nvSpPr>
        <dsp:cNvPr id="0" name=""/>
        <dsp:cNvSpPr/>
      </dsp:nvSpPr>
      <dsp:spPr>
        <a:xfrm>
          <a:off x="5443846" y="2760622"/>
          <a:ext cx="3624117" cy="1087078"/>
        </a:xfrm>
        <a:prstGeom prst="roundRect">
          <a:avLst/>
        </a:prstGeom>
        <a:solidFill>
          <a:schemeClr val="accent1"/>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cs typeface="+mn-cs"/>
            </a:rPr>
            <a:t>Risk losing healthcare &amp; other benefits</a:t>
          </a:r>
        </a:p>
      </dsp:txBody>
      <dsp:txXfrm>
        <a:off x="5496913" y="2813689"/>
        <a:ext cx="3517983" cy="980944"/>
      </dsp:txXfrm>
    </dsp:sp>
    <dsp:sp modelId="{81CB8E3C-83F4-4103-9271-4129D1597DB2}">
      <dsp:nvSpPr>
        <dsp:cNvPr id="0" name=""/>
        <dsp:cNvSpPr/>
      </dsp:nvSpPr>
      <dsp:spPr>
        <a:xfrm>
          <a:off x="5443846" y="1595896"/>
          <a:ext cx="3624117" cy="1087078"/>
        </a:xfrm>
        <a:prstGeom prst="roundRect">
          <a:avLst/>
        </a:prstGeom>
        <a:solidFill>
          <a:schemeClr val="accent1"/>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cs typeface="+mn-cs"/>
            </a:rPr>
            <a:t>Risk of losing steady income</a:t>
          </a:r>
        </a:p>
      </dsp:txBody>
      <dsp:txXfrm>
        <a:off x="5496913" y="1648963"/>
        <a:ext cx="3517983" cy="980944"/>
      </dsp:txXfrm>
    </dsp:sp>
    <dsp:sp modelId="{B08196B5-F2F8-4D52-8E8A-6502DAD688FF}">
      <dsp:nvSpPr>
        <dsp:cNvPr id="0" name=""/>
        <dsp:cNvSpPr/>
      </dsp:nvSpPr>
      <dsp:spPr>
        <a:xfrm>
          <a:off x="1535059" y="3936916"/>
          <a:ext cx="3624117" cy="1087078"/>
        </a:xfrm>
        <a:prstGeom prst="roundRect">
          <a:avLst/>
        </a:prstGeom>
        <a:solidFill>
          <a:schemeClr val="accent1"/>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cs typeface="+mn-cs"/>
            </a:rPr>
            <a:t>Self-sufficiency/ Independence</a:t>
          </a:r>
        </a:p>
      </dsp:txBody>
      <dsp:txXfrm>
        <a:off x="1588126" y="3989983"/>
        <a:ext cx="3517983" cy="980944"/>
      </dsp:txXfrm>
    </dsp:sp>
    <dsp:sp modelId="{03D63D4F-458D-48C2-888B-C1E5658D6973}">
      <dsp:nvSpPr>
        <dsp:cNvPr id="0" name=""/>
        <dsp:cNvSpPr/>
      </dsp:nvSpPr>
      <dsp:spPr>
        <a:xfrm>
          <a:off x="1535059" y="2772189"/>
          <a:ext cx="3624117" cy="1087078"/>
        </a:xfrm>
        <a:prstGeom prst="roundRect">
          <a:avLst/>
        </a:prstGeom>
        <a:solidFill>
          <a:schemeClr val="accent1"/>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cs typeface="+mn-cs"/>
            </a:rPr>
            <a:t>Access to work-based benefits</a:t>
          </a:r>
        </a:p>
      </dsp:txBody>
      <dsp:txXfrm>
        <a:off x="1588126" y="2825256"/>
        <a:ext cx="3517983" cy="980944"/>
      </dsp:txXfrm>
    </dsp:sp>
    <dsp:sp modelId="{F21EC717-6CBB-4898-9606-D2DD6D4275B4}">
      <dsp:nvSpPr>
        <dsp:cNvPr id="0" name=""/>
        <dsp:cNvSpPr/>
      </dsp:nvSpPr>
      <dsp:spPr>
        <a:xfrm>
          <a:off x="1535059" y="1607462"/>
          <a:ext cx="3624117" cy="1087078"/>
        </a:xfrm>
        <a:prstGeom prst="roundRect">
          <a:avLst/>
        </a:prstGeom>
        <a:solidFill>
          <a:schemeClr val="accent1"/>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cs typeface="+mn-cs"/>
            </a:rPr>
            <a:t>Potentially higher income</a:t>
          </a:r>
        </a:p>
      </dsp:txBody>
      <dsp:txXfrm>
        <a:off x="1588126" y="1660529"/>
        <a:ext cx="3517983" cy="9809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D2C1B-2921-4817-8930-200CA2078958}">
      <dsp:nvSpPr>
        <dsp:cNvPr id="0" name=""/>
        <dsp:cNvSpPr/>
      </dsp:nvSpPr>
      <dsp:spPr>
        <a:xfrm>
          <a:off x="2527057" y="369748"/>
          <a:ext cx="2329453" cy="1294140"/>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endParaRPr lang="en-US" sz="2400" kern="1200">
            <a:solidFill>
              <a:schemeClr val="bg1"/>
            </a:solidFill>
            <a:latin typeface="Arial Narrow" panose="020B0606020202030204" pitchFamily="34" charset="0"/>
          </a:endParaRPr>
        </a:p>
      </dsp:txBody>
      <dsp:txXfrm>
        <a:off x="2564961" y="407652"/>
        <a:ext cx="2253645" cy="1218332"/>
      </dsp:txXfrm>
    </dsp:sp>
    <dsp:sp modelId="{E7C647C9-7465-45A3-898D-DB9AFC73AE81}">
      <dsp:nvSpPr>
        <dsp:cNvPr id="0" name=""/>
        <dsp:cNvSpPr/>
      </dsp:nvSpPr>
      <dsp:spPr>
        <a:xfrm>
          <a:off x="5891823" y="369748"/>
          <a:ext cx="2329453" cy="1294140"/>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endParaRPr lang="en-US" sz="2400" kern="1200">
            <a:solidFill>
              <a:schemeClr val="bg1"/>
            </a:solidFill>
            <a:latin typeface="Arial Narrow" panose="020B0606020202030204" pitchFamily="34" charset="0"/>
          </a:endParaRPr>
        </a:p>
      </dsp:txBody>
      <dsp:txXfrm>
        <a:off x="5929727" y="407652"/>
        <a:ext cx="2253645" cy="1218332"/>
      </dsp:txXfrm>
    </dsp:sp>
    <dsp:sp modelId="{15572B2B-841A-4C25-8309-D5D9DB3860B9}">
      <dsp:nvSpPr>
        <dsp:cNvPr id="0" name=""/>
        <dsp:cNvSpPr/>
      </dsp:nvSpPr>
      <dsp:spPr>
        <a:xfrm>
          <a:off x="4856718" y="5500098"/>
          <a:ext cx="970605" cy="970605"/>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7011C89-E0F7-4C95-A932-3BC9DF2ADECB}">
      <dsp:nvSpPr>
        <dsp:cNvPr id="0" name=""/>
        <dsp:cNvSpPr/>
      </dsp:nvSpPr>
      <dsp:spPr>
        <a:xfrm>
          <a:off x="2430204" y="5093738"/>
          <a:ext cx="5823633" cy="39341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6D26C4-3325-43FF-9FF6-AF2FA9D2B83B}">
      <dsp:nvSpPr>
        <dsp:cNvPr id="0" name=""/>
        <dsp:cNvSpPr/>
      </dsp:nvSpPr>
      <dsp:spPr>
        <a:xfrm>
          <a:off x="5485858" y="4188933"/>
          <a:ext cx="4461951" cy="797190"/>
        </a:xfrm>
        <a:prstGeom prst="roundRect">
          <a:avLst/>
        </a:prstGeom>
        <a:solidFill>
          <a:schemeClr val="accent1"/>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cs typeface="+mn-cs"/>
            </a:rPr>
            <a:t>Less time to spend with family</a:t>
          </a:r>
        </a:p>
      </dsp:txBody>
      <dsp:txXfrm>
        <a:off x="5524774" y="4227849"/>
        <a:ext cx="4384119" cy="719358"/>
      </dsp:txXfrm>
    </dsp:sp>
    <dsp:sp modelId="{767D1679-23B9-49D5-A70D-35D200041468}">
      <dsp:nvSpPr>
        <dsp:cNvPr id="0" name=""/>
        <dsp:cNvSpPr/>
      </dsp:nvSpPr>
      <dsp:spPr>
        <a:xfrm>
          <a:off x="5485858" y="3329623"/>
          <a:ext cx="4461951" cy="797190"/>
        </a:xfrm>
        <a:prstGeom prst="roundRect">
          <a:avLst/>
        </a:prstGeom>
        <a:solidFill>
          <a:schemeClr val="accent1"/>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cs typeface="+mn-cs"/>
            </a:rPr>
            <a:t>Caregiving responsibilities</a:t>
          </a:r>
        </a:p>
      </dsp:txBody>
      <dsp:txXfrm>
        <a:off x="5524774" y="3368539"/>
        <a:ext cx="4384119" cy="719358"/>
      </dsp:txXfrm>
    </dsp:sp>
    <dsp:sp modelId="{98B245B5-C9FE-4A3C-99BE-28C56EA31328}">
      <dsp:nvSpPr>
        <dsp:cNvPr id="0" name=""/>
        <dsp:cNvSpPr/>
      </dsp:nvSpPr>
      <dsp:spPr>
        <a:xfrm>
          <a:off x="5485858" y="2470314"/>
          <a:ext cx="4461951" cy="797190"/>
        </a:xfrm>
        <a:prstGeom prst="roundRect">
          <a:avLst/>
        </a:prstGeom>
        <a:solidFill>
          <a:schemeClr val="accent1"/>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cs typeface="+mn-cs"/>
            </a:rPr>
            <a:t>SSDI and other benefits to children</a:t>
          </a:r>
        </a:p>
      </dsp:txBody>
      <dsp:txXfrm>
        <a:off x="5524774" y="2509230"/>
        <a:ext cx="4384119" cy="719358"/>
      </dsp:txXfrm>
    </dsp:sp>
    <dsp:sp modelId="{5E41755E-4A32-469D-A5E1-CCF4B3596320}">
      <dsp:nvSpPr>
        <dsp:cNvPr id="0" name=""/>
        <dsp:cNvSpPr/>
      </dsp:nvSpPr>
      <dsp:spPr>
        <a:xfrm>
          <a:off x="5485858" y="1595475"/>
          <a:ext cx="4461951" cy="797190"/>
        </a:xfrm>
        <a:prstGeom prst="roundRect">
          <a:avLst/>
        </a:prstGeom>
        <a:solidFill>
          <a:schemeClr val="accent1"/>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cs typeface="+mn-cs"/>
            </a:rPr>
            <a:t>Worry about providing for family if lose SSDI</a:t>
          </a:r>
        </a:p>
      </dsp:txBody>
      <dsp:txXfrm>
        <a:off x="5524774" y="1634391"/>
        <a:ext cx="4384119" cy="719358"/>
      </dsp:txXfrm>
    </dsp:sp>
    <dsp:sp modelId="{A3823A32-C867-462F-8B7E-7181F63CCCB6}">
      <dsp:nvSpPr>
        <dsp:cNvPr id="0" name=""/>
        <dsp:cNvSpPr/>
      </dsp:nvSpPr>
      <dsp:spPr>
        <a:xfrm>
          <a:off x="648807" y="4188933"/>
          <a:ext cx="4461951" cy="797190"/>
        </a:xfrm>
        <a:prstGeom prst="round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rPr>
            <a:t>Visiting, going to family outings, buying gifts</a:t>
          </a:r>
          <a:endParaRPr lang="en-US" sz="2800" kern="1200" baseline="0">
            <a:solidFill>
              <a:schemeClr val="tx1"/>
            </a:solidFill>
            <a:effectLst/>
            <a:latin typeface="Arial Narrow" panose="020B0606020202030204" pitchFamily="34" charset="0"/>
            <a:ea typeface="Calibri" panose="020F0502020204030204" pitchFamily="34" charset="0"/>
          </a:endParaRPr>
        </a:p>
      </dsp:txBody>
      <dsp:txXfrm>
        <a:off x="687723" y="4227849"/>
        <a:ext cx="4384119" cy="719358"/>
      </dsp:txXfrm>
    </dsp:sp>
    <dsp:sp modelId="{FA59F960-18B1-4C8B-9024-18DF4B66E41D}">
      <dsp:nvSpPr>
        <dsp:cNvPr id="0" name=""/>
        <dsp:cNvSpPr/>
      </dsp:nvSpPr>
      <dsp:spPr>
        <a:xfrm>
          <a:off x="648807" y="3329623"/>
          <a:ext cx="4461951" cy="797190"/>
        </a:xfrm>
        <a:prstGeom prst="round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rPr>
            <a:t>Role in family</a:t>
          </a:r>
          <a:endParaRPr lang="en-US" sz="2800" kern="1200" baseline="0">
            <a:solidFill>
              <a:schemeClr val="tx1"/>
            </a:solidFill>
            <a:effectLst/>
            <a:latin typeface="Arial Narrow" panose="020B0606020202030204" pitchFamily="34" charset="0"/>
            <a:ea typeface="Calibri" panose="020F0502020204030204" pitchFamily="34" charset="0"/>
          </a:endParaRPr>
        </a:p>
      </dsp:txBody>
      <dsp:txXfrm>
        <a:off x="687723" y="3368539"/>
        <a:ext cx="4384119" cy="719358"/>
      </dsp:txXfrm>
    </dsp:sp>
    <dsp:sp modelId="{EEDC8F6D-84F3-485D-90A4-C6BC4DE8D7C6}">
      <dsp:nvSpPr>
        <dsp:cNvPr id="0" name=""/>
        <dsp:cNvSpPr/>
      </dsp:nvSpPr>
      <dsp:spPr>
        <a:xfrm>
          <a:off x="648807" y="2470314"/>
          <a:ext cx="4461951" cy="797190"/>
        </a:xfrm>
        <a:prstGeom prst="round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baseline="0">
              <a:solidFill>
                <a:schemeClr val="tx1"/>
              </a:solidFill>
              <a:effectLst/>
              <a:latin typeface="Arial Narrow" panose="020B0606020202030204" pitchFamily="34" charset="0"/>
              <a:ea typeface="Calibri" panose="020F0502020204030204" pitchFamily="34" charset="0"/>
            </a:rPr>
            <a:t>Helping adult family members</a:t>
          </a:r>
          <a:endParaRPr lang="en-US" sz="2800" kern="1200">
            <a:solidFill>
              <a:schemeClr val="tx1"/>
            </a:solidFill>
            <a:effectLst/>
            <a:latin typeface="Arial Narrow" panose="020B0606020202030204" pitchFamily="34" charset="0"/>
            <a:ea typeface="Calibri" panose="020F0502020204030204" pitchFamily="34" charset="0"/>
          </a:endParaRPr>
        </a:p>
      </dsp:txBody>
      <dsp:txXfrm>
        <a:off x="687723" y="2509230"/>
        <a:ext cx="4384119" cy="719358"/>
      </dsp:txXfrm>
    </dsp:sp>
    <dsp:sp modelId="{90069ED3-AFFB-45B8-B09C-EAB4AF4C740D}">
      <dsp:nvSpPr>
        <dsp:cNvPr id="0" name=""/>
        <dsp:cNvSpPr/>
      </dsp:nvSpPr>
      <dsp:spPr>
        <a:xfrm>
          <a:off x="648807" y="1595475"/>
          <a:ext cx="4461951" cy="797190"/>
        </a:xfrm>
        <a:prstGeom prst="round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rPr>
            <a:t>Providing for basic needs</a:t>
          </a:r>
        </a:p>
      </dsp:txBody>
      <dsp:txXfrm>
        <a:off x="687723" y="1634391"/>
        <a:ext cx="4384119" cy="7193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D2C1B-2921-4817-8930-200CA2078958}">
      <dsp:nvSpPr>
        <dsp:cNvPr id="0" name=""/>
        <dsp:cNvSpPr/>
      </dsp:nvSpPr>
      <dsp:spPr>
        <a:xfrm>
          <a:off x="2527057" y="369748"/>
          <a:ext cx="2329453" cy="1294140"/>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endParaRPr lang="en-US" sz="2400" kern="1200">
            <a:solidFill>
              <a:schemeClr val="bg1"/>
            </a:solidFill>
            <a:latin typeface="Arial Narrow" panose="020B0606020202030204" pitchFamily="34" charset="0"/>
          </a:endParaRPr>
        </a:p>
      </dsp:txBody>
      <dsp:txXfrm>
        <a:off x="2564961" y="407652"/>
        <a:ext cx="2253645" cy="1218332"/>
      </dsp:txXfrm>
    </dsp:sp>
    <dsp:sp modelId="{E7C647C9-7465-45A3-898D-DB9AFC73AE81}">
      <dsp:nvSpPr>
        <dsp:cNvPr id="0" name=""/>
        <dsp:cNvSpPr/>
      </dsp:nvSpPr>
      <dsp:spPr>
        <a:xfrm>
          <a:off x="5891823" y="369748"/>
          <a:ext cx="2329453" cy="1294140"/>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endParaRPr lang="en-US" sz="2400" kern="1200">
            <a:solidFill>
              <a:schemeClr val="bg1"/>
            </a:solidFill>
            <a:latin typeface="Arial Narrow" panose="020B0606020202030204" pitchFamily="34" charset="0"/>
          </a:endParaRPr>
        </a:p>
      </dsp:txBody>
      <dsp:txXfrm>
        <a:off x="5929727" y="407652"/>
        <a:ext cx="2253645" cy="1218332"/>
      </dsp:txXfrm>
    </dsp:sp>
    <dsp:sp modelId="{15572B2B-841A-4C25-8309-D5D9DB3860B9}">
      <dsp:nvSpPr>
        <dsp:cNvPr id="0" name=""/>
        <dsp:cNvSpPr/>
      </dsp:nvSpPr>
      <dsp:spPr>
        <a:xfrm>
          <a:off x="4856718" y="5500098"/>
          <a:ext cx="970605" cy="970605"/>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3BA385F-0112-4D26-B768-9B91B74130AC}">
      <dsp:nvSpPr>
        <dsp:cNvPr id="0" name=""/>
        <dsp:cNvSpPr/>
      </dsp:nvSpPr>
      <dsp:spPr>
        <a:xfrm>
          <a:off x="1955228" y="5118932"/>
          <a:ext cx="6773584" cy="34302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26BA082-E85E-4232-A42C-24C35EDD84C2}">
      <dsp:nvSpPr>
        <dsp:cNvPr id="0" name=""/>
        <dsp:cNvSpPr/>
      </dsp:nvSpPr>
      <dsp:spPr>
        <a:xfrm>
          <a:off x="5466593" y="3968126"/>
          <a:ext cx="3268013" cy="108707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a:solidFill>
                <a:schemeClr val="tx1"/>
              </a:solidFill>
              <a:effectLst/>
              <a:latin typeface="Arial Narrow" panose="020B0606020202030204" pitchFamily="34" charset="0"/>
              <a:ea typeface="Calibri" panose="020F0502020204030204" pitchFamily="34" charset="0"/>
              <a:cs typeface="+mn-cs"/>
            </a:rPr>
            <a:t>Less family time</a:t>
          </a:r>
        </a:p>
      </dsp:txBody>
      <dsp:txXfrm>
        <a:off x="5519660" y="4021193"/>
        <a:ext cx="3161879" cy="980944"/>
      </dsp:txXfrm>
    </dsp:sp>
    <dsp:sp modelId="{4C569669-7D01-46DA-836E-5C0711BB3B1A}">
      <dsp:nvSpPr>
        <dsp:cNvPr id="0" name=""/>
        <dsp:cNvSpPr/>
      </dsp:nvSpPr>
      <dsp:spPr>
        <a:xfrm>
          <a:off x="5466593" y="2803399"/>
          <a:ext cx="3268013" cy="108707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baseline="0">
              <a:effectLst/>
              <a:latin typeface="Arial Narrow" panose="020B0606020202030204" pitchFamily="34" charset="0"/>
              <a:ea typeface="Calibri" panose="020F0502020204030204" pitchFamily="34" charset="0"/>
            </a:rPr>
            <a:t>Less time for leisure/fun</a:t>
          </a:r>
          <a:endParaRPr lang="en-US" sz="2800" kern="1200">
            <a:solidFill>
              <a:schemeClr val="bg1"/>
            </a:solidFill>
            <a:effectLst/>
            <a:latin typeface="Arial Narrow" panose="020B0606020202030204" pitchFamily="34" charset="0"/>
            <a:ea typeface="Calibri" panose="020F0502020204030204" pitchFamily="34" charset="0"/>
            <a:cs typeface="+mn-cs"/>
          </a:endParaRPr>
        </a:p>
      </dsp:txBody>
      <dsp:txXfrm>
        <a:off x="5519660" y="2856466"/>
        <a:ext cx="3161879" cy="980944"/>
      </dsp:txXfrm>
    </dsp:sp>
    <dsp:sp modelId="{2B15E5CE-680A-4557-BCF0-56E03B709B93}">
      <dsp:nvSpPr>
        <dsp:cNvPr id="0" name=""/>
        <dsp:cNvSpPr/>
      </dsp:nvSpPr>
      <dsp:spPr>
        <a:xfrm>
          <a:off x="5466593" y="1638672"/>
          <a:ext cx="3268013" cy="108707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baseline="0">
              <a:effectLst/>
              <a:latin typeface="Arial Narrow" panose="020B0606020202030204" pitchFamily="34" charset="0"/>
              <a:ea typeface="Calibri" panose="020F0502020204030204" pitchFamily="34" charset="0"/>
            </a:rPr>
            <a:t>Fear of being overwhelmed at work</a:t>
          </a:r>
          <a:endParaRPr lang="en-US" sz="2800" kern="1200">
            <a:effectLst/>
            <a:latin typeface="Arial Narrow" panose="020B0606020202030204" pitchFamily="34" charset="0"/>
            <a:ea typeface="Calibri" panose="020F0502020204030204" pitchFamily="34" charset="0"/>
          </a:endParaRPr>
        </a:p>
      </dsp:txBody>
      <dsp:txXfrm>
        <a:off x="5519660" y="1691739"/>
        <a:ext cx="3161879" cy="980944"/>
      </dsp:txXfrm>
    </dsp:sp>
    <dsp:sp modelId="{639B3977-3B84-4324-B1AE-81805C9E7A5D}">
      <dsp:nvSpPr>
        <dsp:cNvPr id="0" name=""/>
        <dsp:cNvSpPr/>
      </dsp:nvSpPr>
      <dsp:spPr>
        <a:xfrm>
          <a:off x="1872819" y="3968126"/>
          <a:ext cx="3268013" cy="108707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effectLst/>
              <a:latin typeface="Arial Narrow" panose="020B0606020202030204" pitchFamily="34" charset="0"/>
              <a:ea typeface="Calibri" panose="020F0502020204030204" pitchFamily="34" charset="0"/>
            </a:rPr>
            <a:t>Counteracting boredom, loneliness or inactivity</a:t>
          </a:r>
          <a:endParaRPr lang="en-US" sz="2800" kern="1200">
            <a:solidFill>
              <a:schemeClr val="bg1"/>
            </a:solidFill>
            <a:latin typeface="Arial Narrow" panose="020B0606020202030204" pitchFamily="34" charset="0"/>
          </a:endParaRPr>
        </a:p>
      </dsp:txBody>
      <dsp:txXfrm>
        <a:off x="1925886" y="4021193"/>
        <a:ext cx="3161879" cy="980944"/>
      </dsp:txXfrm>
    </dsp:sp>
    <dsp:sp modelId="{624C3C49-6EDE-465D-BF74-18709CB5FAEF}">
      <dsp:nvSpPr>
        <dsp:cNvPr id="0" name=""/>
        <dsp:cNvSpPr/>
      </dsp:nvSpPr>
      <dsp:spPr>
        <a:xfrm>
          <a:off x="1872819" y="2803399"/>
          <a:ext cx="3268013" cy="108707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effectLst/>
              <a:latin typeface="Arial Narrow" panose="020B0606020202030204" pitchFamily="34" charset="0"/>
              <a:ea typeface="Calibri" panose="020F0502020204030204" pitchFamily="34" charset="0"/>
            </a:rPr>
            <a:t>Can afford leisure/fun</a:t>
          </a:r>
          <a:endParaRPr lang="en-US" sz="2800" kern="1200" baseline="0">
            <a:effectLst/>
            <a:latin typeface="Arial Narrow" panose="020B0606020202030204" pitchFamily="34" charset="0"/>
            <a:ea typeface="Calibri" panose="020F0502020204030204" pitchFamily="34" charset="0"/>
          </a:endParaRPr>
        </a:p>
      </dsp:txBody>
      <dsp:txXfrm>
        <a:off x="1925886" y="2856466"/>
        <a:ext cx="3161879" cy="980944"/>
      </dsp:txXfrm>
    </dsp:sp>
    <dsp:sp modelId="{ABC152E0-4554-4A61-A459-EABC660AD0B2}">
      <dsp:nvSpPr>
        <dsp:cNvPr id="0" name=""/>
        <dsp:cNvSpPr/>
      </dsp:nvSpPr>
      <dsp:spPr>
        <a:xfrm>
          <a:off x="1872819" y="1638672"/>
          <a:ext cx="3268013" cy="108707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baseline="0">
              <a:effectLst/>
              <a:latin typeface="Arial Narrow" panose="020B0606020202030204" pitchFamily="34" charset="0"/>
              <a:ea typeface="Calibri" panose="020F0502020204030204" pitchFamily="34" charset="0"/>
            </a:rPr>
            <a:t>Social interaction at work</a:t>
          </a:r>
        </a:p>
      </dsp:txBody>
      <dsp:txXfrm>
        <a:off x="1925886" y="1691739"/>
        <a:ext cx="3161879" cy="9809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D2C1B-2921-4817-8930-200CA2078958}">
      <dsp:nvSpPr>
        <dsp:cNvPr id="0" name=""/>
        <dsp:cNvSpPr/>
      </dsp:nvSpPr>
      <dsp:spPr>
        <a:xfrm>
          <a:off x="1136225" y="738650"/>
          <a:ext cx="1828091" cy="1015606"/>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endParaRPr lang="en-US" sz="4400" kern="1200"/>
        </a:p>
      </dsp:txBody>
      <dsp:txXfrm>
        <a:off x="1165971" y="768396"/>
        <a:ext cx="1768599" cy="956114"/>
      </dsp:txXfrm>
    </dsp:sp>
    <dsp:sp modelId="{E7C647C9-7465-45A3-898D-DB9AFC73AE81}">
      <dsp:nvSpPr>
        <dsp:cNvPr id="0" name=""/>
        <dsp:cNvSpPr/>
      </dsp:nvSpPr>
      <dsp:spPr>
        <a:xfrm>
          <a:off x="3776801" y="738650"/>
          <a:ext cx="1828091" cy="1015606"/>
        </a:xfrm>
        <a:prstGeom prst="roundRect">
          <a:avLst>
            <a:gd name="adj" fmla="val 1000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endParaRPr lang="en-US" sz="4400" kern="1200"/>
        </a:p>
      </dsp:txBody>
      <dsp:txXfrm>
        <a:off x="3806547" y="768396"/>
        <a:ext cx="1768599" cy="956114"/>
      </dsp:txXfrm>
    </dsp:sp>
    <dsp:sp modelId="{15572B2B-841A-4C25-8309-D5D9DB3860B9}">
      <dsp:nvSpPr>
        <dsp:cNvPr id="0" name=""/>
        <dsp:cNvSpPr/>
      </dsp:nvSpPr>
      <dsp:spPr>
        <a:xfrm>
          <a:off x="3075379" y="4379801"/>
          <a:ext cx="761704" cy="761704"/>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5E18820-61AE-4507-B252-50F76EB9FEA3}">
      <dsp:nvSpPr>
        <dsp:cNvPr id="0" name=""/>
        <dsp:cNvSpPr/>
      </dsp:nvSpPr>
      <dsp:spPr>
        <a:xfrm rot="21424672">
          <a:off x="497499" y="4006347"/>
          <a:ext cx="5917464" cy="41378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1462F0B-9A4A-410E-AAF0-6AAF737DF77A}">
      <dsp:nvSpPr>
        <dsp:cNvPr id="0" name=""/>
        <dsp:cNvSpPr/>
      </dsp:nvSpPr>
      <dsp:spPr>
        <a:xfrm>
          <a:off x="-158624" y="3490489"/>
          <a:ext cx="5599442" cy="48700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effectLst/>
              <a:latin typeface="Arial Narrow" panose="020B0606020202030204" pitchFamily="34" charset="0"/>
              <a:ea typeface="Calibri" panose="020F0502020204030204" pitchFamily="34" charset="0"/>
            </a:rPr>
            <a:t>Self-identity as worker</a:t>
          </a:r>
          <a:endParaRPr lang="en-US" sz="2800" kern="1200"/>
        </a:p>
      </dsp:txBody>
      <dsp:txXfrm>
        <a:off x="-134850" y="3514263"/>
        <a:ext cx="5551894" cy="439459"/>
      </dsp:txXfrm>
    </dsp:sp>
    <dsp:sp modelId="{BFFF9982-A743-48D7-93DA-C3B5C5FE1E4A}">
      <dsp:nvSpPr>
        <dsp:cNvPr id="0" name=""/>
        <dsp:cNvSpPr/>
      </dsp:nvSpPr>
      <dsp:spPr>
        <a:xfrm>
          <a:off x="-173558" y="2953514"/>
          <a:ext cx="5599442" cy="48700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effectLst/>
              <a:latin typeface="Arial Narrow" panose="020B0606020202030204" pitchFamily="34" charset="0"/>
              <a:ea typeface="Calibri" panose="020F0502020204030204" pitchFamily="34" charset="0"/>
            </a:rPr>
            <a:t>Being productive</a:t>
          </a:r>
        </a:p>
      </dsp:txBody>
      <dsp:txXfrm>
        <a:off x="-149784" y="2977288"/>
        <a:ext cx="5551894" cy="439459"/>
      </dsp:txXfrm>
    </dsp:sp>
    <dsp:sp modelId="{4E0E2B81-0A69-4B8F-891E-68B9422AC72D}">
      <dsp:nvSpPr>
        <dsp:cNvPr id="0" name=""/>
        <dsp:cNvSpPr/>
      </dsp:nvSpPr>
      <dsp:spPr>
        <a:xfrm>
          <a:off x="-187899" y="1414950"/>
          <a:ext cx="5599442" cy="48700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effectLst/>
              <a:latin typeface="Arial Narrow" panose="020B0606020202030204" pitchFamily="34" charset="0"/>
              <a:ea typeface="Calibri" panose="020F0502020204030204" pitchFamily="34" charset="0"/>
            </a:rPr>
            <a:t>Social</a:t>
          </a:r>
          <a:r>
            <a:rPr lang="en-US" sz="2800" kern="1200" baseline="0">
              <a:effectLst/>
              <a:latin typeface="Arial Narrow" panose="020B0606020202030204" pitchFamily="34" charset="0"/>
              <a:ea typeface="Calibri" panose="020F0502020204030204" pitchFamily="34" charset="0"/>
            </a:rPr>
            <a:t> belonging</a:t>
          </a:r>
          <a:endParaRPr lang="en-US" sz="2800" kern="1200">
            <a:effectLst/>
            <a:latin typeface="Arial Narrow" panose="020B0606020202030204" pitchFamily="34" charset="0"/>
            <a:ea typeface="Calibri" panose="020F0502020204030204" pitchFamily="34" charset="0"/>
          </a:endParaRPr>
        </a:p>
      </dsp:txBody>
      <dsp:txXfrm>
        <a:off x="-164125" y="1438724"/>
        <a:ext cx="5551894" cy="439459"/>
      </dsp:txXfrm>
    </dsp:sp>
    <dsp:sp modelId="{11310DF3-3A6E-4EF0-9E49-48DF26AC9475}">
      <dsp:nvSpPr>
        <dsp:cNvPr id="0" name=""/>
        <dsp:cNvSpPr/>
      </dsp:nvSpPr>
      <dsp:spPr>
        <a:xfrm>
          <a:off x="-187894" y="905669"/>
          <a:ext cx="5599442" cy="48700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effectLst/>
              <a:latin typeface="Arial Narrow" panose="020B0606020202030204" pitchFamily="34" charset="0"/>
              <a:ea typeface="Calibri" panose="020F0502020204030204" pitchFamily="34" charset="0"/>
            </a:rPr>
            <a:t>Contributing to society</a:t>
          </a:r>
        </a:p>
      </dsp:txBody>
      <dsp:txXfrm>
        <a:off x="-164120" y="929443"/>
        <a:ext cx="5551894" cy="439459"/>
      </dsp:txXfrm>
    </dsp:sp>
    <dsp:sp modelId="{44283B60-7AD6-4EB7-8638-AEDA8892D473}">
      <dsp:nvSpPr>
        <dsp:cNvPr id="0" name=""/>
        <dsp:cNvSpPr/>
      </dsp:nvSpPr>
      <dsp:spPr>
        <a:xfrm>
          <a:off x="-27246" y="2450591"/>
          <a:ext cx="5599442" cy="48700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effectLst/>
              <a:latin typeface="Arial Narrow" panose="020B0606020202030204" pitchFamily="34" charset="0"/>
              <a:ea typeface="Calibri" panose="020F0502020204030204" pitchFamily="34" charset="0"/>
            </a:rPr>
            <a:t>Achieving personal goals</a:t>
          </a:r>
          <a:endParaRPr lang="en-US" sz="2800" kern="1200"/>
        </a:p>
      </dsp:txBody>
      <dsp:txXfrm>
        <a:off x="-3472" y="2474365"/>
        <a:ext cx="5551894" cy="439459"/>
      </dsp:txXfrm>
    </dsp:sp>
    <dsp:sp modelId="{C35F1C4D-38BF-472F-A277-7C3518666E55}">
      <dsp:nvSpPr>
        <dsp:cNvPr id="0" name=""/>
        <dsp:cNvSpPr/>
      </dsp:nvSpPr>
      <dsp:spPr>
        <a:xfrm>
          <a:off x="-27246" y="1929384"/>
          <a:ext cx="5599442" cy="48700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effectLst/>
              <a:latin typeface="Arial Narrow" panose="020B0606020202030204" pitchFamily="34" charset="0"/>
              <a:ea typeface="Calibri" panose="020F0502020204030204" pitchFamily="34" charset="0"/>
            </a:rPr>
            <a:t>Self-esteem</a:t>
          </a:r>
        </a:p>
      </dsp:txBody>
      <dsp:txXfrm>
        <a:off x="-3472" y="1953158"/>
        <a:ext cx="5551894" cy="439459"/>
      </dsp:txXfrm>
    </dsp:sp>
    <dsp:sp modelId="{7391FBCD-3A43-4232-9306-B7E35149D236}">
      <dsp:nvSpPr>
        <dsp:cNvPr id="0" name=""/>
        <dsp:cNvSpPr/>
      </dsp:nvSpPr>
      <dsp:spPr>
        <a:xfrm>
          <a:off x="-27246" y="389647"/>
          <a:ext cx="5599442" cy="48700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effectLst/>
              <a:latin typeface="Arial Narrow" panose="020B0606020202030204" pitchFamily="34" charset="0"/>
              <a:ea typeface="Calibri" panose="020F0502020204030204" pitchFamily="34" charset="0"/>
            </a:rPr>
            <a:t>Being</a:t>
          </a:r>
          <a:r>
            <a:rPr lang="en-US" sz="2800" kern="1200" baseline="0">
              <a:effectLst/>
              <a:latin typeface="Arial Narrow" panose="020B0606020202030204" pitchFamily="34" charset="0"/>
              <a:ea typeface="Calibri" panose="020F0502020204030204" pitchFamily="34" charset="0"/>
            </a:rPr>
            <a:t> a role model</a:t>
          </a:r>
          <a:endParaRPr lang="en-US" sz="2800" kern="1200">
            <a:effectLst/>
            <a:latin typeface="Arial Narrow" panose="020B0606020202030204" pitchFamily="34" charset="0"/>
            <a:ea typeface="Calibri" panose="020F0502020204030204" pitchFamily="34" charset="0"/>
          </a:endParaRPr>
        </a:p>
      </dsp:txBody>
      <dsp:txXfrm>
        <a:off x="-3472" y="413421"/>
        <a:ext cx="5551894" cy="439459"/>
      </dsp:txXfrm>
    </dsp:sp>
  </dsp:spTree>
</dsp:drawing>
</file>

<file path=ppt/diagrams/layout1.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2.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3.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4.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7592714-A02A-4CEB-A670-A6EA75C0DD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3176F8F-4CCB-45BD-A66F-0783B3343C3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8D88274-DFCE-45C0-8D41-82421DD77E9A}" type="datetimeFigureOut">
              <a:rPr lang="en-US" smtClean="0"/>
              <a:t>6/29/2021</a:t>
            </a:fld>
            <a:endParaRPr lang="en-US"/>
          </a:p>
        </p:txBody>
      </p:sp>
      <p:sp>
        <p:nvSpPr>
          <p:cNvPr id="4" name="Footer Placeholder 3">
            <a:extLst>
              <a:ext uri="{FF2B5EF4-FFF2-40B4-BE49-F238E27FC236}">
                <a16:creationId xmlns:a16="http://schemas.microsoft.com/office/drawing/2014/main" id="{9EDC2A1F-5F85-443A-B317-2B3FECE0CF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2728B98-1BD2-4384-A21F-C689CA1FE8C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95B5742-390D-466F-8894-12B956060216}" type="slidenum">
              <a:rPr lang="en-US" smtClean="0"/>
              <a:t>‹#›</a:t>
            </a:fld>
            <a:endParaRPr lang="en-US"/>
          </a:p>
        </p:txBody>
      </p:sp>
    </p:spTree>
    <p:extLst>
      <p:ext uri="{BB962C8B-B14F-4D97-AF65-F5344CB8AC3E}">
        <p14:creationId xmlns:p14="http://schemas.microsoft.com/office/powerpoint/2010/main" val="1062854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D903DD-B2D4-4FBD-852E-24106DB47DF3}" type="datetimeFigureOut">
              <a:rPr lang="en-US" smtClean="0"/>
              <a:t>6/29/2021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CDDC9-2BEA-461F-A8F0-688ADEBCD3CB}" type="slidenum">
              <a:rPr lang="en-US" smtClean="0"/>
              <a:t>‹#›</a:t>
            </a:fld>
            <a:endParaRPr lang="en-US"/>
          </a:p>
        </p:txBody>
      </p:sp>
    </p:spTree>
    <p:extLst>
      <p:ext uri="{BB962C8B-B14F-4D97-AF65-F5344CB8AC3E}">
        <p14:creationId xmlns:p14="http://schemas.microsoft.com/office/powerpoint/2010/main" val="1445000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My name is Allison Taylor, and I’m a senior research associate at the Institute for Community Inclusion at the University of Massachusetts Boston.</a:t>
            </a:r>
          </a:p>
        </p:txBody>
      </p:sp>
      <p:sp>
        <p:nvSpPr>
          <p:cNvPr id="4" name="Slide Number Placeholder 3"/>
          <p:cNvSpPr>
            <a:spLocks noGrp="1"/>
          </p:cNvSpPr>
          <p:nvPr>
            <p:ph type="sldNum" sz="quarter" idx="5"/>
          </p:nvPr>
        </p:nvSpPr>
        <p:spPr/>
        <p:txBody>
          <a:bodyPr/>
          <a:lstStyle/>
          <a:p>
            <a:fld id="{FFBCDDC9-2BEA-461F-A8F0-688ADEBCD3CB}" type="slidenum">
              <a:rPr lang="en-US" smtClean="0"/>
              <a:t>1</a:t>
            </a:fld>
            <a:endParaRPr lang="en-US"/>
          </a:p>
        </p:txBody>
      </p:sp>
    </p:spTree>
    <p:extLst>
      <p:ext uri="{BB962C8B-B14F-4D97-AF65-F5344CB8AC3E}">
        <p14:creationId xmlns:p14="http://schemas.microsoft.com/office/powerpoint/2010/main" val="316362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The SGA Qualitative Study was a</a:t>
            </a:r>
            <a:r>
              <a:rPr lang="en-US" sz="1300" baseline="0"/>
              <a:t> part of the SGA Project, which was a model demonstration funded by the Rehabilitation Services Administration (RSA). Its overarching goal </a:t>
            </a:r>
            <a:r>
              <a:rPr lang="en-US" sz="1300"/>
              <a:t>was to develop and test a</a:t>
            </a:r>
            <a:r>
              <a:rPr lang="en-US" sz="1300" baseline="0"/>
              <a:t>n intervention </a:t>
            </a:r>
            <a:r>
              <a:rPr lang="en-US" sz="1300"/>
              <a:t>to improve</a:t>
            </a:r>
            <a:r>
              <a:rPr lang="en-US" sz="1300" baseline="0"/>
              <a:t> employment outcomes for VR customers who receive SSDI disabled worker benefits and ultimately to </a:t>
            </a:r>
            <a:r>
              <a:rPr lang="en-US" sz="1300"/>
              <a:t>help more SSDI customers transition into full employment and off benefits. The model was implemented and tested with</a:t>
            </a:r>
            <a:r>
              <a:rPr lang="en-US" sz="1300" baseline="0"/>
              <a:t> the VR agencies in Minnesota and Kentucky. The elements of the model were </a:t>
            </a:r>
            <a:r>
              <a:rPr lang="en-US" sz="1400">
                <a:sym typeface="Symbol" panose="05050102010706020507" pitchFamily="18" charset="2"/>
              </a:rPr>
              <a:t>Rapid Engagement and increased pacing, Coordinated Team Approach, </a:t>
            </a:r>
            <a:r>
              <a:rPr lang="en-US" sz="1400"/>
              <a:t>Benefits/Financial Counseling, Job Placement.</a:t>
            </a:r>
            <a:endParaRPr lang="en-US" sz="1300"/>
          </a:p>
          <a:p>
            <a:endParaRPr lang="en-US" sz="1300"/>
          </a:p>
        </p:txBody>
      </p:sp>
      <p:sp>
        <p:nvSpPr>
          <p:cNvPr id="4" name="Slide Number Placeholder 3"/>
          <p:cNvSpPr>
            <a:spLocks noGrp="1"/>
          </p:cNvSpPr>
          <p:nvPr>
            <p:ph type="sldNum" sz="quarter" idx="10"/>
          </p:nvPr>
        </p:nvSpPr>
        <p:spPr/>
        <p:txBody>
          <a:bodyPr/>
          <a:lstStyle/>
          <a:p>
            <a:fld id="{C588FD5D-1F64-49A7-87B6-AC0388952909}" type="slidenum">
              <a:rPr lang="en-US" smtClean="0"/>
              <a:t>3</a:t>
            </a:fld>
            <a:endParaRPr lang="en-US"/>
          </a:p>
        </p:txBody>
      </p:sp>
    </p:spTree>
    <p:extLst>
      <p:ext uri="{BB962C8B-B14F-4D97-AF65-F5344CB8AC3E}">
        <p14:creationId xmlns:p14="http://schemas.microsoft.com/office/powerpoint/2010/main" val="2107942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3207C2-EE1D-4EEA-B994-36B9C98EDF3F}" type="slidenum">
              <a:rPr lang="en-US" smtClean="0"/>
              <a:t>4</a:t>
            </a:fld>
            <a:endParaRPr lang="en-US"/>
          </a:p>
        </p:txBody>
      </p:sp>
    </p:spTree>
    <p:extLst>
      <p:ext uri="{BB962C8B-B14F-4D97-AF65-F5344CB8AC3E}">
        <p14:creationId xmlns:p14="http://schemas.microsoft.com/office/powerpoint/2010/main" val="27960629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buFont typeface="Wingdings" panose="05000000000000000000" pitchFamily="2" charset="2"/>
              <a:buNone/>
            </a:pPr>
            <a:r>
              <a:rPr lang="en-US" sz="1300"/>
              <a:t>Worked with the 2 VR agencies to mail recruitment packets to eligible customers, who then could contact us directly.</a:t>
            </a:r>
          </a:p>
          <a:p>
            <a:pPr lvl="0">
              <a:buFont typeface="Wingdings" panose="05000000000000000000" pitchFamily="2" charset="2"/>
              <a:buNone/>
            </a:pPr>
            <a:r>
              <a:rPr lang="en-US" sz="1300"/>
              <a:t>What</a:t>
            </a:r>
            <a:r>
              <a:rPr lang="en-US" sz="1300" baseline="0"/>
              <a:t> is key to remember about that detail is that this group of people receive social security benefits based on their own work histories. So they had worked for a significant amount of time prior to becoming disabled in order to qualify for those benefits.</a:t>
            </a:r>
            <a:endParaRPr lang="en-US" sz="1300"/>
          </a:p>
          <a:p>
            <a:pPr lvl="1">
              <a:buFont typeface="Wingdings" panose="05000000000000000000" pitchFamily="2" charset="2"/>
              <a:buChar char="Ø"/>
            </a:pPr>
            <a:endParaRPr lang="en-US" sz="1300"/>
          </a:p>
        </p:txBody>
      </p:sp>
      <p:sp>
        <p:nvSpPr>
          <p:cNvPr id="4" name="Slide Number Placeholder 3"/>
          <p:cNvSpPr>
            <a:spLocks noGrp="1"/>
          </p:cNvSpPr>
          <p:nvPr>
            <p:ph type="sldNum" sz="quarter" idx="10"/>
          </p:nvPr>
        </p:nvSpPr>
        <p:spPr/>
        <p:txBody>
          <a:bodyPr/>
          <a:lstStyle/>
          <a:p>
            <a:fld id="{2C3207C2-EE1D-4EEA-B994-36B9C98EDF3F}" type="slidenum">
              <a:rPr lang="en-US" smtClean="0"/>
              <a:t>5</a:t>
            </a:fld>
            <a:endParaRPr lang="en-US"/>
          </a:p>
        </p:txBody>
      </p:sp>
    </p:spTree>
    <p:extLst>
      <p:ext uri="{BB962C8B-B14F-4D97-AF65-F5344CB8AC3E}">
        <p14:creationId xmlns:p14="http://schemas.microsoft.com/office/powerpoint/2010/main" val="18818382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FBCDDC9-2BEA-461F-A8F0-688ADEBCD3CB}" type="slidenum">
              <a:rPr lang="en-US" smtClean="0"/>
              <a:t>6</a:t>
            </a:fld>
            <a:endParaRPr lang="en-US"/>
          </a:p>
        </p:txBody>
      </p:sp>
    </p:spTree>
    <p:extLst>
      <p:ext uri="{BB962C8B-B14F-4D97-AF65-F5344CB8AC3E}">
        <p14:creationId xmlns:p14="http://schemas.microsoft.com/office/powerpoint/2010/main" val="14718295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 largely representative</a:t>
            </a:r>
            <a:r>
              <a:rPr lang="en-US" baseline="0"/>
              <a:t> of the overall sample, but a few more clustered in the 45-54 range</a:t>
            </a:r>
          </a:p>
          <a:p>
            <a:pPr marL="171450" indent="-171450">
              <a:buFont typeface="Arial" panose="020B0604020202020204" pitchFamily="34" charset="0"/>
              <a:buChar char="•"/>
            </a:pPr>
            <a:r>
              <a:rPr lang="en-US" baseline="0"/>
              <a:t>Range: 26-65</a:t>
            </a:r>
          </a:p>
          <a:p>
            <a:pPr marL="171450" indent="-171450">
              <a:buFont typeface="Arial" panose="020B0604020202020204" pitchFamily="34" charset="0"/>
              <a:buChar char="•"/>
            </a:pPr>
            <a:r>
              <a:rPr lang="en-US" baseline="0"/>
              <a:t>Median 51</a:t>
            </a:r>
          </a:p>
          <a:p>
            <a:pPr marL="171450" indent="-171450">
              <a:buFont typeface="Arial" panose="020B0604020202020204" pitchFamily="34" charset="0"/>
              <a:buChar char="•"/>
            </a:pPr>
            <a:endParaRPr lang="en-US" baseline="0"/>
          </a:p>
          <a:p>
            <a:pPr marL="171450" indent="-171450">
              <a:buFont typeface="Arial" panose="020B0604020202020204" pitchFamily="34" charset="0"/>
              <a:buChar char="•"/>
            </a:pPr>
            <a:r>
              <a:rPr lang="en-US" baseline="0"/>
              <a:t>SSDI disabled worker population skews older - to receive benefits, need to have worked a significant amount </a:t>
            </a:r>
            <a:endParaRPr lang="en-US"/>
          </a:p>
        </p:txBody>
      </p:sp>
      <p:sp>
        <p:nvSpPr>
          <p:cNvPr id="4" name="Slide Number Placeholder 3"/>
          <p:cNvSpPr>
            <a:spLocks noGrp="1"/>
          </p:cNvSpPr>
          <p:nvPr>
            <p:ph type="sldNum" sz="quarter" idx="10"/>
          </p:nvPr>
        </p:nvSpPr>
        <p:spPr/>
        <p:txBody>
          <a:bodyPr/>
          <a:lstStyle/>
          <a:p>
            <a:fld id="{2C3207C2-EE1D-4EEA-B994-36B9C98EDF3F}" type="slidenum">
              <a:rPr lang="en-US" smtClean="0"/>
              <a:t>7</a:t>
            </a:fld>
            <a:endParaRPr lang="en-US"/>
          </a:p>
        </p:txBody>
      </p:sp>
    </p:spTree>
    <p:extLst>
      <p:ext uri="{BB962C8B-B14F-4D97-AF65-F5344CB8AC3E}">
        <p14:creationId xmlns:p14="http://schemas.microsoft.com/office/powerpoint/2010/main" val="356241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This slide shows the distribution of disability types reported by study participants. Participants were asked an open-ended question, “What disability or disabilities do you have?” and were then asked to indicate if they had a disability in any of a list of categories read to them. Participants were able to report disabilities in more than one category, and most did so. The most common category was the broad “health or medical,” with three-quarters of participants indicating a disability in that category. Over half reported having a mental health disability. About a third had a mobility disability, and slightly fewer reported a brain or head injury. The least common I/DD and sensory disabilities (hearing or vision).</a:t>
            </a:r>
          </a:p>
        </p:txBody>
      </p:sp>
      <p:sp>
        <p:nvSpPr>
          <p:cNvPr id="4" name="Slide Number Placeholder 3"/>
          <p:cNvSpPr>
            <a:spLocks noGrp="1"/>
          </p:cNvSpPr>
          <p:nvPr>
            <p:ph type="sldNum" sz="quarter" idx="10"/>
          </p:nvPr>
        </p:nvSpPr>
        <p:spPr/>
        <p:txBody>
          <a:bodyPr/>
          <a:lstStyle/>
          <a:p>
            <a:fld id="{C588FD5D-1F64-49A7-87B6-AC0388952909}" type="slidenum">
              <a:rPr lang="en-US" smtClean="0"/>
              <a:t>8</a:t>
            </a:fld>
            <a:endParaRPr lang="en-US"/>
          </a:p>
        </p:txBody>
      </p:sp>
    </p:spTree>
    <p:extLst>
      <p:ext uri="{BB962C8B-B14F-4D97-AF65-F5344CB8AC3E}">
        <p14:creationId xmlns:p14="http://schemas.microsoft.com/office/powerpoint/2010/main" val="2345268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Participants had a range of family and household arrangements. One-quarter were married, about a third were divorced or separated, and the rest were single. Of those who were parents, 17% had children under 18 living with them, but many others had adult sons and daughters, non-custodial children, grandkids, nieces and nephews, and other children in their lives. Just under half lived alone; the rest had a variety of living situations, including living with spouses and/or children, caring for parents or others with disabilities, or sharing an apartment with roommates or adult family members.</a:t>
            </a:r>
          </a:p>
          <a:p>
            <a:endParaRPr lang="en-US"/>
          </a:p>
        </p:txBody>
      </p:sp>
      <p:sp>
        <p:nvSpPr>
          <p:cNvPr id="4" name="Slide Number Placeholder 3"/>
          <p:cNvSpPr>
            <a:spLocks noGrp="1"/>
          </p:cNvSpPr>
          <p:nvPr>
            <p:ph type="sldNum" sz="quarter" idx="10"/>
          </p:nvPr>
        </p:nvSpPr>
        <p:spPr/>
        <p:txBody>
          <a:bodyPr/>
          <a:lstStyle/>
          <a:p>
            <a:fld id="{C588FD5D-1F64-49A7-87B6-AC0388952909}" type="slidenum">
              <a:rPr lang="en-US" smtClean="0"/>
              <a:t>9</a:t>
            </a:fld>
            <a:endParaRPr lang="en-US"/>
          </a:p>
        </p:txBody>
      </p:sp>
    </p:spTree>
    <p:extLst>
      <p:ext uri="{BB962C8B-B14F-4D97-AF65-F5344CB8AC3E}">
        <p14:creationId xmlns:p14="http://schemas.microsoft.com/office/powerpoint/2010/main" val="1762113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Participants had a range of family and household arrangements. One-quarter were married, about a third were divorced or separated, and the rest were single. Of those who were parents, 17% had children under 18 living with them, but many others had adult sons and daughters, non-custodial children, grandkids, nieces and nephews, and other children in their lives. Just under half lived alone; the rest had a variety of living situations, including living with spouses and/or children, caring for parents or others with disabilities, or sharing an apartment with roommates or adult family members.</a:t>
            </a:r>
          </a:p>
          <a:p>
            <a:endParaRPr lang="en-US"/>
          </a:p>
        </p:txBody>
      </p:sp>
      <p:sp>
        <p:nvSpPr>
          <p:cNvPr id="4" name="Slide Number Placeholder 3"/>
          <p:cNvSpPr>
            <a:spLocks noGrp="1"/>
          </p:cNvSpPr>
          <p:nvPr>
            <p:ph type="sldNum" sz="quarter" idx="10"/>
          </p:nvPr>
        </p:nvSpPr>
        <p:spPr/>
        <p:txBody>
          <a:bodyPr/>
          <a:lstStyle/>
          <a:p>
            <a:fld id="{C588FD5D-1F64-49A7-87B6-AC0388952909}" type="slidenum">
              <a:rPr lang="en-US" smtClean="0"/>
              <a:t>10</a:t>
            </a:fld>
            <a:endParaRPr lang="en-US"/>
          </a:p>
        </p:txBody>
      </p:sp>
    </p:spTree>
    <p:extLst>
      <p:ext uri="{BB962C8B-B14F-4D97-AF65-F5344CB8AC3E}">
        <p14:creationId xmlns:p14="http://schemas.microsoft.com/office/powerpoint/2010/main" val="290635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4000"/>
              <a:t>How do SSDI recipients make decisions about working?</a:t>
            </a:r>
          </a:p>
          <a:p>
            <a:pPr marL="228600" lvl="2">
              <a:spcBef>
                <a:spcPts val="1200"/>
              </a:spcBef>
            </a:pPr>
            <a:r>
              <a:rPr lang="en-US" sz="3600"/>
              <a:t>Seeking work</a:t>
            </a:r>
          </a:p>
          <a:p>
            <a:pPr marL="228600" lvl="2">
              <a:spcBef>
                <a:spcPts val="1200"/>
              </a:spcBef>
            </a:pPr>
            <a:r>
              <a:rPr lang="en-US" sz="3600"/>
              <a:t>Seeking help from VR</a:t>
            </a:r>
          </a:p>
          <a:p>
            <a:pPr marL="228600" lvl="2">
              <a:spcBef>
                <a:spcPts val="1200"/>
              </a:spcBef>
            </a:pPr>
            <a:r>
              <a:rPr lang="en-US" sz="3600"/>
              <a:t>Working above or below SGA</a:t>
            </a:r>
          </a:p>
          <a:p>
            <a:pPr marL="228600" lvl="2">
              <a:spcBef>
                <a:spcPts val="1200"/>
              </a:spcBef>
            </a:pPr>
            <a:r>
              <a:rPr lang="en-US" sz="3600"/>
              <a:t>Other decisions: education, changing careers, etc.</a:t>
            </a:r>
          </a:p>
          <a:p>
            <a:pPr marL="228600" lvl="2">
              <a:spcBef>
                <a:spcPts val="1200"/>
              </a:spcBef>
            </a:pPr>
            <a:endParaRPr lang="en-US" sz="3600"/>
          </a:p>
          <a:p>
            <a:pPr marL="0" lvl="1" indent="-228600">
              <a:spcBef>
                <a:spcPts val="1200"/>
              </a:spcBef>
            </a:pPr>
            <a:r>
              <a:rPr lang="en-US" sz="3600"/>
              <a:t>There has been a lot of research into barriers, which are significant, but this study focuses more on what motivates individuals to seek employment and how they make those decisions.</a:t>
            </a:r>
          </a:p>
          <a:p>
            <a:pPr marL="0" lvl="1" indent="-228600">
              <a:spcBef>
                <a:spcPts val="1200"/>
              </a:spcBef>
            </a:pPr>
            <a:endParaRPr lang="en-US" sz="3600"/>
          </a:p>
          <a:p>
            <a:r>
              <a:rPr lang="en-US" sz="1200"/>
              <a:t>How we did it:</a:t>
            </a:r>
          </a:p>
          <a:p>
            <a:pPr defTabSz="947032"/>
            <a:r>
              <a:rPr lang="en-US" sz="1200"/>
              <a:t>Qualitative interviews -30min - 1hr:</a:t>
            </a:r>
          </a:p>
          <a:p>
            <a:pPr marL="355137" indent="-355137" defTabSz="947032">
              <a:buFont typeface="Arial" panose="020B0604020202020204" pitchFamily="34" charset="0"/>
              <a:buChar char="•"/>
            </a:pPr>
            <a:r>
              <a:rPr lang="en-US" sz="1200"/>
              <a:t>Phone (a few in-person); audio recorded, transcribed</a:t>
            </a:r>
          </a:p>
          <a:p>
            <a:pPr marL="342945" indent="-349912" defTabSz="933099">
              <a:buFont typeface="Arial" panose="020B0604020202020204" pitchFamily="34" charset="0"/>
              <a:buChar char="•"/>
            </a:pPr>
            <a:r>
              <a:rPr lang="en-US" sz="1200"/>
              <a:t>Interview guide -Interviews allowed for a lot of flexibility, pursued topics as raised by interviewees</a:t>
            </a:r>
          </a:p>
          <a:p>
            <a:pPr marL="342945" indent="-349912">
              <a:buFont typeface="Arial" panose="020B0604020202020204" pitchFamily="34" charset="0"/>
              <a:buChar char="•"/>
            </a:pPr>
            <a:r>
              <a:rPr lang="en-US" sz="1200"/>
              <a:t>Open-ended questions, probes</a:t>
            </a:r>
          </a:p>
          <a:p>
            <a:pPr marL="342945" indent="-349912">
              <a:buFont typeface="Arial" panose="020B0604020202020204" pitchFamily="34" charset="0"/>
              <a:buChar char="•"/>
            </a:pPr>
            <a:r>
              <a:rPr lang="en-US" sz="1200"/>
              <a:t>Individualized, respond to participant in the moment</a:t>
            </a:r>
          </a:p>
          <a:p>
            <a:pPr marL="342945" indent="-349912">
              <a:buFont typeface="Arial" panose="020B0604020202020204" pitchFamily="34" charset="0"/>
              <a:buChar char="•"/>
            </a:pPr>
            <a:r>
              <a:rPr lang="en-US" sz="1200"/>
              <a:t>Inductive approach, to understand participants’ priorities – important to them</a:t>
            </a:r>
          </a:p>
          <a:p>
            <a:pPr marL="228600" lvl="2">
              <a:spcBef>
                <a:spcPts val="1200"/>
              </a:spcBef>
            </a:pPr>
            <a:endParaRPr lang="en-US" sz="3600"/>
          </a:p>
          <a:p>
            <a:endParaRPr lang="en-US"/>
          </a:p>
        </p:txBody>
      </p:sp>
      <p:sp>
        <p:nvSpPr>
          <p:cNvPr id="4" name="Slide Number Placeholder 3"/>
          <p:cNvSpPr>
            <a:spLocks noGrp="1"/>
          </p:cNvSpPr>
          <p:nvPr>
            <p:ph type="sldNum" sz="quarter" idx="10"/>
          </p:nvPr>
        </p:nvSpPr>
        <p:spPr/>
        <p:txBody>
          <a:bodyPr/>
          <a:lstStyle/>
          <a:p>
            <a:fld id="{C588FD5D-1F64-49A7-87B6-AC0388952909}" type="slidenum">
              <a:rPr lang="en-US" smtClean="0"/>
              <a:t>11</a:t>
            </a:fld>
            <a:endParaRPr lang="en-US"/>
          </a:p>
        </p:txBody>
      </p:sp>
    </p:spTree>
    <p:extLst>
      <p:ext uri="{BB962C8B-B14F-4D97-AF65-F5344CB8AC3E}">
        <p14:creationId xmlns:p14="http://schemas.microsoft.com/office/powerpoint/2010/main" val="206319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kern="1200">
                <a:solidFill>
                  <a:schemeClr val="tx1"/>
                </a:solidFill>
                <a:effectLst/>
                <a:latin typeface="+mn-lt"/>
                <a:ea typeface="+mn-ea"/>
                <a:cs typeface="+mn-cs"/>
              </a:rPr>
              <a:t>What’s interesting about this group in particular? As you may be aware, Social Security Disability Insurance (SSDI) is a federal program that makes monthly payments to eligible beneficiaries based on their previous wages. So they have had significant enough work histories to qualify. Beneficiaries can work and earn wages up to a certain amount, referred to as Substantial Gainful Activity (SGA). After a trial work period, if they continue to earn over SGA, SSDI payments eventually end. </a:t>
            </a:r>
          </a:p>
          <a:p>
            <a:endParaRPr lang="en-US" sz="1000" kern="1200">
              <a:solidFill>
                <a:schemeClr val="tx1"/>
              </a:solidFill>
              <a:effectLst/>
              <a:latin typeface="+mn-lt"/>
              <a:ea typeface="+mn-ea"/>
              <a:cs typeface="+mn-cs"/>
            </a:endParaRPr>
          </a:p>
          <a:p>
            <a:r>
              <a:rPr lang="en-US" sz="1000" kern="1200">
                <a:solidFill>
                  <a:schemeClr val="tx1"/>
                </a:solidFill>
                <a:effectLst/>
                <a:latin typeface="+mn-lt"/>
                <a:ea typeface="+mn-ea"/>
                <a:cs typeface="+mn-cs"/>
              </a:rPr>
              <a:t>So these individuals have substantial prior work histories but have low employment rates overall. Still, despite the risk of losing benefits, some SSDI beneficiaries decide to return to part-time or full-time employment. Financial needs and goals, as well as changes in functioning, are part of this decision-making process but don’t tell the entire story. </a:t>
            </a:r>
            <a:endParaRPr lang="en-US" sz="1000"/>
          </a:p>
        </p:txBody>
      </p:sp>
      <p:sp>
        <p:nvSpPr>
          <p:cNvPr id="4" name="Slide Number Placeholder 3"/>
          <p:cNvSpPr>
            <a:spLocks noGrp="1"/>
          </p:cNvSpPr>
          <p:nvPr>
            <p:ph type="sldNum" sz="quarter" idx="5"/>
          </p:nvPr>
        </p:nvSpPr>
        <p:spPr/>
        <p:txBody>
          <a:bodyPr/>
          <a:lstStyle/>
          <a:p>
            <a:fld id="{FFBCDDC9-2BEA-461F-A8F0-688ADEBCD3CB}" type="slidenum">
              <a:rPr lang="en-US" smtClean="0"/>
              <a:t>12</a:t>
            </a:fld>
            <a:endParaRPr lang="en-US"/>
          </a:p>
        </p:txBody>
      </p:sp>
    </p:spTree>
    <p:extLst>
      <p:ext uri="{BB962C8B-B14F-4D97-AF65-F5344CB8AC3E}">
        <p14:creationId xmlns:p14="http://schemas.microsoft.com/office/powerpoint/2010/main" val="41769830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a:solidFill>
                  <a:schemeClr val="tx1"/>
                </a:solidFill>
                <a:effectLst/>
                <a:latin typeface="+mn-lt"/>
                <a:ea typeface="+mn-ea"/>
                <a:cs typeface="+mn-cs"/>
              </a:rPr>
              <a:t>So what motivates SSDI beneficiaries to seek employment? And what else do they take into account? We analyzed the interviews and organized the results into four themes: the first is </a:t>
            </a:r>
            <a:r>
              <a:rPr lang="en-US" sz="1200" i="1" kern="1200">
                <a:solidFill>
                  <a:schemeClr val="tx1"/>
                </a:solidFill>
                <a:effectLst/>
                <a:latin typeface="+mn-lt"/>
                <a:ea typeface="+mn-ea"/>
                <a:cs typeface="+mn-cs"/>
              </a:rPr>
              <a:t>financial risks and rewards of returning to work</a:t>
            </a:r>
            <a:r>
              <a:rPr lang="en-US" sz="1200" kern="1200">
                <a:solidFill>
                  <a:schemeClr val="tx1"/>
                </a:solidFill>
                <a:effectLst/>
                <a:latin typeface="+mn-lt"/>
                <a:ea typeface="+mn-ea"/>
                <a:cs typeface="+mn-cs"/>
              </a:rPr>
              <a:t>. Yet while financial considerations were important, they were wrapped up in other factors - </a:t>
            </a:r>
            <a:r>
              <a:rPr lang="en-US" sz="1200" i="1" kern="1200">
                <a:solidFill>
                  <a:schemeClr val="tx1"/>
                </a:solidFill>
                <a:effectLst/>
                <a:latin typeface="+mn-lt"/>
                <a:ea typeface="+mn-ea"/>
                <a:cs typeface="+mn-cs"/>
              </a:rPr>
              <a:t>family engagement, roles, and responsibilities; activity and social engagement; </a:t>
            </a:r>
            <a:r>
              <a:rPr lang="en-US" sz="1200" kern="1200">
                <a:solidFill>
                  <a:schemeClr val="tx1"/>
                </a:solidFill>
                <a:effectLst/>
                <a:latin typeface="+mn-lt"/>
                <a:ea typeface="+mn-ea"/>
                <a:cs typeface="+mn-cs"/>
              </a:rPr>
              <a:t>and </a:t>
            </a:r>
            <a:r>
              <a:rPr lang="en-US" sz="1200" i="1" kern="1200">
                <a:solidFill>
                  <a:schemeClr val="tx1"/>
                </a:solidFill>
                <a:effectLst/>
                <a:latin typeface="+mn-lt"/>
                <a:ea typeface="+mn-ea"/>
                <a:cs typeface="+mn-cs"/>
              </a:rPr>
              <a:t>the personal meanings of work.</a:t>
            </a:r>
            <a:r>
              <a:rPr lang="en-US" sz="1200" kern="1200">
                <a:solidFill>
                  <a:schemeClr val="tx1"/>
                </a:solidFill>
                <a:effectLst/>
                <a:latin typeface="+mn-lt"/>
                <a:ea typeface="+mn-ea"/>
                <a:cs typeface="+mn-cs"/>
              </a:rPr>
              <a:t> </a:t>
            </a:r>
            <a:endParaRPr lang="en-US" baseline="0"/>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Slide shows a matrix of themes participants discussed surrounding their decisions about working. </a:t>
            </a:r>
            <a:endParaRPr lang="en-US"/>
          </a:p>
        </p:txBody>
      </p:sp>
      <p:sp>
        <p:nvSpPr>
          <p:cNvPr id="4" name="Slide Number Placeholder 3"/>
          <p:cNvSpPr>
            <a:spLocks noGrp="1"/>
          </p:cNvSpPr>
          <p:nvPr>
            <p:ph type="sldNum" sz="quarter" idx="5"/>
          </p:nvPr>
        </p:nvSpPr>
        <p:spPr/>
        <p:txBody>
          <a:bodyPr/>
          <a:lstStyle/>
          <a:p>
            <a:fld id="{FFBCDDC9-2BEA-461F-A8F0-688ADEBCD3CB}" type="slidenum">
              <a:rPr lang="en-US" smtClean="0"/>
              <a:t>13</a:t>
            </a:fld>
            <a:endParaRPr lang="en-US"/>
          </a:p>
        </p:txBody>
      </p:sp>
    </p:spTree>
    <p:extLst>
      <p:ext uri="{BB962C8B-B14F-4D97-AF65-F5344CB8AC3E}">
        <p14:creationId xmlns:p14="http://schemas.microsoft.com/office/powerpoint/2010/main" val="1362988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525" indent="-179525">
              <a:buFont typeface="Arial" panose="020B0604020202020204" pitchFamily="34" charset="0"/>
              <a:buChar char="•"/>
            </a:pPr>
            <a:r>
              <a:rPr lang="en-US" sz="1300"/>
              <a:t>One hand, participants fear losing a steady and reliable income (that was often difficult to get), as well as other benefits –Medicare, Medicaid, Section 8, Food Stamps. (For some, even working PT seemed risky.)</a:t>
            </a:r>
          </a:p>
          <a:p>
            <a:pPr marL="179525" indent="-179525">
              <a:buFont typeface="Arial" panose="020B0604020202020204" pitchFamily="34" charset="0"/>
              <a:buChar char="•"/>
            </a:pPr>
            <a:r>
              <a:rPr lang="en-US" sz="1300"/>
              <a:t>Other hand, even though SSDI is a stable income, it’s limited – and may not cover basic household expenses. </a:t>
            </a:r>
          </a:p>
          <a:p>
            <a:pPr marL="658259" lvl="1" indent="-179525">
              <a:buFont typeface="Arial" panose="020B0604020202020204" pitchFamily="34" charset="0"/>
              <a:buChar char="•"/>
            </a:pPr>
            <a:r>
              <a:rPr lang="en-US" sz="1300"/>
              <a:t>So working PT and keeping benefits increases income; of course this is a motivator to work. </a:t>
            </a:r>
          </a:p>
          <a:p>
            <a:pPr marL="658259" lvl="1" indent="-179525">
              <a:buFont typeface="Arial" panose="020B0604020202020204" pitchFamily="34" charset="0"/>
              <a:buChar char="•"/>
            </a:pPr>
            <a:r>
              <a:rPr lang="en-US" sz="1300"/>
              <a:t>Working FT and going off benefits may provide an even higher income, as well as health insurance and other fringe benefits, but it is seen as risky.</a:t>
            </a:r>
          </a:p>
          <a:p>
            <a:pPr marL="179525" indent="-179525">
              <a:buFont typeface="Arial" panose="020B0604020202020204" pitchFamily="34" charset="0"/>
              <a:buChar char="•"/>
            </a:pPr>
            <a:r>
              <a:rPr lang="en-US" sz="1300"/>
              <a:t>But beyond practical issues -- deeper, less tangible concerns – for many, working at all, and going off SSDI means self-sufficiency and independence, not being a “burden.” Participants often brought this up, even though they often admitted at the same time that DI is an insurance program that they had paid into during their years of working.</a:t>
            </a:r>
          </a:p>
        </p:txBody>
      </p:sp>
      <p:sp>
        <p:nvSpPr>
          <p:cNvPr id="4" name="Slide Number Placeholder 3"/>
          <p:cNvSpPr>
            <a:spLocks noGrp="1"/>
          </p:cNvSpPr>
          <p:nvPr>
            <p:ph type="sldNum" sz="quarter" idx="10"/>
          </p:nvPr>
        </p:nvSpPr>
        <p:spPr/>
        <p:txBody>
          <a:bodyPr/>
          <a:lstStyle/>
          <a:p>
            <a:fld id="{C588FD5D-1F64-49A7-87B6-AC0388952909}" type="slidenum">
              <a:rPr lang="en-US" smtClean="0"/>
              <a:t>14</a:t>
            </a:fld>
            <a:endParaRPr lang="en-US"/>
          </a:p>
        </p:txBody>
      </p:sp>
    </p:spTree>
    <p:extLst>
      <p:ext uri="{BB962C8B-B14F-4D97-AF65-F5344CB8AC3E}">
        <p14:creationId xmlns:p14="http://schemas.microsoft.com/office/powerpoint/2010/main" val="32405245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73140"/>
            <a:r>
              <a:rPr lang="en-US" sz="1200" kern="1200">
                <a:solidFill>
                  <a:schemeClr val="tx1"/>
                </a:solidFill>
                <a:effectLst/>
                <a:latin typeface="+mn-lt"/>
                <a:ea typeface="+mn-ea"/>
                <a:cs typeface="+mn-cs"/>
              </a:rPr>
              <a:t>Despite the potential benefits of work and earning an income, transitioning to full-time work was often characterized by participants as risky. The fear of losing benefits made people unsure about following through on employment plans. The process of returning to full-time work was also seen as complicated and confusing – it required figuring out the impacts on not only the cash benefits from SSDI, but also other public benefits. </a:t>
            </a:r>
          </a:p>
          <a:p>
            <a:pPr defTabSz="873140"/>
            <a:endParaRPr lang="en-US" sz="1200" kern="1200">
              <a:solidFill>
                <a:schemeClr val="tx1"/>
              </a:solidFill>
              <a:effectLst/>
              <a:latin typeface="+mn-lt"/>
              <a:ea typeface="+mn-ea"/>
              <a:cs typeface="+mn-cs"/>
            </a:endParaRPr>
          </a:p>
          <a:p>
            <a:pPr marL="0" marR="0" lvl="0" indent="0" algn="l" defTabSz="87314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Even though working full-time (or above SGA) can ultimately provide an even higher income – as well as health insurance and other fringe benefits – several participants said they preferred working part-time and maintaining SSDI benefits. By doing so, they could still increase their overall income, but with less risk. Some saw working even part-time as a risk to their status with SSDI and feared accidentally exceeding their allowed earnings and losing benefits. </a:t>
            </a:r>
          </a:p>
        </p:txBody>
      </p:sp>
      <p:sp>
        <p:nvSpPr>
          <p:cNvPr id="4" name="Slide Number Placeholder 3"/>
          <p:cNvSpPr>
            <a:spLocks noGrp="1"/>
          </p:cNvSpPr>
          <p:nvPr>
            <p:ph type="sldNum" sz="quarter" idx="10"/>
          </p:nvPr>
        </p:nvSpPr>
        <p:spPr/>
        <p:txBody>
          <a:bodyPr/>
          <a:lstStyle/>
          <a:p>
            <a:fld id="{2C3207C2-EE1D-4EEA-B994-36B9C98EDF3F}" type="slidenum">
              <a:rPr lang="en-US" smtClean="0"/>
              <a:t>15</a:t>
            </a:fld>
            <a:endParaRPr lang="en-US"/>
          </a:p>
        </p:txBody>
      </p:sp>
    </p:spTree>
    <p:extLst>
      <p:ext uri="{BB962C8B-B14F-4D97-AF65-F5344CB8AC3E}">
        <p14:creationId xmlns:p14="http://schemas.microsoft.com/office/powerpoint/2010/main" val="818505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73140"/>
            <a:r>
              <a:rPr lang="en-US" sz="1000" kern="1200">
                <a:solidFill>
                  <a:schemeClr val="tx1"/>
                </a:solidFill>
                <a:effectLst/>
                <a:latin typeface="+mn-lt"/>
                <a:ea typeface="+mn-ea"/>
                <a:cs typeface="+mn-cs"/>
              </a:rPr>
              <a:t>While a few participants said they were “okay” or “making it,” most were struggling, describing their financial situations with phrases like “very poor” or “pretty dire.” Several were unsure month to month whether they could cover their basic household expenses, much less spend money on leisure or social activities. Priscilla, a single woman in her fifties, described her financial situation this way.</a:t>
            </a:r>
          </a:p>
          <a:p>
            <a:pPr defTabSz="873140"/>
            <a:endParaRPr lang="en-US" sz="1000" kern="1200">
              <a:solidFill>
                <a:schemeClr val="tx1"/>
              </a:solidFill>
              <a:effectLst/>
              <a:latin typeface="+mn-lt"/>
              <a:ea typeface="+mn-ea"/>
              <a:cs typeface="+mn-cs"/>
            </a:endParaRPr>
          </a:p>
          <a:p>
            <a:pPr marL="0" marR="0" lvl="0" indent="0" algn="l" defTabSz="873140" rtl="0" eaLnBrk="1" fontAlgn="auto" latinLnBrk="0" hangingPunct="1">
              <a:lnSpc>
                <a:spcPct val="100000"/>
              </a:lnSpc>
              <a:spcBef>
                <a:spcPts val="0"/>
              </a:spcBef>
              <a:spcAft>
                <a:spcPts val="0"/>
              </a:spcAft>
              <a:buClrTx/>
              <a:buSzTx/>
              <a:buFontTx/>
              <a:buNone/>
              <a:tabLst/>
              <a:defRPr/>
            </a:pPr>
            <a:r>
              <a:rPr lang="en-US" sz="1000" kern="1200">
                <a:solidFill>
                  <a:schemeClr val="tx1"/>
                </a:solidFill>
                <a:effectLst/>
                <a:latin typeface="+mn-lt"/>
                <a:ea typeface="+mn-ea"/>
                <a:cs typeface="+mn-cs"/>
              </a:rPr>
              <a:t>In this quote, Priscilla drew connections between her financial worries and her mental health, which made budgeting a challenge. Other participants similarly noted the time and energy it took to manage their multiple public benefits, as well as their health care needs. Without a budget, Priscilla said she left food as the “last thing” to take care of, which could mean going without. In turn, she found it difficult to pursue her career goals while worrying about her next meal. Each of these dimensions of her life was inextricably linked to the others, highlighting the need for supports that attend to this complexity. </a:t>
            </a:r>
          </a:p>
        </p:txBody>
      </p:sp>
      <p:sp>
        <p:nvSpPr>
          <p:cNvPr id="4" name="Slide Number Placeholder 3"/>
          <p:cNvSpPr>
            <a:spLocks noGrp="1"/>
          </p:cNvSpPr>
          <p:nvPr>
            <p:ph type="sldNum" sz="quarter" idx="10"/>
          </p:nvPr>
        </p:nvSpPr>
        <p:spPr/>
        <p:txBody>
          <a:bodyPr/>
          <a:lstStyle/>
          <a:p>
            <a:fld id="{2C3207C2-EE1D-4EEA-B994-36B9C98EDF3F}" type="slidenum">
              <a:rPr lang="en-US" smtClean="0"/>
              <a:t>16</a:t>
            </a:fld>
            <a:endParaRPr lang="en-US"/>
          </a:p>
        </p:txBody>
      </p:sp>
    </p:spTree>
    <p:extLst>
      <p:ext uri="{BB962C8B-B14F-4D97-AF65-F5344CB8AC3E}">
        <p14:creationId xmlns:p14="http://schemas.microsoft.com/office/powerpoint/2010/main" val="24496499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7000"/>
              </a:lnSpc>
              <a:buFont typeface="Symbol" panose="05050102010706020507" pitchFamily="18" charset="2"/>
              <a:buNone/>
            </a:pPr>
            <a:r>
              <a:rPr lang="en-US">
                <a:latin typeface="Arial Narrow" panose="020B0606020202030204" pitchFamily="34" charset="0"/>
                <a:ea typeface="Calibri" panose="020F0502020204030204" pitchFamily="34" charset="0"/>
              </a:rPr>
              <a:t>One of those areas is family. </a:t>
            </a:r>
          </a:p>
          <a:p>
            <a:pPr marL="0" marR="0" lvl="0" indent="0" algn="l" defTabSz="914400" rtl="0" eaLnBrk="1" fontAlgn="auto" latinLnBrk="0" hangingPunct="1">
              <a:lnSpc>
                <a:spcPct val="107000"/>
              </a:lnSpc>
              <a:spcBef>
                <a:spcPts val="0"/>
              </a:spcBef>
              <a:spcAft>
                <a:spcPts val="0"/>
              </a:spcAft>
              <a:buClrTx/>
              <a:buSzTx/>
              <a:buFont typeface="Symbol" panose="05050102010706020507" pitchFamily="18" charset="2"/>
              <a:buNone/>
              <a:tabLst/>
              <a:defRPr/>
            </a:pPr>
            <a:r>
              <a:rPr lang="en-US">
                <a:latin typeface="Arial Narrow" panose="020B0606020202030204" pitchFamily="34" charset="0"/>
                <a:ea typeface="Calibri" panose="020F0502020204030204" pitchFamily="34" charset="0"/>
              </a:rPr>
              <a:t>-Participants spoke about their responsibilities to provide for their family – providing for basic needs or even helping adult family members. On the other hand, they worried about providing for their family if they lose the stable income of SSDI and potentially other benefits. </a:t>
            </a:r>
          </a:p>
          <a:p>
            <a:pPr marL="0" marR="0" lvl="0" indent="0" algn="l" defTabSz="914400" rtl="0" eaLnBrk="1" fontAlgn="auto" latinLnBrk="0" hangingPunct="1">
              <a:lnSpc>
                <a:spcPct val="107000"/>
              </a:lnSpc>
              <a:spcBef>
                <a:spcPts val="0"/>
              </a:spcBef>
              <a:spcAft>
                <a:spcPts val="0"/>
              </a:spcAft>
              <a:buClrTx/>
              <a:buSzTx/>
              <a:buFont typeface="Symbol" panose="05050102010706020507" pitchFamily="18" charset="2"/>
              <a:buNone/>
              <a:tabLst/>
              <a:defRPr/>
            </a:pPr>
            <a:r>
              <a:rPr lang="en-US">
                <a:latin typeface="Arial Narrow" panose="020B0606020202030204" pitchFamily="34" charset="0"/>
                <a:ea typeface="Calibri" panose="020F0502020204030204" pitchFamily="34" charset="0"/>
              </a:rPr>
              <a:t>-A lot of participants also spoke about their role in their family – they were motivated by a desire to set a good example for children, be a contributing spouse, or living up to expectations. At the same time, some worried about managing caregiving responsibilities if they worked or worked more hours.</a:t>
            </a:r>
          </a:p>
          <a:p>
            <a:pPr marL="0" marR="0" lvl="0" indent="0" algn="l" defTabSz="914400" rtl="0" eaLnBrk="1" fontAlgn="auto" latinLnBrk="0" hangingPunct="1">
              <a:lnSpc>
                <a:spcPct val="107000"/>
              </a:lnSpc>
              <a:spcBef>
                <a:spcPts val="0"/>
              </a:spcBef>
              <a:spcAft>
                <a:spcPts val="0"/>
              </a:spcAft>
              <a:buClrTx/>
              <a:buSzTx/>
              <a:buFont typeface="Symbol" panose="05050102010706020507" pitchFamily="18" charset="2"/>
              <a:buNone/>
              <a:tabLst/>
              <a:defRPr/>
            </a:pPr>
            <a:r>
              <a:rPr lang="en-US">
                <a:latin typeface="Arial Narrow" panose="020B0606020202030204" pitchFamily="34" charset="0"/>
                <a:ea typeface="Calibri" panose="020F0502020204030204" pitchFamily="34" charset="0"/>
              </a:rPr>
              <a:t>-Similarly, participants noted that working could provide money to use for visiting family, buying gifts, going on family outings. But again working more could mean less time for these activities.</a:t>
            </a:r>
          </a:p>
          <a:p>
            <a:pPr marL="0" indent="0">
              <a:lnSpc>
                <a:spcPct val="107000"/>
              </a:lnSpc>
              <a:buFont typeface="Symbol" panose="05050102010706020507" pitchFamily="18" charset="2"/>
              <a:buNone/>
            </a:pPr>
            <a:endParaRPr lang="en-US">
              <a:latin typeface="Arial Narrow" panose="020B0606020202030204" pitchFamily="34" charset="0"/>
              <a:ea typeface="Calibri" panose="020F0502020204030204" pitchFamily="34" charset="0"/>
            </a:endParaRPr>
          </a:p>
          <a:p>
            <a:endParaRPr lang="en-US"/>
          </a:p>
        </p:txBody>
      </p:sp>
      <p:sp>
        <p:nvSpPr>
          <p:cNvPr id="4" name="Slide Number Placeholder 3"/>
          <p:cNvSpPr>
            <a:spLocks noGrp="1"/>
          </p:cNvSpPr>
          <p:nvPr>
            <p:ph type="sldNum" sz="quarter" idx="10"/>
          </p:nvPr>
        </p:nvSpPr>
        <p:spPr/>
        <p:txBody>
          <a:bodyPr/>
          <a:lstStyle/>
          <a:p>
            <a:fld id="{C588FD5D-1F64-49A7-87B6-AC0388952909}" type="slidenum">
              <a:rPr lang="en-US" smtClean="0"/>
              <a:t>17</a:t>
            </a:fld>
            <a:endParaRPr lang="en-US"/>
          </a:p>
        </p:txBody>
      </p:sp>
    </p:spTree>
    <p:extLst>
      <p:ext uri="{BB962C8B-B14F-4D97-AF65-F5344CB8AC3E}">
        <p14:creationId xmlns:p14="http://schemas.microsoft.com/office/powerpoint/2010/main" val="2475533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KY-T-001:</a:t>
            </a:r>
          </a:p>
          <a:p>
            <a:pPr marL="172398" indent="-172398">
              <a:buFont typeface="Arial" panose="020B0604020202020204" pitchFamily="34" charset="0"/>
              <a:buChar char="•"/>
            </a:pPr>
            <a:r>
              <a:rPr lang="en-US"/>
              <a:t>Single</a:t>
            </a:r>
            <a:r>
              <a:rPr lang="en-US" baseline="0"/>
              <a:t> mother in her 50s with school-aged children. </a:t>
            </a:r>
          </a:p>
          <a:p>
            <a:pPr marL="172398" indent="-172398">
              <a:buFont typeface="Arial" panose="020B0604020202020204" pitchFamily="34" charset="0"/>
              <a:buChar char="•"/>
            </a:pPr>
            <a:r>
              <a:rPr lang="en-US" baseline="0"/>
              <a:t>In addition to DI, she also had Section 8 housing and food stamps, and frequented the food bank, but she struggled to make ends meet.</a:t>
            </a:r>
          </a:p>
          <a:p>
            <a:pPr marL="172398" indent="-172398">
              <a:buFont typeface="Arial" panose="020B0604020202020204" pitchFamily="34" charset="0"/>
              <a:buChar char="•"/>
            </a:pPr>
            <a:r>
              <a:rPr lang="en-US" baseline="0"/>
              <a:t>She was ambivalent about going off SSDI and her goal was to work part time and stay under SGA.</a:t>
            </a:r>
          </a:p>
          <a:p>
            <a:r>
              <a:rPr lang="en-US" sz="1200" kern="1200">
                <a:solidFill>
                  <a:schemeClr val="tx1"/>
                </a:solidFill>
                <a:effectLst/>
                <a:latin typeface="+mn-lt"/>
                <a:ea typeface="+mn-ea"/>
                <a:cs typeface="+mn-cs"/>
              </a:rPr>
              <a:t>She wanted to be employed but did not feel able to work full-time, both due to her physical limitations and because she needed time to spend with her children. Patricia did as much part-time, temporary work as she felt she could, but she and her family still struggled to make ends meet. However, while she was concerned about her family’s economic wellbeing, she was also motivated to be a role model or “good example” for her children, which in part meant self-sufficiency.</a:t>
            </a:r>
          </a:p>
          <a:p>
            <a:pPr marL="172398" indent="-172398">
              <a:buFont typeface="Arial" panose="020B0604020202020204" pitchFamily="34" charset="0"/>
              <a:buChar char="•"/>
            </a:pPr>
            <a:r>
              <a:rPr lang="en-US" baseline="0"/>
              <a:t>For her, her children are paramount.</a:t>
            </a:r>
          </a:p>
          <a:p>
            <a:pPr marL="172398" indent="-172398">
              <a:buFont typeface="Arial" panose="020B0604020202020204" pitchFamily="34" charset="0"/>
              <a:buChar char="•"/>
            </a:pPr>
            <a:r>
              <a:rPr lang="en-US" baseline="0"/>
              <a:t>[quotes]</a:t>
            </a:r>
          </a:p>
          <a:p>
            <a:pPr marL="632126" lvl="1" indent="-172398">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fld id="{C588FD5D-1F64-49A7-87B6-AC0388952909}" type="slidenum">
              <a:rPr lang="en-US" smtClean="0"/>
              <a:t>18</a:t>
            </a:fld>
            <a:endParaRPr lang="en-US"/>
          </a:p>
        </p:txBody>
      </p:sp>
    </p:spTree>
    <p:extLst>
      <p:ext uri="{BB962C8B-B14F-4D97-AF65-F5344CB8AC3E}">
        <p14:creationId xmlns:p14="http://schemas.microsoft.com/office/powerpoint/2010/main" val="27761485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5732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a:solidFill>
                  <a:schemeClr val="tx1"/>
                </a:solidFill>
                <a:effectLst/>
                <a:latin typeface="+mn-lt"/>
                <a:ea typeface="+mn-ea"/>
                <a:cs typeface="+mn-cs"/>
              </a:rPr>
              <a:t>Another participant, Bernard, also divorced and in his fifties, spoke about what returning to work full-time and going off SSDI would mean to him, personally and as a father. His children lived with their mother, but he continued to be actively involved in their lives, which was easier to do while he remained unemployed. At the same time, like Patricia, he wanted to be a role model to his children – and for him, that meant having a job:</a:t>
            </a:r>
          </a:p>
          <a:p>
            <a:pPr marL="0" indent="0" defTabSz="957327">
              <a:buFont typeface="Arial" panose="020B0604020202020204" pitchFamily="34" charset="0"/>
              <a:buNone/>
              <a:defRPr/>
            </a:pPr>
            <a:endParaRPr lang="en-US"/>
          </a:p>
          <a:p>
            <a:pPr marL="0" marR="0" lvl="0" indent="0" algn="l" defTabSz="95732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a:solidFill>
                  <a:schemeClr val="tx1"/>
                </a:solidFill>
                <a:effectLst/>
                <a:latin typeface="+mn-lt"/>
                <a:ea typeface="+mn-ea"/>
                <a:cs typeface="+mn-cs"/>
              </a:rPr>
              <a:t>At the time of our last interview, Bernard had interviewed for a full-time job that was in his broad area of interest but paid less than he had hoped. Given the prospect of losing SSDI for himself and his children, as well as other public benefits, he and the financial counselor at VR had determined that this position would not allow him to “break even” financially. Still, the intrinsic values of working, including setting what he saw as a good example to his children, outweighed the financial implications of losing benefits, and he had decided to take the job if it were offered to him.  </a:t>
            </a:r>
          </a:p>
          <a:p>
            <a:pPr marL="0" indent="0" defTabSz="957327">
              <a:buFont typeface="Arial" panose="020B0604020202020204" pitchFamily="34" charset="0"/>
              <a:buNone/>
              <a:defRPr/>
            </a:pPr>
            <a:endParaRPr lang="en-US"/>
          </a:p>
        </p:txBody>
      </p:sp>
      <p:sp>
        <p:nvSpPr>
          <p:cNvPr id="4" name="Slide Number Placeholder 3"/>
          <p:cNvSpPr>
            <a:spLocks noGrp="1"/>
          </p:cNvSpPr>
          <p:nvPr>
            <p:ph type="sldNum" sz="quarter" idx="10"/>
          </p:nvPr>
        </p:nvSpPr>
        <p:spPr/>
        <p:txBody>
          <a:bodyPr/>
          <a:lstStyle/>
          <a:p>
            <a:fld id="{C588FD5D-1F64-49A7-87B6-AC0388952909}" type="slidenum">
              <a:rPr lang="en-US" smtClean="0"/>
              <a:t>19</a:t>
            </a:fld>
            <a:endParaRPr lang="en-US"/>
          </a:p>
        </p:txBody>
      </p:sp>
    </p:spTree>
    <p:extLst>
      <p:ext uri="{BB962C8B-B14F-4D97-AF65-F5344CB8AC3E}">
        <p14:creationId xmlns:p14="http://schemas.microsoft.com/office/powerpoint/2010/main" val="30119748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Most participants cited a desire to be active and increase their social engagement as motivations to seek work. They saw a higher income as opening opportunities for greater freedom of movement and leisure and also saw increased activity and socialization as intrinsic benefits of working. Several participants said they wanted the opportunity to interact with coworkers and customers, and others wanted to use their earnings to go out with friends and family in their free time. Participants – who were unemployed or underemployed - often described their current daily life as inactive, unproductive, isolated, and boring. Rather than “sitting at home watching TV,” they wanted to “get out of the house,” “socialize,” and be “productive.” These statements reflect several interrelated themes, including reducing isolation and being physically active, and enjoying life. Again, working can provide spending money for leisure but may mean there’s less time for it.</a:t>
            </a:r>
            <a:endParaRPr lang="en-US"/>
          </a:p>
        </p:txBody>
      </p:sp>
      <p:sp>
        <p:nvSpPr>
          <p:cNvPr id="4" name="Slide Number Placeholder 3"/>
          <p:cNvSpPr>
            <a:spLocks noGrp="1"/>
          </p:cNvSpPr>
          <p:nvPr>
            <p:ph type="sldNum" sz="quarter" idx="10"/>
          </p:nvPr>
        </p:nvSpPr>
        <p:spPr/>
        <p:txBody>
          <a:bodyPr/>
          <a:lstStyle/>
          <a:p>
            <a:fld id="{C588FD5D-1F64-49A7-87B6-AC0388952909}" type="slidenum">
              <a:rPr lang="en-US" smtClean="0"/>
              <a:t>20</a:t>
            </a:fld>
            <a:endParaRPr lang="en-US"/>
          </a:p>
        </p:txBody>
      </p:sp>
    </p:spTree>
    <p:extLst>
      <p:ext uri="{BB962C8B-B14F-4D97-AF65-F5344CB8AC3E}">
        <p14:creationId xmlns:p14="http://schemas.microsoft.com/office/powerpoint/2010/main" val="20110853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09311">
              <a:defRPr/>
            </a:pPr>
            <a:r>
              <a:rPr lang="en-US"/>
              <a:t>Alice</a:t>
            </a:r>
          </a:p>
          <a:p>
            <a:pPr defTabSz="909311">
              <a:defRPr/>
            </a:pPr>
            <a:r>
              <a:rPr lang="en-US"/>
              <a:t>Divorced woman,</a:t>
            </a:r>
            <a:r>
              <a:rPr lang="en-US" baseline="0"/>
              <a:t> 50s. </a:t>
            </a:r>
            <a:r>
              <a:rPr lang="en-US"/>
              <a:t>Working</a:t>
            </a:r>
            <a:r>
              <a:rPr lang="en-US" baseline="0"/>
              <a:t> part-time providing home health care to one client. Unsure about her ability to work full-time because of her health, wanted to stay on SSDI, but she was very motivated to work part-time for “socialization.”</a:t>
            </a:r>
            <a:endParaRPr lang="en-US"/>
          </a:p>
          <a:p>
            <a:endParaRPr lang="en-US"/>
          </a:p>
        </p:txBody>
      </p:sp>
      <p:sp>
        <p:nvSpPr>
          <p:cNvPr id="4" name="Slide Number Placeholder 3"/>
          <p:cNvSpPr>
            <a:spLocks noGrp="1"/>
          </p:cNvSpPr>
          <p:nvPr>
            <p:ph type="sldNum" sz="quarter" idx="10"/>
          </p:nvPr>
        </p:nvSpPr>
        <p:spPr/>
        <p:txBody>
          <a:bodyPr/>
          <a:lstStyle/>
          <a:p>
            <a:fld id="{C588FD5D-1F64-49A7-87B6-AC0388952909}" type="slidenum">
              <a:rPr lang="en-US" smtClean="0"/>
              <a:t>21</a:t>
            </a:fld>
            <a:endParaRPr lang="en-US"/>
          </a:p>
        </p:txBody>
      </p:sp>
    </p:spTree>
    <p:extLst>
      <p:ext uri="{BB962C8B-B14F-4D97-AF65-F5344CB8AC3E}">
        <p14:creationId xmlns:p14="http://schemas.microsoft.com/office/powerpoint/2010/main" val="41665800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a:t>[</a:t>
            </a:r>
            <a:r>
              <a:rPr lang="en-US" sz="1200" b="0" i="0" kern="1200">
                <a:solidFill>
                  <a:schemeClr val="tx1"/>
                </a:solidFill>
                <a:effectLst/>
                <a:latin typeface="+mn-lt"/>
                <a:ea typeface="+mn-ea"/>
                <a:cs typeface="+mn-cs"/>
              </a:rPr>
              <a:t>MN-T-115]</a:t>
            </a:r>
          </a:p>
          <a:p>
            <a:r>
              <a:rPr lang="en-US"/>
              <a:t>Married</a:t>
            </a:r>
            <a:r>
              <a:rPr lang="en-US" baseline="0"/>
              <a:t> man, young children, in his 20s with brain injury.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a:t>Working PT through a temp agency, happy to have work so he could socialize again.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a:t>Is doing fine financially but wants to work to “get back to a routine” and a “normal life.”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a:t>Goal was to get his old job back, doing sales - initially part-time, but eventually he wanted to work full-time and go off SSDI.</a:t>
            </a:r>
          </a:p>
        </p:txBody>
      </p:sp>
      <p:sp>
        <p:nvSpPr>
          <p:cNvPr id="4" name="Slide Number Placeholder 3"/>
          <p:cNvSpPr>
            <a:spLocks noGrp="1"/>
          </p:cNvSpPr>
          <p:nvPr>
            <p:ph type="sldNum" sz="quarter" idx="10"/>
          </p:nvPr>
        </p:nvSpPr>
        <p:spPr/>
        <p:txBody>
          <a:bodyPr/>
          <a:lstStyle/>
          <a:p>
            <a:fld id="{C588FD5D-1F64-49A7-87B6-AC0388952909}" type="slidenum">
              <a:rPr lang="en-US" smtClean="0"/>
              <a:t>22</a:t>
            </a:fld>
            <a:endParaRPr lang="en-US"/>
          </a:p>
        </p:txBody>
      </p:sp>
    </p:spTree>
    <p:extLst>
      <p:ext uri="{BB962C8B-B14F-4D97-AF65-F5344CB8AC3E}">
        <p14:creationId xmlns:p14="http://schemas.microsoft.com/office/powerpoint/2010/main" val="30006405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Embedded in many of the previous quotes – and in the stories</a:t>
            </a:r>
            <a:r>
              <a:rPr lang="en-US" baseline="0"/>
              <a:t> of the study participants – is a desire to work because of the meaning it brings to one’s life. Most people were struggling financially, but even those who were relatively comfortable wanted to work because of the intrinsic value they derived from it.</a:t>
            </a:r>
            <a:endParaRPr lang="en-US"/>
          </a:p>
        </p:txBody>
      </p:sp>
      <p:sp>
        <p:nvSpPr>
          <p:cNvPr id="4" name="Slide Number Placeholder 3"/>
          <p:cNvSpPr>
            <a:spLocks noGrp="1"/>
          </p:cNvSpPr>
          <p:nvPr>
            <p:ph type="sldNum" sz="quarter" idx="10"/>
          </p:nvPr>
        </p:nvSpPr>
        <p:spPr/>
        <p:txBody>
          <a:bodyPr/>
          <a:lstStyle/>
          <a:p>
            <a:fld id="{C588FD5D-1F64-49A7-87B6-AC0388952909}" type="slidenum">
              <a:rPr lang="en-US" smtClean="0"/>
              <a:t>23</a:t>
            </a:fld>
            <a:endParaRPr lang="en-US"/>
          </a:p>
        </p:txBody>
      </p:sp>
    </p:spTree>
    <p:extLst>
      <p:ext uri="{BB962C8B-B14F-4D97-AF65-F5344CB8AC3E}">
        <p14:creationId xmlns:p14="http://schemas.microsoft.com/office/powerpoint/2010/main" val="30734512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9498" indent="-179498">
              <a:buFont typeface="Arial" panose="020B0604020202020204" pitchFamily="34" charset="0"/>
              <a:buChar char="•"/>
            </a:pPr>
            <a:r>
              <a:rPr lang="en-US" baseline="0"/>
              <a:t>Woman in her 30s, married with no kids.</a:t>
            </a:r>
          </a:p>
          <a:p>
            <a:pPr marL="179498" indent="-179498">
              <a:buFont typeface="Arial" panose="020B0604020202020204" pitchFamily="34" charset="0"/>
              <a:buChar char="•"/>
            </a:pPr>
            <a:r>
              <a:rPr lang="en-US" baseline="0"/>
              <a:t>Went to VR for help with education</a:t>
            </a:r>
          </a:p>
          <a:p>
            <a:pPr marL="179498" indent="-179498">
              <a:buFont typeface="Arial" panose="020B0604020202020204" pitchFamily="34" charset="0"/>
              <a:buChar char="•"/>
            </a:pPr>
            <a:r>
              <a:rPr lang="en-US" baseline="0"/>
              <a:t>Hopes to work FT and go off SSDI eventually.</a:t>
            </a:r>
          </a:p>
          <a:p>
            <a:pPr marL="179498" indent="-179498">
              <a:buFont typeface="Arial" panose="020B0604020202020204" pitchFamily="34" charset="0"/>
              <a:buChar char="•"/>
            </a:pPr>
            <a:r>
              <a:rPr lang="en-US" baseline="0"/>
              <a:t>VR helped her get accommodations at her PT job and to go to school for an Associate’s degree.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Stigma, struggling with her identity as a person with a disability.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Fiona struggled with the meanings of disability, work, and government benefits. Even though she recognized she was entitled to SSDI benefits after paying into the program, she felt “embarrassed” with her peers about being disabled at such a young age and would “feel better” about earning money through a paycheck. This narrative of ambivalence about deserving or needing SSDI, especially in contrast with one’s identity as a worker, arose repeatedly in the interviews.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[end]</a:t>
            </a:r>
          </a:p>
          <a:p>
            <a:pPr marL="179498" indent="-179498">
              <a:buFont typeface="Arial" panose="020B0604020202020204" pitchFamily="34" charset="0"/>
              <a:buChar char="•"/>
            </a:pPr>
            <a:r>
              <a:rPr lang="en-US" baseline="0"/>
              <a:t>She said VR changed her life. </a:t>
            </a:r>
          </a:p>
          <a:p>
            <a:pPr marL="179498" indent="-179498">
              <a:buFont typeface="Arial" panose="020B0604020202020204" pitchFamily="34" charset="0"/>
              <a:buChar char="•"/>
            </a:pPr>
            <a:r>
              <a:rPr lang="en-US" baseline="0"/>
              <a:t>Benefits counseling perhaps had most profound impact.</a:t>
            </a:r>
          </a:p>
          <a:p>
            <a:pPr marL="658161" lvl="1" indent="-179498">
              <a:buFont typeface="Arial" panose="020B0604020202020204" pitchFamily="34" charset="0"/>
              <a:buChar char="•"/>
            </a:pPr>
            <a:r>
              <a:rPr lang="en-US" baseline="0"/>
              <a:t>she learned that she could keep her SSDI while working. </a:t>
            </a:r>
          </a:p>
          <a:p>
            <a:pPr marL="658161" lvl="1" indent="-179498">
              <a:buFont typeface="Arial" panose="020B0604020202020204" pitchFamily="34" charset="0"/>
              <a:buChar char="•"/>
            </a:pPr>
            <a:r>
              <a:rPr lang="en-US" baseline="0"/>
              <a:t>This did a few things for her – </a:t>
            </a:r>
          </a:p>
          <a:p>
            <a:pPr marL="957328" lvl="2" indent="0">
              <a:buFont typeface="Arial" panose="020B0604020202020204" pitchFamily="34" charset="0"/>
              <a:buNone/>
            </a:pPr>
            <a:r>
              <a:rPr lang="en-US" baseline="0"/>
              <a:t>1) it let her know she had a buffer, a trial period to see if she was able to work full time, given her disabilities, </a:t>
            </a:r>
          </a:p>
          <a:p>
            <a:pPr marL="957328" lvl="2" indent="0">
              <a:buFont typeface="Arial" panose="020B0604020202020204" pitchFamily="34" charset="0"/>
              <a:buNone/>
            </a:pPr>
            <a:r>
              <a:rPr lang="en-US" baseline="0"/>
              <a:t>2) if she finds she can work full time, the money from the job and SSDI during the trial work period would allow her and her husband to save for a down payment on a home.. </a:t>
            </a:r>
          </a:p>
          <a:p>
            <a:pPr marL="1436062" lvl="3" indent="0">
              <a:buFont typeface="Arial" panose="020B0604020202020204" pitchFamily="34" charset="0"/>
              <a:buNone/>
            </a:pPr>
            <a:r>
              <a:rPr lang="en-US" baseline="0"/>
              <a:t>I asked if she’d thought they could do that before she got benefits counseling. She said, “No, not in a million years.”</a:t>
            </a:r>
          </a:p>
          <a:p>
            <a:pPr marL="957328" lvl="2"/>
            <a:r>
              <a:rPr lang="en-US" b="1" baseline="0"/>
              <a:t>[QUOTE]</a:t>
            </a:r>
          </a:p>
          <a:p>
            <a:pPr marL="957328" lvl="2" indent="0">
              <a:buFont typeface="Arial" panose="020B0604020202020204" pitchFamily="34" charset="0"/>
              <a:buNone/>
            </a:pPr>
            <a:r>
              <a:rPr lang="en-US" baseline="0"/>
              <a:t>3) In addition to financial benefits, opens possibilities to expand her role in family, beyond the limited role she sees herself in now.</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fld id="{C588FD5D-1F64-49A7-87B6-AC0388952909}" type="slidenum">
              <a:rPr lang="en-US" smtClean="0"/>
              <a:t>24</a:t>
            </a:fld>
            <a:endParaRPr lang="en-US"/>
          </a:p>
        </p:txBody>
      </p:sp>
    </p:spTree>
    <p:extLst>
      <p:ext uri="{BB962C8B-B14F-4D97-AF65-F5344CB8AC3E}">
        <p14:creationId xmlns:p14="http://schemas.microsoft.com/office/powerpoint/2010/main" val="20236064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a:t>Holly</a:t>
            </a:r>
          </a:p>
          <a:p>
            <a:r>
              <a:rPr lang="en-US" baseline="0"/>
              <a:t>Stigma, self-esteem, part of the society</a:t>
            </a:r>
          </a:p>
          <a:p>
            <a:pPr marL="172398" indent="-172398">
              <a:buFont typeface="Arial" panose="020B0604020202020204" pitchFamily="34" charset="0"/>
              <a:buChar char="•"/>
            </a:pPr>
            <a:r>
              <a:rPr lang="en-US"/>
              <a:t>Married woman,</a:t>
            </a:r>
            <a:r>
              <a:rPr lang="en-US" baseline="0"/>
              <a:t> </a:t>
            </a:r>
            <a:r>
              <a:rPr lang="en-US"/>
              <a:t>40s, Adult children</a:t>
            </a:r>
          </a:p>
          <a:p>
            <a:pPr marL="171450" indent="-171450">
              <a:buFont typeface="Arial" panose="020B0604020202020204" pitchFamily="34" charset="0"/>
              <a:buChar char="•"/>
            </a:pPr>
            <a:r>
              <a:rPr lang="en-US"/>
              <a:t>FT </a:t>
            </a:r>
            <a:r>
              <a:rPr lang="en-US" baseline="0"/>
              <a:t>student, working towards a degree in psychology. </a:t>
            </a:r>
          </a:p>
          <a:p>
            <a:pPr marL="171450" indent="-171450">
              <a:buFont typeface="Arial" panose="020B0604020202020204" pitchFamily="34" charset="0"/>
              <a:buChar char="•"/>
            </a:pPr>
            <a:r>
              <a:rPr lang="en-US" baseline="0"/>
              <a:t>Ultimately, she wanted to return to work FT and go off SSDI. </a:t>
            </a:r>
          </a:p>
          <a:p>
            <a:pPr marL="179498" indent="-179498">
              <a:buFont typeface="Arial" panose="020B0604020202020204" pitchFamily="34" charset="0"/>
              <a:buChar char="•"/>
            </a:pPr>
            <a:r>
              <a:rPr lang="en-US" baseline="0"/>
              <a:t>For her, working carried meanings far beyond the financial benefits.</a:t>
            </a:r>
          </a:p>
          <a:p>
            <a:pPr marL="179498" indent="-179498">
              <a:buFont typeface="Arial" panose="020B0604020202020204" pitchFamily="34" charset="0"/>
              <a:buChar char="•"/>
            </a:pPr>
            <a:endParaRPr lang="en-US" baseline="0"/>
          </a:p>
          <a:p>
            <a:pPr marL="179498" marR="0" lvl="0" indent="-17949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1"/>
                </a:solidFill>
                <a:effectLst/>
                <a:latin typeface="+mn-lt"/>
                <a:ea typeface="+mn-ea"/>
                <a:cs typeface="+mn-cs"/>
              </a:rPr>
              <a:t>As these quotes show, the meaning of work is closely tied to the other themes discussed here – social engagement, family roles, and fears about losing stability – and was part of what motivated participants to seek assistance from VR.</a:t>
            </a:r>
          </a:p>
          <a:p>
            <a:pPr marL="179498" indent="-179498">
              <a:buFont typeface="Arial" panose="020B0604020202020204" pitchFamily="34" charset="0"/>
              <a:buChar char="•"/>
            </a:pPr>
            <a:endParaRPr lang="en-US" baseline="0"/>
          </a:p>
        </p:txBody>
      </p:sp>
      <p:sp>
        <p:nvSpPr>
          <p:cNvPr id="4" name="Slide Number Placeholder 3"/>
          <p:cNvSpPr>
            <a:spLocks noGrp="1"/>
          </p:cNvSpPr>
          <p:nvPr>
            <p:ph type="sldNum" sz="quarter" idx="10"/>
          </p:nvPr>
        </p:nvSpPr>
        <p:spPr/>
        <p:txBody>
          <a:bodyPr/>
          <a:lstStyle/>
          <a:p>
            <a:fld id="{C588FD5D-1F64-49A7-87B6-AC0388952909}" type="slidenum">
              <a:rPr lang="en-US" smtClean="0"/>
              <a:t>25</a:t>
            </a:fld>
            <a:endParaRPr lang="en-US"/>
          </a:p>
        </p:txBody>
      </p:sp>
    </p:spTree>
    <p:extLst>
      <p:ext uri="{BB962C8B-B14F-4D97-AF65-F5344CB8AC3E}">
        <p14:creationId xmlns:p14="http://schemas.microsoft.com/office/powerpoint/2010/main" val="26415540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FBCDDC9-2BEA-461F-A8F0-688ADEBCD3CB}" type="slidenum">
              <a:rPr lang="en-US" smtClean="0"/>
              <a:t>26</a:t>
            </a:fld>
            <a:endParaRPr lang="en-US"/>
          </a:p>
        </p:txBody>
      </p:sp>
    </p:spTree>
    <p:extLst>
      <p:ext uri="{BB962C8B-B14F-4D97-AF65-F5344CB8AC3E}">
        <p14:creationId xmlns:p14="http://schemas.microsoft.com/office/powerpoint/2010/main" val="36591394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Financial and benefits specialists were included in the coordinated teams to provide early and ongoing education and counseling not just about SSDI and other public benefits, but also the larger picture of client finances. They participated in developing the individualized plan for employment (IPE) and discussed financial concerns and goals. They also helped clients understand the range of state and federal benefits for which they might be eligible, the implications of job earnings on these benefits and overall finances, and options for returning to work.</a:t>
            </a:r>
            <a:endParaRPr lang="en-US"/>
          </a:p>
        </p:txBody>
      </p:sp>
      <p:sp>
        <p:nvSpPr>
          <p:cNvPr id="4" name="Slide Number Placeholder 3"/>
          <p:cNvSpPr>
            <a:spLocks noGrp="1"/>
          </p:cNvSpPr>
          <p:nvPr>
            <p:ph type="sldNum" sz="quarter" idx="5"/>
          </p:nvPr>
        </p:nvSpPr>
        <p:spPr/>
        <p:txBody>
          <a:bodyPr/>
          <a:lstStyle/>
          <a:p>
            <a:fld id="{FFBCDDC9-2BEA-461F-A8F0-688ADEBCD3CB}" type="slidenum">
              <a:rPr lang="en-US" smtClean="0"/>
              <a:t>28</a:t>
            </a:fld>
            <a:endParaRPr lang="en-US"/>
          </a:p>
        </p:txBody>
      </p:sp>
    </p:spTree>
    <p:extLst>
      <p:ext uri="{BB962C8B-B14F-4D97-AF65-F5344CB8AC3E}">
        <p14:creationId xmlns:p14="http://schemas.microsoft.com/office/powerpoint/2010/main" val="20057412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Paula</a:t>
            </a:r>
          </a:p>
          <a:p>
            <a:pPr marL="172398" indent="-172398">
              <a:buFont typeface="Arial" panose="020B0604020202020204" pitchFamily="34" charset="0"/>
              <a:buChar char="•"/>
            </a:pPr>
            <a:r>
              <a:rPr lang="en-US" baseline="0"/>
              <a:t>Benefits counseling perhaps had most profound impact.</a:t>
            </a:r>
          </a:p>
          <a:p>
            <a:pPr marL="632126" lvl="1" indent="-172398">
              <a:buFont typeface="Arial" panose="020B0604020202020204" pitchFamily="34" charset="0"/>
              <a:buChar char="•"/>
            </a:pPr>
            <a:r>
              <a:rPr lang="en-US" baseline="0"/>
              <a:t>she learned that she could keep her SSDI while working. </a:t>
            </a:r>
          </a:p>
          <a:p>
            <a:pPr marL="632126" lvl="1" indent="-172398">
              <a:buFont typeface="Arial" panose="020B0604020202020204" pitchFamily="34" charset="0"/>
              <a:buChar char="•"/>
            </a:pPr>
            <a:r>
              <a:rPr lang="en-US" baseline="0"/>
              <a:t>This did a few things for her – </a:t>
            </a:r>
          </a:p>
          <a:p>
            <a:pPr marL="1091855" lvl="2" indent="-172398">
              <a:buFont typeface="Arial" panose="020B0604020202020204" pitchFamily="34" charset="0"/>
              <a:buChar char="•"/>
            </a:pPr>
            <a:r>
              <a:rPr lang="en-US" baseline="0"/>
              <a:t>1) it let her know she had a buffer, a trial period to see if she was able to work full time, given her disabilities, </a:t>
            </a:r>
          </a:p>
          <a:p>
            <a:pPr marL="1091855" lvl="2" indent="-172398">
              <a:buFont typeface="Arial" panose="020B0604020202020204" pitchFamily="34" charset="0"/>
              <a:buChar char="•"/>
            </a:pPr>
            <a:r>
              <a:rPr lang="en-US" baseline="0"/>
              <a:t>2) if she finds she can work full time, it would allow her and her husband to buy a home. </a:t>
            </a:r>
          </a:p>
          <a:p>
            <a:pPr marL="1091855" lvl="2" indent="-172398">
              <a:buFont typeface="Arial" panose="020B0604020202020204" pitchFamily="34" charset="0"/>
              <a:buChar char="•"/>
            </a:pPr>
            <a:r>
              <a:rPr lang="en-US" baseline="0"/>
              <a:t>[quote]</a:t>
            </a:r>
          </a:p>
          <a:p>
            <a:pPr marL="1091855" marR="0" lvl="2" indent="-17239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a:t>3) In addition to the financial benefits, it opens possibilities for her to expand her role in her family beyond the limited role she sees herself in now.</a:t>
            </a:r>
          </a:p>
        </p:txBody>
      </p:sp>
      <p:sp>
        <p:nvSpPr>
          <p:cNvPr id="4" name="Slide Number Placeholder 3"/>
          <p:cNvSpPr>
            <a:spLocks noGrp="1"/>
          </p:cNvSpPr>
          <p:nvPr>
            <p:ph type="sldNum" sz="quarter" idx="10"/>
          </p:nvPr>
        </p:nvSpPr>
        <p:spPr/>
        <p:txBody>
          <a:bodyPr/>
          <a:lstStyle/>
          <a:p>
            <a:fld id="{C588FD5D-1F64-49A7-87B6-AC0388952909}" type="slidenum">
              <a:rPr lang="en-US" smtClean="0"/>
              <a:t>29</a:t>
            </a:fld>
            <a:endParaRPr lang="en-US"/>
          </a:p>
        </p:txBody>
      </p:sp>
    </p:spTree>
    <p:extLst>
      <p:ext uri="{BB962C8B-B14F-4D97-AF65-F5344CB8AC3E}">
        <p14:creationId xmlns:p14="http://schemas.microsoft.com/office/powerpoint/2010/main" val="19488822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How does this relate to VR? Because these decisions are not only financial, but based on familial, social, and personal factors, a unidimensional approach to employment services for SSDI beneficiaries may not be sufficient. Participants often had multiple complex motivations to return to work, coupled with some trepidation; thus they wanted and needed clear, individualized information, actionable goals, and practical support.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lvl="0" rtl="0"/>
            <a:r>
              <a:rPr lang="en-US" sz="1200" b="1" kern="1200">
                <a:solidFill>
                  <a:schemeClr val="tx1"/>
                </a:solidFill>
                <a:effectLst/>
                <a:latin typeface="+mn-lt"/>
                <a:ea typeface="+mn-ea"/>
                <a:cs typeface="+mn-cs"/>
              </a:rPr>
              <a:t>Conclusion</a:t>
            </a:r>
          </a:p>
          <a:p>
            <a:pPr lvl="0" rtl="0"/>
            <a:r>
              <a:rPr lang="en-US" sz="1200" kern="1200">
                <a:solidFill>
                  <a:schemeClr val="tx1"/>
                </a:solidFill>
                <a:effectLst/>
                <a:latin typeface="+mn-lt"/>
                <a:ea typeface="+mn-ea"/>
                <a:cs typeface="+mn-cs"/>
              </a:rPr>
              <a:t>The financial and benefits counseling was widely praised by participants, and for some, made a significant impact on their employment decisions, opening up the possibility of “trying out” full-time work without risking losing SSDI immediately. However, the impact on public benefits were often tied to other factors that participants weighed in their decisions, indicating that a purely economic lens is insufficient. </a:t>
            </a:r>
            <a:endParaRPr lang="en-US" sz="1200" b="1" kern="1200">
              <a:solidFill>
                <a:schemeClr val="tx1"/>
              </a:solidFill>
              <a:effectLst/>
              <a:latin typeface="+mn-lt"/>
              <a:ea typeface="+mn-ea"/>
              <a:cs typeface="+mn-cs"/>
            </a:endParaRPr>
          </a:p>
          <a:p>
            <a:pPr lvl="0" rtl="0"/>
            <a:endParaRPr lang="en-US" sz="1200" b="1"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This project used a longitudinal qualitative approach to gather the experiences of people with disabilities who were taking steps to return to work with the help of a state VR agency. When the study was first designed as part of the SGA Project, the goal was broadly to understand how these individuals were experiencing the process of returning to work. Using a flexible and adaptable approach to conducting series of in-depth interviews allowed for emphasis to be placed on topics of importance to the participants. In doing so, the study revealed the complex nature of employment decisions. Using an open-ended approach, we came to see that exploring how and why the participants were returning to work was central to understanding their experiences of employment and vocational rehabilitation. We found that how and why SSDI beneficiaries decide to work are governed by complex, multifaceted processes that go beyond individual economic considerations. Understanding what drives SSDI beneficiaries to return to work can help VR counselors provide individually tailored services to assist with a smooth transition off benefits and into employment.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p:txBody>
      </p:sp>
      <p:sp>
        <p:nvSpPr>
          <p:cNvPr id="4" name="Slide Number Placeholder 3"/>
          <p:cNvSpPr>
            <a:spLocks noGrp="1"/>
          </p:cNvSpPr>
          <p:nvPr>
            <p:ph type="sldNum" sz="quarter" idx="5"/>
          </p:nvPr>
        </p:nvSpPr>
        <p:spPr/>
        <p:txBody>
          <a:bodyPr/>
          <a:lstStyle/>
          <a:p>
            <a:fld id="{FFBCDDC9-2BEA-461F-A8F0-688ADEBCD3CB}" type="slidenum">
              <a:rPr lang="en-US" smtClean="0"/>
              <a:t>32</a:t>
            </a:fld>
            <a:endParaRPr lang="en-US"/>
          </a:p>
        </p:txBody>
      </p:sp>
    </p:spTree>
    <p:extLst>
      <p:ext uri="{BB962C8B-B14F-4D97-AF65-F5344CB8AC3E}">
        <p14:creationId xmlns:p14="http://schemas.microsoft.com/office/powerpoint/2010/main" val="28953692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88FD5D-1F64-49A7-87B6-AC0388952909}" type="slidenum">
              <a:rPr lang="en-US" smtClean="0"/>
              <a:t>33</a:t>
            </a:fld>
            <a:endParaRPr lang="en-US"/>
          </a:p>
        </p:txBody>
      </p:sp>
    </p:spTree>
    <p:extLst>
      <p:ext uri="{BB962C8B-B14F-4D97-AF65-F5344CB8AC3E}">
        <p14:creationId xmlns:p14="http://schemas.microsoft.com/office/powerpoint/2010/main" val="28082095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F045345-429A-44FC-A654-EA028388E901}" type="datetimeFigureOut">
              <a:rPr lang="en-US" smtClean="0"/>
              <a:t>6/29/2021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33133F-6A83-48A4-BF89-D251A1B37DC9}" type="slidenum">
              <a:rPr lang="en-US" smtClean="0"/>
              <a:t>‹#›</a:t>
            </a:fld>
            <a:endParaRPr lang="en-US"/>
          </a:p>
        </p:txBody>
      </p:sp>
      <p:pic>
        <p:nvPicPr>
          <p:cNvPr id="10" name="Picture 9" descr="Institute for Community Inclusion&#10;Promoting the Inclusion of People with Disabilities&#10;University of Massachusetts Boston&#10;Boston Children's Hospital&#10;ICI&#10;Employment, Education, Health Care, Community Life">
            <a:extLst>
              <a:ext uri="{FF2B5EF4-FFF2-40B4-BE49-F238E27FC236}">
                <a16:creationId xmlns:a16="http://schemas.microsoft.com/office/drawing/2014/main" id="{F969B76D-A8D4-43BC-823D-6E919DD1D9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60193" y="5257800"/>
            <a:ext cx="6071614" cy="1523640"/>
          </a:xfrm>
          <a:prstGeom prst="rect">
            <a:avLst/>
          </a:prstGeom>
        </p:spPr>
      </p:pic>
    </p:spTree>
    <p:extLst>
      <p:ext uri="{BB962C8B-B14F-4D97-AF65-F5344CB8AC3E}">
        <p14:creationId xmlns:p14="http://schemas.microsoft.com/office/powerpoint/2010/main" val="2494806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045345-429A-44FC-A654-EA028388E901}" type="datetimeFigureOut">
              <a:rPr lang="en-US" smtClean="0"/>
              <a:t>6/29/2021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33133F-6A83-48A4-BF89-D251A1B37DC9}" type="slidenum">
              <a:rPr lang="en-US" smtClean="0"/>
              <a:t>‹#›</a:t>
            </a:fld>
            <a:endParaRPr lang="en-US"/>
          </a:p>
        </p:txBody>
      </p:sp>
      <p:pic>
        <p:nvPicPr>
          <p:cNvPr id="7" name="Picture 6" descr="ICI Institute for Community Inclusion">
            <a:extLst>
              <a:ext uri="{FF2B5EF4-FFF2-40B4-BE49-F238E27FC236}">
                <a16:creationId xmlns:a16="http://schemas.microsoft.com/office/drawing/2014/main" id="{5B806703-BDAA-4D4F-928F-6A47B8C05C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335" y="6071810"/>
            <a:ext cx="4309872" cy="762000"/>
          </a:xfrm>
          <a:prstGeom prst="rect">
            <a:avLst/>
          </a:prstGeom>
        </p:spPr>
      </p:pic>
    </p:spTree>
    <p:extLst>
      <p:ext uri="{BB962C8B-B14F-4D97-AF65-F5344CB8AC3E}">
        <p14:creationId xmlns:p14="http://schemas.microsoft.com/office/powerpoint/2010/main" val="3309123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045345-429A-44FC-A654-EA028388E901}" type="datetimeFigureOut">
              <a:rPr lang="en-US" smtClean="0"/>
              <a:t>6/29/2021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33133F-6A83-48A4-BF89-D251A1B37DC9}" type="slidenum">
              <a:rPr lang="en-US" smtClean="0"/>
              <a:t>‹#›</a:t>
            </a:fld>
            <a:endParaRPr lang="en-US"/>
          </a:p>
        </p:txBody>
      </p:sp>
    </p:spTree>
    <p:extLst>
      <p:ext uri="{BB962C8B-B14F-4D97-AF65-F5344CB8AC3E}">
        <p14:creationId xmlns:p14="http://schemas.microsoft.com/office/powerpoint/2010/main" val="2691208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F045345-429A-44FC-A654-EA028388E901}" type="datetimeFigureOut">
              <a:rPr lang="en-US" smtClean="0"/>
              <a:t>6/29/2021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33133F-6A83-48A4-BF89-D251A1B37DC9}" type="slidenum">
              <a:rPr lang="en-US" smtClean="0"/>
              <a:t>‹#›</a:t>
            </a:fld>
            <a:endParaRPr lang="en-US"/>
          </a:p>
        </p:txBody>
      </p:sp>
      <p:pic>
        <p:nvPicPr>
          <p:cNvPr id="9" name="Picture 8" descr="ICI Institute for Community Inclusion">
            <a:extLst>
              <a:ext uri="{FF2B5EF4-FFF2-40B4-BE49-F238E27FC236}">
                <a16:creationId xmlns:a16="http://schemas.microsoft.com/office/drawing/2014/main" id="{4A52309A-8A98-406F-9ADC-13C3A939AA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335" y="6071810"/>
            <a:ext cx="4309872" cy="762000"/>
          </a:xfrm>
          <a:prstGeom prst="rect">
            <a:avLst/>
          </a:prstGeom>
        </p:spPr>
      </p:pic>
    </p:spTree>
    <p:extLst>
      <p:ext uri="{BB962C8B-B14F-4D97-AF65-F5344CB8AC3E}">
        <p14:creationId xmlns:p14="http://schemas.microsoft.com/office/powerpoint/2010/main" val="3198509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F045345-429A-44FC-A654-EA028388E901}" type="datetimeFigureOut">
              <a:rPr lang="en-US" smtClean="0"/>
              <a:t>6/29/2021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33133F-6A83-48A4-BF89-D251A1B37DC9}" type="slidenum">
              <a:rPr lang="en-US" smtClean="0"/>
              <a:t>‹#›</a:t>
            </a:fld>
            <a:endParaRPr lang="en-US"/>
          </a:p>
        </p:txBody>
      </p:sp>
      <p:pic>
        <p:nvPicPr>
          <p:cNvPr id="11" name="Picture 10" descr="ICI Institute for Community Inclusion">
            <a:extLst>
              <a:ext uri="{FF2B5EF4-FFF2-40B4-BE49-F238E27FC236}">
                <a16:creationId xmlns:a16="http://schemas.microsoft.com/office/drawing/2014/main" id="{1F6536EF-53CC-4A4D-909E-7140D5B7B5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335" y="6071810"/>
            <a:ext cx="4309872" cy="762000"/>
          </a:xfrm>
          <a:prstGeom prst="rect">
            <a:avLst/>
          </a:prstGeom>
        </p:spPr>
      </p:pic>
    </p:spTree>
    <p:extLst>
      <p:ext uri="{BB962C8B-B14F-4D97-AF65-F5344CB8AC3E}">
        <p14:creationId xmlns:p14="http://schemas.microsoft.com/office/powerpoint/2010/main" val="31624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F045345-429A-44FC-A654-EA028388E901}" type="datetimeFigureOut">
              <a:rPr lang="en-US" smtClean="0"/>
              <a:t>6/29/2021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33133F-6A83-48A4-BF89-D251A1B37DC9}" type="slidenum">
              <a:rPr lang="en-US" smtClean="0"/>
              <a:t>‹#›</a:t>
            </a:fld>
            <a:endParaRPr lang="en-US"/>
          </a:p>
        </p:txBody>
      </p:sp>
      <p:pic>
        <p:nvPicPr>
          <p:cNvPr id="7" name="Picture 6" descr="ICI Institute for Community Inclusion">
            <a:extLst>
              <a:ext uri="{FF2B5EF4-FFF2-40B4-BE49-F238E27FC236}">
                <a16:creationId xmlns:a16="http://schemas.microsoft.com/office/drawing/2014/main" id="{7829A3FB-4700-47A1-848B-D96F8C89F7D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335" y="6071810"/>
            <a:ext cx="4309872" cy="762000"/>
          </a:xfrm>
          <a:prstGeom prst="rect">
            <a:avLst/>
          </a:prstGeom>
        </p:spPr>
      </p:pic>
    </p:spTree>
    <p:extLst>
      <p:ext uri="{BB962C8B-B14F-4D97-AF65-F5344CB8AC3E}">
        <p14:creationId xmlns:p14="http://schemas.microsoft.com/office/powerpoint/2010/main" val="3565153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045345-429A-44FC-A654-EA028388E901}" type="datetimeFigureOut">
              <a:rPr lang="en-US" smtClean="0"/>
              <a:t>6/29/2021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33133F-6A83-48A4-BF89-D251A1B37DC9}" type="slidenum">
              <a:rPr lang="en-US" smtClean="0"/>
              <a:t>‹#›</a:t>
            </a:fld>
            <a:endParaRPr lang="en-US"/>
          </a:p>
        </p:txBody>
      </p:sp>
      <p:pic>
        <p:nvPicPr>
          <p:cNvPr id="6" name="Picture 5" descr="ICI Institute for Community Inclusion">
            <a:extLst>
              <a:ext uri="{FF2B5EF4-FFF2-40B4-BE49-F238E27FC236}">
                <a16:creationId xmlns:a16="http://schemas.microsoft.com/office/drawing/2014/main" id="{DA4670FD-C59C-4716-9075-A6F1B93382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335" y="6071810"/>
            <a:ext cx="4309872" cy="762000"/>
          </a:xfrm>
          <a:prstGeom prst="rect">
            <a:avLst/>
          </a:prstGeom>
        </p:spPr>
      </p:pic>
    </p:spTree>
    <p:extLst>
      <p:ext uri="{BB962C8B-B14F-4D97-AF65-F5344CB8AC3E}">
        <p14:creationId xmlns:p14="http://schemas.microsoft.com/office/powerpoint/2010/main" val="3183152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F045345-429A-44FC-A654-EA028388E901}" type="datetimeFigureOut">
              <a:rPr lang="en-US" smtClean="0"/>
              <a:t>6/29/2021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33133F-6A83-48A4-BF89-D251A1B37DC9}" type="slidenum">
              <a:rPr lang="en-US" smtClean="0"/>
              <a:t>‹#›</a:t>
            </a:fld>
            <a:endParaRPr lang="en-US"/>
          </a:p>
        </p:txBody>
      </p:sp>
      <p:pic>
        <p:nvPicPr>
          <p:cNvPr id="9" name="Picture 8" descr="ICI Institute for Community Inclusion">
            <a:extLst>
              <a:ext uri="{FF2B5EF4-FFF2-40B4-BE49-F238E27FC236}">
                <a16:creationId xmlns:a16="http://schemas.microsoft.com/office/drawing/2014/main" id="{9C933ADB-ADE0-4319-9F4E-43BD7AA49B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335" y="6071810"/>
            <a:ext cx="4309872" cy="762000"/>
          </a:xfrm>
          <a:prstGeom prst="rect">
            <a:avLst/>
          </a:prstGeom>
        </p:spPr>
      </p:pic>
    </p:spTree>
    <p:extLst>
      <p:ext uri="{BB962C8B-B14F-4D97-AF65-F5344CB8AC3E}">
        <p14:creationId xmlns:p14="http://schemas.microsoft.com/office/powerpoint/2010/main" val="3836371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F045345-429A-44FC-A654-EA028388E901}" type="datetimeFigureOut">
              <a:rPr lang="en-US" smtClean="0"/>
              <a:t>6/29/2021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33133F-6A83-48A4-BF89-D251A1B37DC9}" type="slidenum">
              <a:rPr lang="en-US" smtClean="0"/>
              <a:t>‹#›</a:t>
            </a:fld>
            <a:endParaRPr lang="en-US"/>
          </a:p>
        </p:txBody>
      </p:sp>
      <p:pic>
        <p:nvPicPr>
          <p:cNvPr id="9" name="Picture 8" descr="ICI Institute for Community Inclusion">
            <a:extLst>
              <a:ext uri="{FF2B5EF4-FFF2-40B4-BE49-F238E27FC236}">
                <a16:creationId xmlns:a16="http://schemas.microsoft.com/office/drawing/2014/main" id="{9645C5E2-986C-415B-AF89-4D7F44CB3E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335" y="6071810"/>
            <a:ext cx="4309872" cy="762000"/>
          </a:xfrm>
          <a:prstGeom prst="rect">
            <a:avLst/>
          </a:prstGeom>
        </p:spPr>
      </p:pic>
    </p:spTree>
    <p:extLst>
      <p:ext uri="{BB962C8B-B14F-4D97-AF65-F5344CB8AC3E}">
        <p14:creationId xmlns:p14="http://schemas.microsoft.com/office/powerpoint/2010/main" val="1112893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045345-429A-44FC-A654-EA028388E901}" type="datetimeFigureOut">
              <a:rPr lang="en-US" smtClean="0"/>
              <a:t>6/29/2021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33133F-6A83-48A4-BF89-D251A1B37DC9}" type="slidenum">
              <a:rPr lang="en-US" smtClean="0"/>
              <a:t>‹#›</a:t>
            </a:fld>
            <a:endParaRPr lang="en-US"/>
          </a:p>
        </p:txBody>
      </p:sp>
    </p:spTree>
    <p:extLst>
      <p:ext uri="{BB962C8B-B14F-4D97-AF65-F5344CB8AC3E}">
        <p14:creationId xmlns:p14="http://schemas.microsoft.com/office/powerpoint/2010/main" val="160746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045345-429A-44FC-A654-EA028388E901}" type="datetimeFigureOut">
              <a:rPr lang="en-US" smtClean="0"/>
              <a:t>6/29/2021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33133F-6A83-48A4-BF89-D251A1B37DC9}" type="slidenum">
              <a:rPr lang="en-US" smtClean="0"/>
              <a:t>‹#›</a:t>
            </a:fld>
            <a:endParaRPr lang="en-US"/>
          </a:p>
        </p:txBody>
      </p:sp>
    </p:spTree>
    <p:extLst>
      <p:ext uri="{BB962C8B-B14F-4D97-AF65-F5344CB8AC3E}">
        <p14:creationId xmlns:p14="http://schemas.microsoft.com/office/powerpoint/2010/main" val="1332896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045345-429A-44FC-A654-EA028388E901}" type="datetimeFigureOut">
              <a:rPr lang="en-US" smtClean="0"/>
              <a:t>6/29/2021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33133F-6A83-48A4-BF89-D251A1B37DC9}" type="slidenum">
              <a:rPr lang="en-US" smtClean="0"/>
              <a:t>‹#›</a:t>
            </a:fld>
            <a:endParaRPr lang="en-US"/>
          </a:p>
        </p:txBody>
      </p:sp>
    </p:spTree>
    <p:extLst>
      <p:ext uri="{BB962C8B-B14F-4D97-AF65-F5344CB8AC3E}">
        <p14:creationId xmlns:p14="http://schemas.microsoft.com/office/powerpoint/2010/main" val="287376044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chart" Target="../charts/chart5.xml"/><Relationship Id="rId7" Type="http://schemas.openxmlformats.org/officeDocument/2006/relationships/image" Target="../media/image10.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_rels/slide11.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png"/><Relationship Id="rId18" Type="http://schemas.openxmlformats.org/officeDocument/2006/relationships/image" Target="../media/image28.sv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svg"/><Relationship Id="rId17" Type="http://schemas.openxmlformats.org/officeDocument/2006/relationships/image" Target="../media/image27.png"/><Relationship Id="rId2" Type="http://schemas.openxmlformats.org/officeDocument/2006/relationships/notesSlide" Target="../notesSlides/notesSlide10.xml"/><Relationship Id="rId16" Type="http://schemas.openxmlformats.org/officeDocument/2006/relationships/image" Target="../media/image26.svg"/><Relationship Id="rId1" Type="http://schemas.openxmlformats.org/officeDocument/2006/relationships/slideLayout" Target="../slideLayouts/slideLayout2.xml"/><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 Id="rId14" Type="http://schemas.openxmlformats.org/officeDocument/2006/relationships/image" Target="../media/image24.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hyperlink" Target="mailto:Allison.taylor@umb.edu"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2244A-C403-42FC-98C6-24421517DBAC}"/>
              </a:ext>
            </a:extLst>
          </p:cNvPr>
          <p:cNvSpPr>
            <a:spLocks noGrp="1"/>
          </p:cNvSpPr>
          <p:nvPr>
            <p:ph type="ctrTitle"/>
          </p:nvPr>
        </p:nvSpPr>
        <p:spPr>
          <a:xfrm>
            <a:off x="1524000" y="1214438"/>
            <a:ext cx="9144000" cy="2387600"/>
          </a:xfrm>
        </p:spPr>
        <p:txBody>
          <a:bodyPr>
            <a:normAutofit fontScale="90000"/>
          </a:bodyPr>
          <a:lstStyle/>
          <a:p>
            <a:r>
              <a:rPr lang="en-US" sz="4900"/>
              <a:t>“It makes me feel part of the society”: </a:t>
            </a:r>
            <a:br>
              <a:rPr lang="en-US"/>
            </a:br>
            <a:r>
              <a:rPr lang="en-US" sz="4000"/>
              <a:t>Consumer perspectives on returning to work</a:t>
            </a:r>
            <a:endParaRPr lang="en-US"/>
          </a:p>
        </p:txBody>
      </p:sp>
      <p:sp>
        <p:nvSpPr>
          <p:cNvPr id="3" name="Subtitle 2">
            <a:extLst>
              <a:ext uri="{FF2B5EF4-FFF2-40B4-BE49-F238E27FC236}">
                <a16:creationId xmlns:a16="http://schemas.microsoft.com/office/drawing/2014/main" id="{53ED80FF-DD67-4019-8424-33A3A6DAC7EC}"/>
              </a:ext>
            </a:extLst>
          </p:cNvPr>
          <p:cNvSpPr>
            <a:spLocks noGrp="1"/>
          </p:cNvSpPr>
          <p:nvPr>
            <p:ph type="subTitle" idx="1"/>
          </p:nvPr>
        </p:nvSpPr>
        <p:spPr/>
        <p:txBody>
          <a:bodyPr/>
          <a:lstStyle/>
          <a:p>
            <a:endParaRPr lang="en-US"/>
          </a:p>
          <a:p>
            <a:r>
              <a:rPr lang="en-US"/>
              <a:t>Allison B. Taylor, MSW, PhD</a:t>
            </a:r>
          </a:p>
          <a:p>
            <a:r>
              <a:rPr lang="en-US"/>
              <a:t>March 23, 2021</a:t>
            </a:r>
          </a:p>
          <a:p>
            <a:endParaRPr lang="en-US"/>
          </a:p>
        </p:txBody>
      </p:sp>
      <p:sp>
        <p:nvSpPr>
          <p:cNvPr id="4" name="Subtitle 2">
            <a:extLst>
              <a:ext uri="{FF2B5EF4-FFF2-40B4-BE49-F238E27FC236}">
                <a16:creationId xmlns:a16="http://schemas.microsoft.com/office/drawing/2014/main" id="{91511BDC-B2DF-4056-907C-B9F4BFF15CE4}"/>
              </a:ext>
            </a:extLst>
          </p:cNvPr>
          <p:cNvSpPr txBox="1">
            <a:spLocks/>
          </p:cNvSpPr>
          <p:nvPr/>
        </p:nvSpPr>
        <p:spPr>
          <a:xfrm>
            <a:off x="6456785" y="5735637"/>
            <a:ext cx="4211215" cy="982155"/>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0" indent="0" algn="ctr" defTabSz="457200" rtl="0" eaLnBrk="1" latinLnBrk="0" hangingPunct="1">
              <a:spcBef>
                <a:spcPct val="20000"/>
              </a:spcBef>
              <a:spcAft>
                <a:spcPts val="600"/>
              </a:spcAft>
              <a:buClr>
                <a:schemeClr val="tx2"/>
              </a:buClr>
              <a:buSzPct val="70000"/>
              <a:buFont typeface="Wingdings 2" charset="2"/>
              <a:buNone/>
              <a:defRPr sz="20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18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endParaRPr lang="en-US"/>
          </a:p>
        </p:txBody>
      </p:sp>
    </p:spTree>
    <p:extLst>
      <p:ext uri="{BB962C8B-B14F-4D97-AF65-F5344CB8AC3E}">
        <p14:creationId xmlns:p14="http://schemas.microsoft.com/office/powerpoint/2010/main" val="252495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EE501-9263-4300-949B-DF95A10EEA03}"/>
              </a:ext>
            </a:extLst>
          </p:cNvPr>
          <p:cNvSpPr>
            <a:spLocks noGrp="1"/>
          </p:cNvSpPr>
          <p:nvPr>
            <p:ph type="title"/>
          </p:nvPr>
        </p:nvSpPr>
        <p:spPr/>
        <p:txBody>
          <a:bodyPr/>
          <a:lstStyle/>
          <a:p>
            <a:r>
              <a:rPr lang="en-US"/>
              <a:t>Acknowledgments and Disclaimers</a:t>
            </a:r>
          </a:p>
        </p:txBody>
      </p:sp>
      <p:sp>
        <p:nvSpPr>
          <p:cNvPr id="3" name="Content Placeholder 2">
            <a:extLst>
              <a:ext uri="{FF2B5EF4-FFF2-40B4-BE49-F238E27FC236}">
                <a16:creationId xmlns:a16="http://schemas.microsoft.com/office/drawing/2014/main" id="{DB087FE6-B9D8-4B16-B2B9-9AE113E575BF}"/>
              </a:ext>
            </a:extLst>
          </p:cNvPr>
          <p:cNvSpPr>
            <a:spLocks noGrp="1"/>
          </p:cNvSpPr>
          <p:nvPr>
            <p:ph idx="1"/>
          </p:nvPr>
        </p:nvSpPr>
        <p:spPr>
          <a:xfrm>
            <a:off x="838200" y="1690688"/>
            <a:ext cx="10515600" cy="4486275"/>
          </a:xfrm>
        </p:spPr>
        <p:txBody>
          <a:bodyPr>
            <a:normAutofit lnSpcReduction="10000"/>
          </a:bodyPr>
          <a:lstStyle/>
          <a:p>
            <a:r>
              <a:rPr lang="en-US"/>
              <a:t>This research was funded by a Model Demonstration grant received by the Institute for Community Inclusion (ICI) at the University of Massachusetts-Boston from the U.S. Department of Education, Rehabilitation Services Administration (RSA). </a:t>
            </a:r>
          </a:p>
          <a:p>
            <a:r>
              <a:rPr lang="en-US"/>
              <a:t>The views and opinions expressed here are solely those of the authors, and the authors are solely responsible for any errors.</a:t>
            </a:r>
          </a:p>
          <a:p>
            <a:r>
              <a:rPr lang="en-US"/>
              <a:t>I would like to thank Susan Foley, Principal Investigator for the SGA Project, my co-author, Nerlie Blackburn, the Minnesota and Kentucky state Vocational Rehabilitation agencies, and the participants who shared their stories. </a:t>
            </a:r>
          </a:p>
          <a:p>
            <a:r>
              <a:rPr lang="en-US"/>
              <a:t>All names have been changed to protect participants’ identities.</a:t>
            </a:r>
          </a:p>
          <a:p>
            <a:endParaRPr lang="en-US"/>
          </a:p>
        </p:txBody>
      </p:sp>
    </p:spTree>
    <p:extLst>
      <p:ext uri="{BB962C8B-B14F-4D97-AF65-F5344CB8AC3E}">
        <p14:creationId xmlns:p14="http://schemas.microsoft.com/office/powerpoint/2010/main" val="1923275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Overview - SGA Project</a:t>
            </a:r>
          </a:p>
        </p:txBody>
      </p:sp>
      <p:sp>
        <p:nvSpPr>
          <p:cNvPr id="3" name="Content Placeholder 2"/>
          <p:cNvSpPr>
            <a:spLocks noGrp="1"/>
          </p:cNvSpPr>
          <p:nvPr>
            <p:ph idx="1"/>
          </p:nvPr>
        </p:nvSpPr>
        <p:spPr>
          <a:xfrm>
            <a:off x="711201" y="1546412"/>
            <a:ext cx="10826375" cy="4746492"/>
          </a:xfrm>
        </p:spPr>
        <p:txBody>
          <a:bodyPr>
            <a:noAutofit/>
          </a:bodyPr>
          <a:lstStyle/>
          <a:p>
            <a:pPr lvl="1">
              <a:buFont typeface="Wingdings" panose="05000000000000000000" pitchFamily="2" charset="2"/>
              <a:buChar char="Ø"/>
            </a:pPr>
            <a:r>
              <a:rPr lang="en-US" sz="2800"/>
              <a:t>Funded by the Rehabilitation Services Administration (RSA)</a:t>
            </a:r>
          </a:p>
          <a:p>
            <a:pPr lvl="1">
              <a:buFont typeface="Wingdings" panose="05000000000000000000" pitchFamily="2" charset="2"/>
              <a:buChar char="Ø"/>
            </a:pPr>
            <a:r>
              <a:rPr lang="en-US" sz="2800"/>
              <a:t>Model Demonstration – MN/KY VR</a:t>
            </a:r>
          </a:p>
          <a:p>
            <a:pPr lvl="2"/>
            <a:r>
              <a:rPr lang="en-US" sz="2400">
                <a:sym typeface="Symbol" panose="05050102010706020507" pitchFamily="18" charset="2"/>
              </a:rPr>
              <a:t>Goal: Design and test an intervention to increase employment outcomes for VR customers who receive SSDI disabled worker benefits.</a:t>
            </a:r>
          </a:p>
          <a:p>
            <a:pPr lvl="2"/>
            <a:r>
              <a:rPr lang="en-US" sz="2400">
                <a:sym typeface="Symbol" panose="05050102010706020507" pitchFamily="18" charset="2"/>
              </a:rPr>
              <a:t>Model elements: </a:t>
            </a:r>
          </a:p>
          <a:p>
            <a:pPr lvl="3"/>
            <a:r>
              <a:rPr lang="en-US" sz="2000">
                <a:sym typeface="Symbol" panose="05050102010706020507" pitchFamily="18" charset="2"/>
              </a:rPr>
              <a:t>Rapid Engagement and increased pacing</a:t>
            </a:r>
          </a:p>
          <a:p>
            <a:pPr lvl="3"/>
            <a:r>
              <a:rPr lang="en-US" sz="2000">
                <a:sym typeface="Symbol" panose="05050102010706020507" pitchFamily="18" charset="2"/>
              </a:rPr>
              <a:t>Coordinated Team Approach: VR Counselor coordinated, also with:</a:t>
            </a:r>
          </a:p>
          <a:p>
            <a:pPr lvl="4"/>
            <a:r>
              <a:rPr lang="en-US" sz="2000"/>
              <a:t>Benefits/Financial Counseling </a:t>
            </a:r>
          </a:p>
          <a:p>
            <a:pPr lvl="4"/>
            <a:r>
              <a:rPr lang="en-US" sz="2000"/>
              <a:t>Job Placement</a:t>
            </a:r>
          </a:p>
          <a:p>
            <a:pPr lvl="2"/>
            <a:r>
              <a:rPr lang="en-US" sz="2400"/>
              <a:t>Randomized Control Trial (RCT): Intervention and Control offices</a:t>
            </a:r>
          </a:p>
          <a:p>
            <a:pPr lvl="1">
              <a:buFont typeface="Wingdings" panose="05000000000000000000" pitchFamily="2" charset="2"/>
              <a:buChar char="Ø"/>
            </a:pPr>
            <a:r>
              <a:rPr lang="en-US" sz="2800"/>
              <a:t>Sample</a:t>
            </a:r>
          </a:p>
          <a:p>
            <a:pPr lvl="2"/>
            <a:r>
              <a:rPr lang="en-US"/>
              <a:t>2325 SSDI disabled worker beneficiaries (SSDI-only, not SSI), non-blind</a:t>
            </a:r>
          </a:p>
        </p:txBody>
      </p:sp>
      <p:sp>
        <p:nvSpPr>
          <p:cNvPr id="4" name="Slide Number Placeholder 3"/>
          <p:cNvSpPr>
            <a:spLocks noGrp="1"/>
          </p:cNvSpPr>
          <p:nvPr>
            <p:ph type="sldNum" sz="quarter" idx="12"/>
          </p:nvPr>
        </p:nvSpPr>
        <p:spPr/>
        <p:txBody>
          <a:bodyPr/>
          <a:lstStyle/>
          <a:p>
            <a:fld id="{0AF0BB18-AE53-42E4-9D5C-1A2C78F44834}" type="slidenum">
              <a:rPr lang="en-US" smtClean="0"/>
              <a:t>3</a:t>
            </a:fld>
            <a:endParaRPr lang="en-US"/>
          </a:p>
        </p:txBody>
      </p:sp>
    </p:spTree>
    <p:extLst>
      <p:ext uri="{BB962C8B-B14F-4D97-AF65-F5344CB8AC3E}">
        <p14:creationId xmlns:p14="http://schemas.microsoft.com/office/powerpoint/2010/main" val="713874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Overview: SGA Qualitative Study</a:t>
            </a:r>
          </a:p>
        </p:txBody>
      </p:sp>
      <p:sp>
        <p:nvSpPr>
          <p:cNvPr id="3" name="Content Placeholder 2"/>
          <p:cNvSpPr>
            <a:spLocks noGrp="1"/>
          </p:cNvSpPr>
          <p:nvPr>
            <p:ph idx="1"/>
          </p:nvPr>
        </p:nvSpPr>
        <p:spPr/>
        <p:txBody>
          <a:bodyPr>
            <a:noAutofit/>
          </a:bodyPr>
          <a:lstStyle/>
          <a:p>
            <a:pPr>
              <a:buFont typeface="Wingdings" panose="05000000000000000000" pitchFamily="2" charset="2"/>
              <a:buChar char="Ø"/>
            </a:pPr>
            <a:r>
              <a:rPr lang="en-US" sz="3400" b="1"/>
              <a:t>Follow-along study </a:t>
            </a:r>
          </a:p>
          <a:p>
            <a:pPr lvl="1"/>
            <a:r>
              <a:rPr lang="en-US" sz="3000"/>
              <a:t>Part of the SGA Model Demonstration Project</a:t>
            </a:r>
          </a:p>
          <a:p>
            <a:pPr>
              <a:buFont typeface="Wingdings" panose="05000000000000000000" pitchFamily="2" charset="2"/>
              <a:buChar char="Ø"/>
            </a:pPr>
            <a:r>
              <a:rPr lang="en-US" sz="3400" b="1"/>
              <a:t>Purpose: </a:t>
            </a:r>
          </a:p>
          <a:p>
            <a:pPr lvl="1">
              <a:buFont typeface="Arial" panose="020B0604020202020204" pitchFamily="34" charset="0"/>
              <a:buChar char="•"/>
            </a:pPr>
            <a:r>
              <a:rPr lang="en-US" sz="3000"/>
              <a:t>Gather experiences and perspectives of VR customers who are SSDI beneficiaries</a:t>
            </a:r>
          </a:p>
          <a:p>
            <a:pPr lvl="1">
              <a:buFont typeface="Arial" panose="020B0604020202020204" pitchFamily="34" charset="0"/>
              <a:buChar char="•"/>
            </a:pPr>
            <a:r>
              <a:rPr lang="en-US" sz="3000"/>
              <a:t>Understand how these customers make decisions about employment</a:t>
            </a:r>
          </a:p>
          <a:p>
            <a:pPr lvl="1">
              <a:buFont typeface="Arial" panose="020B0604020202020204" pitchFamily="34" charset="0"/>
              <a:buChar char="•"/>
            </a:pPr>
            <a:r>
              <a:rPr lang="en-US" sz="3000"/>
              <a:t>Understand the role of VR in the employment process</a:t>
            </a:r>
            <a:endParaRPr lang="en-US" sz="3400"/>
          </a:p>
        </p:txBody>
      </p:sp>
      <p:sp>
        <p:nvSpPr>
          <p:cNvPr id="4" name="Slide Number Placeholder 3"/>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4</a:t>
            </a:fld>
            <a:endParaRPr lang="en-US">
              <a:solidFill>
                <a:prstClr val="black">
                  <a:lumMod val="95000"/>
                  <a:lumOff val="5000"/>
                </a:prstClr>
              </a:solidFill>
            </a:endParaRPr>
          </a:p>
        </p:txBody>
      </p:sp>
    </p:spTree>
    <p:extLst>
      <p:ext uri="{BB962C8B-B14F-4D97-AF65-F5344CB8AC3E}">
        <p14:creationId xmlns:p14="http://schemas.microsoft.com/office/powerpoint/2010/main" val="3748659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Recruitment, Sample, &amp; Methods</a:t>
            </a:r>
          </a:p>
        </p:txBody>
      </p:sp>
      <p:sp>
        <p:nvSpPr>
          <p:cNvPr id="3" name="Content Placeholder 2"/>
          <p:cNvSpPr>
            <a:spLocks noGrp="1"/>
          </p:cNvSpPr>
          <p:nvPr>
            <p:ph idx="1"/>
          </p:nvPr>
        </p:nvSpPr>
        <p:spPr>
          <a:xfrm>
            <a:off x="838200" y="1690689"/>
            <a:ext cx="10515600" cy="4252912"/>
          </a:xfrm>
        </p:spPr>
        <p:txBody>
          <a:bodyPr>
            <a:normAutofit fontScale="70000" lnSpcReduction="20000"/>
          </a:bodyPr>
          <a:lstStyle/>
          <a:p>
            <a:pPr marL="0" indent="0">
              <a:spcBef>
                <a:spcPts val="0"/>
              </a:spcBef>
              <a:spcAft>
                <a:spcPts val="600"/>
              </a:spcAft>
              <a:buNone/>
            </a:pPr>
            <a:r>
              <a:rPr lang="en-US" sz="3600" b="1"/>
              <a:t>Recruitment:</a:t>
            </a:r>
          </a:p>
          <a:p>
            <a:pPr lvl="1">
              <a:spcBef>
                <a:spcPts val="0"/>
              </a:spcBef>
              <a:spcAft>
                <a:spcPts val="600"/>
              </a:spcAft>
              <a:buClr>
                <a:srgbClr val="1CADE4"/>
              </a:buClr>
            </a:pPr>
            <a:r>
              <a:rPr lang="en-US" sz="3600"/>
              <a:t>VR agencies mailed packets to customers</a:t>
            </a:r>
          </a:p>
          <a:p>
            <a:pPr lvl="1">
              <a:spcBef>
                <a:spcPts val="0"/>
              </a:spcBef>
              <a:spcAft>
                <a:spcPts val="600"/>
              </a:spcAft>
            </a:pPr>
            <a:r>
              <a:rPr lang="en-US" sz="3600"/>
              <a:t>Intervention and Control groups</a:t>
            </a:r>
            <a:endParaRPr lang="en-US" sz="4000"/>
          </a:p>
          <a:p>
            <a:pPr marL="0" indent="0">
              <a:spcBef>
                <a:spcPts val="0"/>
              </a:spcBef>
              <a:spcAft>
                <a:spcPts val="600"/>
              </a:spcAft>
              <a:buNone/>
            </a:pPr>
            <a:endParaRPr lang="en-US" sz="1800" b="1"/>
          </a:p>
          <a:p>
            <a:pPr marL="0" indent="0">
              <a:spcBef>
                <a:spcPts val="0"/>
              </a:spcBef>
              <a:spcAft>
                <a:spcPts val="600"/>
              </a:spcAft>
              <a:buNone/>
            </a:pPr>
            <a:r>
              <a:rPr lang="en-US" sz="3600" b="1"/>
              <a:t>Sample: </a:t>
            </a:r>
          </a:p>
          <a:p>
            <a:pPr lvl="1">
              <a:spcBef>
                <a:spcPts val="0"/>
              </a:spcBef>
              <a:spcAft>
                <a:spcPts val="600"/>
              </a:spcAft>
            </a:pPr>
            <a:r>
              <a:rPr lang="en-US" sz="4000"/>
              <a:t>48 Participants</a:t>
            </a:r>
            <a:endParaRPr lang="en-US" sz="3600"/>
          </a:p>
          <a:p>
            <a:pPr lvl="2">
              <a:spcBef>
                <a:spcPts val="0"/>
              </a:spcBef>
              <a:spcAft>
                <a:spcPts val="600"/>
              </a:spcAft>
            </a:pPr>
            <a:r>
              <a:rPr lang="en-US" sz="3200"/>
              <a:t>Minnesota and Kentucky</a:t>
            </a:r>
            <a:endParaRPr lang="en-US" sz="3600"/>
          </a:p>
          <a:p>
            <a:pPr lvl="2">
              <a:spcBef>
                <a:spcPts val="0"/>
              </a:spcBef>
              <a:spcAft>
                <a:spcPts val="600"/>
              </a:spcAft>
            </a:pPr>
            <a:r>
              <a:rPr lang="en-US" sz="3200"/>
              <a:t>VR customers </a:t>
            </a:r>
          </a:p>
          <a:p>
            <a:pPr lvl="2">
              <a:spcBef>
                <a:spcPts val="0"/>
              </a:spcBef>
              <a:spcAft>
                <a:spcPts val="600"/>
              </a:spcAft>
            </a:pPr>
            <a:r>
              <a:rPr lang="en-US" sz="3200"/>
              <a:t>SSDI beneficiaries</a:t>
            </a:r>
            <a:endParaRPr lang="en-US" sz="1800" b="1"/>
          </a:p>
          <a:p>
            <a:pPr marL="0" lvl="1" indent="0">
              <a:spcBef>
                <a:spcPts val="0"/>
              </a:spcBef>
              <a:spcAft>
                <a:spcPts val="600"/>
              </a:spcAft>
              <a:buNone/>
            </a:pPr>
            <a:r>
              <a:rPr lang="en-US" sz="3600" b="1"/>
              <a:t>Methods:</a:t>
            </a:r>
          </a:p>
          <a:p>
            <a:pPr lvl="1">
              <a:spcBef>
                <a:spcPts val="0"/>
              </a:spcBef>
              <a:spcAft>
                <a:spcPts val="600"/>
              </a:spcAft>
            </a:pPr>
            <a:r>
              <a:rPr lang="en-US" sz="3600"/>
              <a:t>1-3 in-depth qualitative interviews </a:t>
            </a:r>
          </a:p>
          <a:p>
            <a:pPr lvl="1">
              <a:spcBef>
                <a:spcPts val="0"/>
              </a:spcBef>
              <a:spcAft>
                <a:spcPts val="600"/>
              </a:spcAft>
            </a:pPr>
            <a:r>
              <a:rPr lang="en-US" sz="3600"/>
              <a:t>Total 107 interviews over 18 months</a:t>
            </a:r>
          </a:p>
        </p:txBody>
      </p:sp>
      <p:sp>
        <p:nvSpPr>
          <p:cNvPr id="4" name="Slide Number Placeholder 3"/>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5</a:t>
            </a:fld>
            <a:endParaRPr lang="en-US">
              <a:solidFill>
                <a:prstClr val="black">
                  <a:lumMod val="95000"/>
                  <a:lumOff val="5000"/>
                </a:prstClr>
              </a:solidFill>
            </a:endParaRPr>
          </a:p>
        </p:txBody>
      </p:sp>
      <p:pic>
        <p:nvPicPr>
          <p:cNvPr id="6" name="Graphic 5" descr="Envelope">
            <a:extLst>
              <a:ext uri="{FF2B5EF4-FFF2-40B4-BE49-F238E27FC236}">
                <a16:creationId xmlns:a16="http://schemas.microsoft.com/office/drawing/2014/main" id="{8ECA4F16-AF60-4ED5-84F3-BB2FA0DBDEC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85535" y="1724554"/>
            <a:ext cx="914400" cy="914400"/>
          </a:xfrm>
          <a:prstGeom prst="rect">
            <a:avLst/>
          </a:prstGeom>
        </p:spPr>
      </p:pic>
      <p:pic>
        <p:nvPicPr>
          <p:cNvPr id="8" name="Graphic 7" descr="Questions">
            <a:extLst>
              <a:ext uri="{FF2B5EF4-FFF2-40B4-BE49-F238E27FC236}">
                <a16:creationId xmlns:a16="http://schemas.microsoft.com/office/drawing/2014/main" id="{6E2E03EA-490F-4CD4-85CF-69C9534AE0A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14603" y="5194331"/>
            <a:ext cx="914400" cy="914400"/>
          </a:xfrm>
          <a:prstGeom prst="rect">
            <a:avLst/>
          </a:prstGeom>
        </p:spPr>
      </p:pic>
      <p:grpSp>
        <p:nvGrpSpPr>
          <p:cNvPr id="13" name="USA">
            <a:extLst>
              <a:ext uri="{FF2B5EF4-FFF2-40B4-BE49-F238E27FC236}">
                <a16:creationId xmlns:a16="http://schemas.microsoft.com/office/drawing/2014/main" id="{44AAA4F8-4A4E-4873-8013-50DEB5A680D4}"/>
              </a:ext>
            </a:extLst>
          </p:cNvPr>
          <p:cNvGrpSpPr/>
          <p:nvPr/>
        </p:nvGrpSpPr>
        <p:grpSpPr>
          <a:xfrm>
            <a:off x="6244207" y="2921199"/>
            <a:ext cx="3282828" cy="1754593"/>
            <a:chOff x="2083550" y="778934"/>
            <a:chExt cx="8874067" cy="4742977"/>
          </a:xfrm>
        </p:grpSpPr>
        <p:sp>
          <p:nvSpPr>
            <p:cNvPr id="14" name="Wyoming">
              <a:extLst>
                <a:ext uri="{FF2B5EF4-FFF2-40B4-BE49-F238E27FC236}">
                  <a16:creationId xmlns:a16="http://schemas.microsoft.com/office/drawing/2014/main" id="{7C45B1C1-305B-4D74-9D9F-C2210601245B}"/>
                </a:ext>
              </a:extLst>
            </p:cNvPr>
            <p:cNvSpPr>
              <a:spLocks/>
            </p:cNvSpPr>
            <p:nvPr/>
          </p:nvSpPr>
          <p:spPr bwMode="auto">
            <a:xfrm>
              <a:off x="4163305" y="1693424"/>
              <a:ext cx="1076658" cy="755666"/>
            </a:xfrm>
            <a:custGeom>
              <a:avLst/>
              <a:gdLst>
                <a:gd name="T0" fmla="*/ 204 w 644"/>
                <a:gd name="T1" fmla="*/ 452 h 452"/>
                <a:gd name="T2" fmla="*/ 206 w 644"/>
                <a:gd name="T3" fmla="*/ 452 h 452"/>
                <a:gd name="T4" fmla="*/ 644 w 644"/>
                <a:gd name="T5" fmla="*/ 452 h 452"/>
                <a:gd name="T6" fmla="*/ 644 w 644"/>
                <a:gd name="T7" fmla="*/ 203 h 452"/>
                <a:gd name="T8" fmla="*/ 644 w 644"/>
                <a:gd name="T9" fmla="*/ 201 h 452"/>
                <a:gd name="T10" fmla="*/ 644 w 644"/>
                <a:gd name="T11" fmla="*/ 0 h 452"/>
                <a:gd name="T12" fmla="*/ 0 w 644"/>
                <a:gd name="T13" fmla="*/ 0 h 452"/>
                <a:gd name="T14" fmla="*/ 0 w 644"/>
                <a:gd name="T15" fmla="*/ 26 h 452"/>
                <a:gd name="T16" fmla="*/ 0 w 644"/>
                <a:gd name="T17" fmla="*/ 28 h 452"/>
                <a:gd name="T18" fmla="*/ 0 w 644"/>
                <a:gd name="T19" fmla="*/ 317 h 452"/>
                <a:gd name="T20" fmla="*/ 0 w 644"/>
                <a:gd name="T21" fmla="*/ 317 h 452"/>
                <a:gd name="T22" fmla="*/ 0 w 644"/>
                <a:gd name="T23" fmla="*/ 452 h 452"/>
                <a:gd name="T24" fmla="*/ 204 w 644"/>
                <a:gd name="T25" fmla="*/ 452 h 452"/>
                <a:gd name="T26" fmla="*/ 204 w 644"/>
                <a:gd name="T27" fmla="*/ 452 h 452"/>
                <a:gd name="T28" fmla="*/ 204 w 644"/>
                <a:gd name="T29" fmla="*/ 452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4" h="452">
                  <a:moveTo>
                    <a:pt x="204" y="452"/>
                  </a:moveTo>
                  <a:lnTo>
                    <a:pt x="206" y="452"/>
                  </a:lnTo>
                  <a:lnTo>
                    <a:pt x="644" y="452"/>
                  </a:lnTo>
                  <a:lnTo>
                    <a:pt x="644" y="203"/>
                  </a:lnTo>
                  <a:lnTo>
                    <a:pt x="644" y="201"/>
                  </a:lnTo>
                  <a:lnTo>
                    <a:pt x="644" y="0"/>
                  </a:lnTo>
                  <a:lnTo>
                    <a:pt x="0" y="0"/>
                  </a:lnTo>
                  <a:lnTo>
                    <a:pt x="0" y="26"/>
                  </a:lnTo>
                  <a:lnTo>
                    <a:pt x="0" y="28"/>
                  </a:lnTo>
                  <a:lnTo>
                    <a:pt x="0" y="317"/>
                  </a:lnTo>
                  <a:lnTo>
                    <a:pt x="0" y="317"/>
                  </a:lnTo>
                  <a:lnTo>
                    <a:pt x="0" y="452"/>
                  </a:lnTo>
                  <a:lnTo>
                    <a:pt x="204" y="452"/>
                  </a:lnTo>
                  <a:lnTo>
                    <a:pt x="204" y="452"/>
                  </a:lnTo>
                  <a:lnTo>
                    <a:pt x="204" y="452"/>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15" name="Wisconsin">
              <a:extLst>
                <a:ext uri="{FF2B5EF4-FFF2-40B4-BE49-F238E27FC236}">
                  <a16:creationId xmlns:a16="http://schemas.microsoft.com/office/drawing/2014/main" id="{CC28C005-34E0-451F-AFBF-6BF21147A3BE}"/>
                </a:ext>
              </a:extLst>
            </p:cNvPr>
            <p:cNvSpPr>
              <a:spLocks/>
            </p:cNvSpPr>
            <p:nvPr/>
          </p:nvSpPr>
          <p:spPr bwMode="auto">
            <a:xfrm>
              <a:off x="6960274" y="1349027"/>
              <a:ext cx="897772" cy="819196"/>
            </a:xfrm>
            <a:custGeom>
              <a:avLst/>
              <a:gdLst>
                <a:gd name="T0" fmla="*/ 18 w 227"/>
                <a:gd name="T1" fmla="*/ 20 h 207"/>
                <a:gd name="T2" fmla="*/ 0 w 227"/>
                <a:gd name="T3" fmla="*/ 49 h 207"/>
                <a:gd name="T4" fmla="*/ 2 w 227"/>
                <a:gd name="T5" fmla="*/ 70 h 207"/>
                <a:gd name="T6" fmla="*/ 4 w 227"/>
                <a:gd name="T7" fmla="*/ 93 h 207"/>
                <a:gd name="T8" fmla="*/ 43 w 227"/>
                <a:gd name="T9" fmla="*/ 129 h 207"/>
                <a:gd name="T10" fmla="*/ 56 w 227"/>
                <a:gd name="T11" fmla="*/ 145 h 207"/>
                <a:gd name="T12" fmla="*/ 56 w 227"/>
                <a:gd name="T13" fmla="*/ 146 h 207"/>
                <a:gd name="T14" fmla="*/ 55 w 227"/>
                <a:gd name="T15" fmla="*/ 156 h 207"/>
                <a:gd name="T16" fmla="*/ 55 w 227"/>
                <a:gd name="T17" fmla="*/ 158 h 207"/>
                <a:gd name="T18" fmla="*/ 57 w 227"/>
                <a:gd name="T19" fmla="*/ 172 h 207"/>
                <a:gd name="T20" fmla="*/ 76 w 227"/>
                <a:gd name="T21" fmla="*/ 202 h 207"/>
                <a:gd name="T22" fmla="*/ 80 w 227"/>
                <a:gd name="T23" fmla="*/ 207 h 207"/>
                <a:gd name="T24" fmla="*/ 195 w 227"/>
                <a:gd name="T25" fmla="*/ 203 h 207"/>
                <a:gd name="T26" fmla="*/ 227 w 227"/>
                <a:gd name="T27" fmla="*/ 94 h 207"/>
                <a:gd name="T28" fmla="*/ 215 w 227"/>
                <a:gd name="T29" fmla="*/ 118 h 207"/>
                <a:gd name="T30" fmla="*/ 192 w 227"/>
                <a:gd name="T31" fmla="*/ 133 h 207"/>
                <a:gd name="T32" fmla="*/ 198 w 227"/>
                <a:gd name="T33" fmla="*/ 119 h 207"/>
                <a:gd name="T34" fmla="*/ 197 w 227"/>
                <a:gd name="T35" fmla="*/ 112 h 207"/>
                <a:gd name="T36" fmla="*/ 196 w 227"/>
                <a:gd name="T37" fmla="*/ 91 h 207"/>
                <a:gd name="T38" fmla="*/ 197 w 227"/>
                <a:gd name="T39" fmla="*/ 89 h 207"/>
                <a:gd name="T40" fmla="*/ 193 w 227"/>
                <a:gd name="T41" fmla="*/ 82 h 207"/>
                <a:gd name="T42" fmla="*/ 180 w 227"/>
                <a:gd name="T43" fmla="*/ 68 h 207"/>
                <a:gd name="T44" fmla="*/ 179 w 227"/>
                <a:gd name="T45" fmla="*/ 61 h 207"/>
                <a:gd name="T46" fmla="*/ 148 w 227"/>
                <a:gd name="T47" fmla="*/ 50 h 207"/>
                <a:gd name="T48" fmla="*/ 141 w 227"/>
                <a:gd name="T49" fmla="*/ 45 h 207"/>
                <a:gd name="T50" fmla="*/ 140 w 227"/>
                <a:gd name="T51" fmla="*/ 45 h 207"/>
                <a:gd name="T52" fmla="*/ 140 w 227"/>
                <a:gd name="T53" fmla="*/ 45 h 207"/>
                <a:gd name="T54" fmla="*/ 138 w 227"/>
                <a:gd name="T55" fmla="*/ 44 h 207"/>
                <a:gd name="T56" fmla="*/ 123 w 227"/>
                <a:gd name="T57" fmla="*/ 44 h 207"/>
                <a:gd name="T58" fmla="*/ 109 w 227"/>
                <a:gd name="T59" fmla="*/ 39 h 207"/>
                <a:gd name="T60" fmla="*/ 100 w 227"/>
                <a:gd name="T61" fmla="*/ 29 h 207"/>
                <a:gd name="T62" fmla="*/ 82 w 227"/>
                <a:gd name="T63" fmla="*/ 20 h 207"/>
                <a:gd name="T64" fmla="*/ 78 w 227"/>
                <a:gd name="T65" fmla="*/ 20 h 207"/>
                <a:gd name="T66" fmla="*/ 82 w 227"/>
                <a:gd name="T67" fmla="*/ 4 h 207"/>
                <a:gd name="T68" fmla="*/ 51 w 227"/>
                <a:gd name="T69" fmla="*/ 20 h 207"/>
                <a:gd name="T70" fmla="*/ 35 w 227"/>
                <a:gd name="T71" fmla="*/ 20 h 207"/>
                <a:gd name="T72" fmla="*/ 24 w 227"/>
                <a:gd name="T73" fmla="*/ 15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207">
                  <a:moveTo>
                    <a:pt x="21" y="15"/>
                  </a:moveTo>
                  <a:cubicBezTo>
                    <a:pt x="20" y="16"/>
                    <a:pt x="18" y="18"/>
                    <a:pt x="18" y="20"/>
                  </a:cubicBezTo>
                  <a:cubicBezTo>
                    <a:pt x="16" y="29"/>
                    <a:pt x="10" y="30"/>
                    <a:pt x="9" y="30"/>
                  </a:cubicBezTo>
                  <a:cubicBezTo>
                    <a:pt x="0" y="49"/>
                    <a:pt x="0" y="49"/>
                    <a:pt x="0" y="49"/>
                  </a:cubicBezTo>
                  <a:cubicBezTo>
                    <a:pt x="0" y="61"/>
                    <a:pt x="0" y="61"/>
                    <a:pt x="0" y="61"/>
                  </a:cubicBezTo>
                  <a:cubicBezTo>
                    <a:pt x="2" y="70"/>
                    <a:pt x="2" y="70"/>
                    <a:pt x="2" y="70"/>
                  </a:cubicBezTo>
                  <a:cubicBezTo>
                    <a:pt x="4" y="78"/>
                    <a:pt x="1" y="81"/>
                    <a:pt x="0" y="82"/>
                  </a:cubicBezTo>
                  <a:cubicBezTo>
                    <a:pt x="4" y="93"/>
                    <a:pt x="4" y="93"/>
                    <a:pt x="4" y="93"/>
                  </a:cubicBezTo>
                  <a:cubicBezTo>
                    <a:pt x="21" y="105"/>
                    <a:pt x="21" y="105"/>
                    <a:pt x="21" y="105"/>
                  </a:cubicBezTo>
                  <a:cubicBezTo>
                    <a:pt x="43" y="129"/>
                    <a:pt x="43" y="129"/>
                    <a:pt x="43" y="129"/>
                  </a:cubicBezTo>
                  <a:cubicBezTo>
                    <a:pt x="44" y="129"/>
                    <a:pt x="46" y="132"/>
                    <a:pt x="55" y="143"/>
                  </a:cubicBezTo>
                  <a:cubicBezTo>
                    <a:pt x="56" y="144"/>
                    <a:pt x="56" y="144"/>
                    <a:pt x="56" y="145"/>
                  </a:cubicBezTo>
                  <a:cubicBezTo>
                    <a:pt x="57" y="145"/>
                    <a:pt x="57" y="145"/>
                    <a:pt x="57" y="145"/>
                  </a:cubicBezTo>
                  <a:cubicBezTo>
                    <a:pt x="56" y="146"/>
                    <a:pt x="56" y="146"/>
                    <a:pt x="56" y="146"/>
                  </a:cubicBezTo>
                  <a:cubicBezTo>
                    <a:pt x="56" y="146"/>
                    <a:pt x="55" y="147"/>
                    <a:pt x="55" y="150"/>
                  </a:cubicBezTo>
                  <a:cubicBezTo>
                    <a:pt x="55" y="152"/>
                    <a:pt x="55" y="154"/>
                    <a:pt x="55" y="156"/>
                  </a:cubicBezTo>
                  <a:cubicBezTo>
                    <a:pt x="56" y="158"/>
                    <a:pt x="56" y="158"/>
                    <a:pt x="56" y="158"/>
                  </a:cubicBezTo>
                  <a:cubicBezTo>
                    <a:pt x="55" y="158"/>
                    <a:pt x="55" y="158"/>
                    <a:pt x="55" y="158"/>
                  </a:cubicBezTo>
                  <a:cubicBezTo>
                    <a:pt x="56" y="164"/>
                    <a:pt x="57" y="170"/>
                    <a:pt x="57" y="172"/>
                  </a:cubicBezTo>
                  <a:cubicBezTo>
                    <a:pt x="57" y="172"/>
                    <a:pt x="57" y="172"/>
                    <a:pt x="57" y="172"/>
                  </a:cubicBezTo>
                  <a:cubicBezTo>
                    <a:pt x="64" y="183"/>
                    <a:pt x="64" y="183"/>
                    <a:pt x="64" y="183"/>
                  </a:cubicBezTo>
                  <a:cubicBezTo>
                    <a:pt x="76" y="202"/>
                    <a:pt x="76" y="202"/>
                    <a:pt x="76" y="202"/>
                  </a:cubicBezTo>
                  <a:cubicBezTo>
                    <a:pt x="80" y="207"/>
                    <a:pt x="80" y="207"/>
                    <a:pt x="80" y="207"/>
                  </a:cubicBezTo>
                  <a:cubicBezTo>
                    <a:pt x="80" y="207"/>
                    <a:pt x="80" y="207"/>
                    <a:pt x="80" y="207"/>
                  </a:cubicBezTo>
                  <a:cubicBezTo>
                    <a:pt x="196" y="207"/>
                    <a:pt x="196" y="207"/>
                    <a:pt x="196" y="207"/>
                  </a:cubicBezTo>
                  <a:cubicBezTo>
                    <a:pt x="195" y="203"/>
                    <a:pt x="195" y="203"/>
                    <a:pt x="195" y="203"/>
                  </a:cubicBezTo>
                  <a:cubicBezTo>
                    <a:pt x="227" y="102"/>
                    <a:pt x="227" y="102"/>
                    <a:pt x="227" y="102"/>
                  </a:cubicBezTo>
                  <a:cubicBezTo>
                    <a:pt x="227" y="94"/>
                    <a:pt x="227" y="94"/>
                    <a:pt x="227" y="94"/>
                  </a:cubicBezTo>
                  <a:cubicBezTo>
                    <a:pt x="215" y="106"/>
                    <a:pt x="215" y="106"/>
                    <a:pt x="215" y="106"/>
                  </a:cubicBezTo>
                  <a:cubicBezTo>
                    <a:pt x="215" y="118"/>
                    <a:pt x="215" y="118"/>
                    <a:pt x="215" y="118"/>
                  </a:cubicBezTo>
                  <a:cubicBezTo>
                    <a:pt x="207" y="118"/>
                    <a:pt x="207" y="118"/>
                    <a:pt x="207" y="118"/>
                  </a:cubicBezTo>
                  <a:cubicBezTo>
                    <a:pt x="192" y="133"/>
                    <a:pt x="192" y="133"/>
                    <a:pt x="192" y="133"/>
                  </a:cubicBezTo>
                  <a:cubicBezTo>
                    <a:pt x="192" y="129"/>
                    <a:pt x="192" y="129"/>
                    <a:pt x="192" y="129"/>
                  </a:cubicBezTo>
                  <a:cubicBezTo>
                    <a:pt x="198" y="119"/>
                    <a:pt x="198" y="119"/>
                    <a:pt x="198" y="119"/>
                  </a:cubicBezTo>
                  <a:cubicBezTo>
                    <a:pt x="198" y="118"/>
                    <a:pt x="198" y="118"/>
                    <a:pt x="198" y="118"/>
                  </a:cubicBezTo>
                  <a:cubicBezTo>
                    <a:pt x="198" y="116"/>
                    <a:pt x="198" y="114"/>
                    <a:pt x="197" y="112"/>
                  </a:cubicBezTo>
                  <a:cubicBezTo>
                    <a:pt x="196" y="109"/>
                    <a:pt x="196" y="106"/>
                    <a:pt x="196" y="104"/>
                  </a:cubicBezTo>
                  <a:cubicBezTo>
                    <a:pt x="197" y="100"/>
                    <a:pt x="197" y="95"/>
                    <a:pt x="196" y="91"/>
                  </a:cubicBezTo>
                  <a:cubicBezTo>
                    <a:pt x="196" y="90"/>
                    <a:pt x="196" y="90"/>
                    <a:pt x="196" y="90"/>
                  </a:cubicBezTo>
                  <a:cubicBezTo>
                    <a:pt x="197" y="89"/>
                    <a:pt x="197" y="89"/>
                    <a:pt x="197" y="89"/>
                  </a:cubicBezTo>
                  <a:cubicBezTo>
                    <a:pt x="195" y="87"/>
                    <a:pt x="195" y="87"/>
                    <a:pt x="195" y="87"/>
                  </a:cubicBezTo>
                  <a:cubicBezTo>
                    <a:pt x="193" y="83"/>
                    <a:pt x="193" y="83"/>
                    <a:pt x="193" y="82"/>
                  </a:cubicBezTo>
                  <a:cubicBezTo>
                    <a:pt x="192" y="82"/>
                    <a:pt x="192" y="81"/>
                    <a:pt x="191" y="80"/>
                  </a:cubicBezTo>
                  <a:cubicBezTo>
                    <a:pt x="187" y="76"/>
                    <a:pt x="181" y="69"/>
                    <a:pt x="180" y="68"/>
                  </a:cubicBezTo>
                  <a:cubicBezTo>
                    <a:pt x="180" y="67"/>
                    <a:pt x="183" y="64"/>
                    <a:pt x="183" y="63"/>
                  </a:cubicBezTo>
                  <a:cubicBezTo>
                    <a:pt x="182" y="62"/>
                    <a:pt x="181" y="61"/>
                    <a:pt x="179" y="61"/>
                  </a:cubicBezTo>
                  <a:cubicBezTo>
                    <a:pt x="148" y="61"/>
                    <a:pt x="148" y="61"/>
                    <a:pt x="148" y="61"/>
                  </a:cubicBezTo>
                  <a:cubicBezTo>
                    <a:pt x="148" y="50"/>
                    <a:pt x="148" y="50"/>
                    <a:pt x="148" y="50"/>
                  </a:cubicBezTo>
                  <a:cubicBezTo>
                    <a:pt x="149" y="49"/>
                    <a:pt x="148" y="47"/>
                    <a:pt x="144" y="46"/>
                  </a:cubicBezTo>
                  <a:cubicBezTo>
                    <a:pt x="142" y="45"/>
                    <a:pt x="141" y="45"/>
                    <a:pt x="141" y="45"/>
                  </a:cubicBezTo>
                  <a:cubicBezTo>
                    <a:pt x="140" y="45"/>
                    <a:pt x="140" y="45"/>
                    <a:pt x="140" y="45"/>
                  </a:cubicBezTo>
                  <a:cubicBezTo>
                    <a:pt x="140" y="45"/>
                    <a:pt x="140" y="45"/>
                    <a:pt x="140" y="45"/>
                  </a:cubicBezTo>
                  <a:cubicBezTo>
                    <a:pt x="140" y="45"/>
                    <a:pt x="140" y="45"/>
                    <a:pt x="140" y="45"/>
                  </a:cubicBezTo>
                  <a:cubicBezTo>
                    <a:pt x="140" y="45"/>
                    <a:pt x="140" y="45"/>
                    <a:pt x="140" y="45"/>
                  </a:cubicBezTo>
                  <a:cubicBezTo>
                    <a:pt x="140" y="44"/>
                    <a:pt x="140" y="44"/>
                    <a:pt x="140" y="44"/>
                  </a:cubicBezTo>
                  <a:cubicBezTo>
                    <a:pt x="139" y="44"/>
                    <a:pt x="139" y="44"/>
                    <a:pt x="138" y="44"/>
                  </a:cubicBezTo>
                  <a:cubicBezTo>
                    <a:pt x="137" y="43"/>
                    <a:pt x="135" y="43"/>
                    <a:pt x="132" y="43"/>
                  </a:cubicBezTo>
                  <a:cubicBezTo>
                    <a:pt x="127" y="43"/>
                    <a:pt x="123" y="44"/>
                    <a:pt x="123" y="44"/>
                  </a:cubicBezTo>
                  <a:cubicBezTo>
                    <a:pt x="117" y="43"/>
                    <a:pt x="117" y="43"/>
                    <a:pt x="117" y="43"/>
                  </a:cubicBezTo>
                  <a:cubicBezTo>
                    <a:pt x="109" y="39"/>
                    <a:pt x="109" y="39"/>
                    <a:pt x="109" y="39"/>
                  </a:cubicBezTo>
                  <a:cubicBezTo>
                    <a:pt x="106" y="39"/>
                    <a:pt x="106" y="39"/>
                    <a:pt x="106" y="39"/>
                  </a:cubicBezTo>
                  <a:cubicBezTo>
                    <a:pt x="100" y="29"/>
                    <a:pt x="100" y="29"/>
                    <a:pt x="100" y="29"/>
                  </a:cubicBezTo>
                  <a:cubicBezTo>
                    <a:pt x="100" y="20"/>
                    <a:pt x="100" y="20"/>
                    <a:pt x="100" y="20"/>
                  </a:cubicBezTo>
                  <a:cubicBezTo>
                    <a:pt x="82" y="20"/>
                    <a:pt x="82" y="20"/>
                    <a:pt x="82" y="20"/>
                  </a:cubicBezTo>
                  <a:cubicBezTo>
                    <a:pt x="82" y="24"/>
                    <a:pt x="82" y="24"/>
                    <a:pt x="82" y="24"/>
                  </a:cubicBezTo>
                  <a:cubicBezTo>
                    <a:pt x="78" y="20"/>
                    <a:pt x="78" y="20"/>
                    <a:pt x="78" y="20"/>
                  </a:cubicBezTo>
                  <a:cubicBezTo>
                    <a:pt x="82" y="12"/>
                    <a:pt x="82" y="12"/>
                    <a:pt x="82" y="12"/>
                  </a:cubicBezTo>
                  <a:cubicBezTo>
                    <a:pt x="82" y="4"/>
                    <a:pt x="82" y="4"/>
                    <a:pt x="82" y="4"/>
                  </a:cubicBezTo>
                  <a:cubicBezTo>
                    <a:pt x="78" y="0"/>
                    <a:pt x="78" y="0"/>
                    <a:pt x="78" y="0"/>
                  </a:cubicBezTo>
                  <a:cubicBezTo>
                    <a:pt x="51" y="20"/>
                    <a:pt x="51" y="20"/>
                    <a:pt x="51" y="20"/>
                  </a:cubicBezTo>
                  <a:cubicBezTo>
                    <a:pt x="43" y="20"/>
                    <a:pt x="43" y="20"/>
                    <a:pt x="43" y="20"/>
                  </a:cubicBezTo>
                  <a:cubicBezTo>
                    <a:pt x="35" y="20"/>
                    <a:pt x="35" y="20"/>
                    <a:pt x="35" y="20"/>
                  </a:cubicBezTo>
                  <a:cubicBezTo>
                    <a:pt x="32" y="16"/>
                    <a:pt x="32" y="16"/>
                    <a:pt x="32" y="16"/>
                  </a:cubicBezTo>
                  <a:cubicBezTo>
                    <a:pt x="30" y="16"/>
                    <a:pt x="27" y="15"/>
                    <a:pt x="24" y="15"/>
                  </a:cubicBezTo>
                  <a:cubicBezTo>
                    <a:pt x="23" y="15"/>
                    <a:pt x="22" y="15"/>
                    <a:pt x="21" y="15"/>
                  </a:cubicBez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16" name="West Virginia">
              <a:extLst>
                <a:ext uri="{FF2B5EF4-FFF2-40B4-BE49-F238E27FC236}">
                  <a16:creationId xmlns:a16="http://schemas.microsoft.com/office/drawing/2014/main" id="{B057AA63-6928-424C-A50E-811CC7009A7A}"/>
                </a:ext>
              </a:extLst>
            </p:cNvPr>
            <p:cNvSpPr>
              <a:spLocks/>
            </p:cNvSpPr>
            <p:nvPr/>
          </p:nvSpPr>
          <p:spPr bwMode="auto">
            <a:xfrm>
              <a:off x="8530122" y="2666428"/>
              <a:ext cx="785760" cy="578453"/>
            </a:xfrm>
            <a:custGeom>
              <a:avLst/>
              <a:gdLst>
                <a:gd name="T0" fmla="*/ 79 w 199"/>
                <a:gd name="T1" fmla="*/ 0 h 146"/>
                <a:gd name="T2" fmla="*/ 74 w 199"/>
                <a:gd name="T3" fmla="*/ 17 h 146"/>
                <a:gd name="T4" fmla="*/ 74 w 199"/>
                <a:gd name="T5" fmla="*/ 29 h 146"/>
                <a:gd name="T6" fmla="*/ 74 w 199"/>
                <a:gd name="T7" fmla="*/ 41 h 146"/>
                <a:gd name="T8" fmla="*/ 69 w 199"/>
                <a:gd name="T9" fmla="*/ 53 h 146"/>
                <a:gd name="T10" fmla="*/ 59 w 199"/>
                <a:gd name="T11" fmla="*/ 64 h 146"/>
                <a:gd name="T12" fmla="*/ 49 w 199"/>
                <a:gd name="T13" fmla="*/ 71 h 146"/>
                <a:gd name="T14" fmla="*/ 44 w 199"/>
                <a:gd name="T15" fmla="*/ 75 h 146"/>
                <a:gd name="T16" fmla="*/ 36 w 199"/>
                <a:gd name="T17" fmla="*/ 80 h 146"/>
                <a:gd name="T18" fmla="*/ 20 w 199"/>
                <a:gd name="T19" fmla="*/ 87 h 146"/>
                <a:gd name="T20" fmla="*/ 4 w 199"/>
                <a:gd name="T21" fmla="*/ 100 h 146"/>
                <a:gd name="T22" fmla="*/ 4 w 199"/>
                <a:gd name="T23" fmla="*/ 103 h 146"/>
                <a:gd name="T24" fmla="*/ 2 w 199"/>
                <a:gd name="T25" fmla="*/ 109 h 146"/>
                <a:gd name="T26" fmla="*/ 0 w 199"/>
                <a:gd name="T27" fmla="*/ 122 h 146"/>
                <a:gd name="T28" fmla="*/ 1 w 199"/>
                <a:gd name="T29" fmla="*/ 129 h 146"/>
                <a:gd name="T30" fmla="*/ 5 w 199"/>
                <a:gd name="T31" fmla="*/ 133 h 146"/>
                <a:gd name="T32" fmla="*/ 11 w 199"/>
                <a:gd name="T33" fmla="*/ 138 h 146"/>
                <a:gd name="T34" fmla="*/ 13 w 199"/>
                <a:gd name="T35" fmla="*/ 137 h 146"/>
                <a:gd name="T36" fmla="*/ 16 w 199"/>
                <a:gd name="T37" fmla="*/ 141 h 146"/>
                <a:gd name="T38" fmla="*/ 18 w 199"/>
                <a:gd name="T39" fmla="*/ 144 h 146"/>
                <a:gd name="T40" fmla="*/ 20 w 199"/>
                <a:gd name="T41" fmla="*/ 144 h 146"/>
                <a:gd name="T42" fmla="*/ 23 w 199"/>
                <a:gd name="T43" fmla="*/ 144 h 146"/>
                <a:gd name="T44" fmla="*/ 26 w 199"/>
                <a:gd name="T45" fmla="*/ 144 h 146"/>
                <a:gd name="T46" fmla="*/ 30 w 199"/>
                <a:gd name="T47" fmla="*/ 144 h 146"/>
                <a:gd name="T48" fmla="*/ 33 w 199"/>
                <a:gd name="T49" fmla="*/ 144 h 146"/>
                <a:gd name="T50" fmla="*/ 37 w 199"/>
                <a:gd name="T51" fmla="*/ 144 h 146"/>
                <a:gd name="T52" fmla="*/ 41 w 199"/>
                <a:gd name="T53" fmla="*/ 145 h 146"/>
                <a:gd name="T54" fmla="*/ 46 w 199"/>
                <a:gd name="T55" fmla="*/ 145 h 146"/>
                <a:gd name="T56" fmla="*/ 47 w 199"/>
                <a:gd name="T57" fmla="*/ 145 h 146"/>
                <a:gd name="T58" fmla="*/ 50 w 199"/>
                <a:gd name="T59" fmla="*/ 145 h 146"/>
                <a:gd name="T60" fmla="*/ 55 w 199"/>
                <a:gd name="T61" fmla="*/ 145 h 146"/>
                <a:gd name="T62" fmla="*/ 58 w 199"/>
                <a:gd name="T63" fmla="*/ 146 h 146"/>
                <a:gd name="T64" fmla="*/ 59 w 199"/>
                <a:gd name="T65" fmla="*/ 146 h 146"/>
                <a:gd name="T66" fmla="*/ 64 w 199"/>
                <a:gd name="T67" fmla="*/ 146 h 146"/>
                <a:gd name="T68" fmla="*/ 70 w 199"/>
                <a:gd name="T69" fmla="*/ 144 h 146"/>
                <a:gd name="T70" fmla="*/ 104 w 199"/>
                <a:gd name="T71" fmla="*/ 142 h 146"/>
                <a:gd name="T72" fmla="*/ 108 w 199"/>
                <a:gd name="T73" fmla="*/ 133 h 146"/>
                <a:gd name="T74" fmla="*/ 114 w 199"/>
                <a:gd name="T75" fmla="*/ 128 h 146"/>
                <a:gd name="T76" fmla="*/ 114 w 199"/>
                <a:gd name="T77" fmla="*/ 128 h 146"/>
                <a:gd name="T78" fmla="*/ 117 w 199"/>
                <a:gd name="T79" fmla="*/ 126 h 146"/>
                <a:gd name="T80" fmla="*/ 115 w 199"/>
                <a:gd name="T81" fmla="*/ 126 h 146"/>
                <a:gd name="T82" fmla="*/ 116 w 199"/>
                <a:gd name="T83" fmla="*/ 124 h 146"/>
                <a:gd name="T84" fmla="*/ 120 w 199"/>
                <a:gd name="T85" fmla="*/ 118 h 146"/>
                <a:gd name="T86" fmla="*/ 128 w 199"/>
                <a:gd name="T87" fmla="*/ 106 h 146"/>
                <a:gd name="T88" fmla="*/ 136 w 199"/>
                <a:gd name="T89" fmla="*/ 104 h 146"/>
                <a:gd name="T90" fmla="*/ 143 w 199"/>
                <a:gd name="T91" fmla="*/ 91 h 146"/>
                <a:gd name="T92" fmla="*/ 151 w 199"/>
                <a:gd name="T93" fmla="*/ 88 h 146"/>
                <a:gd name="T94" fmla="*/ 160 w 199"/>
                <a:gd name="T95" fmla="*/ 77 h 146"/>
                <a:gd name="T96" fmla="*/ 166 w 199"/>
                <a:gd name="T97" fmla="*/ 72 h 146"/>
                <a:gd name="T98" fmla="*/ 174 w 199"/>
                <a:gd name="T99" fmla="*/ 70 h 146"/>
                <a:gd name="T100" fmla="*/ 183 w 199"/>
                <a:gd name="T101" fmla="*/ 74 h 146"/>
                <a:gd name="T102" fmla="*/ 186 w 199"/>
                <a:gd name="T103" fmla="*/ 67 h 146"/>
                <a:gd name="T104" fmla="*/ 195 w 199"/>
                <a:gd name="T105" fmla="*/ 67 h 146"/>
                <a:gd name="T106" fmla="*/ 196 w 199"/>
                <a:gd name="T107" fmla="*/ 65 h 146"/>
                <a:gd name="T108" fmla="*/ 199 w 199"/>
                <a:gd name="T109" fmla="*/ 62 h 146"/>
                <a:gd name="T110" fmla="*/ 192 w 199"/>
                <a:gd name="T111" fmla="*/ 60 h 146"/>
                <a:gd name="T112" fmla="*/ 157 w 199"/>
                <a:gd name="T113" fmla="*/ 61 h 146"/>
                <a:gd name="T114" fmla="*/ 140 w 199"/>
                <a:gd name="T115" fmla="*/ 60 h 146"/>
                <a:gd name="T116" fmla="*/ 129 w 199"/>
                <a:gd name="T117" fmla="*/ 62 h 146"/>
                <a:gd name="T118" fmla="*/ 117 w 199"/>
                <a:gd name="T119" fmla="*/ 66 h 146"/>
                <a:gd name="T120" fmla="*/ 81 w 199"/>
                <a:gd name="T121" fmla="*/ 55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99" h="146">
                  <a:moveTo>
                    <a:pt x="81" y="0"/>
                  </a:moveTo>
                  <a:cubicBezTo>
                    <a:pt x="79" y="0"/>
                    <a:pt x="79" y="0"/>
                    <a:pt x="79" y="0"/>
                  </a:cubicBezTo>
                  <a:cubicBezTo>
                    <a:pt x="74" y="13"/>
                    <a:pt x="74" y="13"/>
                    <a:pt x="74" y="13"/>
                  </a:cubicBezTo>
                  <a:cubicBezTo>
                    <a:pt x="74" y="17"/>
                    <a:pt x="74" y="17"/>
                    <a:pt x="74" y="17"/>
                  </a:cubicBezTo>
                  <a:cubicBezTo>
                    <a:pt x="74" y="19"/>
                    <a:pt x="75" y="22"/>
                    <a:pt x="74" y="24"/>
                  </a:cubicBezTo>
                  <a:cubicBezTo>
                    <a:pt x="74" y="26"/>
                    <a:pt x="74" y="27"/>
                    <a:pt x="74" y="29"/>
                  </a:cubicBezTo>
                  <a:cubicBezTo>
                    <a:pt x="74" y="30"/>
                    <a:pt x="74" y="31"/>
                    <a:pt x="74" y="33"/>
                  </a:cubicBezTo>
                  <a:cubicBezTo>
                    <a:pt x="74" y="41"/>
                    <a:pt x="74" y="41"/>
                    <a:pt x="74" y="41"/>
                  </a:cubicBezTo>
                  <a:cubicBezTo>
                    <a:pt x="69" y="41"/>
                    <a:pt x="69" y="41"/>
                    <a:pt x="69" y="41"/>
                  </a:cubicBezTo>
                  <a:cubicBezTo>
                    <a:pt x="69" y="53"/>
                    <a:pt x="69" y="53"/>
                    <a:pt x="69" y="53"/>
                  </a:cubicBezTo>
                  <a:cubicBezTo>
                    <a:pt x="65" y="57"/>
                    <a:pt x="65" y="57"/>
                    <a:pt x="65" y="57"/>
                  </a:cubicBezTo>
                  <a:cubicBezTo>
                    <a:pt x="59" y="64"/>
                    <a:pt x="59" y="64"/>
                    <a:pt x="59" y="64"/>
                  </a:cubicBezTo>
                  <a:cubicBezTo>
                    <a:pt x="54" y="64"/>
                    <a:pt x="54" y="64"/>
                    <a:pt x="54" y="64"/>
                  </a:cubicBezTo>
                  <a:cubicBezTo>
                    <a:pt x="49" y="71"/>
                    <a:pt x="49" y="71"/>
                    <a:pt x="49" y="71"/>
                  </a:cubicBezTo>
                  <a:cubicBezTo>
                    <a:pt x="47" y="74"/>
                    <a:pt x="47" y="74"/>
                    <a:pt x="47" y="74"/>
                  </a:cubicBezTo>
                  <a:cubicBezTo>
                    <a:pt x="46" y="75"/>
                    <a:pt x="45" y="75"/>
                    <a:pt x="44" y="75"/>
                  </a:cubicBezTo>
                  <a:cubicBezTo>
                    <a:pt x="43" y="74"/>
                    <a:pt x="43" y="74"/>
                    <a:pt x="43" y="74"/>
                  </a:cubicBezTo>
                  <a:cubicBezTo>
                    <a:pt x="36" y="80"/>
                    <a:pt x="36" y="80"/>
                    <a:pt x="36" y="80"/>
                  </a:cubicBezTo>
                  <a:cubicBezTo>
                    <a:pt x="36" y="80"/>
                    <a:pt x="29" y="83"/>
                    <a:pt x="23" y="85"/>
                  </a:cubicBezTo>
                  <a:cubicBezTo>
                    <a:pt x="20" y="85"/>
                    <a:pt x="20" y="86"/>
                    <a:pt x="20" y="87"/>
                  </a:cubicBezTo>
                  <a:cubicBezTo>
                    <a:pt x="21" y="89"/>
                    <a:pt x="20" y="91"/>
                    <a:pt x="18" y="92"/>
                  </a:cubicBezTo>
                  <a:cubicBezTo>
                    <a:pt x="13" y="95"/>
                    <a:pt x="5" y="100"/>
                    <a:pt x="4" y="100"/>
                  </a:cubicBezTo>
                  <a:cubicBezTo>
                    <a:pt x="4" y="102"/>
                    <a:pt x="4" y="102"/>
                    <a:pt x="4" y="102"/>
                  </a:cubicBezTo>
                  <a:cubicBezTo>
                    <a:pt x="4" y="103"/>
                    <a:pt x="4" y="103"/>
                    <a:pt x="4" y="103"/>
                  </a:cubicBezTo>
                  <a:cubicBezTo>
                    <a:pt x="4" y="105"/>
                    <a:pt x="4" y="105"/>
                    <a:pt x="4" y="105"/>
                  </a:cubicBezTo>
                  <a:cubicBezTo>
                    <a:pt x="2" y="109"/>
                    <a:pt x="2" y="109"/>
                    <a:pt x="2" y="109"/>
                  </a:cubicBezTo>
                  <a:cubicBezTo>
                    <a:pt x="1" y="112"/>
                    <a:pt x="1" y="114"/>
                    <a:pt x="1" y="115"/>
                  </a:cubicBezTo>
                  <a:cubicBezTo>
                    <a:pt x="1" y="117"/>
                    <a:pt x="0" y="120"/>
                    <a:pt x="0" y="122"/>
                  </a:cubicBezTo>
                  <a:cubicBezTo>
                    <a:pt x="0" y="123"/>
                    <a:pt x="0" y="123"/>
                    <a:pt x="0" y="124"/>
                  </a:cubicBezTo>
                  <a:cubicBezTo>
                    <a:pt x="1" y="129"/>
                    <a:pt x="1" y="129"/>
                    <a:pt x="1" y="129"/>
                  </a:cubicBezTo>
                  <a:cubicBezTo>
                    <a:pt x="2" y="131"/>
                    <a:pt x="2" y="131"/>
                    <a:pt x="2" y="131"/>
                  </a:cubicBezTo>
                  <a:cubicBezTo>
                    <a:pt x="3" y="132"/>
                    <a:pt x="4" y="132"/>
                    <a:pt x="5" y="133"/>
                  </a:cubicBezTo>
                  <a:cubicBezTo>
                    <a:pt x="6" y="134"/>
                    <a:pt x="7" y="135"/>
                    <a:pt x="9" y="137"/>
                  </a:cubicBezTo>
                  <a:cubicBezTo>
                    <a:pt x="9" y="138"/>
                    <a:pt x="10" y="138"/>
                    <a:pt x="11" y="138"/>
                  </a:cubicBezTo>
                  <a:cubicBezTo>
                    <a:pt x="11" y="138"/>
                    <a:pt x="11" y="138"/>
                    <a:pt x="12" y="138"/>
                  </a:cubicBezTo>
                  <a:cubicBezTo>
                    <a:pt x="13" y="137"/>
                    <a:pt x="13" y="137"/>
                    <a:pt x="13" y="137"/>
                  </a:cubicBezTo>
                  <a:cubicBezTo>
                    <a:pt x="14" y="138"/>
                    <a:pt x="14" y="138"/>
                    <a:pt x="14" y="138"/>
                  </a:cubicBezTo>
                  <a:cubicBezTo>
                    <a:pt x="14" y="139"/>
                    <a:pt x="15" y="140"/>
                    <a:pt x="16" y="141"/>
                  </a:cubicBezTo>
                  <a:cubicBezTo>
                    <a:pt x="17" y="142"/>
                    <a:pt x="18" y="143"/>
                    <a:pt x="18" y="144"/>
                  </a:cubicBezTo>
                  <a:cubicBezTo>
                    <a:pt x="18" y="144"/>
                    <a:pt x="18" y="144"/>
                    <a:pt x="18" y="144"/>
                  </a:cubicBezTo>
                  <a:cubicBezTo>
                    <a:pt x="19" y="144"/>
                    <a:pt x="19" y="144"/>
                    <a:pt x="19" y="144"/>
                  </a:cubicBezTo>
                  <a:cubicBezTo>
                    <a:pt x="20" y="144"/>
                    <a:pt x="20" y="144"/>
                    <a:pt x="20" y="144"/>
                  </a:cubicBezTo>
                  <a:cubicBezTo>
                    <a:pt x="21" y="144"/>
                    <a:pt x="21" y="144"/>
                    <a:pt x="22" y="144"/>
                  </a:cubicBezTo>
                  <a:cubicBezTo>
                    <a:pt x="22" y="144"/>
                    <a:pt x="22" y="144"/>
                    <a:pt x="23" y="144"/>
                  </a:cubicBezTo>
                  <a:cubicBezTo>
                    <a:pt x="23" y="144"/>
                    <a:pt x="23" y="144"/>
                    <a:pt x="23" y="144"/>
                  </a:cubicBezTo>
                  <a:cubicBezTo>
                    <a:pt x="24" y="144"/>
                    <a:pt x="25" y="144"/>
                    <a:pt x="26" y="144"/>
                  </a:cubicBezTo>
                  <a:cubicBezTo>
                    <a:pt x="27" y="144"/>
                    <a:pt x="28" y="144"/>
                    <a:pt x="29" y="144"/>
                  </a:cubicBezTo>
                  <a:cubicBezTo>
                    <a:pt x="30" y="144"/>
                    <a:pt x="30" y="144"/>
                    <a:pt x="30" y="144"/>
                  </a:cubicBezTo>
                  <a:cubicBezTo>
                    <a:pt x="31" y="145"/>
                    <a:pt x="31" y="145"/>
                    <a:pt x="31" y="145"/>
                  </a:cubicBezTo>
                  <a:cubicBezTo>
                    <a:pt x="32" y="145"/>
                    <a:pt x="33" y="145"/>
                    <a:pt x="33" y="144"/>
                  </a:cubicBezTo>
                  <a:cubicBezTo>
                    <a:pt x="34" y="144"/>
                    <a:pt x="35" y="144"/>
                    <a:pt x="35" y="144"/>
                  </a:cubicBezTo>
                  <a:cubicBezTo>
                    <a:pt x="36" y="144"/>
                    <a:pt x="36" y="144"/>
                    <a:pt x="37" y="144"/>
                  </a:cubicBezTo>
                  <a:cubicBezTo>
                    <a:pt x="37" y="145"/>
                    <a:pt x="38" y="145"/>
                    <a:pt x="39" y="145"/>
                  </a:cubicBezTo>
                  <a:cubicBezTo>
                    <a:pt x="40" y="145"/>
                    <a:pt x="41" y="145"/>
                    <a:pt x="41" y="145"/>
                  </a:cubicBezTo>
                  <a:cubicBezTo>
                    <a:pt x="42" y="145"/>
                    <a:pt x="43" y="145"/>
                    <a:pt x="44" y="145"/>
                  </a:cubicBezTo>
                  <a:cubicBezTo>
                    <a:pt x="45" y="145"/>
                    <a:pt x="45" y="145"/>
                    <a:pt x="46" y="145"/>
                  </a:cubicBezTo>
                  <a:cubicBezTo>
                    <a:pt x="46" y="145"/>
                    <a:pt x="46" y="145"/>
                    <a:pt x="47" y="145"/>
                  </a:cubicBezTo>
                  <a:cubicBezTo>
                    <a:pt x="47" y="145"/>
                    <a:pt x="47" y="145"/>
                    <a:pt x="47" y="145"/>
                  </a:cubicBezTo>
                  <a:cubicBezTo>
                    <a:pt x="48" y="145"/>
                    <a:pt x="49" y="145"/>
                    <a:pt x="50" y="145"/>
                  </a:cubicBezTo>
                  <a:cubicBezTo>
                    <a:pt x="50" y="145"/>
                    <a:pt x="50" y="145"/>
                    <a:pt x="50" y="145"/>
                  </a:cubicBezTo>
                  <a:cubicBezTo>
                    <a:pt x="50" y="145"/>
                    <a:pt x="50" y="145"/>
                    <a:pt x="50" y="145"/>
                  </a:cubicBezTo>
                  <a:cubicBezTo>
                    <a:pt x="55" y="145"/>
                    <a:pt x="55" y="145"/>
                    <a:pt x="55" y="145"/>
                  </a:cubicBezTo>
                  <a:cubicBezTo>
                    <a:pt x="55" y="145"/>
                    <a:pt x="55" y="145"/>
                    <a:pt x="55" y="145"/>
                  </a:cubicBezTo>
                  <a:cubicBezTo>
                    <a:pt x="56" y="145"/>
                    <a:pt x="57" y="145"/>
                    <a:pt x="58" y="146"/>
                  </a:cubicBezTo>
                  <a:cubicBezTo>
                    <a:pt x="58" y="146"/>
                    <a:pt x="58" y="146"/>
                    <a:pt x="58" y="146"/>
                  </a:cubicBezTo>
                  <a:cubicBezTo>
                    <a:pt x="59" y="146"/>
                    <a:pt x="59" y="146"/>
                    <a:pt x="59" y="146"/>
                  </a:cubicBezTo>
                  <a:cubicBezTo>
                    <a:pt x="60" y="146"/>
                    <a:pt x="61" y="146"/>
                    <a:pt x="62" y="146"/>
                  </a:cubicBezTo>
                  <a:cubicBezTo>
                    <a:pt x="63" y="146"/>
                    <a:pt x="64" y="146"/>
                    <a:pt x="64" y="146"/>
                  </a:cubicBezTo>
                  <a:cubicBezTo>
                    <a:pt x="64" y="146"/>
                    <a:pt x="64" y="146"/>
                    <a:pt x="64" y="146"/>
                  </a:cubicBezTo>
                  <a:cubicBezTo>
                    <a:pt x="67" y="146"/>
                    <a:pt x="70" y="145"/>
                    <a:pt x="70" y="144"/>
                  </a:cubicBezTo>
                  <a:cubicBezTo>
                    <a:pt x="81" y="142"/>
                    <a:pt x="81" y="142"/>
                    <a:pt x="81" y="142"/>
                  </a:cubicBezTo>
                  <a:cubicBezTo>
                    <a:pt x="104" y="142"/>
                    <a:pt x="104" y="142"/>
                    <a:pt x="104" y="142"/>
                  </a:cubicBezTo>
                  <a:cubicBezTo>
                    <a:pt x="104" y="138"/>
                    <a:pt x="104" y="138"/>
                    <a:pt x="104" y="138"/>
                  </a:cubicBezTo>
                  <a:cubicBezTo>
                    <a:pt x="104" y="137"/>
                    <a:pt x="108" y="135"/>
                    <a:pt x="108" y="133"/>
                  </a:cubicBezTo>
                  <a:cubicBezTo>
                    <a:pt x="109" y="132"/>
                    <a:pt x="110" y="130"/>
                    <a:pt x="111" y="127"/>
                  </a:cubicBezTo>
                  <a:cubicBezTo>
                    <a:pt x="112" y="127"/>
                    <a:pt x="113" y="128"/>
                    <a:pt x="114" y="128"/>
                  </a:cubicBezTo>
                  <a:cubicBezTo>
                    <a:pt x="114" y="128"/>
                    <a:pt x="114" y="128"/>
                    <a:pt x="114" y="128"/>
                  </a:cubicBezTo>
                  <a:cubicBezTo>
                    <a:pt x="114" y="128"/>
                    <a:pt x="114" y="128"/>
                    <a:pt x="114" y="128"/>
                  </a:cubicBezTo>
                  <a:cubicBezTo>
                    <a:pt x="115" y="128"/>
                    <a:pt x="115" y="128"/>
                    <a:pt x="115" y="128"/>
                  </a:cubicBezTo>
                  <a:cubicBezTo>
                    <a:pt x="117" y="126"/>
                    <a:pt x="117" y="126"/>
                    <a:pt x="117" y="126"/>
                  </a:cubicBezTo>
                  <a:cubicBezTo>
                    <a:pt x="115" y="126"/>
                    <a:pt x="115" y="126"/>
                    <a:pt x="115" y="126"/>
                  </a:cubicBezTo>
                  <a:cubicBezTo>
                    <a:pt x="115" y="126"/>
                    <a:pt x="115" y="126"/>
                    <a:pt x="115" y="126"/>
                  </a:cubicBezTo>
                  <a:cubicBezTo>
                    <a:pt x="115" y="125"/>
                    <a:pt x="115" y="125"/>
                    <a:pt x="115" y="125"/>
                  </a:cubicBezTo>
                  <a:cubicBezTo>
                    <a:pt x="116" y="124"/>
                    <a:pt x="116" y="124"/>
                    <a:pt x="116" y="124"/>
                  </a:cubicBezTo>
                  <a:cubicBezTo>
                    <a:pt x="118" y="121"/>
                    <a:pt x="119" y="120"/>
                    <a:pt x="119" y="120"/>
                  </a:cubicBezTo>
                  <a:cubicBezTo>
                    <a:pt x="119" y="120"/>
                    <a:pt x="119" y="120"/>
                    <a:pt x="120" y="118"/>
                  </a:cubicBezTo>
                  <a:cubicBezTo>
                    <a:pt x="122" y="116"/>
                    <a:pt x="121" y="110"/>
                    <a:pt x="120" y="109"/>
                  </a:cubicBezTo>
                  <a:cubicBezTo>
                    <a:pt x="128" y="106"/>
                    <a:pt x="128" y="106"/>
                    <a:pt x="128" y="106"/>
                  </a:cubicBezTo>
                  <a:cubicBezTo>
                    <a:pt x="137" y="106"/>
                    <a:pt x="137" y="106"/>
                    <a:pt x="137" y="106"/>
                  </a:cubicBezTo>
                  <a:cubicBezTo>
                    <a:pt x="136" y="104"/>
                    <a:pt x="136" y="104"/>
                    <a:pt x="136" y="104"/>
                  </a:cubicBezTo>
                  <a:cubicBezTo>
                    <a:pt x="135" y="103"/>
                    <a:pt x="135" y="101"/>
                    <a:pt x="137" y="99"/>
                  </a:cubicBezTo>
                  <a:cubicBezTo>
                    <a:pt x="139" y="97"/>
                    <a:pt x="142" y="92"/>
                    <a:pt x="143" y="91"/>
                  </a:cubicBezTo>
                  <a:cubicBezTo>
                    <a:pt x="147" y="91"/>
                    <a:pt x="147" y="91"/>
                    <a:pt x="147" y="91"/>
                  </a:cubicBezTo>
                  <a:cubicBezTo>
                    <a:pt x="151" y="88"/>
                    <a:pt x="151" y="88"/>
                    <a:pt x="151" y="88"/>
                  </a:cubicBezTo>
                  <a:cubicBezTo>
                    <a:pt x="155" y="82"/>
                    <a:pt x="155" y="82"/>
                    <a:pt x="155" y="82"/>
                  </a:cubicBezTo>
                  <a:cubicBezTo>
                    <a:pt x="158" y="79"/>
                    <a:pt x="159" y="77"/>
                    <a:pt x="160" y="77"/>
                  </a:cubicBezTo>
                  <a:cubicBezTo>
                    <a:pt x="162" y="77"/>
                    <a:pt x="162" y="77"/>
                    <a:pt x="162" y="77"/>
                  </a:cubicBezTo>
                  <a:cubicBezTo>
                    <a:pt x="166" y="72"/>
                    <a:pt x="166" y="72"/>
                    <a:pt x="166" y="72"/>
                  </a:cubicBezTo>
                  <a:cubicBezTo>
                    <a:pt x="166" y="67"/>
                    <a:pt x="166" y="67"/>
                    <a:pt x="166" y="67"/>
                  </a:cubicBezTo>
                  <a:cubicBezTo>
                    <a:pt x="174" y="70"/>
                    <a:pt x="174" y="70"/>
                    <a:pt x="174" y="70"/>
                  </a:cubicBezTo>
                  <a:cubicBezTo>
                    <a:pt x="178" y="71"/>
                    <a:pt x="178" y="71"/>
                    <a:pt x="178" y="71"/>
                  </a:cubicBezTo>
                  <a:cubicBezTo>
                    <a:pt x="183" y="74"/>
                    <a:pt x="183" y="74"/>
                    <a:pt x="183" y="74"/>
                  </a:cubicBezTo>
                  <a:cubicBezTo>
                    <a:pt x="186" y="71"/>
                    <a:pt x="186" y="71"/>
                    <a:pt x="186" y="71"/>
                  </a:cubicBezTo>
                  <a:cubicBezTo>
                    <a:pt x="186" y="67"/>
                    <a:pt x="186" y="67"/>
                    <a:pt x="186" y="67"/>
                  </a:cubicBezTo>
                  <a:cubicBezTo>
                    <a:pt x="194" y="67"/>
                    <a:pt x="194" y="67"/>
                    <a:pt x="194" y="67"/>
                  </a:cubicBezTo>
                  <a:cubicBezTo>
                    <a:pt x="195" y="67"/>
                    <a:pt x="195" y="67"/>
                    <a:pt x="195" y="67"/>
                  </a:cubicBezTo>
                  <a:cubicBezTo>
                    <a:pt x="196" y="66"/>
                    <a:pt x="196" y="66"/>
                    <a:pt x="196" y="66"/>
                  </a:cubicBezTo>
                  <a:cubicBezTo>
                    <a:pt x="196" y="65"/>
                    <a:pt x="196" y="65"/>
                    <a:pt x="196" y="65"/>
                  </a:cubicBezTo>
                  <a:cubicBezTo>
                    <a:pt x="196" y="65"/>
                    <a:pt x="196" y="65"/>
                    <a:pt x="196" y="65"/>
                  </a:cubicBezTo>
                  <a:cubicBezTo>
                    <a:pt x="199" y="63"/>
                    <a:pt x="199" y="62"/>
                    <a:pt x="199" y="62"/>
                  </a:cubicBezTo>
                  <a:cubicBezTo>
                    <a:pt x="199" y="62"/>
                    <a:pt x="199" y="62"/>
                    <a:pt x="199" y="62"/>
                  </a:cubicBezTo>
                  <a:cubicBezTo>
                    <a:pt x="196" y="61"/>
                    <a:pt x="193" y="60"/>
                    <a:pt x="192" y="60"/>
                  </a:cubicBezTo>
                  <a:cubicBezTo>
                    <a:pt x="179" y="58"/>
                    <a:pt x="179" y="58"/>
                    <a:pt x="179" y="58"/>
                  </a:cubicBezTo>
                  <a:cubicBezTo>
                    <a:pt x="157" y="61"/>
                    <a:pt x="157" y="61"/>
                    <a:pt x="157" y="61"/>
                  </a:cubicBezTo>
                  <a:cubicBezTo>
                    <a:pt x="149" y="61"/>
                    <a:pt x="149" y="61"/>
                    <a:pt x="149" y="61"/>
                  </a:cubicBezTo>
                  <a:cubicBezTo>
                    <a:pt x="140" y="60"/>
                    <a:pt x="140" y="60"/>
                    <a:pt x="140" y="60"/>
                  </a:cubicBezTo>
                  <a:cubicBezTo>
                    <a:pt x="134" y="60"/>
                    <a:pt x="134" y="60"/>
                    <a:pt x="134" y="60"/>
                  </a:cubicBezTo>
                  <a:cubicBezTo>
                    <a:pt x="129" y="62"/>
                    <a:pt x="129" y="62"/>
                    <a:pt x="129" y="62"/>
                  </a:cubicBezTo>
                  <a:cubicBezTo>
                    <a:pt x="129" y="62"/>
                    <a:pt x="125" y="64"/>
                    <a:pt x="119" y="66"/>
                  </a:cubicBezTo>
                  <a:cubicBezTo>
                    <a:pt x="117" y="66"/>
                    <a:pt x="117" y="66"/>
                    <a:pt x="117" y="66"/>
                  </a:cubicBezTo>
                  <a:cubicBezTo>
                    <a:pt x="117" y="55"/>
                    <a:pt x="117" y="55"/>
                    <a:pt x="117" y="55"/>
                  </a:cubicBezTo>
                  <a:cubicBezTo>
                    <a:pt x="81" y="55"/>
                    <a:pt x="81" y="55"/>
                    <a:pt x="81" y="55"/>
                  </a:cubicBezTo>
                  <a:lnTo>
                    <a:pt x="81" y="0"/>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17" name="Washington">
              <a:extLst>
                <a:ext uri="{FF2B5EF4-FFF2-40B4-BE49-F238E27FC236}">
                  <a16:creationId xmlns:a16="http://schemas.microsoft.com/office/drawing/2014/main" id="{CBE97066-99AA-4BEC-BF89-41261EA94576}"/>
                </a:ext>
              </a:extLst>
            </p:cNvPr>
            <p:cNvSpPr>
              <a:spLocks/>
            </p:cNvSpPr>
            <p:nvPr/>
          </p:nvSpPr>
          <p:spPr bwMode="auto">
            <a:xfrm>
              <a:off x="2083550" y="885931"/>
              <a:ext cx="1181983" cy="645326"/>
            </a:xfrm>
            <a:custGeom>
              <a:avLst/>
              <a:gdLst>
                <a:gd name="T0" fmla="*/ 79 w 299"/>
                <a:gd name="T1" fmla="*/ 152 h 163"/>
                <a:gd name="T2" fmla="*/ 79 w 299"/>
                <a:gd name="T3" fmla="*/ 163 h 163"/>
                <a:gd name="T4" fmla="*/ 205 w 299"/>
                <a:gd name="T5" fmla="*/ 163 h 163"/>
                <a:gd name="T6" fmla="*/ 222 w 299"/>
                <a:gd name="T7" fmla="*/ 148 h 163"/>
                <a:gd name="T8" fmla="*/ 261 w 299"/>
                <a:gd name="T9" fmla="*/ 148 h 163"/>
                <a:gd name="T10" fmla="*/ 272 w 299"/>
                <a:gd name="T11" fmla="*/ 148 h 163"/>
                <a:gd name="T12" fmla="*/ 282 w 299"/>
                <a:gd name="T13" fmla="*/ 148 h 163"/>
                <a:gd name="T14" fmla="*/ 293 w 299"/>
                <a:gd name="T15" fmla="*/ 149 h 163"/>
                <a:gd name="T16" fmla="*/ 298 w 299"/>
                <a:gd name="T17" fmla="*/ 149 h 163"/>
                <a:gd name="T18" fmla="*/ 299 w 299"/>
                <a:gd name="T19" fmla="*/ 149 h 163"/>
                <a:gd name="T20" fmla="*/ 299 w 299"/>
                <a:gd name="T21" fmla="*/ 149 h 163"/>
                <a:gd name="T22" fmla="*/ 299 w 299"/>
                <a:gd name="T23" fmla="*/ 149 h 163"/>
                <a:gd name="T24" fmla="*/ 299 w 299"/>
                <a:gd name="T25" fmla="*/ 0 h 163"/>
                <a:gd name="T26" fmla="*/ 74 w 299"/>
                <a:gd name="T27" fmla="*/ 0 h 163"/>
                <a:gd name="T28" fmla="*/ 78 w 299"/>
                <a:gd name="T29" fmla="*/ 4 h 163"/>
                <a:gd name="T30" fmla="*/ 82 w 299"/>
                <a:gd name="T31" fmla="*/ 12 h 163"/>
                <a:gd name="T32" fmla="*/ 86 w 299"/>
                <a:gd name="T33" fmla="*/ 12 h 163"/>
                <a:gd name="T34" fmla="*/ 94 w 299"/>
                <a:gd name="T35" fmla="*/ 12 h 163"/>
                <a:gd name="T36" fmla="*/ 94 w 299"/>
                <a:gd name="T37" fmla="*/ 16 h 163"/>
                <a:gd name="T38" fmla="*/ 90 w 299"/>
                <a:gd name="T39" fmla="*/ 16 h 163"/>
                <a:gd name="T40" fmla="*/ 90 w 299"/>
                <a:gd name="T41" fmla="*/ 24 h 163"/>
                <a:gd name="T42" fmla="*/ 86 w 299"/>
                <a:gd name="T43" fmla="*/ 28 h 163"/>
                <a:gd name="T44" fmla="*/ 82 w 299"/>
                <a:gd name="T45" fmla="*/ 28 h 163"/>
                <a:gd name="T46" fmla="*/ 86 w 299"/>
                <a:gd name="T47" fmla="*/ 32 h 163"/>
                <a:gd name="T48" fmla="*/ 90 w 299"/>
                <a:gd name="T49" fmla="*/ 35 h 163"/>
                <a:gd name="T50" fmla="*/ 94 w 299"/>
                <a:gd name="T51" fmla="*/ 47 h 163"/>
                <a:gd name="T52" fmla="*/ 94 w 299"/>
                <a:gd name="T53" fmla="*/ 71 h 163"/>
                <a:gd name="T54" fmla="*/ 90 w 299"/>
                <a:gd name="T55" fmla="*/ 63 h 163"/>
                <a:gd name="T56" fmla="*/ 86 w 299"/>
                <a:gd name="T57" fmla="*/ 67 h 163"/>
                <a:gd name="T58" fmla="*/ 78 w 299"/>
                <a:gd name="T59" fmla="*/ 75 h 163"/>
                <a:gd name="T60" fmla="*/ 70 w 299"/>
                <a:gd name="T61" fmla="*/ 82 h 163"/>
                <a:gd name="T62" fmla="*/ 70 w 299"/>
                <a:gd name="T63" fmla="*/ 86 h 163"/>
                <a:gd name="T64" fmla="*/ 70 w 299"/>
                <a:gd name="T65" fmla="*/ 90 h 163"/>
                <a:gd name="T66" fmla="*/ 66 w 299"/>
                <a:gd name="T67" fmla="*/ 90 h 163"/>
                <a:gd name="T68" fmla="*/ 66 w 299"/>
                <a:gd name="T69" fmla="*/ 82 h 163"/>
                <a:gd name="T70" fmla="*/ 74 w 299"/>
                <a:gd name="T71" fmla="*/ 67 h 163"/>
                <a:gd name="T72" fmla="*/ 78 w 299"/>
                <a:gd name="T73" fmla="*/ 63 h 163"/>
                <a:gd name="T74" fmla="*/ 82 w 299"/>
                <a:gd name="T75" fmla="*/ 55 h 163"/>
                <a:gd name="T76" fmla="*/ 78 w 299"/>
                <a:gd name="T77" fmla="*/ 51 h 163"/>
                <a:gd name="T78" fmla="*/ 70 w 299"/>
                <a:gd name="T79" fmla="*/ 51 h 163"/>
                <a:gd name="T80" fmla="*/ 58 w 299"/>
                <a:gd name="T81" fmla="*/ 47 h 163"/>
                <a:gd name="T82" fmla="*/ 35 w 299"/>
                <a:gd name="T83" fmla="*/ 43 h 163"/>
                <a:gd name="T84" fmla="*/ 8 w 299"/>
                <a:gd name="T85" fmla="*/ 32 h 163"/>
                <a:gd name="T86" fmla="*/ 4 w 299"/>
                <a:gd name="T87" fmla="*/ 35 h 163"/>
                <a:gd name="T88" fmla="*/ 0 w 299"/>
                <a:gd name="T89" fmla="*/ 43 h 163"/>
                <a:gd name="T90" fmla="*/ 0 w 299"/>
                <a:gd name="T91" fmla="*/ 51 h 163"/>
                <a:gd name="T92" fmla="*/ 8 w 299"/>
                <a:gd name="T93" fmla="*/ 59 h 163"/>
                <a:gd name="T94" fmla="*/ 12 w 299"/>
                <a:gd name="T95" fmla="*/ 67 h 163"/>
                <a:gd name="T96" fmla="*/ 23 w 299"/>
                <a:gd name="T97" fmla="*/ 114 h 163"/>
                <a:gd name="T98" fmla="*/ 27 w 299"/>
                <a:gd name="T99" fmla="*/ 110 h 163"/>
                <a:gd name="T100" fmla="*/ 31 w 299"/>
                <a:gd name="T101" fmla="*/ 114 h 163"/>
                <a:gd name="T102" fmla="*/ 31 w 299"/>
                <a:gd name="T103" fmla="*/ 117 h 163"/>
                <a:gd name="T104" fmla="*/ 27 w 299"/>
                <a:gd name="T105" fmla="*/ 121 h 163"/>
                <a:gd name="T106" fmla="*/ 27 w 299"/>
                <a:gd name="T107" fmla="*/ 125 h 163"/>
                <a:gd name="T108" fmla="*/ 27 w 299"/>
                <a:gd name="T109" fmla="*/ 129 h 163"/>
                <a:gd name="T110" fmla="*/ 31 w 299"/>
                <a:gd name="T111" fmla="*/ 129 h 163"/>
                <a:gd name="T112" fmla="*/ 35 w 299"/>
                <a:gd name="T113" fmla="*/ 129 h 163"/>
                <a:gd name="T114" fmla="*/ 35 w 299"/>
                <a:gd name="T115" fmla="*/ 133 h 163"/>
                <a:gd name="T116" fmla="*/ 68 w 299"/>
                <a:gd name="T117" fmla="*/ 133 h 163"/>
                <a:gd name="T118" fmla="*/ 79 w 299"/>
                <a:gd name="T119" fmla="*/ 152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9" h="163">
                  <a:moveTo>
                    <a:pt x="79" y="152"/>
                  </a:moveTo>
                  <a:cubicBezTo>
                    <a:pt x="79" y="163"/>
                    <a:pt x="79" y="163"/>
                    <a:pt x="79" y="163"/>
                  </a:cubicBezTo>
                  <a:cubicBezTo>
                    <a:pt x="205" y="163"/>
                    <a:pt x="205" y="163"/>
                    <a:pt x="205" y="163"/>
                  </a:cubicBezTo>
                  <a:cubicBezTo>
                    <a:pt x="222" y="148"/>
                    <a:pt x="222" y="148"/>
                    <a:pt x="222" y="148"/>
                  </a:cubicBezTo>
                  <a:cubicBezTo>
                    <a:pt x="261" y="148"/>
                    <a:pt x="261" y="148"/>
                    <a:pt x="261" y="148"/>
                  </a:cubicBezTo>
                  <a:cubicBezTo>
                    <a:pt x="261" y="148"/>
                    <a:pt x="266" y="148"/>
                    <a:pt x="272" y="148"/>
                  </a:cubicBezTo>
                  <a:cubicBezTo>
                    <a:pt x="276" y="148"/>
                    <a:pt x="279" y="148"/>
                    <a:pt x="282" y="148"/>
                  </a:cubicBezTo>
                  <a:cubicBezTo>
                    <a:pt x="285" y="148"/>
                    <a:pt x="289" y="149"/>
                    <a:pt x="293" y="149"/>
                  </a:cubicBezTo>
                  <a:cubicBezTo>
                    <a:pt x="295" y="149"/>
                    <a:pt x="297" y="149"/>
                    <a:pt x="298" y="149"/>
                  </a:cubicBezTo>
                  <a:cubicBezTo>
                    <a:pt x="299" y="149"/>
                    <a:pt x="299" y="149"/>
                    <a:pt x="299" y="149"/>
                  </a:cubicBezTo>
                  <a:cubicBezTo>
                    <a:pt x="299" y="149"/>
                    <a:pt x="299" y="149"/>
                    <a:pt x="299" y="149"/>
                  </a:cubicBezTo>
                  <a:cubicBezTo>
                    <a:pt x="299" y="149"/>
                    <a:pt x="299" y="149"/>
                    <a:pt x="299" y="149"/>
                  </a:cubicBezTo>
                  <a:cubicBezTo>
                    <a:pt x="299" y="0"/>
                    <a:pt x="299" y="0"/>
                    <a:pt x="299" y="0"/>
                  </a:cubicBezTo>
                  <a:cubicBezTo>
                    <a:pt x="74" y="0"/>
                    <a:pt x="74" y="0"/>
                    <a:pt x="74" y="0"/>
                  </a:cubicBezTo>
                  <a:cubicBezTo>
                    <a:pt x="78" y="4"/>
                    <a:pt x="78" y="4"/>
                    <a:pt x="78" y="4"/>
                  </a:cubicBezTo>
                  <a:cubicBezTo>
                    <a:pt x="82" y="12"/>
                    <a:pt x="82" y="12"/>
                    <a:pt x="82" y="12"/>
                  </a:cubicBezTo>
                  <a:cubicBezTo>
                    <a:pt x="86" y="12"/>
                    <a:pt x="86" y="12"/>
                    <a:pt x="86" y="12"/>
                  </a:cubicBezTo>
                  <a:cubicBezTo>
                    <a:pt x="94" y="12"/>
                    <a:pt x="94" y="12"/>
                    <a:pt x="94" y="12"/>
                  </a:cubicBezTo>
                  <a:cubicBezTo>
                    <a:pt x="94" y="16"/>
                    <a:pt x="94" y="16"/>
                    <a:pt x="94" y="16"/>
                  </a:cubicBezTo>
                  <a:cubicBezTo>
                    <a:pt x="90" y="16"/>
                    <a:pt x="90" y="16"/>
                    <a:pt x="90" y="16"/>
                  </a:cubicBezTo>
                  <a:cubicBezTo>
                    <a:pt x="90" y="24"/>
                    <a:pt x="90" y="24"/>
                    <a:pt x="90" y="24"/>
                  </a:cubicBezTo>
                  <a:cubicBezTo>
                    <a:pt x="86" y="28"/>
                    <a:pt x="86" y="28"/>
                    <a:pt x="86" y="28"/>
                  </a:cubicBezTo>
                  <a:cubicBezTo>
                    <a:pt x="82" y="28"/>
                    <a:pt x="82" y="28"/>
                    <a:pt x="82" y="28"/>
                  </a:cubicBezTo>
                  <a:cubicBezTo>
                    <a:pt x="86" y="32"/>
                    <a:pt x="86" y="32"/>
                    <a:pt x="86" y="32"/>
                  </a:cubicBezTo>
                  <a:cubicBezTo>
                    <a:pt x="90" y="35"/>
                    <a:pt x="90" y="35"/>
                    <a:pt x="90" y="35"/>
                  </a:cubicBezTo>
                  <a:cubicBezTo>
                    <a:pt x="94" y="47"/>
                    <a:pt x="94" y="47"/>
                    <a:pt x="94" y="47"/>
                  </a:cubicBezTo>
                  <a:cubicBezTo>
                    <a:pt x="94" y="71"/>
                    <a:pt x="94" y="71"/>
                    <a:pt x="94" y="71"/>
                  </a:cubicBezTo>
                  <a:cubicBezTo>
                    <a:pt x="90" y="63"/>
                    <a:pt x="90" y="63"/>
                    <a:pt x="90" y="63"/>
                  </a:cubicBezTo>
                  <a:cubicBezTo>
                    <a:pt x="86" y="67"/>
                    <a:pt x="86" y="67"/>
                    <a:pt x="86" y="67"/>
                  </a:cubicBezTo>
                  <a:cubicBezTo>
                    <a:pt x="78" y="75"/>
                    <a:pt x="78" y="75"/>
                    <a:pt x="78" y="75"/>
                  </a:cubicBezTo>
                  <a:cubicBezTo>
                    <a:pt x="70" y="82"/>
                    <a:pt x="70" y="82"/>
                    <a:pt x="70" y="82"/>
                  </a:cubicBezTo>
                  <a:cubicBezTo>
                    <a:pt x="70" y="86"/>
                    <a:pt x="70" y="86"/>
                    <a:pt x="70" y="86"/>
                  </a:cubicBezTo>
                  <a:cubicBezTo>
                    <a:pt x="70" y="90"/>
                    <a:pt x="70" y="90"/>
                    <a:pt x="70" y="90"/>
                  </a:cubicBezTo>
                  <a:cubicBezTo>
                    <a:pt x="66" y="90"/>
                    <a:pt x="66" y="90"/>
                    <a:pt x="66" y="90"/>
                  </a:cubicBezTo>
                  <a:cubicBezTo>
                    <a:pt x="66" y="82"/>
                    <a:pt x="66" y="82"/>
                    <a:pt x="66" y="82"/>
                  </a:cubicBezTo>
                  <a:cubicBezTo>
                    <a:pt x="74" y="67"/>
                    <a:pt x="74" y="67"/>
                    <a:pt x="74" y="67"/>
                  </a:cubicBezTo>
                  <a:cubicBezTo>
                    <a:pt x="78" y="63"/>
                    <a:pt x="78" y="63"/>
                    <a:pt x="78" y="63"/>
                  </a:cubicBezTo>
                  <a:cubicBezTo>
                    <a:pt x="82" y="55"/>
                    <a:pt x="82" y="55"/>
                    <a:pt x="82" y="55"/>
                  </a:cubicBezTo>
                  <a:cubicBezTo>
                    <a:pt x="78" y="51"/>
                    <a:pt x="78" y="51"/>
                    <a:pt x="78" y="51"/>
                  </a:cubicBezTo>
                  <a:cubicBezTo>
                    <a:pt x="70" y="51"/>
                    <a:pt x="70" y="51"/>
                    <a:pt x="70" y="51"/>
                  </a:cubicBezTo>
                  <a:cubicBezTo>
                    <a:pt x="58" y="47"/>
                    <a:pt x="58" y="47"/>
                    <a:pt x="58" y="47"/>
                  </a:cubicBezTo>
                  <a:cubicBezTo>
                    <a:pt x="35" y="43"/>
                    <a:pt x="35" y="43"/>
                    <a:pt x="35" y="43"/>
                  </a:cubicBezTo>
                  <a:cubicBezTo>
                    <a:pt x="8" y="32"/>
                    <a:pt x="8" y="32"/>
                    <a:pt x="8" y="32"/>
                  </a:cubicBezTo>
                  <a:cubicBezTo>
                    <a:pt x="4" y="35"/>
                    <a:pt x="4" y="35"/>
                    <a:pt x="4" y="35"/>
                  </a:cubicBezTo>
                  <a:cubicBezTo>
                    <a:pt x="0" y="43"/>
                    <a:pt x="0" y="43"/>
                    <a:pt x="0" y="43"/>
                  </a:cubicBezTo>
                  <a:cubicBezTo>
                    <a:pt x="0" y="51"/>
                    <a:pt x="0" y="51"/>
                    <a:pt x="0" y="51"/>
                  </a:cubicBezTo>
                  <a:cubicBezTo>
                    <a:pt x="8" y="59"/>
                    <a:pt x="8" y="59"/>
                    <a:pt x="8" y="59"/>
                  </a:cubicBezTo>
                  <a:cubicBezTo>
                    <a:pt x="12" y="67"/>
                    <a:pt x="12" y="67"/>
                    <a:pt x="12" y="67"/>
                  </a:cubicBezTo>
                  <a:cubicBezTo>
                    <a:pt x="23" y="114"/>
                    <a:pt x="23" y="114"/>
                    <a:pt x="23" y="114"/>
                  </a:cubicBezTo>
                  <a:cubicBezTo>
                    <a:pt x="27" y="110"/>
                    <a:pt x="27" y="110"/>
                    <a:pt x="27" y="110"/>
                  </a:cubicBezTo>
                  <a:cubicBezTo>
                    <a:pt x="31" y="114"/>
                    <a:pt x="31" y="114"/>
                    <a:pt x="31" y="114"/>
                  </a:cubicBezTo>
                  <a:cubicBezTo>
                    <a:pt x="31" y="117"/>
                    <a:pt x="31" y="117"/>
                    <a:pt x="31" y="117"/>
                  </a:cubicBezTo>
                  <a:cubicBezTo>
                    <a:pt x="27" y="121"/>
                    <a:pt x="27" y="121"/>
                    <a:pt x="27" y="121"/>
                  </a:cubicBezTo>
                  <a:cubicBezTo>
                    <a:pt x="27" y="125"/>
                    <a:pt x="27" y="125"/>
                    <a:pt x="27" y="125"/>
                  </a:cubicBezTo>
                  <a:cubicBezTo>
                    <a:pt x="27" y="129"/>
                    <a:pt x="27" y="129"/>
                    <a:pt x="27" y="129"/>
                  </a:cubicBezTo>
                  <a:cubicBezTo>
                    <a:pt x="31" y="129"/>
                    <a:pt x="31" y="129"/>
                    <a:pt x="31" y="129"/>
                  </a:cubicBezTo>
                  <a:cubicBezTo>
                    <a:pt x="35" y="129"/>
                    <a:pt x="35" y="129"/>
                    <a:pt x="35" y="129"/>
                  </a:cubicBezTo>
                  <a:cubicBezTo>
                    <a:pt x="35" y="133"/>
                    <a:pt x="35" y="133"/>
                    <a:pt x="35" y="133"/>
                  </a:cubicBezTo>
                  <a:cubicBezTo>
                    <a:pt x="68" y="133"/>
                    <a:pt x="68" y="133"/>
                    <a:pt x="68" y="133"/>
                  </a:cubicBezTo>
                  <a:lnTo>
                    <a:pt x="79" y="152"/>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18" name="Virginia">
              <a:extLst>
                <a:ext uri="{FF2B5EF4-FFF2-40B4-BE49-F238E27FC236}">
                  <a16:creationId xmlns:a16="http://schemas.microsoft.com/office/drawing/2014/main" id="{F35C19CD-12EA-4661-9B71-ACA7FED6CCEB}"/>
                </a:ext>
              </a:extLst>
            </p:cNvPr>
            <p:cNvSpPr>
              <a:spLocks/>
            </p:cNvSpPr>
            <p:nvPr/>
          </p:nvSpPr>
          <p:spPr bwMode="auto">
            <a:xfrm>
              <a:off x="8510060" y="2932249"/>
              <a:ext cx="1011456" cy="396223"/>
            </a:xfrm>
            <a:custGeom>
              <a:avLst/>
              <a:gdLst>
                <a:gd name="T0" fmla="*/ 213 w 256"/>
                <a:gd name="T1" fmla="*/ 40 h 100"/>
                <a:gd name="T2" fmla="*/ 203 w 256"/>
                <a:gd name="T3" fmla="*/ 32 h 100"/>
                <a:gd name="T4" fmla="*/ 207 w 256"/>
                <a:gd name="T5" fmla="*/ 21 h 100"/>
                <a:gd name="T6" fmla="*/ 201 w 256"/>
                <a:gd name="T7" fmla="*/ 0 h 100"/>
                <a:gd name="T8" fmla="*/ 199 w 256"/>
                <a:gd name="T9" fmla="*/ 0 h 100"/>
                <a:gd name="T10" fmla="*/ 191 w 256"/>
                <a:gd name="T11" fmla="*/ 4 h 100"/>
                <a:gd name="T12" fmla="*/ 183 w 256"/>
                <a:gd name="T13" fmla="*/ 4 h 100"/>
                <a:gd name="T14" fmla="*/ 171 w 256"/>
                <a:gd name="T15" fmla="*/ 0 h 100"/>
                <a:gd name="T16" fmla="*/ 167 w 256"/>
                <a:gd name="T17" fmla="*/ 10 h 100"/>
                <a:gd name="T18" fmla="*/ 160 w 256"/>
                <a:gd name="T19" fmla="*/ 15 h 100"/>
                <a:gd name="T20" fmla="*/ 152 w 256"/>
                <a:gd name="T21" fmla="*/ 24 h 100"/>
                <a:gd name="T22" fmla="*/ 142 w 256"/>
                <a:gd name="T23" fmla="*/ 32 h 100"/>
                <a:gd name="T24" fmla="*/ 142 w 256"/>
                <a:gd name="T25" fmla="*/ 39 h 100"/>
                <a:gd name="T26" fmla="*/ 125 w 256"/>
                <a:gd name="T27" fmla="*/ 42 h 100"/>
                <a:gd name="T28" fmla="*/ 124 w 256"/>
                <a:gd name="T29" fmla="*/ 53 h 100"/>
                <a:gd name="T30" fmla="*/ 120 w 256"/>
                <a:gd name="T31" fmla="*/ 58 h 100"/>
                <a:gd name="T32" fmla="*/ 120 w 256"/>
                <a:gd name="T33" fmla="*/ 59 h 100"/>
                <a:gd name="T34" fmla="*/ 120 w 256"/>
                <a:gd name="T35" fmla="*/ 61 h 100"/>
                <a:gd name="T36" fmla="*/ 119 w 256"/>
                <a:gd name="T37" fmla="*/ 61 h 100"/>
                <a:gd name="T38" fmla="*/ 116 w 256"/>
                <a:gd name="T39" fmla="*/ 60 h 100"/>
                <a:gd name="T40" fmla="*/ 109 w 256"/>
                <a:gd name="T41" fmla="*/ 71 h 100"/>
                <a:gd name="T42" fmla="*/ 86 w 256"/>
                <a:gd name="T43" fmla="*/ 75 h 100"/>
                <a:gd name="T44" fmla="*/ 69 w 256"/>
                <a:gd name="T45" fmla="*/ 79 h 100"/>
                <a:gd name="T46" fmla="*/ 67 w 256"/>
                <a:gd name="T47" fmla="*/ 79 h 100"/>
                <a:gd name="T48" fmla="*/ 63 w 256"/>
                <a:gd name="T49" fmla="*/ 79 h 100"/>
                <a:gd name="T50" fmla="*/ 60 w 256"/>
                <a:gd name="T51" fmla="*/ 78 h 100"/>
                <a:gd name="T52" fmla="*/ 55 w 256"/>
                <a:gd name="T53" fmla="*/ 78 h 100"/>
                <a:gd name="T54" fmla="*/ 55 w 256"/>
                <a:gd name="T55" fmla="*/ 78 h 100"/>
                <a:gd name="T56" fmla="*/ 52 w 256"/>
                <a:gd name="T57" fmla="*/ 78 h 100"/>
                <a:gd name="T58" fmla="*/ 49 w 256"/>
                <a:gd name="T59" fmla="*/ 78 h 100"/>
                <a:gd name="T60" fmla="*/ 44 w 256"/>
                <a:gd name="T61" fmla="*/ 78 h 100"/>
                <a:gd name="T62" fmla="*/ 40 w 256"/>
                <a:gd name="T63" fmla="*/ 77 h 100"/>
                <a:gd name="T64" fmla="*/ 36 w 256"/>
                <a:gd name="T65" fmla="*/ 78 h 100"/>
                <a:gd name="T66" fmla="*/ 34 w 256"/>
                <a:gd name="T67" fmla="*/ 77 h 100"/>
                <a:gd name="T68" fmla="*/ 28 w 256"/>
                <a:gd name="T69" fmla="*/ 77 h 100"/>
                <a:gd name="T70" fmla="*/ 27 w 256"/>
                <a:gd name="T71" fmla="*/ 77 h 100"/>
                <a:gd name="T72" fmla="*/ 24 w 256"/>
                <a:gd name="T73" fmla="*/ 77 h 100"/>
                <a:gd name="T74" fmla="*/ 23 w 256"/>
                <a:gd name="T75" fmla="*/ 79 h 100"/>
                <a:gd name="T76" fmla="*/ 22 w 256"/>
                <a:gd name="T77" fmla="*/ 86 h 100"/>
                <a:gd name="T78" fmla="*/ 13 w 256"/>
                <a:gd name="T79" fmla="*/ 91 h 100"/>
                <a:gd name="T80" fmla="*/ 2 w 256"/>
                <a:gd name="T81" fmla="*/ 99 h 100"/>
                <a:gd name="T82" fmla="*/ 33 w 256"/>
                <a:gd name="T83" fmla="*/ 100 h 100"/>
                <a:gd name="T84" fmla="*/ 33 w 256"/>
                <a:gd name="T85" fmla="*/ 100 h 100"/>
                <a:gd name="T86" fmla="*/ 256 w 256"/>
                <a:gd name="T87" fmla="*/ 100 h 100"/>
                <a:gd name="T88" fmla="*/ 252 w 256"/>
                <a:gd name="T89" fmla="*/ 92 h 100"/>
                <a:gd name="T90" fmla="*/ 252 w 256"/>
                <a:gd name="T91" fmla="*/ 84 h 100"/>
                <a:gd name="T92" fmla="*/ 256 w 256"/>
                <a:gd name="T93" fmla="*/ 73 h 100"/>
                <a:gd name="T94" fmla="*/ 237 w 256"/>
                <a:gd name="T95" fmla="*/ 61 h 100"/>
                <a:gd name="T96" fmla="*/ 217 w 256"/>
                <a:gd name="T97" fmla="*/ 49 h 100"/>
                <a:gd name="T98" fmla="*/ 217 w 256"/>
                <a:gd name="T99" fmla="*/ 47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6" h="100">
                  <a:moveTo>
                    <a:pt x="217" y="45"/>
                  </a:moveTo>
                  <a:cubicBezTo>
                    <a:pt x="213" y="40"/>
                    <a:pt x="213" y="40"/>
                    <a:pt x="213" y="40"/>
                  </a:cubicBezTo>
                  <a:cubicBezTo>
                    <a:pt x="207" y="36"/>
                    <a:pt x="207" y="36"/>
                    <a:pt x="207" y="36"/>
                  </a:cubicBezTo>
                  <a:cubicBezTo>
                    <a:pt x="203" y="32"/>
                    <a:pt x="203" y="32"/>
                    <a:pt x="203" y="32"/>
                  </a:cubicBezTo>
                  <a:cubicBezTo>
                    <a:pt x="207" y="27"/>
                    <a:pt x="207" y="27"/>
                    <a:pt x="207" y="27"/>
                  </a:cubicBezTo>
                  <a:cubicBezTo>
                    <a:pt x="207" y="21"/>
                    <a:pt x="207" y="21"/>
                    <a:pt x="207" y="21"/>
                  </a:cubicBezTo>
                  <a:cubicBezTo>
                    <a:pt x="201" y="15"/>
                    <a:pt x="201" y="15"/>
                    <a:pt x="201" y="15"/>
                  </a:cubicBezTo>
                  <a:cubicBezTo>
                    <a:pt x="201" y="0"/>
                    <a:pt x="201" y="0"/>
                    <a:pt x="201" y="0"/>
                  </a:cubicBezTo>
                  <a:cubicBezTo>
                    <a:pt x="200" y="0"/>
                    <a:pt x="200" y="0"/>
                    <a:pt x="200" y="0"/>
                  </a:cubicBezTo>
                  <a:cubicBezTo>
                    <a:pt x="199" y="0"/>
                    <a:pt x="199" y="0"/>
                    <a:pt x="199" y="0"/>
                  </a:cubicBezTo>
                  <a:cubicBezTo>
                    <a:pt x="191" y="0"/>
                    <a:pt x="191" y="0"/>
                    <a:pt x="191" y="0"/>
                  </a:cubicBezTo>
                  <a:cubicBezTo>
                    <a:pt x="191" y="4"/>
                    <a:pt x="191" y="4"/>
                    <a:pt x="191" y="4"/>
                  </a:cubicBezTo>
                  <a:cubicBezTo>
                    <a:pt x="188" y="7"/>
                    <a:pt x="188" y="7"/>
                    <a:pt x="188" y="7"/>
                  </a:cubicBezTo>
                  <a:cubicBezTo>
                    <a:pt x="183" y="4"/>
                    <a:pt x="183" y="4"/>
                    <a:pt x="183" y="4"/>
                  </a:cubicBezTo>
                  <a:cubicBezTo>
                    <a:pt x="179" y="3"/>
                    <a:pt x="179" y="3"/>
                    <a:pt x="179" y="3"/>
                  </a:cubicBezTo>
                  <a:cubicBezTo>
                    <a:pt x="171" y="0"/>
                    <a:pt x="171" y="0"/>
                    <a:pt x="171" y="0"/>
                  </a:cubicBezTo>
                  <a:cubicBezTo>
                    <a:pt x="171" y="5"/>
                    <a:pt x="171" y="5"/>
                    <a:pt x="171" y="5"/>
                  </a:cubicBezTo>
                  <a:cubicBezTo>
                    <a:pt x="167" y="10"/>
                    <a:pt x="167" y="10"/>
                    <a:pt x="167" y="10"/>
                  </a:cubicBezTo>
                  <a:cubicBezTo>
                    <a:pt x="165" y="10"/>
                    <a:pt x="165" y="10"/>
                    <a:pt x="165" y="10"/>
                  </a:cubicBezTo>
                  <a:cubicBezTo>
                    <a:pt x="164" y="10"/>
                    <a:pt x="163" y="12"/>
                    <a:pt x="160" y="15"/>
                  </a:cubicBezTo>
                  <a:cubicBezTo>
                    <a:pt x="156" y="21"/>
                    <a:pt x="156" y="21"/>
                    <a:pt x="156" y="21"/>
                  </a:cubicBezTo>
                  <a:cubicBezTo>
                    <a:pt x="152" y="24"/>
                    <a:pt x="152" y="24"/>
                    <a:pt x="152" y="24"/>
                  </a:cubicBezTo>
                  <a:cubicBezTo>
                    <a:pt x="148" y="24"/>
                    <a:pt x="148" y="24"/>
                    <a:pt x="148" y="24"/>
                  </a:cubicBezTo>
                  <a:cubicBezTo>
                    <a:pt x="147" y="25"/>
                    <a:pt x="144" y="30"/>
                    <a:pt x="142" y="32"/>
                  </a:cubicBezTo>
                  <a:cubicBezTo>
                    <a:pt x="140" y="34"/>
                    <a:pt x="140" y="36"/>
                    <a:pt x="141" y="37"/>
                  </a:cubicBezTo>
                  <a:cubicBezTo>
                    <a:pt x="142" y="39"/>
                    <a:pt x="142" y="39"/>
                    <a:pt x="142" y="39"/>
                  </a:cubicBezTo>
                  <a:cubicBezTo>
                    <a:pt x="133" y="39"/>
                    <a:pt x="133" y="39"/>
                    <a:pt x="133" y="39"/>
                  </a:cubicBezTo>
                  <a:cubicBezTo>
                    <a:pt x="125" y="42"/>
                    <a:pt x="125" y="42"/>
                    <a:pt x="125" y="42"/>
                  </a:cubicBezTo>
                  <a:cubicBezTo>
                    <a:pt x="126" y="43"/>
                    <a:pt x="127" y="49"/>
                    <a:pt x="125" y="51"/>
                  </a:cubicBezTo>
                  <a:cubicBezTo>
                    <a:pt x="124" y="53"/>
                    <a:pt x="124" y="53"/>
                    <a:pt x="124" y="53"/>
                  </a:cubicBezTo>
                  <a:cubicBezTo>
                    <a:pt x="124" y="53"/>
                    <a:pt x="123" y="54"/>
                    <a:pt x="121" y="57"/>
                  </a:cubicBezTo>
                  <a:cubicBezTo>
                    <a:pt x="120" y="58"/>
                    <a:pt x="120" y="58"/>
                    <a:pt x="120" y="58"/>
                  </a:cubicBezTo>
                  <a:cubicBezTo>
                    <a:pt x="120" y="59"/>
                    <a:pt x="120" y="59"/>
                    <a:pt x="120" y="59"/>
                  </a:cubicBezTo>
                  <a:cubicBezTo>
                    <a:pt x="120" y="59"/>
                    <a:pt x="120" y="59"/>
                    <a:pt x="120" y="59"/>
                  </a:cubicBezTo>
                  <a:cubicBezTo>
                    <a:pt x="122" y="59"/>
                    <a:pt x="122" y="59"/>
                    <a:pt x="122" y="59"/>
                  </a:cubicBezTo>
                  <a:cubicBezTo>
                    <a:pt x="120" y="61"/>
                    <a:pt x="120" y="61"/>
                    <a:pt x="120" y="61"/>
                  </a:cubicBezTo>
                  <a:cubicBezTo>
                    <a:pt x="119" y="61"/>
                    <a:pt x="119" y="61"/>
                    <a:pt x="119" y="61"/>
                  </a:cubicBezTo>
                  <a:cubicBezTo>
                    <a:pt x="119" y="61"/>
                    <a:pt x="119" y="61"/>
                    <a:pt x="119" y="61"/>
                  </a:cubicBezTo>
                  <a:cubicBezTo>
                    <a:pt x="119" y="61"/>
                    <a:pt x="119" y="61"/>
                    <a:pt x="119" y="61"/>
                  </a:cubicBezTo>
                  <a:cubicBezTo>
                    <a:pt x="118" y="61"/>
                    <a:pt x="117" y="60"/>
                    <a:pt x="116" y="60"/>
                  </a:cubicBezTo>
                  <a:cubicBezTo>
                    <a:pt x="115" y="63"/>
                    <a:pt x="114" y="65"/>
                    <a:pt x="113" y="66"/>
                  </a:cubicBezTo>
                  <a:cubicBezTo>
                    <a:pt x="113" y="68"/>
                    <a:pt x="109" y="70"/>
                    <a:pt x="109" y="71"/>
                  </a:cubicBezTo>
                  <a:cubicBezTo>
                    <a:pt x="109" y="75"/>
                    <a:pt x="109" y="75"/>
                    <a:pt x="109" y="75"/>
                  </a:cubicBezTo>
                  <a:cubicBezTo>
                    <a:pt x="86" y="75"/>
                    <a:pt x="86" y="75"/>
                    <a:pt x="86" y="75"/>
                  </a:cubicBezTo>
                  <a:cubicBezTo>
                    <a:pt x="75" y="77"/>
                    <a:pt x="75" y="77"/>
                    <a:pt x="75" y="77"/>
                  </a:cubicBezTo>
                  <a:cubicBezTo>
                    <a:pt x="75" y="78"/>
                    <a:pt x="72" y="79"/>
                    <a:pt x="69" y="79"/>
                  </a:cubicBezTo>
                  <a:cubicBezTo>
                    <a:pt x="69" y="79"/>
                    <a:pt x="69" y="79"/>
                    <a:pt x="69" y="79"/>
                  </a:cubicBezTo>
                  <a:cubicBezTo>
                    <a:pt x="69" y="79"/>
                    <a:pt x="68" y="79"/>
                    <a:pt x="67" y="79"/>
                  </a:cubicBezTo>
                  <a:cubicBezTo>
                    <a:pt x="66" y="79"/>
                    <a:pt x="65" y="79"/>
                    <a:pt x="64" y="79"/>
                  </a:cubicBezTo>
                  <a:cubicBezTo>
                    <a:pt x="63" y="79"/>
                    <a:pt x="63" y="79"/>
                    <a:pt x="63" y="79"/>
                  </a:cubicBezTo>
                  <a:cubicBezTo>
                    <a:pt x="63" y="79"/>
                    <a:pt x="63" y="79"/>
                    <a:pt x="63" y="79"/>
                  </a:cubicBezTo>
                  <a:cubicBezTo>
                    <a:pt x="62" y="78"/>
                    <a:pt x="61" y="78"/>
                    <a:pt x="60" y="78"/>
                  </a:cubicBezTo>
                  <a:cubicBezTo>
                    <a:pt x="60" y="78"/>
                    <a:pt x="60" y="78"/>
                    <a:pt x="60" y="78"/>
                  </a:cubicBezTo>
                  <a:cubicBezTo>
                    <a:pt x="55" y="78"/>
                    <a:pt x="55" y="78"/>
                    <a:pt x="55" y="78"/>
                  </a:cubicBezTo>
                  <a:cubicBezTo>
                    <a:pt x="55" y="78"/>
                    <a:pt x="55" y="78"/>
                    <a:pt x="55" y="78"/>
                  </a:cubicBezTo>
                  <a:cubicBezTo>
                    <a:pt x="55" y="78"/>
                    <a:pt x="55" y="78"/>
                    <a:pt x="55" y="78"/>
                  </a:cubicBezTo>
                  <a:cubicBezTo>
                    <a:pt x="54" y="78"/>
                    <a:pt x="53" y="78"/>
                    <a:pt x="52" y="78"/>
                  </a:cubicBezTo>
                  <a:cubicBezTo>
                    <a:pt x="52" y="78"/>
                    <a:pt x="52" y="78"/>
                    <a:pt x="52" y="78"/>
                  </a:cubicBezTo>
                  <a:cubicBezTo>
                    <a:pt x="51" y="78"/>
                    <a:pt x="51" y="78"/>
                    <a:pt x="51" y="78"/>
                  </a:cubicBezTo>
                  <a:cubicBezTo>
                    <a:pt x="50" y="78"/>
                    <a:pt x="50" y="78"/>
                    <a:pt x="49" y="78"/>
                  </a:cubicBezTo>
                  <a:cubicBezTo>
                    <a:pt x="48" y="78"/>
                    <a:pt x="47" y="78"/>
                    <a:pt x="46" y="78"/>
                  </a:cubicBezTo>
                  <a:cubicBezTo>
                    <a:pt x="46" y="78"/>
                    <a:pt x="45" y="78"/>
                    <a:pt x="44" y="78"/>
                  </a:cubicBezTo>
                  <a:cubicBezTo>
                    <a:pt x="43" y="78"/>
                    <a:pt x="42" y="78"/>
                    <a:pt x="42" y="77"/>
                  </a:cubicBezTo>
                  <a:cubicBezTo>
                    <a:pt x="41" y="77"/>
                    <a:pt x="41" y="77"/>
                    <a:pt x="40" y="77"/>
                  </a:cubicBezTo>
                  <a:cubicBezTo>
                    <a:pt x="40" y="77"/>
                    <a:pt x="39" y="77"/>
                    <a:pt x="38" y="77"/>
                  </a:cubicBezTo>
                  <a:cubicBezTo>
                    <a:pt x="38" y="78"/>
                    <a:pt x="37" y="78"/>
                    <a:pt x="36" y="78"/>
                  </a:cubicBezTo>
                  <a:cubicBezTo>
                    <a:pt x="36" y="78"/>
                    <a:pt x="36" y="78"/>
                    <a:pt x="35" y="77"/>
                  </a:cubicBezTo>
                  <a:cubicBezTo>
                    <a:pt x="35" y="77"/>
                    <a:pt x="35" y="77"/>
                    <a:pt x="34" y="77"/>
                  </a:cubicBezTo>
                  <a:cubicBezTo>
                    <a:pt x="33" y="77"/>
                    <a:pt x="32" y="77"/>
                    <a:pt x="31" y="77"/>
                  </a:cubicBezTo>
                  <a:cubicBezTo>
                    <a:pt x="30" y="77"/>
                    <a:pt x="29" y="77"/>
                    <a:pt x="28" y="77"/>
                  </a:cubicBezTo>
                  <a:cubicBezTo>
                    <a:pt x="28" y="77"/>
                    <a:pt x="28" y="77"/>
                    <a:pt x="28" y="77"/>
                  </a:cubicBezTo>
                  <a:cubicBezTo>
                    <a:pt x="27" y="77"/>
                    <a:pt x="27" y="77"/>
                    <a:pt x="27" y="77"/>
                  </a:cubicBezTo>
                  <a:cubicBezTo>
                    <a:pt x="26" y="77"/>
                    <a:pt x="26" y="77"/>
                    <a:pt x="25" y="77"/>
                  </a:cubicBezTo>
                  <a:cubicBezTo>
                    <a:pt x="24" y="77"/>
                    <a:pt x="24" y="77"/>
                    <a:pt x="24" y="77"/>
                  </a:cubicBezTo>
                  <a:cubicBezTo>
                    <a:pt x="23" y="77"/>
                    <a:pt x="23" y="77"/>
                    <a:pt x="23" y="77"/>
                  </a:cubicBezTo>
                  <a:cubicBezTo>
                    <a:pt x="23" y="78"/>
                    <a:pt x="23" y="78"/>
                    <a:pt x="23" y="79"/>
                  </a:cubicBezTo>
                  <a:cubicBezTo>
                    <a:pt x="23" y="80"/>
                    <a:pt x="23" y="80"/>
                    <a:pt x="23" y="82"/>
                  </a:cubicBezTo>
                  <a:cubicBezTo>
                    <a:pt x="22" y="83"/>
                    <a:pt x="22" y="85"/>
                    <a:pt x="22" y="86"/>
                  </a:cubicBezTo>
                  <a:cubicBezTo>
                    <a:pt x="23" y="87"/>
                    <a:pt x="23" y="87"/>
                    <a:pt x="23" y="87"/>
                  </a:cubicBezTo>
                  <a:cubicBezTo>
                    <a:pt x="13" y="91"/>
                    <a:pt x="13" y="91"/>
                    <a:pt x="13" y="91"/>
                  </a:cubicBezTo>
                  <a:cubicBezTo>
                    <a:pt x="12" y="92"/>
                    <a:pt x="9" y="94"/>
                    <a:pt x="6" y="96"/>
                  </a:cubicBezTo>
                  <a:cubicBezTo>
                    <a:pt x="5" y="96"/>
                    <a:pt x="3" y="98"/>
                    <a:pt x="2" y="99"/>
                  </a:cubicBezTo>
                  <a:cubicBezTo>
                    <a:pt x="0" y="100"/>
                    <a:pt x="0" y="100"/>
                    <a:pt x="0" y="100"/>
                  </a:cubicBezTo>
                  <a:cubicBezTo>
                    <a:pt x="33" y="100"/>
                    <a:pt x="33" y="100"/>
                    <a:pt x="33" y="100"/>
                  </a:cubicBezTo>
                  <a:cubicBezTo>
                    <a:pt x="33" y="100"/>
                    <a:pt x="33" y="100"/>
                    <a:pt x="33" y="100"/>
                  </a:cubicBezTo>
                  <a:cubicBezTo>
                    <a:pt x="33" y="100"/>
                    <a:pt x="33" y="100"/>
                    <a:pt x="33" y="100"/>
                  </a:cubicBezTo>
                  <a:cubicBezTo>
                    <a:pt x="256" y="100"/>
                    <a:pt x="256" y="100"/>
                    <a:pt x="256" y="100"/>
                  </a:cubicBezTo>
                  <a:cubicBezTo>
                    <a:pt x="256" y="100"/>
                    <a:pt x="256" y="100"/>
                    <a:pt x="256" y="100"/>
                  </a:cubicBezTo>
                  <a:cubicBezTo>
                    <a:pt x="256" y="96"/>
                    <a:pt x="256" y="96"/>
                    <a:pt x="256" y="96"/>
                  </a:cubicBezTo>
                  <a:cubicBezTo>
                    <a:pt x="252" y="92"/>
                    <a:pt x="252" y="92"/>
                    <a:pt x="252" y="92"/>
                  </a:cubicBezTo>
                  <a:cubicBezTo>
                    <a:pt x="252" y="88"/>
                    <a:pt x="252" y="88"/>
                    <a:pt x="252" y="88"/>
                  </a:cubicBezTo>
                  <a:cubicBezTo>
                    <a:pt x="252" y="84"/>
                    <a:pt x="252" y="84"/>
                    <a:pt x="252" y="84"/>
                  </a:cubicBezTo>
                  <a:cubicBezTo>
                    <a:pt x="256" y="77"/>
                    <a:pt x="256" y="77"/>
                    <a:pt x="256" y="77"/>
                  </a:cubicBezTo>
                  <a:cubicBezTo>
                    <a:pt x="256" y="73"/>
                    <a:pt x="256" y="73"/>
                    <a:pt x="256" y="73"/>
                  </a:cubicBezTo>
                  <a:cubicBezTo>
                    <a:pt x="252" y="69"/>
                    <a:pt x="252" y="69"/>
                    <a:pt x="252" y="69"/>
                  </a:cubicBezTo>
                  <a:cubicBezTo>
                    <a:pt x="237" y="61"/>
                    <a:pt x="237" y="61"/>
                    <a:pt x="237" y="61"/>
                  </a:cubicBezTo>
                  <a:cubicBezTo>
                    <a:pt x="229" y="57"/>
                    <a:pt x="229" y="57"/>
                    <a:pt x="229" y="57"/>
                  </a:cubicBezTo>
                  <a:cubicBezTo>
                    <a:pt x="217" y="49"/>
                    <a:pt x="217" y="49"/>
                    <a:pt x="217" y="49"/>
                  </a:cubicBezTo>
                  <a:cubicBezTo>
                    <a:pt x="217" y="47"/>
                    <a:pt x="217" y="47"/>
                    <a:pt x="217" y="47"/>
                  </a:cubicBezTo>
                  <a:cubicBezTo>
                    <a:pt x="217" y="47"/>
                    <a:pt x="217" y="47"/>
                    <a:pt x="217" y="47"/>
                  </a:cubicBezTo>
                  <a:lnTo>
                    <a:pt x="217" y="45"/>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19" name="Vermont">
              <a:extLst>
                <a:ext uri="{FF2B5EF4-FFF2-40B4-BE49-F238E27FC236}">
                  <a16:creationId xmlns:a16="http://schemas.microsoft.com/office/drawing/2014/main" id="{9F202305-B7BD-451D-8D82-00FB50728E09}"/>
                </a:ext>
              </a:extLst>
            </p:cNvPr>
            <p:cNvSpPr>
              <a:spLocks/>
            </p:cNvSpPr>
            <p:nvPr/>
          </p:nvSpPr>
          <p:spPr bwMode="auto">
            <a:xfrm>
              <a:off x="10013034" y="1777016"/>
              <a:ext cx="240743" cy="434675"/>
            </a:xfrm>
            <a:custGeom>
              <a:avLst/>
              <a:gdLst>
                <a:gd name="T0" fmla="*/ 7 w 61"/>
                <a:gd name="T1" fmla="*/ 98 h 110"/>
                <a:gd name="T2" fmla="*/ 7 w 61"/>
                <a:gd name="T3" fmla="*/ 98 h 110"/>
                <a:gd name="T4" fmla="*/ 4 w 61"/>
                <a:gd name="T5" fmla="*/ 108 h 110"/>
                <a:gd name="T6" fmla="*/ 4 w 61"/>
                <a:gd name="T7" fmla="*/ 110 h 110"/>
                <a:gd name="T8" fmla="*/ 23 w 61"/>
                <a:gd name="T9" fmla="*/ 110 h 110"/>
                <a:gd name="T10" fmla="*/ 23 w 61"/>
                <a:gd name="T11" fmla="*/ 102 h 110"/>
                <a:gd name="T12" fmla="*/ 24 w 61"/>
                <a:gd name="T13" fmla="*/ 102 h 110"/>
                <a:gd name="T14" fmla="*/ 30 w 61"/>
                <a:gd name="T15" fmla="*/ 95 h 110"/>
                <a:gd name="T16" fmla="*/ 30 w 61"/>
                <a:gd name="T17" fmla="*/ 94 h 110"/>
                <a:gd name="T18" fmla="*/ 30 w 61"/>
                <a:gd name="T19" fmla="*/ 94 h 110"/>
                <a:gd name="T20" fmla="*/ 31 w 61"/>
                <a:gd name="T21" fmla="*/ 94 h 110"/>
                <a:gd name="T22" fmla="*/ 31 w 61"/>
                <a:gd name="T23" fmla="*/ 94 h 110"/>
                <a:gd name="T24" fmla="*/ 31 w 61"/>
                <a:gd name="T25" fmla="*/ 93 h 110"/>
                <a:gd name="T26" fmla="*/ 32 w 61"/>
                <a:gd name="T27" fmla="*/ 90 h 110"/>
                <a:gd name="T28" fmla="*/ 33 w 61"/>
                <a:gd name="T29" fmla="*/ 85 h 110"/>
                <a:gd name="T30" fmla="*/ 33 w 61"/>
                <a:gd name="T31" fmla="*/ 85 h 110"/>
                <a:gd name="T32" fmla="*/ 33 w 61"/>
                <a:gd name="T33" fmla="*/ 84 h 110"/>
                <a:gd name="T34" fmla="*/ 33 w 61"/>
                <a:gd name="T35" fmla="*/ 84 h 110"/>
                <a:gd name="T36" fmla="*/ 32 w 61"/>
                <a:gd name="T37" fmla="*/ 84 h 110"/>
                <a:gd name="T38" fmla="*/ 33 w 61"/>
                <a:gd name="T39" fmla="*/ 84 h 110"/>
                <a:gd name="T40" fmla="*/ 33 w 61"/>
                <a:gd name="T41" fmla="*/ 81 h 110"/>
                <a:gd name="T42" fmla="*/ 33 w 61"/>
                <a:gd name="T43" fmla="*/ 68 h 110"/>
                <a:gd name="T44" fmla="*/ 31 w 61"/>
                <a:gd name="T45" fmla="*/ 67 h 110"/>
                <a:gd name="T46" fmla="*/ 30 w 61"/>
                <a:gd name="T47" fmla="*/ 67 h 110"/>
                <a:gd name="T48" fmla="*/ 30 w 61"/>
                <a:gd name="T49" fmla="*/ 67 h 110"/>
                <a:gd name="T50" fmla="*/ 33 w 61"/>
                <a:gd name="T51" fmla="*/ 63 h 110"/>
                <a:gd name="T52" fmla="*/ 38 w 61"/>
                <a:gd name="T53" fmla="*/ 55 h 110"/>
                <a:gd name="T54" fmla="*/ 38 w 61"/>
                <a:gd name="T55" fmla="*/ 54 h 110"/>
                <a:gd name="T56" fmla="*/ 44 w 61"/>
                <a:gd name="T57" fmla="*/ 43 h 110"/>
                <a:gd name="T58" fmla="*/ 42 w 61"/>
                <a:gd name="T59" fmla="*/ 42 h 110"/>
                <a:gd name="T60" fmla="*/ 44 w 61"/>
                <a:gd name="T61" fmla="*/ 38 h 110"/>
                <a:gd name="T62" fmla="*/ 49 w 61"/>
                <a:gd name="T63" fmla="*/ 31 h 110"/>
                <a:gd name="T64" fmla="*/ 49 w 61"/>
                <a:gd name="T65" fmla="*/ 30 h 110"/>
                <a:gd name="T66" fmla="*/ 54 w 61"/>
                <a:gd name="T67" fmla="*/ 24 h 110"/>
                <a:gd name="T68" fmla="*/ 54 w 61"/>
                <a:gd name="T69" fmla="*/ 18 h 110"/>
                <a:gd name="T70" fmla="*/ 55 w 61"/>
                <a:gd name="T71" fmla="*/ 18 h 110"/>
                <a:gd name="T72" fmla="*/ 61 w 61"/>
                <a:gd name="T73" fmla="*/ 12 h 110"/>
                <a:gd name="T74" fmla="*/ 61 w 61"/>
                <a:gd name="T75" fmla="*/ 0 h 110"/>
                <a:gd name="T76" fmla="*/ 60 w 61"/>
                <a:gd name="T77" fmla="*/ 0 h 110"/>
                <a:gd name="T78" fmla="*/ 60 w 61"/>
                <a:gd name="T79" fmla="*/ 2 h 110"/>
                <a:gd name="T80" fmla="*/ 1 w 61"/>
                <a:gd name="T81" fmla="*/ 2 h 110"/>
                <a:gd name="T82" fmla="*/ 0 w 61"/>
                <a:gd name="T83" fmla="*/ 2 h 110"/>
                <a:gd name="T84" fmla="*/ 0 w 61"/>
                <a:gd name="T85" fmla="*/ 87 h 110"/>
                <a:gd name="T86" fmla="*/ 7 w 61"/>
                <a:gd name="T87" fmla="*/ 98 h 110"/>
                <a:gd name="connsiteX0" fmla="*/ 1148 w 10000"/>
                <a:gd name="connsiteY0" fmla="*/ 8909 h 10000"/>
                <a:gd name="connsiteX1" fmla="*/ 1148 w 10000"/>
                <a:gd name="connsiteY1" fmla="*/ 8909 h 10000"/>
                <a:gd name="connsiteX2" fmla="*/ 656 w 10000"/>
                <a:gd name="connsiteY2" fmla="*/ 9818 h 10000"/>
                <a:gd name="connsiteX3" fmla="*/ 656 w 10000"/>
                <a:gd name="connsiteY3" fmla="*/ 10000 h 10000"/>
                <a:gd name="connsiteX4" fmla="*/ 3770 w 10000"/>
                <a:gd name="connsiteY4" fmla="*/ 10000 h 10000"/>
                <a:gd name="connsiteX5" fmla="*/ 3770 w 10000"/>
                <a:gd name="connsiteY5" fmla="*/ 9273 h 10000"/>
                <a:gd name="connsiteX6" fmla="*/ 3934 w 10000"/>
                <a:gd name="connsiteY6" fmla="*/ 9273 h 10000"/>
                <a:gd name="connsiteX7" fmla="*/ 4918 w 10000"/>
                <a:gd name="connsiteY7" fmla="*/ 8636 h 10000"/>
                <a:gd name="connsiteX8" fmla="*/ 4918 w 10000"/>
                <a:gd name="connsiteY8" fmla="*/ 8545 h 10000"/>
                <a:gd name="connsiteX9" fmla="*/ 4918 w 10000"/>
                <a:gd name="connsiteY9" fmla="*/ 8545 h 10000"/>
                <a:gd name="connsiteX10" fmla="*/ 5082 w 10000"/>
                <a:gd name="connsiteY10" fmla="*/ 8545 h 10000"/>
                <a:gd name="connsiteX11" fmla="*/ 5082 w 10000"/>
                <a:gd name="connsiteY11" fmla="*/ 8545 h 10000"/>
                <a:gd name="connsiteX12" fmla="*/ 5082 w 10000"/>
                <a:gd name="connsiteY12" fmla="*/ 8455 h 10000"/>
                <a:gd name="connsiteX13" fmla="*/ 5246 w 10000"/>
                <a:gd name="connsiteY13" fmla="*/ 8182 h 10000"/>
                <a:gd name="connsiteX14" fmla="*/ 5410 w 10000"/>
                <a:gd name="connsiteY14" fmla="*/ 7727 h 10000"/>
                <a:gd name="connsiteX15" fmla="*/ 5410 w 10000"/>
                <a:gd name="connsiteY15" fmla="*/ 7727 h 10000"/>
                <a:gd name="connsiteX16" fmla="*/ 5410 w 10000"/>
                <a:gd name="connsiteY16" fmla="*/ 7636 h 10000"/>
                <a:gd name="connsiteX17" fmla="*/ 5410 w 10000"/>
                <a:gd name="connsiteY17" fmla="*/ 7636 h 10000"/>
                <a:gd name="connsiteX18" fmla="*/ 5410 w 10000"/>
                <a:gd name="connsiteY18" fmla="*/ 7636 h 10000"/>
                <a:gd name="connsiteX19" fmla="*/ 5410 w 10000"/>
                <a:gd name="connsiteY19" fmla="*/ 7364 h 10000"/>
                <a:gd name="connsiteX20" fmla="*/ 5410 w 10000"/>
                <a:gd name="connsiteY20" fmla="*/ 6182 h 10000"/>
                <a:gd name="connsiteX21" fmla="*/ 5082 w 10000"/>
                <a:gd name="connsiteY21" fmla="*/ 6091 h 10000"/>
                <a:gd name="connsiteX22" fmla="*/ 4918 w 10000"/>
                <a:gd name="connsiteY22" fmla="*/ 6091 h 10000"/>
                <a:gd name="connsiteX23" fmla="*/ 4918 w 10000"/>
                <a:gd name="connsiteY23" fmla="*/ 6091 h 10000"/>
                <a:gd name="connsiteX24" fmla="*/ 5410 w 10000"/>
                <a:gd name="connsiteY24" fmla="*/ 5727 h 10000"/>
                <a:gd name="connsiteX25" fmla="*/ 6230 w 10000"/>
                <a:gd name="connsiteY25" fmla="*/ 5000 h 10000"/>
                <a:gd name="connsiteX26" fmla="*/ 6230 w 10000"/>
                <a:gd name="connsiteY26" fmla="*/ 4909 h 10000"/>
                <a:gd name="connsiteX27" fmla="*/ 7213 w 10000"/>
                <a:gd name="connsiteY27" fmla="*/ 3909 h 10000"/>
                <a:gd name="connsiteX28" fmla="*/ 6885 w 10000"/>
                <a:gd name="connsiteY28" fmla="*/ 3818 h 10000"/>
                <a:gd name="connsiteX29" fmla="*/ 7213 w 10000"/>
                <a:gd name="connsiteY29" fmla="*/ 3455 h 10000"/>
                <a:gd name="connsiteX30" fmla="*/ 8033 w 10000"/>
                <a:gd name="connsiteY30" fmla="*/ 2818 h 10000"/>
                <a:gd name="connsiteX31" fmla="*/ 8033 w 10000"/>
                <a:gd name="connsiteY31" fmla="*/ 2727 h 10000"/>
                <a:gd name="connsiteX32" fmla="*/ 8852 w 10000"/>
                <a:gd name="connsiteY32" fmla="*/ 2182 h 10000"/>
                <a:gd name="connsiteX33" fmla="*/ 8852 w 10000"/>
                <a:gd name="connsiteY33" fmla="*/ 1636 h 10000"/>
                <a:gd name="connsiteX34" fmla="*/ 9016 w 10000"/>
                <a:gd name="connsiteY34" fmla="*/ 1636 h 10000"/>
                <a:gd name="connsiteX35" fmla="*/ 10000 w 10000"/>
                <a:gd name="connsiteY35" fmla="*/ 1091 h 10000"/>
                <a:gd name="connsiteX36" fmla="*/ 10000 w 10000"/>
                <a:gd name="connsiteY36" fmla="*/ 0 h 10000"/>
                <a:gd name="connsiteX37" fmla="*/ 9836 w 10000"/>
                <a:gd name="connsiteY37" fmla="*/ 0 h 10000"/>
                <a:gd name="connsiteX38" fmla="*/ 9836 w 10000"/>
                <a:gd name="connsiteY38" fmla="*/ 182 h 10000"/>
                <a:gd name="connsiteX39" fmla="*/ 164 w 10000"/>
                <a:gd name="connsiteY39" fmla="*/ 182 h 10000"/>
                <a:gd name="connsiteX40" fmla="*/ 0 w 10000"/>
                <a:gd name="connsiteY40" fmla="*/ 182 h 10000"/>
                <a:gd name="connsiteX41" fmla="*/ 0 w 10000"/>
                <a:gd name="connsiteY41" fmla="*/ 7909 h 10000"/>
                <a:gd name="connsiteX42" fmla="*/ 1148 w 10000"/>
                <a:gd name="connsiteY42" fmla="*/ 8909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000" h="10000">
                  <a:moveTo>
                    <a:pt x="1148" y="8909"/>
                  </a:moveTo>
                  <a:lnTo>
                    <a:pt x="1148" y="8909"/>
                  </a:lnTo>
                  <a:cubicBezTo>
                    <a:pt x="984" y="9091"/>
                    <a:pt x="820" y="9455"/>
                    <a:pt x="656" y="9818"/>
                  </a:cubicBezTo>
                  <a:lnTo>
                    <a:pt x="656" y="10000"/>
                  </a:lnTo>
                  <a:lnTo>
                    <a:pt x="3770" y="10000"/>
                  </a:lnTo>
                  <a:lnTo>
                    <a:pt x="3770" y="9273"/>
                  </a:lnTo>
                  <a:lnTo>
                    <a:pt x="3934" y="9273"/>
                  </a:lnTo>
                  <a:cubicBezTo>
                    <a:pt x="4098" y="9182"/>
                    <a:pt x="4590" y="9000"/>
                    <a:pt x="4918" y="8636"/>
                  </a:cubicBezTo>
                  <a:lnTo>
                    <a:pt x="4918" y="8545"/>
                  </a:lnTo>
                  <a:lnTo>
                    <a:pt x="4918" y="8545"/>
                  </a:lnTo>
                  <a:lnTo>
                    <a:pt x="5082" y="8545"/>
                  </a:lnTo>
                  <a:lnTo>
                    <a:pt x="5082" y="8545"/>
                  </a:lnTo>
                  <a:lnTo>
                    <a:pt x="5082" y="8455"/>
                  </a:lnTo>
                  <a:cubicBezTo>
                    <a:pt x="5082" y="8455"/>
                    <a:pt x="5246" y="8273"/>
                    <a:pt x="5246" y="8182"/>
                  </a:cubicBezTo>
                  <a:cubicBezTo>
                    <a:pt x="5246" y="7909"/>
                    <a:pt x="5246" y="7818"/>
                    <a:pt x="5410" y="7727"/>
                  </a:cubicBezTo>
                  <a:lnTo>
                    <a:pt x="5410" y="7727"/>
                  </a:lnTo>
                  <a:lnTo>
                    <a:pt x="5410" y="7636"/>
                  </a:lnTo>
                  <a:lnTo>
                    <a:pt x="5410" y="7636"/>
                  </a:lnTo>
                  <a:lnTo>
                    <a:pt x="5410" y="7636"/>
                  </a:lnTo>
                  <a:lnTo>
                    <a:pt x="5410" y="7364"/>
                  </a:lnTo>
                  <a:lnTo>
                    <a:pt x="5410" y="6182"/>
                  </a:lnTo>
                  <a:cubicBezTo>
                    <a:pt x="5246" y="6182"/>
                    <a:pt x="5082" y="6182"/>
                    <a:pt x="5082" y="6091"/>
                  </a:cubicBezTo>
                  <a:lnTo>
                    <a:pt x="4918" y="6091"/>
                  </a:lnTo>
                  <a:lnTo>
                    <a:pt x="4918" y="6091"/>
                  </a:lnTo>
                  <a:cubicBezTo>
                    <a:pt x="4918" y="6000"/>
                    <a:pt x="5082" y="5909"/>
                    <a:pt x="5410" y="5727"/>
                  </a:cubicBezTo>
                  <a:cubicBezTo>
                    <a:pt x="6230" y="5364"/>
                    <a:pt x="6230" y="5000"/>
                    <a:pt x="6230" y="5000"/>
                  </a:cubicBezTo>
                  <a:lnTo>
                    <a:pt x="6230" y="4909"/>
                  </a:lnTo>
                  <a:lnTo>
                    <a:pt x="7213" y="3909"/>
                  </a:lnTo>
                  <a:cubicBezTo>
                    <a:pt x="7049" y="3909"/>
                    <a:pt x="6885" y="3909"/>
                    <a:pt x="6885" y="3818"/>
                  </a:cubicBezTo>
                  <a:cubicBezTo>
                    <a:pt x="6885" y="3727"/>
                    <a:pt x="6885" y="3636"/>
                    <a:pt x="7213" y="3455"/>
                  </a:cubicBezTo>
                  <a:cubicBezTo>
                    <a:pt x="7705" y="3182"/>
                    <a:pt x="8033" y="2909"/>
                    <a:pt x="8033" y="2818"/>
                  </a:cubicBezTo>
                  <a:lnTo>
                    <a:pt x="8033" y="2727"/>
                  </a:lnTo>
                  <a:lnTo>
                    <a:pt x="8852" y="2182"/>
                  </a:lnTo>
                  <a:lnTo>
                    <a:pt x="8852" y="1636"/>
                  </a:lnTo>
                  <a:lnTo>
                    <a:pt x="9016" y="1636"/>
                  </a:lnTo>
                  <a:cubicBezTo>
                    <a:pt x="9508" y="1455"/>
                    <a:pt x="10000" y="1273"/>
                    <a:pt x="10000" y="1091"/>
                  </a:cubicBezTo>
                  <a:lnTo>
                    <a:pt x="10000" y="0"/>
                  </a:lnTo>
                  <a:lnTo>
                    <a:pt x="9836" y="0"/>
                  </a:lnTo>
                  <a:lnTo>
                    <a:pt x="9836" y="182"/>
                  </a:lnTo>
                  <a:lnTo>
                    <a:pt x="164" y="182"/>
                  </a:lnTo>
                  <a:lnTo>
                    <a:pt x="0" y="182"/>
                  </a:lnTo>
                  <a:lnTo>
                    <a:pt x="0" y="7909"/>
                  </a:lnTo>
                  <a:lnTo>
                    <a:pt x="1148" y="8909"/>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20" name="Utah">
              <a:extLst>
                <a:ext uri="{FF2B5EF4-FFF2-40B4-BE49-F238E27FC236}">
                  <a16:creationId xmlns:a16="http://schemas.microsoft.com/office/drawing/2014/main" id="{8BCDE213-D154-4BB9-AECA-7FA27D7025E3}"/>
                </a:ext>
              </a:extLst>
            </p:cNvPr>
            <p:cNvSpPr>
              <a:spLocks/>
            </p:cNvSpPr>
            <p:nvPr/>
          </p:nvSpPr>
          <p:spPr bwMode="auto">
            <a:xfrm>
              <a:off x="3725286" y="2223394"/>
              <a:ext cx="779072" cy="966317"/>
            </a:xfrm>
            <a:custGeom>
              <a:avLst/>
              <a:gdLst>
                <a:gd name="T0" fmla="*/ 466 w 466"/>
                <a:gd name="T1" fmla="*/ 135 h 578"/>
                <a:gd name="T2" fmla="*/ 262 w 466"/>
                <a:gd name="T3" fmla="*/ 135 h 578"/>
                <a:gd name="T4" fmla="*/ 262 w 466"/>
                <a:gd name="T5" fmla="*/ 0 h 578"/>
                <a:gd name="T6" fmla="*/ 0 w 466"/>
                <a:gd name="T7" fmla="*/ 0 h 578"/>
                <a:gd name="T8" fmla="*/ 0 w 466"/>
                <a:gd name="T9" fmla="*/ 578 h 578"/>
                <a:gd name="T10" fmla="*/ 466 w 466"/>
                <a:gd name="T11" fmla="*/ 578 h 578"/>
                <a:gd name="T12" fmla="*/ 466 w 466"/>
                <a:gd name="T13" fmla="*/ 576 h 578"/>
                <a:gd name="T14" fmla="*/ 466 w 466"/>
                <a:gd name="T15" fmla="*/ 135 h 578"/>
                <a:gd name="T16" fmla="*/ 466 w 466"/>
                <a:gd name="T17" fmla="*/ 135 h 578"/>
                <a:gd name="T18" fmla="*/ 466 w 466"/>
                <a:gd name="T19" fmla="*/ 135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6" h="578">
                  <a:moveTo>
                    <a:pt x="466" y="135"/>
                  </a:moveTo>
                  <a:lnTo>
                    <a:pt x="262" y="135"/>
                  </a:lnTo>
                  <a:lnTo>
                    <a:pt x="262" y="0"/>
                  </a:lnTo>
                  <a:lnTo>
                    <a:pt x="0" y="0"/>
                  </a:lnTo>
                  <a:lnTo>
                    <a:pt x="0" y="578"/>
                  </a:lnTo>
                  <a:lnTo>
                    <a:pt x="466" y="578"/>
                  </a:lnTo>
                  <a:lnTo>
                    <a:pt x="466" y="576"/>
                  </a:lnTo>
                  <a:lnTo>
                    <a:pt x="466" y="135"/>
                  </a:lnTo>
                  <a:lnTo>
                    <a:pt x="466" y="135"/>
                  </a:lnTo>
                  <a:lnTo>
                    <a:pt x="466" y="135"/>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21" name="Texas">
              <a:extLst>
                <a:ext uri="{FF2B5EF4-FFF2-40B4-BE49-F238E27FC236}">
                  <a16:creationId xmlns:a16="http://schemas.microsoft.com/office/drawing/2014/main" id="{43D8E204-2DC2-4457-857F-6EA9D9DFA4A7}"/>
                </a:ext>
              </a:extLst>
            </p:cNvPr>
            <p:cNvSpPr>
              <a:spLocks/>
            </p:cNvSpPr>
            <p:nvPr/>
          </p:nvSpPr>
          <p:spPr bwMode="auto">
            <a:xfrm>
              <a:off x="4867145" y="3348534"/>
              <a:ext cx="1997835" cy="2051333"/>
            </a:xfrm>
            <a:custGeom>
              <a:avLst/>
              <a:gdLst>
                <a:gd name="T0" fmla="*/ 492 w 505"/>
                <a:gd name="T1" fmla="*/ 336 h 518"/>
                <a:gd name="T2" fmla="*/ 491 w 505"/>
                <a:gd name="T3" fmla="*/ 335 h 518"/>
                <a:gd name="T4" fmla="*/ 495 w 505"/>
                <a:gd name="T5" fmla="*/ 332 h 518"/>
                <a:gd name="T6" fmla="*/ 498 w 505"/>
                <a:gd name="T7" fmla="*/ 328 h 518"/>
                <a:gd name="T8" fmla="*/ 500 w 505"/>
                <a:gd name="T9" fmla="*/ 323 h 518"/>
                <a:gd name="T10" fmla="*/ 501 w 505"/>
                <a:gd name="T11" fmla="*/ 322 h 518"/>
                <a:gd name="T12" fmla="*/ 502 w 505"/>
                <a:gd name="T13" fmla="*/ 315 h 518"/>
                <a:gd name="T14" fmla="*/ 502 w 505"/>
                <a:gd name="T15" fmla="*/ 309 h 518"/>
                <a:gd name="T16" fmla="*/ 502 w 505"/>
                <a:gd name="T17" fmla="*/ 284 h 518"/>
                <a:gd name="T18" fmla="*/ 498 w 505"/>
                <a:gd name="T19" fmla="*/ 276 h 518"/>
                <a:gd name="T20" fmla="*/ 487 w 505"/>
                <a:gd name="T21" fmla="*/ 266 h 518"/>
                <a:gd name="T22" fmla="*/ 482 w 505"/>
                <a:gd name="T23" fmla="*/ 209 h 518"/>
                <a:gd name="T24" fmla="*/ 473 w 505"/>
                <a:gd name="T25" fmla="*/ 139 h 518"/>
                <a:gd name="T26" fmla="*/ 456 w 505"/>
                <a:gd name="T27" fmla="*/ 139 h 518"/>
                <a:gd name="T28" fmla="*/ 454 w 505"/>
                <a:gd name="T29" fmla="*/ 139 h 518"/>
                <a:gd name="T30" fmla="*/ 444 w 505"/>
                <a:gd name="T31" fmla="*/ 133 h 518"/>
                <a:gd name="T32" fmla="*/ 428 w 505"/>
                <a:gd name="T33" fmla="*/ 129 h 518"/>
                <a:gd name="T34" fmla="*/ 412 w 505"/>
                <a:gd name="T35" fmla="*/ 131 h 518"/>
                <a:gd name="T36" fmla="*/ 407 w 505"/>
                <a:gd name="T37" fmla="*/ 134 h 518"/>
                <a:gd name="T38" fmla="*/ 398 w 505"/>
                <a:gd name="T39" fmla="*/ 137 h 518"/>
                <a:gd name="T40" fmla="*/ 343 w 505"/>
                <a:gd name="T41" fmla="*/ 127 h 518"/>
                <a:gd name="T42" fmla="*/ 333 w 505"/>
                <a:gd name="T43" fmla="*/ 127 h 518"/>
                <a:gd name="T44" fmla="*/ 325 w 505"/>
                <a:gd name="T45" fmla="*/ 120 h 518"/>
                <a:gd name="T46" fmla="*/ 304 w 505"/>
                <a:gd name="T47" fmla="*/ 109 h 518"/>
                <a:gd name="T48" fmla="*/ 293 w 505"/>
                <a:gd name="T49" fmla="*/ 108 h 518"/>
                <a:gd name="T50" fmla="*/ 291 w 505"/>
                <a:gd name="T51" fmla="*/ 109 h 518"/>
                <a:gd name="T52" fmla="*/ 276 w 505"/>
                <a:gd name="T53" fmla="*/ 104 h 518"/>
                <a:gd name="T54" fmla="*/ 253 w 505"/>
                <a:gd name="T55" fmla="*/ 89 h 518"/>
                <a:gd name="T56" fmla="*/ 136 w 505"/>
                <a:gd name="T57" fmla="*/ 256 h 518"/>
                <a:gd name="T58" fmla="*/ 0 w 505"/>
                <a:gd name="T59" fmla="*/ 257 h 518"/>
                <a:gd name="T60" fmla="*/ 22 w 505"/>
                <a:gd name="T61" fmla="*/ 272 h 518"/>
                <a:gd name="T62" fmla="*/ 73 w 505"/>
                <a:gd name="T63" fmla="*/ 342 h 518"/>
                <a:gd name="T64" fmla="*/ 151 w 505"/>
                <a:gd name="T65" fmla="*/ 346 h 518"/>
                <a:gd name="T66" fmla="*/ 198 w 505"/>
                <a:gd name="T67" fmla="*/ 346 h 518"/>
                <a:gd name="T68" fmla="*/ 252 w 505"/>
                <a:gd name="T69" fmla="*/ 420 h 518"/>
                <a:gd name="T70" fmla="*/ 279 w 505"/>
                <a:gd name="T71" fmla="*/ 475 h 518"/>
                <a:gd name="T72" fmla="*/ 315 w 505"/>
                <a:gd name="T73" fmla="*/ 502 h 518"/>
                <a:gd name="T74" fmla="*/ 358 w 505"/>
                <a:gd name="T75" fmla="*/ 518 h 518"/>
                <a:gd name="T76" fmla="*/ 361 w 505"/>
                <a:gd name="T77" fmla="*/ 502 h 518"/>
                <a:gd name="T78" fmla="*/ 358 w 505"/>
                <a:gd name="T79" fmla="*/ 471 h 518"/>
                <a:gd name="T80" fmla="*/ 354 w 505"/>
                <a:gd name="T81" fmla="*/ 459 h 518"/>
                <a:gd name="T82" fmla="*/ 365 w 505"/>
                <a:gd name="T83" fmla="*/ 444 h 518"/>
                <a:gd name="T84" fmla="*/ 373 w 505"/>
                <a:gd name="T85" fmla="*/ 428 h 518"/>
                <a:gd name="T86" fmla="*/ 369 w 505"/>
                <a:gd name="T87" fmla="*/ 424 h 518"/>
                <a:gd name="T88" fmla="*/ 385 w 505"/>
                <a:gd name="T89" fmla="*/ 413 h 518"/>
                <a:gd name="T90" fmla="*/ 397 w 505"/>
                <a:gd name="T91" fmla="*/ 405 h 518"/>
                <a:gd name="T92" fmla="*/ 397 w 505"/>
                <a:gd name="T93" fmla="*/ 397 h 518"/>
                <a:gd name="T94" fmla="*/ 404 w 505"/>
                <a:gd name="T95" fmla="*/ 397 h 518"/>
                <a:gd name="T96" fmla="*/ 412 w 505"/>
                <a:gd name="T97" fmla="*/ 401 h 518"/>
                <a:gd name="T98" fmla="*/ 404 w 505"/>
                <a:gd name="T99" fmla="*/ 409 h 518"/>
                <a:gd name="T100" fmla="*/ 451 w 505"/>
                <a:gd name="T101" fmla="*/ 374 h 518"/>
                <a:gd name="T102" fmla="*/ 455 w 505"/>
                <a:gd name="T103" fmla="*/ 346 h 518"/>
                <a:gd name="T104" fmla="*/ 463 w 505"/>
                <a:gd name="T105" fmla="*/ 358 h 518"/>
                <a:gd name="T106" fmla="*/ 479 w 505"/>
                <a:gd name="T107" fmla="*/ 350 h 518"/>
                <a:gd name="T108" fmla="*/ 483 w 505"/>
                <a:gd name="T109" fmla="*/ 341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05" h="518">
                  <a:moveTo>
                    <a:pt x="483" y="341"/>
                  </a:moveTo>
                  <a:cubicBezTo>
                    <a:pt x="488" y="340"/>
                    <a:pt x="491" y="338"/>
                    <a:pt x="492" y="336"/>
                  </a:cubicBezTo>
                  <a:cubicBezTo>
                    <a:pt x="492" y="336"/>
                    <a:pt x="492" y="336"/>
                    <a:pt x="492" y="336"/>
                  </a:cubicBezTo>
                  <a:cubicBezTo>
                    <a:pt x="492" y="336"/>
                    <a:pt x="492" y="336"/>
                    <a:pt x="492" y="336"/>
                  </a:cubicBezTo>
                  <a:cubicBezTo>
                    <a:pt x="492" y="336"/>
                    <a:pt x="492" y="336"/>
                    <a:pt x="492" y="336"/>
                  </a:cubicBezTo>
                  <a:cubicBezTo>
                    <a:pt x="491" y="335"/>
                    <a:pt x="491" y="335"/>
                    <a:pt x="491" y="335"/>
                  </a:cubicBezTo>
                  <a:cubicBezTo>
                    <a:pt x="493" y="334"/>
                    <a:pt x="493" y="334"/>
                    <a:pt x="493" y="334"/>
                  </a:cubicBezTo>
                  <a:cubicBezTo>
                    <a:pt x="494" y="333"/>
                    <a:pt x="494" y="332"/>
                    <a:pt x="494" y="332"/>
                  </a:cubicBezTo>
                  <a:cubicBezTo>
                    <a:pt x="495" y="332"/>
                    <a:pt x="495" y="332"/>
                    <a:pt x="495" y="332"/>
                  </a:cubicBezTo>
                  <a:cubicBezTo>
                    <a:pt x="495" y="332"/>
                    <a:pt x="495" y="332"/>
                    <a:pt x="495" y="332"/>
                  </a:cubicBezTo>
                  <a:cubicBezTo>
                    <a:pt x="495" y="332"/>
                    <a:pt x="496" y="331"/>
                    <a:pt x="497" y="329"/>
                  </a:cubicBezTo>
                  <a:cubicBezTo>
                    <a:pt x="497" y="328"/>
                    <a:pt x="498" y="328"/>
                    <a:pt x="498" y="328"/>
                  </a:cubicBezTo>
                  <a:cubicBezTo>
                    <a:pt x="499" y="327"/>
                    <a:pt x="499" y="327"/>
                    <a:pt x="499" y="327"/>
                  </a:cubicBezTo>
                  <a:cubicBezTo>
                    <a:pt x="499" y="327"/>
                    <a:pt x="499" y="327"/>
                    <a:pt x="499" y="327"/>
                  </a:cubicBezTo>
                  <a:cubicBezTo>
                    <a:pt x="500" y="323"/>
                    <a:pt x="500" y="323"/>
                    <a:pt x="500" y="323"/>
                  </a:cubicBezTo>
                  <a:cubicBezTo>
                    <a:pt x="500" y="323"/>
                    <a:pt x="500" y="323"/>
                    <a:pt x="500" y="323"/>
                  </a:cubicBezTo>
                  <a:cubicBezTo>
                    <a:pt x="501" y="323"/>
                    <a:pt x="501" y="323"/>
                    <a:pt x="501" y="323"/>
                  </a:cubicBezTo>
                  <a:cubicBezTo>
                    <a:pt x="501" y="322"/>
                    <a:pt x="501" y="322"/>
                    <a:pt x="501" y="322"/>
                  </a:cubicBezTo>
                  <a:cubicBezTo>
                    <a:pt x="501" y="322"/>
                    <a:pt x="501" y="322"/>
                    <a:pt x="501" y="322"/>
                  </a:cubicBezTo>
                  <a:cubicBezTo>
                    <a:pt x="501" y="322"/>
                    <a:pt x="501" y="320"/>
                    <a:pt x="502" y="318"/>
                  </a:cubicBezTo>
                  <a:cubicBezTo>
                    <a:pt x="502" y="317"/>
                    <a:pt x="502" y="316"/>
                    <a:pt x="502" y="315"/>
                  </a:cubicBezTo>
                  <a:cubicBezTo>
                    <a:pt x="502" y="314"/>
                    <a:pt x="502" y="314"/>
                    <a:pt x="502" y="314"/>
                  </a:cubicBezTo>
                  <a:cubicBezTo>
                    <a:pt x="502" y="314"/>
                    <a:pt x="502" y="314"/>
                    <a:pt x="502" y="314"/>
                  </a:cubicBezTo>
                  <a:cubicBezTo>
                    <a:pt x="502" y="314"/>
                    <a:pt x="502" y="312"/>
                    <a:pt x="502" y="309"/>
                  </a:cubicBezTo>
                  <a:cubicBezTo>
                    <a:pt x="502" y="298"/>
                    <a:pt x="502" y="298"/>
                    <a:pt x="502" y="298"/>
                  </a:cubicBezTo>
                  <a:cubicBezTo>
                    <a:pt x="502" y="295"/>
                    <a:pt x="503" y="293"/>
                    <a:pt x="504" y="291"/>
                  </a:cubicBezTo>
                  <a:cubicBezTo>
                    <a:pt x="505" y="289"/>
                    <a:pt x="505" y="288"/>
                    <a:pt x="502" y="284"/>
                  </a:cubicBezTo>
                  <a:cubicBezTo>
                    <a:pt x="498" y="277"/>
                    <a:pt x="498" y="277"/>
                    <a:pt x="498" y="277"/>
                  </a:cubicBezTo>
                  <a:cubicBezTo>
                    <a:pt x="498" y="276"/>
                    <a:pt x="498" y="276"/>
                    <a:pt x="498" y="276"/>
                  </a:cubicBezTo>
                  <a:cubicBezTo>
                    <a:pt x="498" y="276"/>
                    <a:pt x="498" y="276"/>
                    <a:pt x="498" y="276"/>
                  </a:cubicBezTo>
                  <a:cubicBezTo>
                    <a:pt x="498" y="275"/>
                    <a:pt x="497" y="274"/>
                    <a:pt x="493" y="271"/>
                  </a:cubicBezTo>
                  <a:cubicBezTo>
                    <a:pt x="487" y="266"/>
                    <a:pt x="487" y="266"/>
                    <a:pt x="487" y="266"/>
                  </a:cubicBezTo>
                  <a:cubicBezTo>
                    <a:pt x="487" y="266"/>
                    <a:pt x="487" y="266"/>
                    <a:pt x="487" y="266"/>
                  </a:cubicBezTo>
                  <a:cubicBezTo>
                    <a:pt x="486" y="265"/>
                    <a:pt x="486" y="263"/>
                    <a:pt x="486" y="260"/>
                  </a:cubicBezTo>
                  <a:cubicBezTo>
                    <a:pt x="486" y="226"/>
                    <a:pt x="486" y="226"/>
                    <a:pt x="486" y="226"/>
                  </a:cubicBezTo>
                  <a:cubicBezTo>
                    <a:pt x="482" y="209"/>
                    <a:pt x="482" y="209"/>
                    <a:pt x="482" y="209"/>
                  </a:cubicBezTo>
                  <a:cubicBezTo>
                    <a:pt x="482" y="173"/>
                    <a:pt x="482" y="173"/>
                    <a:pt x="482" y="173"/>
                  </a:cubicBezTo>
                  <a:cubicBezTo>
                    <a:pt x="482" y="142"/>
                    <a:pt x="482" y="142"/>
                    <a:pt x="482" y="142"/>
                  </a:cubicBezTo>
                  <a:cubicBezTo>
                    <a:pt x="473" y="139"/>
                    <a:pt x="473" y="139"/>
                    <a:pt x="473" y="139"/>
                  </a:cubicBezTo>
                  <a:cubicBezTo>
                    <a:pt x="461" y="139"/>
                    <a:pt x="461" y="139"/>
                    <a:pt x="461" y="139"/>
                  </a:cubicBezTo>
                  <a:cubicBezTo>
                    <a:pt x="459" y="137"/>
                    <a:pt x="459" y="137"/>
                    <a:pt x="459" y="137"/>
                  </a:cubicBezTo>
                  <a:cubicBezTo>
                    <a:pt x="456" y="139"/>
                    <a:pt x="456" y="139"/>
                    <a:pt x="456" y="139"/>
                  </a:cubicBezTo>
                  <a:cubicBezTo>
                    <a:pt x="455" y="139"/>
                    <a:pt x="455" y="139"/>
                    <a:pt x="455" y="139"/>
                  </a:cubicBezTo>
                  <a:cubicBezTo>
                    <a:pt x="454" y="139"/>
                    <a:pt x="454" y="139"/>
                    <a:pt x="454" y="139"/>
                  </a:cubicBezTo>
                  <a:cubicBezTo>
                    <a:pt x="454" y="139"/>
                    <a:pt x="454" y="139"/>
                    <a:pt x="454" y="139"/>
                  </a:cubicBezTo>
                  <a:cubicBezTo>
                    <a:pt x="452" y="138"/>
                    <a:pt x="452" y="136"/>
                    <a:pt x="452" y="135"/>
                  </a:cubicBezTo>
                  <a:cubicBezTo>
                    <a:pt x="444" y="134"/>
                    <a:pt x="444" y="134"/>
                    <a:pt x="444" y="134"/>
                  </a:cubicBezTo>
                  <a:cubicBezTo>
                    <a:pt x="444" y="133"/>
                    <a:pt x="444" y="133"/>
                    <a:pt x="444" y="133"/>
                  </a:cubicBezTo>
                  <a:cubicBezTo>
                    <a:pt x="443" y="132"/>
                    <a:pt x="440" y="128"/>
                    <a:pt x="436" y="126"/>
                  </a:cubicBezTo>
                  <a:cubicBezTo>
                    <a:pt x="435" y="126"/>
                    <a:pt x="434" y="126"/>
                    <a:pt x="434" y="126"/>
                  </a:cubicBezTo>
                  <a:cubicBezTo>
                    <a:pt x="431" y="126"/>
                    <a:pt x="428" y="128"/>
                    <a:pt x="428" y="129"/>
                  </a:cubicBezTo>
                  <a:cubicBezTo>
                    <a:pt x="427" y="130"/>
                    <a:pt x="427" y="130"/>
                    <a:pt x="427" y="130"/>
                  </a:cubicBezTo>
                  <a:cubicBezTo>
                    <a:pt x="415" y="131"/>
                    <a:pt x="415" y="131"/>
                    <a:pt x="415" y="131"/>
                  </a:cubicBezTo>
                  <a:cubicBezTo>
                    <a:pt x="412" y="131"/>
                    <a:pt x="412" y="131"/>
                    <a:pt x="412" y="131"/>
                  </a:cubicBezTo>
                  <a:cubicBezTo>
                    <a:pt x="411" y="131"/>
                    <a:pt x="409" y="132"/>
                    <a:pt x="408" y="133"/>
                  </a:cubicBezTo>
                  <a:cubicBezTo>
                    <a:pt x="408" y="133"/>
                    <a:pt x="408" y="133"/>
                    <a:pt x="408" y="133"/>
                  </a:cubicBezTo>
                  <a:cubicBezTo>
                    <a:pt x="407" y="134"/>
                    <a:pt x="407" y="134"/>
                    <a:pt x="407" y="134"/>
                  </a:cubicBezTo>
                  <a:cubicBezTo>
                    <a:pt x="407" y="134"/>
                    <a:pt x="404" y="135"/>
                    <a:pt x="402" y="137"/>
                  </a:cubicBezTo>
                  <a:cubicBezTo>
                    <a:pt x="402" y="138"/>
                    <a:pt x="401" y="139"/>
                    <a:pt x="400" y="139"/>
                  </a:cubicBezTo>
                  <a:cubicBezTo>
                    <a:pt x="399" y="138"/>
                    <a:pt x="398" y="138"/>
                    <a:pt x="398" y="137"/>
                  </a:cubicBezTo>
                  <a:cubicBezTo>
                    <a:pt x="382" y="137"/>
                    <a:pt x="382" y="137"/>
                    <a:pt x="382" y="137"/>
                  </a:cubicBezTo>
                  <a:cubicBezTo>
                    <a:pt x="382" y="127"/>
                    <a:pt x="382" y="127"/>
                    <a:pt x="382" y="127"/>
                  </a:cubicBezTo>
                  <a:cubicBezTo>
                    <a:pt x="343" y="127"/>
                    <a:pt x="343" y="127"/>
                    <a:pt x="343" y="127"/>
                  </a:cubicBezTo>
                  <a:cubicBezTo>
                    <a:pt x="343" y="123"/>
                    <a:pt x="343" y="123"/>
                    <a:pt x="343" y="123"/>
                  </a:cubicBezTo>
                  <a:cubicBezTo>
                    <a:pt x="338" y="121"/>
                    <a:pt x="338" y="121"/>
                    <a:pt x="338" y="121"/>
                  </a:cubicBezTo>
                  <a:cubicBezTo>
                    <a:pt x="333" y="127"/>
                    <a:pt x="333" y="127"/>
                    <a:pt x="333" y="127"/>
                  </a:cubicBezTo>
                  <a:cubicBezTo>
                    <a:pt x="329" y="127"/>
                    <a:pt x="329" y="127"/>
                    <a:pt x="329" y="127"/>
                  </a:cubicBezTo>
                  <a:cubicBezTo>
                    <a:pt x="325" y="123"/>
                    <a:pt x="325" y="123"/>
                    <a:pt x="325" y="123"/>
                  </a:cubicBezTo>
                  <a:cubicBezTo>
                    <a:pt x="325" y="120"/>
                    <a:pt x="325" y="120"/>
                    <a:pt x="325" y="120"/>
                  </a:cubicBezTo>
                  <a:cubicBezTo>
                    <a:pt x="321" y="115"/>
                    <a:pt x="321" y="115"/>
                    <a:pt x="321" y="115"/>
                  </a:cubicBezTo>
                  <a:cubicBezTo>
                    <a:pt x="314" y="110"/>
                    <a:pt x="314" y="110"/>
                    <a:pt x="314" y="110"/>
                  </a:cubicBezTo>
                  <a:cubicBezTo>
                    <a:pt x="304" y="109"/>
                    <a:pt x="304" y="109"/>
                    <a:pt x="304" y="109"/>
                  </a:cubicBezTo>
                  <a:cubicBezTo>
                    <a:pt x="303" y="109"/>
                    <a:pt x="301" y="110"/>
                    <a:pt x="299" y="110"/>
                  </a:cubicBezTo>
                  <a:cubicBezTo>
                    <a:pt x="298" y="110"/>
                    <a:pt x="297" y="110"/>
                    <a:pt x="295" y="109"/>
                  </a:cubicBezTo>
                  <a:cubicBezTo>
                    <a:pt x="294" y="109"/>
                    <a:pt x="293" y="108"/>
                    <a:pt x="293" y="108"/>
                  </a:cubicBezTo>
                  <a:cubicBezTo>
                    <a:pt x="292" y="108"/>
                    <a:pt x="292" y="108"/>
                    <a:pt x="292" y="109"/>
                  </a:cubicBezTo>
                  <a:cubicBezTo>
                    <a:pt x="292" y="109"/>
                    <a:pt x="292" y="109"/>
                    <a:pt x="292" y="109"/>
                  </a:cubicBezTo>
                  <a:cubicBezTo>
                    <a:pt x="291" y="109"/>
                    <a:pt x="291" y="109"/>
                    <a:pt x="291" y="109"/>
                  </a:cubicBezTo>
                  <a:cubicBezTo>
                    <a:pt x="283" y="109"/>
                    <a:pt x="283" y="109"/>
                    <a:pt x="283" y="109"/>
                  </a:cubicBezTo>
                  <a:cubicBezTo>
                    <a:pt x="280" y="109"/>
                    <a:pt x="277" y="105"/>
                    <a:pt x="276" y="104"/>
                  </a:cubicBezTo>
                  <a:cubicBezTo>
                    <a:pt x="276" y="104"/>
                    <a:pt x="276" y="104"/>
                    <a:pt x="276" y="104"/>
                  </a:cubicBezTo>
                  <a:cubicBezTo>
                    <a:pt x="276" y="97"/>
                    <a:pt x="276" y="97"/>
                    <a:pt x="276" y="97"/>
                  </a:cubicBezTo>
                  <a:cubicBezTo>
                    <a:pt x="257" y="97"/>
                    <a:pt x="257" y="97"/>
                    <a:pt x="257" y="97"/>
                  </a:cubicBezTo>
                  <a:cubicBezTo>
                    <a:pt x="253" y="89"/>
                    <a:pt x="253" y="89"/>
                    <a:pt x="253" y="89"/>
                  </a:cubicBezTo>
                  <a:cubicBezTo>
                    <a:pt x="253" y="0"/>
                    <a:pt x="253" y="0"/>
                    <a:pt x="253" y="0"/>
                  </a:cubicBezTo>
                  <a:cubicBezTo>
                    <a:pt x="136" y="0"/>
                    <a:pt x="136" y="0"/>
                    <a:pt x="136" y="0"/>
                  </a:cubicBezTo>
                  <a:cubicBezTo>
                    <a:pt x="136" y="256"/>
                    <a:pt x="136" y="256"/>
                    <a:pt x="136" y="256"/>
                  </a:cubicBezTo>
                  <a:cubicBezTo>
                    <a:pt x="1" y="256"/>
                    <a:pt x="1" y="256"/>
                    <a:pt x="1" y="256"/>
                  </a:cubicBezTo>
                  <a:cubicBezTo>
                    <a:pt x="0" y="256"/>
                    <a:pt x="0" y="256"/>
                    <a:pt x="0" y="256"/>
                  </a:cubicBezTo>
                  <a:cubicBezTo>
                    <a:pt x="0" y="257"/>
                    <a:pt x="0" y="257"/>
                    <a:pt x="0" y="257"/>
                  </a:cubicBezTo>
                  <a:cubicBezTo>
                    <a:pt x="10" y="260"/>
                    <a:pt x="10" y="260"/>
                    <a:pt x="10" y="260"/>
                  </a:cubicBezTo>
                  <a:cubicBezTo>
                    <a:pt x="14" y="268"/>
                    <a:pt x="14" y="268"/>
                    <a:pt x="14" y="268"/>
                  </a:cubicBezTo>
                  <a:cubicBezTo>
                    <a:pt x="22" y="272"/>
                    <a:pt x="22" y="272"/>
                    <a:pt x="22" y="272"/>
                  </a:cubicBezTo>
                  <a:cubicBezTo>
                    <a:pt x="30" y="284"/>
                    <a:pt x="30" y="284"/>
                    <a:pt x="30" y="284"/>
                  </a:cubicBezTo>
                  <a:cubicBezTo>
                    <a:pt x="61" y="307"/>
                    <a:pt x="61" y="307"/>
                    <a:pt x="61" y="307"/>
                  </a:cubicBezTo>
                  <a:cubicBezTo>
                    <a:pt x="73" y="342"/>
                    <a:pt x="73" y="342"/>
                    <a:pt x="73" y="342"/>
                  </a:cubicBezTo>
                  <a:cubicBezTo>
                    <a:pt x="112" y="381"/>
                    <a:pt x="112" y="381"/>
                    <a:pt x="112" y="381"/>
                  </a:cubicBezTo>
                  <a:cubicBezTo>
                    <a:pt x="131" y="381"/>
                    <a:pt x="131" y="381"/>
                    <a:pt x="131" y="381"/>
                  </a:cubicBezTo>
                  <a:cubicBezTo>
                    <a:pt x="151" y="346"/>
                    <a:pt x="151" y="346"/>
                    <a:pt x="151" y="346"/>
                  </a:cubicBezTo>
                  <a:cubicBezTo>
                    <a:pt x="155" y="346"/>
                    <a:pt x="155" y="346"/>
                    <a:pt x="155" y="346"/>
                  </a:cubicBezTo>
                  <a:cubicBezTo>
                    <a:pt x="162" y="346"/>
                    <a:pt x="162" y="346"/>
                    <a:pt x="162" y="346"/>
                  </a:cubicBezTo>
                  <a:cubicBezTo>
                    <a:pt x="198" y="346"/>
                    <a:pt x="198" y="346"/>
                    <a:pt x="198" y="346"/>
                  </a:cubicBezTo>
                  <a:cubicBezTo>
                    <a:pt x="225" y="378"/>
                    <a:pt x="225" y="378"/>
                    <a:pt x="225" y="378"/>
                  </a:cubicBezTo>
                  <a:cubicBezTo>
                    <a:pt x="240" y="409"/>
                    <a:pt x="240" y="409"/>
                    <a:pt x="240" y="409"/>
                  </a:cubicBezTo>
                  <a:cubicBezTo>
                    <a:pt x="252" y="420"/>
                    <a:pt x="252" y="420"/>
                    <a:pt x="252" y="420"/>
                  </a:cubicBezTo>
                  <a:cubicBezTo>
                    <a:pt x="256" y="436"/>
                    <a:pt x="256" y="436"/>
                    <a:pt x="256" y="436"/>
                  </a:cubicBezTo>
                  <a:cubicBezTo>
                    <a:pt x="268" y="444"/>
                    <a:pt x="268" y="444"/>
                    <a:pt x="268" y="444"/>
                  </a:cubicBezTo>
                  <a:cubicBezTo>
                    <a:pt x="279" y="475"/>
                    <a:pt x="279" y="475"/>
                    <a:pt x="279" y="475"/>
                  </a:cubicBezTo>
                  <a:cubicBezTo>
                    <a:pt x="291" y="495"/>
                    <a:pt x="291" y="495"/>
                    <a:pt x="291" y="495"/>
                  </a:cubicBezTo>
                  <a:cubicBezTo>
                    <a:pt x="303" y="502"/>
                    <a:pt x="303" y="502"/>
                    <a:pt x="303" y="502"/>
                  </a:cubicBezTo>
                  <a:cubicBezTo>
                    <a:pt x="315" y="502"/>
                    <a:pt x="315" y="502"/>
                    <a:pt x="315" y="502"/>
                  </a:cubicBezTo>
                  <a:cubicBezTo>
                    <a:pt x="322" y="510"/>
                    <a:pt x="322" y="510"/>
                    <a:pt x="322" y="510"/>
                  </a:cubicBezTo>
                  <a:cubicBezTo>
                    <a:pt x="342" y="510"/>
                    <a:pt x="342" y="510"/>
                    <a:pt x="342" y="510"/>
                  </a:cubicBezTo>
                  <a:cubicBezTo>
                    <a:pt x="358" y="518"/>
                    <a:pt x="358" y="518"/>
                    <a:pt x="358" y="518"/>
                  </a:cubicBezTo>
                  <a:cubicBezTo>
                    <a:pt x="369" y="518"/>
                    <a:pt x="369" y="518"/>
                    <a:pt x="369" y="518"/>
                  </a:cubicBezTo>
                  <a:cubicBezTo>
                    <a:pt x="365" y="514"/>
                    <a:pt x="365" y="514"/>
                    <a:pt x="365" y="514"/>
                  </a:cubicBezTo>
                  <a:cubicBezTo>
                    <a:pt x="361" y="502"/>
                    <a:pt x="361" y="502"/>
                    <a:pt x="361" y="502"/>
                  </a:cubicBezTo>
                  <a:cubicBezTo>
                    <a:pt x="361" y="499"/>
                    <a:pt x="361" y="499"/>
                    <a:pt x="361" y="499"/>
                  </a:cubicBezTo>
                  <a:cubicBezTo>
                    <a:pt x="354" y="475"/>
                    <a:pt x="354" y="475"/>
                    <a:pt x="354" y="475"/>
                  </a:cubicBezTo>
                  <a:cubicBezTo>
                    <a:pt x="358" y="471"/>
                    <a:pt x="358" y="471"/>
                    <a:pt x="358" y="471"/>
                  </a:cubicBezTo>
                  <a:cubicBezTo>
                    <a:pt x="358" y="463"/>
                    <a:pt x="358" y="463"/>
                    <a:pt x="358" y="463"/>
                  </a:cubicBezTo>
                  <a:cubicBezTo>
                    <a:pt x="354" y="463"/>
                    <a:pt x="354" y="463"/>
                    <a:pt x="354" y="463"/>
                  </a:cubicBezTo>
                  <a:cubicBezTo>
                    <a:pt x="354" y="459"/>
                    <a:pt x="354" y="459"/>
                    <a:pt x="354" y="459"/>
                  </a:cubicBezTo>
                  <a:cubicBezTo>
                    <a:pt x="358" y="459"/>
                    <a:pt x="358" y="459"/>
                    <a:pt x="358" y="459"/>
                  </a:cubicBezTo>
                  <a:cubicBezTo>
                    <a:pt x="361" y="459"/>
                    <a:pt x="361" y="459"/>
                    <a:pt x="361" y="459"/>
                  </a:cubicBezTo>
                  <a:cubicBezTo>
                    <a:pt x="365" y="444"/>
                    <a:pt x="365" y="444"/>
                    <a:pt x="365" y="444"/>
                  </a:cubicBezTo>
                  <a:cubicBezTo>
                    <a:pt x="361" y="436"/>
                    <a:pt x="361" y="436"/>
                    <a:pt x="361" y="436"/>
                  </a:cubicBezTo>
                  <a:cubicBezTo>
                    <a:pt x="369" y="436"/>
                    <a:pt x="369" y="436"/>
                    <a:pt x="369" y="436"/>
                  </a:cubicBezTo>
                  <a:cubicBezTo>
                    <a:pt x="373" y="428"/>
                    <a:pt x="373" y="428"/>
                    <a:pt x="373" y="428"/>
                  </a:cubicBezTo>
                  <a:cubicBezTo>
                    <a:pt x="373" y="424"/>
                    <a:pt x="373" y="424"/>
                    <a:pt x="373" y="424"/>
                  </a:cubicBezTo>
                  <a:cubicBezTo>
                    <a:pt x="369" y="428"/>
                    <a:pt x="369" y="428"/>
                    <a:pt x="369" y="428"/>
                  </a:cubicBezTo>
                  <a:cubicBezTo>
                    <a:pt x="369" y="424"/>
                    <a:pt x="369" y="424"/>
                    <a:pt x="369" y="424"/>
                  </a:cubicBezTo>
                  <a:cubicBezTo>
                    <a:pt x="377" y="420"/>
                    <a:pt x="377" y="420"/>
                    <a:pt x="377" y="420"/>
                  </a:cubicBezTo>
                  <a:cubicBezTo>
                    <a:pt x="385" y="417"/>
                    <a:pt x="385" y="417"/>
                    <a:pt x="385" y="417"/>
                  </a:cubicBezTo>
                  <a:cubicBezTo>
                    <a:pt x="385" y="413"/>
                    <a:pt x="385" y="413"/>
                    <a:pt x="385" y="413"/>
                  </a:cubicBezTo>
                  <a:cubicBezTo>
                    <a:pt x="393" y="413"/>
                    <a:pt x="393" y="413"/>
                    <a:pt x="393" y="413"/>
                  </a:cubicBezTo>
                  <a:cubicBezTo>
                    <a:pt x="397" y="409"/>
                    <a:pt x="397" y="409"/>
                    <a:pt x="397" y="409"/>
                  </a:cubicBezTo>
                  <a:cubicBezTo>
                    <a:pt x="397" y="405"/>
                    <a:pt x="397" y="405"/>
                    <a:pt x="397" y="405"/>
                  </a:cubicBezTo>
                  <a:cubicBezTo>
                    <a:pt x="393" y="401"/>
                    <a:pt x="393" y="401"/>
                    <a:pt x="393" y="401"/>
                  </a:cubicBezTo>
                  <a:cubicBezTo>
                    <a:pt x="393" y="397"/>
                    <a:pt x="393" y="397"/>
                    <a:pt x="393" y="397"/>
                  </a:cubicBezTo>
                  <a:cubicBezTo>
                    <a:pt x="397" y="397"/>
                    <a:pt x="397" y="397"/>
                    <a:pt x="397" y="397"/>
                  </a:cubicBezTo>
                  <a:cubicBezTo>
                    <a:pt x="400" y="401"/>
                    <a:pt x="400" y="401"/>
                    <a:pt x="400" y="401"/>
                  </a:cubicBezTo>
                  <a:cubicBezTo>
                    <a:pt x="400" y="397"/>
                    <a:pt x="400" y="397"/>
                    <a:pt x="400" y="397"/>
                  </a:cubicBezTo>
                  <a:cubicBezTo>
                    <a:pt x="404" y="397"/>
                    <a:pt x="404" y="397"/>
                    <a:pt x="404" y="397"/>
                  </a:cubicBezTo>
                  <a:cubicBezTo>
                    <a:pt x="408" y="397"/>
                    <a:pt x="408" y="397"/>
                    <a:pt x="408" y="397"/>
                  </a:cubicBezTo>
                  <a:cubicBezTo>
                    <a:pt x="408" y="393"/>
                    <a:pt x="408" y="393"/>
                    <a:pt x="408" y="393"/>
                  </a:cubicBezTo>
                  <a:cubicBezTo>
                    <a:pt x="412" y="401"/>
                    <a:pt x="412" y="401"/>
                    <a:pt x="412" y="401"/>
                  </a:cubicBezTo>
                  <a:cubicBezTo>
                    <a:pt x="424" y="397"/>
                    <a:pt x="424" y="397"/>
                    <a:pt x="424" y="397"/>
                  </a:cubicBezTo>
                  <a:cubicBezTo>
                    <a:pt x="408" y="405"/>
                    <a:pt x="408" y="405"/>
                    <a:pt x="408" y="405"/>
                  </a:cubicBezTo>
                  <a:cubicBezTo>
                    <a:pt x="404" y="409"/>
                    <a:pt x="404" y="409"/>
                    <a:pt x="404" y="409"/>
                  </a:cubicBezTo>
                  <a:cubicBezTo>
                    <a:pt x="408" y="409"/>
                    <a:pt x="408" y="409"/>
                    <a:pt x="408" y="409"/>
                  </a:cubicBezTo>
                  <a:cubicBezTo>
                    <a:pt x="443" y="385"/>
                    <a:pt x="443" y="385"/>
                    <a:pt x="443" y="385"/>
                  </a:cubicBezTo>
                  <a:cubicBezTo>
                    <a:pt x="451" y="374"/>
                    <a:pt x="451" y="374"/>
                    <a:pt x="451" y="374"/>
                  </a:cubicBezTo>
                  <a:cubicBezTo>
                    <a:pt x="451" y="350"/>
                    <a:pt x="451" y="350"/>
                    <a:pt x="451" y="350"/>
                  </a:cubicBezTo>
                  <a:cubicBezTo>
                    <a:pt x="451" y="346"/>
                    <a:pt x="451" y="346"/>
                    <a:pt x="451" y="346"/>
                  </a:cubicBezTo>
                  <a:cubicBezTo>
                    <a:pt x="455" y="346"/>
                    <a:pt x="455" y="346"/>
                    <a:pt x="455" y="346"/>
                  </a:cubicBezTo>
                  <a:cubicBezTo>
                    <a:pt x="455" y="354"/>
                    <a:pt x="455" y="354"/>
                    <a:pt x="455" y="354"/>
                  </a:cubicBezTo>
                  <a:cubicBezTo>
                    <a:pt x="463" y="354"/>
                    <a:pt x="463" y="354"/>
                    <a:pt x="463" y="354"/>
                  </a:cubicBezTo>
                  <a:cubicBezTo>
                    <a:pt x="463" y="358"/>
                    <a:pt x="463" y="358"/>
                    <a:pt x="463" y="358"/>
                  </a:cubicBezTo>
                  <a:cubicBezTo>
                    <a:pt x="455" y="358"/>
                    <a:pt x="455" y="358"/>
                    <a:pt x="455" y="358"/>
                  </a:cubicBezTo>
                  <a:cubicBezTo>
                    <a:pt x="459" y="362"/>
                    <a:pt x="459" y="362"/>
                    <a:pt x="459" y="362"/>
                  </a:cubicBezTo>
                  <a:cubicBezTo>
                    <a:pt x="479" y="350"/>
                    <a:pt x="479" y="350"/>
                    <a:pt x="479" y="350"/>
                  </a:cubicBezTo>
                  <a:cubicBezTo>
                    <a:pt x="482" y="350"/>
                    <a:pt x="482" y="350"/>
                    <a:pt x="482" y="350"/>
                  </a:cubicBezTo>
                  <a:cubicBezTo>
                    <a:pt x="482" y="341"/>
                    <a:pt x="482" y="341"/>
                    <a:pt x="482" y="341"/>
                  </a:cubicBezTo>
                  <a:lnTo>
                    <a:pt x="483" y="341"/>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22" name="Tennessee">
              <a:extLst>
                <a:ext uri="{FF2B5EF4-FFF2-40B4-BE49-F238E27FC236}">
                  <a16:creationId xmlns:a16="http://schemas.microsoft.com/office/drawing/2014/main" id="{111693EB-E3E9-403C-AD8C-A57130F4F609}"/>
                </a:ext>
              </a:extLst>
            </p:cNvPr>
            <p:cNvSpPr>
              <a:spLocks/>
            </p:cNvSpPr>
            <p:nvPr/>
          </p:nvSpPr>
          <p:spPr bwMode="auto">
            <a:xfrm>
              <a:off x="7311358" y="3328472"/>
              <a:ext cx="1329104" cy="309288"/>
            </a:xfrm>
            <a:custGeom>
              <a:avLst/>
              <a:gdLst>
                <a:gd name="T0" fmla="*/ 302 w 336"/>
                <a:gd name="T1" fmla="*/ 0 h 78"/>
                <a:gd name="T2" fmla="*/ 94 w 336"/>
                <a:gd name="T3" fmla="*/ 0 h 78"/>
                <a:gd name="T4" fmla="*/ 94 w 336"/>
                <a:gd name="T5" fmla="*/ 13 h 78"/>
                <a:gd name="T6" fmla="*/ 38 w 336"/>
                <a:gd name="T7" fmla="*/ 13 h 78"/>
                <a:gd name="T8" fmla="*/ 38 w 336"/>
                <a:gd name="T9" fmla="*/ 12 h 78"/>
                <a:gd name="T10" fmla="*/ 38 w 336"/>
                <a:gd name="T11" fmla="*/ 12 h 78"/>
                <a:gd name="T12" fmla="*/ 33 w 336"/>
                <a:gd name="T13" fmla="*/ 21 h 78"/>
                <a:gd name="T14" fmla="*/ 33 w 336"/>
                <a:gd name="T15" fmla="*/ 21 h 78"/>
                <a:gd name="T16" fmla="*/ 33 w 336"/>
                <a:gd name="T17" fmla="*/ 21 h 78"/>
                <a:gd name="T18" fmla="*/ 30 w 336"/>
                <a:gd name="T19" fmla="*/ 24 h 78"/>
                <a:gd name="T20" fmla="*/ 29 w 336"/>
                <a:gd name="T21" fmla="*/ 26 h 78"/>
                <a:gd name="T22" fmla="*/ 26 w 336"/>
                <a:gd name="T23" fmla="*/ 28 h 78"/>
                <a:gd name="T24" fmla="*/ 26 w 336"/>
                <a:gd name="T25" fmla="*/ 29 h 78"/>
                <a:gd name="T26" fmla="*/ 26 w 336"/>
                <a:gd name="T27" fmla="*/ 33 h 78"/>
                <a:gd name="T28" fmla="*/ 24 w 336"/>
                <a:gd name="T29" fmla="*/ 37 h 78"/>
                <a:gd name="T30" fmla="*/ 23 w 336"/>
                <a:gd name="T31" fmla="*/ 39 h 78"/>
                <a:gd name="T32" fmla="*/ 23 w 336"/>
                <a:gd name="T33" fmla="*/ 40 h 78"/>
                <a:gd name="T34" fmla="*/ 23 w 336"/>
                <a:gd name="T35" fmla="*/ 42 h 78"/>
                <a:gd name="T36" fmla="*/ 23 w 336"/>
                <a:gd name="T37" fmla="*/ 44 h 78"/>
                <a:gd name="T38" fmla="*/ 20 w 336"/>
                <a:gd name="T39" fmla="*/ 44 h 78"/>
                <a:gd name="T40" fmla="*/ 22 w 336"/>
                <a:gd name="T41" fmla="*/ 46 h 78"/>
                <a:gd name="T42" fmla="*/ 17 w 336"/>
                <a:gd name="T43" fmla="*/ 50 h 78"/>
                <a:gd name="T44" fmla="*/ 14 w 336"/>
                <a:gd name="T45" fmla="*/ 58 h 78"/>
                <a:gd name="T46" fmla="*/ 6 w 336"/>
                <a:gd name="T47" fmla="*/ 64 h 78"/>
                <a:gd name="T48" fmla="*/ 6 w 336"/>
                <a:gd name="T49" fmla="*/ 70 h 78"/>
                <a:gd name="T50" fmla="*/ 2 w 336"/>
                <a:gd name="T51" fmla="*/ 74 h 78"/>
                <a:gd name="T52" fmla="*/ 0 w 336"/>
                <a:gd name="T53" fmla="*/ 78 h 78"/>
                <a:gd name="T54" fmla="*/ 0 w 336"/>
                <a:gd name="T55" fmla="*/ 78 h 78"/>
                <a:gd name="T56" fmla="*/ 94 w 336"/>
                <a:gd name="T57" fmla="*/ 78 h 78"/>
                <a:gd name="T58" fmla="*/ 189 w 336"/>
                <a:gd name="T59" fmla="*/ 78 h 78"/>
                <a:gd name="T60" fmla="*/ 230 w 336"/>
                <a:gd name="T61" fmla="*/ 78 h 78"/>
                <a:gd name="T62" fmla="*/ 230 w 336"/>
                <a:gd name="T63" fmla="*/ 78 h 78"/>
                <a:gd name="T64" fmla="*/ 230 w 336"/>
                <a:gd name="T65" fmla="*/ 75 h 78"/>
                <a:gd name="T66" fmla="*/ 230 w 336"/>
                <a:gd name="T67" fmla="*/ 73 h 78"/>
                <a:gd name="T68" fmla="*/ 231 w 336"/>
                <a:gd name="T69" fmla="*/ 72 h 78"/>
                <a:gd name="T70" fmla="*/ 233 w 336"/>
                <a:gd name="T71" fmla="*/ 70 h 78"/>
                <a:gd name="T72" fmla="*/ 233 w 336"/>
                <a:gd name="T73" fmla="*/ 70 h 78"/>
                <a:gd name="T74" fmla="*/ 237 w 336"/>
                <a:gd name="T75" fmla="*/ 65 h 78"/>
                <a:gd name="T76" fmla="*/ 245 w 336"/>
                <a:gd name="T77" fmla="*/ 61 h 78"/>
                <a:gd name="T78" fmla="*/ 249 w 336"/>
                <a:gd name="T79" fmla="*/ 58 h 78"/>
                <a:gd name="T80" fmla="*/ 257 w 336"/>
                <a:gd name="T81" fmla="*/ 58 h 78"/>
                <a:gd name="T82" fmla="*/ 261 w 336"/>
                <a:gd name="T83" fmla="*/ 52 h 78"/>
                <a:gd name="T84" fmla="*/ 269 w 336"/>
                <a:gd name="T85" fmla="*/ 48 h 78"/>
                <a:gd name="T86" fmla="*/ 272 w 336"/>
                <a:gd name="T87" fmla="*/ 48 h 78"/>
                <a:gd name="T88" fmla="*/ 276 w 336"/>
                <a:gd name="T89" fmla="*/ 45 h 78"/>
                <a:gd name="T90" fmla="*/ 280 w 336"/>
                <a:gd name="T91" fmla="*/ 45 h 78"/>
                <a:gd name="T92" fmla="*/ 280 w 336"/>
                <a:gd name="T93" fmla="*/ 41 h 78"/>
                <a:gd name="T94" fmla="*/ 296 w 336"/>
                <a:gd name="T95" fmla="*/ 34 h 78"/>
                <a:gd name="T96" fmla="*/ 314 w 336"/>
                <a:gd name="T97" fmla="*/ 34 h 78"/>
                <a:gd name="T98" fmla="*/ 324 w 336"/>
                <a:gd name="T99" fmla="*/ 29 h 78"/>
                <a:gd name="T100" fmla="*/ 324 w 336"/>
                <a:gd name="T101" fmla="*/ 28 h 78"/>
                <a:gd name="T102" fmla="*/ 325 w 336"/>
                <a:gd name="T103" fmla="*/ 25 h 78"/>
                <a:gd name="T104" fmla="*/ 327 w 336"/>
                <a:gd name="T105" fmla="*/ 22 h 78"/>
                <a:gd name="T106" fmla="*/ 333 w 336"/>
                <a:gd name="T107" fmla="*/ 22 h 78"/>
                <a:gd name="T108" fmla="*/ 336 w 336"/>
                <a:gd name="T109" fmla="*/ 15 h 78"/>
                <a:gd name="T110" fmla="*/ 336 w 336"/>
                <a:gd name="T111" fmla="*/ 0 h 78"/>
                <a:gd name="T112" fmla="*/ 336 w 336"/>
                <a:gd name="T113" fmla="*/ 0 h 78"/>
                <a:gd name="T114" fmla="*/ 336 w 336"/>
                <a:gd name="T115" fmla="*/ 0 h 78"/>
                <a:gd name="T116" fmla="*/ 303 w 336"/>
                <a:gd name="T117" fmla="*/ 0 h 78"/>
                <a:gd name="T118" fmla="*/ 303 w 336"/>
                <a:gd name="T119" fmla="*/ 0 h 78"/>
                <a:gd name="T120" fmla="*/ 302 w 336"/>
                <a:gd name="T1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36" h="78">
                  <a:moveTo>
                    <a:pt x="302" y="0"/>
                  </a:moveTo>
                  <a:cubicBezTo>
                    <a:pt x="94" y="0"/>
                    <a:pt x="94" y="0"/>
                    <a:pt x="94" y="0"/>
                  </a:cubicBezTo>
                  <a:cubicBezTo>
                    <a:pt x="94" y="13"/>
                    <a:pt x="94" y="13"/>
                    <a:pt x="94" y="13"/>
                  </a:cubicBezTo>
                  <a:cubicBezTo>
                    <a:pt x="38" y="13"/>
                    <a:pt x="38" y="13"/>
                    <a:pt x="38" y="13"/>
                  </a:cubicBezTo>
                  <a:cubicBezTo>
                    <a:pt x="38" y="12"/>
                    <a:pt x="38" y="12"/>
                    <a:pt x="38" y="12"/>
                  </a:cubicBezTo>
                  <a:cubicBezTo>
                    <a:pt x="38" y="12"/>
                    <a:pt x="38" y="12"/>
                    <a:pt x="38" y="12"/>
                  </a:cubicBezTo>
                  <a:cubicBezTo>
                    <a:pt x="33" y="21"/>
                    <a:pt x="33" y="21"/>
                    <a:pt x="33" y="21"/>
                  </a:cubicBezTo>
                  <a:cubicBezTo>
                    <a:pt x="33" y="21"/>
                    <a:pt x="33" y="21"/>
                    <a:pt x="33" y="21"/>
                  </a:cubicBezTo>
                  <a:cubicBezTo>
                    <a:pt x="33" y="21"/>
                    <a:pt x="33" y="21"/>
                    <a:pt x="33" y="21"/>
                  </a:cubicBezTo>
                  <a:cubicBezTo>
                    <a:pt x="32" y="22"/>
                    <a:pt x="31" y="23"/>
                    <a:pt x="30" y="24"/>
                  </a:cubicBezTo>
                  <a:cubicBezTo>
                    <a:pt x="29" y="26"/>
                    <a:pt x="29" y="26"/>
                    <a:pt x="29" y="26"/>
                  </a:cubicBezTo>
                  <a:cubicBezTo>
                    <a:pt x="28" y="27"/>
                    <a:pt x="26" y="28"/>
                    <a:pt x="26" y="28"/>
                  </a:cubicBezTo>
                  <a:cubicBezTo>
                    <a:pt x="26" y="29"/>
                    <a:pt x="26" y="29"/>
                    <a:pt x="26" y="29"/>
                  </a:cubicBezTo>
                  <a:cubicBezTo>
                    <a:pt x="26" y="33"/>
                    <a:pt x="26" y="33"/>
                    <a:pt x="26" y="33"/>
                  </a:cubicBezTo>
                  <a:cubicBezTo>
                    <a:pt x="24" y="37"/>
                    <a:pt x="24" y="37"/>
                    <a:pt x="24" y="37"/>
                  </a:cubicBezTo>
                  <a:cubicBezTo>
                    <a:pt x="23" y="39"/>
                    <a:pt x="23" y="39"/>
                    <a:pt x="23" y="39"/>
                  </a:cubicBezTo>
                  <a:cubicBezTo>
                    <a:pt x="23" y="40"/>
                    <a:pt x="23" y="40"/>
                    <a:pt x="23" y="40"/>
                  </a:cubicBezTo>
                  <a:cubicBezTo>
                    <a:pt x="23" y="40"/>
                    <a:pt x="23" y="41"/>
                    <a:pt x="23" y="42"/>
                  </a:cubicBezTo>
                  <a:cubicBezTo>
                    <a:pt x="23" y="43"/>
                    <a:pt x="23" y="43"/>
                    <a:pt x="23" y="44"/>
                  </a:cubicBezTo>
                  <a:cubicBezTo>
                    <a:pt x="20" y="44"/>
                    <a:pt x="20" y="44"/>
                    <a:pt x="20" y="44"/>
                  </a:cubicBezTo>
                  <a:cubicBezTo>
                    <a:pt x="22" y="46"/>
                    <a:pt x="22" y="46"/>
                    <a:pt x="22" y="46"/>
                  </a:cubicBezTo>
                  <a:cubicBezTo>
                    <a:pt x="17" y="50"/>
                    <a:pt x="17" y="50"/>
                    <a:pt x="17" y="50"/>
                  </a:cubicBezTo>
                  <a:cubicBezTo>
                    <a:pt x="14" y="58"/>
                    <a:pt x="14" y="58"/>
                    <a:pt x="14" y="58"/>
                  </a:cubicBezTo>
                  <a:cubicBezTo>
                    <a:pt x="6" y="64"/>
                    <a:pt x="6" y="64"/>
                    <a:pt x="6" y="64"/>
                  </a:cubicBezTo>
                  <a:cubicBezTo>
                    <a:pt x="6" y="70"/>
                    <a:pt x="6" y="70"/>
                    <a:pt x="6" y="70"/>
                  </a:cubicBezTo>
                  <a:cubicBezTo>
                    <a:pt x="2" y="74"/>
                    <a:pt x="2" y="74"/>
                    <a:pt x="2" y="74"/>
                  </a:cubicBezTo>
                  <a:cubicBezTo>
                    <a:pt x="0" y="78"/>
                    <a:pt x="0" y="78"/>
                    <a:pt x="0" y="78"/>
                  </a:cubicBezTo>
                  <a:cubicBezTo>
                    <a:pt x="0" y="78"/>
                    <a:pt x="0" y="78"/>
                    <a:pt x="0" y="78"/>
                  </a:cubicBezTo>
                  <a:cubicBezTo>
                    <a:pt x="94" y="78"/>
                    <a:pt x="94" y="78"/>
                    <a:pt x="94" y="78"/>
                  </a:cubicBezTo>
                  <a:cubicBezTo>
                    <a:pt x="189" y="78"/>
                    <a:pt x="189" y="78"/>
                    <a:pt x="189" y="78"/>
                  </a:cubicBezTo>
                  <a:cubicBezTo>
                    <a:pt x="230" y="78"/>
                    <a:pt x="230" y="78"/>
                    <a:pt x="230" y="78"/>
                  </a:cubicBezTo>
                  <a:cubicBezTo>
                    <a:pt x="230" y="78"/>
                    <a:pt x="230" y="78"/>
                    <a:pt x="230" y="78"/>
                  </a:cubicBezTo>
                  <a:cubicBezTo>
                    <a:pt x="230" y="75"/>
                    <a:pt x="230" y="75"/>
                    <a:pt x="230" y="75"/>
                  </a:cubicBezTo>
                  <a:cubicBezTo>
                    <a:pt x="230" y="74"/>
                    <a:pt x="230" y="73"/>
                    <a:pt x="230" y="73"/>
                  </a:cubicBezTo>
                  <a:cubicBezTo>
                    <a:pt x="230" y="73"/>
                    <a:pt x="230" y="73"/>
                    <a:pt x="231" y="72"/>
                  </a:cubicBezTo>
                  <a:cubicBezTo>
                    <a:pt x="233" y="70"/>
                    <a:pt x="233" y="70"/>
                    <a:pt x="233" y="70"/>
                  </a:cubicBezTo>
                  <a:cubicBezTo>
                    <a:pt x="233" y="70"/>
                    <a:pt x="233" y="70"/>
                    <a:pt x="233" y="70"/>
                  </a:cubicBezTo>
                  <a:cubicBezTo>
                    <a:pt x="234" y="68"/>
                    <a:pt x="235" y="65"/>
                    <a:pt x="237" y="65"/>
                  </a:cubicBezTo>
                  <a:cubicBezTo>
                    <a:pt x="239" y="65"/>
                    <a:pt x="245" y="61"/>
                    <a:pt x="245" y="61"/>
                  </a:cubicBezTo>
                  <a:cubicBezTo>
                    <a:pt x="249" y="58"/>
                    <a:pt x="249" y="58"/>
                    <a:pt x="249" y="58"/>
                  </a:cubicBezTo>
                  <a:cubicBezTo>
                    <a:pt x="257" y="58"/>
                    <a:pt x="257" y="58"/>
                    <a:pt x="257" y="58"/>
                  </a:cubicBezTo>
                  <a:cubicBezTo>
                    <a:pt x="261" y="52"/>
                    <a:pt x="261" y="52"/>
                    <a:pt x="261" y="52"/>
                  </a:cubicBezTo>
                  <a:cubicBezTo>
                    <a:pt x="269" y="48"/>
                    <a:pt x="269" y="48"/>
                    <a:pt x="269" y="48"/>
                  </a:cubicBezTo>
                  <a:cubicBezTo>
                    <a:pt x="272" y="48"/>
                    <a:pt x="272" y="48"/>
                    <a:pt x="272" y="48"/>
                  </a:cubicBezTo>
                  <a:cubicBezTo>
                    <a:pt x="276" y="45"/>
                    <a:pt x="276" y="45"/>
                    <a:pt x="276" y="45"/>
                  </a:cubicBezTo>
                  <a:cubicBezTo>
                    <a:pt x="280" y="45"/>
                    <a:pt x="280" y="45"/>
                    <a:pt x="280" y="45"/>
                  </a:cubicBezTo>
                  <a:cubicBezTo>
                    <a:pt x="280" y="41"/>
                    <a:pt x="280" y="41"/>
                    <a:pt x="280" y="41"/>
                  </a:cubicBezTo>
                  <a:cubicBezTo>
                    <a:pt x="296" y="34"/>
                    <a:pt x="296" y="34"/>
                    <a:pt x="296" y="34"/>
                  </a:cubicBezTo>
                  <a:cubicBezTo>
                    <a:pt x="314" y="34"/>
                    <a:pt x="314" y="34"/>
                    <a:pt x="314" y="34"/>
                  </a:cubicBezTo>
                  <a:cubicBezTo>
                    <a:pt x="324" y="29"/>
                    <a:pt x="324" y="29"/>
                    <a:pt x="324" y="29"/>
                  </a:cubicBezTo>
                  <a:cubicBezTo>
                    <a:pt x="324" y="28"/>
                    <a:pt x="324" y="28"/>
                    <a:pt x="324" y="28"/>
                  </a:cubicBezTo>
                  <a:cubicBezTo>
                    <a:pt x="324" y="27"/>
                    <a:pt x="324" y="26"/>
                    <a:pt x="325" y="25"/>
                  </a:cubicBezTo>
                  <a:cubicBezTo>
                    <a:pt x="327" y="22"/>
                    <a:pt x="327" y="22"/>
                    <a:pt x="327" y="22"/>
                  </a:cubicBezTo>
                  <a:cubicBezTo>
                    <a:pt x="333" y="22"/>
                    <a:pt x="333" y="22"/>
                    <a:pt x="333" y="22"/>
                  </a:cubicBezTo>
                  <a:cubicBezTo>
                    <a:pt x="336" y="15"/>
                    <a:pt x="336" y="15"/>
                    <a:pt x="336" y="15"/>
                  </a:cubicBezTo>
                  <a:cubicBezTo>
                    <a:pt x="336" y="0"/>
                    <a:pt x="336" y="0"/>
                    <a:pt x="336" y="0"/>
                  </a:cubicBezTo>
                  <a:cubicBezTo>
                    <a:pt x="336" y="0"/>
                    <a:pt x="336" y="0"/>
                    <a:pt x="336" y="0"/>
                  </a:cubicBezTo>
                  <a:cubicBezTo>
                    <a:pt x="336" y="0"/>
                    <a:pt x="336" y="0"/>
                    <a:pt x="336" y="0"/>
                  </a:cubicBezTo>
                  <a:cubicBezTo>
                    <a:pt x="303" y="0"/>
                    <a:pt x="303" y="0"/>
                    <a:pt x="303" y="0"/>
                  </a:cubicBezTo>
                  <a:cubicBezTo>
                    <a:pt x="303" y="0"/>
                    <a:pt x="303" y="0"/>
                    <a:pt x="303" y="0"/>
                  </a:cubicBezTo>
                  <a:lnTo>
                    <a:pt x="302" y="0"/>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23" name="South Dakota">
              <a:extLst>
                <a:ext uri="{FF2B5EF4-FFF2-40B4-BE49-F238E27FC236}">
                  <a16:creationId xmlns:a16="http://schemas.microsoft.com/office/drawing/2014/main" id="{F4DE4889-9B1A-4346-ABC5-ACE9805037B7}"/>
                </a:ext>
              </a:extLst>
            </p:cNvPr>
            <p:cNvSpPr>
              <a:spLocks/>
            </p:cNvSpPr>
            <p:nvPr/>
          </p:nvSpPr>
          <p:spPr bwMode="auto">
            <a:xfrm>
              <a:off x="5239963" y="1494477"/>
              <a:ext cx="1185327" cy="638638"/>
            </a:xfrm>
            <a:custGeom>
              <a:avLst/>
              <a:gdLst>
                <a:gd name="T0" fmla="*/ 0 w 709"/>
                <a:gd name="T1" fmla="*/ 322 h 382"/>
                <a:gd name="T2" fmla="*/ 492 w 709"/>
                <a:gd name="T3" fmla="*/ 322 h 382"/>
                <a:gd name="T4" fmla="*/ 525 w 709"/>
                <a:gd name="T5" fmla="*/ 349 h 382"/>
                <a:gd name="T6" fmla="*/ 622 w 709"/>
                <a:gd name="T7" fmla="*/ 349 h 382"/>
                <a:gd name="T8" fmla="*/ 650 w 709"/>
                <a:gd name="T9" fmla="*/ 370 h 382"/>
                <a:gd name="T10" fmla="*/ 679 w 709"/>
                <a:gd name="T11" fmla="*/ 382 h 382"/>
                <a:gd name="T12" fmla="*/ 679 w 709"/>
                <a:gd name="T13" fmla="*/ 382 h 382"/>
                <a:gd name="T14" fmla="*/ 709 w 709"/>
                <a:gd name="T15" fmla="*/ 351 h 382"/>
                <a:gd name="T16" fmla="*/ 709 w 709"/>
                <a:gd name="T17" fmla="*/ 287 h 382"/>
                <a:gd name="T18" fmla="*/ 707 w 709"/>
                <a:gd name="T19" fmla="*/ 287 h 382"/>
                <a:gd name="T20" fmla="*/ 707 w 709"/>
                <a:gd name="T21" fmla="*/ 285 h 382"/>
                <a:gd name="T22" fmla="*/ 707 w 709"/>
                <a:gd name="T23" fmla="*/ 124 h 382"/>
                <a:gd name="T24" fmla="*/ 679 w 709"/>
                <a:gd name="T25" fmla="*/ 90 h 382"/>
                <a:gd name="T26" fmla="*/ 679 w 709"/>
                <a:gd name="T27" fmla="*/ 0 h 382"/>
                <a:gd name="T28" fmla="*/ 2 w 709"/>
                <a:gd name="T29" fmla="*/ 0 h 382"/>
                <a:gd name="T30" fmla="*/ 2 w 709"/>
                <a:gd name="T31" fmla="*/ 116 h 382"/>
                <a:gd name="T32" fmla="*/ 2 w 709"/>
                <a:gd name="T33" fmla="*/ 119 h 382"/>
                <a:gd name="T34" fmla="*/ 0 w 709"/>
                <a:gd name="T35" fmla="*/ 119 h 382"/>
                <a:gd name="T36" fmla="*/ 0 w 709"/>
                <a:gd name="T37" fmla="*/ 320 h 382"/>
                <a:gd name="T38" fmla="*/ 0 w 709"/>
                <a:gd name="T39" fmla="*/ 322 h 382"/>
                <a:gd name="T40" fmla="*/ 0 w 709"/>
                <a:gd name="T41" fmla="*/ 322 h 382"/>
                <a:gd name="T42" fmla="*/ 0 w 709"/>
                <a:gd name="T43" fmla="*/ 322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09" h="382">
                  <a:moveTo>
                    <a:pt x="0" y="322"/>
                  </a:moveTo>
                  <a:lnTo>
                    <a:pt x="492" y="322"/>
                  </a:lnTo>
                  <a:lnTo>
                    <a:pt x="525" y="349"/>
                  </a:lnTo>
                  <a:lnTo>
                    <a:pt x="622" y="349"/>
                  </a:lnTo>
                  <a:lnTo>
                    <a:pt x="650" y="370"/>
                  </a:lnTo>
                  <a:lnTo>
                    <a:pt x="679" y="382"/>
                  </a:lnTo>
                  <a:lnTo>
                    <a:pt x="679" y="382"/>
                  </a:lnTo>
                  <a:lnTo>
                    <a:pt x="709" y="351"/>
                  </a:lnTo>
                  <a:lnTo>
                    <a:pt x="709" y="287"/>
                  </a:lnTo>
                  <a:lnTo>
                    <a:pt x="707" y="287"/>
                  </a:lnTo>
                  <a:lnTo>
                    <a:pt x="707" y="285"/>
                  </a:lnTo>
                  <a:lnTo>
                    <a:pt x="707" y="124"/>
                  </a:lnTo>
                  <a:lnTo>
                    <a:pt x="679" y="90"/>
                  </a:lnTo>
                  <a:lnTo>
                    <a:pt x="679" y="0"/>
                  </a:lnTo>
                  <a:lnTo>
                    <a:pt x="2" y="0"/>
                  </a:lnTo>
                  <a:lnTo>
                    <a:pt x="2" y="116"/>
                  </a:lnTo>
                  <a:lnTo>
                    <a:pt x="2" y="119"/>
                  </a:lnTo>
                  <a:lnTo>
                    <a:pt x="0" y="119"/>
                  </a:lnTo>
                  <a:lnTo>
                    <a:pt x="0" y="320"/>
                  </a:lnTo>
                  <a:lnTo>
                    <a:pt x="0" y="322"/>
                  </a:lnTo>
                  <a:lnTo>
                    <a:pt x="0" y="322"/>
                  </a:lnTo>
                  <a:lnTo>
                    <a:pt x="0" y="322"/>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24" name="South Carolina">
              <a:extLst>
                <a:ext uri="{FF2B5EF4-FFF2-40B4-BE49-F238E27FC236}">
                  <a16:creationId xmlns:a16="http://schemas.microsoft.com/office/drawing/2014/main" id="{EE273D3B-62C1-4A43-9950-98FCFE500E65}"/>
                </a:ext>
              </a:extLst>
            </p:cNvPr>
            <p:cNvSpPr>
              <a:spLocks/>
            </p:cNvSpPr>
            <p:nvPr/>
          </p:nvSpPr>
          <p:spPr bwMode="auto">
            <a:xfrm>
              <a:off x="8438171" y="3605996"/>
              <a:ext cx="790775" cy="653685"/>
            </a:xfrm>
            <a:custGeom>
              <a:avLst/>
              <a:gdLst>
                <a:gd name="T0" fmla="*/ 200 w 200"/>
                <a:gd name="T1" fmla="*/ 93 h 165"/>
                <a:gd name="T2" fmla="*/ 199 w 200"/>
                <a:gd name="T3" fmla="*/ 93 h 165"/>
                <a:gd name="T4" fmla="*/ 184 w 200"/>
                <a:gd name="T5" fmla="*/ 62 h 165"/>
                <a:gd name="T6" fmla="*/ 175 w 200"/>
                <a:gd name="T7" fmla="*/ 55 h 165"/>
                <a:gd name="T8" fmla="*/ 165 w 200"/>
                <a:gd name="T9" fmla="*/ 44 h 165"/>
                <a:gd name="T10" fmla="*/ 156 w 200"/>
                <a:gd name="T11" fmla="*/ 29 h 165"/>
                <a:gd name="T12" fmla="*/ 143 w 200"/>
                <a:gd name="T13" fmla="*/ 20 h 165"/>
                <a:gd name="T14" fmla="*/ 110 w 200"/>
                <a:gd name="T15" fmla="*/ 18 h 165"/>
                <a:gd name="T16" fmla="*/ 85 w 200"/>
                <a:gd name="T17" fmla="*/ 1 h 165"/>
                <a:gd name="T18" fmla="*/ 40 w 200"/>
                <a:gd name="T19" fmla="*/ 0 h 165"/>
                <a:gd name="T20" fmla="*/ 18 w 200"/>
                <a:gd name="T21" fmla="*/ 2 h 165"/>
                <a:gd name="T22" fmla="*/ 18 w 200"/>
                <a:gd name="T23" fmla="*/ 4 h 165"/>
                <a:gd name="T24" fmla="*/ 18 w 200"/>
                <a:gd name="T25" fmla="*/ 4 h 165"/>
                <a:gd name="T26" fmla="*/ 0 w 200"/>
                <a:gd name="T27" fmla="*/ 8 h 165"/>
                <a:gd name="T28" fmla="*/ 15 w 200"/>
                <a:gd name="T29" fmla="*/ 41 h 165"/>
                <a:gd name="T30" fmla="*/ 26 w 200"/>
                <a:gd name="T31" fmla="*/ 56 h 165"/>
                <a:gd name="T32" fmla="*/ 37 w 200"/>
                <a:gd name="T33" fmla="*/ 70 h 165"/>
                <a:gd name="T34" fmla="*/ 44 w 200"/>
                <a:gd name="T35" fmla="*/ 80 h 165"/>
                <a:gd name="T36" fmla="*/ 54 w 200"/>
                <a:gd name="T37" fmla="*/ 85 h 165"/>
                <a:gd name="T38" fmla="*/ 60 w 200"/>
                <a:gd name="T39" fmla="*/ 94 h 165"/>
                <a:gd name="T40" fmla="*/ 68 w 200"/>
                <a:gd name="T41" fmla="*/ 108 h 165"/>
                <a:gd name="T42" fmla="*/ 77 w 200"/>
                <a:gd name="T43" fmla="*/ 117 h 165"/>
                <a:gd name="T44" fmla="*/ 84 w 200"/>
                <a:gd name="T45" fmla="*/ 141 h 165"/>
                <a:gd name="T46" fmla="*/ 90 w 200"/>
                <a:gd name="T47" fmla="*/ 153 h 165"/>
                <a:gd name="T48" fmla="*/ 102 w 200"/>
                <a:gd name="T49" fmla="*/ 163 h 165"/>
                <a:gd name="T50" fmla="*/ 105 w 200"/>
                <a:gd name="T51" fmla="*/ 165 h 165"/>
                <a:gd name="T52" fmla="*/ 99 w 200"/>
                <a:gd name="T53" fmla="*/ 156 h 165"/>
                <a:gd name="T54" fmla="*/ 122 w 200"/>
                <a:gd name="T55" fmla="*/ 156 h 165"/>
                <a:gd name="T56" fmla="*/ 141 w 200"/>
                <a:gd name="T57" fmla="*/ 145 h 165"/>
                <a:gd name="T58" fmla="*/ 145 w 200"/>
                <a:gd name="T59" fmla="*/ 141 h 165"/>
                <a:gd name="T60" fmla="*/ 157 w 200"/>
                <a:gd name="T61" fmla="*/ 133 h 165"/>
                <a:gd name="T62" fmla="*/ 161 w 200"/>
                <a:gd name="T63" fmla="*/ 125 h 165"/>
                <a:gd name="T64" fmla="*/ 165 w 200"/>
                <a:gd name="T65" fmla="*/ 117 h 165"/>
                <a:gd name="T66" fmla="*/ 173 w 200"/>
                <a:gd name="T67" fmla="*/ 106 h 165"/>
                <a:gd name="T68" fmla="*/ 184 w 200"/>
                <a:gd name="T69" fmla="*/ 98 h 165"/>
                <a:gd name="T70" fmla="*/ 200 w 200"/>
                <a:gd name="T71" fmla="*/ 93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0" h="165">
                  <a:moveTo>
                    <a:pt x="200" y="93"/>
                  </a:moveTo>
                  <a:cubicBezTo>
                    <a:pt x="200" y="93"/>
                    <a:pt x="200" y="93"/>
                    <a:pt x="200" y="93"/>
                  </a:cubicBezTo>
                  <a:cubicBezTo>
                    <a:pt x="200" y="93"/>
                    <a:pt x="200" y="93"/>
                    <a:pt x="200" y="93"/>
                  </a:cubicBezTo>
                  <a:cubicBezTo>
                    <a:pt x="199" y="93"/>
                    <a:pt x="199" y="93"/>
                    <a:pt x="199" y="93"/>
                  </a:cubicBezTo>
                  <a:cubicBezTo>
                    <a:pt x="184" y="74"/>
                    <a:pt x="184" y="74"/>
                    <a:pt x="184" y="74"/>
                  </a:cubicBezTo>
                  <a:cubicBezTo>
                    <a:pt x="184" y="62"/>
                    <a:pt x="184" y="62"/>
                    <a:pt x="184" y="62"/>
                  </a:cubicBezTo>
                  <a:cubicBezTo>
                    <a:pt x="175" y="55"/>
                    <a:pt x="175" y="55"/>
                    <a:pt x="175" y="55"/>
                  </a:cubicBezTo>
                  <a:cubicBezTo>
                    <a:pt x="175" y="55"/>
                    <a:pt x="175" y="55"/>
                    <a:pt x="175" y="55"/>
                  </a:cubicBezTo>
                  <a:cubicBezTo>
                    <a:pt x="171" y="52"/>
                    <a:pt x="171" y="52"/>
                    <a:pt x="171" y="52"/>
                  </a:cubicBezTo>
                  <a:cubicBezTo>
                    <a:pt x="165" y="44"/>
                    <a:pt x="165" y="44"/>
                    <a:pt x="165" y="44"/>
                  </a:cubicBezTo>
                  <a:cubicBezTo>
                    <a:pt x="156" y="37"/>
                    <a:pt x="156" y="37"/>
                    <a:pt x="156" y="37"/>
                  </a:cubicBezTo>
                  <a:cubicBezTo>
                    <a:pt x="156" y="29"/>
                    <a:pt x="156" y="29"/>
                    <a:pt x="156" y="29"/>
                  </a:cubicBezTo>
                  <a:cubicBezTo>
                    <a:pt x="151" y="25"/>
                    <a:pt x="151" y="25"/>
                    <a:pt x="151" y="25"/>
                  </a:cubicBezTo>
                  <a:cubicBezTo>
                    <a:pt x="143" y="20"/>
                    <a:pt x="143" y="20"/>
                    <a:pt x="143" y="20"/>
                  </a:cubicBezTo>
                  <a:cubicBezTo>
                    <a:pt x="138" y="18"/>
                    <a:pt x="138" y="18"/>
                    <a:pt x="138" y="18"/>
                  </a:cubicBezTo>
                  <a:cubicBezTo>
                    <a:pt x="110" y="18"/>
                    <a:pt x="110" y="18"/>
                    <a:pt x="110" y="18"/>
                  </a:cubicBezTo>
                  <a:cubicBezTo>
                    <a:pt x="99" y="8"/>
                    <a:pt x="99" y="8"/>
                    <a:pt x="99" y="8"/>
                  </a:cubicBezTo>
                  <a:cubicBezTo>
                    <a:pt x="85" y="1"/>
                    <a:pt x="85" y="1"/>
                    <a:pt x="85" y="1"/>
                  </a:cubicBezTo>
                  <a:cubicBezTo>
                    <a:pt x="85" y="1"/>
                    <a:pt x="85" y="1"/>
                    <a:pt x="85" y="1"/>
                  </a:cubicBezTo>
                  <a:cubicBezTo>
                    <a:pt x="72" y="0"/>
                    <a:pt x="54" y="0"/>
                    <a:pt x="40" y="0"/>
                  </a:cubicBezTo>
                  <a:cubicBezTo>
                    <a:pt x="23" y="0"/>
                    <a:pt x="21" y="1"/>
                    <a:pt x="20" y="1"/>
                  </a:cubicBezTo>
                  <a:cubicBezTo>
                    <a:pt x="19" y="1"/>
                    <a:pt x="18" y="2"/>
                    <a:pt x="18" y="2"/>
                  </a:cubicBezTo>
                  <a:cubicBezTo>
                    <a:pt x="15" y="4"/>
                    <a:pt x="15" y="4"/>
                    <a:pt x="15" y="4"/>
                  </a:cubicBezTo>
                  <a:cubicBezTo>
                    <a:pt x="18" y="4"/>
                    <a:pt x="18" y="4"/>
                    <a:pt x="18" y="4"/>
                  </a:cubicBezTo>
                  <a:cubicBezTo>
                    <a:pt x="18" y="4"/>
                    <a:pt x="18" y="4"/>
                    <a:pt x="18" y="4"/>
                  </a:cubicBezTo>
                  <a:cubicBezTo>
                    <a:pt x="18" y="4"/>
                    <a:pt x="18" y="4"/>
                    <a:pt x="18" y="4"/>
                  </a:cubicBezTo>
                  <a:cubicBezTo>
                    <a:pt x="0" y="8"/>
                    <a:pt x="0" y="8"/>
                    <a:pt x="0" y="8"/>
                  </a:cubicBezTo>
                  <a:cubicBezTo>
                    <a:pt x="0" y="8"/>
                    <a:pt x="0" y="8"/>
                    <a:pt x="0" y="8"/>
                  </a:cubicBezTo>
                  <a:cubicBezTo>
                    <a:pt x="0" y="25"/>
                    <a:pt x="0" y="25"/>
                    <a:pt x="0" y="25"/>
                  </a:cubicBezTo>
                  <a:cubicBezTo>
                    <a:pt x="15" y="41"/>
                    <a:pt x="15" y="41"/>
                    <a:pt x="15" y="41"/>
                  </a:cubicBezTo>
                  <a:cubicBezTo>
                    <a:pt x="25" y="44"/>
                    <a:pt x="25" y="44"/>
                    <a:pt x="25" y="44"/>
                  </a:cubicBezTo>
                  <a:cubicBezTo>
                    <a:pt x="26" y="56"/>
                    <a:pt x="26" y="56"/>
                    <a:pt x="26" y="56"/>
                  </a:cubicBezTo>
                  <a:cubicBezTo>
                    <a:pt x="29" y="65"/>
                    <a:pt x="29" y="65"/>
                    <a:pt x="29" y="65"/>
                  </a:cubicBezTo>
                  <a:cubicBezTo>
                    <a:pt x="37" y="70"/>
                    <a:pt x="37" y="70"/>
                    <a:pt x="37" y="70"/>
                  </a:cubicBezTo>
                  <a:cubicBezTo>
                    <a:pt x="37" y="76"/>
                    <a:pt x="37" y="76"/>
                    <a:pt x="37" y="76"/>
                  </a:cubicBezTo>
                  <a:cubicBezTo>
                    <a:pt x="44" y="80"/>
                    <a:pt x="44" y="80"/>
                    <a:pt x="44" y="80"/>
                  </a:cubicBezTo>
                  <a:cubicBezTo>
                    <a:pt x="49" y="80"/>
                    <a:pt x="49" y="80"/>
                    <a:pt x="49" y="80"/>
                  </a:cubicBezTo>
                  <a:cubicBezTo>
                    <a:pt x="54" y="85"/>
                    <a:pt x="54" y="85"/>
                    <a:pt x="54" y="85"/>
                  </a:cubicBezTo>
                  <a:cubicBezTo>
                    <a:pt x="54" y="94"/>
                    <a:pt x="54" y="94"/>
                    <a:pt x="54" y="94"/>
                  </a:cubicBezTo>
                  <a:cubicBezTo>
                    <a:pt x="60" y="94"/>
                    <a:pt x="60" y="94"/>
                    <a:pt x="60" y="94"/>
                  </a:cubicBezTo>
                  <a:cubicBezTo>
                    <a:pt x="60" y="103"/>
                    <a:pt x="60" y="103"/>
                    <a:pt x="60" y="103"/>
                  </a:cubicBezTo>
                  <a:cubicBezTo>
                    <a:pt x="68" y="108"/>
                    <a:pt x="68" y="108"/>
                    <a:pt x="68" y="108"/>
                  </a:cubicBezTo>
                  <a:cubicBezTo>
                    <a:pt x="73" y="113"/>
                    <a:pt x="73" y="113"/>
                    <a:pt x="73" y="113"/>
                  </a:cubicBezTo>
                  <a:cubicBezTo>
                    <a:pt x="77" y="117"/>
                    <a:pt x="77" y="117"/>
                    <a:pt x="77" y="117"/>
                  </a:cubicBezTo>
                  <a:cubicBezTo>
                    <a:pt x="77" y="134"/>
                    <a:pt x="77" y="134"/>
                    <a:pt x="77" y="134"/>
                  </a:cubicBezTo>
                  <a:cubicBezTo>
                    <a:pt x="84" y="141"/>
                    <a:pt x="84" y="141"/>
                    <a:pt x="84" y="141"/>
                  </a:cubicBezTo>
                  <a:cubicBezTo>
                    <a:pt x="84" y="149"/>
                    <a:pt x="84" y="149"/>
                    <a:pt x="84" y="149"/>
                  </a:cubicBezTo>
                  <a:cubicBezTo>
                    <a:pt x="90" y="153"/>
                    <a:pt x="90" y="153"/>
                    <a:pt x="90" y="153"/>
                  </a:cubicBezTo>
                  <a:cubicBezTo>
                    <a:pt x="95" y="153"/>
                    <a:pt x="95" y="153"/>
                    <a:pt x="95" y="153"/>
                  </a:cubicBezTo>
                  <a:cubicBezTo>
                    <a:pt x="102" y="163"/>
                    <a:pt x="102" y="163"/>
                    <a:pt x="102" y="163"/>
                  </a:cubicBezTo>
                  <a:cubicBezTo>
                    <a:pt x="104" y="165"/>
                    <a:pt x="104" y="165"/>
                    <a:pt x="104" y="165"/>
                  </a:cubicBezTo>
                  <a:cubicBezTo>
                    <a:pt x="105" y="165"/>
                    <a:pt x="105" y="165"/>
                    <a:pt x="105" y="165"/>
                  </a:cubicBezTo>
                  <a:cubicBezTo>
                    <a:pt x="102" y="160"/>
                    <a:pt x="102" y="160"/>
                    <a:pt x="102" y="160"/>
                  </a:cubicBezTo>
                  <a:cubicBezTo>
                    <a:pt x="99" y="156"/>
                    <a:pt x="99" y="156"/>
                    <a:pt x="99" y="156"/>
                  </a:cubicBezTo>
                  <a:cubicBezTo>
                    <a:pt x="102" y="156"/>
                    <a:pt x="102" y="156"/>
                    <a:pt x="102" y="156"/>
                  </a:cubicBezTo>
                  <a:cubicBezTo>
                    <a:pt x="122" y="156"/>
                    <a:pt x="122" y="156"/>
                    <a:pt x="122" y="156"/>
                  </a:cubicBezTo>
                  <a:cubicBezTo>
                    <a:pt x="126" y="156"/>
                    <a:pt x="126" y="156"/>
                    <a:pt x="126" y="156"/>
                  </a:cubicBezTo>
                  <a:cubicBezTo>
                    <a:pt x="141" y="145"/>
                    <a:pt x="141" y="145"/>
                    <a:pt x="141" y="145"/>
                  </a:cubicBezTo>
                  <a:cubicBezTo>
                    <a:pt x="145" y="145"/>
                    <a:pt x="145" y="145"/>
                    <a:pt x="145" y="145"/>
                  </a:cubicBezTo>
                  <a:cubicBezTo>
                    <a:pt x="145" y="141"/>
                    <a:pt x="145" y="141"/>
                    <a:pt x="145" y="141"/>
                  </a:cubicBezTo>
                  <a:cubicBezTo>
                    <a:pt x="149" y="137"/>
                    <a:pt x="149" y="137"/>
                    <a:pt x="149" y="137"/>
                  </a:cubicBezTo>
                  <a:cubicBezTo>
                    <a:pt x="157" y="133"/>
                    <a:pt x="157" y="133"/>
                    <a:pt x="157" y="133"/>
                  </a:cubicBezTo>
                  <a:cubicBezTo>
                    <a:pt x="161" y="129"/>
                    <a:pt x="161" y="129"/>
                    <a:pt x="161" y="129"/>
                  </a:cubicBezTo>
                  <a:cubicBezTo>
                    <a:pt x="161" y="125"/>
                    <a:pt x="161" y="125"/>
                    <a:pt x="161" y="125"/>
                  </a:cubicBezTo>
                  <a:cubicBezTo>
                    <a:pt x="161" y="121"/>
                    <a:pt x="161" y="121"/>
                    <a:pt x="161" y="121"/>
                  </a:cubicBezTo>
                  <a:cubicBezTo>
                    <a:pt x="165" y="117"/>
                    <a:pt x="165" y="117"/>
                    <a:pt x="165" y="117"/>
                  </a:cubicBezTo>
                  <a:cubicBezTo>
                    <a:pt x="169" y="110"/>
                    <a:pt x="169" y="110"/>
                    <a:pt x="169" y="110"/>
                  </a:cubicBezTo>
                  <a:cubicBezTo>
                    <a:pt x="173" y="106"/>
                    <a:pt x="173" y="106"/>
                    <a:pt x="173" y="106"/>
                  </a:cubicBezTo>
                  <a:cubicBezTo>
                    <a:pt x="184" y="102"/>
                    <a:pt x="184" y="102"/>
                    <a:pt x="184" y="102"/>
                  </a:cubicBezTo>
                  <a:cubicBezTo>
                    <a:pt x="184" y="98"/>
                    <a:pt x="184" y="98"/>
                    <a:pt x="184" y="98"/>
                  </a:cubicBezTo>
                  <a:cubicBezTo>
                    <a:pt x="200" y="94"/>
                    <a:pt x="200" y="94"/>
                    <a:pt x="200" y="94"/>
                  </a:cubicBezTo>
                  <a:cubicBezTo>
                    <a:pt x="200" y="93"/>
                    <a:pt x="200" y="93"/>
                    <a:pt x="200" y="93"/>
                  </a:cubicBez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25" name="Rhode Island">
              <a:extLst>
                <a:ext uri="{FF2B5EF4-FFF2-40B4-BE49-F238E27FC236}">
                  <a16:creationId xmlns:a16="http://schemas.microsoft.com/office/drawing/2014/main" id="{2F19E1AD-EFB5-4A73-8D0E-171CAA23503B}"/>
                </a:ext>
              </a:extLst>
            </p:cNvPr>
            <p:cNvSpPr>
              <a:spLocks/>
            </p:cNvSpPr>
            <p:nvPr/>
          </p:nvSpPr>
          <p:spPr bwMode="auto">
            <a:xfrm>
              <a:off x="10210310" y="2413982"/>
              <a:ext cx="95294" cy="133746"/>
            </a:xfrm>
            <a:custGeom>
              <a:avLst/>
              <a:gdLst>
                <a:gd name="T0" fmla="*/ 22 w 24"/>
                <a:gd name="T1" fmla="*/ 7 h 34"/>
                <a:gd name="T2" fmla="*/ 16 w 24"/>
                <a:gd name="T3" fmla="*/ 0 h 34"/>
                <a:gd name="T4" fmla="*/ 0 w 24"/>
                <a:gd name="T5" fmla="*/ 0 h 34"/>
                <a:gd name="T6" fmla="*/ 0 w 24"/>
                <a:gd name="T7" fmla="*/ 34 h 34"/>
                <a:gd name="T8" fmla="*/ 1 w 24"/>
                <a:gd name="T9" fmla="*/ 34 h 34"/>
                <a:gd name="T10" fmla="*/ 14 w 24"/>
                <a:gd name="T11" fmla="*/ 32 h 34"/>
                <a:gd name="T12" fmla="*/ 17 w 24"/>
                <a:gd name="T13" fmla="*/ 28 h 34"/>
                <a:gd name="T14" fmla="*/ 21 w 24"/>
                <a:gd name="T15" fmla="*/ 16 h 34"/>
                <a:gd name="T16" fmla="*/ 21 w 24"/>
                <a:gd name="T17" fmla="*/ 12 h 34"/>
                <a:gd name="T18" fmla="*/ 24 w 24"/>
                <a:gd name="T19" fmla="*/ 15 h 34"/>
                <a:gd name="T20" fmla="*/ 22 w 24"/>
                <a:gd name="T21" fmla="*/ 9 h 34"/>
                <a:gd name="T22" fmla="*/ 22 w 24"/>
                <a:gd name="T23" fmla="*/ 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4">
                  <a:moveTo>
                    <a:pt x="22" y="7"/>
                  </a:moveTo>
                  <a:cubicBezTo>
                    <a:pt x="16" y="0"/>
                    <a:pt x="16" y="0"/>
                    <a:pt x="16" y="0"/>
                  </a:cubicBezTo>
                  <a:cubicBezTo>
                    <a:pt x="0" y="0"/>
                    <a:pt x="0" y="0"/>
                    <a:pt x="0" y="0"/>
                  </a:cubicBezTo>
                  <a:cubicBezTo>
                    <a:pt x="0" y="34"/>
                    <a:pt x="0" y="34"/>
                    <a:pt x="0" y="34"/>
                  </a:cubicBezTo>
                  <a:cubicBezTo>
                    <a:pt x="1" y="34"/>
                    <a:pt x="1" y="34"/>
                    <a:pt x="1" y="34"/>
                  </a:cubicBezTo>
                  <a:cubicBezTo>
                    <a:pt x="14" y="32"/>
                    <a:pt x="14" y="32"/>
                    <a:pt x="14" y="32"/>
                  </a:cubicBezTo>
                  <a:cubicBezTo>
                    <a:pt x="17" y="28"/>
                    <a:pt x="17" y="28"/>
                    <a:pt x="17" y="28"/>
                  </a:cubicBezTo>
                  <a:cubicBezTo>
                    <a:pt x="21" y="16"/>
                    <a:pt x="21" y="16"/>
                    <a:pt x="21" y="16"/>
                  </a:cubicBezTo>
                  <a:cubicBezTo>
                    <a:pt x="21" y="12"/>
                    <a:pt x="21" y="12"/>
                    <a:pt x="21" y="12"/>
                  </a:cubicBezTo>
                  <a:cubicBezTo>
                    <a:pt x="24" y="15"/>
                    <a:pt x="24" y="15"/>
                    <a:pt x="24" y="15"/>
                  </a:cubicBezTo>
                  <a:cubicBezTo>
                    <a:pt x="24" y="14"/>
                    <a:pt x="23" y="11"/>
                    <a:pt x="22" y="9"/>
                  </a:cubicBezTo>
                  <a:lnTo>
                    <a:pt x="22" y="7"/>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26" name="Pennsylvania">
              <a:extLst>
                <a:ext uri="{FF2B5EF4-FFF2-40B4-BE49-F238E27FC236}">
                  <a16:creationId xmlns:a16="http://schemas.microsoft.com/office/drawing/2014/main" id="{CBCD3F6C-87EA-4AC6-B60F-CCA20B37C3CE}"/>
                </a:ext>
              </a:extLst>
            </p:cNvPr>
            <p:cNvSpPr>
              <a:spLocks/>
            </p:cNvSpPr>
            <p:nvPr/>
          </p:nvSpPr>
          <p:spPr bwMode="auto">
            <a:xfrm>
              <a:off x="8849441" y="2370515"/>
              <a:ext cx="886069" cy="526626"/>
            </a:xfrm>
            <a:custGeom>
              <a:avLst/>
              <a:gdLst>
                <a:gd name="T0" fmla="*/ 0 w 224"/>
                <a:gd name="T1" fmla="*/ 71 h 133"/>
                <a:gd name="T2" fmla="*/ 0 w 224"/>
                <a:gd name="T3" fmla="*/ 75 h 133"/>
                <a:gd name="T4" fmla="*/ 0 w 224"/>
                <a:gd name="T5" fmla="*/ 130 h 133"/>
                <a:gd name="T6" fmla="*/ 36 w 224"/>
                <a:gd name="T7" fmla="*/ 130 h 133"/>
                <a:gd name="T8" fmla="*/ 181 w 224"/>
                <a:gd name="T9" fmla="*/ 130 h 133"/>
                <a:gd name="T10" fmla="*/ 191 w 224"/>
                <a:gd name="T11" fmla="*/ 133 h 133"/>
                <a:gd name="T12" fmla="*/ 191 w 224"/>
                <a:gd name="T13" fmla="*/ 133 h 133"/>
                <a:gd name="T14" fmla="*/ 192 w 224"/>
                <a:gd name="T15" fmla="*/ 133 h 133"/>
                <a:gd name="T16" fmla="*/ 198 w 224"/>
                <a:gd name="T17" fmla="*/ 130 h 133"/>
                <a:gd name="T18" fmla="*/ 211 w 224"/>
                <a:gd name="T19" fmla="*/ 118 h 133"/>
                <a:gd name="T20" fmla="*/ 211 w 224"/>
                <a:gd name="T21" fmla="*/ 118 h 133"/>
                <a:gd name="T22" fmla="*/ 211 w 224"/>
                <a:gd name="T23" fmla="*/ 113 h 133"/>
                <a:gd name="T24" fmla="*/ 215 w 224"/>
                <a:gd name="T25" fmla="*/ 107 h 133"/>
                <a:gd name="T26" fmla="*/ 215 w 224"/>
                <a:gd name="T27" fmla="*/ 92 h 133"/>
                <a:gd name="T28" fmla="*/ 208 w 224"/>
                <a:gd name="T29" fmla="*/ 79 h 133"/>
                <a:gd name="T30" fmla="*/ 208 w 224"/>
                <a:gd name="T31" fmla="*/ 79 h 133"/>
                <a:gd name="T32" fmla="*/ 205 w 224"/>
                <a:gd name="T33" fmla="*/ 80 h 133"/>
                <a:gd name="T34" fmla="*/ 205 w 224"/>
                <a:gd name="T35" fmla="*/ 80 h 133"/>
                <a:gd name="T36" fmla="*/ 205 w 224"/>
                <a:gd name="T37" fmla="*/ 79 h 133"/>
                <a:gd name="T38" fmla="*/ 206 w 224"/>
                <a:gd name="T39" fmla="*/ 78 h 133"/>
                <a:gd name="T40" fmla="*/ 206 w 224"/>
                <a:gd name="T41" fmla="*/ 78 h 133"/>
                <a:gd name="T42" fmla="*/ 206 w 224"/>
                <a:gd name="T43" fmla="*/ 78 h 133"/>
                <a:gd name="T44" fmla="*/ 207 w 224"/>
                <a:gd name="T45" fmla="*/ 75 h 133"/>
                <a:gd name="T46" fmla="*/ 209 w 224"/>
                <a:gd name="T47" fmla="*/ 69 h 133"/>
                <a:gd name="T48" fmla="*/ 215 w 224"/>
                <a:gd name="T49" fmla="*/ 60 h 133"/>
                <a:gd name="T50" fmla="*/ 215 w 224"/>
                <a:gd name="T51" fmla="*/ 49 h 133"/>
                <a:gd name="T52" fmla="*/ 224 w 224"/>
                <a:gd name="T53" fmla="*/ 46 h 133"/>
                <a:gd name="T54" fmla="*/ 223 w 224"/>
                <a:gd name="T55" fmla="*/ 46 h 133"/>
                <a:gd name="T56" fmla="*/ 222 w 224"/>
                <a:gd name="T57" fmla="*/ 45 h 133"/>
                <a:gd name="T58" fmla="*/ 215 w 224"/>
                <a:gd name="T59" fmla="*/ 37 h 133"/>
                <a:gd name="T60" fmla="*/ 213 w 224"/>
                <a:gd name="T61" fmla="*/ 30 h 133"/>
                <a:gd name="T62" fmla="*/ 209 w 224"/>
                <a:gd name="T63" fmla="*/ 21 h 133"/>
                <a:gd name="T64" fmla="*/ 209 w 224"/>
                <a:gd name="T65" fmla="*/ 21 h 133"/>
                <a:gd name="T66" fmla="*/ 208 w 224"/>
                <a:gd name="T67" fmla="*/ 21 h 133"/>
                <a:gd name="T68" fmla="*/ 204 w 224"/>
                <a:gd name="T69" fmla="*/ 24 h 133"/>
                <a:gd name="T70" fmla="*/ 206 w 224"/>
                <a:gd name="T71" fmla="*/ 21 h 133"/>
                <a:gd name="T72" fmla="*/ 205 w 224"/>
                <a:gd name="T73" fmla="*/ 16 h 133"/>
                <a:gd name="T74" fmla="*/ 204 w 224"/>
                <a:gd name="T75" fmla="*/ 2 h 133"/>
                <a:gd name="T76" fmla="*/ 26 w 224"/>
                <a:gd name="T77" fmla="*/ 2 h 133"/>
                <a:gd name="T78" fmla="*/ 25 w 224"/>
                <a:gd name="T79" fmla="*/ 1 h 133"/>
                <a:gd name="T80" fmla="*/ 25 w 224"/>
                <a:gd name="T81" fmla="*/ 1 h 133"/>
                <a:gd name="T82" fmla="*/ 18 w 224"/>
                <a:gd name="T83" fmla="*/ 1 h 133"/>
                <a:gd name="T84" fmla="*/ 18 w 224"/>
                <a:gd name="T85" fmla="*/ 0 h 133"/>
                <a:gd name="T86" fmla="*/ 17 w 224"/>
                <a:gd name="T87" fmla="*/ 0 h 133"/>
                <a:gd name="T88" fmla="*/ 0 w 224"/>
                <a:gd name="T89" fmla="*/ 10 h 133"/>
                <a:gd name="T90" fmla="*/ 0 w 224"/>
                <a:gd name="T91" fmla="*/ 12 h 133"/>
                <a:gd name="T92" fmla="*/ 0 w 224"/>
                <a:gd name="T93" fmla="*/ 71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4" h="133">
                  <a:moveTo>
                    <a:pt x="0" y="71"/>
                  </a:moveTo>
                  <a:cubicBezTo>
                    <a:pt x="0" y="75"/>
                    <a:pt x="0" y="75"/>
                    <a:pt x="0" y="75"/>
                  </a:cubicBezTo>
                  <a:cubicBezTo>
                    <a:pt x="0" y="130"/>
                    <a:pt x="0" y="130"/>
                    <a:pt x="0" y="130"/>
                  </a:cubicBezTo>
                  <a:cubicBezTo>
                    <a:pt x="36" y="130"/>
                    <a:pt x="36" y="130"/>
                    <a:pt x="36" y="130"/>
                  </a:cubicBezTo>
                  <a:cubicBezTo>
                    <a:pt x="181" y="130"/>
                    <a:pt x="181" y="130"/>
                    <a:pt x="181" y="130"/>
                  </a:cubicBezTo>
                  <a:cubicBezTo>
                    <a:pt x="182" y="130"/>
                    <a:pt x="186" y="133"/>
                    <a:pt x="191" y="133"/>
                  </a:cubicBezTo>
                  <a:cubicBezTo>
                    <a:pt x="191" y="133"/>
                    <a:pt x="191" y="133"/>
                    <a:pt x="191" y="133"/>
                  </a:cubicBezTo>
                  <a:cubicBezTo>
                    <a:pt x="192" y="133"/>
                    <a:pt x="192" y="133"/>
                    <a:pt x="192" y="133"/>
                  </a:cubicBezTo>
                  <a:cubicBezTo>
                    <a:pt x="195" y="133"/>
                    <a:pt x="197" y="132"/>
                    <a:pt x="198" y="130"/>
                  </a:cubicBezTo>
                  <a:cubicBezTo>
                    <a:pt x="204" y="124"/>
                    <a:pt x="209" y="119"/>
                    <a:pt x="211" y="118"/>
                  </a:cubicBezTo>
                  <a:cubicBezTo>
                    <a:pt x="211" y="118"/>
                    <a:pt x="211" y="118"/>
                    <a:pt x="211" y="118"/>
                  </a:cubicBezTo>
                  <a:cubicBezTo>
                    <a:pt x="211" y="113"/>
                    <a:pt x="211" y="113"/>
                    <a:pt x="211" y="113"/>
                  </a:cubicBezTo>
                  <a:cubicBezTo>
                    <a:pt x="215" y="107"/>
                    <a:pt x="215" y="107"/>
                    <a:pt x="215" y="107"/>
                  </a:cubicBezTo>
                  <a:cubicBezTo>
                    <a:pt x="215" y="92"/>
                    <a:pt x="215" y="92"/>
                    <a:pt x="215" y="92"/>
                  </a:cubicBezTo>
                  <a:cubicBezTo>
                    <a:pt x="208" y="79"/>
                    <a:pt x="208" y="79"/>
                    <a:pt x="208" y="79"/>
                  </a:cubicBezTo>
                  <a:cubicBezTo>
                    <a:pt x="208" y="79"/>
                    <a:pt x="208" y="79"/>
                    <a:pt x="208" y="79"/>
                  </a:cubicBezTo>
                  <a:cubicBezTo>
                    <a:pt x="205" y="80"/>
                    <a:pt x="205" y="80"/>
                    <a:pt x="205" y="80"/>
                  </a:cubicBezTo>
                  <a:cubicBezTo>
                    <a:pt x="205" y="80"/>
                    <a:pt x="205" y="80"/>
                    <a:pt x="205" y="80"/>
                  </a:cubicBezTo>
                  <a:cubicBezTo>
                    <a:pt x="205" y="79"/>
                    <a:pt x="205" y="79"/>
                    <a:pt x="205" y="79"/>
                  </a:cubicBezTo>
                  <a:cubicBezTo>
                    <a:pt x="205" y="78"/>
                    <a:pt x="206" y="78"/>
                    <a:pt x="206" y="78"/>
                  </a:cubicBezTo>
                  <a:cubicBezTo>
                    <a:pt x="206" y="78"/>
                    <a:pt x="206" y="78"/>
                    <a:pt x="206" y="78"/>
                  </a:cubicBezTo>
                  <a:cubicBezTo>
                    <a:pt x="206" y="78"/>
                    <a:pt x="206" y="78"/>
                    <a:pt x="206" y="78"/>
                  </a:cubicBezTo>
                  <a:cubicBezTo>
                    <a:pt x="207" y="75"/>
                    <a:pt x="207" y="75"/>
                    <a:pt x="207" y="75"/>
                  </a:cubicBezTo>
                  <a:cubicBezTo>
                    <a:pt x="209" y="69"/>
                    <a:pt x="209" y="69"/>
                    <a:pt x="209" y="69"/>
                  </a:cubicBezTo>
                  <a:cubicBezTo>
                    <a:pt x="215" y="60"/>
                    <a:pt x="215" y="60"/>
                    <a:pt x="215" y="60"/>
                  </a:cubicBezTo>
                  <a:cubicBezTo>
                    <a:pt x="215" y="49"/>
                    <a:pt x="215" y="49"/>
                    <a:pt x="215" y="49"/>
                  </a:cubicBezTo>
                  <a:cubicBezTo>
                    <a:pt x="224" y="46"/>
                    <a:pt x="224" y="46"/>
                    <a:pt x="224" y="46"/>
                  </a:cubicBezTo>
                  <a:cubicBezTo>
                    <a:pt x="223" y="46"/>
                    <a:pt x="223" y="46"/>
                    <a:pt x="223" y="46"/>
                  </a:cubicBezTo>
                  <a:cubicBezTo>
                    <a:pt x="222" y="45"/>
                    <a:pt x="222" y="45"/>
                    <a:pt x="222" y="45"/>
                  </a:cubicBezTo>
                  <a:cubicBezTo>
                    <a:pt x="215" y="37"/>
                    <a:pt x="215" y="37"/>
                    <a:pt x="215" y="37"/>
                  </a:cubicBezTo>
                  <a:cubicBezTo>
                    <a:pt x="213" y="30"/>
                    <a:pt x="213" y="30"/>
                    <a:pt x="213" y="30"/>
                  </a:cubicBezTo>
                  <a:cubicBezTo>
                    <a:pt x="209" y="21"/>
                    <a:pt x="209" y="21"/>
                    <a:pt x="209" y="21"/>
                  </a:cubicBezTo>
                  <a:cubicBezTo>
                    <a:pt x="209" y="21"/>
                    <a:pt x="209" y="21"/>
                    <a:pt x="209" y="21"/>
                  </a:cubicBezTo>
                  <a:cubicBezTo>
                    <a:pt x="208" y="21"/>
                    <a:pt x="208" y="21"/>
                    <a:pt x="208" y="21"/>
                  </a:cubicBezTo>
                  <a:cubicBezTo>
                    <a:pt x="204" y="24"/>
                    <a:pt x="204" y="24"/>
                    <a:pt x="204" y="24"/>
                  </a:cubicBezTo>
                  <a:cubicBezTo>
                    <a:pt x="206" y="21"/>
                    <a:pt x="206" y="21"/>
                    <a:pt x="206" y="21"/>
                  </a:cubicBezTo>
                  <a:cubicBezTo>
                    <a:pt x="205" y="20"/>
                    <a:pt x="205" y="18"/>
                    <a:pt x="205" y="16"/>
                  </a:cubicBezTo>
                  <a:cubicBezTo>
                    <a:pt x="205" y="8"/>
                    <a:pt x="204" y="3"/>
                    <a:pt x="204" y="2"/>
                  </a:cubicBezTo>
                  <a:cubicBezTo>
                    <a:pt x="26" y="2"/>
                    <a:pt x="26" y="2"/>
                    <a:pt x="26" y="2"/>
                  </a:cubicBezTo>
                  <a:cubicBezTo>
                    <a:pt x="25" y="1"/>
                    <a:pt x="25" y="1"/>
                    <a:pt x="25" y="1"/>
                  </a:cubicBezTo>
                  <a:cubicBezTo>
                    <a:pt x="25" y="1"/>
                    <a:pt x="25" y="1"/>
                    <a:pt x="25" y="1"/>
                  </a:cubicBezTo>
                  <a:cubicBezTo>
                    <a:pt x="18" y="1"/>
                    <a:pt x="18" y="1"/>
                    <a:pt x="18" y="1"/>
                  </a:cubicBezTo>
                  <a:cubicBezTo>
                    <a:pt x="18" y="0"/>
                    <a:pt x="18" y="0"/>
                    <a:pt x="18" y="0"/>
                  </a:cubicBezTo>
                  <a:cubicBezTo>
                    <a:pt x="17" y="0"/>
                    <a:pt x="17" y="0"/>
                    <a:pt x="17" y="0"/>
                  </a:cubicBezTo>
                  <a:cubicBezTo>
                    <a:pt x="0" y="10"/>
                    <a:pt x="0" y="10"/>
                    <a:pt x="0" y="10"/>
                  </a:cubicBezTo>
                  <a:cubicBezTo>
                    <a:pt x="0" y="12"/>
                    <a:pt x="0" y="12"/>
                    <a:pt x="0" y="12"/>
                  </a:cubicBezTo>
                  <a:lnTo>
                    <a:pt x="0" y="71"/>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27" name="Oregon">
              <a:extLst>
                <a:ext uri="{FF2B5EF4-FFF2-40B4-BE49-F238E27FC236}">
                  <a16:creationId xmlns:a16="http://schemas.microsoft.com/office/drawing/2014/main" id="{02C7A1BA-56F3-4C6B-86B5-A97B453F4E20}"/>
                </a:ext>
              </a:extLst>
            </p:cNvPr>
            <p:cNvSpPr>
              <a:spLocks/>
            </p:cNvSpPr>
            <p:nvPr/>
          </p:nvSpPr>
          <p:spPr bwMode="auto">
            <a:xfrm>
              <a:off x="2130361" y="1412557"/>
              <a:ext cx="1203717" cy="810837"/>
            </a:xfrm>
            <a:custGeom>
              <a:avLst/>
              <a:gdLst>
                <a:gd name="T0" fmla="*/ 287 w 304"/>
                <a:gd name="T1" fmla="*/ 205 h 205"/>
                <a:gd name="T2" fmla="*/ 287 w 304"/>
                <a:gd name="T3" fmla="*/ 179 h 205"/>
                <a:gd name="T4" fmla="*/ 285 w 304"/>
                <a:gd name="T5" fmla="*/ 160 h 205"/>
                <a:gd name="T6" fmla="*/ 287 w 304"/>
                <a:gd name="T7" fmla="*/ 130 h 205"/>
                <a:gd name="T8" fmla="*/ 292 w 304"/>
                <a:gd name="T9" fmla="*/ 115 h 205"/>
                <a:gd name="T10" fmla="*/ 292 w 304"/>
                <a:gd name="T11" fmla="*/ 103 h 205"/>
                <a:gd name="T12" fmla="*/ 289 w 304"/>
                <a:gd name="T13" fmla="*/ 82 h 205"/>
                <a:gd name="T14" fmla="*/ 287 w 304"/>
                <a:gd name="T15" fmla="*/ 78 h 205"/>
                <a:gd name="T16" fmla="*/ 289 w 304"/>
                <a:gd name="T17" fmla="*/ 68 h 205"/>
                <a:gd name="T18" fmla="*/ 304 w 304"/>
                <a:gd name="T19" fmla="*/ 56 h 205"/>
                <a:gd name="T20" fmla="*/ 304 w 304"/>
                <a:gd name="T21" fmla="*/ 30 h 205"/>
                <a:gd name="T22" fmla="*/ 300 w 304"/>
                <a:gd name="T23" fmla="*/ 21 h 205"/>
                <a:gd name="T24" fmla="*/ 294 w 304"/>
                <a:gd name="T25" fmla="*/ 15 h 205"/>
                <a:gd name="T26" fmla="*/ 288 w 304"/>
                <a:gd name="T27" fmla="*/ 15 h 205"/>
                <a:gd name="T28" fmla="*/ 287 w 304"/>
                <a:gd name="T29" fmla="*/ 16 h 205"/>
                <a:gd name="T30" fmla="*/ 287 w 304"/>
                <a:gd name="T31" fmla="*/ 16 h 205"/>
                <a:gd name="T32" fmla="*/ 287 w 304"/>
                <a:gd name="T33" fmla="*/ 16 h 205"/>
                <a:gd name="T34" fmla="*/ 287 w 304"/>
                <a:gd name="T35" fmla="*/ 16 h 205"/>
                <a:gd name="T36" fmla="*/ 286 w 304"/>
                <a:gd name="T37" fmla="*/ 16 h 205"/>
                <a:gd name="T38" fmla="*/ 281 w 304"/>
                <a:gd name="T39" fmla="*/ 16 h 205"/>
                <a:gd name="T40" fmla="*/ 270 w 304"/>
                <a:gd name="T41" fmla="*/ 15 h 205"/>
                <a:gd name="T42" fmla="*/ 260 w 304"/>
                <a:gd name="T43" fmla="*/ 15 h 205"/>
                <a:gd name="T44" fmla="*/ 249 w 304"/>
                <a:gd name="T45" fmla="*/ 15 h 205"/>
                <a:gd name="T46" fmla="*/ 210 w 304"/>
                <a:gd name="T47" fmla="*/ 15 h 205"/>
                <a:gd name="T48" fmla="*/ 193 w 304"/>
                <a:gd name="T49" fmla="*/ 30 h 205"/>
                <a:gd name="T50" fmla="*/ 67 w 304"/>
                <a:gd name="T51" fmla="*/ 30 h 205"/>
                <a:gd name="T52" fmla="*/ 67 w 304"/>
                <a:gd name="T53" fmla="*/ 19 h 205"/>
                <a:gd name="T54" fmla="*/ 56 w 304"/>
                <a:gd name="T55" fmla="*/ 0 h 205"/>
                <a:gd name="T56" fmla="*/ 23 w 304"/>
                <a:gd name="T57" fmla="*/ 0 h 205"/>
                <a:gd name="T58" fmla="*/ 23 w 304"/>
                <a:gd name="T59" fmla="*/ 8 h 205"/>
                <a:gd name="T60" fmla="*/ 19 w 304"/>
                <a:gd name="T61" fmla="*/ 12 h 205"/>
                <a:gd name="T62" fmla="*/ 19 w 304"/>
                <a:gd name="T63" fmla="*/ 4 h 205"/>
                <a:gd name="T64" fmla="*/ 15 w 304"/>
                <a:gd name="T65" fmla="*/ 0 h 205"/>
                <a:gd name="T66" fmla="*/ 15 w 304"/>
                <a:gd name="T67" fmla="*/ 16 h 205"/>
                <a:gd name="T68" fmla="*/ 23 w 304"/>
                <a:gd name="T69" fmla="*/ 20 h 205"/>
                <a:gd name="T70" fmla="*/ 35 w 304"/>
                <a:gd name="T71" fmla="*/ 20 h 205"/>
                <a:gd name="T72" fmla="*/ 46 w 304"/>
                <a:gd name="T73" fmla="*/ 27 h 205"/>
                <a:gd name="T74" fmla="*/ 43 w 304"/>
                <a:gd name="T75" fmla="*/ 27 h 205"/>
                <a:gd name="T76" fmla="*/ 35 w 304"/>
                <a:gd name="T77" fmla="*/ 27 h 205"/>
                <a:gd name="T78" fmla="*/ 23 w 304"/>
                <a:gd name="T79" fmla="*/ 27 h 205"/>
                <a:gd name="T80" fmla="*/ 19 w 304"/>
                <a:gd name="T81" fmla="*/ 27 h 205"/>
                <a:gd name="T82" fmla="*/ 19 w 304"/>
                <a:gd name="T83" fmla="*/ 47 h 205"/>
                <a:gd name="T84" fmla="*/ 23 w 304"/>
                <a:gd name="T85" fmla="*/ 51 h 205"/>
                <a:gd name="T86" fmla="*/ 19 w 304"/>
                <a:gd name="T87" fmla="*/ 55 h 205"/>
                <a:gd name="T88" fmla="*/ 19 w 304"/>
                <a:gd name="T89" fmla="*/ 63 h 205"/>
                <a:gd name="T90" fmla="*/ 19 w 304"/>
                <a:gd name="T91" fmla="*/ 70 h 205"/>
                <a:gd name="T92" fmla="*/ 7 w 304"/>
                <a:gd name="T93" fmla="*/ 168 h 205"/>
                <a:gd name="T94" fmla="*/ 11 w 304"/>
                <a:gd name="T95" fmla="*/ 172 h 205"/>
                <a:gd name="T96" fmla="*/ 11 w 304"/>
                <a:gd name="T97" fmla="*/ 180 h 205"/>
                <a:gd name="T98" fmla="*/ 7 w 304"/>
                <a:gd name="T99" fmla="*/ 180 h 205"/>
                <a:gd name="T100" fmla="*/ 4 w 304"/>
                <a:gd name="T101" fmla="*/ 187 h 205"/>
                <a:gd name="T102" fmla="*/ 0 w 304"/>
                <a:gd name="T103" fmla="*/ 205 h 205"/>
                <a:gd name="T104" fmla="*/ 169 w 304"/>
                <a:gd name="T105" fmla="*/ 205 h 205"/>
                <a:gd name="T106" fmla="*/ 287 w 304"/>
                <a:gd name="T107"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4" h="205">
                  <a:moveTo>
                    <a:pt x="287" y="205"/>
                  </a:moveTo>
                  <a:cubicBezTo>
                    <a:pt x="287" y="179"/>
                    <a:pt x="287" y="179"/>
                    <a:pt x="287" y="179"/>
                  </a:cubicBezTo>
                  <a:cubicBezTo>
                    <a:pt x="285" y="160"/>
                    <a:pt x="285" y="160"/>
                    <a:pt x="285" y="160"/>
                  </a:cubicBezTo>
                  <a:cubicBezTo>
                    <a:pt x="287" y="130"/>
                    <a:pt x="287" y="130"/>
                    <a:pt x="287" y="130"/>
                  </a:cubicBezTo>
                  <a:cubicBezTo>
                    <a:pt x="292" y="115"/>
                    <a:pt x="292" y="115"/>
                    <a:pt x="292" y="115"/>
                  </a:cubicBezTo>
                  <a:cubicBezTo>
                    <a:pt x="292" y="103"/>
                    <a:pt x="292" y="103"/>
                    <a:pt x="292" y="103"/>
                  </a:cubicBezTo>
                  <a:cubicBezTo>
                    <a:pt x="289" y="82"/>
                    <a:pt x="289" y="82"/>
                    <a:pt x="289" y="82"/>
                  </a:cubicBezTo>
                  <a:cubicBezTo>
                    <a:pt x="287" y="78"/>
                    <a:pt x="287" y="78"/>
                    <a:pt x="287" y="78"/>
                  </a:cubicBezTo>
                  <a:cubicBezTo>
                    <a:pt x="289" y="68"/>
                    <a:pt x="289" y="68"/>
                    <a:pt x="289" y="68"/>
                  </a:cubicBezTo>
                  <a:cubicBezTo>
                    <a:pt x="304" y="56"/>
                    <a:pt x="304" y="56"/>
                    <a:pt x="304" y="56"/>
                  </a:cubicBezTo>
                  <a:cubicBezTo>
                    <a:pt x="304" y="30"/>
                    <a:pt x="304" y="30"/>
                    <a:pt x="304" y="30"/>
                  </a:cubicBezTo>
                  <a:cubicBezTo>
                    <a:pt x="300" y="21"/>
                    <a:pt x="300" y="21"/>
                    <a:pt x="300" y="21"/>
                  </a:cubicBezTo>
                  <a:cubicBezTo>
                    <a:pt x="294" y="15"/>
                    <a:pt x="294" y="15"/>
                    <a:pt x="294" y="15"/>
                  </a:cubicBezTo>
                  <a:cubicBezTo>
                    <a:pt x="294" y="15"/>
                    <a:pt x="291" y="15"/>
                    <a:pt x="288" y="15"/>
                  </a:cubicBezTo>
                  <a:cubicBezTo>
                    <a:pt x="287" y="16"/>
                    <a:pt x="287" y="16"/>
                    <a:pt x="287" y="16"/>
                  </a:cubicBezTo>
                  <a:cubicBezTo>
                    <a:pt x="287" y="16"/>
                    <a:pt x="287" y="16"/>
                    <a:pt x="287" y="16"/>
                  </a:cubicBezTo>
                  <a:cubicBezTo>
                    <a:pt x="287" y="16"/>
                    <a:pt x="287" y="16"/>
                    <a:pt x="287" y="16"/>
                  </a:cubicBezTo>
                  <a:cubicBezTo>
                    <a:pt x="287" y="16"/>
                    <a:pt x="287" y="16"/>
                    <a:pt x="287" y="16"/>
                  </a:cubicBezTo>
                  <a:cubicBezTo>
                    <a:pt x="286" y="16"/>
                    <a:pt x="286" y="16"/>
                    <a:pt x="286" y="16"/>
                  </a:cubicBezTo>
                  <a:cubicBezTo>
                    <a:pt x="285" y="16"/>
                    <a:pt x="283" y="16"/>
                    <a:pt x="281" y="16"/>
                  </a:cubicBezTo>
                  <a:cubicBezTo>
                    <a:pt x="277" y="16"/>
                    <a:pt x="273" y="15"/>
                    <a:pt x="270" y="15"/>
                  </a:cubicBezTo>
                  <a:cubicBezTo>
                    <a:pt x="267" y="15"/>
                    <a:pt x="264" y="15"/>
                    <a:pt x="260" y="15"/>
                  </a:cubicBezTo>
                  <a:cubicBezTo>
                    <a:pt x="254" y="15"/>
                    <a:pt x="249" y="15"/>
                    <a:pt x="249" y="15"/>
                  </a:cubicBezTo>
                  <a:cubicBezTo>
                    <a:pt x="210" y="15"/>
                    <a:pt x="210" y="15"/>
                    <a:pt x="210" y="15"/>
                  </a:cubicBezTo>
                  <a:cubicBezTo>
                    <a:pt x="193" y="30"/>
                    <a:pt x="193" y="30"/>
                    <a:pt x="193" y="30"/>
                  </a:cubicBezTo>
                  <a:cubicBezTo>
                    <a:pt x="67" y="30"/>
                    <a:pt x="67" y="30"/>
                    <a:pt x="67" y="30"/>
                  </a:cubicBezTo>
                  <a:cubicBezTo>
                    <a:pt x="67" y="19"/>
                    <a:pt x="67" y="19"/>
                    <a:pt x="67" y="19"/>
                  </a:cubicBezTo>
                  <a:cubicBezTo>
                    <a:pt x="56" y="0"/>
                    <a:pt x="56" y="0"/>
                    <a:pt x="56" y="0"/>
                  </a:cubicBezTo>
                  <a:cubicBezTo>
                    <a:pt x="23" y="0"/>
                    <a:pt x="23" y="0"/>
                    <a:pt x="23" y="0"/>
                  </a:cubicBezTo>
                  <a:cubicBezTo>
                    <a:pt x="23" y="8"/>
                    <a:pt x="23" y="8"/>
                    <a:pt x="23" y="8"/>
                  </a:cubicBezTo>
                  <a:cubicBezTo>
                    <a:pt x="19" y="12"/>
                    <a:pt x="19" y="12"/>
                    <a:pt x="19" y="12"/>
                  </a:cubicBezTo>
                  <a:cubicBezTo>
                    <a:pt x="19" y="4"/>
                    <a:pt x="19" y="4"/>
                    <a:pt x="19" y="4"/>
                  </a:cubicBezTo>
                  <a:cubicBezTo>
                    <a:pt x="15" y="0"/>
                    <a:pt x="15" y="0"/>
                    <a:pt x="15" y="0"/>
                  </a:cubicBezTo>
                  <a:cubicBezTo>
                    <a:pt x="15" y="16"/>
                    <a:pt x="15" y="16"/>
                    <a:pt x="15" y="16"/>
                  </a:cubicBezTo>
                  <a:cubicBezTo>
                    <a:pt x="23" y="20"/>
                    <a:pt x="23" y="20"/>
                    <a:pt x="23" y="20"/>
                  </a:cubicBezTo>
                  <a:cubicBezTo>
                    <a:pt x="35" y="20"/>
                    <a:pt x="35" y="20"/>
                    <a:pt x="35" y="20"/>
                  </a:cubicBezTo>
                  <a:cubicBezTo>
                    <a:pt x="46" y="27"/>
                    <a:pt x="46" y="27"/>
                    <a:pt x="46" y="27"/>
                  </a:cubicBezTo>
                  <a:cubicBezTo>
                    <a:pt x="43" y="27"/>
                    <a:pt x="43" y="27"/>
                    <a:pt x="43" y="27"/>
                  </a:cubicBezTo>
                  <a:cubicBezTo>
                    <a:pt x="35" y="27"/>
                    <a:pt x="35" y="27"/>
                    <a:pt x="35" y="27"/>
                  </a:cubicBezTo>
                  <a:cubicBezTo>
                    <a:pt x="23" y="27"/>
                    <a:pt x="23" y="27"/>
                    <a:pt x="23" y="27"/>
                  </a:cubicBezTo>
                  <a:cubicBezTo>
                    <a:pt x="19" y="27"/>
                    <a:pt x="19" y="27"/>
                    <a:pt x="19" y="27"/>
                  </a:cubicBezTo>
                  <a:cubicBezTo>
                    <a:pt x="19" y="47"/>
                    <a:pt x="19" y="47"/>
                    <a:pt x="19" y="47"/>
                  </a:cubicBezTo>
                  <a:cubicBezTo>
                    <a:pt x="23" y="51"/>
                    <a:pt x="23" y="51"/>
                    <a:pt x="23" y="51"/>
                  </a:cubicBezTo>
                  <a:cubicBezTo>
                    <a:pt x="19" y="55"/>
                    <a:pt x="19" y="55"/>
                    <a:pt x="19" y="55"/>
                  </a:cubicBezTo>
                  <a:cubicBezTo>
                    <a:pt x="19" y="63"/>
                    <a:pt x="19" y="63"/>
                    <a:pt x="19" y="63"/>
                  </a:cubicBezTo>
                  <a:cubicBezTo>
                    <a:pt x="19" y="70"/>
                    <a:pt x="19" y="70"/>
                    <a:pt x="19" y="70"/>
                  </a:cubicBezTo>
                  <a:cubicBezTo>
                    <a:pt x="7" y="168"/>
                    <a:pt x="7" y="168"/>
                    <a:pt x="7" y="168"/>
                  </a:cubicBezTo>
                  <a:cubicBezTo>
                    <a:pt x="11" y="172"/>
                    <a:pt x="11" y="172"/>
                    <a:pt x="11" y="172"/>
                  </a:cubicBezTo>
                  <a:cubicBezTo>
                    <a:pt x="11" y="180"/>
                    <a:pt x="11" y="180"/>
                    <a:pt x="11" y="180"/>
                  </a:cubicBezTo>
                  <a:cubicBezTo>
                    <a:pt x="7" y="180"/>
                    <a:pt x="7" y="180"/>
                    <a:pt x="7" y="180"/>
                  </a:cubicBezTo>
                  <a:cubicBezTo>
                    <a:pt x="4" y="187"/>
                    <a:pt x="4" y="187"/>
                    <a:pt x="4" y="187"/>
                  </a:cubicBezTo>
                  <a:cubicBezTo>
                    <a:pt x="0" y="205"/>
                    <a:pt x="0" y="205"/>
                    <a:pt x="0" y="205"/>
                  </a:cubicBezTo>
                  <a:cubicBezTo>
                    <a:pt x="169" y="205"/>
                    <a:pt x="169" y="205"/>
                    <a:pt x="169" y="205"/>
                  </a:cubicBezTo>
                  <a:lnTo>
                    <a:pt x="287" y="205"/>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28" name="Oklahoma">
              <a:extLst>
                <a:ext uri="{FF2B5EF4-FFF2-40B4-BE49-F238E27FC236}">
                  <a16:creationId xmlns:a16="http://schemas.microsoft.com/office/drawing/2014/main" id="{4BA7908D-DA27-48B3-8C44-DC18B6EFD3F2}"/>
                </a:ext>
              </a:extLst>
            </p:cNvPr>
            <p:cNvSpPr>
              <a:spLocks/>
            </p:cNvSpPr>
            <p:nvPr/>
          </p:nvSpPr>
          <p:spPr bwMode="auto">
            <a:xfrm>
              <a:off x="5405474" y="3189710"/>
              <a:ext cx="1332448" cy="708855"/>
            </a:xfrm>
            <a:custGeom>
              <a:avLst/>
              <a:gdLst>
                <a:gd name="T0" fmla="*/ 337 w 337"/>
                <a:gd name="T1" fmla="*/ 84 h 179"/>
                <a:gd name="T2" fmla="*/ 331 w 337"/>
                <a:gd name="T3" fmla="*/ 78 h 179"/>
                <a:gd name="T4" fmla="*/ 325 w 337"/>
                <a:gd name="T5" fmla="*/ 74 h 179"/>
                <a:gd name="T6" fmla="*/ 325 w 337"/>
                <a:gd name="T7" fmla="*/ 40 h 179"/>
                <a:gd name="T8" fmla="*/ 325 w 337"/>
                <a:gd name="T9" fmla="*/ 40 h 179"/>
                <a:gd name="T10" fmla="*/ 325 w 337"/>
                <a:gd name="T11" fmla="*/ 39 h 179"/>
                <a:gd name="T12" fmla="*/ 325 w 337"/>
                <a:gd name="T13" fmla="*/ 0 h 179"/>
                <a:gd name="T14" fmla="*/ 41 w 337"/>
                <a:gd name="T15" fmla="*/ 0 h 179"/>
                <a:gd name="T16" fmla="*/ 40 w 337"/>
                <a:gd name="T17" fmla="*/ 0 h 179"/>
                <a:gd name="T18" fmla="*/ 0 w 337"/>
                <a:gd name="T19" fmla="*/ 0 h 179"/>
                <a:gd name="T20" fmla="*/ 0 w 337"/>
                <a:gd name="T21" fmla="*/ 40 h 179"/>
                <a:gd name="T22" fmla="*/ 0 w 337"/>
                <a:gd name="T23" fmla="*/ 40 h 179"/>
                <a:gd name="T24" fmla="*/ 117 w 337"/>
                <a:gd name="T25" fmla="*/ 40 h 179"/>
                <a:gd name="T26" fmla="*/ 117 w 337"/>
                <a:gd name="T27" fmla="*/ 129 h 179"/>
                <a:gd name="T28" fmla="*/ 121 w 337"/>
                <a:gd name="T29" fmla="*/ 137 h 179"/>
                <a:gd name="T30" fmla="*/ 140 w 337"/>
                <a:gd name="T31" fmla="*/ 137 h 179"/>
                <a:gd name="T32" fmla="*/ 140 w 337"/>
                <a:gd name="T33" fmla="*/ 144 h 179"/>
                <a:gd name="T34" fmla="*/ 140 w 337"/>
                <a:gd name="T35" fmla="*/ 144 h 179"/>
                <a:gd name="T36" fmla="*/ 147 w 337"/>
                <a:gd name="T37" fmla="*/ 149 h 179"/>
                <a:gd name="T38" fmla="*/ 155 w 337"/>
                <a:gd name="T39" fmla="*/ 149 h 179"/>
                <a:gd name="T40" fmla="*/ 156 w 337"/>
                <a:gd name="T41" fmla="*/ 149 h 179"/>
                <a:gd name="T42" fmla="*/ 156 w 337"/>
                <a:gd name="T43" fmla="*/ 149 h 179"/>
                <a:gd name="T44" fmla="*/ 157 w 337"/>
                <a:gd name="T45" fmla="*/ 148 h 179"/>
                <a:gd name="T46" fmla="*/ 159 w 337"/>
                <a:gd name="T47" fmla="*/ 149 h 179"/>
                <a:gd name="T48" fmla="*/ 163 w 337"/>
                <a:gd name="T49" fmla="*/ 150 h 179"/>
                <a:gd name="T50" fmla="*/ 168 w 337"/>
                <a:gd name="T51" fmla="*/ 149 h 179"/>
                <a:gd name="T52" fmla="*/ 178 w 337"/>
                <a:gd name="T53" fmla="*/ 150 h 179"/>
                <a:gd name="T54" fmla="*/ 185 w 337"/>
                <a:gd name="T55" fmla="*/ 155 h 179"/>
                <a:gd name="T56" fmla="*/ 189 w 337"/>
                <a:gd name="T57" fmla="*/ 160 h 179"/>
                <a:gd name="T58" fmla="*/ 189 w 337"/>
                <a:gd name="T59" fmla="*/ 163 h 179"/>
                <a:gd name="T60" fmla="*/ 193 w 337"/>
                <a:gd name="T61" fmla="*/ 167 h 179"/>
                <a:gd name="T62" fmla="*/ 197 w 337"/>
                <a:gd name="T63" fmla="*/ 167 h 179"/>
                <a:gd name="T64" fmla="*/ 202 w 337"/>
                <a:gd name="T65" fmla="*/ 161 h 179"/>
                <a:gd name="T66" fmla="*/ 207 w 337"/>
                <a:gd name="T67" fmla="*/ 163 h 179"/>
                <a:gd name="T68" fmla="*/ 207 w 337"/>
                <a:gd name="T69" fmla="*/ 167 h 179"/>
                <a:gd name="T70" fmla="*/ 246 w 337"/>
                <a:gd name="T71" fmla="*/ 167 h 179"/>
                <a:gd name="T72" fmla="*/ 246 w 337"/>
                <a:gd name="T73" fmla="*/ 177 h 179"/>
                <a:gd name="T74" fmla="*/ 262 w 337"/>
                <a:gd name="T75" fmla="*/ 177 h 179"/>
                <a:gd name="T76" fmla="*/ 264 w 337"/>
                <a:gd name="T77" fmla="*/ 179 h 179"/>
                <a:gd name="T78" fmla="*/ 266 w 337"/>
                <a:gd name="T79" fmla="*/ 177 h 179"/>
                <a:gd name="T80" fmla="*/ 271 w 337"/>
                <a:gd name="T81" fmla="*/ 174 h 179"/>
                <a:gd name="T82" fmla="*/ 272 w 337"/>
                <a:gd name="T83" fmla="*/ 173 h 179"/>
                <a:gd name="T84" fmla="*/ 272 w 337"/>
                <a:gd name="T85" fmla="*/ 173 h 179"/>
                <a:gd name="T86" fmla="*/ 276 w 337"/>
                <a:gd name="T87" fmla="*/ 171 h 179"/>
                <a:gd name="T88" fmla="*/ 279 w 337"/>
                <a:gd name="T89" fmla="*/ 171 h 179"/>
                <a:gd name="T90" fmla="*/ 291 w 337"/>
                <a:gd name="T91" fmla="*/ 170 h 179"/>
                <a:gd name="T92" fmla="*/ 292 w 337"/>
                <a:gd name="T93" fmla="*/ 169 h 179"/>
                <a:gd name="T94" fmla="*/ 298 w 337"/>
                <a:gd name="T95" fmla="*/ 166 h 179"/>
                <a:gd name="T96" fmla="*/ 300 w 337"/>
                <a:gd name="T97" fmla="*/ 166 h 179"/>
                <a:gd name="T98" fmla="*/ 308 w 337"/>
                <a:gd name="T99" fmla="*/ 173 h 179"/>
                <a:gd name="T100" fmla="*/ 308 w 337"/>
                <a:gd name="T101" fmla="*/ 174 h 179"/>
                <a:gd name="T102" fmla="*/ 316 w 337"/>
                <a:gd name="T103" fmla="*/ 175 h 179"/>
                <a:gd name="T104" fmla="*/ 318 w 337"/>
                <a:gd name="T105" fmla="*/ 179 h 179"/>
                <a:gd name="T106" fmla="*/ 318 w 337"/>
                <a:gd name="T107" fmla="*/ 179 h 179"/>
                <a:gd name="T108" fmla="*/ 319 w 337"/>
                <a:gd name="T109" fmla="*/ 179 h 179"/>
                <a:gd name="T110" fmla="*/ 320 w 337"/>
                <a:gd name="T111" fmla="*/ 179 h 179"/>
                <a:gd name="T112" fmla="*/ 323 w 337"/>
                <a:gd name="T113" fmla="*/ 177 h 179"/>
                <a:gd name="T114" fmla="*/ 325 w 337"/>
                <a:gd name="T115" fmla="*/ 179 h 179"/>
                <a:gd name="T116" fmla="*/ 337 w 337"/>
                <a:gd name="T117" fmla="*/ 179 h 179"/>
                <a:gd name="T118" fmla="*/ 337 w 337"/>
                <a:gd name="T119" fmla="*/ 179 h 179"/>
                <a:gd name="T120" fmla="*/ 337 w 337"/>
                <a:gd name="T121" fmla="*/ 84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37" h="179">
                  <a:moveTo>
                    <a:pt x="337" y="84"/>
                  </a:moveTo>
                  <a:cubicBezTo>
                    <a:pt x="331" y="78"/>
                    <a:pt x="331" y="78"/>
                    <a:pt x="331" y="78"/>
                  </a:cubicBezTo>
                  <a:cubicBezTo>
                    <a:pt x="325" y="74"/>
                    <a:pt x="325" y="74"/>
                    <a:pt x="325" y="74"/>
                  </a:cubicBezTo>
                  <a:cubicBezTo>
                    <a:pt x="325" y="40"/>
                    <a:pt x="325" y="40"/>
                    <a:pt x="325" y="40"/>
                  </a:cubicBezTo>
                  <a:cubicBezTo>
                    <a:pt x="325" y="40"/>
                    <a:pt x="325" y="40"/>
                    <a:pt x="325" y="40"/>
                  </a:cubicBezTo>
                  <a:cubicBezTo>
                    <a:pt x="325" y="39"/>
                    <a:pt x="325" y="39"/>
                    <a:pt x="325" y="39"/>
                  </a:cubicBezTo>
                  <a:cubicBezTo>
                    <a:pt x="325" y="0"/>
                    <a:pt x="325" y="0"/>
                    <a:pt x="325" y="0"/>
                  </a:cubicBezTo>
                  <a:cubicBezTo>
                    <a:pt x="41" y="0"/>
                    <a:pt x="41" y="0"/>
                    <a:pt x="41" y="0"/>
                  </a:cubicBezTo>
                  <a:cubicBezTo>
                    <a:pt x="40" y="0"/>
                    <a:pt x="40" y="0"/>
                    <a:pt x="40" y="0"/>
                  </a:cubicBezTo>
                  <a:cubicBezTo>
                    <a:pt x="0" y="0"/>
                    <a:pt x="0" y="0"/>
                    <a:pt x="0" y="0"/>
                  </a:cubicBezTo>
                  <a:cubicBezTo>
                    <a:pt x="0" y="40"/>
                    <a:pt x="0" y="40"/>
                    <a:pt x="0" y="40"/>
                  </a:cubicBezTo>
                  <a:cubicBezTo>
                    <a:pt x="0" y="40"/>
                    <a:pt x="0" y="40"/>
                    <a:pt x="0" y="40"/>
                  </a:cubicBezTo>
                  <a:cubicBezTo>
                    <a:pt x="117" y="40"/>
                    <a:pt x="117" y="40"/>
                    <a:pt x="117" y="40"/>
                  </a:cubicBezTo>
                  <a:cubicBezTo>
                    <a:pt x="117" y="129"/>
                    <a:pt x="117" y="129"/>
                    <a:pt x="117" y="129"/>
                  </a:cubicBezTo>
                  <a:cubicBezTo>
                    <a:pt x="121" y="137"/>
                    <a:pt x="121" y="137"/>
                    <a:pt x="121" y="137"/>
                  </a:cubicBezTo>
                  <a:cubicBezTo>
                    <a:pt x="140" y="137"/>
                    <a:pt x="140" y="137"/>
                    <a:pt x="140" y="137"/>
                  </a:cubicBezTo>
                  <a:cubicBezTo>
                    <a:pt x="140" y="144"/>
                    <a:pt x="140" y="144"/>
                    <a:pt x="140" y="144"/>
                  </a:cubicBezTo>
                  <a:cubicBezTo>
                    <a:pt x="140" y="144"/>
                    <a:pt x="140" y="144"/>
                    <a:pt x="140" y="144"/>
                  </a:cubicBezTo>
                  <a:cubicBezTo>
                    <a:pt x="141" y="145"/>
                    <a:pt x="144" y="149"/>
                    <a:pt x="147" y="149"/>
                  </a:cubicBezTo>
                  <a:cubicBezTo>
                    <a:pt x="155" y="149"/>
                    <a:pt x="155" y="149"/>
                    <a:pt x="155" y="149"/>
                  </a:cubicBezTo>
                  <a:cubicBezTo>
                    <a:pt x="156" y="149"/>
                    <a:pt x="156" y="149"/>
                    <a:pt x="156" y="149"/>
                  </a:cubicBezTo>
                  <a:cubicBezTo>
                    <a:pt x="156" y="149"/>
                    <a:pt x="156" y="149"/>
                    <a:pt x="156" y="149"/>
                  </a:cubicBezTo>
                  <a:cubicBezTo>
                    <a:pt x="156" y="148"/>
                    <a:pt x="156" y="148"/>
                    <a:pt x="157" y="148"/>
                  </a:cubicBezTo>
                  <a:cubicBezTo>
                    <a:pt x="157" y="148"/>
                    <a:pt x="158" y="149"/>
                    <a:pt x="159" y="149"/>
                  </a:cubicBezTo>
                  <a:cubicBezTo>
                    <a:pt x="161" y="150"/>
                    <a:pt x="162" y="150"/>
                    <a:pt x="163" y="150"/>
                  </a:cubicBezTo>
                  <a:cubicBezTo>
                    <a:pt x="165" y="150"/>
                    <a:pt x="167" y="149"/>
                    <a:pt x="168" y="149"/>
                  </a:cubicBezTo>
                  <a:cubicBezTo>
                    <a:pt x="178" y="150"/>
                    <a:pt x="178" y="150"/>
                    <a:pt x="178" y="150"/>
                  </a:cubicBezTo>
                  <a:cubicBezTo>
                    <a:pt x="185" y="155"/>
                    <a:pt x="185" y="155"/>
                    <a:pt x="185" y="155"/>
                  </a:cubicBezTo>
                  <a:cubicBezTo>
                    <a:pt x="189" y="160"/>
                    <a:pt x="189" y="160"/>
                    <a:pt x="189" y="160"/>
                  </a:cubicBezTo>
                  <a:cubicBezTo>
                    <a:pt x="189" y="163"/>
                    <a:pt x="189" y="163"/>
                    <a:pt x="189" y="163"/>
                  </a:cubicBezTo>
                  <a:cubicBezTo>
                    <a:pt x="193" y="167"/>
                    <a:pt x="193" y="167"/>
                    <a:pt x="193" y="167"/>
                  </a:cubicBezTo>
                  <a:cubicBezTo>
                    <a:pt x="197" y="167"/>
                    <a:pt x="197" y="167"/>
                    <a:pt x="197" y="167"/>
                  </a:cubicBezTo>
                  <a:cubicBezTo>
                    <a:pt x="202" y="161"/>
                    <a:pt x="202" y="161"/>
                    <a:pt x="202" y="161"/>
                  </a:cubicBezTo>
                  <a:cubicBezTo>
                    <a:pt x="207" y="163"/>
                    <a:pt x="207" y="163"/>
                    <a:pt x="207" y="163"/>
                  </a:cubicBezTo>
                  <a:cubicBezTo>
                    <a:pt x="207" y="167"/>
                    <a:pt x="207" y="167"/>
                    <a:pt x="207" y="167"/>
                  </a:cubicBezTo>
                  <a:cubicBezTo>
                    <a:pt x="246" y="167"/>
                    <a:pt x="246" y="167"/>
                    <a:pt x="246" y="167"/>
                  </a:cubicBezTo>
                  <a:cubicBezTo>
                    <a:pt x="246" y="177"/>
                    <a:pt x="246" y="177"/>
                    <a:pt x="246" y="177"/>
                  </a:cubicBezTo>
                  <a:cubicBezTo>
                    <a:pt x="262" y="177"/>
                    <a:pt x="262" y="177"/>
                    <a:pt x="262" y="177"/>
                  </a:cubicBezTo>
                  <a:cubicBezTo>
                    <a:pt x="262" y="178"/>
                    <a:pt x="263" y="178"/>
                    <a:pt x="264" y="179"/>
                  </a:cubicBezTo>
                  <a:cubicBezTo>
                    <a:pt x="265" y="179"/>
                    <a:pt x="266" y="178"/>
                    <a:pt x="266" y="177"/>
                  </a:cubicBezTo>
                  <a:cubicBezTo>
                    <a:pt x="268" y="175"/>
                    <a:pt x="271" y="174"/>
                    <a:pt x="271" y="174"/>
                  </a:cubicBezTo>
                  <a:cubicBezTo>
                    <a:pt x="272" y="173"/>
                    <a:pt x="272" y="173"/>
                    <a:pt x="272" y="173"/>
                  </a:cubicBezTo>
                  <a:cubicBezTo>
                    <a:pt x="272" y="173"/>
                    <a:pt x="272" y="173"/>
                    <a:pt x="272" y="173"/>
                  </a:cubicBezTo>
                  <a:cubicBezTo>
                    <a:pt x="273" y="172"/>
                    <a:pt x="275" y="171"/>
                    <a:pt x="276" y="171"/>
                  </a:cubicBezTo>
                  <a:cubicBezTo>
                    <a:pt x="279" y="171"/>
                    <a:pt x="279" y="171"/>
                    <a:pt x="279" y="171"/>
                  </a:cubicBezTo>
                  <a:cubicBezTo>
                    <a:pt x="291" y="170"/>
                    <a:pt x="291" y="170"/>
                    <a:pt x="291" y="170"/>
                  </a:cubicBezTo>
                  <a:cubicBezTo>
                    <a:pt x="292" y="169"/>
                    <a:pt x="292" y="169"/>
                    <a:pt x="292" y="169"/>
                  </a:cubicBezTo>
                  <a:cubicBezTo>
                    <a:pt x="292" y="168"/>
                    <a:pt x="295" y="166"/>
                    <a:pt x="298" y="166"/>
                  </a:cubicBezTo>
                  <a:cubicBezTo>
                    <a:pt x="298" y="166"/>
                    <a:pt x="299" y="166"/>
                    <a:pt x="300" y="166"/>
                  </a:cubicBezTo>
                  <a:cubicBezTo>
                    <a:pt x="304" y="168"/>
                    <a:pt x="307" y="172"/>
                    <a:pt x="308" y="173"/>
                  </a:cubicBezTo>
                  <a:cubicBezTo>
                    <a:pt x="308" y="174"/>
                    <a:pt x="308" y="174"/>
                    <a:pt x="308" y="174"/>
                  </a:cubicBezTo>
                  <a:cubicBezTo>
                    <a:pt x="316" y="175"/>
                    <a:pt x="316" y="175"/>
                    <a:pt x="316" y="175"/>
                  </a:cubicBezTo>
                  <a:cubicBezTo>
                    <a:pt x="316" y="176"/>
                    <a:pt x="316" y="178"/>
                    <a:pt x="318" y="179"/>
                  </a:cubicBezTo>
                  <a:cubicBezTo>
                    <a:pt x="318" y="179"/>
                    <a:pt x="318" y="179"/>
                    <a:pt x="318" y="179"/>
                  </a:cubicBezTo>
                  <a:cubicBezTo>
                    <a:pt x="319" y="179"/>
                    <a:pt x="319" y="179"/>
                    <a:pt x="319" y="179"/>
                  </a:cubicBezTo>
                  <a:cubicBezTo>
                    <a:pt x="319" y="179"/>
                    <a:pt x="319" y="179"/>
                    <a:pt x="320" y="179"/>
                  </a:cubicBezTo>
                  <a:cubicBezTo>
                    <a:pt x="323" y="177"/>
                    <a:pt x="323" y="177"/>
                    <a:pt x="323" y="177"/>
                  </a:cubicBezTo>
                  <a:cubicBezTo>
                    <a:pt x="325" y="179"/>
                    <a:pt x="325" y="179"/>
                    <a:pt x="325" y="179"/>
                  </a:cubicBezTo>
                  <a:cubicBezTo>
                    <a:pt x="337" y="179"/>
                    <a:pt x="337" y="179"/>
                    <a:pt x="337" y="179"/>
                  </a:cubicBezTo>
                  <a:cubicBezTo>
                    <a:pt x="337" y="179"/>
                    <a:pt x="337" y="179"/>
                    <a:pt x="337" y="179"/>
                  </a:cubicBezTo>
                  <a:lnTo>
                    <a:pt x="337" y="84"/>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29" name="Ohio">
              <a:extLst>
                <a:ext uri="{FF2B5EF4-FFF2-40B4-BE49-F238E27FC236}">
                  <a16:creationId xmlns:a16="http://schemas.microsoft.com/office/drawing/2014/main" id="{6DB5C02A-9541-4CC4-9937-A1FBB9AF5846}"/>
                </a:ext>
              </a:extLst>
            </p:cNvPr>
            <p:cNvSpPr>
              <a:spLocks/>
            </p:cNvSpPr>
            <p:nvPr/>
          </p:nvSpPr>
          <p:spPr bwMode="auto">
            <a:xfrm>
              <a:off x="8185725" y="2408967"/>
              <a:ext cx="663716" cy="665388"/>
            </a:xfrm>
            <a:custGeom>
              <a:avLst/>
              <a:gdLst>
                <a:gd name="T0" fmla="*/ 0 w 168"/>
                <a:gd name="T1" fmla="*/ 13 h 168"/>
                <a:gd name="T2" fmla="*/ 0 w 168"/>
                <a:gd name="T3" fmla="*/ 138 h 168"/>
                <a:gd name="T4" fmla="*/ 0 w 168"/>
                <a:gd name="T5" fmla="*/ 138 h 168"/>
                <a:gd name="T6" fmla="*/ 10 w 168"/>
                <a:gd name="T7" fmla="*/ 138 h 168"/>
                <a:gd name="T8" fmla="*/ 15 w 168"/>
                <a:gd name="T9" fmla="*/ 144 h 168"/>
                <a:gd name="T10" fmla="*/ 20 w 168"/>
                <a:gd name="T11" fmla="*/ 150 h 168"/>
                <a:gd name="T12" fmla="*/ 44 w 168"/>
                <a:gd name="T13" fmla="*/ 150 h 168"/>
                <a:gd name="T14" fmla="*/ 49 w 168"/>
                <a:gd name="T15" fmla="*/ 156 h 168"/>
                <a:gd name="T16" fmla="*/ 52 w 168"/>
                <a:gd name="T17" fmla="*/ 156 h 168"/>
                <a:gd name="T18" fmla="*/ 57 w 168"/>
                <a:gd name="T19" fmla="*/ 155 h 168"/>
                <a:gd name="T20" fmla="*/ 60 w 168"/>
                <a:gd name="T21" fmla="*/ 156 h 168"/>
                <a:gd name="T22" fmla="*/ 69 w 168"/>
                <a:gd name="T23" fmla="*/ 159 h 168"/>
                <a:gd name="T24" fmla="*/ 82 w 168"/>
                <a:gd name="T25" fmla="*/ 159 h 168"/>
                <a:gd name="T26" fmla="*/ 89 w 168"/>
                <a:gd name="T27" fmla="*/ 166 h 168"/>
                <a:gd name="T28" fmla="*/ 91 w 168"/>
                <a:gd name="T29" fmla="*/ 168 h 168"/>
                <a:gd name="T30" fmla="*/ 91 w 168"/>
                <a:gd name="T31" fmla="*/ 167 h 168"/>
                <a:gd name="T32" fmla="*/ 91 w 168"/>
                <a:gd name="T33" fmla="*/ 165 h 168"/>
                <a:gd name="T34" fmla="*/ 105 w 168"/>
                <a:gd name="T35" fmla="*/ 157 h 168"/>
                <a:gd name="T36" fmla="*/ 107 w 168"/>
                <a:gd name="T37" fmla="*/ 152 h 168"/>
                <a:gd name="T38" fmla="*/ 110 w 168"/>
                <a:gd name="T39" fmla="*/ 150 h 168"/>
                <a:gd name="T40" fmla="*/ 123 w 168"/>
                <a:gd name="T41" fmla="*/ 145 h 168"/>
                <a:gd name="T42" fmla="*/ 130 w 168"/>
                <a:gd name="T43" fmla="*/ 139 h 168"/>
                <a:gd name="T44" fmla="*/ 131 w 168"/>
                <a:gd name="T45" fmla="*/ 140 h 168"/>
                <a:gd name="T46" fmla="*/ 134 w 168"/>
                <a:gd name="T47" fmla="*/ 139 h 168"/>
                <a:gd name="T48" fmla="*/ 136 w 168"/>
                <a:gd name="T49" fmla="*/ 136 h 168"/>
                <a:gd name="T50" fmla="*/ 141 w 168"/>
                <a:gd name="T51" fmla="*/ 129 h 168"/>
                <a:gd name="T52" fmla="*/ 146 w 168"/>
                <a:gd name="T53" fmla="*/ 129 h 168"/>
                <a:gd name="T54" fmla="*/ 152 w 168"/>
                <a:gd name="T55" fmla="*/ 122 h 168"/>
                <a:gd name="T56" fmla="*/ 156 w 168"/>
                <a:gd name="T57" fmla="*/ 118 h 168"/>
                <a:gd name="T58" fmla="*/ 156 w 168"/>
                <a:gd name="T59" fmla="*/ 106 h 168"/>
                <a:gd name="T60" fmla="*/ 161 w 168"/>
                <a:gd name="T61" fmla="*/ 106 h 168"/>
                <a:gd name="T62" fmla="*/ 161 w 168"/>
                <a:gd name="T63" fmla="*/ 98 h 168"/>
                <a:gd name="T64" fmla="*/ 161 w 168"/>
                <a:gd name="T65" fmla="*/ 94 h 168"/>
                <a:gd name="T66" fmla="*/ 161 w 168"/>
                <a:gd name="T67" fmla="*/ 89 h 168"/>
                <a:gd name="T68" fmla="*/ 161 w 168"/>
                <a:gd name="T69" fmla="*/ 82 h 168"/>
                <a:gd name="T70" fmla="*/ 161 w 168"/>
                <a:gd name="T71" fmla="*/ 78 h 168"/>
                <a:gd name="T72" fmla="*/ 166 w 168"/>
                <a:gd name="T73" fmla="*/ 65 h 168"/>
                <a:gd name="T74" fmla="*/ 168 w 168"/>
                <a:gd name="T75" fmla="*/ 61 h 168"/>
                <a:gd name="T76" fmla="*/ 168 w 168"/>
                <a:gd name="T77" fmla="*/ 2 h 168"/>
                <a:gd name="T78" fmla="*/ 168 w 168"/>
                <a:gd name="T79" fmla="*/ 0 h 168"/>
                <a:gd name="T80" fmla="*/ 124 w 168"/>
                <a:gd name="T81" fmla="*/ 25 h 168"/>
                <a:gd name="T82" fmla="*/ 112 w 168"/>
                <a:gd name="T83" fmla="*/ 25 h 168"/>
                <a:gd name="T84" fmla="*/ 100 w 168"/>
                <a:gd name="T85" fmla="*/ 29 h 168"/>
                <a:gd name="T86" fmla="*/ 84 w 168"/>
                <a:gd name="T87" fmla="*/ 25 h 168"/>
                <a:gd name="T88" fmla="*/ 77 w 168"/>
                <a:gd name="T89" fmla="*/ 25 h 168"/>
                <a:gd name="T90" fmla="*/ 69 w 168"/>
                <a:gd name="T91" fmla="*/ 17 h 168"/>
                <a:gd name="T92" fmla="*/ 61 w 168"/>
                <a:gd name="T93" fmla="*/ 13 h 168"/>
                <a:gd name="T94" fmla="*/ 62 w 168"/>
                <a:gd name="T95" fmla="*/ 13 h 168"/>
                <a:gd name="T96" fmla="*/ 1 w 168"/>
                <a:gd name="T97" fmla="*/ 13 h 168"/>
                <a:gd name="T98" fmla="*/ 0 w 168"/>
                <a:gd name="T99" fmla="*/ 1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68" h="168">
                  <a:moveTo>
                    <a:pt x="0" y="13"/>
                  </a:moveTo>
                  <a:cubicBezTo>
                    <a:pt x="0" y="138"/>
                    <a:pt x="0" y="138"/>
                    <a:pt x="0" y="138"/>
                  </a:cubicBezTo>
                  <a:cubicBezTo>
                    <a:pt x="0" y="138"/>
                    <a:pt x="0" y="138"/>
                    <a:pt x="0" y="138"/>
                  </a:cubicBezTo>
                  <a:cubicBezTo>
                    <a:pt x="10" y="138"/>
                    <a:pt x="10" y="138"/>
                    <a:pt x="10" y="138"/>
                  </a:cubicBezTo>
                  <a:cubicBezTo>
                    <a:pt x="15" y="144"/>
                    <a:pt x="15" y="144"/>
                    <a:pt x="15" y="144"/>
                  </a:cubicBezTo>
                  <a:cubicBezTo>
                    <a:pt x="20" y="150"/>
                    <a:pt x="20" y="150"/>
                    <a:pt x="20" y="150"/>
                  </a:cubicBezTo>
                  <a:cubicBezTo>
                    <a:pt x="44" y="150"/>
                    <a:pt x="44" y="150"/>
                    <a:pt x="44" y="150"/>
                  </a:cubicBezTo>
                  <a:cubicBezTo>
                    <a:pt x="45" y="151"/>
                    <a:pt x="46" y="156"/>
                    <a:pt x="49" y="156"/>
                  </a:cubicBezTo>
                  <a:cubicBezTo>
                    <a:pt x="52" y="156"/>
                    <a:pt x="52" y="156"/>
                    <a:pt x="52" y="156"/>
                  </a:cubicBezTo>
                  <a:cubicBezTo>
                    <a:pt x="52" y="156"/>
                    <a:pt x="54" y="155"/>
                    <a:pt x="57" y="155"/>
                  </a:cubicBezTo>
                  <a:cubicBezTo>
                    <a:pt x="58" y="155"/>
                    <a:pt x="59" y="156"/>
                    <a:pt x="60" y="156"/>
                  </a:cubicBezTo>
                  <a:cubicBezTo>
                    <a:pt x="63" y="159"/>
                    <a:pt x="69" y="159"/>
                    <a:pt x="69" y="159"/>
                  </a:cubicBezTo>
                  <a:cubicBezTo>
                    <a:pt x="82" y="159"/>
                    <a:pt x="82" y="159"/>
                    <a:pt x="82" y="159"/>
                  </a:cubicBezTo>
                  <a:cubicBezTo>
                    <a:pt x="89" y="166"/>
                    <a:pt x="89" y="166"/>
                    <a:pt x="89" y="166"/>
                  </a:cubicBezTo>
                  <a:cubicBezTo>
                    <a:pt x="91" y="168"/>
                    <a:pt x="91" y="168"/>
                    <a:pt x="91" y="168"/>
                  </a:cubicBezTo>
                  <a:cubicBezTo>
                    <a:pt x="91" y="167"/>
                    <a:pt x="91" y="167"/>
                    <a:pt x="91" y="167"/>
                  </a:cubicBezTo>
                  <a:cubicBezTo>
                    <a:pt x="91" y="165"/>
                    <a:pt x="91" y="165"/>
                    <a:pt x="91" y="165"/>
                  </a:cubicBezTo>
                  <a:cubicBezTo>
                    <a:pt x="92" y="165"/>
                    <a:pt x="100" y="160"/>
                    <a:pt x="105" y="157"/>
                  </a:cubicBezTo>
                  <a:cubicBezTo>
                    <a:pt x="107" y="156"/>
                    <a:pt x="108" y="154"/>
                    <a:pt x="107" y="152"/>
                  </a:cubicBezTo>
                  <a:cubicBezTo>
                    <a:pt x="107" y="151"/>
                    <a:pt x="107" y="150"/>
                    <a:pt x="110" y="150"/>
                  </a:cubicBezTo>
                  <a:cubicBezTo>
                    <a:pt x="116" y="148"/>
                    <a:pt x="123" y="145"/>
                    <a:pt x="123" y="145"/>
                  </a:cubicBezTo>
                  <a:cubicBezTo>
                    <a:pt x="130" y="139"/>
                    <a:pt x="130" y="139"/>
                    <a:pt x="130" y="139"/>
                  </a:cubicBezTo>
                  <a:cubicBezTo>
                    <a:pt x="131" y="140"/>
                    <a:pt x="131" y="140"/>
                    <a:pt x="131" y="140"/>
                  </a:cubicBezTo>
                  <a:cubicBezTo>
                    <a:pt x="132" y="140"/>
                    <a:pt x="133" y="140"/>
                    <a:pt x="134" y="139"/>
                  </a:cubicBezTo>
                  <a:cubicBezTo>
                    <a:pt x="136" y="136"/>
                    <a:pt x="136" y="136"/>
                    <a:pt x="136" y="136"/>
                  </a:cubicBezTo>
                  <a:cubicBezTo>
                    <a:pt x="141" y="129"/>
                    <a:pt x="141" y="129"/>
                    <a:pt x="141" y="129"/>
                  </a:cubicBezTo>
                  <a:cubicBezTo>
                    <a:pt x="146" y="129"/>
                    <a:pt x="146" y="129"/>
                    <a:pt x="146" y="129"/>
                  </a:cubicBezTo>
                  <a:cubicBezTo>
                    <a:pt x="152" y="122"/>
                    <a:pt x="152" y="122"/>
                    <a:pt x="152" y="122"/>
                  </a:cubicBezTo>
                  <a:cubicBezTo>
                    <a:pt x="156" y="118"/>
                    <a:pt x="156" y="118"/>
                    <a:pt x="156" y="118"/>
                  </a:cubicBezTo>
                  <a:cubicBezTo>
                    <a:pt x="156" y="106"/>
                    <a:pt x="156" y="106"/>
                    <a:pt x="156" y="106"/>
                  </a:cubicBezTo>
                  <a:cubicBezTo>
                    <a:pt x="161" y="106"/>
                    <a:pt x="161" y="106"/>
                    <a:pt x="161" y="106"/>
                  </a:cubicBezTo>
                  <a:cubicBezTo>
                    <a:pt x="161" y="98"/>
                    <a:pt x="161" y="98"/>
                    <a:pt x="161" y="98"/>
                  </a:cubicBezTo>
                  <a:cubicBezTo>
                    <a:pt x="161" y="96"/>
                    <a:pt x="161" y="95"/>
                    <a:pt x="161" y="94"/>
                  </a:cubicBezTo>
                  <a:cubicBezTo>
                    <a:pt x="161" y="92"/>
                    <a:pt x="161" y="91"/>
                    <a:pt x="161" y="89"/>
                  </a:cubicBezTo>
                  <a:cubicBezTo>
                    <a:pt x="162" y="87"/>
                    <a:pt x="161" y="84"/>
                    <a:pt x="161" y="82"/>
                  </a:cubicBezTo>
                  <a:cubicBezTo>
                    <a:pt x="161" y="78"/>
                    <a:pt x="161" y="78"/>
                    <a:pt x="161" y="78"/>
                  </a:cubicBezTo>
                  <a:cubicBezTo>
                    <a:pt x="166" y="65"/>
                    <a:pt x="166" y="65"/>
                    <a:pt x="166" y="65"/>
                  </a:cubicBezTo>
                  <a:cubicBezTo>
                    <a:pt x="168" y="61"/>
                    <a:pt x="168" y="61"/>
                    <a:pt x="168" y="61"/>
                  </a:cubicBezTo>
                  <a:cubicBezTo>
                    <a:pt x="168" y="2"/>
                    <a:pt x="168" y="2"/>
                    <a:pt x="168" y="2"/>
                  </a:cubicBezTo>
                  <a:cubicBezTo>
                    <a:pt x="168" y="0"/>
                    <a:pt x="168" y="0"/>
                    <a:pt x="168" y="0"/>
                  </a:cubicBezTo>
                  <a:cubicBezTo>
                    <a:pt x="124" y="25"/>
                    <a:pt x="124" y="25"/>
                    <a:pt x="124" y="25"/>
                  </a:cubicBezTo>
                  <a:cubicBezTo>
                    <a:pt x="112" y="25"/>
                    <a:pt x="112" y="25"/>
                    <a:pt x="112" y="25"/>
                  </a:cubicBezTo>
                  <a:cubicBezTo>
                    <a:pt x="100" y="29"/>
                    <a:pt x="100" y="29"/>
                    <a:pt x="100" y="29"/>
                  </a:cubicBezTo>
                  <a:cubicBezTo>
                    <a:pt x="84" y="25"/>
                    <a:pt x="84" y="25"/>
                    <a:pt x="84" y="25"/>
                  </a:cubicBezTo>
                  <a:cubicBezTo>
                    <a:pt x="77" y="25"/>
                    <a:pt x="77" y="25"/>
                    <a:pt x="77" y="25"/>
                  </a:cubicBezTo>
                  <a:cubicBezTo>
                    <a:pt x="69" y="17"/>
                    <a:pt x="69" y="17"/>
                    <a:pt x="69" y="17"/>
                  </a:cubicBezTo>
                  <a:cubicBezTo>
                    <a:pt x="61" y="13"/>
                    <a:pt x="61" y="13"/>
                    <a:pt x="61" y="13"/>
                  </a:cubicBezTo>
                  <a:cubicBezTo>
                    <a:pt x="62" y="13"/>
                    <a:pt x="62" y="13"/>
                    <a:pt x="62" y="13"/>
                  </a:cubicBezTo>
                  <a:cubicBezTo>
                    <a:pt x="1" y="13"/>
                    <a:pt x="1" y="13"/>
                    <a:pt x="1" y="13"/>
                  </a:cubicBezTo>
                  <a:lnTo>
                    <a:pt x="0" y="13"/>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0" name="North Dakota">
              <a:extLst>
                <a:ext uri="{FF2B5EF4-FFF2-40B4-BE49-F238E27FC236}">
                  <a16:creationId xmlns:a16="http://schemas.microsoft.com/office/drawing/2014/main" id="{F374845B-2E89-4C68-A385-317905DE9436}"/>
                </a:ext>
              </a:extLst>
            </p:cNvPr>
            <p:cNvSpPr>
              <a:spLocks/>
            </p:cNvSpPr>
            <p:nvPr/>
          </p:nvSpPr>
          <p:spPr bwMode="auto">
            <a:xfrm>
              <a:off x="5239963" y="885931"/>
              <a:ext cx="1135172" cy="608546"/>
            </a:xfrm>
            <a:custGeom>
              <a:avLst/>
              <a:gdLst>
                <a:gd name="T0" fmla="*/ 0 w 679"/>
                <a:gd name="T1" fmla="*/ 364 h 364"/>
                <a:gd name="T2" fmla="*/ 2 w 679"/>
                <a:gd name="T3" fmla="*/ 364 h 364"/>
                <a:gd name="T4" fmla="*/ 679 w 679"/>
                <a:gd name="T5" fmla="*/ 364 h 364"/>
                <a:gd name="T6" fmla="*/ 679 w 679"/>
                <a:gd name="T7" fmla="*/ 362 h 364"/>
                <a:gd name="T8" fmla="*/ 679 w 679"/>
                <a:gd name="T9" fmla="*/ 362 h 364"/>
                <a:gd name="T10" fmla="*/ 674 w 679"/>
                <a:gd name="T11" fmla="*/ 319 h 364"/>
                <a:gd name="T12" fmla="*/ 674 w 679"/>
                <a:gd name="T13" fmla="*/ 291 h 364"/>
                <a:gd name="T14" fmla="*/ 645 w 679"/>
                <a:gd name="T15" fmla="*/ 241 h 364"/>
                <a:gd name="T16" fmla="*/ 645 w 679"/>
                <a:gd name="T17" fmla="*/ 163 h 364"/>
                <a:gd name="T18" fmla="*/ 622 w 679"/>
                <a:gd name="T19" fmla="*/ 118 h 364"/>
                <a:gd name="T20" fmla="*/ 622 w 679"/>
                <a:gd name="T21" fmla="*/ 0 h 364"/>
                <a:gd name="T22" fmla="*/ 0 w 679"/>
                <a:gd name="T23" fmla="*/ 0 h 364"/>
                <a:gd name="T24" fmla="*/ 0 w 679"/>
                <a:gd name="T25" fmla="*/ 364 h 364"/>
                <a:gd name="T26" fmla="*/ 0 w 679"/>
                <a:gd name="T27" fmla="*/ 364 h 364"/>
                <a:gd name="T28" fmla="*/ 0 w 679"/>
                <a:gd name="T29" fmla="*/ 364 h 364"/>
                <a:gd name="T30" fmla="*/ 0 w 679"/>
                <a:gd name="T31" fmla="*/ 364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79" h="364">
                  <a:moveTo>
                    <a:pt x="0" y="364"/>
                  </a:moveTo>
                  <a:lnTo>
                    <a:pt x="2" y="364"/>
                  </a:lnTo>
                  <a:lnTo>
                    <a:pt x="679" y="364"/>
                  </a:lnTo>
                  <a:lnTo>
                    <a:pt x="679" y="362"/>
                  </a:lnTo>
                  <a:lnTo>
                    <a:pt x="679" y="362"/>
                  </a:lnTo>
                  <a:lnTo>
                    <a:pt x="674" y="319"/>
                  </a:lnTo>
                  <a:lnTo>
                    <a:pt x="674" y="291"/>
                  </a:lnTo>
                  <a:lnTo>
                    <a:pt x="645" y="241"/>
                  </a:lnTo>
                  <a:lnTo>
                    <a:pt x="645" y="163"/>
                  </a:lnTo>
                  <a:lnTo>
                    <a:pt x="622" y="118"/>
                  </a:lnTo>
                  <a:lnTo>
                    <a:pt x="622" y="0"/>
                  </a:lnTo>
                  <a:lnTo>
                    <a:pt x="0" y="0"/>
                  </a:lnTo>
                  <a:lnTo>
                    <a:pt x="0" y="364"/>
                  </a:lnTo>
                  <a:lnTo>
                    <a:pt x="0" y="364"/>
                  </a:lnTo>
                  <a:lnTo>
                    <a:pt x="0" y="364"/>
                  </a:lnTo>
                  <a:lnTo>
                    <a:pt x="0" y="364"/>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1" name="North Carolina">
              <a:extLst>
                <a:ext uri="{FF2B5EF4-FFF2-40B4-BE49-F238E27FC236}">
                  <a16:creationId xmlns:a16="http://schemas.microsoft.com/office/drawing/2014/main" id="{BDD1D813-DDA3-4727-A091-01939CEC0633}"/>
                </a:ext>
              </a:extLst>
            </p:cNvPr>
            <p:cNvSpPr>
              <a:spLocks/>
            </p:cNvSpPr>
            <p:nvPr/>
          </p:nvSpPr>
          <p:spPr bwMode="auto">
            <a:xfrm>
              <a:off x="8220833" y="3328472"/>
              <a:ext cx="1395977" cy="648669"/>
            </a:xfrm>
            <a:custGeom>
              <a:avLst/>
              <a:gdLst>
                <a:gd name="T0" fmla="*/ 103 w 353"/>
                <a:gd name="T1" fmla="*/ 22 h 164"/>
                <a:gd name="T2" fmla="*/ 95 w 353"/>
                <a:gd name="T3" fmla="*/ 25 h 164"/>
                <a:gd name="T4" fmla="*/ 94 w 353"/>
                <a:gd name="T5" fmla="*/ 29 h 164"/>
                <a:gd name="T6" fmla="*/ 66 w 353"/>
                <a:gd name="T7" fmla="*/ 34 h 164"/>
                <a:gd name="T8" fmla="*/ 50 w 353"/>
                <a:gd name="T9" fmla="*/ 45 h 164"/>
                <a:gd name="T10" fmla="*/ 42 w 353"/>
                <a:gd name="T11" fmla="*/ 48 h 164"/>
                <a:gd name="T12" fmla="*/ 31 w 353"/>
                <a:gd name="T13" fmla="*/ 52 h 164"/>
                <a:gd name="T14" fmla="*/ 19 w 353"/>
                <a:gd name="T15" fmla="*/ 58 h 164"/>
                <a:gd name="T16" fmla="*/ 7 w 353"/>
                <a:gd name="T17" fmla="*/ 65 h 164"/>
                <a:gd name="T18" fmla="*/ 3 w 353"/>
                <a:gd name="T19" fmla="*/ 70 h 164"/>
                <a:gd name="T20" fmla="*/ 0 w 353"/>
                <a:gd name="T21" fmla="*/ 73 h 164"/>
                <a:gd name="T22" fmla="*/ 0 w 353"/>
                <a:gd name="T23" fmla="*/ 78 h 164"/>
                <a:gd name="T24" fmla="*/ 73 w 353"/>
                <a:gd name="T25" fmla="*/ 74 h 164"/>
                <a:gd name="T26" fmla="*/ 70 w 353"/>
                <a:gd name="T27" fmla="*/ 74 h 164"/>
                <a:gd name="T28" fmla="*/ 75 w 353"/>
                <a:gd name="T29" fmla="*/ 71 h 164"/>
                <a:gd name="T30" fmla="*/ 140 w 353"/>
                <a:gd name="T31" fmla="*/ 71 h 164"/>
                <a:gd name="T32" fmla="*/ 154 w 353"/>
                <a:gd name="T33" fmla="*/ 78 h 164"/>
                <a:gd name="T34" fmla="*/ 193 w 353"/>
                <a:gd name="T35" fmla="*/ 88 h 164"/>
                <a:gd name="T36" fmla="*/ 206 w 353"/>
                <a:gd name="T37" fmla="*/ 95 h 164"/>
                <a:gd name="T38" fmla="*/ 211 w 353"/>
                <a:gd name="T39" fmla="*/ 107 h 164"/>
                <a:gd name="T40" fmla="*/ 226 w 353"/>
                <a:gd name="T41" fmla="*/ 122 h 164"/>
                <a:gd name="T42" fmla="*/ 230 w 353"/>
                <a:gd name="T43" fmla="*/ 125 h 164"/>
                <a:gd name="T44" fmla="*/ 239 w 353"/>
                <a:gd name="T45" fmla="*/ 144 h 164"/>
                <a:gd name="T46" fmla="*/ 255 w 353"/>
                <a:gd name="T47" fmla="*/ 163 h 164"/>
                <a:gd name="T48" fmla="*/ 255 w 353"/>
                <a:gd name="T49" fmla="*/ 163 h 164"/>
                <a:gd name="T50" fmla="*/ 255 w 353"/>
                <a:gd name="T51" fmla="*/ 164 h 164"/>
                <a:gd name="T52" fmla="*/ 271 w 353"/>
                <a:gd name="T53" fmla="*/ 152 h 164"/>
                <a:gd name="T54" fmla="*/ 298 w 353"/>
                <a:gd name="T55" fmla="*/ 133 h 164"/>
                <a:gd name="T56" fmla="*/ 325 w 353"/>
                <a:gd name="T57" fmla="*/ 125 h 164"/>
                <a:gd name="T58" fmla="*/ 325 w 353"/>
                <a:gd name="T59" fmla="*/ 113 h 164"/>
                <a:gd name="T60" fmla="*/ 317 w 353"/>
                <a:gd name="T61" fmla="*/ 117 h 164"/>
                <a:gd name="T62" fmla="*/ 314 w 353"/>
                <a:gd name="T63" fmla="*/ 113 h 164"/>
                <a:gd name="T64" fmla="*/ 317 w 353"/>
                <a:gd name="T65" fmla="*/ 105 h 164"/>
                <a:gd name="T66" fmla="*/ 321 w 353"/>
                <a:gd name="T67" fmla="*/ 98 h 164"/>
                <a:gd name="T68" fmla="*/ 317 w 353"/>
                <a:gd name="T69" fmla="*/ 94 h 164"/>
                <a:gd name="T70" fmla="*/ 325 w 353"/>
                <a:gd name="T71" fmla="*/ 94 h 164"/>
                <a:gd name="T72" fmla="*/ 337 w 353"/>
                <a:gd name="T73" fmla="*/ 98 h 164"/>
                <a:gd name="T74" fmla="*/ 349 w 353"/>
                <a:gd name="T75" fmla="*/ 86 h 164"/>
                <a:gd name="T76" fmla="*/ 349 w 353"/>
                <a:gd name="T77" fmla="*/ 74 h 164"/>
                <a:gd name="T78" fmla="*/ 341 w 353"/>
                <a:gd name="T79" fmla="*/ 82 h 164"/>
                <a:gd name="T80" fmla="*/ 337 w 353"/>
                <a:gd name="T81" fmla="*/ 70 h 164"/>
                <a:gd name="T82" fmla="*/ 314 w 353"/>
                <a:gd name="T83" fmla="*/ 55 h 164"/>
                <a:gd name="T84" fmla="*/ 317 w 353"/>
                <a:gd name="T85" fmla="*/ 62 h 164"/>
                <a:gd name="T86" fmla="*/ 325 w 353"/>
                <a:gd name="T87" fmla="*/ 66 h 164"/>
                <a:gd name="T88" fmla="*/ 337 w 353"/>
                <a:gd name="T89" fmla="*/ 59 h 164"/>
                <a:gd name="T90" fmla="*/ 346 w 353"/>
                <a:gd name="T91" fmla="*/ 59 h 164"/>
                <a:gd name="T92" fmla="*/ 347 w 353"/>
                <a:gd name="T93" fmla="*/ 57 h 164"/>
                <a:gd name="T94" fmla="*/ 341 w 353"/>
                <a:gd name="T95" fmla="*/ 47 h 164"/>
                <a:gd name="T96" fmla="*/ 345 w 353"/>
                <a:gd name="T97" fmla="*/ 23 h 164"/>
                <a:gd name="T98" fmla="*/ 329 w 353"/>
                <a:gd name="T99" fmla="*/ 23 h 164"/>
                <a:gd name="T100" fmla="*/ 321 w 353"/>
                <a:gd name="T101" fmla="*/ 16 h 164"/>
                <a:gd name="T102" fmla="*/ 333 w 353"/>
                <a:gd name="T103" fmla="*/ 16 h 164"/>
                <a:gd name="T104" fmla="*/ 325 w 353"/>
                <a:gd name="T105" fmla="*/ 12 h 164"/>
                <a:gd name="T106" fmla="*/ 325 w 353"/>
                <a:gd name="T107" fmla="*/ 4 h 164"/>
                <a:gd name="T108" fmla="*/ 106 w 353"/>
                <a:gd name="T109"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53" h="164">
                  <a:moveTo>
                    <a:pt x="106" y="15"/>
                  </a:moveTo>
                  <a:cubicBezTo>
                    <a:pt x="103" y="22"/>
                    <a:pt x="103" y="22"/>
                    <a:pt x="103" y="22"/>
                  </a:cubicBezTo>
                  <a:cubicBezTo>
                    <a:pt x="97" y="22"/>
                    <a:pt x="97" y="22"/>
                    <a:pt x="97" y="22"/>
                  </a:cubicBezTo>
                  <a:cubicBezTo>
                    <a:pt x="95" y="25"/>
                    <a:pt x="95" y="25"/>
                    <a:pt x="95" y="25"/>
                  </a:cubicBezTo>
                  <a:cubicBezTo>
                    <a:pt x="94" y="26"/>
                    <a:pt x="94" y="27"/>
                    <a:pt x="94" y="28"/>
                  </a:cubicBezTo>
                  <a:cubicBezTo>
                    <a:pt x="94" y="29"/>
                    <a:pt x="94" y="29"/>
                    <a:pt x="94" y="29"/>
                  </a:cubicBezTo>
                  <a:cubicBezTo>
                    <a:pt x="84" y="34"/>
                    <a:pt x="84" y="34"/>
                    <a:pt x="84" y="34"/>
                  </a:cubicBezTo>
                  <a:cubicBezTo>
                    <a:pt x="66" y="34"/>
                    <a:pt x="66" y="34"/>
                    <a:pt x="66" y="34"/>
                  </a:cubicBezTo>
                  <a:cubicBezTo>
                    <a:pt x="50" y="41"/>
                    <a:pt x="50" y="41"/>
                    <a:pt x="50" y="41"/>
                  </a:cubicBezTo>
                  <a:cubicBezTo>
                    <a:pt x="50" y="45"/>
                    <a:pt x="50" y="45"/>
                    <a:pt x="50" y="45"/>
                  </a:cubicBezTo>
                  <a:cubicBezTo>
                    <a:pt x="46" y="45"/>
                    <a:pt x="46" y="45"/>
                    <a:pt x="46" y="45"/>
                  </a:cubicBezTo>
                  <a:cubicBezTo>
                    <a:pt x="42" y="48"/>
                    <a:pt x="42" y="48"/>
                    <a:pt x="42" y="48"/>
                  </a:cubicBezTo>
                  <a:cubicBezTo>
                    <a:pt x="39" y="48"/>
                    <a:pt x="39" y="48"/>
                    <a:pt x="39" y="48"/>
                  </a:cubicBezTo>
                  <a:cubicBezTo>
                    <a:pt x="31" y="52"/>
                    <a:pt x="31" y="52"/>
                    <a:pt x="31" y="52"/>
                  </a:cubicBezTo>
                  <a:cubicBezTo>
                    <a:pt x="27" y="58"/>
                    <a:pt x="27" y="58"/>
                    <a:pt x="27" y="58"/>
                  </a:cubicBezTo>
                  <a:cubicBezTo>
                    <a:pt x="19" y="58"/>
                    <a:pt x="19" y="58"/>
                    <a:pt x="19" y="58"/>
                  </a:cubicBezTo>
                  <a:cubicBezTo>
                    <a:pt x="15" y="61"/>
                    <a:pt x="15" y="61"/>
                    <a:pt x="15" y="61"/>
                  </a:cubicBezTo>
                  <a:cubicBezTo>
                    <a:pt x="15" y="61"/>
                    <a:pt x="9" y="65"/>
                    <a:pt x="7" y="65"/>
                  </a:cubicBezTo>
                  <a:cubicBezTo>
                    <a:pt x="5" y="65"/>
                    <a:pt x="4" y="68"/>
                    <a:pt x="3" y="70"/>
                  </a:cubicBezTo>
                  <a:cubicBezTo>
                    <a:pt x="3" y="70"/>
                    <a:pt x="3" y="70"/>
                    <a:pt x="3" y="70"/>
                  </a:cubicBezTo>
                  <a:cubicBezTo>
                    <a:pt x="1" y="72"/>
                    <a:pt x="1" y="72"/>
                    <a:pt x="1" y="72"/>
                  </a:cubicBezTo>
                  <a:cubicBezTo>
                    <a:pt x="0" y="73"/>
                    <a:pt x="0" y="73"/>
                    <a:pt x="0" y="73"/>
                  </a:cubicBezTo>
                  <a:cubicBezTo>
                    <a:pt x="0" y="73"/>
                    <a:pt x="0" y="74"/>
                    <a:pt x="0" y="75"/>
                  </a:cubicBezTo>
                  <a:cubicBezTo>
                    <a:pt x="0" y="78"/>
                    <a:pt x="0" y="78"/>
                    <a:pt x="0" y="78"/>
                  </a:cubicBezTo>
                  <a:cubicBezTo>
                    <a:pt x="55" y="78"/>
                    <a:pt x="55" y="78"/>
                    <a:pt x="55" y="78"/>
                  </a:cubicBezTo>
                  <a:cubicBezTo>
                    <a:pt x="73" y="74"/>
                    <a:pt x="73" y="74"/>
                    <a:pt x="73" y="74"/>
                  </a:cubicBezTo>
                  <a:cubicBezTo>
                    <a:pt x="73" y="74"/>
                    <a:pt x="73" y="74"/>
                    <a:pt x="73" y="74"/>
                  </a:cubicBezTo>
                  <a:cubicBezTo>
                    <a:pt x="70" y="74"/>
                    <a:pt x="70" y="74"/>
                    <a:pt x="70" y="74"/>
                  </a:cubicBezTo>
                  <a:cubicBezTo>
                    <a:pt x="73" y="72"/>
                    <a:pt x="73" y="72"/>
                    <a:pt x="73" y="72"/>
                  </a:cubicBezTo>
                  <a:cubicBezTo>
                    <a:pt x="73" y="72"/>
                    <a:pt x="74" y="71"/>
                    <a:pt x="75" y="71"/>
                  </a:cubicBezTo>
                  <a:cubicBezTo>
                    <a:pt x="76" y="71"/>
                    <a:pt x="78" y="70"/>
                    <a:pt x="95" y="70"/>
                  </a:cubicBezTo>
                  <a:cubicBezTo>
                    <a:pt x="109" y="70"/>
                    <a:pt x="127" y="70"/>
                    <a:pt x="140" y="71"/>
                  </a:cubicBezTo>
                  <a:cubicBezTo>
                    <a:pt x="140" y="71"/>
                    <a:pt x="140" y="71"/>
                    <a:pt x="140" y="71"/>
                  </a:cubicBezTo>
                  <a:cubicBezTo>
                    <a:pt x="154" y="78"/>
                    <a:pt x="154" y="78"/>
                    <a:pt x="154" y="78"/>
                  </a:cubicBezTo>
                  <a:cubicBezTo>
                    <a:pt x="165" y="88"/>
                    <a:pt x="165" y="88"/>
                    <a:pt x="165" y="88"/>
                  </a:cubicBezTo>
                  <a:cubicBezTo>
                    <a:pt x="193" y="88"/>
                    <a:pt x="193" y="88"/>
                    <a:pt x="193" y="88"/>
                  </a:cubicBezTo>
                  <a:cubicBezTo>
                    <a:pt x="198" y="90"/>
                    <a:pt x="198" y="90"/>
                    <a:pt x="198" y="90"/>
                  </a:cubicBezTo>
                  <a:cubicBezTo>
                    <a:pt x="206" y="95"/>
                    <a:pt x="206" y="95"/>
                    <a:pt x="206" y="95"/>
                  </a:cubicBezTo>
                  <a:cubicBezTo>
                    <a:pt x="211" y="99"/>
                    <a:pt x="211" y="99"/>
                    <a:pt x="211" y="99"/>
                  </a:cubicBezTo>
                  <a:cubicBezTo>
                    <a:pt x="211" y="107"/>
                    <a:pt x="211" y="107"/>
                    <a:pt x="211" y="107"/>
                  </a:cubicBezTo>
                  <a:cubicBezTo>
                    <a:pt x="220" y="114"/>
                    <a:pt x="220" y="114"/>
                    <a:pt x="220" y="114"/>
                  </a:cubicBezTo>
                  <a:cubicBezTo>
                    <a:pt x="226" y="122"/>
                    <a:pt x="226" y="122"/>
                    <a:pt x="226" y="122"/>
                  </a:cubicBezTo>
                  <a:cubicBezTo>
                    <a:pt x="230" y="125"/>
                    <a:pt x="230" y="125"/>
                    <a:pt x="230" y="125"/>
                  </a:cubicBezTo>
                  <a:cubicBezTo>
                    <a:pt x="230" y="125"/>
                    <a:pt x="230" y="125"/>
                    <a:pt x="230" y="125"/>
                  </a:cubicBezTo>
                  <a:cubicBezTo>
                    <a:pt x="239" y="132"/>
                    <a:pt x="239" y="132"/>
                    <a:pt x="239" y="132"/>
                  </a:cubicBezTo>
                  <a:cubicBezTo>
                    <a:pt x="239" y="144"/>
                    <a:pt x="239" y="144"/>
                    <a:pt x="239" y="144"/>
                  </a:cubicBezTo>
                  <a:cubicBezTo>
                    <a:pt x="254" y="163"/>
                    <a:pt x="254" y="163"/>
                    <a:pt x="254" y="163"/>
                  </a:cubicBezTo>
                  <a:cubicBezTo>
                    <a:pt x="255" y="163"/>
                    <a:pt x="255" y="163"/>
                    <a:pt x="255" y="163"/>
                  </a:cubicBezTo>
                  <a:cubicBezTo>
                    <a:pt x="255" y="163"/>
                    <a:pt x="255" y="163"/>
                    <a:pt x="255" y="163"/>
                  </a:cubicBezTo>
                  <a:cubicBezTo>
                    <a:pt x="255" y="163"/>
                    <a:pt x="255" y="163"/>
                    <a:pt x="255" y="163"/>
                  </a:cubicBezTo>
                  <a:cubicBezTo>
                    <a:pt x="255" y="163"/>
                    <a:pt x="255" y="163"/>
                    <a:pt x="255" y="163"/>
                  </a:cubicBezTo>
                  <a:cubicBezTo>
                    <a:pt x="255" y="164"/>
                    <a:pt x="255" y="164"/>
                    <a:pt x="255" y="164"/>
                  </a:cubicBezTo>
                  <a:cubicBezTo>
                    <a:pt x="271" y="160"/>
                    <a:pt x="271" y="160"/>
                    <a:pt x="271" y="160"/>
                  </a:cubicBezTo>
                  <a:cubicBezTo>
                    <a:pt x="271" y="152"/>
                    <a:pt x="271" y="152"/>
                    <a:pt x="271" y="152"/>
                  </a:cubicBezTo>
                  <a:cubicBezTo>
                    <a:pt x="278" y="141"/>
                    <a:pt x="278" y="141"/>
                    <a:pt x="278" y="141"/>
                  </a:cubicBezTo>
                  <a:cubicBezTo>
                    <a:pt x="298" y="133"/>
                    <a:pt x="298" y="133"/>
                    <a:pt x="298" y="133"/>
                  </a:cubicBezTo>
                  <a:cubicBezTo>
                    <a:pt x="314" y="133"/>
                    <a:pt x="314" y="133"/>
                    <a:pt x="314" y="133"/>
                  </a:cubicBezTo>
                  <a:cubicBezTo>
                    <a:pt x="325" y="125"/>
                    <a:pt x="325" y="125"/>
                    <a:pt x="325" y="125"/>
                  </a:cubicBezTo>
                  <a:cubicBezTo>
                    <a:pt x="325" y="121"/>
                    <a:pt x="325" y="121"/>
                    <a:pt x="325" y="121"/>
                  </a:cubicBezTo>
                  <a:cubicBezTo>
                    <a:pt x="325" y="113"/>
                    <a:pt x="325" y="113"/>
                    <a:pt x="325" y="113"/>
                  </a:cubicBezTo>
                  <a:cubicBezTo>
                    <a:pt x="317" y="113"/>
                    <a:pt x="317" y="113"/>
                    <a:pt x="317" y="113"/>
                  </a:cubicBezTo>
                  <a:cubicBezTo>
                    <a:pt x="317" y="117"/>
                    <a:pt x="317" y="117"/>
                    <a:pt x="317" y="117"/>
                  </a:cubicBezTo>
                  <a:cubicBezTo>
                    <a:pt x="314" y="117"/>
                    <a:pt x="314" y="117"/>
                    <a:pt x="314" y="117"/>
                  </a:cubicBezTo>
                  <a:cubicBezTo>
                    <a:pt x="314" y="113"/>
                    <a:pt x="314" y="113"/>
                    <a:pt x="314" y="113"/>
                  </a:cubicBezTo>
                  <a:cubicBezTo>
                    <a:pt x="317" y="109"/>
                    <a:pt x="317" y="109"/>
                    <a:pt x="317" y="109"/>
                  </a:cubicBezTo>
                  <a:cubicBezTo>
                    <a:pt x="317" y="105"/>
                    <a:pt x="317" y="105"/>
                    <a:pt x="317" y="105"/>
                  </a:cubicBezTo>
                  <a:cubicBezTo>
                    <a:pt x="321" y="102"/>
                    <a:pt x="321" y="102"/>
                    <a:pt x="321" y="102"/>
                  </a:cubicBezTo>
                  <a:cubicBezTo>
                    <a:pt x="321" y="98"/>
                    <a:pt x="321" y="98"/>
                    <a:pt x="321" y="98"/>
                  </a:cubicBezTo>
                  <a:cubicBezTo>
                    <a:pt x="310" y="94"/>
                    <a:pt x="310" y="94"/>
                    <a:pt x="310" y="94"/>
                  </a:cubicBezTo>
                  <a:cubicBezTo>
                    <a:pt x="317" y="94"/>
                    <a:pt x="317" y="94"/>
                    <a:pt x="317" y="94"/>
                  </a:cubicBezTo>
                  <a:cubicBezTo>
                    <a:pt x="321" y="90"/>
                    <a:pt x="321" y="90"/>
                    <a:pt x="321" y="90"/>
                  </a:cubicBezTo>
                  <a:cubicBezTo>
                    <a:pt x="325" y="94"/>
                    <a:pt x="325" y="94"/>
                    <a:pt x="325" y="94"/>
                  </a:cubicBezTo>
                  <a:cubicBezTo>
                    <a:pt x="329" y="98"/>
                    <a:pt x="329" y="98"/>
                    <a:pt x="329" y="98"/>
                  </a:cubicBezTo>
                  <a:cubicBezTo>
                    <a:pt x="337" y="98"/>
                    <a:pt x="337" y="98"/>
                    <a:pt x="337" y="98"/>
                  </a:cubicBezTo>
                  <a:cubicBezTo>
                    <a:pt x="341" y="98"/>
                    <a:pt x="341" y="98"/>
                    <a:pt x="341" y="98"/>
                  </a:cubicBezTo>
                  <a:cubicBezTo>
                    <a:pt x="349" y="86"/>
                    <a:pt x="349" y="86"/>
                    <a:pt x="349" y="86"/>
                  </a:cubicBezTo>
                  <a:cubicBezTo>
                    <a:pt x="353" y="86"/>
                    <a:pt x="353" y="86"/>
                    <a:pt x="353" y="86"/>
                  </a:cubicBezTo>
                  <a:cubicBezTo>
                    <a:pt x="349" y="74"/>
                    <a:pt x="349" y="74"/>
                    <a:pt x="349" y="74"/>
                  </a:cubicBezTo>
                  <a:cubicBezTo>
                    <a:pt x="349" y="70"/>
                    <a:pt x="349" y="70"/>
                    <a:pt x="349" y="70"/>
                  </a:cubicBezTo>
                  <a:cubicBezTo>
                    <a:pt x="341" y="82"/>
                    <a:pt x="341" y="82"/>
                    <a:pt x="341" y="82"/>
                  </a:cubicBezTo>
                  <a:cubicBezTo>
                    <a:pt x="337" y="78"/>
                    <a:pt x="337" y="78"/>
                    <a:pt x="337" y="78"/>
                  </a:cubicBezTo>
                  <a:cubicBezTo>
                    <a:pt x="337" y="70"/>
                    <a:pt x="337" y="70"/>
                    <a:pt x="337" y="70"/>
                  </a:cubicBezTo>
                  <a:cubicBezTo>
                    <a:pt x="317" y="70"/>
                    <a:pt x="317" y="70"/>
                    <a:pt x="317" y="70"/>
                  </a:cubicBezTo>
                  <a:cubicBezTo>
                    <a:pt x="314" y="55"/>
                    <a:pt x="314" y="55"/>
                    <a:pt x="314" y="55"/>
                  </a:cubicBezTo>
                  <a:cubicBezTo>
                    <a:pt x="317" y="55"/>
                    <a:pt x="317" y="55"/>
                    <a:pt x="317" y="55"/>
                  </a:cubicBezTo>
                  <a:cubicBezTo>
                    <a:pt x="317" y="62"/>
                    <a:pt x="317" y="62"/>
                    <a:pt x="317" y="62"/>
                  </a:cubicBezTo>
                  <a:cubicBezTo>
                    <a:pt x="321" y="66"/>
                    <a:pt x="321" y="66"/>
                    <a:pt x="321" y="66"/>
                  </a:cubicBezTo>
                  <a:cubicBezTo>
                    <a:pt x="325" y="66"/>
                    <a:pt x="325" y="66"/>
                    <a:pt x="325" y="66"/>
                  </a:cubicBezTo>
                  <a:cubicBezTo>
                    <a:pt x="333" y="59"/>
                    <a:pt x="333" y="59"/>
                    <a:pt x="333" y="59"/>
                  </a:cubicBezTo>
                  <a:cubicBezTo>
                    <a:pt x="337" y="59"/>
                    <a:pt x="337" y="59"/>
                    <a:pt x="337" y="59"/>
                  </a:cubicBezTo>
                  <a:cubicBezTo>
                    <a:pt x="341" y="59"/>
                    <a:pt x="341" y="59"/>
                    <a:pt x="341" y="59"/>
                  </a:cubicBezTo>
                  <a:cubicBezTo>
                    <a:pt x="346" y="59"/>
                    <a:pt x="346" y="59"/>
                    <a:pt x="346" y="59"/>
                  </a:cubicBezTo>
                  <a:cubicBezTo>
                    <a:pt x="346" y="57"/>
                    <a:pt x="346" y="57"/>
                    <a:pt x="346" y="57"/>
                  </a:cubicBezTo>
                  <a:cubicBezTo>
                    <a:pt x="347" y="57"/>
                    <a:pt x="347" y="57"/>
                    <a:pt x="347" y="57"/>
                  </a:cubicBezTo>
                  <a:cubicBezTo>
                    <a:pt x="345" y="47"/>
                    <a:pt x="345" y="47"/>
                    <a:pt x="345" y="47"/>
                  </a:cubicBezTo>
                  <a:cubicBezTo>
                    <a:pt x="341" y="47"/>
                    <a:pt x="341" y="47"/>
                    <a:pt x="341" y="47"/>
                  </a:cubicBezTo>
                  <a:cubicBezTo>
                    <a:pt x="345" y="35"/>
                    <a:pt x="345" y="35"/>
                    <a:pt x="345" y="35"/>
                  </a:cubicBezTo>
                  <a:cubicBezTo>
                    <a:pt x="345" y="23"/>
                    <a:pt x="345" y="23"/>
                    <a:pt x="345" y="23"/>
                  </a:cubicBezTo>
                  <a:cubicBezTo>
                    <a:pt x="333" y="23"/>
                    <a:pt x="333" y="23"/>
                    <a:pt x="333" y="23"/>
                  </a:cubicBezTo>
                  <a:cubicBezTo>
                    <a:pt x="329" y="23"/>
                    <a:pt x="329" y="23"/>
                    <a:pt x="329" y="23"/>
                  </a:cubicBezTo>
                  <a:cubicBezTo>
                    <a:pt x="321" y="20"/>
                    <a:pt x="321" y="20"/>
                    <a:pt x="321" y="20"/>
                  </a:cubicBezTo>
                  <a:cubicBezTo>
                    <a:pt x="321" y="16"/>
                    <a:pt x="321" y="16"/>
                    <a:pt x="321" y="16"/>
                  </a:cubicBezTo>
                  <a:cubicBezTo>
                    <a:pt x="329" y="16"/>
                    <a:pt x="329" y="16"/>
                    <a:pt x="329" y="16"/>
                  </a:cubicBezTo>
                  <a:cubicBezTo>
                    <a:pt x="333" y="16"/>
                    <a:pt x="333" y="16"/>
                    <a:pt x="333" y="16"/>
                  </a:cubicBezTo>
                  <a:cubicBezTo>
                    <a:pt x="329" y="12"/>
                    <a:pt x="329" y="12"/>
                    <a:pt x="329" y="12"/>
                  </a:cubicBezTo>
                  <a:cubicBezTo>
                    <a:pt x="325" y="12"/>
                    <a:pt x="325" y="12"/>
                    <a:pt x="325" y="12"/>
                  </a:cubicBezTo>
                  <a:cubicBezTo>
                    <a:pt x="325" y="8"/>
                    <a:pt x="325" y="8"/>
                    <a:pt x="325" y="8"/>
                  </a:cubicBezTo>
                  <a:cubicBezTo>
                    <a:pt x="325" y="4"/>
                    <a:pt x="325" y="4"/>
                    <a:pt x="325" y="4"/>
                  </a:cubicBezTo>
                  <a:cubicBezTo>
                    <a:pt x="329" y="0"/>
                    <a:pt x="329" y="0"/>
                    <a:pt x="329" y="0"/>
                  </a:cubicBezTo>
                  <a:cubicBezTo>
                    <a:pt x="106" y="0"/>
                    <a:pt x="106" y="0"/>
                    <a:pt x="106" y="0"/>
                  </a:cubicBezTo>
                  <a:lnTo>
                    <a:pt x="106" y="15"/>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2" name="New York">
              <a:extLst>
                <a:ext uri="{FF2B5EF4-FFF2-40B4-BE49-F238E27FC236}">
                  <a16:creationId xmlns:a16="http://schemas.microsoft.com/office/drawing/2014/main" id="{CAD2C73A-3B68-4FB7-A26C-A6775BB2E573}"/>
                </a:ext>
              </a:extLst>
            </p:cNvPr>
            <p:cNvSpPr>
              <a:spLocks noEditPoints="1"/>
            </p:cNvSpPr>
            <p:nvPr/>
          </p:nvSpPr>
          <p:spPr bwMode="auto">
            <a:xfrm>
              <a:off x="8948079" y="1783703"/>
              <a:ext cx="1203717" cy="896100"/>
            </a:xfrm>
            <a:custGeom>
              <a:avLst/>
              <a:gdLst>
                <a:gd name="T0" fmla="*/ 269 w 304"/>
                <a:gd name="T1" fmla="*/ 190 h 226"/>
                <a:gd name="T2" fmla="*/ 269 w 304"/>
                <a:gd name="T3" fmla="*/ 135 h 226"/>
                <a:gd name="T4" fmla="*/ 273 w 304"/>
                <a:gd name="T5" fmla="*/ 106 h 226"/>
                <a:gd name="T6" fmla="*/ 269 w 304"/>
                <a:gd name="T7" fmla="*/ 0 h 226"/>
                <a:gd name="T8" fmla="*/ 169 w 304"/>
                <a:gd name="T9" fmla="*/ 19 h 226"/>
                <a:gd name="T10" fmla="*/ 141 w 304"/>
                <a:gd name="T11" fmla="*/ 47 h 226"/>
                <a:gd name="T12" fmla="*/ 149 w 304"/>
                <a:gd name="T13" fmla="*/ 54 h 226"/>
                <a:gd name="T14" fmla="*/ 145 w 304"/>
                <a:gd name="T15" fmla="*/ 62 h 226"/>
                <a:gd name="T16" fmla="*/ 149 w 304"/>
                <a:gd name="T17" fmla="*/ 78 h 226"/>
                <a:gd name="T18" fmla="*/ 118 w 304"/>
                <a:gd name="T19" fmla="*/ 90 h 226"/>
                <a:gd name="T20" fmla="*/ 94 w 304"/>
                <a:gd name="T21" fmla="*/ 93 h 226"/>
                <a:gd name="T22" fmla="*/ 36 w 304"/>
                <a:gd name="T23" fmla="*/ 93 h 226"/>
                <a:gd name="T24" fmla="*/ 32 w 304"/>
                <a:gd name="T25" fmla="*/ 129 h 226"/>
                <a:gd name="T26" fmla="*/ 0 w 304"/>
                <a:gd name="T27" fmla="*/ 148 h 226"/>
                <a:gd name="T28" fmla="*/ 179 w 304"/>
                <a:gd name="T29" fmla="*/ 150 h 226"/>
                <a:gd name="T30" fmla="*/ 179 w 304"/>
                <a:gd name="T31" fmla="*/ 172 h 226"/>
                <a:gd name="T32" fmla="*/ 188 w 304"/>
                <a:gd name="T33" fmla="*/ 178 h 226"/>
                <a:gd name="T34" fmla="*/ 198 w 304"/>
                <a:gd name="T35" fmla="*/ 193 h 226"/>
                <a:gd name="T36" fmla="*/ 214 w 304"/>
                <a:gd name="T37" fmla="*/ 202 h 226"/>
                <a:gd name="T38" fmla="*/ 236 w 304"/>
                <a:gd name="T39" fmla="*/ 219 h 226"/>
                <a:gd name="T40" fmla="*/ 247 w 304"/>
                <a:gd name="T41" fmla="*/ 210 h 226"/>
                <a:gd name="T42" fmla="*/ 239 w 304"/>
                <a:gd name="T43" fmla="*/ 220 h 226"/>
                <a:gd name="T44" fmla="*/ 238 w 304"/>
                <a:gd name="T45" fmla="*/ 222 h 226"/>
                <a:gd name="T46" fmla="*/ 236 w 304"/>
                <a:gd name="T47" fmla="*/ 225 h 226"/>
                <a:gd name="T48" fmla="*/ 239 w 304"/>
                <a:gd name="T49" fmla="*/ 225 h 226"/>
                <a:gd name="T50" fmla="*/ 241 w 304"/>
                <a:gd name="T51" fmla="*/ 223 h 226"/>
                <a:gd name="T52" fmla="*/ 242 w 304"/>
                <a:gd name="T53" fmla="*/ 221 h 226"/>
                <a:gd name="T54" fmla="*/ 299 w 304"/>
                <a:gd name="T55" fmla="*/ 200 h 226"/>
                <a:gd name="T56" fmla="*/ 298 w 304"/>
                <a:gd name="T57" fmla="*/ 200 h 226"/>
                <a:gd name="T58" fmla="*/ 299 w 304"/>
                <a:gd name="T59" fmla="*/ 200 h 226"/>
                <a:gd name="T60" fmla="*/ 302 w 304"/>
                <a:gd name="T61" fmla="*/ 207 h 226"/>
                <a:gd name="T62" fmla="*/ 298 w 304"/>
                <a:gd name="T63" fmla="*/ 209 h 226"/>
                <a:gd name="T64" fmla="*/ 296 w 304"/>
                <a:gd name="T65" fmla="*/ 208 h 226"/>
                <a:gd name="T66" fmla="*/ 294 w 304"/>
                <a:gd name="T67" fmla="*/ 209 h 226"/>
                <a:gd name="T68" fmla="*/ 291 w 304"/>
                <a:gd name="T69" fmla="*/ 209 h 226"/>
                <a:gd name="T70" fmla="*/ 288 w 304"/>
                <a:gd name="T71" fmla="*/ 212 h 226"/>
                <a:gd name="T72" fmla="*/ 284 w 304"/>
                <a:gd name="T73" fmla="*/ 212 h 226"/>
                <a:gd name="T74" fmla="*/ 290 w 304"/>
                <a:gd name="T75" fmla="*/ 207 h 226"/>
                <a:gd name="T76" fmla="*/ 290 w 304"/>
                <a:gd name="T77" fmla="*/ 205 h 226"/>
                <a:gd name="T78" fmla="*/ 284 w 304"/>
                <a:gd name="T79" fmla="*/ 209 h 226"/>
                <a:gd name="T80" fmla="*/ 270 w 304"/>
                <a:gd name="T81" fmla="*/ 211 h 226"/>
                <a:gd name="T82" fmla="*/ 264 w 304"/>
                <a:gd name="T83" fmla="*/ 212 h 226"/>
                <a:gd name="T84" fmla="*/ 259 w 304"/>
                <a:gd name="T85" fmla="*/ 212 h 226"/>
                <a:gd name="T86" fmla="*/ 251 w 304"/>
                <a:gd name="T87" fmla="*/ 216 h 226"/>
                <a:gd name="T88" fmla="*/ 247 w 304"/>
                <a:gd name="T89" fmla="*/ 216 h 226"/>
                <a:gd name="T90" fmla="*/ 244 w 304"/>
                <a:gd name="T91" fmla="*/ 219 h 226"/>
                <a:gd name="T92" fmla="*/ 244 w 304"/>
                <a:gd name="T93" fmla="*/ 221 h 226"/>
                <a:gd name="T94" fmla="*/ 245 w 304"/>
                <a:gd name="T95" fmla="*/ 223 h 226"/>
                <a:gd name="T96" fmla="*/ 250 w 304"/>
                <a:gd name="T97" fmla="*/ 223 h 226"/>
                <a:gd name="T98" fmla="*/ 253 w 304"/>
                <a:gd name="T99" fmla="*/ 222 h 226"/>
                <a:gd name="T100" fmla="*/ 256 w 304"/>
                <a:gd name="T101" fmla="*/ 222 h 226"/>
                <a:gd name="T102" fmla="*/ 259 w 304"/>
                <a:gd name="T103" fmla="*/ 222 h 226"/>
                <a:gd name="T104" fmla="*/ 264 w 304"/>
                <a:gd name="T105" fmla="*/ 221 h 226"/>
                <a:gd name="T106" fmla="*/ 269 w 304"/>
                <a:gd name="T107" fmla="*/ 221 h 226"/>
                <a:gd name="T108" fmla="*/ 273 w 304"/>
                <a:gd name="T109" fmla="*/ 219 h 226"/>
                <a:gd name="T110" fmla="*/ 279 w 304"/>
                <a:gd name="T111" fmla="*/ 218 h 226"/>
                <a:gd name="T112" fmla="*/ 285 w 304"/>
                <a:gd name="T113" fmla="*/ 216 h 226"/>
                <a:gd name="T114" fmla="*/ 288 w 304"/>
                <a:gd name="T115" fmla="*/ 216 h 226"/>
                <a:gd name="T116" fmla="*/ 292 w 304"/>
                <a:gd name="T117" fmla="*/ 214 h 226"/>
                <a:gd name="T118" fmla="*/ 295 w 304"/>
                <a:gd name="T119" fmla="*/ 212 h 226"/>
                <a:gd name="T120" fmla="*/ 298 w 304"/>
                <a:gd name="T121" fmla="*/ 210 h 226"/>
                <a:gd name="T122" fmla="*/ 302 w 304"/>
                <a:gd name="T123" fmla="*/ 209 h 226"/>
                <a:gd name="T124" fmla="*/ 304 w 304"/>
                <a:gd name="T125" fmla="*/ 207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4" h="226">
                  <a:moveTo>
                    <a:pt x="262" y="205"/>
                  </a:moveTo>
                  <a:cubicBezTo>
                    <a:pt x="262" y="195"/>
                    <a:pt x="262" y="195"/>
                    <a:pt x="262" y="195"/>
                  </a:cubicBezTo>
                  <a:cubicBezTo>
                    <a:pt x="269" y="190"/>
                    <a:pt x="269" y="190"/>
                    <a:pt x="269" y="190"/>
                  </a:cubicBezTo>
                  <a:cubicBezTo>
                    <a:pt x="269" y="189"/>
                    <a:pt x="269" y="189"/>
                    <a:pt x="269" y="189"/>
                  </a:cubicBezTo>
                  <a:cubicBezTo>
                    <a:pt x="269" y="186"/>
                    <a:pt x="270" y="172"/>
                    <a:pt x="270" y="158"/>
                  </a:cubicBezTo>
                  <a:cubicBezTo>
                    <a:pt x="270" y="147"/>
                    <a:pt x="270" y="137"/>
                    <a:pt x="269" y="135"/>
                  </a:cubicBezTo>
                  <a:cubicBezTo>
                    <a:pt x="268" y="135"/>
                    <a:pt x="267" y="132"/>
                    <a:pt x="272" y="112"/>
                  </a:cubicBezTo>
                  <a:cubicBezTo>
                    <a:pt x="273" y="108"/>
                    <a:pt x="273" y="108"/>
                    <a:pt x="273" y="108"/>
                  </a:cubicBezTo>
                  <a:cubicBezTo>
                    <a:pt x="273" y="106"/>
                    <a:pt x="273" y="106"/>
                    <a:pt x="273" y="106"/>
                  </a:cubicBezTo>
                  <a:cubicBezTo>
                    <a:pt x="274" y="102"/>
                    <a:pt x="275" y="98"/>
                    <a:pt x="276" y="96"/>
                  </a:cubicBezTo>
                  <a:cubicBezTo>
                    <a:pt x="269" y="85"/>
                    <a:pt x="269" y="85"/>
                    <a:pt x="269" y="85"/>
                  </a:cubicBezTo>
                  <a:cubicBezTo>
                    <a:pt x="269" y="0"/>
                    <a:pt x="269" y="0"/>
                    <a:pt x="269" y="0"/>
                  </a:cubicBezTo>
                  <a:cubicBezTo>
                    <a:pt x="268" y="0"/>
                    <a:pt x="268" y="0"/>
                    <a:pt x="268" y="0"/>
                  </a:cubicBezTo>
                  <a:cubicBezTo>
                    <a:pt x="192" y="0"/>
                    <a:pt x="192" y="0"/>
                    <a:pt x="192" y="0"/>
                  </a:cubicBezTo>
                  <a:cubicBezTo>
                    <a:pt x="169" y="19"/>
                    <a:pt x="169" y="19"/>
                    <a:pt x="169" y="19"/>
                  </a:cubicBezTo>
                  <a:cubicBezTo>
                    <a:pt x="161" y="35"/>
                    <a:pt x="161" y="35"/>
                    <a:pt x="161" y="35"/>
                  </a:cubicBezTo>
                  <a:cubicBezTo>
                    <a:pt x="145" y="43"/>
                    <a:pt x="145" y="43"/>
                    <a:pt x="145" y="43"/>
                  </a:cubicBezTo>
                  <a:cubicBezTo>
                    <a:pt x="141" y="47"/>
                    <a:pt x="141" y="47"/>
                    <a:pt x="141" y="47"/>
                  </a:cubicBezTo>
                  <a:cubicBezTo>
                    <a:pt x="145" y="50"/>
                    <a:pt x="145" y="50"/>
                    <a:pt x="145" y="50"/>
                  </a:cubicBezTo>
                  <a:cubicBezTo>
                    <a:pt x="149" y="50"/>
                    <a:pt x="149" y="50"/>
                    <a:pt x="149" y="50"/>
                  </a:cubicBezTo>
                  <a:cubicBezTo>
                    <a:pt x="149" y="54"/>
                    <a:pt x="149" y="54"/>
                    <a:pt x="149" y="54"/>
                  </a:cubicBezTo>
                  <a:cubicBezTo>
                    <a:pt x="149" y="58"/>
                    <a:pt x="149" y="58"/>
                    <a:pt x="149" y="58"/>
                  </a:cubicBezTo>
                  <a:cubicBezTo>
                    <a:pt x="145" y="58"/>
                    <a:pt x="145" y="58"/>
                    <a:pt x="145" y="58"/>
                  </a:cubicBezTo>
                  <a:cubicBezTo>
                    <a:pt x="145" y="62"/>
                    <a:pt x="145" y="62"/>
                    <a:pt x="145" y="62"/>
                  </a:cubicBezTo>
                  <a:cubicBezTo>
                    <a:pt x="149" y="66"/>
                    <a:pt x="149" y="66"/>
                    <a:pt x="149" y="66"/>
                  </a:cubicBezTo>
                  <a:cubicBezTo>
                    <a:pt x="149" y="70"/>
                    <a:pt x="149" y="70"/>
                    <a:pt x="149" y="70"/>
                  </a:cubicBezTo>
                  <a:cubicBezTo>
                    <a:pt x="149" y="78"/>
                    <a:pt x="149" y="78"/>
                    <a:pt x="149" y="78"/>
                  </a:cubicBezTo>
                  <a:cubicBezTo>
                    <a:pt x="137" y="78"/>
                    <a:pt x="137" y="78"/>
                    <a:pt x="137" y="78"/>
                  </a:cubicBezTo>
                  <a:cubicBezTo>
                    <a:pt x="126" y="90"/>
                    <a:pt x="126" y="90"/>
                    <a:pt x="126" y="90"/>
                  </a:cubicBezTo>
                  <a:cubicBezTo>
                    <a:pt x="118" y="90"/>
                    <a:pt x="118" y="90"/>
                    <a:pt x="118" y="90"/>
                  </a:cubicBezTo>
                  <a:cubicBezTo>
                    <a:pt x="106" y="90"/>
                    <a:pt x="106" y="90"/>
                    <a:pt x="106" y="90"/>
                  </a:cubicBezTo>
                  <a:cubicBezTo>
                    <a:pt x="102" y="90"/>
                    <a:pt x="102" y="90"/>
                    <a:pt x="102" y="90"/>
                  </a:cubicBezTo>
                  <a:cubicBezTo>
                    <a:pt x="94" y="93"/>
                    <a:pt x="94" y="93"/>
                    <a:pt x="94" y="93"/>
                  </a:cubicBezTo>
                  <a:cubicBezTo>
                    <a:pt x="91" y="90"/>
                    <a:pt x="91" y="90"/>
                    <a:pt x="91" y="90"/>
                  </a:cubicBezTo>
                  <a:cubicBezTo>
                    <a:pt x="75" y="86"/>
                    <a:pt x="75" y="86"/>
                    <a:pt x="75" y="86"/>
                  </a:cubicBezTo>
                  <a:cubicBezTo>
                    <a:pt x="36" y="93"/>
                    <a:pt x="36" y="93"/>
                    <a:pt x="36" y="93"/>
                  </a:cubicBezTo>
                  <a:cubicBezTo>
                    <a:pt x="44" y="117"/>
                    <a:pt x="44" y="117"/>
                    <a:pt x="44" y="117"/>
                  </a:cubicBezTo>
                  <a:cubicBezTo>
                    <a:pt x="36" y="121"/>
                    <a:pt x="36" y="121"/>
                    <a:pt x="36" y="121"/>
                  </a:cubicBezTo>
                  <a:cubicBezTo>
                    <a:pt x="32" y="129"/>
                    <a:pt x="32" y="129"/>
                    <a:pt x="32" y="129"/>
                  </a:cubicBezTo>
                  <a:cubicBezTo>
                    <a:pt x="28" y="129"/>
                    <a:pt x="28" y="129"/>
                    <a:pt x="28" y="129"/>
                  </a:cubicBezTo>
                  <a:cubicBezTo>
                    <a:pt x="1" y="148"/>
                    <a:pt x="1" y="148"/>
                    <a:pt x="1" y="148"/>
                  </a:cubicBezTo>
                  <a:cubicBezTo>
                    <a:pt x="0" y="148"/>
                    <a:pt x="0" y="148"/>
                    <a:pt x="0" y="148"/>
                  </a:cubicBezTo>
                  <a:cubicBezTo>
                    <a:pt x="0" y="149"/>
                    <a:pt x="0" y="149"/>
                    <a:pt x="0" y="149"/>
                  </a:cubicBezTo>
                  <a:cubicBezTo>
                    <a:pt x="1" y="150"/>
                    <a:pt x="1" y="150"/>
                    <a:pt x="1" y="150"/>
                  </a:cubicBezTo>
                  <a:cubicBezTo>
                    <a:pt x="179" y="150"/>
                    <a:pt x="179" y="150"/>
                    <a:pt x="179" y="150"/>
                  </a:cubicBezTo>
                  <a:cubicBezTo>
                    <a:pt x="179" y="151"/>
                    <a:pt x="180" y="156"/>
                    <a:pt x="180" y="164"/>
                  </a:cubicBezTo>
                  <a:cubicBezTo>
                    <a:pt x="180" y="166"/>
                    <a:pt x="180" y="168"/>
                    <a:pt x="181" y="169"/>
                  </a:cubicBezTo>
                  <a:cubicBezTo>
                    <a:pt x="179" y="172"/>
                    <a:pt x="179" y="172"/>
                    <a:pt x="179" y="172"/>
                  </a:cubicBezTo>
                  <a:cubicBezTo>
                    <a:pt x="183" y="169"/>
                    <a:pt x="183" y="169"/>
                    <a:pt x="183" y="169"/>
                  </a:cubicBezTo>
                  <a:cubicBezTo>
                    <a:pt x="183" y="169"/>
                    <a:pt x="183" y="169"/>
                    <a:pt x="184" y="169"/>
                  </a:cubicBezTo>
                  <a:cubicBezTo>
                    <a:pt x="188" y="178"/>
                    <a:pt x="188" y="178"/>
                    <a:pt x="188" y="178"/>
                  </a:cubicBezTo>
                  <a:cubicBezTo>
                    <a:pt x="190" y="185"/>
                    <a:pt x="190" y="185"/>
                    <a:pt x="190" y="185"/>
                  </a:cubicBezTo>
                  <a:cubicBezTo>
                    <a:pt x="197" y="193"/>
                    <a:pt x="197" y="193"/>
                    <a:pt x="197" y="193"/>
                  </a:cubicBezTo>
                  <a:cubicBezTo>
                    <a:pt x="198" y="193"/>
                    <a:pt x="198" y="193"/>
                    <a:pt x="198" y="193"/>
                  </a:cubicBezTo>
                  <a:cubicBezTo>
                    <a:pt x="199" y="193"/>
                    <a:pt x="199" y="193"/>
                    <a:pt x="199" y="193"/>
                  </a:cubicBezTo>
                  <a:cubicBezTo>
                    <a:pt x="203" y="193"/>
                    <a:pt x="203" y="193"/>
                    <a:pt x="203" y="193"/>
                  </a:cubicBezTo>
                  <a:cubicBezTo>
                    <a:pt x="214" y="202"/>
                    <a:pt x="214" y="202"/>
                    <a:pt x="214" y="202"/>
                  </a:cubicBezTo>
                  <a:cubicBezTo>
                    <a:pt x="224" y="211"/>
                    <a:pt x="224" y="211"/>
                    <a:pt x="224" y="211"/>
                  </a:cubicBezTo>
                  <a:cubicBezTo>
                    <a:pt x="230" y="211"/>
                    <a:pt x="230" y="211"/>
                    <a:pt x="230" y="211"/>
                  </a:cubicBezTo>
                  <a:cubicBezTo>
                    <a:pt x="236" y="219"/>
                    <a:pt x="236" y="219"/>
                    <a:pt x="236" y="219"/>
                  </a:cubicBezTo>
                  <a:cubicBezTo>
                    <a:pt x="239" y="214"/>
                    <a:pt x="239" y="214"/>
                    <a:pt x="239" y="214"/>
                  </a:cubicBezTo>
                  <a:cubicBezTo>
                    <a:pt x="243" y="214"/>
                    <a:pt x="243" y="214"/>
                    <a:pt x="243" y="214"/>
                  </a:cubicBezTo>
                  <a:cubicBezTo>
                    <a:pt x="247" y="210"/>
                    <a:pt x="247" y="210"/>
                    <a:pt x="247" y="210"/>
                  </a:cubicBezTo>
                  <a:cubicBezTo>
                    <a:pt x="262" y="205"/>
                    <a:pt x="262" y="205"/>
                    <a:pt x="262" y="205"/>
                  </a:cubicBezTo>
                  <a:close/>
                  <a:moveTo>
                    <a:pt x="240" y="221"/>
                  </a:moveTo>
                  <a:cubicBezTo>
                    <a:pt x="239" y="220"/>
                    <a:pt x="239" y="220"/>
                    <a:pt x="239" y="220"/>
                  </a:cubicBezTo>
                  <a:cubicBezTo>
                    <a:pt x="238" y="221"/>
                    <a:pt x="238" y="221"/>
                    <a:pt x="238" y="221"/>
                  </a:cubicBezTo>
                  <a:cubicBezTo>
                    <a:pt x="238" y="222"/>
                    <a:pt x="238" y="222"/>
                    <a:pt x="238" y="222"/>
                  </a:cubicBezTo>
                  <a:cubicBezTo>
                    <a:pt x="238" y="222"/>
                    <a:pt x="238" y="222"/>
                    <a:pt x="238" y="222"/>
                  </a:cubicBezTo>
                  <a:cubicBezTo>
                    <a:pt x="237" y="223"/>
                    <a:pt x="237" y="223"/>
                    <a:pt x="237" y="223"/>
                  </a:cubicBezTo>
                  <a:cubicBezTo>
                    <a:pt x="237" y="224"/>
                    <a:pt x="237" y="224"/>
                    <a:pt x="237" y="224"/>
                  </a:cubicBezTo>
                  <a:cubicBezTo>
                    <a:pt x="236" y="225"/>
                    <a:pt x="236" y="225"/>
                    <a:pt x="236" y="225"/>
                  </a:cubicBezTo>
                  <a:cubicBezTo>
                    <a:pt x="236" y="226"/>
                    <a:pt x="236" y="226"/>
                    <a:pt x="236" y="226"/>
                  </a:cubicBezTo>
                  <a:cubicBezTo>
                    <a:pt x="238" y="226"/>
                    <a:pt x="238" y="226"/>
                    <a:pt x="238" y="226"/>
                  </a:cubicBezTo>
                  <a:cubicBezTo>
                    <a:pt x="239" y="225"/>
                    <a:pt x="239" y="225"/>
                    <a:pt x="239" y="225"/>
                  </a:cubicBezTo>
                  <a:cubicBezTo>
                    <a:pt x="240" y="225"/>
                    <a:pt x="240" y="225"/>
                    <a:pt x="240" y="225"/>
                  </a:cubicBezTo>
                  <a:cubicBezTo>
                    <a:pt x="240" y="224"/>
                    <a:pt x="240" y="224"/>
                    <a:pt x="240" y="224"/>
                  </a:cubicBezTo>
                  <a:cubicBezTo>
                    <a:pt x="241" y="223"/>
                    <a:pt x="241" y="223"/>
                    <a:pt x="241" y="223"/>
                  </a:cubicBezTo>
                  <a:cubicBezTo>
                    <a:pt x="242" y="223"/>
                    <a:pt x="242" y="223"/>
                    <a:pt x="242" y="223"/>
                  </a:cubicBezTo>
                  <a:cubicBezTo>
                    <a:pt x="242" y="222"/>
                    <a:pt x="242" y="222"/>
                    <a:pt x="242" y="222"/>
                  </a:cubicBezTo>
                  <a:cubicBezTo>
                    <a:pt x="242" y="221"/>
                    <a:pt x="242" y="221"/>
                    <a:pt x="242" y="221"/>
                  </a:cubicBezTo>
                  <a:cubicBezTo>
                    <a:pt x="241" y="221"/>
                    <a:pt x="241" y="221"/>
                    <a:pt x="241" y="221"/>
                  </a:cubicBezTo>
                  <a:lnTo>
                    <a:pt x="240" y="221"/>
                  </a:lnTo>
                  <a:close/>
                  <a:moveTo>
                    <a:pt x="299" y="200"/>
                  </a:moveTo>
                  <a:cubicBezTo>
                    <a:pt x="300" y="199"/>
                    <a:pt x="300" y="199"/>
                    <a:pt x="300" y="199"/>
                  </a:cubicBezTo>
                  <a:cubicBezTo>
                    <a:pt x="298" y="199"/>
                    <a:pt x="298" y="199"/>
                    <a:pt x="298" y="199"/>
                  </a:cubicBezTo>
                  <a:cubicBezTo>
                    <a:pt x="298" y="200"/>
                    <a:pt x="298" y="200"/>
                    <a:pt x="298" y="200"/>
                  </a:cubicBezTo>
                  <a:cubicBezTo>
                    <a:pt x="298" y="201"/>
                    <a:pt x="298" y="201"/>
                    <a:pt x="298" y="201"/>
                  </a:cubicBezTo>
                  <a:cubicBezTo>
                    <a:pt x="299" y="201"/>
                    <a:pt x="299" y="201"/>
                    <a:pt x="299" y="201"/>
                  </a:cubicBezTo>
                  <a:lnTo>
                    <a:pt x="299" y="200"/>
                  </a:lnTo>
                  <a:close/>
                  <a:moveTo>
                    <a:pt x="303" y="207"/>
                  </a:moveTo>
                  <a:cubicBezTo>
                    <a:pt x="302" y="207"/>
                    <a:pt x="302" y="207"/>
                    <a:pt x="302" y="207"/>
                  </a:cubicBezTo>
                  <a:cubicBezTo>
                    <a:pt x="302" y="207"/>
                    <a:pt x="302" y="207"/>
                    <a:pt x="302" y="207"/>
                  </a:cubicBezTo>
                  <a:cubicBezTo>
                    <a:pt x="301" y="208"/>
                    <a:pt x="301" y="208"/>
                    <a:pt x="301" y="208"/>
                  </a:cubicBezTo>
                  <a:cubicBezTo>
                    <a:pt x="300" y="208"/>
                    <a:pt x="300" y="208"/>
                    <a:pt x="300" y="208"/>
                  </a:cubicBezTo>
                  <a:cubicBezTo>
                    <a:pt x="298" y="209"/>
                    <a:pt x="298" y="209"/>
                    <a:pt x="298" y="209"/>
                  </a:cubicBezTo>
                  <a:cubicBezTo>
                    <a:pt x="297" y="209"/>
                    <a:pt x="297" y="209"/>
                    <a:pt x="297" y="209"/>
                  </a:cubicBezTo>
                  <a:cubicBezTo>
                    <a:pt x="297" y="208"/>
                    <a:pt x="297" y="208"/>
                    <a:pt x="297" y="208"/>
                  </a:cubicBezTo>
                  <a:cubicBezTo>
                    <a:pt x="296" y="208"/>
                    <a:pt x="296" y="208"/>
                    <a:pt x="296" y="208"/>
                  </a:cubicBezTo>
                  <a:cubicBezTo>
                    <a:pt x="296" y="208"/>
                    <a:pt x="296" y="208"/>
                    <a:pt x="296" y="208"/>
                  </a:cubicBezTo>
                  <a:cubicBezTo>
                    <a:pt x="296" y="209"/>
                    <a:pt x="295" y="208"/>
                    <a:pt x="295" y="208"/>
                  </a:cubicBezTo>
                  <a:cubicBezTo>
                    <a:pt x="294" y="209"/>
                    <a:pt x="294" y="209"/>
                    <a:pt x="294" y="209"/>
                  </a:cubicBezTo>
                  <a:cubicBezTo>
                    <a:pt x="293" y="209"/>
                    <a:pt x="293" y="209"/>
                    <a:pt x="293" y="209"/>
                  </a:cubicBezTo>
                  <a:cubicBezTo>
                    <a:pt x="292" y="209"/>
                    <a:pt x="292" y="209"/>
                    <a:pt x="292" y="209"/>
                  </a:cubicBezTo>
                  <a:cubicBezTo>
                    <a:pt x="291" y="209"/>
                    <a:pt x="291" y="209"/>
                    <a:pt x="291" y="209"/>
                  </a:cubicBezTo>
                  <a:cubicBezTo>
                    <a:pt x="291" y="209"/>
                    <a:pt x="291" y="209"/>
                    <a:pt x="291" y="209"/>
                  </a:cubicBezTo>
                  <a:cubicBezTo>
                    <a:pt x="291" y="209"/>
                    <a:pt x="291" y="209"/>
                    <a:pt x="290" y="210"/>
                  </a:cubicBezTo>
                  <a:cubicBezTo>
                    <a:pt x="289" y="211"/>
                    <a:pt x="288" y="212"/>
                    <a:pt x="288" y="212"/>
                  </a:cubicBezTo>
                  <a:cubicBezTo>
                    <a:pt x="286" y="213"/>
                    <a:pt x="288" y="214"/>
                    <a:pt x="288" y="214"/>
                  </a:cubicBezTo>
                  <a:cubicBezTo>
                    <a:pt x="287" y="215"/>
                    <a:pt x="286" y="213"/>
                    <a:pt x="286" y="213"/>
                  </a:cubicBezTo>
                  <a:cubicBezTo>
                    <a:pt x="284" y="212"/>
                    <a:pt x="284" y="212"/>
                    <a:pt x="284" y="212"/>
                  </a:cubicBezTo>
                  <a:cubicBezTo>
                    <a:pt x="283" y="212"/>
                    <a:pt x="284" y="212"/>
                    <a:pt x="284" y="212"/>
                  </a:cubicBezTo>
                  <a:cubicBezTo>
                    <a:pt x="287" y="209"/>
                    <a:pt x="287" y="209"/>
                    <a:pt x="287" y="209"/>
                  </a:cubicBezTo>
                  <a:cubicBezTo>
                    <a:pt x="288" y="209"/>
                    <a:pt x="290" y="207"/>
                    <a:pt x="290" y="207"/>
                  </a:cubicBezTo>
                  <a:cubicBezTo>
                    <a:pt x="290" y="206"/>
                    <a:pt x="293" y="205"/>
                    <a:pt x="293" y="205"/>
                  </a:cubicBezTo>
                  <a:cubicBezTo>
                    <a:pt x="294" y="205"/>
                    <a:pt x="292" y="204"/>
                    <a:pt x="292" y="204"/>
                  </a:cubicBezTo>
                  <a:cubicBezTo>
                    <a:pt x="292" y="205"/>
                    <a:pt x="290" y="205"/>
                    <a:pt x="290" y="205"/>
                  </a:cubicBezTo>
                  <a:cubicBezTo>
                    <a:pt x="288" y="207"/>
                    <a:pt x="288" y="207"/>
                    <a:pt x="288" y="207"/>
                  </a:cubicBezTo>
                  <a:cubicBezTo>
                    <a:pt x="287" y="207"/>
                    <a:pt x="286" y="208"/>
                    <a:pt x="286" y="208"/>
                  </a:cubicBezTo>
                  <a:cubicBezTo>
                    <a:pt x="284" y="209"/>
                    <a:pt x="284" y="209"/>
                    <a:pt x="284" y="209"/>
                  </a:cubicBezTo>
                  <a:cubicBezTo>
                    <a:pt x="283" y="210"/>
                    <a:pt x="282" y="210"/>
                    <a:pt x="282" y="210"/>
                  </a:cubicBezTo>
                  <a:cubicBezTo>
                    <a:pt x="281" y="210"/>
                    <a:pt x="277" y="210"/>
                    <a:pt x="277" y="210"/>
                  </a:cubicBezTo>
                  <a:cubicBezTo>
                    <a:pt x="275" y="211"/>
                    <a:pt x="270" y="211"/>
                    <a:pt x="270" y="211"/>
                  </a:cubicBezTo>
                  <a:cubicBezTo>
                    <a:pt x="269" y="210"/>
                    <a:pt x="268" y="211"/>
                    <a:pt x="268" y="211"/>
                  </a:cubicBezTo>
                  <a:cubicBezTo>
                    <a:pt x="268" y="212"/>
                    <a:pt x="265" y="213"/>
                    <a:pt x="265" y="213"/>
                  </a:cubicBezTo>
                  <a:cubicBezTo>
                    <a:pt x="265" y="212"/>
                    <a:pt x="264" y="212"/>
                    <a:pt x="264" y="212"/>
                  </a:cubicBezTo>
                  <a:cubicBezTo>
                    <a:pt x="261" y="212"/>
                    <a:pt x="261" y="212"/>
                    <a:pt x="261" y="212"/>
                  </a:cubicBezTo>
                  <a:cubicBezTo>
                    <a:pt x="260" y="212"/>
                    <a:pt x="260" y="212"/>
                    <a:pt x="260" y="212"/>
                  </a:cubicBezTo>
                  <a:cubicBezTo>
                    <a:pt x="259" y="212"/>
                    <a:pt x="259" y="212"/>
                    <a:pt x="259" y="212"/>
                  </a:cubicBezTo>
                  <a:cubicBezTo>
                    <a:pt x="259" y="213"/>
                    <a:pt x="258" y="213"/>
                    <a:pt x="258" y="213"/>
                  </a:cubicBezTo>
                  <a:cubicBezTo>
                    <a:pt x="256" y="212"/>
                    <a:pt x="256" y="213"/>
                    <a:pt x="255" y="213"/>
                  </a:cubicBezTo>
                  <a:cubicBezTo>
                    <a:pt x="254" y="213"/>
                    <a:pt x="252" y="216"/>
                    <a:pt x="251" y="216"/>
                  </a:cubicBezTo>
                  <a:cubicBezTo>
                    <a:pt x="251" y="215"/>
                    <a:pt x="246" y="217"/>
                    <a:pt x="246" y="217"/>
                  </a:cubicBezTo>
                  <a:cubicBezTo>
                    <a:pt x="246" y="217"/>
                    <a:pt x="246" y="217"/>
                    <a:pt x="246" y="217"/>
                  </a:cubicBezTo>
                  <a:cubicBezTo>
                    <a:pt x="247" y="216"/>
                    <a:pt x="247" y="216"/>
                    <a:pt x="247" y="216"/>
                  </a:cubicBezTo>
                  <a:cubicBezTo>
                    <a:pt x="246" y="216"/>
                    <a:pt x="246" y="216"/>
                    <a:pt x="246" y="216"/>
                  </a:cubicBezTo>
                  <a:cubicBezTo>
                    <a:pt x="244" y="218"/>
                    <a:pt x="244" y="218"/>
                    <a:pt x="244" y="218"/>
                  </a:cubicBezTo>
                  <a:cubicBezTo>
                    <a:pt x="244" y="219"/>
                    <a:pt x="244" y="219"/>
                    <a:pt x="244" y="219"/>
                  </a:cubicBezTo>
                  <a:cubicBezTo>
                    <a:pt x="244" y="220"/>
                    <a:pt x="244" y="220"/>
                    <a:pt x="244" y="220"/>
                  </a:cubicBezTo>
                  <a:cubicBezTo>
                    <a:pt x="244" y="220"/>
                    <a:pt x="244" y="220"/>
                    <a:pt x="244" y="220"/>
                  </a:cubicBezTo>
                  <a:cubicBezTo>
                    <a:pt x="244" y="221"/>
                    <a:pt x="244" y="221"/>
                    <a:pt x="244" y="221"/>
                  </a:cubicBezTo>
                  <a:cubicBezTo>
                    <a:pt x="244" y="222"/>
                    <a:pt x="244" y="222"/>
                    <a:pt x="244" y="222"/>
                  </a:cubicBezTo>
                  <a:cubicBezTo>
                    <a:pt x="244" y="223"/>
                    <a:pt x="244" y="223"/>
                    <a:pt x="244" y="223"/>
                  </a:cubicBezTo>
                  <a:cubicBezTo>
                    <a:pt x="245" y="223"/>
                    <a:pt x="245" y="223"/>
                    <a:pt x="245" y="223"/>
                  </a:cubicBezTo>
                  <a:cubicBezTo>
                    <a:pt x="247" y="223"/>
                    <a:pt x="247" y="223"/>
                    <a:pt x="247" y="223"/>
                  </a:cubicBezTo>
                  <a:cubicBezTo>
                    <a:pt x="248" y="223"/>
                    <a:pt x="248" y="223"/>
                    <a:pt x="248" y="223"/>
                  </a:cubicBezTo>
                  <a:cubicBezTo>
                    <a:pt x="250" y="223"/>
                    <a:pt x="250" y="223"/>
                    <a:pt x="250" y="223"/>
                  </a:cubicBezTo>
                  <a:cubicBezTo>
                    <a:pt x="251" y="223"/>
                    <a:pt x="251" y="223"/>
                    <a:pt x="251" y="223"/>
                  </a:cubicBezTo>
                  <a:cubicBezTo>
                    <a:pt x="252" y="222"/>
                    <a:pt x="252" y="222"/>
                    <a:pt x="252" y="222"/>
                  </a:cubicBezTo>
                  <a:cubicBezTo>
                    <a:pt x="253" y="222"/>
                    <a:pt x="253" y="222"/>
                    <a:pt x="253" y="222"/>
                  </a:cubicBezTo>
                  <a:cubicBezTo>
                    <a:pt x="254" y="222"/>
                    <a:pt x="254" y="222"/>
                    <a:pt x="254" y="222"/>
                  </a:cubicBezTo>
                  <a:cubicBezTo>
                    <a:pt x="255" y="222"/>
                    <a:pt x="255" y="222"/>
                    <a:pt x="255" y="222"/>
                  </a:cubicBezTo>
                  <a:cubicBezTo>
                    <a:pt x="256" y="222"/>
                    <a:pt x="256" y="222"/>
                    <a:pt x="256" y="222"/>
                  </a:cubicBezTo>
                  <a:cubicBezTo>
                    <a:pt x="258" y="222"/>
                    <a:pt x="258" y="222"/>
                    <a:pt x="258" y="222"/>
                  </a:cubicBezTo>
                  <a:cubicBezTo>
                    <a:pt x="258" y="222"/>
                    <a:pt x="258" y="222"/>
                    <a:pt x="258" y="222"/>
                  </a:cubicBezTo>
                  <a:cubicBezTo>
                    <a:pt x="259" y="222"/>
                    <a:pt x="259" y="222"/>
                    <a:pt x="259" y="222"/>
                  </a:cubicBezTo>
                  <a:cubicBezTo>
                    <a:pt x="260" y="221"/>
                    <a:pt x="260" y="221"/>
                    <a:pt x="260" y="221"/>
                  </a:cubicBezTo>
                  <a:cubicBezTo>
                    <a:pt x="262" y="221"/>
                    <a:pt x="262" y="221"/>
                    <a:pt x="262" y="221"/>
                  </a:cubicBezTo>
                  <a:cubicBezTo>
                    <a:pt x="264" y="221"/>
                    <a:pt x="264" y="221"/>
                    <a:pt x="264" y="221"/>
                  </a:cubicBezTo>
                  <a:cubicBezTo>
                    <a:pt x="265" y="221"/>
                    <a:pt x="265" y="221"/>
                    <a:pt x="265" y="221"/>
                  </a:cubicBezTo>
                  <a:cubicBezTo>
                    <a:pt x="267" y="221"/>
                    <a:pt x="267" y="221"/>
                    <a:pt x="267" y="221"/>
                  </a:cubicBezTo>
                  <a:cubicBezTo>
                    <a:pt x="269" y="221"/>
                    <a:pt x="269" y="221"/>
                    <a:pt x="269" y="221"/>
                  </a:cubicBezTo>
                  <a:cubicBezTo>
                    <a:pt x="271" y="220"/>
                    <a:pt x="271" y="220"/>
                    <a:pt x="271" y="220"/>
                  </a:cubicBezTo>
                  <a:cubicBezTo>
                    <a:pt x="272" y="220"/>
                    <a:pt x="272" y="220"/>
                    <a:pt x="272" y="220"/>
                  </a:cubicBezTo>
                  <a:cubicBezTo>
                    <a:pt x="273" y="219"/>
                    <a:pt x="273" y="219"/>
                    <a:pt x="273" y="219"/>
                  </a:cubicBezTo>
                  <a:cubicBezTo>
                    <a:pt x="276" y="219"/>
                    <a:pt x="276" y="219"/>
                    <a:pt x="276" y="219"/>
                  </a:cubicBezTo>
                  <a:cubicBezTo>
                    <a:pt x="277" y="219"/>
                    <a:pt x="277" y="219"/>
                    <a:pt x="277" y="219"/>
                  </a:cubicBezTo>
                  <a:cubicBezTo>
                    <a:pt x="279" y="218"/>
                    <a:pt x="279" y="218"/>
                    <a:pt x="279" y="218"/>
                  </a:cubicBezTo>
                  <a:cubicBezTo>
                    <a:pt x="281" y="218"/>
                    <a:pt x="281" y="218"/>
                    <a:pt x="281" y="218"/>
                  </a:cubicBezTo>
                  <a:cubicBezTo>
                    <a:pt x="282" y="217"/>
                    <a:pt x="282" y="217"/>
                    <a:pt x="282" y="217"/>
                  </a:cubicBezTo>
                  <a:cubicBezTo>
                    <a:pt x="285" y="216"/>
                    <a:pt x="285" y="216"/>
                    <a:pt x="285" y="216"/>
                  </a:cubicBezTo>
                  <a:cubicBezTo>
                    <a:pt x="285" y="216"/>
                    <a:pt x="285" y="216"/>
                    <a:pt x="285" y="216"/>
                  </a:cubicBezTo>
                  <a:cubicBezTo>
                    <a:pt x="286" y="216"/>
                    <a:pt x="286" y="216"/>
                    <a:pt x="286" y="216"/>
                  </a:cubicBezTo>
                  <a:cubicBezTo>
                    <a:pt x="288" y="216"/>
                    <a:pt x="288" y="216"/>
                    <a:pt x="288" y="216"/>
                  </a:cubicBezTo>
                  <a:cubicBezTo>
                    <a:pt x="290" y="215"/>
                    <a:pt x="290" y="215"/>
                    <a:pt x="290" y="215"/>
                  </a:cubicBezTo>
                  <a:cubicBezTo>
                    <a:pt x="291" y="214"/>
                    <a:pt x="291" y="214"/>
                    <a:pt x="291" y="214"/>
                  </a:cubicBezTo>
                  <a:cubicBezTo>
                    <a:pt x="292" y="214"/>
                    <a:pt x="292" y="214"/>
                    <a:pt x="292" y="214"/>
                  </a:cubicBezTo>
                  <a:cubicBezTo>
                    <a:pt x="293" y="213"/>
                    <a:pt x="293" y="213"/>
                    <a:pt x="293" y="213"/>
                  </a:cubicBezTo>
                  <a:cubicBezTo>
                    <a:pt x="294" y="213"/>
                    <a:pt x="294" y="213"/>
                    <a:pt x="294" y="213"/>
                  </a:cubicBezTo>
                  <a:cubicBezTo>
                    <a:pt x="295" y="212"/>
                    <a:pt x="295" y="212"/>
                    <a:pt x="295" y="212"/>
                  </a:cubicBezTo>
                  <a:cubicBezTo>
                    <a:pt x="296" y="211"/>
                    <a:pt x="296" y="211"/>
                    <a:pt x="296" y="211"/>
                  </a:cubicBezTo>
                  <a:cubicBezTo>
                    <a:pt x="297" y="211"/>
                    <a:pt x="297" y="211"/>
                    <a:pt x="297" y="211"/>
                  </a:cubicBezTo>
                  <a:cubicBezTo>
                    <a:pt x="298" y="210"/>
                    <a:pt x="298" y="210"/>
                    <a:pt x="298" y="210"/>
                  </a:cubicBezTo>
                  <a:cubicBezTo>
                    <a:pt x="300" y="209"/>
                    <a:pt x="300" y="209"/>
                    <a:pt x="300" y="209"/>
                  </a:cubicBezTo>
                  <a:cubicBezTo>
                    <a:pt x="301" y="209"/>
                    <a:pt x="301" y="209"/>
                    <a:pt x="301" y="209"/>
                  </a:cubicBezTo>
                  <a:cubicBezTo>
                    <a:pt x="302" y="209"/>
                    <a:pt x="302" y="209"/>
                    <a:pt x="302" y="209"/>
                  </a:cubicBezTo>
                  <a:cubicBezTo>
                    <a:pt x="303" y="208"/>
                    <a:pt x="303" y="208"/>
                    <a:pt x="303" y="208"/>
                  </a:cubicBezTo>
                  <a:cubicBezTo>
                    <a:pt x="304" y="208"/>
                    <a:pt x="304" y="208"/>
                    <a:pt x="304" y="208"/>
                  </a:cubicBezTo>
                  <a:cubicBezTo>
                    <a:pt x="304" y="207"/>
                    <a:pt x="304" y="207"/>
                    <a:pt x="304" y="207"/>
                  </a:cubicBezTo>
                  <a:lnTo>
                    <a:pt x="303" y="207"/>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3" name="New Mexico">
              <a:extLst>
                <a:ext uri="{FF2B5EF4-FFF2-40B4-BE49-F238E27FC236}">
                  <a16:creationId xmlns:a16="http://schemas.microsoft.com/office/drawing/2014/main" id="{1DFF2325-996E-466E-AEBA-C6A58F38BE19}"/>
                </a:ext>
              </a:extLst>
            </p:cNvPr>
            <p:cNvSpPr>
              <a:spLocks/>
            </p:cNvSpPr>
            <p:nvPr/>
          </p:nvSpPr>
          <p:spPr bwMode="auto">
            <a:xfrm>
              <a:off x="4504358" y="3189710"/>
              <a:ext cx="901116" cy="1252199"/>
            </a:xfrm>
            <a:custGeom>
              <a:avLst/>
              <a:gdLst>
                <a:gd name="T0" fmla="*/ 217 w 539"/>
                <a:gd name="T1" fmla="*/ 701 h 749"/>
                <a:gd name="T2" fmla="*/ 220 w 539"/>
                <a:gd name="T3" fmla="*/ 701 h 749"/>
                <a:gd name="T4" fmla="*/ 539 w 539"/>
                <a:gd name="T5" fmla="*/ 701 h 749"/>
                <a:gd name="T6" fmla="*/ 539 w 539"/>
                <a:gd name="T7" fmla="*/ 95 h 749"/>
                <a:gd name="T8" fmla="*/ 539 w 539"/>
                <a:gd name="T9" fmla="*/ 95 h 749"/>
                <a:gd name="T10" fmla="*/ 539 w 539"/>
                <a:gd name="T11" fmla="*/ 0 h 749"/>
                <a:gd name="T12" fmla="*/ 2 w 539"/>
                <a:gd name="T13" fmla="*/ 0 h 749"/>
                <a:gd name="T14" fmla="*/ 0 w 539"/>
                <a:gd name="T15" fmla="*/ 0 h 749"/>
                <a:gd name="T16" fmla="*/ 0 w 539"/>
                <a:gd name="T17" fmla="*/ 749 h 749"/>
                <a:gd name="T18" fmla="*/ 56 w 539"/>
                <a:gd name="T19" fmla="*/ 749 h 749"/>
                <a:gd name="T20" fmla="*/ 56 w 539"/>
                <a:gd name="T21" fmla="*/ 704 h 749"/>
                <a:gd name="T22" fmla="*/ 208 w 539"/>
                <a:gd name="T23" fmla="*/ 704 h 749"/>
                <a:gd name="T24" fmla="*/ 208 w 539"/>
                <a:gd name="T25" fmla="*/ 701 h 749"/>
                <a:gd name="T26" fmla="*/ 217 w 539"/>
                <a:gd name="T27" fmla="*/ 701 h 749"/>
                <a:gd name="T28" fmla="*/ 217 w 539"/>
                <a:gd name="T29" fmla="*/ 701 h 749"/>
                <a:gd name="T30" fmla="*/ 217 w 539"/>
                <a:gd name="T31" fmla="*/ 701 h 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39" h="749">
                  <a:moveTo>
                    <a:pt x="217" y="701"/>
                  </a:moveTo>
                  <a:lnTo>
                    <a:pt x="220" y="701"/>
                  </a:lnTo>
                  <a:lnTo>
                    <a:pt x="539" y="701"/>
                  </a:lnTo>
                  <a:lnTo>
                    <a:pt x="539" y="95"/>
                  </a:lnTo>
                  <a:lnTo>
                    <a:pt x="539" y="95"/>
                  </a:lnTo>
                  <a:lnTo>
                    <a:pt x="539" y="0"/>
                  </a:lnTo>
                  <a:lnTo>
                    <a:pt x="2" y="0"/>
                  </a:lnTo>
                  <a:lnTo>
                    <a:pt x="0" y="0"/>
                  </a:lnTo>
                  <a:lnTo>
                    <a:pt x="0" y="749"/>
                  </a:lnTo>
                  <a:lnTo>
                    <a:pt x="56" y="749"/>
                  </a:lnTo>
                  <a:lnTo>
                    <a:pt x="56" y="704"/>
                  </a:lnTo>
                  <a:lnTo>
                    <a:pt x="208" y="704"/>
                  </a:lnTo>
                  <a:lnTo>
                    <a:pt x="208" y="701"/>
                  </a:lnTo>
                  <a:lnTo>
                    <a:pt x="217" y="701"/>
                  </a:lnTo>
                  <a:lnTo>
                    <a:pt x="217" y="701"/>
                  </a:lnTo>
                  <a:lnTo>
                    <a:pt x="217" y="701"/>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4" name="New Jersey">
              <a:extLst>
                <a:ext uri="{FF2B5EF4-FFF2-40B4-BE49-F238E27FC236}">
                  <a16:creationId xmlns:a16="http://schemas.microsoft.com/office/drawing/2014/main" id="{54062FFB-D2F4-422E-A024-977ABB8B5043}"/>
                </a:ext>
              </a:extLst>
            </p:cNvPr>
            <p:cNvSpPr>
              <a:spLocks/>
            </p:cNvSpPr>
            <p:nvPr/>
          </p:nvSpPr>
          <p:spPr bwMode="auto">
            <a:xfrm>
              <a:off x="9623941" y="2547728"/>
              <a:ext cx="258691" cy="471790"/>
            </a:xfrm>
            <a:custGeom>
              <a:avLst/>
              <a:gdLst>
                <a:gd name="connsiteX0" fmla="*/ 111667 w 258691"/>
                <a:gd name="connsiteY0" fmla="*/ 0 h 471790"/>
                <a:gd name="connsiteX1" fmla="*/ 127561 w 258691"/>
                <a:gd name="connsiteY1" fmla="*/ 0 h 471790"/>
                <a:gd name="connsiteX2" fmla="*/ 171271 w 258691"/>
                <a:gd name="connsiteY2" fmla="*/ 35682 h 471790"/>
                <a:gd name="connsiteX3" fmla="*/ 211008 w 258691"/>
                <a:gd name="connsiteY3" fmla="*/ 71363 h 471790"/>
                <a:gd name="connsiteX4" fmla="*/ 234849 w 258691"/>
                <a:gd name="connsiteY4" fmla="*/ 71363 h 471790"/>
                <a:gd name="connsiteX5" fmla="*/ 258691 w 258691"/>
                <a:gd name="connsiteY5" fmla="*/ 103080 h 471790"/>
                <a:gd name="connsiteX6" fmla="*/ 222928 w 258691"/>
                <a:gd name="connsiteY6" fmla="*/ 162550 h 471790"/>
                <a:gd name="connsiteX7" fmla="*/ 222928 w 258691"/>
                <a:gd name="connsiteY7" fmla="*/ 178408 h 471790"/>
                <a:gd name="connsiteX8" fmla="*/ 238823 w 258691"/>
                <a:gd name="connsiteY8" fmla="*/ 194267 h 471790"/>
                <a:gd name="connsiteX9" fmla="*/ 254717 w 258691"/>
                <a:gd name="connsiteY9" fmla="*/ 210125 h 471790"/>
                <a:gd name="connsiteX10" fmla="*/ 254717 w 258691"/>
                <a:gd name="connsiteY10" fmla="*/ 225984 h 471790"/>
                <a:gd name="connsiteX11" fmla="*/ 254717 w 258691"/>
                <a:gd name="connsiteY11" fmla="*/ 269594 h 471790"/>
                <a:gd name="connsiteX12" fmla="*/ 238823 w 258691"/>
                <a:gd name="connsiteY12" fmla="*/ 269594 h 471790"/>
                <a:gd name="connsiteX13" fmla="*/ 222928 w 258691"/>
                <a:gd name="connsiteY13" fmla="*/ 285453 h 471790"/>
                <a:gd name="connsiteX14" fmla="*/ 222928 w 258691"/>
                <a:gd name="connsiteY14" fmla="*/ 333028 h 471790"/>
                <a:gd name="connsiteX15" fmla="*/ 207034 w 258691"/>
                <a:gd name="connsiteY15" fmla="*/ 348887 h 471790"/>
                <a:gd name="connsiteX16" fmla="*/ 191139 w 258691"/>
                <a:gd name="connsiteY16" fmla="*/ 348887 h 471790"/>
                <a:gd name="connsiteX17" fmla="*/ 191139 w 258691"/>
                <a:gd name="connsiteY17" fmla="*/ 364745 h 471790"/>
                <a:gd name="connsiteX18" fmla="*/ 115641 w 258691"/>
                <a:gd name="connsiteY18" fmla="*/ 471790 h 471790"/>
                <a:gd name="connsiteX19" fmla="*/ 115641 w 258691"/>
                <a:gd name="connsiteY19" fmla="*/ 455932 h 471790"/>
                <a:gd name="connsiteX20" fmla="*/ 115641 w 258691"/>
                <a:gd name="connsiteY20" fmla="*/ 424215 h 471790"/>
                <a:gd name="connsiteX21" fmla="*/ 83852 w 258691"/>
                <a:gd name="connsiteY21" fmla="*/ 424215 h 471790"/>
                <a:gd name="connsiteX22" fmla="*/ 67957 w 258691"/>
                <a:gd name="connsiteY22" fmla="*/ 408356 h 471790"/>
                <a:gd name="connsiteX23" fmla="*/ 52063 w 258691"/>
                <a:gd name="connsiteY23" fmla="*/ 392498 h 471790"/>
                <a:gd name="connsiteX24" fmla="*/ 31946 w 258691"/>
                <a:gd name="connsiteY24" fmla="*/ 374099 h 471790"/>
                <a:gd name="connsiteX25" fmla="*/ 7543 w 258691"/>
                <a:gd name="connsiteY25" fmla="*/ 351780 h 471790"/>
                <a:gd name="connsiteX26" fmla="*/ 0 w 258691"/>
                <a:gd name="connsiteY26" fmla="*/ 341160 h 471790"/>
                <a:gd name="connsiteX27" fmla="*/ 8353 w 258691"/>
                <a:gd name="connsiteY27" fmla="*/ 336993 h 471790"/>
                <a:gd name="connsiteX28" fmla="*/ 60010 w 258691"/>
                <a:gd name="connsiteY28" fmla="*/ 289418 h 471790"/>
                <a:gd name="connsiteX29" fmla="*/ 60010 w 258691"/>
                <a:gd name="connsiteY29" fmla="*/ 269594 h 471790"/>
                <a:gd name="connsiteX30" fmla="*/ 75904 w 258691"/>
                <a:gd name="connsiteY30" fmla="*/ 245807 h 471790"/>
                <a:gd name="connsiteX31" fmla="*/ 75904 w 258691"/>
                <a:gd name="connsiteY31" fmla="*/ 186337 h 471790"/>
                <a:gd name="connsiteX32" fmla="*/ 48089 w 258691"/>
                <a:gd name="connsiteY32" fmla="*/ 134797 h 471790"/>
                <a:gd name="connsiteX33" fmla="*/ 36168 w 258691"/>
                <a:gd name="connsiteY33" fmla="*/ 138762 h 471790"/>
                <a:gd name="connsiteX34" fmla="*/ 40142 w 258691"/>
                <a:gd name="connsiteY34" fmla="*/ 130833 h 471790"/>
                <a:gd name="connsiteX35" fmla="*/ 44115 w 258691"/>
                <a:gd name="connsiteY35" fmla="*/ 118939 h 471790"/>
                <a:gd name="connsiteX36" fmla="*/ 52063 w 258691"/>
                <a:gd name="connsiteY36" fmla="*/ 95151 h 471790"/>
                <a:gd name="connsiteX37" fmla="*/ 75904 w 258691"/>
                <a:gd name="connsiteY37" fmla="*/ 59469 h 471790"/>
                <a:gd name="connsiteX38" fmla="*/ 75904 w 258691"/>
                <a:gd name="connsiteY38" fmla="*/ 15859 h 471790"/>
                <a:gd name="connsiteX39" fmla="*/ 111667 w 258691"/>
                <a:gd name="connsiteY39" fmla="*/ 3965 h 471790"/>
                <a:gd name="connsiteX40" fmla="*/ 107693 w 258691"/>
                <a:gd name="connsiteY40" fmla="*/ 3965 h 471790"/>
                <a:gd name="connsiteX41" fmla="*/ 111667 w 258691"/>
                <a:gd name="connsiteY41" fmla="*/ 0 h 471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8691" h="471790">
                  <a:moveTo>
                    <a:pt x="111667" y="0"/>
                  </a:moveTo>
                  <a:cubicBezTo>
                    <a:pt x="111667" y="0"/>
                    <a:pt x="111667" y="0"/>
                    <a:pt x="127561" y="0"/>
                  </a:cubicBezTo>
                  <a:cubicBezTo>
                    <a:pt x="127561" y="0"/>
                    <a:pt x="127561" y="0"/>
                    <a:pt x="171271" y="35682"/>
                  </a:cubicBezTo>
                  <a:cubicBezTo>
                    <a:pt x="171271" y="35682"/>
                    <a:pt x="171271" y="35682"/>
                    <a:pt x="211008" y="71363"/>
                  </a:cubicBezTo>
                  <a:lnTo>
                    <a:pt x="234849" y="71363"/>
                  </a:lnTo>
                  <a:cubicBezTo>
                    <a:pt x="234849" y="71363"/>
                    <a:pt x="234849" y="71363"/>
                    <a:pt x="258691" y="103080"/>
                  </a:cubicBezTo>
                  <a:cubicBezTo>
                    <a:pt x="258691" y="103080"/>
                    <a:pt x="258691" y="103080"/>
                    <a:pt x="222928" y="162550"/>
                  </a:cubicBezTo>
                  <a:cubicBezTo>
                    <a:pt x="222928" y="162550"/>
                    <a:pt x="222928" y="162550"/>
                    <a:pt x="222928" y="178408"/>
                  </a:cubicBezTo>
                  <a:cubicBezTo>
                    <a:pt x="222928" y="178408"/>
                    <a:pt x="222928" y="178408"/>
                    <a:pt x="238823" y="194267"/>
                  </a:cubicBezTo>
                  <a:cubicBezTo>
                    <a:pt x="238823" y="194267"/>
                    <a:pt x="238823" y="194267"/>
                    <a:pt x="254717" y="210125"/>
                  </a:cubicBezTo>
                  <a:cubicBezTo>
                    <a:pt x="254717" y="210125"/>
                    <a:pt x="254717" y="210125"/>
                    <a:pt x="254717" y="225984"/>
                  </a:cubicBezTo>
                  <a:cubicBezTo>
                    <a:pt x="254717" y="225984"/>
                    <a:pt x="254717" y="225984"/>
                    <a:pt x="254717" y="269594"/>
                  </a:cubicBezTo>
                  <a:cubicBezTo>
                    <a:pt x="254717" y="269594"/>
                    <a:pt x="254717" y="269594"/>
                    <a:pt x="238823" y="269594"/>
                  </a:cubicBezTo>
                  <a:cubicBezTo>
                    <a:pt x="238823" y="269594"/>
                    <a:pt x="238823" y="269594"/>
                    <a:pt x="222928" y="285453"/>
                  </a:cubicBezTo>
                  <a:cubicBezTo>
                    <a:pt x="222928" y="285453"/>
                    <a:pt x="222928" y="285453"/>
                    <a:pt x="222928" y="333028"/>
                  </a:cubicBezTo>
                  <a:cubicBezTo>
                    <a:pt x="222928" y="333028"/>
                    <a:pt x="222928" y="333028"/>
                    <a:pt x="207034" y="348887"/>
                  </a:cubicBezTo>
                  <a:cubicBezTo>
                    <a:pt x="207034" y="348887"/>
                    <a:pt x="207034" y="348887"/>
                    <a:pt x="191139" y="348887"/>
                  </a:cubicBezTo>
                  <a:cubicBezTo>
                    <a:pt x="191139" y="348887"/>
                    <a:pt x="191139" y="348887"/>
                    <a:pt x="191139" y="364745"/>
                  </a:cubicBezTo>
                  <a:cubicBezTo>
                    <a:pt x="191139" y="364745"/>
                    <a:pt x="191139" y="364745"/>
                    <a:pt x="115641" y="471790"/>
                  </a:cubicBezTo>
                  <a:cubicBezTo>
                    <a:pt x="115641" y="471790"/>
                    <a:pt x="115641" y="471790"/>
                    <a:pt x="115641" y="455932"/>
                  </a:cubicBezTo>
                  <a:cubicBezTo>
                    <a:pt x="115641" y="455932"/>
                    <a:pt x="115641" y="455932"/>
                    <a:pt x="115641" y="424215"/>
                  </a:cubicBezTo>
                  <a:cubicBezTo>
                    <a:pt x="115641" y="424215"/>
                    <a:pt x="115641" y="424215"/>
                    <a:pt x="83852" y="424215"/>
                  </a:cubicBezTo>
                  <a:cubicBezTo>
                    <a:pt x="83852" y="424215"/>
                    <a:pt x="83852" y="424215"/>
                    <a:pt x="67957" y="408356"/>
                  </a:cubicBezTo>
                  <a:cubicBezTo>
                    <a:pt x="67957" y="408356"/>
                    <a:pt x="67957" y="408356"/>
                    <a:pt x="52063" y="392498"/>
                  </a:cubicBezTo>
                  <a:cubicBezTo>
                    <a:pt x="52063" y="392498"/>
                    <a:pt x="52063" y="392498"/>
                    <a:pt x="31946" y="374099"/>
                  </a:cubicBezTo>
                  <a:lnTo>
                    <a:pt x="7543" y="351780"/>
                  </a:lnTo>
                  <a:lnTo>
                    <a:pt x="0" y="341160"/>
                  </a:lnTo>
                  <a:lnTo>
                    <a:pt x="8353" y="336993"/>
                  </a:lnTo>
                  <a:cubicBezTo>
                    <a:pt x="32194" y="313205"/>
                    <a:pt x="52063" y="293382"/>
                    <a:pt x="60010" y="289418"/>
                  </a:cubicBezTo>
                  <a:cubicBezTo>
                    <a:pt x="60010" y="289418"/>
                    <a:pt x="60010" y="289418"/>
                    <a:pt x="60010" y="269594"/>
                  </a:cubicBezTo>
                  <a:cubicBezTo>
                    <a:pt x="60010" y="269594"/>
                    <a:pt x="60010" y="269594"/>
                    <a:pt x="75904" y="245807"/>
                  </a:cubicBezTo>
                  <a:cubicBezTo>
                    <a:pt x="75904" y="245807"/>
                    <a:pt x="75904" y="245807"/>
                    <a:pt x="75904" y="186337"/>
                  </a:cubicBezTo>
                  <a:cubicBezTo>
                    <a:pt x="75904" y="186337"/>
                    <a:pt x="75904" y="186337"/>
                    <a:pt x="48089" y="134797"/>
                  </a:cubicBezTo>
                  <a:cubicBezTo>
                    <a:pt x="48089" y="134797"/>
                    <a:pt x="48089" y="134797"/>
                    <a:pt x="36168" y="138762"/>
                  </a:cubicBezTo>
                  <a:cubicBezTo>
                    <a:pt x="36168" y="138762"/>
                    <a:pt x="36168" y="138762"/>
                    <a:pt x="40142" y="130833"/>
                  </a:cubicBezTo>
                  <a:cubicBezTo>
                    <a:pt x="40142" y="130833"/>
                    <a:pt x="40142" y="130833"/>
                    <a:pt x="44115" y="118939"/>
                  </a:cubicBezTo>
                  <a:cubicBezTo>
                    <a:pt x="44115" y="118939"/>
                    <a:pt x="44115" y="118939"/>
                    <a:pt x="52063" y="95151"/>
                  </a:cubicBezTo>
                  <a:cubicBezTo>
                    <a:pt x="52063" y="95151"/>
                    <a:pt x="52063" y="95151"/>
                    <a:pt x="75904" y="59469"/>
                  </a:cubicBezTo>
                  <a:cubicBezTo>
                    <a:pt x="75904" y="59469"/>
                    <a:pt x="75904" y="59469"/>
                    <a:pt x="75904" y="15859"/>
                  </a:cubicBezTo>
                  <a:cubicBezTo>
                    <a:pt x="75904" y="15859"/>
                    <a:pt x="75904" y="15859"/>
                    <a:pt x="111667" y="3965"/>
                  </a:cubicBezTo>
                  <a:cubicBezTo>
                    <a:pt x="111667" y="3965"/>
                    <a:pt x="111667" y="3965"/>
                    <a:pt x="107693" y="3965"/>
                  </a:cubicBezTo>
                  <a:cubicBezTo>
                    <a:pt x="107693" y="0"/>
                    <a:pt x="111667" y="0"/>
                    <a:pt x="111667" y="0"/>
                  </a:cubicBez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p>
          </p:txBody>
        </p:sp>
        <p:sp>
          <p:nvSpPr>
            <p:cNvPr id="35" name="New Hampshire">
              <a:extLst>
                <a:ext uri="{FF2B5EF4-FFF2-40B4-BE49-F238E27FC236}">
                  <a16:creationId xmlns:a16="http://schemas.microsoft.com/office/drawing/2014/main" id="{E62C7883-E0BA-43FC-8FF2-543113F24B6A}"/>
                </a:ext>
              </a:extLst>
            </p:cNvPr>
            <p:cNvSpPr>
              <a:spLocks/>
            </p:cNvSpPr>
            <p:nvPr/>
          </p:nvSpPr>
          <p:spPr bwMode="auto">
            <a:xfrm>
              <a:off x="10103313" y="1705127"/>
              <a:ext cx="312632" cy="538329"/>
            </a:xfrm>
            <a:custGeom>
              <a:avLst/>
              <a:gdLst>
                <a:gd name="T0" fmla="*/ 74 w 79"/>
                <a:gd name="T1" fmla="*/ 101 h 136"/>
                <a:gd name="T2" fmla="*/ 74 w 79"/>
                <a:gd name="T3" fmla="*/ 75 h 136"/>
                <a:gd name="T4" fmla="*/ 67 w 79"/>
                <a:gd name="T5" fmla="*/ 48 h 136"/>
                <a:gd name="T6" fmla="*/ 67 w 79"/>
                <a:gd name="T7" fmla="*/ 42 h 136"/>
                <a:gd name="T8" fmla="*/ 66 w 79"/>
                <a:gd name="T9" fmla="*/ 36 h 136"/>
                <a:gd name="T10" fmla="*/ 66 w 79"/>
                <a:gd name="T11" fmla="*/ 17 h 136"/>
                <a:gd name="T12" fmla="*/ 66 w 79"/>
                <a:gd name="T13" fmla="*/ 6 h 136"/>
                <a:gd name="T14" fmla="*/ 66 w 79"/>
                <a:gd name="T15" fmla="*/ 3 h 136"/>
                <a:gd name="T16" fmla="*/ 60 w 79"/>
                <a:gd name="T17" fmla="*/ 0 h 136"/>
                <a:gd name="T18" fmla="*/ 52 w 79"/>
                <a:gd name="T19" fmla="*/ 4 h 136"/>
                <a:gd name="T20" fmla="*/ 44 w 79"/>
                <a:gd name="T21" fmla="*/ 4 h 136"/>
                <a:gd name="T22" fmla="*/ 41 w 79"/>
                <a:gd name="T23" fmla="*/ 8 h 136"/>
                <a:gd name="T24" fmla="*/ 39 w 79"/>
                <a:gd name="T25" fmla="*/ 12 h 136"/>
                <a:gd name="T26" fmla="*/ 38 w 79"/>
                <a:gd name="T27" fmla="*/ 16 h 136"/>
                <a:gd name="T28" fmla="*/ 38 w 79"/>
                <a:gd name="T29" fmla="*/ 18 h 136"/>
                <a:gd name="T30" fmla="*/ 38 w 79"/>
                <a:gd name="T31" fmla="*/ 30 h 136"/>
                <a:gd name="T32" fmla="*/ 32 w 79"/>
                <a:gd name="T33" fmla="*/ 36 h 136"/>
                <a:gd name="T34" fmla="*/ 31 w 79"/>
                <a:gd name="T35" fmla="*/ 36 h 136"/>
                <a:gd name="T36" fmla="*/ 31 w 79"/>
                <a:gd name="T37" fmla="*/ 42 h 136"/>
                <a:gd name="T38" fmla="*/ 26 w 79"/>
                <a:gd name="T39" fmla="*/ 48 h 136"/>
                <a:gd name="T40" fmla="*/ 26 w 79"/>
                <a:gd name="T41" fmla="*/ 49 h 136"/>
                <a:gd name="T42" fmla="*/ 21 w 79"/>
                <a:gd name="T43" fmla="*/ 56 h 136"/>
                <a:gd name="T44" fmla="*/ 19 w 79"/>
                <a:gd name="T45" fmla="*/ 60 h 136"/>
                <a:gd name="T46" fmla="*/ 21 w 79"/>
                <a:gd name="T47" fmla="*/ 61 h 136"/>
                <a:gd name="T48" fmla="*/ 15 w 79"/>
                <a:gd name="T49" fmla="*/ 72 h 136"/>
                <a:gd name="T50" fmla="*/ 15 w 79"/>
                <a:gd name="T51" fmla="*/ 73 h 136"/>
                <a:gd name="T52" fmla="*/ 10 w 79"/>
                <a:gd name="T53" fmla="*/ 81 h 136"/>
                <a:gd name="T54" fmla="*/ 7 w 79"/>
                <a:gd name="T55" fmla="*/ 85 h 136"/>
                <a:gd name="T56" fmla="*/ 7 w 79"/>
                <a:gd name="T57" fmla="*/ 85 h 136"/>
                <a:gd name="T58" fmla="*/ 8 w 79"/>
                <a:gd name="T59" fmla="*/ 85 h 136"/>
                <a:gd name="T60" fmla="*/ 10 w 79"/>
                <a:gd name="T61" fmla="*/ 86 h 136"/>
                <a:gd name="T62" fmla="*/ 10 w 79"/>
                <a:gd name="T63" fmla="*/ 99 h 136"/>
                <a:gd name="T64" fmla="*/ 10 w 79"/>
                <a:gd name="T65" fmla="*/ 102 h 136"/>
                <a:gd name="T66" fmla="*/ 10 w 79"/>
                <a:gd name="T67" fmla="*/ 102 h 136"/>
                <a:gd name="T68" fmla="*/ 10 w 79"/>
                <a:gd name="T69" fmla="*/ 102 h 136"/>
                <a:gd name="T70" fmla="*/ 10 w 79"/>
                <a:gd name="T71" fmla="*/ 103 h 136"/>
                <a:gd name="T72" fmla="*/ 10 w 79"/>
                <a:gd name="T73" fmla="*/ 103 h 136"/>
                <a:gd name="T74" fmla="*/ 9 w 79"/>
                <a:gd name="T75" fmla="*/ 108 h 136"/>
                <a:gd name="T76" fmla="*/ 8 w 79"/>
                <a:gd name="T77" fmla="*/ 111 h 136"/>
                <a:gd name="T78" fmla="*/ 8 w 79"/>
                <a:gd name="T79" fmla="*/ 112 h 136"/>
                <a:gd name="T80" fmla="*/ 8 w 79"/>
                <a:gd name="T81" fmla="*/ 112 h 136"/>
                <a:gd name="T82" fmla="*/ 7 w 79"/>
                <a:gd name="T83" fmla="*/ 112 h 136"/>
                <a:gd name="T84" fmla="*/ 7 w 79"/>
                <a:gd name="T85" fmla="*/ 112 h 136"/>
                <a:gd name="T86" fmla="*/ 7 w 79"/>
                <a:gd name="T87" fmla="*/ 113 h 136"/>
                <a:gd name="T88" fmla="*/ 1 w 79"/>
                <a:gd name="T89" fmla="*/ 120 h 136"/>
                <a:gd name="T90" fmla="*/ 0 w 79"/>
                <a:gd name="T91" fmla="*/ 120 h 136"/>
                <a:gd name="T92" fmla="*/ 0 w 79"/>
                <a:gd name="T93" fmla="*/ 128 h 136"/>
                <a:gd name="T94" fmla="*/ 0 w 79"/>
                <a:gd name="T95" fmla="*/ 128 h 136"/>
                <a:gd name="T96" fmla="*/ 1 w 79"/>
                <a:gd name="T97" fmla="*/ 128 h 136"/>
                <a:gd name="T98" fmla="*/ 39 w 79"/>
                <a:gd name="T99" fmla="*/ 128 h 136"/>
                <a:gd name="T100" fmla="*/ 39 w 79"/>
                <a:gd name="T101" fmla="*/ 136 h 136"/>
                <a:gd name="T102" fmla="*/ 55 w 79"/>
                <a:gd name="T103" fmla="*/ 136 h 136"/>
                <a:gd name="T104" fmla="*/ 66 w 79"/>
                <a:gd name="T105" fmla="*/ 127 h 136"/>
                <a:gd name="T106" fmla="*/ 67 w 79"/>
                <a:gd name="T107" fmla="*/ 125 h 136"/>
                <a:gd name="T108" fmla="*/ 68 w 79"/>
                <a:gd name="T109" fmla="*/ 121 h 136"/>
                <a:gd name="T110" fmla="*/ 76 w 79"/>
                <a:gd name="T111" fmla="*/ 113 h 136"/>
                <a:gd name="T112" fmla="*/ 79 w 79"/>
                <a:gd name="T113" fmla="*/ 109 h 136"/>
                <a:gd name="T114" fmla="*/ 78 w 79"/>
                <a:gd name="T115" fmla="*/ 108 h 136"/>
                <a:gd name="T116" fmla="*/ 74 w 79"/>
                <a:gd name="T117" fmla="*/ 10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9" h="136">
                  <a:moveTo>
                    <a:pt x="74" y="101"/>
                  </a:moveTo>
                  <a:cubicBezTo>
                    <a:pt x="74" y="75"/>
                    <a:pt x="74" y="75"/>
                    <a:pt x="74" y="75"/>
                  </a:cubicBezTo>
                  <a:cubicBezTo>
                    <a:pt x="67" y="48"/>
                    <a:pt x="67" y="48"/>
                    <a:pt x="67" y="48"/>
                  </a:cubicBezTo>
                  <a:cubicBezTo>
                    <a:pt x="67" y="42"/>
                    <a:pt x="67" y="42"/>
                    <a:pt x="67" y="42"/>
                  </a:cubicBezTo>
                  <a:cubicBezTo>
                    <a:pt x="66" y="36"/>
                    <a:pt x="66" y="36"/>
                    <a:pt x="66" y="36"/>
                  </a:cubicBezTo>
                  <a:cubicBezTo>
                    <a:pt x="66" y="34"/>
                    <a:pt x="67" y="20"/>
                    <a:pt x="66" y="17"/>
                  </a:cubicBezTo>
                  <a:cubicBezTo>
                    <a:pt x="65" y="14"/>
                    <a:pt x="66" y="7"/>
                    <a:pt x="66" y="6"/>
                  </a:cubicBezTo>
                  <a:cubicBezTo>
                    <a:pt x="66" y="3"/>
                    <a:pt x="66" y="3"/>
                    <a:pt x="66" y="3"/>
                  </a:cubicBezTo>
                  <a:cubicBezTo>
                    <a:pt x="60" y="0"/>
                    <a:pt x="60" y="0"/>
                    <a:pt x="60" y="0"/>
                  </a:cubicBezTo>
                  <a:cubicBezTo>
                    <a:pt x="52" y="4"/>
                    <a:pt x="52" y="4"/>
                    <a:pt x="52" y="4"/>
                  </a:cubicBezTo>
                  <a:cubicBezTo>
                    <a:pt x="44" y="4"/>
                    <a:pt x="44" y="4"/>
                    <a:pt x="44" y="4"/>
                  </a:cubicBezTo>
                  <a:cubicBezTo>
                    <a:pt x="41" y="8"/>
                    <a:pt x="41" y="8"/>
                    <a:pt x="41" y="8"/>
                  </a:cubicBezTo>
                  <a:cubicBezTo>
                    <a:pt x="39" y="12"/>
                    <a:pt x="39" y="12"/>
                    <a:pt x="39" y="12"/>
                  </a:cubicBezTo>
                  <a:cubicBezTo>
                    <a:pt x="38" y="16"/>
                    <a:pt x="38" y="16"/>
                    <a:pt x="38" y="16"/>
                  </a:cubicBezTo>
                  <a:cubicBezTo>
                    <a:pt x="38" y="18"/>
                    <a:pt x="38" y="18"/>
                    <a:pt x="38" y="18"/>
                  </a:cubicBezTo>
                  <a:cubicBezTo>
                    <a:pt x="38" y="30"/>
                    <a:pt x="38" y="30"/>
                    <a:pt x="38" y="30"/>
                  </a:cubicBezTo>
                  <a:cubicBezTo>
                    <a:pt x="38" y="32"/>
                    <a:pt x="35" y="34"/>
                    <a:pt x="32" y="36"/>
                  </a:cubicBezTo>
                  <a:cubicBezTo>
                    <a:pt x="31" y="36"/>
                    <a:pt x="31" y="36"/>
                    <a:pt x="31" y="36"/>
                  </a:cubicBezTo>
                  <a:cubicBezTo>
                    <a:pt x="31" y="42"/>
                    <a:pt x="31" y="42"/>
                    <a:pt x="31" y="42"/>
                  </a:cubicBezTo>
                  <a:cubicBezTo>
                    <a:pt x="26" y="48"/>
                    <a:pt x="26" y="48"/>
                    <a:pt x="26" y="48"/>
                  </a:cubicBezTo>
                  <a:cubicBezTo>
                    <a:pt x="26" y="49"/>
                    <a:pt x="26" y="49"/>
                    <a:pt x="26" y="49"/>
                  </a:cubicBezTo>
                  <a:cubicBezTo>
                    <a:pt x="26" y="50"/>
                    <a:pt x="24" y="53"/>
                    <a:pt x="21" y="56"/>
                  </a:cubicBezTo>
                  <a:cubicBezTo>
                    <a:pt x="19" y="58"/>
                    <a:pt x="19" y="59"/>
                    <a:pt x="19" y="60"/>
                  </a:cubicBezTo>
                  <a:cubicBezTo>
                    <a:pt x="19" y="61"/>
                    <a:pt x="20" y="61"/>
                    <a:pt x="21" y="61"/>
                  </a:cubicBezTo>
                  <a:cubicBezTo>
                    <a:pt x="15" y="72"/>
                    <a:pt x="15" y="72"/>
                    <a:pt x="15" y="72"/>
                  </a:cubicBezTo>
                  <a:cubicBezTo>
                    <a:pt x="15" y="73"/>
                    <a:pt x="15" y="73"/>
                    <a:pt x="15" y="73"/>
                  </a:cubicBezTo>
                  <a:cubicBezTo>
                    <a:pt x="15" y="73"/>
                    <a:pt x="15" y="77"/>
                    <a:pt x="10" y="81"/>
                  </a:cubicBezTo>
                  <a:cubicBezTo>
                    <a:pt x="8" y="83"/>
                    <a:pt x="7" y="84"/>
                    <a:pt x="7" y="85"/>
                  </a:cubicBezTo>
                  <a:cubicBezTo>
                    <a:pt x="7" y="85"/>
                    <a:pt x="7" y="85"/>
                    <a:pt x="7" y="85"/>
                  </a:cubicBezTo>
                  <a:cubicBezTo>
                    <a:pt x="8" y="85"/>
                    <a:pt x="8" y="85"/>
                    <a:pt x="8" y="85"/>
                  </a:cubicBezTo>
                  <a:cubicBezTo>
                    <a:pt x="8" y="86"/>
                    <a:pt x="9" y="86"/>
                    <a:pt x="10" y="86"/>
                  </a:cubicBezTo>
                  <a:cubicBezTo>
                    <a:pt x="10" y="99"/>
                    <a:pt x="10" y="99"/>
                    <a:pt x="10" y="99"/>
                  </a:cubicBezTo>
                  <a:cubicBezTo>
                    <a:pt x="10" y="100"/>
                    <a:pt x="10" y="101"/>
                    <a:pt x="10" y="102"/>
                  </a:cubicBezTo>
                  <a:cubicBezTo>
                    <a:pt x="10" y="102"/>
                    <a:pt x="10" y="102"/>
                    <a:pt x="10" y="102"/>
                  </a:cubicBezTo>
                  <a:cubicBezTo>
                    <a:pt x="10" y="102"/>
                    <a:pt x="10" y="102"/>
                    <a:pt x="10" y="102"/>
                  </a:cubicBezTo>
                  <a:cubicBezTo>
                    <a:pt x="10" y="103"/>
                    <a:pt x="10" y="103"/>
                    <a:pt x="10" y="103"/>
                  </a:cubicBezTo>
                  <a:cubicBezTo>
                    <a:pt x="10" y="103"/>
                    <a:pt x="10" y="103"/>
                    <a:pt x="10" y="103"/>
                  </a:cubicBezTo>
                  <a:cubicBezTo>
                    <a:pt x="9" y="104"/>
                    <a:pt x="9" y="105"/>
                    <a:pt x="9" y="108"/>
                  </a:cubicBezTo>
                  <a:cubicBezTo>
                    <a:pt x="9" y="109"/>
                    <a:pt x="8" y="111"/>
                    <a:pt x="8" y="111"/>
                  </a:cubicBezTo>
                  <a:cubicBezTo>
                    <a:pt x="8" y="112"/>
                    <a:pt x="8" y="112"/>
                    <a:pt x="8" y="112"/>
                  </a:cubicBezTo>
                  <a:cubicBezTo>
                    <a:pt x="8" y="112"/>
                    <a:pt x="8" y="112"/>
                    <a:pt x="8" y="112"/>
                  </a:cubicBezTo>
                  <a:cubicBezTo>
                    <a:pt x="7" y="112"/>
                    <a:pt x="7" y="112"/>
                    <a:pt x="7" y="112"/>
                  </a:cubicBezTo>
                  <a:cubicBezTo>
                    <a:pt x="7" y="112"/>
                    <a:pt x="7" y="112"/>
                    <a:pt x="7" y="112"/>
                  </a:cubicBezTo>
                  <a:cubicBezTo>
                    <a:pt x="7" y="113"/>
                    <a:pt x="7" y="113"/>
                    <a:pt x="7" y="113"/>
                  </a:cubicBezTo>
                  <a:cubicBezTo>
                    <a:pt x="5" y="117"/>
                    <a:pt x="2" y="119"/>
                    <a:pt x="1" y="120"/>
                  </a:cubicBezTo>
                  <a:cubicBezTo>
                    <a:pt x="0" y="120"/>
                    <a:pt x="0" y="120"/>
                    <a:pt x="0" y="120"/>
                  </a:cubicBezTo>
                  <a:cubicBezTo>
                    <a:pt x="0" y="128"/>
                    <a:pt x="0" y="128"/>
                    <a:pt x="0" y="128"/>
                  </a:cubicBezTo>
                  <a:cubicBezTo>
                    <a:pt x="0" y="128"/>
                    <a:pt x="0" y="128"/>
                    <a:pt x="0" y="128"/>
                  </a:cubicBezTo>
                  <a:cubicBezTo>
                    <a:pt x="1" y="128"/>
                    <a:pt x="1" y="128"/>
                    <a:pt x="1" y="128"/>
                  </a:cubicBezTo>
                  <a:cubicBezTo>
                    <a:pt x="39" y="128"/>
                    <a:pt x="39" y="128"/>
                    <a:pt x="39" y="128"/>
                  </a:cubicBezTo>
                  <a:cubicBezTo>
                    <a:pt x="39" y="136"/>
                    <a:pt x="39" y="136"/>
                    <a:pt x="39" y="136"/>
                  </a:cubicBezTo>
                  <a:cubicBezTo>
                    <a:pt x="55" y="136"/>
                    <a:pt x="55" y="136"/>
                    <a:pt x="55" y="136"/>
                  </a:cubicBezTo>
                  <a:cubicBezTo>
                    <a:pt x="66" y="127"/>
                    <a:pt x="66" y="127"/>
                    <a:pt x="66" y="127"/>
                  </a:cubicBezTo>
                  <a:cubicBezTo>
                    <a:pt x="67" y="125"/>
                    <a:pt x="67" y="125"/>
                    <a:pt x="67" y="125"/>
                  </a:cubicBezTo>
                  <a:cubicBezTo>
                    <a:pt x="68" y="121"/>
                    <a:pt x="68" y="121"/>
                    <a:pt x="68" y="121"/>
                  </a:cubicBezTo>
                  <a:cubicBezTo>
                    <a:pt x="76" y="113"/>
                    <a:pt x="76" y="113"/>
                    <a:pt x="76" y="113"/>
                  </a:cubicBezTo>
                  <a:cubicBezTo>
                    <a:pt x="79" y="109"/>
                    <a:pt x="79" y="109"/>
                    <a:pt x="79" y="109"/>
                  </a:cubicBezTo>
                  <a:cubicBezTo>
                    <a:pt x="78" y="108"/>
                    <a:pt x="78" y="108"/>
                    <a:pt x="78" y="108"/>
                  </a:cubicBezTo>
                  <a:lnTo>
                    <a:pt x="74" y="101"/>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6" name="Nevada">
              <a:extLst>
                <a:ext uri="{FF2B5EF4-FFF2-40B4-BE49-F238E27FC236}">
                  <a16:creationId xmlns:a16="http://schemas.microsoft.com/office/drawing/2014/main" id="{D9EF55AA-ED3C-43A6-B5A3-19AEFEDF3783}"/>
                </a:ext>
              </a:extLst>
            </p:cNvPr>
            <p:cNvSpPr>
              <a:spLocks/>
            </p:cNvSpPr>
            <p:nvPr/>
          </p:nvSpPr>
          <p:spPr bwMode="auto">
            <a:xfrm>
              <a:off x="2799093" y="2223394"/>
              <a:ext cx="926193" cy="1414367"/>
            </a:xfrm>
            <a:custGeom>
              <a:avLst/>
              <a:gdLst>
                <a:gd name="T0" fmla="*/ 118 w 234"/>
                <a:gd name="T1" fmla="*/ 0 h 357"/>
                <a:gd name="T2" fmla="*/ 118 w 234"/>
                <a:gd name="T3" fmla="*/ 0 h 357"/>
                <a:gd name="T4" fmla="*/ 0 w 234"/>
                <a:gd name="T5" fmla="*/ 0 h 357"/>
                <a:gd name="T6" fmla="*/ 0 w 234"/>
                <a:gd name="T7" fmla="*/ 142 h 357"/>
                <a:gd name="T8" fmla="*/ 217 w 234"/>
                <a:gd name="T9" fmla="*/ 357 h 357"/>
                <a:gd name="T10" fmla="*/ 217 w 234"/>
                <a:gd name="T11" fmla="*/ 357 h 357"/>
                <a:gd name="T12" fmla="*/ 217 w 234"/>
                <a:gd name="T13" fmla="*/ 326 h 357"/>
                <a:gd name="T14" fmla="*/ 220 w 234"/>
                <a:gd name="T15" fmla="*/ 323 h 357"/>
                <a:gd name="T16" fmla="*/ 217 w 234"/>
                <a:gd name="T17" fmla="*/ 317 h 357"/>
                <a:gd name="T18" fmla="*/ 210 w 234"/>
                <a:gd name="T19" fmla="*/ 310 h 357"/>
                <a:gd name="T20" fmla="*/ 214 w 234"/>
                <a:gd name="T21" fmla="*/ 288 h 357"/>
                <a:gd name="T22" fmla="*/ 234 w 234"/>
                <a:gd name="T23" fmla="*/ 301 h 357"/>
                <a:gd name="T24" fmla="*/ 234 w 234"/>
                <a:gd name="T25" fmla="*/ 244 h 357"/>
                <a:gd name="T26" fmla="*/ 234 w 234"/>
                <a:gd name="T27" fmla="*/ 0 h 357"/>
                <a:gd name="T28" fmla="*/ 118 w 234"/>
                <a:gd name="T29" fmla="*/ 0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4" h="357">
                  <a:moveTo>
                    <a:pt x="118" y="0"/>
                  </a:moveTo>
                  <a:cubicBezTo>
                    <a:pt x="118" y="0"/>
                    <a:pt x="118" y="0"/>
                    <a:pt x="118" y="0"/>
                  </a:cubicBezTo>
                  <a:cubicBezTo>
                    <a:pt x="0" y="0"/>
                    <a:pt x="0" y="0"/>
                    <a:pt x="0" y="0"/>
                  </a:cubicBezTo>
                  <a:cubicBezTo>
                    <a:pt x="0" y="142"/>
                    <a:pt x="0" y="142"/>
                    <a:pt x="0" y="142"/>
                  </a:cubicBezTo>
                  <a:cubicBezTo>
                    <a:pt x="217" y="357"/>
                    <a:pt x="217" y="357"/>
                    <a:pt x="217" y="357"/>
                  </a:cubicBezTo>
                  <a:cubicBezTo>
                    <a:pt x="217" y="357"/>
                    <a:pt x="217" y="357"/>
                    <a:pt x="217" y="357"/>
                  </a:cubicBezTo>
                  <a:cubicBezTo>
                    <a:pt x="217" y="326"/>
                    <a:pt x="217" y="326"/>
                    <a:pt x="217" y="326"/>
                  </a:cubicBezTo>
                  <a:cubicBezTo>
                    <a:pt x="218" y="326"/>
                    <a:pt x="220" y="325"/>
                    <a:pt x="220" y="323"/>
                  </a:cubicBezTo>
                  <a:cubicBezTo>
                    <a:pt x="221" y="321"/>
                    <a:pt x="220" y="319"/>
                    <a:pt x="217" y="317"/>
                  </a:cubicBezTo>
                  <a:cubicBezTo>
                    <a:pt x="210" y="310"/>
                    <a:pt x="210" y="310"/>
                    <a:pt x="210" y="310"/>
                  </a:cubicBezTo>
                  <a:cubicBezTo>
                    <a:pt x="214" y="288"/>
                    <a:pt x="214" y="288"/>
                    <a:pt x="214" y="288"/>
                  </a:cubicBezTo>
                  <a:cubicBezTo>
                    <a:pt x="234" y="301"/>
                    <a:pt x="234" y="301"/>
                    <a:pt x="234" y="301"/>
                  </a:cubicBezTo>
                  <a:cubicBezTo>
                    <a:pt x="234" y="244"/>
                    <a:pt x="234" y="244"/>
                    <a:pt x="234" y="244"/>
                  </a:cubicBezTo>
                  <a:cubicBezTo>
                    <a:pt x="234" y="0"/>
                    <a:pt x="234" y="0"/>
                    <a:pt x="234" y="0"/>
                  </a:cubicBezTo>
                  <a:lnTo>
                    <a:pt x="118" y="0"/>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7" name="Nebraska">
              <a:extLst>
                <a:ext uri="{FF2B5EF4-FFF2-40B4-BE49-F238E27FC236}">
                  <a16:creationId xmlns:a16="http://schemas.microsoft.com/office/drawing/2014/main" id="{E786AD0B-312D-4DEA-94F3-45D455D5739C}"/>
                </a:ext>
              </a:extLst>
            </p:cNvPr>
            <p:cNvSpPr>
              <a:spLocks/>
            </p:cNvSpPr>
            <p:nvPr/>
          </p:nvSpPr>
          <p:spPr bwMode="auto">
            <a:xfrm>
              <a:off x="5239963" y="2032805"/>
              <a:ext cx="1315729" cy="583468"/>
            </a:xfrm>
            <a:custGeom>
              <a:avLst/>
              <a:gdLst>
                <a:gd name="T0" fmla="*/ 787 w 787"/>
                <a:gd name="T1" fmla="*/ 323 h 349"/>
                <a:gd name="T2" fmla="*/ 740 w 787"/>
                <a:gd name="T3" fmla="*/ 294 h 349"/>
                <a:gd name="T4" fmla="*/ 740 w 787"/>
                <a:gd name="T5" fmla="*/ 294 h 349"/>
                <a:gd name="T6" fmla="*/ 740 w 787"/>
                <a:gd name="T7" fmla="*/ 294 h 349"/>
                <a:gd name="T8" fmla="*/ 738 w 787"/>
                <a:gd name="T9" fmla="*/ 292 h 349"/>
                <a:gd name="T10" fmla="*/ 740 w 787"/>
                <a:gd name="T11" fmla="*/ 292 h 349"/>
                <a:gd name="T12" fmla="*/ 735 w 787"/>
                <a:gd name="T13" fmla="*/ 249 h 349"/>
                <a:gd name="T14" fmla="*/ 735 w 787"/>
                <a:gd name="T15" fmla="*/ 188 h 349"/>
                <a:gd name="T16" fmla="*/ 707 w 787"/>
                <a:gd name="T17" fmla="*/ 176 h 349"/>
                <a:gd name="T18" fmla="*/ 707 w 787"/>
                <a:gd name="T19" fmla="*/ 105 h 349"/>
                <a:gd name="T20" fmla="*/ 679 w 787"/>
                <a:gd name="T21" fmla="*/ 60 h 349"/>
                <a:gd name="T22" fmla="*/ 650 w 787"/>
                <a:gd name="T23" fmla="*/ 48 h 349"/>
                <a:gd name="T24" fmla="*/ 622 w 787"/>
                <a:gd name="T25" fmla="*/ 27 h 349"/>
                <a:gd name="T26" fmla="*/ 525 w 787"/>
                <a:gd name="T27" fmla="*/ 27 h 349"/>
                <a:gd name="T28" fmla="*/ 492 w 787"/>
                <a:gd name="T29" fmla="*/ 0 h 349"/>
                <a:gd name="T30" fmla="*/ 0 w 787"/>
                <a:gd name="T31" fmla="*/ 0 h 349"/>
                <a:gd name="T32" fmla="*/ 0 w 787"/>
                <a:gd name="T33" fmla="*/ 249 h 349"/>
                <a:gd name="T34" fmla="*/ 196 w 787"/>
                <a:gd name="T35" fmla="*/ 249 h 349"/>
                <a:gd name="T36" fmla="*/ 196 w 787"/>
                <a:gd name="T37" fmla="*/ 349 h 349"/>
                <a:gd name="T38" fmla="*/ 787 w 787"/>
                <a:gd name="T39" fmla="*/ 349 h 349"/>
                <a:gd name="T40" fmla="*/ 787 w 787"/>
                <a:gd name="T41" fmla="*/ 323 h 349"/>
                <a:gd name="T42" fmla="*/ 787 w 787"/>
                <a:gd name="T43" fmla="*/ 323 h 349"/>
                <a:gd name="T44" fmla="*/ 787 w 787"/>
                <a:gd name="T45" fmla="*/ 323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87" h="349">
                  <a:moveTo>
                    <a:pt x="787" y="323"/>
                  </a:moveTo>
                  <a:lnTo>
                    <a:pt x="740" y="294"/>
                  </a:lnTo>
                  <a:lnTo>
                    <a:pt x="740" y="294"/>
                  </a:lnTo>
                  <a:lnTo>
                    <a:pt x="740" y="294"/>
                  </a:lnTo>
                  <a:lnTo>
                    <a:pt x="738" y="292"/>
                  </a:lnTo>
                  <a:lnTo>
                    <a:pt x="740" y="292"/>
                  </a:lnTo>
                  <a:lnTo>
                    <a:pt x="735" y="249"/>
                  </a:lnTo>
                  <a:lnTo>
                    <a:pt x="735" y="188"/>
                  </a:lnTo>
                  <a:lnTo>
                    <a:pt x="707" y="176"/>
                  </a:lnTo>
                  <a:lnTo>
                    <a:pt x="707" y="105"/>
                  </a:lnTo>
                  <a:lnTo>
                    <a:pt x="679" y="60"/>
                  </a:lnTo>
                  <a:lnTo>
                    <a:pt x="650" y="48"/>
                  </a:lnTo>
                  <a:lnTo>
                    <a:pt x="622" y="27"/>
                  </a:lnTo>
                  <a:lnTo>
                    <a:pt x="525" y="27"/>
                  </a:lnTo>
                  <a:lnTo>
                    <a:pt x="492" y="0"/>
                  </a:lnTo>
                  <a:lnTo>
                    <a:pt x="0" y="0"/>
                  </a:lnTo>
                  <a:lnTo>
                    <a:pt x="0" y="249"/>
                  </a:lnTo>
                  <a:lnTo>
                    <a:pt x="196" y="249"/>
                  </a:lnTo>
                  <a:lnTo>
                    <a:pt x="196" y="349"/>
                  </a:lnTo>
                  <a:lnTo>
                    <a:pt x="787" y="349"/>
                  </a:lnTo>
                  <a:lnTo>
                    <a:pt x="787" y="323"/>
                  </a:lnTo>
                  <a:lnTo>
                    <a:pt x="787" y="323"/>
                  </a:lnTo>
                  <a:lnTo>
                    <a:pt x="787" y="323"/>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8" name="Montana">
              <a:extLst>
                <a:ext uri="{FF2B5EF4-FFF2-40B4-BE49-F238E27FC236}">
                  <a16:creationId xmlns:a16="http://schemas.microsoft.com/office/drawing/2014/main" id="{082B379E-D266-4CA4-98CB-0E6DF9C0CAF7}"/>
                </a:ext>
              </a:extLst>
            </p:cNvPr>
            <p:cNvSpPr>
              <a:spLocks/>
            </p:cNvSpPr>
            <p:nvPr/>
          </p:nvSpPr>
          <p:spPr bwMode="auto">
            <a:xfrm>
              <a:off x="3415998" y="885931"/>
              <a:ext cx="1827309" cy="891085"/>
            </a:xfrm>
            <a:custGeom>
              <a:avLst/>
              <a:gdLst>
                <a:gd name="T0" fmla="*/ 10 w 462"/>
                <a:gd name="T1" fmla="*/ 63 h 225"/>
                <a:gd name="T2" fmla="*/ 13 w 462"/>
                <a:gd name="T3" fmla="*/ 77 h 225"/>
                <a:gd name="T4" fmla="*/ 23 w 462"/>
                <a:gd name="T5" fmla="*/ 82 h 225"/>
                <a:gd name="T6" fmla="*/ 31 w 462"/>
                <a:gd name="T7" fmla="*/ 87 h 225"/>
                <a:gd name="T8" fmla="*/ 38 w 462"/>
                <a:gd name="T9" fmla="*/ 97 h 225"/>
                <a:gd name="T10" fmla="*/ 38 w 462"/>
                <a:gd name="T11" fmla="*/ 101 h 225"/>
                <a:gd name="T12" fmla="*/ 53 w 462"/>
                <a:gd name="T13" fmla="*/ 107 h 225"/>
                <a:gd name="T14" fmla="*/ 59 w 462"/>
                <a:gd name="T15" fmla="*/ 141 h 225"/>
                <a:gd name="T16" fmla="*/ 60 w 462"/>
                <a:gd name="T17" fmla="*/ 151 h 225"/>
                <a:gd name="T18" fmla="*/ 60 w 462"/>
                <a:gd name="T19" fmla="*/ 153 h 225"/>
                <a:gd name="T20" fmla="*/ 60 w 462"/>
                <a:gd name="T21" fmla="*/ 167 h 225"/>
                <a:gd name="T22" fmla="*/ 70 w 462"/>
                <a:gd name="T23" fmla="*/ 166 h 225"/>
                <a:gd name="T24" fmla="*/ 71 w 462"/>
                <a:gd name="T25" fmla="*/ 166 h 225"/>
                <a:gd name="T26" fmla="*/ 75 w 462"/>
                <a:gd name="T27" fmla="*/ 167 h 225"/>
                <a:gd name="T28" fmla="*/ 88 w 462"/>
                <a:gd name="T29" fmla="*/ 188 h 225"/>
                <a:gd name="T30" fmla="*/ 100 w 462"/>
                <a:gd name="T31" fmla="*/ 206 h 225"/>
                <a:gd name="T32" fmla="*/ 104 w 462"/>
                <a:gd name="T33" fmla="*/ 214 h 225"/>
                <a:gd name="T34" fmla="*/ 105 w 462"/>
                <a:gd name="T35" fmla="*/ 214 h 225"/>
                <a:gd name="T36" fmla="*/ 107 w 462"/>
                <a:gd name="T37" fmla="*/ 212 h 225"/>
                <a:gd name="T38" fmla="*/ 122 w 462"/>
                <a:gd name="T39" fmla="*/ 224 h 225"/>
                <a:gd name="T40" fmla="*/ 138 w 462"/>
                <a:gd name="T41" fmla="*/ 224 h 225"/>
                <a:gd name="T42" fmla="*/ 143 w 462"/>
                <a:gd name="T43" fmla="*/ 224 h 225"/>
                <a:gd name="T44" fmla="*/ 154 w 462"/>
                <a:gd name="T45" fmla="*/ 224 h 225"/>
                <a:gd name="T46" fmla="*/ 156 w 462"/>
                <a:gd name="T47" fmla="*/ 225 h 225"/>
                <a:gd name="T48" fmla="*/ 165 w 462"/>
                <a:gd name="T49" fmla="*/ 221 h 225"/>
                <a:gd name="T50" fmla="*/ 182 w 462"/>
                <a:gd name="T51" fmla="*/ 216 h 225"/>
                <a:gd name="T52" fmla="*/ 189 w 462"/>
                <a:gd name="T53" fmla="*/ 215 h 225"/>
                <a:gd name="T54" fmla="*/ 461 w 462"/>
                <a:gd name="T55" fmla="*/ 204 h 225"/>
                <a:gd name="T56" fmla="*/ 462 w 462"/>
                <a:gd name="T57" fmla="*/ 203 h 225"/>
                <a:gd name="T58" fmla="*/ 461 w 462"/>
                <a:gd name="T59" fmla="*/ 154 h 225"/>
                <a:gd name="T60" fmla="*/ 461 w 462"/>
                <a:gd name="T61" fmla="*/ 0 h 225"/>
                <a:gd name="T62" fmla="*/ 0 w 462"/>
                <a:gd name="T63" fmla="*/ 59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2" h="225">
                  <a:moveTo>
                    <a:pt x="10" y="59"/>
                  </a:moveTo>
                  <a:cubicBezTo>
                    <a:pt x="10" y="63"/>
                    <a:pt x="10" y="63"/>
                    <a:pt x="10" y="63"/>
                  </a:cubicBezTo>
                  <a:cubicBezTo>
                    <a:pt x="13" y="69"/>
                    <a:pt x="13" y="69"/>
                    <a:pt x="13" y="69"/>
                  </a:cubicBezTo>
                  <a:cubicBezTo>
                    <a:pt x="13" y="77"/>
                    <a:pt x="13" y="77"/>
                    <a:pt x="13" y="77"/>
                  </a:cubicBezTo>
                  <a:cubicBezTo>
                    <a:pt x="19" y="77"/>
                    <a:pt x="19" y="77"/>
                    <a:pt x="19" y="77"/>
                  </a:cubicBezTo>
                  <a:cubicBezTo>
                    <a:pt x="23" y="82"/>
                    <a:pt x="23" y="82"/>
                    <a:pt x="23" y="82"/>
                  </a:cubicBezTo>
                  <a:cubicBezTo>
                    <a:pt x="23" y="87"/>
                    <a:pt x="23" y="87"/>
                    <a:pt x="23" y="87"/>
                  </a:cubicBezTo>
                  <a:cubicBezTo>
                    <a:pt x="31" y="87"/>
                    <a:pt x="31" y="87"/>
                    <a:pt x="31" y="87"/>
                  </a:cubicBezTo>
                  <a:cubicBezTo>
                    <a:pt x="31" y="93"/>
                    <a:pt x="31" y="93"/>
                    <a:pt x="31" y="93"/>
                  </a:cubicBezTo>
                  <a:cubicBezTo>
                    <a:pt x="38" y="97"/>
                    <a:pt x="38" y="97"/>
                    <a:pt x="38" y="97"/>
                  </a:cubicBezTo>
                  <a:cubicBezTo>
                    <a:pt x="38" y="101"/>
                    <a:pt x="38" y="101"/>
                    <a:pt x="38" y="101"/>
                  </a:cubicBezTo>
                  <a:cubicBezTo>
                    <a:pt x="38" y="101"/>
                    <a:pt x="38" y="101"/>
                    <a:pt x="38" y="101"/>
                  </a:cubicBezTo>
                  <a:cubicBezTo>
                    <a:pt x="40" y="102"/>
                    <a:pt x="46" y="105"/>
                    <a:pt x="49" y="106"/>
                  </a:cubicBezTo>
                  <a:cubicBezTo>
                    <a:pt x="53" y="107"/>
                    <a:pt x="53" y="107"/>
                    <a:pt x="53" y="107"/>
                  </a:cubicBezTo>
                  <a:cubicBezTo>
                    <a:pt x="59" y="113"/>
                    <a:pt x="59" y="113"/>
                    <a:pt x="59" y="113"/>
                  </a:cubicBezTo>
                  <a:cubicBezTo>
                    <a:pt x="59" y="141"/>
                    <a:pt x="59" y="141"/>
                    <a:pt x="59" y="141"/>
                  </a:cubicBezTo>
                  <a:cubicBezTo>
                    <a:pt x="58" y="141"/>
                    <a:pt x="58" y="144"/>
                    <a:pt x="59" y="148"/>
                  </a:cubicBezTo>
                  <a:cubicBezTo>
                    <a:pt x="59" y="150"/>
                    <a:pt x="60" y="151"/>
                    <a:pt x="60" y="151"/>
                  </a:cubicBezTo>
                  <a:cubicBezTo>
                    <a:pt x="60" y="151"/>
                    <a:pt x="60" y="151"/>
                    <a:pt x="60" y="151"/>
                  </a:cubicBezTo>
                  <a:cubicBezTo>
                    <a:pt x="60" y="151"/>
                    <a:pt x="60" y="152"/>
                    <a:pt x="60" y="153"/>
                  </a:cubicBezTo>
                  <a:cubicBezTo>
                    <a:pt x="58" y="156"/>
                    <a:pt x="60" y="163"/>
                    <a:pt x="60" y="166"/>
                  </a:cubicBezTo>
                  <a:cubicBezTo>
                    <a:pt x="60" y="167"/>
                    <a:pt x="60" y="167"/>
                    <a:pt x="60" y="167"/>
                  </a:cubicBezTo>
                  <a:cubicBezTo>
                    <a:pt x="70" y="167"/>
                    <a:pt x="70" y="167"/>
                    <a:pt x="70" y="167"/>
                  </a:cubicBezTo>
                  <a:cubicBezTo>
                    <a:pt x="70" y="166"/>
                    <a:pt x="70" y="166"/>
                    <a:pt x="70" y="166"/>
                  </a:cubicBezTo>
                  <a:cubicBezTo>
                    <a:pt x="70" y="166"/>
                    <a:pt x="70" y="166"/>
                    <a:pt x="70" y="166"/>
                  </a:cubicBezTo>
                  <a:cubicBezTo>
                    <a:pt x="71" y="166"/>
                    <a:pt x="71" y="166"/>
                    <a:pt x="71" y="166"/>
                  </a:cubicBezTo>
                  <a:cubicBezTo>
                    <a:pt x="71" y="166"/>
                    <a:pt x="72" y="166"/>
                    <a:pt x="73" y="166"/>
                  </a:cubicBezTo>
                  <a:cubicBezTo>
                    <a:pt x="73" y="166"/>
                    <a:pt x="74" y="166"/>
                    <a:pt x="75" y="167"/>
                  </a:cubicBezTo>
                  <a:cubicBezTo>
                    <a:pt x="82" y="168"/>
                    <a:pt x="87" y="172"/>
                    <a:pt x="88" y="173"/>
                  </a:cubicBezTo>
                  <a:cubicBezTo>
                    <a:pt x="88" y="188"/>
                    <a:pt x="88" y="188"/>
                    <a:pt x="88" y="188"/>
                  </a:cubicBezTo>
                  <a:cubicBezTo>
                    <a:pt x="93" y="194"/>
                    <a:pt x="93" y="194"/>
                    <a:pt x="93" y="194"/>
                  </a:cubicBezTo>
                  <a:cubicBezTo>
                    <a:pt x="100" y="206"/>
                    <a:pt x="100" y="206"/>
                    <a:pt x="100" y="206"/>
                  </a:cubicBezTo>
                  <a:cubicBezTo>
                    <a:pt x="104" y="206"/>
                    <a:pt x="104" y="206"/>
                    <a:pt x="104" y="206"/>
                  </a:cubicBezTo>
                  <a:cubicBezTo>
                    <a:pt x="104" y="214"/>
                    <a:pt x="104" y="214"/>
                    <a:pt x="104" y="214"/>
                  </a:cubicBezTo>
                  <a:cubicBezTo>
                    <a:pt x="105" y="214"/>
                    <a:pt x="105" y="214"/>
                    <a:pt x="105" y="214"/>
                  </a:cubicBezTo>
                  <a:cubicBezTo>
                    <a:pt x="105" y="214"/>
                    <a:pt x="105" y="214"/>
                    <a:pt x="105" y="214"/>
                  </a:cubicBezTo>
                  <a:cubicBezTo>
                    <a:pt x="106" y="213"/>
                    <a:pt x="106" y="213"/>
                    <a:pt x="106" y="213"/>
                  </a:cubicBezTo>
                  <a:cubicBezTo>
                    <a:pt x="107" y="212"/>
                    <a:pt x="107" y="212"/>
                    <a:pt x="107" y="212"/>
                  </a:cubicBezTo>
                  <a:cubicBezTo>
                    <a:pt x="109" y="212"/>
                    <a:pt x="110" y="213"/>
                    <a:pt x="111" y="216"/>
                  </a:cubicBezTo>
                  <a:cubicBezTo>
                    <a:pt x="117" y="222"/>
                    <a:pt x="121" y="224"/>
                    <a:pt x="122" y="224"/>
                  </a:cubicBezTo>
                  <a:cubicBezTo>
                    <a:pt x="134" y="224"/>
                    <a:pt x="134" y="224"/>
                    <a:pt x="134" y="224"/>
                  </a:cubicBezTo>
                  <a:cubicBezTo>
                    <a:pt x="136" y="224"/>
                    <a:pt x="137" y="224"/>
                    <a:pt x="138" y="224"/>
                  </a:cubicBezTo>
                  <a:cubicBezTo>
                    <a:pt x="139" y="223"/>
                    <a:pt x="139" y="223"/>
                    <a:pt x="140" y="223"/>
                  </a:cubicBezTo>
                  <a:cubicBezTo>
                    <a:pt x="141" y="223"/>
                    <a:pt x="142" y="224"/>
                    <a:pt x="143" y="224"/>
                  </a:cubicBezTo>
                  <a:cubicBezTo>
                    <a:pt x="143" y="224"/>
                    <a:pt x="145" y="224"/>
                    <a:pt x="147" y="224"/>
                  </a:cubicBezTo>
                  <a:cubicBezTo>
                    <a:pt x="149" y="224"/>
                    <a:pt x="153" y="224"/>
                    <a:pt x="154" y="224"/>
                  </a:cubicBezTo>
                  <a:cubicBezTo>
                    <a:pt x="155" y="225"/>
                    <a:pt x="155" y="225"/>
                    <a:pt x="155" y="225"/>
                  </a:cubicBezTo>
                  <a:cubicBezTo>
                    <a:pt x="156" y="225"/>
                    <a:pt x="156" y="225"/>
                    <a:pt x="156" y="225"/>
                  </a:cubicBezTo>
                  <a:cubicBezTo>
                    <a:pt x="157" y="225"/>
                    <a:pt x="158" y="225"/>
                    <a:pt x="160" y="224"/>
                  </a:cubicBezTo>
                  <a:cubicBezTo>
                    <a:pt x="165" y="221"/>
                    <a:pt x="165" y="221"/>
                    <a:pt x="165" y="221"/>
                  </a:cubicBezTo>
                  <a:cubicBezTo>
                    <a:pt x="176" y="217"/>
                    <a:pt x="176" y="217"/>
                    <a:pt x="176" y="217"/>
                  </a:cubicBezTo>
                  <a:cubicBezTo>
                    <a:pt x="182" y="216"/>
                    <a:pt x="182" y="216"/>
                    <a:pt x="182" y="216"/>
                  </a:cubicBezTo>
                  <a:cubicBezTo>
                    <a:pt x="189" y="216"/>
                    <a:pt x="189" y="216"/>
                    <a:pt x="189" y="216"/>
                  </a:cubicBezTo>
                  <a:cubicBezTo>
                    <a:pt x="189" y="215"/>
                    <a:pt x="189" y="215"/>
                    <a:pt x="189" y="215"/>
                  </a:cubicBezTo>
                  <a:cubicBezTo>
                    <a:pt x="189" y="204"/>
                    <a:pt x="189" y="204"/>
                    <a:pt x="189" y="204"/>
                  </a:cubicBezTo>
                  <a:cubicBezTo>
                    <a:pt x="461" y="204"/>
                    <a:pt x="461" y="204"/>
                    <a:pt x="461" y="204"/>
                  </a:cubicBezTo>
                  <a:cubicBezTo>
                    <a:pt x="462" y="204"/>
                    <a:pt x="462" y="204"/>
                    <a:pt x="462" y="204"/>
                  </a:cubicBezTo>
                  <a:cubicBezTo>
                    <a:pt x="462" y="203"/>
                    <a:pt x="462" y="203"/>
                    <a:pt x="462" y="203"/>
                  </a:cubicBezTo>
                  <a:cubicBezTo>
                    <a:pt x="462" y="154"/>
                    <a:pt x="462" y="154"/>
                    <a:pt x="462" y="154"/>
                  </a:cubicBezTo>
                  <a:cubicBezTo>
                    <a:pt x="461" y="154"/>
                    <a:pt x="461" y="154"/>
                    <a:pt x="461" y="154"/>
                  </a:cubicBezTo>
                  <a:cubicBezTo>
                    <a:pt x="461" y="154"/>
                    <a:pt x="461" y="154"/>
                    <a:pt x="461" y="154"/>
                  </a:cubicBezTo>
                  <a:cubicBezTo>
                    <a:pt x="461" y="0"/>
                    <a:pt x="461" y="0"/>
                    <a:pt x="461" y="0"/>
                  </a:cubicBezTo>
                  <a:cubicBezTo>
                    <a:pt x="0" y="0"/>
                    <a:pt x="0" y="0"/>
                    <a:pt x="0" y="0"/>
                  </a:cubicBezTo>
                  <a:cubicBezTo>
                    <a:pt x="0" y="59"/>
                    <a:pt x="0" y="59"/>
                    <a:pt x="0" y="59"/>
                  </a:cubicBezTo>
                  <a:lnTo>
                    <a:pt x="10" y="59"/>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9" name="Missouri">
              <a:extLst>
                <a:ext uri="{FF2B5EF4-FFF2-40B4-BE49-F238E27FC236}">
                  <a16:creationId xmlns:a16="http://schemas.microsoft.com/office/drawing/2014/main" id="{B0895004-4698-44E2-A27F-27D092F1BEC3}"/>
                </a:ext>
              </a:extLst>
            </p:cNvPr>
            <p:cNvSpPr>
              <a:spLocks/>
            </p:cNvSpPr>
            <p:nvPr/>
          </p:nvSpPr>
          <p:spPr bwMode="auto">
            <a:xfrm>
              <a:off x="6477116" y="2524323"/>
              <a:ext cx="1051580" cy="887741"/>
            </a:xfrm>
            <a:custGeom>
              <a:avLst/>
              <a:gdLst>
                <a:gd name="T0" fmla="*/ 0 w 266"/>
                <a:gd name="T1" fmla="*/ 0 h 224"/>
                <a:gd name="T2" fmla="*/ 20 w 266"/>
                <a:gd name="T3" fmla="*/ 12 h 224"/>
                <a:gd name="T4" fmla="*/ 20 w 266"/>
                <a:gd name="T5" fmla="*/ 23 h 224"/>
                <a:gd name="T6" fmla="*/ 20 w 266"/>
                <a:gd name="T7" fmla="*/ 23 h 224"/>
                <a:gd name="T8" fmla="*/ 25 w 266"/>
                <a:gd name="T9" fmla="*/ 30 h 224"/>
                <a:gd name="T10" fmla="*/ 25 w 266"/>
                <a:gd name="T11" fmla="*/ 36 h 224"/>
                <a:gd name="T12" fmla="*/ 30 w 266"/>
                <a:gd name="T13" fmla="*/ 36 h 224"/>
                <a:gd name="T14" fmla="*/ 34 w 266"/>
                <a:gd name="T15" fmla="*/ 36 h 224"/>
                <a:gd name="T16" fmla="*/ 38 w 266"/>
                <a:gd name="T17" fmla="*/ 38 h 224"/>
                <a:gd name="T18" fmla="*/ 38 w 266"/>
                <a:gd name="T19" fmla="*/ 38 h 224"/>
                <a:gd name="T20" fmla="*/ 38 w 266"/>
                <a:gd name="T21" fmla="*/ 38 h 224"/>
                <a:gd name="T22" fmla="*/ 38 w 266"/>
                <a:gd name="T23" fmla="*/ 38 h 224"/>
                <a:gd name="T24" fmla="*/ 38 w 266"/>
                <a:gd name="T25" fmla="*/ 38 h 224"/>
                <a:gd name="T26" fmla="*/ 38 w 266"/>
                <a:gd name="T27" fmla="*/ 39 h 224"/>
                <a:gd name="T28" fmla="*/ 39 w 266"/>
                <a:gd name="T29" fmla="*/ 58 h 224"/>
                <a:gd name="T30" fmla="*/ 42 w 266"/>
                <a:gd name="T31" fmla="*/ 58 h 224"/>
                <a:gd name="T32" fmla="*/ 42 w 266"/>
                <a:gd name="T33" fmla="*/ 65 h 224"/>
                <a:gd name="T34" fmla="*/ 51 w 266"/>
                <a:gd name="T35" fmla="*/ 73 h 224"/>
                <a:gd name="T36" fmla="*/ 54 w 266"/>
                <a:gd name="T37" fmla="*/ 76 h 224"/>
                <a:gd name="T38" fmla="*/ 54 w 266"/>
                <a:gd name="T39" fmla="*/ 77 h 224"/>
                <a:gd name="T40" fmla="*/ 54 w 266"/>
                <a:gd name="T41" fmla="*/ 167 h 224"/>
                <a:gd name="T42" fmla="*/ 54 w 266"/>
                <a:gd name="T43" fmla="*/ 168 h 224"/>
                <a:gd name="T44" fmla="*/ 54 w 266"/>
                <a:gd name="T45" fmla="*/ 168 h 224"/>
                <a:gd name="T46" fmla="*/ 54 w 266"/>
                <a:gd name="T47" fmla="*/ 207 h 224"/>
                <a:gd name="T48" fmla="*/ 54 w 266"/>
                <a:gd name="T49" fmla="*/ 208 h 224"/>
                <a:gd name="T50" fmla="*/ 54 w 266"/>
                <a:gd name="T51" fmla="*/ 208 h 224"/>
                <a:gd name="T52" fmla="*/ 220 w 266"/>
                <a:gd name="T53" fmla="*/ 208 h 224"/>
                <a:gd name="T54" fmla="*/ 220 w 266"/>
                <a:gd name="T55" fmla="*/ 224 h 224"/>
                <a:gd name="T56" fmla="*/ 244 w 266"/>
                <a:gd name="T57" fmla="*/ 224 h 224"/>
                <a:gd name="T58" fmla="*/ 244 w 266"/>
                <a:gd name="T59" fmla="*/ 224 h 224"/>
                <a:gd name="T60" fmla="*/ 244 w 266"/>
                <a:gd name="T61" fmla="*/ 224 h 224"/>
                <a:gd name="T62" fmla="*/ 249 w 266"/>
                <a:gd name="T63" fmla="*/ 215 h 224"/>
                <a:gd name="T64" fmla="*/ 249 w 266"/>
                <a:gd name="T65" fmla="*/ 215 h 224"/>
                <a:gd name="T66" fmla="*/ 256 w 266"/>
                <a:gd name="T67" fmla="*/ 201 h 224"/>
                <a:gd name="T68" fmla="*/ 257 w 266"/>
                <a:gd name="T69" fmla="*/ 201 h 224"/>
                <a:gd name="T70" fmla="*/ 263 w 266"/>
                <a:gd name="T71" fmla="*/ 184 h 224"/>
                <a:gd name="T72" fmla="*/ 261 w 266"/>
                <a:gd name="T73" fmla="*/ 172 h 224"/>
                <a:gd name="T74" fmla="*/ 261 w 266"/>
                <a:gd name="T75" fmla="*/ 172 h 224"/>
                <a:gd name="T76" fmla="*/ 249 w 266"/>
                <a:gd name="T77" fmla="*/ 156 h 224"/>
                <a:gd name="T78" fmla="*/ 247 w 266"/>
                <a:gd name="T79" fmla="*/ 148 h 224"/>
                <a:gd name="T80" fmla="*/ 240 w 266"/>
                <a:gd name="T81" fmla="*/ 135 h 224"/>
                <a:gd name="T82" fmla="*/ 220 w 266"/>
                <a:gd name="T83" fmla="*/ 125 h 224"/>
                <a:gd name="T84" fmla="*/ 215 w 266"/>
                <a:gd name="T85" fmla="*/ 108 h 224"/>
                <a:gd name="T86" fmla="*/ 218 w 266"/>
                <a:gd name="T87" fmla="*/ 92 h 224"/>
                <a:gd name="T88" fmla="*/ 201 w 266"/>
                <a:gd name="T89" fmla="*/ 75 h 224"/>
                <a:gd name="T90" fmla="*/ 184 w 266"/>
                <a:gd name="T91" fmla="*/ 64 h 224"/>
                <a:gd name="T92" fmla="*/ 169 w 266"/>
                <a:gd name="T93" fmla="*/ 54 h 224"/>
                <a:gd name="T94" fmla="*/ 169 w 266"/>
                <a:gd name="T95" fmla="*/ 19 h 224"/>
                <a:gd name="T96" fmla="*/ 162 w 266"/>
                <a:gd name="T97" fmla="*/ 0 h 224"/>
                <a:gd name="T98" fmla="*/ 0 w 266"/>
                <a:gd name="T99"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24">
                  <a:moveTo>
                    <a:pt x="0" y="0"/>
                  </a:moveTo>
                  <a:cubicBezTo>
                    <a:pt x="20" y="12"/>
                    <a:pt x="20" y="12"/>
                    <a:pt x="20" y="12"/>
                  </a:cubicBezTo>
                  <a:cubicBezTo>
                    <a:pt x="20" y="23"/>
                    <a:pt x="20" y="23"/>
                    <a:pt x="20" y="23"/>
                  </a:cubicBezTo>
                  <a:cubicBezTo>
                    <a:pt x="20" y="23"/>
                    <a:pt x="20" y="23"/>
                    <a:pt x="20" y="23"/>
                  </a:cubicBezTo>
                  <a:cubicBezTo>
                    <a:pt x="25" y="30"/>
                    <a:pt x="25" y="30"/>
                    <a:pt x="25" y="30"/>
                  </a:cubicBezTo>
                  <a:cubicBezTo>
                    <a:pt x="25" y="36"/>
                    <a:pt x="25" y="36"/>
                    <a:pt x="25" y="36"/>
                  </a:cubicBezTo>
                  <a:cubicBezTo>
                    <a:pt x="30" y="36"/>
                    <a:pt x="30" y="36"/>
                    <a:pt x="30" y="36"/>
                  </a:cubicBezTo>
                  <a:cubicBezTo>
                    <a:pt x="34" y="36"/>
                    <a:pt x="34" y="36"/>
                    <a:pt x="34" y="36"/>
                  </a:cubicBezTo>
                  <a:cubicBezTo>
                    <a:pt x="36" y="36"/>
                    <a:pt x="37" y="37"/>
                    <a:pt x="38" y="38"/>
                  </a:cubicBezTo>
                  <a:cubicBezTo>
                    <a:pt x="38" y="38"/>
                    <a:pt x="38" y="38"/>
                    <a:pt x="38" y="38"/>
                  </a:cubicBezTo>
                  <a:cubicBezTo>
                    <a:pt x="38" y="38"/>
                    <a:pt x="38" y="38"/>
                    <a:pt x="38" y="38"/>
                  </a:cubicBezTo>
                  <a:cubicBezTo>
                    <a:pt x="38" y="38"/>
                    <a:pt x="38" y="38"/>
                    <a:pt x="38" y="38"/>
                  </a:cubicBezTo>
                  <a:cubicBezTo>
                    <a:pt x="38" y="38"/>
                    <a:pt x="38" y="38"/>
                    <a:pt x="38" y="38"/>
                  </a:cubicBezTo>
                  <a:cubicBezTo>
                    <a:pt x="38" y="39"/>
                    <a:pt x="38" y="39"/>
                    <a:pt x="38" y="39"/>
                  </a:cubicBezTo>
                  <a:cubicBezTo>
                    <a:pt x="39" y="58"/>
                    <a:pt x="39" y="58"/>
                    <a:pt x="39" y="58"/>
                  </a:cubicBezTo>
                  <a:cubicBezTo>
                    <a:pt x="42" y="58"/>
                    <a:pt x="42" y="58"/>
                    <a:pt x="42" y="58"/>
                  </a:cubicBezTo>
                  <a:cubicBezTo>
                    <a:pt x="42" y="65"/>
                    <a:pt x="42" y="65"/>
                    <a:pt x="42" y="65"/>
                  </a:cubicBezTo>
                  <a:cubicBezTo>
                    <a:pt x="51" y="73"/>
                    <a:pt x="51" y="73"/>
                    <a:pt x="51" y="73"/>
                  </a:cubicBezTo>
                  <a:cubicBezTo>
                    <a:pt x="52" y="75"/>
                    <a:pt x="53" y="76"/>
                    <a:pt x="54" y="76"/>
                  </a:cubicBezTo>
                  <a:cubicBezTo>
                    <a:pt x="54" y="77"/>
                    <a:pt x="54" y="77"/>
                    <a:pt x="54" y="77"/>
                  </a:cubicBezTo>
                  <a:cubicBezTo>
                    <a:pt x="54" y="167"/>
                    <a:pt x="54" y="167"/>
                    <a:pt x="54" y="167"/>
                  </a:cubicBezTo>
                  <a:cubicBezTo>
                    <a:pt x="54" y="168"/>
                    <a:pt x="54" y="168"/>
                    <a:pt x="54" y="168"/>
                  </a:cubicBezTo>
                  <a:cubicBezTo>
                    <a:pt x="54" y="168"/>
                    <a:pt x="54" y="168"/>
                    <a:pt x="54" y="168"/>
                  </a:cubicBezTo>
                  <a:cubicBezTo>
                    <a:pt x="54" y="207"/>
                    <a:pt x="54" y="207"/>
                    <a:pt x="54" y="207"/>
                  </a:cubicBezTo>
                  <a:cubicBezTo>
                    <a:pt x="54" y="208"/>
                    <a:pt x="54" y="208"/>
                    <a:pt x="54" y="208"/>
                  </a:cubicBezTo>
                  <a:cubicBezTo>
                    <a:pt x="54" y="208"/>
                    <a:pt x="54" y="208"/>
                    <a:pt x="54" y="208"/>
                  </a:cubicBezTo>
                  <a:cubicBezTo>
                    <a:pt x="220" y="208"/>
                    <a:pt x="220" y="208"/>
                    <a:pt x="220" y="208"/>
                  </a:cubicBezTo>
                  <a:cubicBezTo>
                    <a:pt x="220" y="224"/>
                    <a:pt x="220" y="224"/>
                    <a:pt x="220" y="224"/>
                  </a:cubicBezTo>
                  <a:cubicBezTo>
                    <a:pt x="244" y="224"/>
                    <a:pt x="244" y="224"/>
                    <a:pt x="244" y="224"/>
                  </a:cubicBezTo>
                  <a:cubicBezTo>
                    <a:pt x="244" y="224"/>
                    <a:pt x="244" y="224"/>
                    <a:pt x="244" y="224"/>
                  </a:cubicBezTo>
                  <a:cubicBezTo>
                    <a:pt x="244" y="224"/>
                    <a:pt x="244" y="224"/>
                    <a:pt x="244" y="224"/>
                  </a:cubicBezTo>
                  <a:cubicBezTo>
                    <a:pt x="249" y="215"/>
                    <a:pt x="249" y="215"/>
                    <a:pt x="249" y="215"/>
                  </a:cubicBezTo>
                  <a:cubicBezTo>
                    <a:pt x="249" y="215"/>
                    <a:pt x="249" y="215"/>
                    <a:pt x="249" y="215"/>
                  </a:cubicBezTo>
                  <a:cubicBezTo>
                    <a:pt x="256" y="201"/>
                    <a:pt x="256" y="201"/>
                    <a:pt x="256" y="201"/>
                  </a:cubicBezTo>
                  <a:cubicBezTo>
                    <a:pt x="257" y="201"/>
                    <a:pt x="257" y="201"/>
                    <a:pt x="257" y="201"/>
                  </a:cubicBezTo>
                  <a:cubicBezTo>
                    <a:pt x="258" y="200"/>
                    <a:pt x="266" y="194"/>
                    <a:pt x="263" y="184"/>
                  </a:cubicBezTo>
                  <a:cubicBezTo>
                    <a:pt x="261" y="172"/>
                    <a:pt x="261" y="172"/>
                    <a:pt x="261" y="172"/>
                  </a:cubicBezTo>
                  <a:cubicBezTo>
                    <a:pt x="261" y="172"/>
                    <a:pt x="261" y="172"/>
                    <a:pt x="261" y="172"/>
                  </a:cubicBezTo>
                  <a:cubicBezTo>
                    <a:pt x="259" y="170"/>
                    <a:pt x="251" y="162"/>
                    <a:pt x="249" y="156"/>
                  </a:cubicBezTo>
                  <a:cubicBezTo>
                    <a:pt x="247" y="148"/>
                    <a:pt x="247" y="148"/>
                    <a:pt x="247" y="148"/>
                  </a:cubicBezTo>
                  <a:cubicBezTo>
                    <a:pt x="240" y="135"/>
                    <a:pt x="240" y="135"/>
                    <a:pt x="240" y="135"/>
                  </a:cubicBezTo>
                  <a:cubicBezTo>
                    <a:pt x="220" y="125"/>
                    <a:pt x="220" y="125"/>
                    <a:pt x="220" y="125"/>
                  </a:cubicBezTo>
                  <a:cubicBezTo>
                    <a:pt x="215" y="108"/>
                    <a:pt x="215" y="108"/>
                    <a:pt x="215" y="108"/>
                  </a:cubicBezTo>
                  <a:cubicBezTo>
                    <a:pt x="218" y="92"/>
                    <a:pt x="218" y="92"/>
                    <a:pt x="218" y="92"/>
                  </a:cubicBezTo>
                  <a:cubicBezTo>
                    <a:pt x="201" y="75"/>
                    <a:pt x="201" y="75"/>
                    <a:pt x="201" y="75"/>
                  </a:cubicBezTo>
                  <a:cubicBezTo>
                    <a:pt x="184" y="64"/>
                    <a:pt x="184" y="64"/>
                    <a:pt x="184" y="64"/>
                  </a:cubicBezTo>
                  <a:cubicBezTo>
                    <a:pt x="169" y="54"/>
                    <a:pt x="169" y="54"/>
                    <a:pt x="169" y="54"/>
                  </a:cubicBezTo>
                  <a:cubicBezTo>
                    <a:pt x="169" y="19"/>
                    <a:pt x="169" y="19"/>
                    <a:pt x="169" y="19"/>
                  </a:cubicBezTo>
                  <a:cubicBezTo>
                    <a:pt x="162" y="0"/>
                    <a:pt x="162" y="0"/>
                    <a:pt x="162" y="0"/>
                  </a:cubicBezTo>
                  <a:lnTo>
                    <a:pt x="0" y="0"/>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40" name="Mississippi">
              <a:extLst>
                <a:ext uri="{FF2B5EF4-FFF2-40B4-BE49-F238E27FC236}">
                  <a16:creationId xmlns:a16="http://schemas.microsoft.com/office/drawing/2014/main" id="{1E79267C-DED5-4985-8E7A-85D80BD4DDF7}"/>
                </a:ext>
              </a:extLst>
            </p:cNvPr>
            <p:cNvSpPr>
              <a:spLocks/>
            </p:cNvSpPr>
            <p:nvPr/>
          </p:nvSpPr>
          <p:spPr bwMode="auto">
            <a:xfrm>
              <a:off x="7125786" y="3637760"/>
              <a:ext cx="556719" cy="1004769"/>
            </a:xfrm>
            <a:custGeom>
              <a:avLst/>
              <a:gdLst>
                <a:gd name="T0" fmla="*/ 131 w 141"/>
                <a:gd name="T1" fmla="*/ 108 h 254"/>
                <a:gd name="T2" fmla="*/ 141 w 141"/>
                <a:gd name="T3" fmla="*/ 68 h 254"/>
                <a:gd name="T4" fmla="*/ 141 w 141"/>
                <a:gd name="T5" fmla="*/ 56 h 254"/>
                <a:gd name="T6" fmla="*/ 47 w 141"/>
                <a:gd name="T7" fmla="*/ 0 h 254"/>
                <a:gd name="T8" fmla="*/ 44 w 141"/>
                <a:gd name="T9" fmla="*/ 10 h 254"/>
                <a:gd name="T10" fmla="*/ 37 w 141"/>
                <a:gd name="T11" fmla="*/ 35 h 254"/>
                <a:gd name="T12" fmla="*/ 32 w 141"/>
                <a:gd name="T13" fmla="*/ 44 h 254"/>
                <a:gd name="T14" fmla="*/ 30 w 141"/>
                <a:gd name="T15" fmla="*/ 46 h 254"/>
                <a:gd name="T16" fmla="*/ 27 w 141"/>
                <a:gd name="T17" fmla="*/ 49 h 254"/>
                <a:gd name="T18" fmla="*/ 25 w 141"/>
                <a:gd name="T19" fmla="*/ 50 h 254"/>
                <a:gd name="T20" fmla="*/ 24 w 141"/>
                <a:gd name="T21" fmla="*/ 50 h 254"/>
                <a:gd name="T22" fmla="*/ 17 w 141"/>
                <a:gd name="T23" fmla="*/ 59 h 254"/>
                <a:gd name="T24" fmla="*/ 19 w 141"/>
                <a:gd name="T25" fmla="*/ 75 h 254"/>
                <a:gd name="T26" fmla="*/ 20 w 141"/>
                <a:gd name="T27" fmla="*/ 86 h 254"/>
                <a:gd name="T28" fmla="*/ 19 w 141"/>
                <a:gd name="T29" fmla="*/ 87 h 254"/>
                <a:gd name="T30" fmla="*/ 18 w 141"/>
                <a:gd name="T31" fmla="*/ 88 h 254"/>
                <a:gd name="T32" fmla="*/ 17 w 141"/>
                <a:gd name="T33" fmla="*/ 89 h 254"/>
                <a:gd name="T34" fmla="*/ 17 w 141"/>
                <a:gd name="T35" fmla="*/ 90 h 254"/>
                <a:gd name="T36" fmla="*/ 14 w 141"/>
                <a:gd name="T37" fmla="*/ 100 h 254"/>
                <a:gd name="T38" fmla="*/ 14 w 141"/>
                <a:gd name="T39" fmla="*/ 148 h 254"/>
                <a:gd name="T40" fmla="*/ 0 w 141"/>
                <a:gd name="T41" fmla="*/ 195 h 254"/>
                <a:gd name="T42" fmla="*/ 60 w 141"/>
                <a:gd name="T43" fmla="*/ 200 h 254"/>
                <a:gd name="T44" fmla="*/ 55 w 141"/>
                <a:gd name="T45" fmla="*/ 205 h 254"/>
                <a:gd name="T46" fmla="*/ 59 w 141"/>
                <a:gd name="T47" fmla="*/ 217 h 254"/>
                <a:gd name="T48" fmla="*/ 63 w 141"/>
                <a:gd name="T49" fmla="*/ 220 h 254"/>
                <a:gd name="T50" fmla="*/ 61 w 141"/>
                <a:gd name="T51" fmla="*/ 241 h 254"/>
                <a:gd name="T52" fmla="*/ 56 w 141"/>
                <a:gd name="T53" fmla="*/ 249 h 254"/>
                <a:gd name="T54" fmla="*/ 57 w 141"/>
                <a:gd name="T55" fmla="*/ 249 h 254"/>
                <a:gd name="T56" fmla="*/ 87 w 141"/>
                <a:gd name="T57" fmla="*/ 254 h 254"/>
                <a:gd name="T58" fmla="*/ 103 w 141"/>
                <a:gd name="T59" fmla="*/ 250 h 254"/>
                <a:gd name="T60" fmla="*/ 126 w 141"/>
                <a:gd name="T61" fmla="*/ 248 h 254"/>
                <a:gd name="T62" fmla="*/ 126 w 141"/>
                <a:gd name="T63" fmla="*/ 157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1" h="254">
                  <a:moveTo>
                    <a:pt x="126" y="157"/>
                  </a:moveTo>
                  <a:cubicBezTo>
                    <a:pt x="125" y="154"/>
                    <a:pt x="128" y="126"/>
                    <a:pt x="131" y="108"/>
                  </a:cubicBezTo>
                  <a:cubicBezTo>
                    <a:pt x="132" y="99"/>
                    <a:pt x="132" y="93"/>
                    <a:pt x="132" y="92"/>
                  </a:cubicBezTo>
                  <a:cubicBezTo>
                    <a:pt x="132" y="90"/>
                    <a:pt x="137" y="78"/>
                    <a:pt x="141" y="68"/>
                  </a:cubicBezTo>
                  <a:cubicBezTo>
                    <a:pt x="141" y="68"/>
                    <a:pt x="141" y="68"/>
                    <a:pt x="141" y="68"/>
                  </a:cubicBezTo>
                  <a:cubicBezTo>
                    <a:pt x="141" y="56"/>
                    <a:pt x="141" y="56"/>
                    <a:pt x="141" y="56"/>
                  </a:cubicBezTo>
                  <a:cubicBezTo>
                    <a:pt x="141" y="0"/>
                    <a:pt x="141" y="0"/>
                    <a:pt x="141" y="0"/>
                  </a:cubicBezTo>
                  <a:cubicBezTo>
                    <a:pt x="47" y="0"/>
                    <a:pt x="47" y="0"/>
                    <a:pt x="47" y="0"/>
                  </a:cubicBezTo>
                  <a:cubicBezTo>
                    <a:pt x="45" y="5"/>
                    <a:pt x="45" y="5"/>
                    <a:pt x="45" y="5"/>
                  </a:cubicBezTo>
                  <a:cubicBezTo>
                    <a:pt x="44" y="10"/>
                    <a:pt x="44" y="10"/>
                    <a:pt x="44" y="10"/>
                  </a:cubicBezTo>
                  <a:cubicBezTo>
                    <a:pt x="37" y="16"/>
                    <a:pt x="37" y="16"/>
                    <a:pt x="37" y="16"/>
                  </a:cubicBezTo>
                  <a:cubicBezTo>
                    <a:pt x="37" y="35"/>
                    <a:pt x="37" y="35"/>
                    <a:pt x="37" y="35"/>
                  </a:cubicBezTo>
                  <a:cubicBezTo>
                    <a:pt x="37" y="35"/>
                    <a:pt x="37" y="35"/>
                    <a:pt x="37" y="35"/>
                  </a:cubicBezTo>
                  <a:cubicBezTo>
                    <a:pt x="37" y="35"/>
                    <a:pt x="35" y="39"/>
                    <a:pt x="32" y="44"/>
                  </a:cubicBezTo>
                  <a:cubicBezTo>
                    <a:pt x="30" y="46"/>
                    <a:pt x="30" y="46"/>
                    <a:pt x="30" y="46"/>
                  </a:cubicBezTo>
                  <a:cubicBezTo>
                    <a:pt x="30" y="46"/>
                    <a:pt x="30" y="46"/>
                    <a:pt x="30" y="46"/>
                  </a:cubicBezTo>
                  <a:cubicBezTo>
                    <a:pt x="30" y="46"/>
                    <a:pt x="30" y="46"/>
                    <a:pt x="30" y="46"/>
                  </a:cubicBezTo>
                  <a:cubicBezTo>
                    <a:pt x="29" y="46"/>
                    <a:pt x="29" y="47"/>
                    <a:pt x="27" y="49"/>
                  </a:cubicBezTo>
                  <a:cubicBezTo>
                    <a:pt x="26" y="50"/>
                    <a:pt x="26" y="50"/>
                    <a:pt x="26" y="50"/>
                  </a:cubicBezTo>
                  <a:cubicBezTo>
                    <a:pt x="25" y="50"/>
                    <a:pt x="25" y="50"/>
                    <a:pt x="25" y="50"/>
                  </a:cubicBezTo>
                  <a:cubicBezTo>
                    <a:pt x="25" y="50"/>
                    <a:pt x="25" y="50"/>
                    <a:pt x="25" y="50"/>
                  </a:cubicBezTo>
                  <a:cubicBezTo>
                    <a:pt x="24" y="50"/>
                    <a:pt x="24" y="50"/>
                    <a:pt x="24" y="50"/>
                  </a:cubicBezTo>
                  <a:cubicBezTo>
                    <a:pt x="24" y="50"/>
                    <a:pt x="24" y="50"/>
                    <a:pt x="24" y="50"/>
                  </a:cubicBezTo>
                  <a:cubicBezTo>
                    <a:pt x="23" y="52"/>
                    <a:pt x="19" y="56"/>
                    <a:pt x="17" y="59"/>
                  </a:cubicBezTo>
                  <a:cubicBezTo>
                    <a:pt x="17" y="63"/>
                    <a:pt x="17" y="63"/>
                    <a:pt x="17" y="63"/>
                  </a:cubicBezTo>
                  <a:cubicBezTo>
                    <a:pt x="18" y="68"/>
                    <a:pt x="19" y="75"/>
                    <a:pt x="19" y="75"/>
                  </a:cubicBezTo>
                  <a:cubicBezTo>
                    <a:pt x="19" y="78"/>
                    <a:pt x="20" y="81"/>
                    <a:pt x="20" y="84"/>
                  </a:cubicBezTo>
                  <a:cubicBezTo>
                    <a:pt x="20" y="86"/>
                    <a:pt x="20" y="86"/>
                    <a:pt x="20" y="86"/>
                  </a:cubicBezTo>
                  <a:cubicBezTo>
                    <a:pt x="19" y="86"/>
                    <a:pt x="19" y="86"/>
                    <a:pt x="19" y="86"/>
                  </a:cubicBezTo>
                  <a:cubicBezTo>
                    <a:pt x="19" y="87"/>
                    <a:pt x="19" y="87"/>
                    <a:pt x="19" y="87"/>
                  </a:cubicBezTo>
                  <a:cubicBezTo>
                    <a:pt x="18" y="87"/>
                    <a:pt x="18" y="87"/>
                    <a:pt x="18" y="87"/>
                  </a:cubicBezTo>
                  <a:cubicBezTo>
                    <a:pt x="18" y="88"/>
                    <a:pt x="18" y="88"/>
                    <a:pt x="18" y="88"/>
                  </a:cubicBezTo>
                  <a:cubicBezTo>
                    <a:pt x="18" y="88"/>
                    <a:pt x="18" y="88"/>
                    <a:pt x="17" y="88"/>
                  </a:cubicBezTo>
                  <a:cubicBezTo>
                    <a:pt x="17" y="89"/>
                    <a:pt x="17" y="89"/>
                    <a:pt x="17" y="89"/>
                  </a:cubicBezTo>
                  <a:cubicBezTo>
                    <a:pt x="17" y="90"/>
                    <a:pt x="17" y="90"/>
                    <a:pt x="17" y="90"/>
                  </a:cubicBezTo>
                  <a:cubicBezTo>
                    <a:pt x="17" y="90"/>
                    <a:pt x="17" y="90"/>
                    <a:pt x="17" y="90"/>
                  </a:cubicBezTo>
                  <a:cubicBezTo>
                    <a:pt x="17" y="91"/>
                    <a:pt x="16" y="93"/>
                    <a:pt x="14" y="99"/>
                  </a:cubicBezTo>
                  <a:cubicBezTo>
                    <a:pt x="14" y="100"/>
                    <a:pt x="14" y="100"/>
                    <a:pt x="14" y="100"/>
                  </a:cubicBezTo>
                  <a:cubicBezTo>
                    <a:pt x="14" y="100"/>
                    <a:pt x="14" y="100"/>
                    <a:pt x="14" y="100"/>
                  </a:cubicBezTo>
                  <a:cubicBezTo>
                    <a:pt x="14" y="148"/>
                    <a:pt x="14" y="148"/>
                    <a:pt x="14" y="148"/>
                  </a:cubicBezTo>
                  <a:cubicBezTo>
                    <a:pt x="0" y="171"/>
                    <a:pt x="0" y="171"/>
                    <a:pt x="0" y="171"/>
                  </a:cubicBezTo>
                  <a:cubicBezTo>
                    <a:pt x="0" y="195"/>
                    <a:pt x="0" y="195"/>
                    <a:pt x="0" y="195"/>
                  </a:cubicBezTo>
                  <a:cubicBezTo>
                    <a:pt x="59" y="195"/>
                    <a:pt x="59" y="195"/>
                    <a:pt x="59" y="195"/>
                  </a:cubicBezTo>
                  <a:cubicBezTo>
                    <a:pt x="60" y="200"/>
                    <a:pt x="60" y="200"/>
                    <a:pt x="60" y="200"/>
                  </a:cubicBezTo>
                  <a:cubicBezTo>
                    <a:pt x="61" y="201"/>
                    <a:pt x="61" y="202"/>
                    <a:pt x="60" y="203"/>
                  </a:cubicBezTo>
                  <a:cubicBezTo>
                    <a:pt x="59" y="205"/>
                    <a:pt x="56" y="205"/>
                    <a:pt x="55" y="205"/>
                  </a:cubicBezTo>
                  <a:cubicBezTo>
                    <a:pt x="55" y="217"/>
                    <a:pt x="55" y="217"/>
                    <a:pt x="55" y="217"/>
                  </a:cubicBezTo>
                  <a:cubicBezTo>
                    <a:pt x="59" y="217"/>
                    <a:pt x="59" y="217"/>
                    <a:pt x="59" y="217"/>
                  </a:cubicBezTo>
                  <a:cubicBezTo>
                    <a:pt x="59" y="220"/>
                    <a:pt x="59" y="220"/>
                    <a:pt x="59" y="220"/>
                  </a:cubicBezTo>
                  <a:cubicBezTo>
                    <a:pt x="63" y="220"/>
                    <a:pt x="63" y="220"/>
                    <a:pt x="63" y="220"/>
                  </a:cubicBezTo>
                  <a:cubicBezTo>
                    <a:pt x="61" y="233"/>
                    <a:pt x="61" y="233"/>
                    <a:pt x="61" y="233"/>
                  </a:cubicBezTo>
                  <a:cubicBezTo>
                    <a:pt x="61" y="241"/>
                    <a:pt x="61" y="241"/>
                    <a:pt x="61" y="241"/>
                  </a:cubicBezTo>
                  <a:cubicBezTo>
                    <a:pt x="61" y="243"/>
                    <a:pt x="58" y="244"/>
                    <a:pt x="56" y="244"/>
                  </a:cubicBezTo>
                  <a:cubicBezTo>
                    <a:pt x="56" y="249"/>
                    <a:pt x="56" y="249"/>
                    <a:pt x="56" y="249"/>
                  </a:cubicBezTo>
                  <a:cubicBezTo>
                    <a:pt x="57" y="249"/>
                    <a:pt x="57" y="249"/>
                    <a:pt x="57" y="249"/>
                  </a:cubicBezTo>
                  <a:cubicBezTo>
                    <a:pt x="57" y="249"/>
                    <a:pt x="57" y="249"/>
                    <a:pt x="57" y="249"/>
                  </a:cubicBezTo>
                  <a:cubicBezTo>
                    <a:pt x="64" y="246"/>
                    <a:pt x="64" y="246"/>
                    <a:pt x="64" y="246"/>
                  </a:cubicBezTo>
                  <a:cubicBezTo>
                    <a:pt x="87" y="254"/>
                    <a:pt x="87" y="254"/>
                    <a:pt x="87" y="254"/>
                  </a:cubicBezTo>
                  <a:cubicBezTo>
                    <a:pt x="95" y="250"/>
                    <a:pt x="95" y="250"/>
                    <a:pt x="95" y="250"/>
                  </a:cubicBezTo>
                  <a:cubicBezTo>
                    <a:pt x="103" y="250"/>
                    <a:pt x="103" y="250"/>
                    <a:pt x="103" y="250"/>
                  </a:cubicBezTo>
                  <a:cubicBezTo>
                    <a:pt x="110" y="246"/>
                    <a:pt x="110" y="246"/>
                    <a:pt x="110" y="246"/>
                  </a:cubicBezTo>
                  <a:cubicBezTo>
                    <a:pt x="126" y="248"/>
                    <a:pt x="126" y="248"/>
                    <a:pt x="126" y="248"/>
                  </a:cubicBezTo>
                  <a:cubicBezTo>
                    <a:pt x="126" y="248"/>
                    <a:pt x="126" y="248"/>
                    <a:pt x="126" y="248"/>
                  </a:cubicBezTo>
                  <a:cubicBezTo>
                    <a:pt x="126" y="227"/>
                    <a:pt x="127" y="161"/>
                    <a:pt x="126" y="157"/>
                  </a:cubicBez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41" name="Minnesota">
              <a:extLst>
                <a:ext uri="{FF2B5EF4-FFF2-40B4-BE49-F238E27FC236}">
                  <a16:creationId xmlns:a16="http://schemas.microsoft.com/office/drawing/2014/main" id="{2AC059CC-17FD-4D55-89E5-2641C662CF4F}"/>
                </a:ext>
              </a:extLst>
            </p:cNvPr>
            <p:cNvSpPr>
              <a:spLocks/>
            </p:cNvSpPr>
            <p:nvPr/>
          </p:nvSpPr>
          <p:spPr bwMode="auto">
            <a:xfrm>
              <a:off x="6279840" y="778934"/>
              <a:ext cx="1173624" cy="1195357"/>
            </a:xfrm>
            <a:custGeom>
              <a:avLst/>
              <a:gdLst>
                <a:gd name="T0" fmla="*/ 10 w 297"/>
                <a:gd name="T1" fmla="*/ 129 h 302"/>
                <a:gd name="T2" fmla="*/ 22 w 297"/>
                <a:gd name="T3" fmla="*/ 162 h 302"/>
                <a:gd name="T4" fmla="*/ 24 w 297"/>
                <a:gd name="T5" fmla="*/ 180 h 302"/>
                <a:gd name="T6" fmla="*/ 24 w 297"/>
                <a:gd name="T7" fmla="*/ 219 h 302"/>
                <a:gd name="T8" fmla="*/ 36 w 297"/>
                <a:gd name="T9" fmla="*/ 301 h 302"/>
                <a:gd name="T10" fmla="*/ 37 w 297"/>
                <a:gd name="T11" fmla="*/ 302 h 302"/>
                <a:gd name="T12" fmla="*/ 228 w 297"/>
                <a:gd name="T13" fmla="*/ 302 h 302"/>
                <a:gd name="T14" fmla="*/ 227 w 297"/>
                <a:gd name="T15" fmla="*/ 294 h 302"/>
                <a:gd name="T16" fmla="*/ 229 w 297"/>
                <a:gd name="T17" fmla="*/ 289 h 302"/>
                <a:gd name="T18" fmla="*/ 227 w 297"/>
                <a:gd name="T19" fmla="*/ 287 h 302"/>
                <a:gd name="T20" fmla="*/ 193 w 297"/>
                <a:gd name="T21" fmla="*/ 249 h 302"/>
                <a:gd name="T22" fmla="*/ 172 w 297"/>
                <a:gd name="T23" fmla="*/ 226 h 302"/>
                <a:gd name="T24" fmla="*/ 172 w 297"/>
                <a:gd name="T25" fmla="*/ 205 h 302"/>
                <a:gd name="T26" fmla="*/ 181 w 297"/>
                <a:gd name="T27" fmla="*/ 174 h 302"/>
                <a:gd name="T28" fmla="*/ 193 w 297"/>
                <a:gd name="T29" fmla="*/ 159 h 302"/>
                <a:gd name="T30" fmla="*/ 204 w 297"/>
                <a:gd name="T31" fmla="*/ 160 h 302"/>
                <a:gd name="T32" fmla="*/ 266 w 297"/>
                <a:gd name="T33" fmla="*/ 105 h 302"/>
                <a:gd name="T34" fmla="*/ 285 w 297"/>
                <a:gd name="T35" fmla="*/ 94 h 302"/>
                <a:gd name="T36" fmla="*/ 293 w 297"/>
                <a:gd name="T37" fmla="*/ 86 h 302"/>
                <a:gd name="T38" fmla="*/ 266 w 297"/>
                <a:gd name="T39" fmla="*/ 78 h 302"/>
                <a:gd name="T40" fmla="*/ 246 w 297"/>
                <a:gd name="T41" fmla="*/ 78 h 302"/>
                <a:gd name="T42" fmla="*/ 231 w 297"/>
                <a:gd name="T43" fmla="*/ 82 h 302"/>
                <a:gd name="T44" fmla="*/ 219 w 297"/>
                <a:gd name="T45" fmla="*/ 70 h 302"/>
                <a:gd name="T46" fmla="*/ 192 w 297"/>
                <a:gd name="T47" fmla="*/ 55 h 302"/>
                <a:gd name="T48" fmla="*/ 161 w 297"/>
                <a:gd name="T49" fmla="*/ 47 h 302"/>
                <a:gd name="T50" fmla="*/ 145 w 297"/>
                <a:gd name="T51" fmla="*/ 51 h 302"/>
                <a:gd name="T52" fmla="*/ 141 w 297"/>
                <a:gd name="T53" fmla="*/ 47 h 302"/>
                <a:gd name="T54" fmla="*/ 118 w 297"/>
                <a:gd name="T55" fmla="*/ 43 h 302"/>
                <a:gd name="T56" fmla="*/ 110 w 297"/>
                <a:gd name="T57" fmla="*/ 43 h 302"/>
                <a:gd name="T58" fmla="*/ 102 w 297"/>
                <a:gd name="T59" fmla="*/ 23 h 302"/>
                <a:gd name="T60" fmla="*/ 86 w 297"/>
                <a:gd name="T61" fmla="*/ 0 h 302"/>
                <a:gd name="T62" fmla="*/ 0 w 297"/>
                <a:gd name="T63" fmla="*/ 27 h 302"/>
                <a:gd name="T64" fmla="*/ 10 w 297"/>
                <a:gd name="T65" fmla="*/ 96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97" h="302">
                  <a:moveTo>
                    <a:pt x="10" y="96"/>
                  </a:moveTo>
                  <a:cubicBezTo>
                    <a:pt x="10" y="129"/>
                    <a:pt x="10" y="129"/>
                    <a:pt x="10" y="129"/>
                  </a:cubicBezTo>
                  <a:cubicBezTo>
                    <a:pt x="22" y="150"/>
                    <a:pt x="22" y="150"/>
                    <a:pt x="22" y="150"/>
                  </a:cubicBezTo>
                  <a:cubicBezTo>
                    <a:pt x="22" y="162"/>
                    <a:pt x="22" y="162"/>
                    <a:pt x="22" y="162"/>
                  </a:cubicBezTo>
                  <a:cubicBezTo>
                    <a:pt x="24" y="180"/>
                    <a:pt x="24" y="180"/>
                    <a:pt x="24" y="180"/>
                  </a:cubicBezTo>
                  <a:cubicBezTo>
                    <a:pt x="24" y="180"/>
                    <a:pt x="24" y="180"/>
                    <a:pt x="24" y="180"/>
                  </a:cubicBezTo>
                  <a:cubicBezTo>
                    <a:pt x="24" y="181"/>
                    <a:pt x="24" y="181"/>
                    <a:pt x="24" y="181"/>
                  </a:cubicBezTo>
                  <a:cubicBezTo>
                    <a:pt x="24" y="219"/>
                    <a:pt x="24" y="219"/>
                    <a:pt x="24" y="219"/>
                  </a:cubicBezTo>
                  <a:cubicBezTo>
                    <a:pt x="36" y="233"/>
                    <a:pt x="36" y="233"/>
                    <a:pt x="36" y="233"/>
                  </a:cubicBezTo>
                  <a:cubicBezTo>
                    <a:pt x="36" y="301"/>
                    <a:pt x="36" y="301"/>
                    <a:pt x="36" y="301"/>
                  </a:cubicBezTo>
                  <a:cubicBezTo>
                    <a:pt x="36" y="302"/>
                    <a:pt x="36" y="302"/>
                    <a:pt x="36" y="302"/>
                  </a:cubicBezTo>
                  <a:cubicBezTo>
                    <a:pt x="37" y="302"/>
                    <a:pt x="37" y="302"/>
                    <a:pt x="37" y="302"/>
                  </a:cubicBezTo>
                  <a:cubicBezTo>
                    <a:pt x="227" y="302"/>
                    <a:pt x="227" y="302"/>
                    <a:pt x="227" y="302"/>
                  </a:cubicBezTo>
                  <a:cubicBezTo>
                    <a:pt x="228" y="302"/>
                    <a:pt x="228" y="302"/>
                    <a:pt x="228" y="302"/>
                  </a:cubicBezTo>
                  <a:cubicBezTo>
                    <a:pt x="227" y="300"/>
                    <a:pt x="227" y="300"/>
                    <a:pt x="227" y="300"/>
                  </a:cubicBezTo>
                  <a:cubicBezTo>
                    <a:pt x="227" y="298"/>
                    <a:pt x="227" y="296"/>
                    <a:pt x="227" y="294"/>
                  </a:cubicBezTo>
                  <a:cubicBezTo>
                    <a:pt x="227" y="291"/>
                    <a:pt x="228" y="290"/>
                    <a:pt x="228" y="290"/>
                  </a:cubicBezTo>
                  <a:cubicBezTo>
                    <a:pt x="229" y="289"/>
                    <a:pt x="229" y="289"/>
                    <a:pt x="229" y="289"/>
                  </a:cubicBezTo>
                  <a:cubicBezTo>
                    <a:pt x="228" y="289"/>
                    <a:pt x="228" y="289"/>
                    <a:pt x="228" y="289"/>
                  </a:cubicBezTo>
                  <a:cubicBezTo>
                    <a:pt x="228" y="288"/>
                    <a:pt x="228" y="288"/>
                    <a:pt x="227" y="287"/>
                  </a:cubicBezTo>
                  <a:cubicBezTo>
                    <a:pt x="218" y="276"/>
                    <a:pt x="216" y="273"/>
                    <a:pt x="215" y="273"/>
                  </a:cubicBezTo>
                  <a:cubicBezTo>
                    <a:pt x="193" y="249"/>
                    <a:pt x="193" y="249"/>
                    <a:pt x="193" y="249"/>
                  </a:cubicBezTo>
                  <a:cubicBezTo>
                    <a:pt x="176" y="237"/>
                    <a:pt x="176" y="237"/>
                    <a:pt x="176" y="237"/>
                  </a:cubicBezTo>
                  <a:cubicBezTo>
                    <a:pt x="172" y="226"/>
                    <a:pt x="172" y="226"/>
                    <a:pt x="172" y="226"/>
                  </a:cubicBezTo>
                  <a:cubicBezTo>
                    <a:pt x="173" y="225"/>
                    <a:pt x="176" y="222"/>
                    <a:pt x="174" y="214"/>
                  </a:cubicBezTo>
                  <a:cubicBezTo>
                    <a:pt x="172" y="205"/>
                    <a:pt x="172" y="205"/>
                    <a:pt x="172" y="205"/>
                  </a:cubicBezTo>
                  <a:cubicBezTo>
                    <a:pt x="172" y="193"/>
                    <a:pt x="172" y="193"/>
                    <a:pt x="172" y="193"/>
                  </a:cubicBezTo>
                  <a:cubicBezTo>
                    <a:pt x="181" y="174"/>
                    <a:pt x="181" y="174"/>
                    <a:pt x="181" y="174"/>
                  </a:cubicBezTo>
                  <a:cubicBezTo>
                    <a:pt x="182" y="174"/>
                    <a:pt x="188" y="173"/>
                    <a:pt x="190" y="164"/>
                  </a:cubicBezTo>
                  <a:cubicBezTo>
                    <a:pt x="190" y="162"/>
                    <a:pt x="192" y="160"/>
                    <a:pt x="193" y="159"/>
                  </a:cubicBezTo>
                  <a:cubicBezTo>
                    <a:pt x="194" y="159"/>
                    <a:pt x="195" y="159"/>
                    <a:pt x="196" y="159"/>
                  </a:cubicBezTo>
                  <a:cubicBezTo>
                    <a:pt x="199" y="159"/>
                    <a:pt x="202" y="160"/>
                    <a:pt x="204" y="160"/>
                  </a:cubicBezTo>
                  <a:cubicBezTo>
                    <a:pt x="204" y="160"/>
                    <a:pt x="204" y="160"/>
                    <a:pt x="204" y="160"/>
                  </a:cubicBezTo>
                  <a:cubicBezTo>
                    <a:pt x="266" y="105"/>
                    <a:pt x="266" y="105"/>
                    <a:pt x="266" y="105"/>
                  </a:cubicBezTo>
                  <a:cubicBezTo>
                    <a:pt x="282" y="102"/>
                    <a:pt x="282" y="102"/>
                    <a:pt x="282" y="102"/>
                  </a:cubicBezTo>
                  <a:cubicBezTo>
                    <a:pt x="285" y="94"/>
                    <a:pt x="285" y="94"/>
                    <a:pt x="285" y="94"/>
                  </a:cubicBezTo>
                  <a:cubicBezTo>
                    <a:pt x="297" y="86"/>
                    <a:pt x="297" y="86"/>
                    <a:pt x="297" y="86"/>
                  </a:cubicBezTo>
                  <a:cubicBezTo>
                    <a:pt x="293" y="86"/>
                    <a:pt x="293" y="86"/>
                    <a:pt x="293" y="86"/>
                  </a:cubicBezTo>
                  <a:cubicBezTo>
                    <a:pt x="282" y="82"/>
                    <a:pt x="282" y="82"/>
                    <a:pt x="282" y="82"/>
                  </a:cubicBezTo>
                  <a:cubicBezTo>
                    <a:pt x="266" y="78"/>
                    <a:pt x="266" y="78"/>
                    <a:pt x="266" y="78"/>
                  </a:cubicBezTo>
                  <a:cubicBezTo>
                    <a:pt x="254" y="74"/>
                    <a:pt x="254" y="74"/>
                    <a:pt x="254" y="74"/>
                  </a:cubicBezTo>
                  <a:cubicBezTo>
                    <a:pt x="246" y="78"/>
                    <a:pt x="246" y="78"/>
                    <a:pt x="246" y="78"/>
                  </a:cubicBezTo>
                  <a:cubicBezTo>
                    <a:pt x="239" y="82"/>
                    <a:pt x="239" y="82"/>
                    <a:pt x="239" y="82"/>
                  </a:cubicBezTo>
                  <a:cubicBezTo>
                    <a:pt x="231" y="82"/>
                    <a:pt x="231" y="82"/>
                    <a:pt x="231" y="82"/>
                  </a:cubicBezTo>
                  <a:cubicBezTo>
                    <a:pt x="223" y="78"/>
                    <a:pt x="223" y="78"/>
                    <a:pt x="223" y="78"/>
                  </a:cubicBezTo>
                  <a:cubicBezTo>
                    <a:pt x="219" y="70"/>
                    <a:pt x="219" y="70"/>
                    <a:pt x="219" y="70"/>
                  </a:cubicBezTo>
                  <a:cubicBezTo>
                    <a:pt x="196" y="59"/>
                    <a:pt x="196" y="59"/>
                    <a:pt x="196" y="59"/>
                  </a:cubicBezTo>
                  <a:cubicBezTo>
                    <a:pt x="192" y="55"/>
                    <a:pt x="192" y="55"/>
                    <a:pt x="192" y="55"/>
                  </a:cubicBezTo>
                  <a:cubicBezTo>
                    <a:pt x="176" y="47"/>
                    <a:pt x="176" y="47"/>
                    <a:pt x="176" y="47"/>
                  </a:cubicBezTo>
                  <a:cubicBezTo>
                    <a:pt x="161" y="47"/>
                    <a:pt x="161" y="47"/>
                    <a:pt x="161" y="47"/>
                  </a:cubicBezTo>
                  <a:cubicBezTo>
                    <a:pt x="153" y="51"/>
                    <a:pt x="153" y="51"/>
                    <a:pt x="153" y="51"/>
                  </a:cubicBezTo>
                  <a:cubicBezTo>
                    <a:pt x="145" y="51"/>
                    <a:pt x="145" y="51"/>
                    <a:pt x="145" y="51"/>
                  </a:cubicBezTo>
                  <a:cubicBezTo>
                    <a:pt x="141" y="51"/>
                    <a:pt x="141" y="51"/>
                    <a:pt x="141" y="51"/>
                  </a:cubicBezTo>
                  <a:cubicBezTo>
                    <a:pt x="141" y="47"/>
                    <a:pt x="141" y="47"/>
                    <a:pt x="141" y="47"/>
                  </a:cubicBezTo>
                  <a:cubicBezTo>
                    <a:pt x="125" y="43"/>
                    <a:pt x="125" y="43"/>
                    <a:pt x="125" y="43"/>
                  </a:cubicBezTo>
                  <a:cubicBezTo>
                    <a:pt x="118" y="43"/>
                    <a:pt x="118" y="43"/>
                    <a:pt x="118" y="43"/>
                  </a:cubicBezTo>
                  <a:cubicBezTo>
                    <a:pt x="114" y="43"/>
                    <a:pt x="114" y="43"/>
                    <a:pt x="114" y="43"/>
                  </a:cubicBezTo>
                  <a:cubicBezTo>
                    <a:pt x="110" y="43"/>
                    <a:pt x="110" y="43"/>
                    <a:pt x="110" y="43"/>
                  </a:cubicBezTo>
                  <a:cubicBezTo>
                    <a:pt x="102" y="27"/>
                    <a:pt x="102" y="27"/>
                    <a:pt x="102" y="27"/>
                  </a:cubicBezTo>
                  <a:cubicBezTo>
                    <a:pt x="102" y="23"/>
                    <a:pt x="102" y="23"/>
                    <a:pt x="102" y="23"/>
                  </a:cubicBezTo>
                  <a:cubicBezTo>
                    <a:pt x="94" y="4"/>
                    <a:pt x="94" y="4"/>
                    <a:pt x="94" y="4"/>
                  </a:cubicBezTo>
                  <a:cubicBezTo>
                    <a:pt x="86" y="0"/>
                    <a:pt x="86" y="0"/>
                    <a:pt x="86" y="0"/>
                  </a:cubicBezTo>
                  <a:cubicBezTo>
                    <a:pt x="86" y="27"/>
                    <a:pt x="86" y="27"/>
                    <a:pt x="86" y="27"/>
                  </a:cubicBezTo>
                  <a:cubicBezTo>
                    <a:pt x="0" y="27"/>
                    <a:pt x="0" y="27"/>
                    <a:pt x="0" y="27"/>
                  </a:cubicBezTo>
                  <a:cubicBezTo>
                    <a:pt x="0" y="77"/>
                    <a:pt x="0" y="77"/>
                    <a:pt x="0" y="77"/>
                  </a:cubicBezTo>
                  <a:lnTo>
                    <a:pt x="10" y="96"/>
                  </a:lnTo>
                  <a:close/>
                </a:path>
              </a:pathLst>
            </a:cu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42" name="Michigan">
              <a:extLst>
                <a:ext uri="{FF2B5EF4-FFF2-40B4-BE49-F238E27FC236}">
                  <a16:creationId xmlns:a16="http://schemas.microsoft.com/office/drawing/2014/main" id="{D490D03E-089B-42CA-9596-2C9940076F07}"/>
                </a:ext>
              </a:extLst>
            </p:cNvPr>
            <p:cNvSpPr>
              <a:spLocks/>
            </p:cNvSpPr>
            <p:nvPr/>
          </p:nvSpPr>
          <p:spPr bwMode="auto">
            <a:xfrm>
              <a:off x="7354825" y="1225311"/>
              <a:ext cx="1225450" cy="1235482"/>
            </a:xfrm>
            <a:custGeom>
              <a:avLst/>
              <a:gdLst>
                <a:gd name="connsiteX0" fmla="*/ 827555 w 1225450"/>
                <a:gd name="connsiteY0" fmla="*/ 404583 h 1235482"/>
                <a:gd name="connsiteX1" fmla="*/ 854304 w 1225450"/>
                <a:gd name="connsiteY1" fmla="*/ 404583 h 1235482"/>
                <a:gd name="connsiteX2" fmla="*/ 886069 w 1225450"/>
                <a:gd name="connsiteY2" fmla="*/ 404583 h 1235482"/>
                <a:gd name="connsiteX3" fmla="*/ 886069 w 1225450"/>
                <a:gd name="connsiteY3" fmla="*/ 419630 h 1235482"/>
                <a:gd name="connsiteX4" fmla="*/ 917834 w 1225450"/>
                <a:gd name="connsiteY4" fmla="*/ 404583 h 1235482"/>
                <a:gd name="connsiteX5" fmla="*/ 932880 w 1225450"/>
                <a:gd name="connsiteY5" fmla="*/ 419630 h 1235482"/>
                <a:gd name="connsiteX6" fmla="*/ 964645 w 1225450"/>
                <a:gd name="connsiteY6" fmla="*/ 448051 h 1235482"/>
                <a:gd name="connsiteX7" fmla="*/ 981363 w 1225450"/>
                <a:gd name="connsiteY7" fmla="*/ 448051 h 1235482"/>
                <a:gd name="connsiteX8" fmla="*/ 996410 w 1225450"/>
                <a:gd name="connsiteY8" fmla="*/ 463097 h 1235482"/>
                <a:gd name="connsiteX9" fmla="*/ 1039877 w 1225450"/>
                <a:gd name="connsiteY9" fmla="*/ 479815 h 1235482"/>
                <a:gd name="connsiteX10" fmla="*/ 1056595 w 1225450"/>
                <a:gd name="connsiteY10" fmla="*/ 494862 h 1235482"/>
                <a:gd name="connsiteX11" fmla="*/ 1071642 w 1225450"/>
                <a:gd name="connsiteY11" fmla="*/ 543345 h 1235482"/>
                <a:gd name="connsiteX12" fmla="*/ 1056595 w 1225450"/>
                <a:gd name="connsiteY12" fmla="*/ 558391 h 1235482"/>
                <a:gd name="connsiteX13" fmla="*/ 1056595 w 1225450"/>
                <a:gd name="connsiteY13" fmla="*/ 575110 h 1235482"/>
                <a:gd name="connsiteX14" fmla="*/ 1071642 w 1225450"/>
                <a:gd name="connsiteY14" fmla="*/ 590156 h 1235482"/>
                <a:gd name="connsiteX15" fmla="*/ 1088360 w 1225450"/>
                <a:gd name="connsiteY15" fmla="*/ 682107 h 1235482"/>
                <a:gd name="connsiteX16" fmla="*/ 1071642 w 1225450"/>
                <a:gd name="connsiteY16" fmla="*/ 697153 h 1235482"/>
                <a:gd name="connsiteX17" fmla="*/ 1056595 w 1225450"/>
                <a:gd name="connsiteY17" fmla="*/ 713871 h 1235482"/>
                <a:gd name="connsiteX18" fmla="*/ 1039877 w 1225450"/>
                <a:gd name="connsiteY18" fmla="*/ 745636 h 1235482"/>
                <a:gd name="connsiteX19" fmla="*/ 1008113 w 1225450"/>
                <a:gd name="connsiteY19" fmla="*/ 772385 h 1235482"/>
                <a:gd name="connsiteX20" fmla="*/ 981363 w 1225450"/>
                <a:gd name="connsiteY20" fmla="*/ 820868 h 1235482"/>
                <a:gd name="connsiteX21" fmla="*/ 996410 w 1225450"/>
                <a:gd name="connsiteY21" fmla="*/ 835915 h 1235482"/>
                <a:gd name="connsiteX22" fmla="*/ 1008113 w 1225450"/>
                <a:gd name="connsiteY22" fmla="*/ 835915 h 1235482"/>
                <a:gd name="connsiteX23" fmla="*/ 1056595 w 1225450"/>
                <a:gd name="connsiteY23" fmla="*/ 820868 h 1235482"/>
                <a:gd name="connsiteX24" fmla="*/ 1071642 w 1225450"/>
                <a:gd name="connsiteY24" fmla="*/ 772385 h 1235482"/>
                <a:gd name="connsiteX25" fmla="*/ 1120125 w 1225450"/>
                <a:gd name="connsiteY25" fmla="*/ 757339 h 1235482"/>
                <a:gd name="connsiteX26" fmla="*/ 1150218 w 1225450"/>
                <a:gd name="connsiteY26" fmla="*/ 745636 h 1235482"/>
                <a:gd name="connsiteX27" fmla="*/ 1195357 w 1225450"/>
                <a:gd name="connsiteY27" fmla="*/ 835915 h 1235482"/>
                <a:gd name="connsiteX28" fmla="*/ 1195357 w 1225450"/>
                <a:gd name="connsiteY28" fmla="*/ 927866 h 1235482"/>
                <a:gd name="connsiteX29" fmla="*/ 1210404 w 1225450"/>
                <a:gd name="connsiteY29" fmla="*/ 957959 h 1235482"/>
                <a:gd name="connsiteX30" fmla="*/ 1210404 w 1225450"/>
                <a:gd name="connsiteY30" fmla="*/ 974677 h 1235482"/>
                <a:gd name="connsiteX31" fmla="*/ 1225450 w 1225450"/>
                <a:gd name="connsiteY31" fmla="*/ 957959 h 1235482"/>
                <a:gd name="connsiteX32" fmla="*/ 1195357 w 1225450"/>
                <a:gd name="connsiteY32" fmla="*/ 1053253 h 1235482"/>
                <a:gd name="connsiteX33" fmla="*/ 1163592 w 1225450"/>
                <a:gd name="connsiteY33" fmla="*/ 1053253 h 1235482"/>
                <a:gd name="connsiteX34" fmla="*/ 1150218 w 1225450"/>
                <a:gd name="connsiteY34" fmla="*/ 1069971 h 1235482"/>
                <a:gd name="connsiteX35" fmla="*/ 1150218 w 1225450"/>
                <a:gd name="connsiteY35" fmla="*/ 1081674 h 1235482"/>
                <a:gd name="connsiteX36" fmla="*/ 1150218 w 1225450"/>
                <a:gd name="connsiteY36" fmla="*/ 1113439 h 1235482"/>
                <a:gd name="connsiteX37" fmla="*/ 1135171 w 1225450"/>
                <a:gd name="connsiteY37" fmla="*/ 1113439 h 1235482"/>
                <a:gd name="connsiteX38" fmla="*/ 1135171 w 1225450"/>
                <a:gd name="connsiteY38" fmla="*/ 1128485 h 1235482"/>
                <a:gd name="connsiteX39" fmla="*/ 1120125 w 1225450"/>
                <a:gd name="connsiteY39" fmla="*/ 1160250 h 1235482"/>
                <a:gd name="connsiteX40" fmla="*/ 1120125 w 1225450"/>
                <a:gd name="connsiteY40" fmla="*/ 1192015 h 1235482"/>
                <a:gd name="connsiteX41" fmla="*/ 1076657 w 1225450"/>
                <a:gd name="connsiteY41" fmla="*/ 1235482 h 1235482"/>
                <a:gd name="connsiteX42" fmla="*/ 834242 w 1225450"/>
                <a:gd name="connsiteY42" fmla="*/ 1235482 h 1235482"/>
                <a:gd name="connsiteX43" fmla="*/ 830899 w 1225450"/>
                <a:gd name="connsiteY43" fmla="*/ 1235482 h 1235482"/>
                <a:gd name="connsiteX44" fmla="*/ 514923 w 1225450"/>
                <a:gd name="connsiteY44" fmla="*/ 1235482 h 1235482"/>
                <a:gd name="connsiteX45" fmla="*/ 561734 w 1225450"/>
                <a:gd name="connsiteY45" fmla="*/ 1208733 h 1235482"/>
                <a:gd name="connsiteX46" fmla="*/ 625264 w 1225450"/>
                <a:gd name="connsiteY46" fmla="*/ 1053253 h 1235482"/>
                <a:gd name="connsiteX47" fmla="*/ 625264 w 1225450"/>
                <a:gd name="connsiteY47" fmla="*/ 957959 h 1235482"/>
                <a:gd name="connsiteX48" fmla="*/ 578453 w 1225450"/>
                <a:gd name="connsiteY48" fmla="*/ 835915 h 1235482"/>
                <a:gd name="connsiteX49" fmla="*/ 608546 w 1225450"/>
                <a:gd name="connsiteY49" fmla="*/ 728918 h 1235482"/>
                <a:gd name="connsiteX50" fmla="*/ 625264 w 1225450"/>
                <a:gd name="connsiteY50" fmla="*/ 713871 h 1235482"/>
                <a:gd name="connsiteX51" fmla="*/ 625264 w 1225450"/>
                <a:gd name="connsiteY51" fmla="*/ 618577 h 1235482"/>
                <a:gd name="connsiteX52" fmla="*/ 640310 w 1225450"/>
                <a:gd name="connsiteY52" fmla="*/ 601859 h 1235482"/>
                <a:gd name="connsiteX53" fmla="*/ 657029 w 1225450"/>
                <a:gd name="connsiteY53" fmla="*/ 575110 h 1235482"/>
                <a:gd name="connsiteX54" fmla="*/ 683778 w 1225450"/>
                <a:gd name="connsiteY54" fmla="*/ 558391 h 1235482"/>
                <a:gd name="connsiteX55" fmla="*/ 700496 w 1225450"/>
                <a:gd name="connsiteY55" fmla="*/ 543345 h 1235482"/>
                <a:gd name="connsiteX56" fmla="*/ 715543 w 1225450"/>
                <a:gd name="connsiteY56" fmla="*/ 526627 h 1235482"/>
                <a:gd name="connsiteX57" fmla="*/ 715543 w 1225450"/>
                <a:gd name="connsiteY57" fmla="*/ 543345 h 1235482"/>
                <a:gd name="connsiteX58" fmla="*/ 732261 w 1225450"/>
                <a:gd name="connsiteY58" fmla="*/ 590156 h 1235482"/>
                <a:gd name="connsiteX59" fmla="*/ 732261 w 1225450"/>
                <a:gd name="connsiteY59" fmla="*/ 575110 h 1235482"/>
                <a:gd name="connsiteX60" fmla="*/ 747307 w 1225450"/>
                <a:gd name="connsiteY60" fmla="*/ 575110 h 1235482"/>
                <a:gd name="connsiteX61" fmla="*/ 764026 w 1225450"/>
                <a:gd name="connsiteY61" fmla="*/ 494862 h 1235482"/>
                <a:gd name="connsiteX62" fmla="*/ 827555 w 1225450"/>
                <a:gd name="connsiteY62" fmla="*/ 479815 h 1235482"/>
                <a:gd name="connsiteX63" fmla="*/ 827555 w 1225450"/>
                <a:gd name="connsiteY63" fmla="*/ 463097 h 1235482"/>
                <a:gd name="connsiteX64" fmla="*/ 810837 w 1225450"/>
                <a:gd name="connsiteY64" fmla="*/ 448051 h 1235482"/>
                <a:gd name="connsiteX65" fmla="*/ 810837 w 1225450"/>
                <a:gd name="connsiteY65" fmla="*/ 419630 h 1235482"/>
                <a:gd name="connsiteX66" fmla="*/ 364054 w 1225450"/>
                <a:gd name="connsiteY66" fmla="*/ 0 h 1235482"/>
                <a:gd name="connsiteX67" fmla="*/ 391754 w 1225450"/>
                <a:gd name="connsiteY67" fmla="*/ 0 h 1235482"/>
                <a:gd name="connsiteX68" fmla="*/ 391754 w 1225450"/>
                <a:gd name="connsiteY68" fmla="*/ 15871 h 1235482"/>
                <a:gd name="connsiteX69" fmla="*/ 364054 w 1225450"/>
                <a:gd name="connsiteY69" fmla="*/ 31742 h 1235482"/>
                <a:gd name="connsiteX70" fmla="*/ 316568 w 1225450"/>
                <a:gd name="connsiteY70" fmla="*/ 95227 h 1235482"/>
                <a:gd name="connsiteX71" fmla="*/ 300740 w 1225450"/>
                <a:gd name="connsiteY71" fmla="*/ 111099 h 1235482"/>
                <a:gd name="connsiteX72" fmla="*/ 284912 w 1225450"/>
                <a:gd name="connsiteY72" fmla="*/ 123002 h 1235482"/>
                <a:gd name="connsiteX73" fmla="*/ 284912 w 1225450"/>
                <a:gd name="connsiteY73" fmla="*/ 170616 h 1235482"/>
                <a:gd name="connsiteX74" fmla="*/ 316568 w 1225450"/>
                <a:gd name="connsiteY74" fmla="*/ 138873 h 1235482"/>
                <a:gd name="connsiteX75" fmla="*/ 332397 w 1225450"/>
                <a:gd name="connsiteY75" fmla="*/ 154744 h 1235482"/>
                <a:gd name="connsiteX76" fmla="*/ 364054 w 1225450"/>
                <a:gd name="connsiteY76" fmla="*/ 138873 h 1235482"/>
                <a:gd name="connsiteX77" fmla="*/ 423410 w 1225450"/>
                <a:gd name="connsiteY77" fmla="*/ 170616 h 1235482"/>
                <a:gd name="connsiteX78" fmla="*/ 470896 w 1225450"/>
                <a:gd name="connsiteY78" fmla="*/ 234101 h 1235482"/>
                <a:gd name="connsiteX79" fmla="*/ 486724 w 1225450"/>
                <a:gd name="connsiteY79" fmla="*/ 234101 h 1235482"/>
                <a:gd name="connsiteX80" fmla="*/ 561910 w 1225450"/>
                <a:gd name="connsiteY80" fmla="*/ 234101 h 1235482"/>
                <a:gd name="connsiteX81" fmla="*/ 577738 w 1225450"/>
                <a:gd name="connsiteY81" fmla="*/ 234101 h 1235482"/>
                <a:gd name="connsiteX82" fmla="*/ 593567 w 1225450"/>
                <a:gd name="connsiteY82" fmla="*/ 218229 h 1235482"/>
                <a:gd name="connsiteX83" fmla="*/ 641052 w 1225450"/>
                <a:gd name="connsiteY83" fmla="*/ 186487 h 1235482"/>
                <a:gd name="connsiteX84" fmla="*/ 763722 w 1225450"/>
                <a:gd name="connsiteY84" fmla="*/ 186487 h 1235482"/>
                <a:gd name="connsiteX85" fmla="*/ 779551 w 1225450"/>
                <a:gd name="connsiteY85" fmla="*/ 170616 h 1235482"/>
                <a:gd name="connsiteX86" fmla="*/ 811208 w 1225450"/>
                <a:gd name="connsiteY86" fmla="*/ 170616 h 1235482"/>
                <a:gd name="connsiteX87" fmla="*/ 811208 w 1225450"/>
                <a:gd name="connsiteY87" fmla="*/ 186487 h 1235482"/>
                <a:gd name="connsiteX88" fmla="*/ 811208 w 1225450"/>
                <a:gd name="connsiteY88" fmla="*/ 218229 h 1235482"/>
                <a:gd name="connsiteX89" fmla="*/ 854736 w 1225450"/>
                <a:gd name="connsiteY89" fmla="*/ 234101 h 1235482"/>
                <a:gd name="connsiteX90" fmla="*/ 918049 w 1225450"/>
                <a:gd name="connsiteY90" fmla="*/ 234101 h 1235482"/>
                <a:gd name="connsiteX91" fmla="*/ 933878 w 1225450"/>
                <a:gd name="connsiteY91" fmla="*/ 234101 h 1235482"/>
                <a:gd name="connsiteX92" fmla="*/ 933878 w 1225450"/>
                <a:gd name="connsiteY92" fmla="*/ 249972 h 1235482"/>
                <a:gd name="connsiteX93" fmla="*/ 933878 w 1225450"/>
                <a:gd name="connsiteY93" fmla="*/ 265843 h 1235482"/>
                <a:gd name="connsiteX94" fmla="*/ 933878 w 1225450"/>
                <a:gd name="connsiteY94" fmla="*/ 293618 h 1235482"/>
                <a:gd name="connsiteX95" fmla="*/ 949706 w 1225450"/>
                <a:gd name="connsiteY95" fmla="*/ 309489 h 1235482"/>
                <a:gd name="connsiteX96" fmla="*/ 965535 w 1225450"/>
                <a:gd name="connsiteY96" fmla="*/ 325360 h 1235482"/>
                <a:gd name="connsiteX97" fmla="*/ 981363 w 1225450"/>
                <a:gd name="connsiteY97" fmla="*/ 325360 h 1235482"/>
                <a:gd name="connsiteX98" fmla="*/ 981363 w 1225450"/>
                <a:gd name="connsiteY98" fmla="*/ 341231 h 1235482"/>
                <a:gd name="connsiteX99" fmla="*/ 918049 w 1225450"/>
                <a:gd name="connsiteY99" fmla="*/ 357103 h 1235482"/>
                <a:gd name="connsiteX100" fmla="*/ 902221 w 1225450"/>
                <a:gd name="connsiteY100" fmla="*/ 341231 h 1235482"/>
                <a:gd name="connsiteX101" fmla="*/ 886393 w 1225450"/>
                <a:gd name="connsiteY101" fmla="*/ 325360 h 1235482"/>
                <a:gd name="connsiteX102" fmla="*/ 886393 w 1225450"/>
                <a:gd name="connsiteY102" fmla="*/ 341231 h 1235482"/>
                <a:gd name="connsiteX103" fmla="*/ 870564 w 1225450"/>
                <a:gd name="connsiteY103" fmla="*/ 357103 h 1235482"/>
                <a:gd name="connsiteX104" fmla="*/ 854736 w 1225450"/>
                <a:gd name="connsiteY104" fmla="*/ 357103 h 1235482"/>
                <a:gd name="connsiteX105" fmla="*/ 842864 w 1225450"/>
                <a:gd name="connsiteY105" fmla="*/ 341231 h 1235482"/>
                <a:gd name="connsiteX106" fmla="*/ 811208 w 1225450"/>
                <a:gd name="connsiteY106" fmla="*/ 325360 h 1235482"/>
                <a:gd name="connsiteX107" fmla="*/ 763722 w 1225450"/>
                <a:gd name="connsiteY107" fmla="*/ 325360 h 1235482"/>
                <a:gd name="connsiteX108" fmla="*/ 732065 w 1225450"/>
                <a:gd name="connsiteY108" fmla="*/ 325360 h 1235482"/>
                <a:gd name="connsiteX109" fmla="*/ 716237 w 1225450"/>
                <a:gd name="connsiteY109" fmla="*/ 341231 h 1235482"/>
                <a:gd name="connsiteX110" fmla="*/ 641052 w 1225450"/>
                <a:gd name="connsiteY110" fmla="*/ 372974 h 1235482"/>
                <a:gd name="connsiteX111" fmla="*/ 577738 w 1225450"/>
                <a:gd name="connsiteY111" fmla="*/ 420588 h 1235482"/>
                <a:gd name="connsiteX112" fmla="*/ 561910 w 1225450"/>
                <a:gd name="connsiteY112" fmla="*/ 420588 h 1235482"/>
                <a:gd name="connsiteX113" fmla="*/ 577738 w 1225450"/>
                <a:gd name="connsiteY113" fmla="*/ 372974 h 1235482"/>
                <a:gd name="connsiteX114" fmla="*/ 546081 w 1225450"/>
                <a:gd name="connsiteY114" fmla="*/ 388845 h 1235482"/>
                <a:gd name="connsiteX115" fmla="*/ 530253 w 1225450"/>
                <a:gd name="connsiteY115" fmla="*/ 388845 h 1235482"/>
                <a:gd name="connsiteX116" fmla="*/ 518381 w 1225450"/>
                <a:gd name="connsiteY116" fmla="*/ 388845 h 1235482"/>
                <a:gd name="connsiteX117" fmla="*/ 407582 w 1225450"/>
                <a:gd name="connsiteY117" fmla="*/ 559461 h 1235482"/>
                <a:gd name="connsiteX118" fmla="*/ 391754 w 1225450"/>
                <a:gd name="connsiteY118" fmla="*/ 591203 h 1235482"/>
                <a:gd name="connsiteX119" fmla="*/ 387796 w 1225450"/>
                <a:gd name="connsiteY119" fmla="*/ 595171 h 1235482"/>
                <a:gd name="connsiteX120" fmla="*/ 387796 w 1225450"/>
                <a:gd name="connsiteY120" fmla="*/ 591203 h 1235482"/>
                <a:gd name="connsiteX121" fmla="*/ 383839 w 1225450"/>
                <a:gd name="connsiteY121" fmla="*/ 567396 h 1235482"/>
                <a:gd name="connsiteX122" fmla="*/ 379882 w 1225450"/>
                <a:gd name="connsiteY122" fmla="*/ 535654 h 1235482"/>
                <a:gd name="connsiteX123" fmla="*/ 379882 w 1225450"/>
                <a:gd name="connsiteY123" fmla="*/ 484072 h 1235482"/>
                <a:gd name="connsiteX124" fmla="*/ 379882 w 1225450"/>
                <a:gd name="connsiteY124" fmla="*/ 480105 h 1235482"/>
                <a:gd name="connsiteX125" fmla="*/ 383839 w 1225450"/>
                <a:gd name="connsiteY125" fmla="*/ 476137 h 1235482"/>
                <a:gd name="connsiteX126" fmla="*/ 375925 w 1225450"/>
                <a:gd name="connsiteY126" fmla="*/ 468201 h 1235482"/>
                <a:gd name="connsiteX127" fmla="*/ 368011 w 1225450"/>
                <a:gd name="connsiteY127" fmla="*/ 448362 h 1235482"/>
                <a:gd name="connsiteX128" fmla="*/ 360097 w 1225450"/>
                <a:gd name="connsiteY128" fmla="*/ 440427 h 1235482"/>
                <a:gd name="connsiteX129" fmla="*/ 316568 w 1225450"/>
                <a:gd name="connsiteY129" fmla="*/ 392813 h 1235482"/>
                <a:gd name="connsiteX130" fmla="*/ 328440 w 1225450"/>
                <a:gd name="connsiteY130" fmla="*/ 372974 h 1235482"/>
                <a:gd name="connsiteX131" fmla="*/ 312611 w 1225450"/>
                <a:gd name="connsiteY131" fmla="*/ 365038 h 1235482"/>
                <a:gd name="connsiteX132" fmla="*/ 189941 w 1225450"/>
                <a:gd name="connsiteY132" fmla="*/ 365038 h 1235482"/>
                <a:gd name="connsiteX133" fmla="*/ 189941 w 1225450"/>
                <a:gd name="connsiteY133" fmla="*/ 321392 h 1235482"/>
                <a:gd name="connsiteX134" fmla="*/ 174113 w 1225450"/>
                <a:gd name="connsiteY134" fmla="*/ 305521 h 1235482"/>
                <a:gd name="connsiteX135" fmla="*/ 162241 w 1225450"/>
                <a:gd name="connsiteY135" fmla="*/ 301553 h 1235482"/>
                <a:gd name="connsiteX136" fmla="*/ 158284 w 1225450"/>
                <a:gd name="connsiteY136" fmla="*/ 301553 h 1235482"/>
                <a:gd name="connsiteX137" fmla="*/ 158284 w 1225450"/>
                <a:gd name="connsiteY137" fmla="*/ 297585 h 1235482"/>
                <a:gd name="connsiteX138" fmla="*/ 150370 w 1225450"/>
                <a:gd name="connsiteY138" fmla="*/ 297585 h 1235482"/>
                <a:gd name="connsiteX139" fmla="*/ 126627 w 1225450"/>
                <a:gd name="connsiteY139" fmla="*/ 293618 h 1235482"/>
                <a:gd name="connsiteX140" fmla="*/ 91013 w 1225450"/>
                <a:gd name="connsiteY140" fmla="*/ 297585 h 1235482"/>
                <a:gd name="connsiteX141" fmla="*/ 67271 w 1225450"/>
                <a:gd name="connsiteY141" fmla="*/ 293618 h 1235482"/>
                <a:gd name="connsiteX142" fmla="*/ 35614 w 1225450"/>
                <a:gd name="connsiteY142" fmla="*/ 277746 h 1235482"/>
                <a:gd name="connsiteX143" fmla="*/ 23742 w 1225450"/>
                <a:gd name="connsiteY143" fmla="*/ 277746 h 1235482"/>
                <a:gd name="connsiteX144" fmla="*/ 0 w 1225450"/>
                <a:gd name="connsiteY144" fmla="*/ 238068 h 1235482"/>
                <a:gd name="connsiteX145" fmla="*/ 0 w 1225450"/>
                <a:gd name="connsiteY145" fmla="*/ 202358 h 1235482"/>
                <a:gd name="connsiteX146" fmla="*/ 23742 w 1225450"/>
                <a:gd name="connsiteY146" fmla="*/ 202358 h 1235482"/>
                <a:gd name="connsiteX147" fmla="*/ 83099 w 1225450"/>
                <a:gd name="connsiteY147" fmla="*/ 170616 h 1235482"/>
                <a:gd name="connsiteX148" fmla="*/ 162241 w 1225450"/>
                <a:gd name="connsiteY148" fmla="*/ 138873 h 1235482"/>
                <a:gd name="connsiteX149" fmla="*/ 300740 w 1225450"/>
                <a:gd name="connsiteY149" fmla="*/ 31742 h 1235482"/>
                <a:gd name="connsiteX150" fmla="*/ 364054 w 1225450"/>
                <a:gd name="connsiteY150" fmla="*/ 0 h 1235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225450" h="1235482">
                  <a:moveTo>
                    <a:pt x="827555" y="404583"/>
                  </a:moveTo>
                  <a:lnTo>
                    <a:pt x="854304" y="404583"/>
                  </a:lnTo>
                  <a:lnTo>
                    <a:pt x="886069" y="404583"/>
                  </a:lnTo>
                  <a:lnTo>
                    <a:pt x="886069" y="419630"/>
                  </a:lnTo>
                  <a:lnTo>
                    <a:pt x="917834" y="404583"/>
                  </a:lnTo>
                  <a:lnTo>
                    <a:pt x="932880" y="419630"/>
                  </a:lnTo>
                  <a:lnTo>
                    <a:pt x="964645" y="448051"/>
                  </a:lnTo>
                  <a:lnTo>
                    <a:pt x="981363" y="448051"/>
                  </a:lnTo>
                  <a:lnTo>
                    <a:pt x="996410" y="463097"/>
                  </a:lnTo>
                  <a:lnTo>
                    <a:pt x="1039877" y="479815"/>
                  </a:lnTo>
                  <a:lnTo>
                    <a:pt x="1056595" y="494862"/>
                  </a:lnTo>
                  <a:lnTo>
                    <a:pt x="1071642" y="543345"/>
                  </a:lnTo>
                  <a:lnTo>
                    <a:pt x="1056595" y="558391"/>
                  </a:lnTo>
                  <a:lnTo>
                    <a:pt x="1056595" y="575110"/>
                  </a:lnTo>
                  <a:lnTo>
                    <a:pt x="1071642" y="590156"/>
                  </a:lnTo>
                  <a:lnTo>
                    <a:pt x="1088360" y="682107"/>
                  </a:lnTo>
                  <a:lnTo>
                    <a:pt x="1071642" y="697153"/>
                  </a:lnTo>
                  <a:lnTo>
                    <a:pt x="1056595" y="713871"/>
                  </a:lnTo>
                  <a:lnTo>
                    <a:pt x="1039877" y="745636"/>
                  </a:lnTo>
                  <a:lnTo>
                    <a:pt x="1008113" y="772385"/>
                  </a:lnTo>
                  <a:lnTo>
                    <a:pt x="981363" y="820868"/>
                  </a:lnTo>
                  <a:lnTo>
                    <a:pt x="996410" y="835915"/>
                  </a:lnTo>
                  <a:lnTo>
                    <a:pt x="1008113" y="835915"/>
                  </a:lnTo>
                  <a:lnTo>
                    <a:pt x="1056595" y="820868"/>
                  </a:lnTo>
                  <a:lnTo>
                    <a:pt x="1071642" y="772385"/>
                  </a:lnTo>
                  <a:lnTo>
                    <a:pt x="1120125" y="757339"/>
                  </a:lnTo>
                  <a:lnTo>
                    <a:pt x="1150218" y="745636"/>
                  </a:lnTo>
                  <a:lnTo>
                    <a:pt x="1195357" y="835915"/>
                  </a:lnTo>
                  <a:lnTo>
                    <a:pt x="1195357" y="927866"/>
                  </a:lnTo>
                  <a:lnTo>
                    <a:pt x="1210404" y="957959"/>
                  </a:lnTo>
                  <a:lnTo>
                    <a:pt x="1210404" y="974677"/>
                  </a:lnTo>
                  <a:lnTo>
                    <a:pt x="1225450" y="957959"/>
                  </a:lnTo>
                  <a:lnTo>
                    <a:pt x="1195357" y="1053253"/>
                  </a:lnTo>
                  <a:lnTo>
                    <a:pt x="1163592" y="1053253"/>
                  </a:lnTo>
                  <a:lnTo>
                    <a:pt x="1150218" y="1069971"/>
                  </a:lnTo>
                  <a:lnTo>
                    <a:pt x="1150218" y="1081674"/>
                  </a:lnTo>
                  <a:lnTo>
                    <a:pt x="1150218" y="1113439"/>
                  </a:lnTo>
                  <a:lnTo>
                    <a:pt x="1135171" y="1113439"/>
                  </a:lnTo>
                  <a:lnTo>
                    <a:pt x="1135171" y="1128485"/>
                  </a:lnTo>
                  <a:lnTo>
                    <a:pt x="1120125" y="1160250"/>
                  </a:lnTo>
                  <a:lnTo>
                    <a:pt x="1120125" y="1192015"/>
                  </a:lnTo>
                  <a:lnTo>
                    <a:pt x="1076657" y="1235482"/>
                  </a:lnTo>
                  <a:lnTo>
                    <a:pt x="834242" y="1235482"/>
                  </a:lnTo>
                  <a:lnTo>
                    <a:pt x="830899" y="1235482"/>
                  </a:lnTo>
                  <a:lnTo>
                    <a:pt x="514923" y="1235482"/>
                  </a:lnTo>
                  <a:lnTo>
                    <a:pt x="561734" y="1208733"/>
                  </a:lnTo>
                  <a:lnTo>
                    <a:pt x="625264" y="1053253"/>
                  </a:lnTo>
                  <a:lnTo>
                    <a:pt x="625264" y="957959"/>
                  </a:lnTo>
                  <a:lnTo>
                    <a:pt x="578453" y="835915"/>
                  </a:lnTo>
                  <a:lnTo>
                    <a:pt x="608546" y="728918"/>
                  </a:lnTo>
                  <a:lnTo>
                    <a:pt x="625264" y="713871"/>
                  </a:lnTo>
                  <a:lnTo>
                    <a:pt x="625264" y="618577"/>
                  </a:lnTo>
                  <a:lnTo>
                    <a:pt x="640310" y="601859"/>
                  </a:lnTo>
                  <a:lnTo>
                    <a:pt x="657029" y="575110"/>
                  </a:lnTo>
                  <a:lnTo>
                    <a:pt x="683778" y="558391"/>
                  </a:lnTo>
                  <a:lnTo>
                    <a:pt x="700496" y="543345"/>
                  </a:lnTo>
                  <a:lnTo>
                    <a:pt x="715543" y="526627"/>
                  </a:lnTo>
                  <a:lnTo>
                    <a:pt x="715543" y="543345"/>
                  </a:lnTo>
                  <a:lnTo>
                    <a:pt x="732261" y="590156"/>
                  </a:lnTo>
                  <a:lnTo>
                    <a:pt x="732261" y="575110"/>
                  </a:lnTo>
                  <a:lnTo>
                    <a:pt x="747307" y="575110"/>
                  </a:lnTo>
                  <a:lnTo>
                    <a:pt x="764026" y="494862"/>
                  </a:lnTo>
                  <a:lnTo>
                    <a:pt x="827555" y="479815"/>
                  </a:lnTo>
                  <a:lnTo>
                    <a:pt x="827555" y="463097"/>
                  </a:lnTo>
                  <a:lnTo>
                    <a:pt x="810837" y="448051"/>
                  </a:lnTo>
                  <a:lnTo>
                    <a:pt x="810837" y="419630"/>
                  </a:lnTo>
                  <a:close/>
                  <a:moveTo>
                    <a:pt x="364054" y="0"/>
                  </a:moveTo>
                  <a:cubicBezTo>
                    <a:pt x="364054" y="0"/>
                    <a:pt x="364054" y="0"/>
                    <a:pt x="391754" y="0"/>
                  </a:cubicBezTo>
                  <a:cubicBezTo>
                    <a:pt x="391754" y="0"/>
                    <a:pt x="391754" y="0"/>
                    <a:pt x="391754" y="15871"/>
                  </a:cubicBezTo>
                  <a:cubicBezTo>
                    <a:pt x="391754" y="15871"/>
                    <a:pt x="391754" y="15871"/>
                    <a:pt x="364054" y="31742"/>
                  </a:cubicBezTo>
                  <a:cubicBezTo>
                    <a:pt x="364054" y="31742"/>
                    <a:pt x="364054" y="31742"/>
                    <a:pt x="316568" y="95227"/>
                  </a:cubicBezTo>
                  <a:cubicBezTo>
                    <a:pt x="316568" y="95227"/>
                    <a:pt x="316568" y="95227"/>
                    <a:pt x="300740" y="111099"/>
                  </a:cubicBezTo>
                  <a:cubicBezTo>
                    <a:pt x="300740" y="111099"/>
                    <a:pt x="300740" y="111099"/>
                    <a:pt x="284912" y="123002"/>
                  </a:cubicBezTo>
                  <a:cubicBezTo>
                    <a:pt x="284912" y="123002"/>
                    <a:pt x="284912" y="123002"/>
                    <a:pt x="284912" y="170616"/>
                  </a:cubicBezTo>
                  <a:cubicBezTo>
                    <a:pt x="284912" y="170616"/>
                    <a:pt x="284912" y="170616"/>
                    <a:pt x="316568" y="138873"/>
                  </a:cubicBezTo>
                  <a:cubicBezTo>
                    <a:pt x="316568" y="138873"/>
                    <a:pt x="316568" y="138873"/>
                    <a:pt x="332397" y="154744"/>
                  </a:cubicBezTo>
                  <a:cubicBezTo>
                    <a:pt x="332397" y="154744"/>
                    <a:pt x="332397" y="154744"/>
                    <a:pt x="364054" y="138873"/>
                  </a:cubicBezTo>
                  <a:cubicBezTo>
                    <a:pt x="364054" y="138873"/>
                    <a:pt x="364054" y="138873"/>
                    <a:pt x="423410" y="170616"/>
                  </a:cubicBezTo>
                  <a:cubicBezTo>
                    <a:pt x="423410" y="170616"/>
                    <a:pt x="423410" y="170616"/>
                    <a:pt x="470896" y="234101"/>
                  </a:cubicBezTo>
                  <a:cubicBezTo>
                    <a:pt x="470896" y="234101"/>
                    <a:pt x="470896" y="234101"/>
                    <a:pt x="486724" y="234101"/>
                  </a:cubicBezTo>
                  <a:cubicBezTo>
                    <a:pt x="486724" y="234101"/>
                    <a:pt x="486724" y="234101"/>
                    <a:pt x="561910" y="234101"/>
                  </a:cubicBezTo>
                  <a:cubicBezTo>
                    <a:pt x="561910" y="234101"/>
                    <a:pt x="561910" y="234101"/>
                    <a:pt x="577738" y="234101"/>
                  </a:cubicBezTo>
                  <a:cubicBezTo>
                    <a:pt x="577738" y="234101"/>
                    <a:pt x="577738" y="234101"/>
                    <a:pt x="593567" y="218229"/>
                  </a:cubicBezTo>
                  <a:cubicBezTo>
                    <a:pt x="593567" y="218229"/>
                    <a:pt x="593567" y="218229"/>
                    <a:pt x="641052" y="186487"/>
                  </a:cubicBezTo>
                  <a:cubicBezTo>
                    <a:pt x="641052" y="186487"/>
                    <a:pt x="641052" y="186487"/>
                    <a:pt x="763722" y="186487"/>
                  </a:cubicBezTo>
                  <a:cubicBezTo>
                    <a:pt x="763722" y="186487"/>
                    <a:pt x="763722" y="186487"/>
                    <a:pt x="779551" y="170616"/>
                  </a:cubicBezTo>
                  <a:cubicBezTo>
                    <a:pt x="779551" y="170616"/>
                    <a:pt x="779551" y="170616"/>
                    <a:pt x="811208" y="170616"/>
                  </a:cubicBezTo>
                  <a:cubicBezTo>
                    <a:pt x="811208" y="170616"/>
                    <a:pt x="811208" y="170616"/>
                    <a:pt x="811208" y="186487"/>
                  </a:cubicBezTo>
                  <a:cubicBezTo>
                    <a:pt x="811208" y="186487"/>
                    <a:pt x="811208" y="186487"/>
                    <a:pt x="811208" y="218229"/>
                  </a:cubicBezTo>
                  <a:cubicBezTo>
                    <a:pt x="811208" y="218229"/>
                    <a:pt x="811208" y="218229"/>
                    <a:pt x="854736" y="234101"/>
                  </a:cubicBezTo>
                  <a:cubicBezTo>
                    <a:pt x="854736" y="234101"/>
                    <a:pt x="854736" y="234101"/>
                    <a:pt x="918049" y="234101"/>
                  </a:cubicBezTo>
                  <a:cubicBezTo>
                    <a:pt x="918049" y="234101"/>
                    <a:pt x="918049" y="234101"/>
                    <a:pt x="933878" y="234101"/>
                  </a:cubicBezTo>
                  <a:cubicBezTo>
                    <a:pt x="933878" y="234101"/>
                    <a:pt x="933878" y="234101"/>
                    <a:pt x="933878" y="249972"/>
                  </a:cubicBezTo>
                  <a:cubicBezTo>
                    <a:pt x="933878" y="249972"/>
                    <a:pt x="933878" y="249972"/>
                    <a:pt x="933878" y="265843"/>
                  </a:cubicBezTo>
                  <a:cubicBezTo>
                    <a:pt x="933878" y="265843"/>
                    <a:pt x="933878" y="265843"/>
                    <a:pt x="933878" y="293618"/>
                  </a:cubicBezTo>
                  <a:cubicBezTo>
                    <a:pt x="933878" y="293618"/>
                    <a:pt x="933878" y="293618"/>
                    <a:pt x="949706" y="309489"/>
                  </a:cubicBezTo>
                  <a:cubicBezTo>
                    <a:pt x="949706" y="309489"/>
                    <a:pt x="949706" y="309489"/>
                    <a:pt x="965535" y="325360"/>
                  </a:cubicBezTo>
                  <a:cubicBezTo>
                    <a:pt x="965535" y="325360"/>
                    <a:pt x="965535" y="325360"/>
                    <a:pt x="981363" y="325360"/>
                  </a:cubicBezTo>
                  <a:cubicBezTo>
                    <a:pt x="981363" y="325360"/>
                    <a:pt x="981363" y="325360"/>
                    <a:pt x="981363" y="341231"/>
                  </a:cubicBezTo>
                  <a:cubicBezTo>
                    <a:pt x="981363" y="341231"/>
                    <a:pt x="981363" y="341231"/>
                    <a:pt x="918049" y="357103"/>
                  </a:cubicBezTo>
                  <a:cubicBezTo>
                    <a:pt x="918049" y="357103"/>
                    <a:pt x="918049" y="357103"/>
                    <a:pt x="902221" y="341231"/>
                  </a:cubicBezTo>
                  <a:cubicBezTo>
                    <a:pt x="902221" y="341231"/>
                    <a:pt x="902221" y="341231"/>
                    <a:pt x="886393" y="325360"/>
                  </a:cubicBezTo>
                  <a:cubicBezTo>
                    <a:pt x="886393" y="325360"/>
                    <a:pt x="886393" y="325360"/>
                    <a:pt x="886393" y="341231"/>
                  </a:cubicBezTo>
                  <a:cubicBezTo>
                    <a:pt x="886393" y="341231"/>
                    <a:pt x="886393" y="341231"/>
                    <a:pt x="870564" y="357103"/>
                  </a:cubicBezTo>
                  <a:cubicBezTo>
                    <a:pt x="870564" y="357103"/>
                    <a:pt x="870564" y="357103"/>
                    <a:pt x="854736" y="357103"/>
                  </a:cubicBezTo>
                  <a:cubicBezTo>
                    <a:pt x="854736" y="357103"/>
                    <a:pt x="854736" y="357103"/>
                    <a:pt x="842864" y="341231"/>
                  </a:cubicBezTo>
                  <a:cubicBezTo>
                    <a:pt x="842864" y="341231"/>
                    <a:pt x="842864" y="341231"/>
                    <a:pt x="811208" y="325360"/>
                  </a:cubicBezTo>
                  <a:cubicBezTo>
                    <a:pt x="811208" y="325360"/>
                    <a:pt x="811208" y="325360"/>
                    <a:pt x="763722" y="325360"/>
                  </a:cubicBezTo>
                  <a:cubicBezTo>
                    <a:pt x="763722" y="325360"/>
                    <a:pt x="763722" y="325360"/>
                    <a:pt x="732065" y="325360"/>
                  </a:cubicBezTo>
                  <a:cubicBezTo>
                    <a:pt x="732065" y="325360"/>
                    <a:pt x="732065" y="325360"/>
                    <a:pt x="716237" y="341231"/>
                  </a:cubicBezTo>
                  <a:cubicBezTo>
                    <a:pt x="716237" y="341231"/>
                    <a:pt x="716237" y="341231"/>
                    <a:pt x="641052" y="372974"/>
                  </a:cubicBezTo>
                  <a:cubicBezTo>
                    <a:pt x="641052" y="372974"/>
                    <a:pt x="641052" y="372974"/>
                    <a:pt x="577738" y="420588"/>
                  </a:cubicBezTo>
                  <a:cubicBezTo>
                    <a:pt x="577738" y="420588"/>
                    <a:pt x="577738" y="420588"/>
                    <a:pt x="561910" y="420588"/>
                  </a:cubicBezTo>
                  <a:cubicBezTo>
                    <a:pt x="561910" y="420588"/>
                    <a:pt x="561910" y="420588"/>
                    <a:pt x="577738" y="372974"/>
                  </a:cubicBezTo>
                  <a:cubicBezTo>
                    <a:pt x="577738" y="372974"/>
                    <a:pt x="577738" y="372974"/>
                    <a:pt x="546081" y="388845"/>
                  </a:cubicBezTo>
                  <a:cubicBezTo>
                    <a:pt x="546081" y="388845"/>
                    <a:pt x="546081" y="388845"/>
                    <a:pt x="530253" y="388845"/>
                  </a:cubicBezTo>
                  <a:cubicBezTo>
                    <a:pt x="530253" y="388845"/>
                    <a:pt x="530253" y="388845"/>
                    <a:pt x="518381" y="388845"/>
                  </a:cubicBezTo>
                  <a:cubicBezTo>
                    <a:pt x="518381" y="388845"/>
                    <a:pt x="518381" y="388845"/>
                    <a:pt x="407582" y="559461"/>
                  </a:cubicBezTo>
                  <a:cubicBezTo>
                    <a:pt x="407582" y="559461"/>
                    <a:pt x="407582" y="559461"/>
                    <a:pt x="391754" y="591203"/>
                  </a:cubicBezTo>
                  <a:cubicBezTo>
                    <a:pt x="391754" y="591203"/>
                    <a:pt x="391754" y="591203"/>
                    <a:pt x="387796" y="595171"/>
                  </a:cubicBezTo>
                  <a:cubicBezTo>
                    <a:pt x="387796" y="595171"/>
                    <a:pt x="387796" y="595171"/>
                    <a:pt x="387796" y="591203"/>
                  </a:cubicBezTo>
                  <a:cubicBezTo>
                    <a:pt x="387796" y="583268"/>
                    <a:pt x="387796" y="575332"/>
                    <a:pt x="383839" y="567396"/>
                  </a:cubicBezTo>
                  <a:cubicBezTo>
                    <a:pt x="379882" y="555493"/>
                    <a:pt x="379882" y="543590"/>
                    <a:pt x="379882" y="535654"/>
                  </a:cubicBezTo>
                  <a:cubicBezTo>
                    <a:pt x="383839" y="519783"/>
                    <a:pt x="383839" y="499944"/>
                    <a:pt x="379882" y="484072"/>
                  </a:cubicBezTo>
                  <a:cubicBezTo>
                    <a:pt x="379882" y="480105"/>
                    <a:pt x="379882" y="480105"/>
                    <a:pt x="379882" y="480105"/>
                  </a:cubicBezTo>
                  <a:cubicBezTo>
                    <a:pt x="379882" y="480105"/>
                    <a:pt x="379882" y="480105"/>
                    <a:pt x="383839" y="476137"/>
                  </a:cubicBezTo>
                  <a:cubicBezTo>
                    <a:pt x="383839" y="476137"/>
                    <a:pt x="383839" y="476137"/>
                    <a:pt x="375925" y="468201"/>
                  </a:cubicBezTo>
                  <a:cubicBezTo>
                    <a:pt x="368011" y="452330"/>
                    <a:pt x="368011" y="452330"/>
                    <a:pt x="368011" y="448362"/>
                  </a:cubicBezTo>
                  <a:cubicBezTo>
                    <a:pt x="364054" y="448362"/>
                    <a:pt x="364054" y="444394"/>
                    <a:pt x="360097" y="440427"/>
                  </a:cubicBezTo>
                  <a:cubicBezTo>
                    <a:pt x="344268" y="424555"/>
                    <a:pt x="320526" y="396781"/>
                    <a:pt x="316568" y="392813"/>
                  </a:cubicBezTo>
                  <a:cubicBezTo>
                    <a:pt x="316568" y="388845"/>
                    <a:pt x="328440" y="376942"/>
                    <a:pt x="328440" y="372974"/>
                  </a:cubicBezTo>
                  <a:cubicBezTo>
                    <a:pt x="324483" y="369006"/>
                    <a:pt x="320526" y="365038"/>
                    <a:pt x="312611" y="365038"/>
                  </a:cubicBezTo>
                  <a:cubicBezTo>
                    <a:pt x="312611" y="365038"/>
                    <a:pt x="312611" y="365038"/>
                    <a:pt x="189941" y="365038"/>
                  </a:cubicBezTo>
                  <a:cubicBezTo>
                    <a:pt x="189941" y="365038"/>
                    <a:pt x="189941" y="365038"/>
                    <a:pt x="189941" y="321392"/>
                  </a:cubicBezTo>
                  <a:cubicBezTo>
                    <a:pt x="193898" y="317424"/>
                    <a:pt x="189941" y="309489"/>
                    <a:pt x="174113" y="305521"/>
                  </a:cubicBezTo>
                  <a:cubicBezTo>
                    <a:pt x="166198" y="301553"/>
                    <a:pt x="162241" y="301553"/>
                    <a:pt x="162241" y="301553"/>
                  </a:cubicBezTo>
                  <a:cubicBezTo>
                    <a:pt x="162241" y="301553"/>
                    <a:pt x="162241" y="301553"/>
                    <a:pt x="158284" y="301553"/>
                  </a:cubicBezTo>
                  <a:cubicBezTo>
                    <a:pt x="158284" y="301553"/>
                    <a:pt x="158284" y="301553"/>
                    <a:pt x="158284" y="297585"/>
                  </a:cubicBezTo>
                  <a:cubicBezTo>
                    <a:pt x="154327" y="297585"/>
                    <a:pt x="154327" y="297585"/>
                    <a:pt x="150370" y="297585"/>
                  </a:cubicBezTo>
                  <a:cubicBezTo>
                    <a:pt x="146413" y="293618"/>
                    <a:pt x="138499" y="293618"/>
                    <a:pt x="126627" y="293618"/>
                  </a:cubicBezTo>
                  <a:cubicBezTo>
                    <a:pt x="106842" y="293618"/>
                    <a:pt x="91013" y="297585"/>
                    <a:pt x="91013" y="297585"/>
                  </a:cubicBezTo>
                  <a:cubicBezTo>
                    <a:pt x="91013" y="297585"/>
                    <a:pt x="91013" y="297585"/>
                    <a:pt x="67271" y="293618"/>
                  </a:cubicBezTo>
                  <a:cubicBezTo>
                    <a:pt x="67271" y="293618"/>
                    <a:pt x="67271" y="293618"/>
                    <a:pt x="35614" y="277746"/>
                  </a:cubicBezTo>
                  <a:cubicBezTo>
                    <a:pt x="35614" y="277746"/>
                    <a:pt x="35614" y="277746"/>
                    <a:pt x="23742" y="277746"/>
                  </a:cubicBezTo>
                  <a:lnTo>
                    <a:pt x="0" y="238068"/>
                  </a:lnTo>
                  <a:cubicBezTo>
                    <a:pt x="0" y="238068"/>
                    <a:pt x="0" y="238068"/>
                    <a:pt x="0" y="202358"/>
                  </a:cubicBezTo>
                  <a:cubicBezTo>
                    <a:pt x="0" y="202358"/>
                    <a:pt x="0" y="202358"/>
                    <a:pt x="23742" y="202358"/>
                  </a:cubicBezTo>
                  <a:cubicBezTo>
                    <a:pt x="23742" y="202358"/>
                    <a:pt x="23742" y="202358"/>
                    <a:pt x="83099" y="170616"/>
                  </a:cubicBezTo>
                  <a:cubicBezTo>
                    <a:pt x="83099" y="170616"/>
                    <a:pt x="83099" y="170616"/>
                    <a:pt x="162241" y="138873"/>
                  </a:cubicBezTo>
                  <a:cubicBezTo>
                    <a:pt x="162241" y="138873"/>
                    <a:pt x="162241" y="138873"/>
                    <a:pt x="300740" y="31742"/>
                  </a:cubicBezTo>
                  <a:cubicBezTo>
                    <a:pt x="300740" y="31742"/>
                    <a:pt x="300740" y="31742"/>
                    <a:pt x="364054" y="0"/>
                  </a:cubicBez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43" name="Massachusetts">
              <a:extLst>
                <a:ext uri="{FF2B5EF4-FFF2-40B4-BE49-F238E27FC236}">
                  <a16:creationId xmlns:a16="http://schemas.microsoft.com/office/drawing/2014/main" id="{2FEF83F2-C2B4-4186-A51B-E64787B0560D}"/>
                </a:ext>
              </a:extLst>
            </p:cNvPr>
            <p:cNvSpPr>
              <a:spLocks/>
            </p:cNvSpPr>
            <p:nvPr/>
          </p:nvSpPr>
          <p:spPr bwMode="auto">
            <a:xfrm>
              <a:off x="10004675" y="2208347"/>
              <a:ext cx="506564" cy="300929"/>
            </a:xfrm>
            <a:custGeom>
              <a:avLst/>
              <a:gdLst>
                <a:gd name="T0" fmla="*/ 64 w 128"/>
                <a:gd name="T1" fmla="*/ 9 h 76"/>
                <a:gd name="T2" fmla="*/ 64 w 128"/>
                <a:gd name="T3" fmla="*/ 1 h 76"/>
                <a:gd name="T4" fmla="*/ 26 w 128"/>
                <a:gd name="T5" fmla="*/ 1 h 76"/>
                <a:gd name="T6" fmla="*/ 25 w 128"/>
                <a:gd name="T7" fmla="*/ 1 h 76"/>
                <a:gd name="T8" fmla="*/ 25 w 128"/>
                <a:gd name="T9" fmla="*/ 1 h 76"/>
                <a:gd name="T10" fmla="*/ 6 w 128"/>
                <a:gd name="T11" fmla="*/ 1 h 76"/>
                <a:gd name="T12" fmla="*/ 5 w 128"/>
                <a:gd name="T13" fmla="*/ 5 h 76"/>
                <a:gd name="T14" fmla="*/ 2 w 128"/>
                <a:gd name="T15" fmla="*/ 28 h 76"/>
                <a:gd name="T16" fmla="*/ 3 w 128"/>
                <a:gd name="T17" fmla="*/ 51 h 76"/>
                <a:gd name="T18" fmla="*/ 52 w 128"/>
                <a:gd name="T19" fmla="*/ 51 h 76"/>
                <a:gd name="T20" fmla="*/ 52 w 128"/>
                <a:gd name="T21" fmla="*/ 51 h 76"/>
                <a:gd name="T22" fmla="*/ 52 w 128"/>
                <a:gd name="T23" fmla="*/ 52 h 76"/>
                <a:gd name="T24" fmla="*/ 68 w 128"/>
                <a:gd name="T25" fmla="*/ 52 h 76"/>
                <a:gd name="T26" fmla="*/ 74 w 128"/>
                <a:gd name="T27" fmla="*/ 59 h 76"/>
                <a:gd name="T28" fmla="*/ 74 w 128"/>
                <a:gd name="T29" fmla="*/ 61 h 76"/>
                <a:gd name="T30" fmla="*/ 76 w 128"/>
                <a:gd name="T31" fmla="*/ 67 h 76"/>
                <a:gd name="T32" fmla="*/ 77 w 128"/>
                <a:gd name="T33" fmla="*/ 68 h 76"/>
                <a:gd name="T34" fmla="*/ 77 w 128"/>
                <a:gd name="T35" fmla="*/ 76 h 76"/>
                <a:gd name="T36" fmla="*/ 81 w 128"/>
                <a:gd name="T37" fmla="*/ 76 h 76"/>
                <a:gd name="T38" fmla="*/ 85 w 128"/>
                <a:gd name="T39" fmla="*/ 72 h 76"/>
                <a:gd name="T40" fmla="*/ 97 w 128"/>
                <a:gd name="T41" fmla="*/ 68 h 76"/>
                <a:gd name="T42" fmla="*/ 101 w 128"/>
                <a:gd name="T43" fmla="*/ 68 h 76"/>
                <a:gd name="T44" fmla="*/ 101 w 128"/>
                <a:gd name="T45" fmla="*/ 72 h 76"/>
                <a:gd name="T46" fmla="*/ 105 w 128"/>
                <a:gd name="T47" fmla="*/ 72 h 76"/>
                <a:gd name="T48" fmla="*/ 112 w 128"/>
                <a:gd name="T49" fmla="*/ 72 h 76"/>
                <a:gd name="T50" fmla="*/ 116 w 128"/>
                <a:gd name="T51" fmla="*/ 72 h 76"/>
                <a:gd name="T52" fmla="*/ 124 w 128"/>
                <a:gd name="T53" fmla="*/ 68 h 76"/>
                <a:gd name="T54" fmla="*/ 128 w 128"/>
                <a:gd name="T55" fmla="*/ 64 h 76"/>
                <a:gd name="T56" fmla="*/ 124 w 128"/>
                <a:gd name="T57" fmla="*/ 53 h 76"/>
                <a:gd name="T58" fmla="*/ 124 w 128"/>
                <a:gd name="T59" fmla="*/ 61 h 76"/>
                <a:gd name="T60" fmla="*/ 124 w 128"/>
                <a:gd name="T61" fmla="*/ 64 h 76"/>
                <a:gd name="T62" fmla="*/ 116 w 128"/>
                <a:gd name="T63" fmla="*/ 64 h 76"/>
                <a:gd name="T64" fmla="*/ 105 w 128"/>
                <a:gd name="T65" fmla="*/ 61 h 76"/>
                <a:gd name="T66" fmla="*/ 101 w 128"/>
                <a:gd name="T67" fmla="*/ 53 h 76"/>
                <a:gd name="T68" fmla="*/ 97 w 128"/>
                <a:gd name="T69" fmla="*/ 49 h 76"/>
                <a:gd name="T70" fmla="*/ 97 w 128"/>
                <a:gd name="T71" fmla="*/ 45 h 76"/>
                <a:gd name="T72" fmla="*/ 93 w 128"/>
                <a:gd name="T73" fmla="*/ 41 h 76"/>
                <a:gd name="T74" fmla="*/ 85 w 128"/>
                <a:gd name="T75" fmla="*/ 37 h 76"/>
                <a:gd name="T76" fmla="*/ 85 w 128"/>
                <a:gd name="T77" fmla="*/ 29 h 76"/>
                <a:gd name="T78" fmla="*/ 89 w 128"/>
                <a:gd name="T79" fmla="*/ 29 h 76"/>
                <a:gd name="T80" fmla="*/ 93 w 128"/>
                <a:gd name="T81" fmla="*/ 22 h 76"/>
                <a:gd name="T82" fmla="*/ 97 w 128"/>
                <a:gd name="T83" fmla="*/ 22 h 76"/>
                <a:gd name="T84" fmla="*/ 89 w 128"/>
                <a:gd name="T85" fmla="*/ 6 h 76"/>
                <a:gd name="T86" fmla="*/ 90 w 128"/>
                <a:gd name="T87" fmla="*/ 2 h 76"/>
                <a:gd name="T88" fmla="*/ 91 w 128"/>
                <a:gd name="T89" fmla="*/ 0 h 76"/>
                <a:gd name="T90" fmla="*/ 80 w 128"/>
                <a:gd name="T91" fmla="*/ 9 h 76"/>
                <a:gd name="T92" fmla="*/ 64 w 128"/>
                <a:gd name="T93" fmla="*/ 9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76">
                  <a:moveTo>
                    <a:pt x="64" y="9"/>
                  </a:moveTo>
                  <a:cubicBezTo>
                    <a:pt x="64" y="1"/>
                    <a:pt x="64" y="1"/>
                    <a:pt x="64" y="1"/>
                  </a:cubicBezTo>
                  <a:cubicBezTo>
                    <a:pt x="26" y="1"/>
                    <a:pt x="26" y="1"/>
                    <a:pt x="26" y="1"/>
                  </a:cubicBezTo>
                  <a:cubicBezTo>
                    <a:pt x="25" y="1"/>
                    <a:pt x="25" y="1"/>
                    <a:pt x="25" y="1"/>
                  </a:cubicBezTo>
                  <a:cubicBezTo>
                    <a:pt x="25" y="1"/>
                    <a:pt x="25" y="1"/>
                    <a:pt x="25" y="1"/>
                  </a:cubicBezTo>
                  <a:cubicBezTo>
                    <a:pt x="6" y="1"/>
                    <a:pt x="6" y="1"/>
                    <a:pt x="6" y="1"/>
                  </a:cubicBezTo>
                  <a:cubicBezTo>
                    <a:pt x="5" y="5"/>
                    <a:pt x="5" y="5"/>
                    <a:pt x="5" y="5"/>
                  </a:cubicBezTo>
                  <a:cubicBezTo>
                    <a:pt x="0" y="25"/>
                    <a:pt x="1" y="28"/>
                    <a:pt x="2" y="28"/>
                  </a:cubicBezTo>
                  <a:cubicBezTo>
                    <a:pt x="3" y="30"/>
                    <a:pt x="3" y="40"/>
                    <a:pt x="3" y="51"/>
                  </a:cubicBezTo>
                  <a:cubicBezTo>
                    <a:pt x="52" y="51"/>
                    <a:pt x="52" y="51"/>
                    <a:pt x="52" y="51"/>
                  </a:cubicBezTo>
                  <a:cubicBezTo>
                    <a:pt x="52" y="51"/>
                    <a:pt x="52" y="51"/>
                    <a:pt x="52" y="51"/>
                  </a:cubicBezTo>
                  <a:cubicBezTo>
                    <a:pt x="52" y="52"/>
                    <a:pt x="52" y="52"/>
                    <a:pt x="52" y="52"/>
                  </a:cubicBezTo>
                  <a:cubicBezTo>
                    <a:pt x="68" y="52"/>
                    <a:pt x="68" y="52"/>
                    <a:pt x="68" y="52"/>
                  </a:cubicBezTo>
                  <a:cubicBezTo>
                    <a:pt x="74" y="59"/>
                    <a:pt x="74" y="59"/>
                    <a:pt x="74" y="59"/>
                  </a:cubicBezTo>
                  <a:cubicBezTo>
                    <a:pt x="74" y="61"/>
                    <a:pt x="74" y="61"/>
                    <a:pt x="74" y="61"/>
                  </a:cubicBezTo>
                  <a:cubicBezTo>
                    <a:pt x="75" y="63"/>
                    <a:pt x="76" y="66"/>
                    <a:pt x="76" y="67"/>
                  </a:cubicBezTo>
                  <a:cubicBezTo>
                    <a:pt x="77" y="68"/>
                    <a:pt x="77" y="68"/>
                    <a:pt x="77" y="68"/>
                  </a:cubicBezTo>
                  <a:cubicBezTo>
                    <a:pt x="77" y="76"/>
                    <a:pt x="77" y="76"/>
                    <a:pt x="77" y="76"/>
                  </a:cubicBezTo>
                  <a:cubicBezTo>
                    <a:pt x="81" y="76"/>
                    <a:pt x="81" y="76"/>
                    <a:pt x="81" y="76"/>
                  </a:cubicBezTo>
                  <a:cubicBezTo>
                    <a:pt x="85" y="72"/>
                    <a:pt x="85" y="72"/>
                    <a:pt x="85" y="72"/>
                  </a:cubicBezTo>
                  <a:cubicBezTo>
                    <a:pt x="97" y="68"/>
                    <a:pt x="97" y="68"/>
                    <a:pt x="97" y="68"/>
                  </a:cubicBezTo>
                  <a:cubicBezTo>
                    <a:pt x="101" y="68"/>
                    <a:pt x="101" y="68"/>
                    <a:pt x="101" y="68"/>
                  </a:cubicBezTo>
                  <a:cubicBezTo>
                    <a:pt x="101" y="72"/>
                    <a:pt x="101" y="72"/>
                    <a:pt x="101" y="72"/>
                  </a:cubicBezTo>
                  <a:cubicBezTo>
                    <a:pt x="105" y="72"/>
                    <a:pt x="105" y="72"/>
                    <a:pt x="105" y="72"/>
                  </a:cubicBezTo>
                  <a:cubicBezTo>
                    <a:pt x="112" y="72"/>
                    <a:pt x="112" y="72"/>
                    <a:pt x="112" y="72"/>
                  </a:cubicBezTo>
                  <a:cubicBezTo>
                    <a:pt x="116" y="72"/>
                    <a:pt x="116" y="72"/>
                    <a:pt x="116" y="72"/>
                  </a:cubicBezTo>
                  <a:cubicBezTo>
                    <a:pt x="124" y="68"/>
                    <a:pt x="124" y="68"/>
                    <a:pt x="124" y="68"/>
                  </a:cubicBezTo>
                  <a:cubicBezTo>
                    <a:pt x="128" y="64"/>
                    <a:pt x="128" y="64"/>
                    <a:pt x="128" y="64"/>
                  </a:cubicBezTo>
                  <a:cubicBezTo>
                    <a:pt x="124" y="53"/>
                    <a:pt x="124" y="53"/>
                    <a:pt x="124" y="53"/>
                  </a:cubicBezTo>
                  <a:cubicBezTo>
                    <a:pt x="124" y="61"/>
                    <a:pt x="124" y="61"/>
                    <a:pt x="124" y="61"/>
                  </a:cubicBezTo>
                  <a:cubicBezTo>
                    <a:pt x="124" y="64"/>
                    <a:pt x="124" y="64"/>
                    <a:pt x="124" y="64"/>
                  </a:cubicBezTo>
                  <a:cubicBezTo>
                    <a:pt x="116" y="64"/>
                    <a:pt x="116" y="64"/>
                    <a:pt x="116" y="64"/>
                  </a:cubicBezTo>
                  <a:cubicBezTo>
                    <a:pt x="105" y="61"/>
                    <a:pt x="105" y="61"/>
                    <a:pt x="105" y="61"/>
                  </a:cubicBezTo>
                  <a:cubicBezTo>
                    <a:pt x="101" y="53"/>
                    <a:pt x="101" y="53"/>
                    <a:pt x="101" y="53"/>
                  </a:cubicBezTo>
                  <a:cubicBezTo>
                    <a:pt x="97" y="49"/>
                    <a:pt x="97" y="49"/>
                    <a:pt x="97" y="49"/>
                  </a:cubicBezTo>
                  <a:cubicBezTo>
                    <a:pt x="97" y="45"/>
                    <a:pt x="97" y="45"/>
                    <a:pt x="97" y="45"/>
                  </a:cubicBezTo>
                  <a:cubicBezTo>
                    <a:pt x="93" y="41"/>
                    <a:pt x="93" y="41"/>
                    <a:pt x="93" y="41"/>
                  </a:cubicBezTo>
                  <a:cubicBezTo>
                    <a:pt x="85" y="37"/>
                    <a:pt x="85" y="37"/>
                    <a:pt x="85" y="37"/>
                  </a:cubicBezTo>
                  <a:cubicBezTo>
                    <a:pt x="85" y="29"/>
                    <a:pt x="85" y="29"/>
                    <a:pt x="85" y="29"/>
                  </a:cubicBezTo>
                  <a:cubicBezTo>
                    <a:pt x="89" y="29"/>
                    <a:pt x="89" y="29"/>
                    <a:pt x="89" y="29"/>
                  </a:cubicBezTo>
                  <a:cubicBezTo>
                    <a:pt x="93" y="22"/>
                    <a:pt x="93" y="22"/>
                    <a:pt x="93" y="22"/>
                  </a:cubicBezTo>
                  <a:cubicBezTo>
                    <a:pt x="97" y="22"/>
                    <a:pt x="97" y="22"/>
                    <a:pt x="97" y="22"/>
                  </a:cubicBezTo>
                  <a:cubicBezTo>
                    <a:pt x="89" y="6"/>
                    <a:pt x="89" y="6"/>
                    <a:pt x="89" y="6"/>
                  </a:cubicBezTo>
                  <a:cubicBezTo>
                    <a:pt x="90" y="2"/>
                    <a:pt x="90" y="2"/>
                    <a:pt x="90" y="2"/>
                  </a:cubicBezTo>
                  <a:cubicBezTo>
                    <a:pt x="91" y="0"/>
                    <a:pt x="91" y="0"/>
                    <a:pt x="91" y="0"/>
                  </a:cubicBezTo>
                  <a:cubicBezTo>
                    <a:pt x="80" y="9"/>
                    <a:pt x="80" y="9"/>
                    <a:pt x="80" y="9"/>
                  </a:cubicBezTo>
                  <a:lnTo>
                    <a:pt x="64" y="9"/>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44" name="Maryland">
              <a:extLst>
                <a:ext uri="{FF2B5EF4-FFF2-40B4-BE49-F238E27FC236}">
                  <a16:creationId xmlns:a16="http://schemas.microsoft.com/office/drawing/2014/main" id="{A920AA7F-A771-4553-9C93-126F7EF9CC0C}"/>
                </a:ext>
              </a:extLst>
            </p:cNvPr>
            <p:cNvSpPr>
              <a:spLocks/>
            </p:cNvSpPr>
            <p:nvPr/>
          </p:nvSpPr>
          <p:spPr bwMode="auto">
            <a:xfrm>
              <a:off x="8991546" y="2885438"/>
              <a:ext cx="732261" cy="489846"/>
            </a:xfrm>
            <a:custGeom>
              <a:avLst/>
              <a:gdLst>
                <a:gd name="T0" fmla="*/ 156 w 185"/>
                <a:gd name="T1" fmla="*/ 55 h 124"/>
                <a:gd name="T2" fmla="*/ 155 w 185"/>
                <a:gd name="T3" fmla="*/ 3 h 124"/>
                <a:gd name="T4" fmla="*/ 145 w 185"/>
                <a:gd name="T5" fmla="*/ 0 h 124"/>
                <a:gd name="T6" fmla="*/ 0 w 185"/>
                <a:gd name="T7" fmla="*/ 11 h 124"/>
                <a:gd name="T8" fmla="*/ 12 w 185"/>
                <a:gd name="T9" fmla="*/ 7 h 124"/>
                <a:gd name="T10" fmla="*/ 23 w 185"/>
                <a:gd name="T11" fmla="*/ 5 h 124"/>
                <a:gd name="T12" fmla="*/ 40 w 185"/>
                <a:gd name="T13" fmla="*/ 6 h 124"/>
                <a:gd name="T14" fmla="*/ 75 w 185"/>
                <a:gd name="T15" fmla="*/ 5 h 124"/>
                <a:gd name="T16" fmla="*/ 82 w 185"/>
                <a:gd name="T17" fmla="*/ 7 h 124"/>
                <a:gd name="T18" fmla="*/ 79 w 185"/>
                <a:gd name="T19" fmla="*/ 10 h 124"/>
                <a:gd name="T20" fmla="*/ 79 w 185"/>
                <a:gd name="T21" fmla="*/ 12 h 124"/>
                <a:gd name="T22" fmla="*/ 85 w 185"/>
                <a:gd name="T23" fmla="*/ 33 h 124"/>
                <a:gd name="T24" fmla="*/ 81 w 185"/>
                <a:gd name="T25" fmla="*/ 44 h 124"/>
                <a:gd name="T26" fmla="*/ 91 w 185"/>
                <a:gd name="T27" fmla="*/ 52 h 124"/>
                <a:gd name="T28" fmla="*/ 95 w 185"/>
                <a:gd name="T29" fmla="*/ 59 h 124"/>
                <a:gd name="T30" fmla="*/ 95 w 185"/>
                <a:gd name="T31" fmla="*/ 57 h 124"/>
                <a:gd name="T32" fmla="*/ 111 w 185"/>
                <a:gd name="T33" fmla="*/ 65 h 124"/>
                <a:gd name="T34" fmla="*/ 119 w 185"/>
                <a:gd name="T35" fmla="*/ 69 h 124"/>
                <a:gd name="T36" fmla="*/ 126 w 185"/>
                <a:gd name="T37" fmla="*/ 73 h 124"/>
                <a:gd name="T38" fmla="*/ 130 w 185"/>
                <a:gd name="T39" fmla="*/ 65 h 124"/>
                <a:gd name="T40" fmla="*/ 126 w 185"/>
                <a:gd name="T41" fmla="*/ 61 h 124"/>
                <a:gd name="T42" fmla="*/ 126 w 185"/>
                <a:gd name="T43" fmla="*/ 46 h 124"/>
                <a:gd name="T44" fmla="*/ 122 w 185"/>
                <a:gd name="T45" fmla="*/ 22 h 124"/>
                <a:gd name="T46" fmla="*/ 138 w 185"/>
                <a:gd name="T47" fmla="*/ 11 h 124"/>
                <a:gd name="T48" fmla="*/ 150 w 185"/>
                <a:gd name="T49" fmla="*/ 7 h 124"/>
                <a:gd name="T50" fmla="*/ 142 w 185"/>
                <a:gd name="T51" fmla="*/ 18 h 124"/>
                <a:gd name="T52" fmla="*/ 138 w 185"/>
                <a:gd name="T53" fmla="*/ 22 h 124"/>
                <a:gd name="T54" fmla="*/ 138 w 185"/>
                <a:gd name="T55" fmla="*/ 30 h 124"/>
                <a:gd name="T56" fmla="*/ 134 w 185"/>
                <a:gd name="T57" fmla="*/ 38 h 124"/>
                <a:gd name="T58" fmla="*/ 142 w 185"/>
                <a:gd name="T59" fmla="*/ 38 h 124"/>
                <a:gd name="T60" fmla="*/ 138 w 185"/>
                <a:gd name="T61" fmla="*/ 53 h 124"/>
                <a:gd name="T62" fmla="*/ 138 w 185"/>
                <a:gd name="T63" fmla="*/ 61 h 124"/>
                <a:gd name="T64" fmla="*/ 146 w 185"/>
                <a:gd name="T65" fmla="*/ 69 h 124"/>
                <a:gd name="T66" fmla="*/ 154 w 185"/>
                <a:gd name="T67" fmla="*/ 77 h 124"/>
                <a:gd name="T68" fmla="*/ 154 w 185"/>
                <a:gd name="T69" fmla="*/ 85 h 124"/>
                <a:gd name="T70" fmla="*/ 158 w 185"/>
                <a:gd name="T71" fmla="*/ 89 h 124"/>
                <a:gd name="T72" fmla="*/ 146 w 185"/>
                <a:gd name="T73" fmla="*/ 108 h 124"/>
                <a:gd name="T74" fmla="*/ 150 w 185"/>
                <a:gd name="T75" fmla="*/ 124 h 124"/>
                <a:gd name="T76" fmla="*/ 154 w 185"/>
                <a:gd name="T77" fmla="*/ 120 h 124"/>
                <a:gd name="T78" fmla="*/ 173 w 185"/>
                <a:gd name="T79" fmla="*/ 73 h 124"/>
                <a:gd name="T80" fmla="*/ 185 w 185"/>
                <a:gd name="T81" fmla="*/ 57 h 124"/>
                <a:gd name="T82" fmla="*/ 183 w 185"/>
                <a:gd name="T83" fmla="*/ 5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85" h="124">
                  <a:moveTo>
                    <a:pt x="183" y="55"/>
                  </a:moveTo>
                  <a:cubicBezTo>
                    <a:pt x="156" y="55"/>
                    <a:pt x="156" y="55"/>
                    <a:pt x="156" y="55"/>
                  </a:cubicBezTo>
                  <a:cubicBezTo>
                    <a:pt x="156" y="3"/>
                    <a:pt x="156" y="3"/>
                    <a:pt x="156" y="3"/>
                  </a:cubicBezTo>
                  <a:cubicBezTo>
                    <a:pt x="155" y="3"/>
                    <a:pt x="155" y="3"/>
                    <a:pt x="155" y="3"/>
                  </a:cubicBezTo>
                  <a:cubicBezTo>
                    <a:pt x="155" y="3"/>
                    <a:pt x="155" y="3"/>
                    <a:pt x="155" y="3"/>
                  </a:cubicBezTo>
                  <a:cubicBezTo>
                    <a:pt x="150" y="3"/>
                    <a:pt x="146" y="0"/>
                    <a:pt x="145" y="0"/>
                  </a:cubicBezTo>
                  <a:cubicBezTo>
                    <a:pt x="0" y="0"/>
                    <a:pt x="0" y="0"/>
                    <a:pt x="0" y="0"/>
                  </a:cubicBezTo>
                  <a:cubicBezTo>
                    <a:pt x="0" y="11"/>
                    <a:pt x="0" y="11"/>
                    <a:pt x="0" y="11"/>
                  </a:cubicBezTo>
                  <a:cubicBezTo>
                    <a:pt x="2" y="11"/>
                    <a:pt x="2" y="11"/>
                    <a:pt x="2" y="11"/>
                  </a:cubicBezTo>
                  <a:cubicBezTo>
                    <a:pt x="8" y="9"/>
                    <a:pt x="12" y="7"/>
                    <a:pt x="12" y="7"/>
                  </a:cubicBezTo>
                  <a:cubicBezTo>
                    <a:pt x="17" y="5"/>
                    <a:pt x="17" y="5"/>
                    <a:pt x="17" y="5"/>
                  </a:cubicBezTo>
                  <a:cubicBezTo>
                    <a:pt x="23" y="5"/>
                    <a:pt x="23" y="5"/>
                    <a:pt x="23" y="5"/>
                  </a:cubicBezTo>
                  <a:cubicBezTo>
                    <a:pt x="32" y="6"/>
                    <a:pt x="32" y="6"/>
                    <a:pt x="32" y="6"/>
                  </a:cubicBezTo>
                  <a:cubicBezTo>
                    <a:pt x="40" y="6"/>
                    <a:pt x="40" y="6"/>
                    <a:pt x="40" y="6"/>
                  </a:cubicBezTo>
                  <a:cubicBezTo>
                    <a:pt x="62" y="3"/>
                    <a:pt x="62" y="3"/>
                    <a:pt x="62" y="3"/>
                  </a:cubicBezTo>
                  <a:cubicBezTo>
                    <a:pt x="75" y="5"/>
                    <a:pt x="75" y="5"/>
                    <a:pt x="75" y="5"/>
                  </a:cubicBezTo>
                  <a:cubicBezTo>
                    <a:pt x="76" y="5"/>
                    <a:pt x="79" y="6"/>
                    <a:pt x="82" y="7"/>
                  </a:cubicBezTo>
                  <a:cubicBezTo>
                    <a:pt x="82" y="7"/>
                    <a:pt x="82" y="7"/>
                    <a:pt x="82" y="7"/>
                  </a:cubicBezTo>
                  <a:cubicBezTo>
                    <a:pt x="82" y="7"/>
                    <a:pt x="82" y="8"/>
                    <a:pt x="79" y="10"/>
                  </a:cubicBezTo>
                  <a:cubicBezTo>
                    <a:pt x="79" y="10"/>
                    <a:pt x="79" y="10"/>
                    <a:pt x="79" y="10"/>
                  </a:cubicBezTo>
                  <a:cubicBezTo>
                    <a:pt x="79" y="11"/>
                    <a:pt x="79" y="11"/>
                    <a:pt x="79" y="11"/>
                  </a:cubicBezTo>
                  <a:cubicBezTo>
                    <a:pt x="79" y="12"/>
                    <a:pt x="79" y="12"/>
                    <a:pt x="79" y="12"/>
                  </a:cubicBezTo>
                  <a:cubicBezTo>
                    <a:pt x="79" y="27"/>
                    <a:pt x="79" y="27"/>
                    <a:pt x="79" y="27"/>
                  </a:cubicBezTo>
                  <a:cubicBezTo>
                    <a:pt x="85" y="33"/>
                    <a:pt x="85" y="33"/>
                    <a:pt x="85" y="33"/>
                  </a:cubicBezTo>
                  <a:cubicBezTo>
                    <a:pt x="85" y="39"/>
                    <a:pt x="85" y="39"/>
                    <a:pt x="85" y="39"/>
                  </a:cubicBezTo>
                  <a:cubicBezTo>
                    <a:pt x="81" y="44"/>
                    <a:pt x="81" y="44"/>
                    <a:pt x="81" y="44"/>
                  </a:cubicBezTo>
                  <a:cubicBezTo>
                    <a:pt x="85" y="48"/>
                    <a:pt x="85" y="48"/>
                    <a:pt x="85" y="48"/>
                  </a:cubicBezTo>
                  <a:cubicBezTo>
                    <a:pt x="91" y="52"/>
                    <a:pt x="91" y="52"/>
                    <a:pt x="91" y="52"/>
                  </a:cubicBezTo>
                  <a:cubicBezTo>
                    <a:pt x="95" y="57"/>
                    <a:pt x="95" y="57"/>
                    <a:pt x="95" y="57"/>
                  </a:cubicBezTo>
                  <a:cubicBezTo>
                    <a:pt x="95" y="59"/>
                    <a:pt x="95" y="59"/>
                    <a:pt x="95" y="59"/>
                  </a:cubicBezTo>
                  <a:cubicBezTo>
                    <a:pt x="95" y="59"/>
                    <a:pt x="95" y="59"/>
                    <a:pt x="95" y="59"/>
                  </a:cubicBezTo>
                  <a:cubicBezTo>
                    <a:pt x="95" y="57"/>
                    <a:pt x="95" y="57"/>
                    <a:pt x="95" y="57"/>
                  </a:cubicBezTo>
                  <a:cubicBezTo>
                    <a:pt x="99" y="61"/>
                    <a:pt x="99" y="61"/>
                    <a:pt x="99" y="61"/>
                  </a:cubicBezTo>
                  <a:cubicBezTo>
                    <a:pt x="111" y="65"/>
                    <a:pt x="111" y="65"/>
                    <a:pt x="111" y="65"/>
                  </a:cubicBezTo>
                  <a:cubicBezTo>
                    <a:pt x="115" y="65"/>
                    <a:pt x="115" y="65"/>
                    <a:pt x="115" y="65"/>
                  </a:cubicBezTo>
                  <a:cubicBezTo>
                    <a:pt x="119" y="69"/>
                    <a:pt x="119" y="69"/>
                    <a:pt x="119" y="69"/>
                  </a:cubicBezTo>
                  <a:cubicBezTo>
                    <a:pt x="122" y="69"/>
                    <a:pt x="122" y="69"/>
                    <a:pt x="122" y="69"/>
                  </a:cubicBezTo>
                  <a:cubicBezTo>
                    <a:pt x="126" y="73"/>
                    <a:pt x="126" y="73"/>
                    <a:pt x="126" y="73"/>
                  </a:cubicBezTo>
                  <a:cubicBezTo>
                    <a:pt x="130" y="77"/>
                    <a:pt x="130" y="77"/>
                    <a:pt x="130" y="77"/>
                  </a:cubicBezTo>
                  <a:cubicBezTo>
                    <a:pt x="130" y="65"/>
                    <a:pt x="130" y="65"/>
                    <a:pt x="130" y="65"/>
                  </a:cubicBezTo>
                  <a:cubicBezTo>
                    <a:pt x="122" y="61"/>
                    <a:pt x="122" y="61"/>
                    <a:pt x="122" y="61"/>
                  </a:cubicBezTo>
                  <a:cubicBezTo>
                    <a:pt x="126" y="61"/>
                    <a:pt x="126" y="61"/>
                    <a:pt x="126" y="61"/>
                  </a:cubicBezTo>
                  <a:cubicBezTo>
                    <a:pt x="126" y="57"/>
                    <a:pt x="126" y="57"/>
                    <a:pt x="126" y="57"/>
                  </a:cubicBezTo>
                  <a:cubicBezTo>
                    <a:pt x="126" y="46"/>
                    <a:pt x="126" y="46"/>
                    <a:pt x="126" y="46"/>
                  </a:cubicBezTo>
                  <a:cubicBezTo>
                    <a:pt x="126" y="26"/>
                    <a:pt x="126" y="26"/>
                    <a:pt x="126" y="26"/>
                  </a:cubicBezTo>
                  <a:cubicBezTo>
                    <a:pt x="122" y="22"/>
                    <a:pt x="122" y="22"/>
                    <a:pt x="122" y="22"/>
                  </a:cubicBezTo>
                  <a:cubicBezTo>
                    <a:pt x="130" y="18"/>
                    <a:pt x="130" y="18"/>
                    <a:pt x="130" y="18"/>
                  </a:cubicBezTo>
                  <a:cubicBezTo>
                    <a:pt x="138" y="11"/>
                    <a:pt x="138" y="11"/>
                    <a:pt x="138" y="11"/>
                  </a:cubicBezTo>
                  <a:cubicBezTo>
                    <a:pt x="146" y="3"/>
                    <a:pt x="146" y="3"/>
                    <a:pt x="146" y="3"/>
                  </a:cubicBezTo>
                  <a:cubicBezTo>
                    <a:pt x="150" y="7"/>
                    <a:pt x="150" y="7"/>
                    <a:pt x="150" y="7"/>
                  </a:cubicBezTo>
                  <a:cubicBezTo>
                    <a:pt x="146" y="14"/>
                    <a:pt x="146" y="14"/>
                    <a:pt x="146" y="14"/>
                  </a:cubicBezTo>
                  <a:cubicBezTo>
                    <a:pt x="142" y="18"/>
                    <a:pt x="142" y="18"/>
                    <a:pt x="142" y="18"/>
                  </a:cubicBezTo>
                  <a:cubicBezTo>
                    <a:pt x="138" y="18"/>
                    <a:pt x="138" y="18"/>
                    <a:pt x="138" y="18"/>
                  </a:cubicBezTo>
                  <a:cubicBezTo>
                    <a:pt x="138" y="22"/>
                    <a:pt x="138" y="22"/>
                    <a:pt x="138" y="22"/>
                  </a:cubicBezTo>
                  <a:cubicBezTo>
                    <a:pt x="138" y="26"/>
                    <a:pt x="138" y="26"/>
                    <a:pt x="138" y="26"/>
                  </a:cubicBezTo>
                  <a:cubicBezTo>
                    <a:pt x="138" y="30"/>
                    <a:pt x="138" y="30"/>
                    <a:pt x="138" y="30"/>
                  </a:cubicBezTo>
                  <a:cubicBezTo>
                    <a:pt x="134" y="34"/>
                    <a:pt x="134" y="34"/>
                    <a:pt x="134" y="34"/>
                  </a:cubicBezTo>
                  <a:cubicBezTo>
                    <a:pt x="134" y="38"/>
                    <a:pt x="134" y="38"/>
                    <a:pt x="134" y="38"/>
                  </a:cubicBezTo>
                  <a:cubicBezTo>
                    <a:pt x="138" y="38"/>
                    <a:pt x="138" y="38"/>
                    <a:pt x="138" y="38"/>
                  </a:cubicBezTo>
                  <a:cubicBezTo>
                    <a:pt x="142" y="38"/>
                    <a:pt x="142" y="38"/>
                    <a:pt x="142" y="38"/>
                  </a:cubicBezTo>
                  <a:cubicBezTo>
                    <a:pt x="142" y="50"/>
                    <a:pt x="142" y="50"/>
                    <a:pt x="142" y="50"/>
                  </a:cubicBezTo>
                  <a:cubicBezTo>
                    <a:pt x="138" y="53"/>
                    <a:pt x="138" y="53"/>
                    <a:pt x="138" y="53"/>
                  </a:cubicBezTo>
                  <a:cubicBezTo>
                    <a:pt x="134" y="57"/>
                    <a:pt x="134" y="57"/>
                    <a:pt x="134" y="57"/>
                  </a:cubicBezTo>
                  <a:cubicBezTo>
                    <a:pt x="138" y="61"/>
                    <a:pt x="138" y="61"/>
                    <a:pt x="138" y="61"/>
                  </a:cubicBezTo>
                  <a:cubicBezTo>
                    <a:pt x="142" y="69"/>
                    <a:pt x="142" y="69"/>
                    <a:pt x="142" y="69"/>
                  </a:cubicBezTo>
                  <a:cubicBezTo>
                    <a:pt x="146" y="69"/>
                    <a:pt x="146" y="69"/>
                    <a:pt x="146" y="69"/>
                  </a:cubicBezTo>
                  <a:cubicBezTo>
                    <a:pt x="150" y="69"/>
                    <a:pt x="150" y="69"/>
                    <a:pt x="150" y="69"/>
                  </a:cubicBezTo>
                  <a:cubicBezTo>
                    <a:pt x="154" y="77"/>
                    <a:pt x="154" y="77"/>
                    <a:pt x="154" y="77"/>
                  </a:cubicBezTo>
                  <a:cubicBezTo>
                    <a:pt x="154" y="81"/>
                    <a:pt x="154" y="81"/>
                    <a:pt x="154" y="81"/>
                  </a:cubicBezTo>
                  <a:cubicBezTo>
                    <a:pt x="154" y="85"/>
                    <a:pt x="154" y="85"/>
                    <a:pt x="154" y="85"/>
                  </a:cubicBezTo>
                  <a:cubicBezTo>
                    <a:pt x="158" y="85"/>
                    <a:pt x="158" y="85"/>
                    <a:pt x="158" y="85"/>
                  </a:cubicBezTo>
                  <a:cubicBezTo>
                    <a:pt x="158" y="89"/>
                    <a:pt x="158" y="89"/>
                    <a:pt x="158" y="89"/>
                  </a:cubicBezTo>
                  <a:cubicBezTo>
                    <a:pt x="154" y="89"/>
                    <a:pt x="154" y="89"/>
                    <a:pt x="154" y="89"/>
                  </a:cubicBezTo>
                  <a:cubicBezTo>
                    <a:pt x="146" y="108"/>
                    <a:pt x="146" y="108"/>
                    <a:pt x="146" y="108"/>
                  </a:cubicBezTo>
                  <a:cubicBezTo>
                    <a:pt x="146" y="124"/>
                    <a:pt x="146" y="124"/>
                    <a:pt x="146" y="124"/>
                  </a:cubicBezTo>
                  <a:cubicBezTo>
                    <a:pt x="150" y="124"/>
                    <a:pt x="150" y="124"/>
                    <a:pt x="150" y="124"/>
                  </a:cubicBezTo>
                  <a:cubicBezTo>
                    <a:pt x="154" y="124"/>
                    <a:pt x="154" y="124"/>
                    <a:pt x="154" y="124"/>
                  </a:cubicBezTo>
                  <a:cubicBezTo>
                    <a:pt x="154" y="120"/>
                    <a:pt x="154" y="120"/>
                    <a:pt x="154" y="120"/>
                  </a:cubicBezTo>
                  <a:cubicBezTo>
                    <a:pt x="173" y="81"/>
                    <a:pt x="173" y="81"/>
                    <a:pt x="173" y="81"/>
                  </a:cubicBezTo>
                  <a:cubicBezTo>
                    <a:pt x="173" y="73"/>
                    <a:pt x="173" y="73"/>
                    <a:pt x="173" y="73"/>
                  </a:cubicBezTo>
                  <a:cubicBezTo>
                    <a:pt x="177" y="65"/>
                    <a:pt x="177" y="65"/>
                    <a:pt x="177" y="65"/>
                  </a:cubicBezTo>
                  <a:cubicBezTo>
                    <a:pt x="185" y="57"/>
                    <a:pt x="185" y="57"/>
                    <a:pt x="185" y="57"/>
                  </a:cubicBezTo>
                  <a:cubicBezTo>
                    <a:pt x="183" y="54"/>
                    <a:pt x="183" y="54"/>
                    <a:pt x="183" y="54"/>
                  </a:cubicBezTo>
                  <a:cubicBezTo>
                    <a:pt x="183" y="54"/>
                    <a:pt x="183" y="54"/>
                    <a:pt x="183" y="54"/>
                  </a:cubicBezTo>
                  <a:lnTo>
                    <a:pt x="183" y="55"/>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45" name="Maine">
              <a:extLst>
                <a:ext uri="{FF2B5EF4-FFF2-40B4-BE49-F238E27FC236}">
                  <a16:creationId xmlns:a16="http://schemas.microsoft.com/office/drawing/2014/main" id="{4BC3787F-C150-4118-9D7E-D533B10A7B89}"/>
                </a:ext>
              </a:extLst>
            </p:cNvPr>
            <p:cNvSpPr>
              <a:spLocks/>
            </p:cNvSpPr>
            <p:nvPr/>
          </p:nvSpPr>
          <p:spPr bwMode="auto">
            <a:xfrm>
              <a:off x="10360774" y="1242030"/>
              <a:ext cx="596843" cy="894428"/>
            </a:xfrm>
            <a:custGeom>
              <a:avLst/>
              <a:gdLst>
                <a:gd name="T0" fmla="*/ 147 w 151"/>
                <a:gd name="T1" fmla="*/ 137 h 226"/>
                <a:gd name="T2" fmla="*/ 143 w 151"/>
                <a:gd name="T3" fmla="*/ 129 h 226"/>
                <a:gd name="T4" fmla="*/ 136 w 151"/>
                <a:gd name="T5" fmla="*/ 125 h 226"/>
                <a:gd name="T6" fmla="*/ 128 w 151"/>
                <a:gd name="T7" fmla="*/ 113 h 226"/>
                <a:gd name="T8" fmla="*/ 128 w 151"/>
                <a:gd name="T9" fmla="*/ 102 h 226"/>
                <a:gd name="T10" fmla="*/ 120 w 151"/>
                <a:gd name="T11" fmla="*/ 24 h 226"/>
                <a:gd name="T12" fmla="*/ 93 w 151"/>
                <a:gd name="T13" fmla="*/ 4 h 226"/>
                <a:gd name="T14" fmla="*/ 77 w 151"/>
                <a:gd name="T15" fmla="*/ 16 h 226"/>
                <a:gd name="T16" fmla="*/ 65 w 151"/>
                <a:gd name="T17" fmla="*/ 4 h 226"/>
                <a:gd name="T18" fmla="*/ 54 w 151"/>
                <a:gd name="T19" fmla="*/ 0 h 226"/>
                <a:gd name="T20" fmla="*/ 18 w 151"/>
                <a:gd name="T21" fmla="*/ 74 h 226"/>
                <a:gd name="T22" fmla="*/ 7 w 151"/>
                <a:gd name="T23" fmla="*/ 109 h 226"/>
                <a:gd name="T24" fmla="*/ 7 w 151"/>
                <a:gd name="T25" fmla="*/ 117 h 226"/>
                <a:gd name="T26" fmla="*/ 3 w 151"/>
                <a:gd name="T27" fmla="*/ 121 h 226"/>
                <a:gd name="T28" fmla="*/ 1 w 151"/>
                <a:gd name="T29" fmla="*/ 123 h 226"/>
                <a:gd name="T30" fmla="*/ 1 w 151"/>
                <a:gd name="T31" fmla="*/ 153 h 226"/>
                <a:gd name="T32" fmla="*/ 2 w 151"/>
                <a:gd name="T33" fmla="*/ 165 h 226"/>
                <a:gd name="T34" fmla="*/ 9 w 151"/>
                <a:gd name="T35" fmla="*/ 218 h 226"/>
                <a:gd name="T36" fmla="*/ 14 w 151"/>
                <a:gd name="T37" fmla="*/ 226 h 226"/>
                <a:gd name="T38" fmla="*/ 26 w 151"/>
                <a:gd name="T39" fmla="*/ 207 h 226"/>
                <a:gd name="T40" fmla="*/ 38 w 151"/>
                <a:gd name="T41" fmla="*/ 199 h 226"/>
                <a:gd name="T42" fmla="*/ 46 w 151"/>
                <a:gd name="T43" fmla="*/ 199 h 226"/>
                <a:gd name="T44" fmla="*/ 50 w 151"/>
                <a:gd name="T45" fmla="*/ 195 h 226"/>
                <a:gd name="T46" fmla="*/ 54 w 151"/>
                <a:gd name="T47" fmla="*/ 199 h 226"/>
                <a:gd name="T48" fmla="*/ 57 w 151"/>
                <a:gd name="T49" fmla="*/ 191 h 226"/>
                <a:gd name="T50" fmla="*/ 65 w 151"/>
                <a:gd name="T51" fmla="*/ 191 h 226"/>
                <a:gd name="T52" fmla="*/ 69 w 151"/>
                <a:gd name="T53" fmla="*/ 180 h 226"/>
                <a:gd name="T54" fmla="*/ 73 w 151"/>
                <a:gd name="T55" fmla="*/ 168 h 226"/>
                <a:gd name="T56" fmla="*/ 81 w 151"/>
                <a:gd name="T57" fmla="*/ 164 h 226"/>
                <a:gd name="T58" fmla="*/ 85 w 151"/>
                <a:gd name="T59" fmla="*/ 172 h 226"/>
                <a:gd name="T60" fmla="*/ 93 w 151"/>
                <a:gd name="T61" fmla="*/ 172 h 226"/>
                <a:gd name="T62" fmla="*/ 100 w 151"/>
                <a:gd name="T63" fmla="*/ 176 h 226"/>
                <a:gd name="T64" fmla="*/ 108 w 151"/>
                <a:gd name="T65" fmla="*/ 168 h 226"/>
                <a:gd name="T66" fmla="*/ 116 w 151"/>
                <a:gd name="T67" fmla="*/ 164 h 226"/>
                <a:gd name="T68" fmla="*/ 132 w 151"/>
                <a:gd name="T69" fmla="*/ 160 h 226"/>
                <a:gd name="T70" fmla="*/ 139 w 151"/>
                <a:gd name="T71" fmla="*/ 156 h 226"/>
                <a:gd name="T72" fmla="*/ 147 w 151"/>
                <a:gd name="T73" fmla="*/ 152 h 226"/>
                <a:gd name="T74" fmla="*/ 151 w 151"/>
                <a:gd name="T75" fmla="*/ 145 h 226"/>
                <a:gd name="T76" fmla="*/ 147 w 151"/>
                <a:gd name="T77" fmla="*/ 14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51" h="226">
                  <a:moveTo>
                    <a:pt x="147" y="141"/>
                  </a:moveTo>
                  <a:cubicBezTo>
                    <a:pt x="147" y="137"/>
                    <a:pt x="147" y="137"/>
                    <a:pt x="147" y="137"/>
                  </a:cubicBezTo>
                  <a:cubicBezTo>
                    <a:pt x="147" y="129"/>
                    <a:pt x="147" y="129"/>
                    <a:pt x="147" y="129"/>
                  </a:cubicBezTo>
                  <a:cubicBezTo>
                    <a:pt x="143" y="129"/>
                    <a:pt x="143" y="129"/>
                    <a:pt x="143" y="129"/>
                  </a:cubicBezTo>
                  <a:cubicBezTo>
                    <a:pt x="136" y="129"/>
                    <a:pt x="136" y="129"/>
                    <a:pt x="136" y="129"/>
                  </a:cubicBezTo>
                  <a:cubicBezTo>
                    <a:pt x="136" y="125"/>
                    <a:pt x="136" y="125"/>
                    <a:pt x="136" y="125"/>
                  </a:cubicBezTo>
                  <a:cubicBezTo>
                    <a:pt x="132" y="121"/>
                    <a:pt x="132" y="121"/>
                    <a:pt x="132" y="121"/>
                  </a:cubicBezTo>
                  <a:cubicBezTo>
                    <a:pt x="128" y="113"/>
                    <a:pt x="128" y="113"/>
                    <a:pt x="128" y="113"/>
                  </a:cubicBezTo>
                  <a:cubicBezTo>
                    <a:pt x="128" y="106"/>
                    <a:pt x="128" y="106"/>
                    <a:pt x="128" y="106"/>
                  </a:cubicBezTo>
                  <a:cubicBezTo>
                    <a:pt x="128" y="102"/>
                    <a:pt x="128" y="102"/>
                    <a:pt x="128" y="102"/>
                  </a:cubicBezTo>
                  <a:cubicBezTo>
                    <a:pt x="120" y="98"/>
                    <a:pt x="120" y="98"/>
                    <a:pt x="120" y="98"/>
                  </a:cubicBezTo>
                  <a:cubicBezTo>
                    <a:pt x="120" y="24"/>
                    <a:pt x="120" y="24"/>
                    <a:pt x="120" y="24"/>
                  </a:cubicBezTo>
                  <a:cubicBezTo>
                    <a:pt x="97" y="4"/>
                    <a:pt x="97" y="4"/>
                    <a:pt x="97" y="4"/>
                  </a:cubicBezTo>
                  <a:cubicBezTo>
                    <a:pt x="93" y="4"/>
                    <a:pt x="93" y="4"/>
                    <a:pt x="93" y="4"/>
                  </a:cubicBezTo>
                  <a:cubicBezTo>
                    <a:pt x="89" y="12"/>
                    <a:pt x="89" y="12"/>
                    <a:pt x="89" y="12"/>
                  </a:cubicBezTo>
                  <a:cubicBezTo>
                    <a:pt x="77" y="16"/>
                    <a:pt x="77" y="16"/>
                    <a:pt x="77" y="16"/>
                  </a:cubicBezTo>
                  <a:cubicBezTo>
                    <a:pt x="69" y="12"/>
                    <a:pt x="69" y="12"/>
                    <a:pt x="69" y="12"/>
                  </a:cubicBezTo>
                  <a:cubicBezTo>
                    <a:pt x="65" y="4"/>
                    <a:pt x="65" y="4"/>
                    <a:pt x="65" y="4"/>
                  </a:cubicBezTo>
                  <a:cubicBezTo>
                    <a:pt x="57" y="0"/>
                    <a:pt x="57" y="0"/>
                    <a:pt x="57" y="0"/>
                  </a:cubicBezTo>
                  <a:cubicBezTo>
                    <a:pt x="54" y="0"/>
                    <a:pt x="54" y="0"/>
                    <a:pt x="54" y="0"/>
                  </a:cubicBezTo>
                  <a:cubicBezTo>
                    <a:pt x="50" y="4"/>
                    <a:pt x="50" y="4"/>
                    <a:pt x="50" y="4"/>
                  </a:cubicBezTo>
                  <a:cubicBezTo>
                    <a:pt x="18" y="74"/>
                    <a:pt x="18" y="74"/>
                    <a:pt x="18" y="74"/>
                  </a:cubicBezTo>
                  <a:cubicBezTo>
                    <a:pt x="18" y="102"/>
                    <a:pt x="18" y="102"/>
                    <a:pt x="18" y="102"/>
                  </a:cubicBezTo>
                  <a:cubicBezTo>
                    <a:pt x="7" y="109"/>
                    <a:pt x="7" y="109"/>
                    <a:pt x="7" y="109"/>
                  </a:cubicBezTo>
                  <a:cubicBezTo>
                    <a:pt x="7" y="113"/>
                    <a:pt x="7" y="113"/>
                    <a:pt x="7" y="113"/>
                  </a:cubicBezTo>
                  <a:cubicBezTo>
                    <a:pt x="7" y="117"/>
                    <a:pt x="7" y="117"/>
                    <a:pt x="7" y="117"/>
                  </a:cubicBezTo>
                  <a:cubicBezTo>
                    <a:pt x="3" y="117"/>
                    <a:pt x="3" y="117"/>
                    <a:pt x="3" y="117"/>
                  </a:cubicBezTo>
                  <a:cubicBezTo>
                    <a:pt x="3" y="121"/>
                    <a:pt x="3" y="121"/>
                    <a:pt x="3" y="121"/>
                  </a:cubicBezTo>
                  <a:cubicBezTo>
                    <a:pt x="1" y="120"/>
                    <a:pt x="1" y="120"/>
                    <a:pt x="1" y="120"/>
                  </a:cubicBezTo>
                  <a:cubicBezTo>
                    <a:pt x="1" y="123"/>
                    <a:pt x="1" y="123"/>
                    <a:pt x="1" y="123"/>
                  </a:cubicBezTo>
                  <a:cubicBezTo>
                    <a:pt x="1" y="124"/>
                    <a:pt x="0" y="131"/>
                    <a:pt x="1" y="134"/>
                  </a:cubicBezTo>
                  <a:cubicBezTo>
                    <a:pt x="2" y="137"/>
                    <a:pt x="1" y="151"/>
                    <a:pt x="1" y="153"/>
                  </a:cubicBezTo>
                  <a:cubicBezTo>
                    <a:pt x="2" y="159"/>
                    <a:pt x="2" y="159"/>
                    <a:pt x="2" y="159"/>
                  </a:cubicBezTo>
                  <a:cubicBezTo>
                    <a:pt x="2" y="165"/>
                    <a:pt x="2" y="165"/>
                    <a:pt x="2" y="165"/>
                  </a:cubicBezTo>
                  <a:cubicBezTo>
                    <a:pt x="9" y="192"/>
                    <a:pt x="9" y="192"/>
                    <a:pt x="9" y="192"/>
                  </a:cubicBezTo>
                  <a:cubicBezTo>
                    <a:pt x="9" y="218"/>
                    <a:pt x="9" y="218"/>
                    <a:pt x="9" y="218"/>
                  </a:cubicBezTo>
                  <a:cubicBezTo>
                    <a:pt x="13" y="225"/>
                    <a:pt x="13" y="225"/>
                    <a:pt x="13" y="225"/>
                  </a:cubicBezTo>
                  <a:cubicBezTo>
                    <a:pt x="14" y="226"/>
                    <a:pt x="14" y="226"/>
                    <a:pt x="14" y="226"/>
                  </a:cubicBezTo>
                  <a:cubicBezTo>
                    <a:pt x="22" y="215"/>
                    <a:pt x="22" y="215"/>
                    <a:pt x="22" y="215"/>
                  </a:cubicBezTo>
                  <a:cubicBezTo>
                    <a:pt x="26" y="207"/>
                    <a:pt x="26" y="207"/>
                    <a:pt x="26" y="207"/>
                  </a:cubicBezTo>
                  <a:cubicBezTo>
                    <a:pt x="30" y="199"/>
                    <a:pt x="30" y="199"/>
                    <a:pt x="30" y="199"/>
                  </a:cubicBezTo>
                  <a:cubicBezTo>
                    <a:pt x="38" y="199"/>
                    <a:pt x="38" y="199"/>
                    <a:pt x="38" y="199"/>
                  </a:cubicBezTo>
                  <a:cubicBezTo>
                    <a:pt x="42" y="203"/>
                    <a:pt x="42" y="203"/>
                    <a:pt x="42" y="203"/>
                  </a:cubicBezTo>
                  <a:cubicBezTo>
                    <a:pt x="46" y="199"/>
                    <a:pt x="46" y="199"/>
                    <a:pt x="46" y="199"/>
                  </a:cubicBezTo>
                  <a:cubicBezTo>
                    <a:pt x="46" y="195"/>
                    <a:pt x="46" y="195"/>
                    <a:pt x="46" y="195"/>
                  </a:cubicBezTo>
                  <a:cubicBezTo>
                    <a:pt x="50" y="195"/>
                    <a:pt x="50" y="195"/>
                    <a:pt x="50" y="195"/>
                  </a:cubicBezTo>
                  <a:cubicBezTo>
                    <a:pt x="50" y="199"/>
                    <a:pt x="50" y="199"/>
                    <a:pt x="50" y="199"/>
                  </a:cubicBezTo>
                  <a:cubicBezTo>
                    <a:pt x="54" y="199"/>
                    <a:pt x="54" y="199"/>
                    <a:pt x="54" y="199"/>
                  </a:cubicBezTo>
                  <a:cubicBezTo>
                    <a:pt x="57" y="195"/>
                    <a:pt x="57" y="195"/>
                    <a:pt x="57" y="195"/>
                  </a:cubicBezTo>
                  <a:cubicBezTo>
                    <a:pt x="57" y="191"/>
                    <a:pt x="57" y="191"/>
                    <a:pt x="57" y="191"/>
                  </a:cubicBezTo>
                  <a:cubicBezTo>
                    <a:pt x="61" y="187"/>
                    <a:pt x="61" y="187"/>
                    <a:pt x="61" y="187"/>
                  </a:cubicBezTo>
                  <a:cubicBezTo>
                    <a:pt x="65" y="191"/>
                    <a:pt x="65" y="191"/>
                    <a:pt x="65" y="191"/>
                  </a:cubicBezTo>
                  <a:cubicBezTo>
                    <a:pt x="69" y="184"/>
                    <a:pt x="69" y="184"/>
                    <a:pt x="69" y="184"/>
                  </a:cubicBezTo>
                  <a:cubicBezTo>
                    <a:pt x="69" y="180"/>
                    <a:pt x="69" y="180"/>
                    <a:pt x="69" y="180"/>
                  </a:cubicBezTo>
                  <a:cubicBezTo>
                    <a:pt x="73" y="172"/>
                    <a:pt x="73" y="172"/>
                    <a:pt x="73" y="172"/>
                  </a:cubicBezTo>
                  <a:cubicBezTo>
                    <a:pt x="73" y="168"/>
                    <a:pt x="73" y="168"/>
                    <a:pt x="73" y="168"/>
                  </a:cubicBezTo>
                  <a:cubicBezTo>
                    <a:pt x="77" y="164"/>
                    <a:pt x="77" y="164"/>
                    <a:pt x="77" y="164"/>
                  </a:cubicBezTo>
                  <a:cubicBezTo>
                    <a:pt x="81" y="164"/>
                    <a:pt x="81" y="164"/>
                    <a:pt x="81" y="164"/>
                  </a:cubicBezTo>
                  <a:cubicBezTo>
                    <a:pt x="85" y="168"/>
                    <a:pt x="85" y="168"/>
                    <a:pt x="85" y="168"/>
                  </a:cubicBezTo>
                  <a:cubicBezTo>
                    <a:pt x="85" y="172"/>
                    <a:pt x="85" y="172"/>
                    <a:pt x="85" y="172"/>
                  </a:cubicBezTo>
                  <a:cubicBezTo>
                    <a:pt x="89" y="172"/>
                    <a:pt x="89" y="172"/>
                    <a:pt x="89" y="172"/>
                  </a:cubicBezTo>
                  <a:cubicBezTo>
                    <a:pt x="93" y="172"/>
                    <a:pt x="93" y="172"/>
                    <a:pt x="93" y="172"/>
                  </a:cubicBezTo>
                  <a:cubicBezTo>
                    <a:pt x="97" y="176"/>
                    <a:pt x="97" y="176"/>
                    <a:pt x="97" y="176"/>
                  </a:cubicBezTo>
                  <a:cubicBezTo>
                    <a:pt x="100" y="176"/>
                    <a:pt x="100" y="176"/>
                    <a:pt x="100" y="176"/>
                  </a:cubicBezTo>
                  <a:cubicBezTo>
                    <a:pt x="104" y="172"/>
                    <a:pt x="104" y="172"/>
                    <a:pt x="104" y="172"/>
                  </a:cubicBezTo>
                  <a:cubicBezTo>
                    <a:pt x="108" y="168"/>
                    <a:pt x="108" y="168"/>
                    <a:pt x="108" y="168"/>
                  </a:cubicBezTo>
                  <a:cubicBezTo>
                    <a:pt x="112" y="168"/>
                    <a:pt x="112" y="168"/>
                    <a:pt x="112" y="168"/>
                  </a:cubicBezTo>
                  <a:cubicBezTo>
                    <a:pt x="116" y="164"/>
                    <a:pt x="116" y="164"/>
                    <a:pt x="116" y="164"/>
                  </a:cubicBezTo>
                  <a:cubicBezTo>
                    <a:pt x="120" y="160"/>
                    <a:pt x="120" y="160"/>
                    <a:pt x="120" y="160"/>
                  </a:cubicBezTo>
                  <a:cubicBezTo>
                    <a:pt x="132" y="160"/>
                    <a:pt x="132" y="160"/>
                    <a:pt x="132" y="160"/>
                  </a:cubicBezTo>
                  <a:cubicBezTo>
                    <a:pt x="132" y="156"/>
                    <a:pt x="132" y="156"/>
                    <a:pt x="132" y="156"/>
                  </a:cubicBezTo>
                  <a:cubicBezTo>
                    <a:pt x="139" y="156"/>
                    <a:pt x="139" y="156"/>
                    <a:pt x="139" y="156"/>
                  </a:cubicBezTo>
                  <a:cubicBezTo>
                    <a:pt x="139" y="152"/>
                    <a:pt x="139" y="152"/>
                    <a:pt x="139" y="152"/>
                  </a:cubicBezTo>
                  <a:cubicBezTo>
                    <a:pt x="147" y="152"/>
                    <a:pt x="147" y="152"/>
                    <a:pt x="147" y="152"/>
                  </a:cubicBezTo>
                  <a:cubicBezTo>
                    <a:pt x="151" y="148"/>
                    <a:pt x="151" y="148"/>
                    <a:pt x="151" y="148"/>
                  </a:cubicBezTo>
                  <a:cubicBezTo>
                    <a:pt x="151" y="145"/>
                    <a:pt x="151" y="145"/>
                    <a:pt x="151" y="145"/>
                  </a:cubicBezTo>
                  <a:cubicBezTo>
                    <a:pt x="147" y="145"/>
                    <a:pt x="147" y="145"/>
                    <a:pt x="147" y="145"/>
                  </a:cubicBezTo>
                  <a:lnTo>
                    <a:pt x="147" y="141"/>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46" name="Louisiana">
              <a:extLst>
                <a:ext uri="{FF2B5EF4-FFF2-40B4-BE49-F238E27FC236}">
                  <a16:creationId xmlns:a16="http://schemas.microsoft.com/office/drawing/2014/main" id="{B632DB29-B732-4A33-9077-9FED92C30B5A}"/>
                </a:ext>
              </a:extLst>
            </p:cNvPr>
            <p:cNvSpPr>
              <a:spLocks/>
            </p:cNvSpPr>
            <p:nvPr/>
          </p:nvSpPr>
          <p:spPr bwMode="auto">
            <a:xfrm>
              <a:off x="6773030" y="4033984"/>
              <a:ext cx="760682" cy="822540"/>
            </a:xfrm>
            <a:custGeom>
              <a:avLst/>
              <a:gdLst>
                <a:gd name="T0" fmla="*/ 145 w 192"/>
                <a:gd name="T1" fmla="*/ 144 h 208"/>
                <a:gd name="T2" fmla="*/ 150 w 192"/>
                <a:gd name="T3" fmla="*/ 133 h 208"/>
                <a:gd name="T4" fmla="*/ 148 w 192"/>
                <a:gd name="T5" fmla="*/ 120 h 208"/>
                <a:gd name="T6" fmla="*/ 144 w 192"/>
                <a:gd name="T7" fmla="*/ 117 h 208"/>
                <a:gd name="T8" fmla="*/ 149 w 192"/>
                <a:gd name="T9" fmla="*/ 103 h 208"/>
                <a:gd name="T10" fmla="*/ 148 w 192"/>
                <a:gd name="T11" fmla="*/ 95 h 208"/>
                <a:gd name="T12" fmla="*/ 89 w 192"/>
                <a:gd name="T13" fmla="*/ 71 h 208"/>
                <a:gd name="T14" fmla="*/ 103 w 192"/>
                <a:gd name="T15" fmla="*/ 0 h 208"/>
                <a:gd name="T16" fmla="*/ 103 w 192"/>
                <a:gd name="T17" fmla="*/ 0 h 208"/>
                <a:gd name="T18" fmla="*/ 0 w 192"/>
                <a:gd name="T19" fmla="*/ 36 h 208"/>
                <a:gd name="T20" fmla="*/ 4 w 192"/>
                <a:gd name="T21" fmla="*/ 87 h 208"/>
                <a:gd name="T22" fmla="*/ 5 w 192"/>
                <a:gd name="T23" fmla="*/ 93 h 208"/>
                <a:gd name="T24" fmla="*/ 16 w 192"/>
                <a:gd name="T25" fmla="*/ 103 h 208"/>
                <a:gd name="T26" fmla="*/ 16 w 192"/>
                <a:gd name="T27" fmla="*/ 104 h 208"/>
                <a:gd name="T28" fmla="*/ 22 w 192"/>
                <a:gd name="T29" fmla="*/ 118 h 208"/>
                <a:gd name="T30" fmla="*/ 20 w 192"/>
                <a:gd name="T31" fmla="*/ 136 h 208"/>
                <a:gd name="T32" fmla="*/ 20 w 192"/>
                <a:gd name="T33" fmla="*/ 141 h 208"/>
                <a:gd name="T34" fmla="*/ 20 w 192"/>
                <a:gd name="T35" fmla="*/ 145 h 208"/>
                <a:gd name="T36" fmla="*/ 19 w 192"/>
                <a:gd name="T37" fmla="*/ 150 h 208"/>
                <a:gd name="T38" fmla="*/ 18 w 192"/>
                <a:gd name="T39" fmla="*/ 150 h 208"/>
                <a:gd name="T40" fmla="*/ 17 w 192"/>
                <a:gd name="T41" fmla="*/ 154 h 208"/>
                <a:gd name="T42" fmla="*/ 16 w 192"/>
                <a:gd name="T43" fmla="*/ 155 h 208"/>
                <a:gd name="T44" fmla="*/ 13 w 192"/>
                <a:gd name="T45" fmla="*/ 159 h 208"/>
                <a:gd name="T46" fmla="*/ 12 w 192"/>
                <a:gd name="T47" fmla="*/ 159 h 208"/>
                <a:gd name="T48" fmla="*/ 9 w 192"/>
                <a:gd name="T49" fmla="*/ 162 h 208"/>
                <a:gd name="T50" fmla="*/ 10 w 192"/>
                <a:gd name="T51" fmla="*/ 163 h 208"/>
                <a:gd name="T52" fmla="*/ 10 w 192"/>
                <a:gd name="T53" fmla="*/ 163 h 208"/>
                <a:gd name="T54" fmla="*/ 0 w 192"/>
                <a:gd name="T55" fmla="*/ 168 h 208"/>
                <a:gd name="T56" fmla="*/ 32 w 192"/>
                <a:gd name="T57" fmla="*/ 173 h 208"/>
                <a:gd name="T58" fmla="*/ 75 w 192"/>
                <a:gd name="T59" fmla="*/ 181 h 208"/>
                <a:gd name="T60" fmla="*/ 79 w 192"/>
                <a:gd name="T61" fmla="*/ 173 h 208"/>
                <a:gd name="T62" fmla="*/ 98 w 192"/>
                <a:gd name="T63" fmla="*/ 181 h 208"/>
                <a:gd name="T64" fmla="*/ 106 w 192"/>
                <a:gd name="T65" fmla="*/ 185 h 208"/>
                <a:gd name="T66" fmla="*/ 121 w 192"/>
                <a:gd name="T67" fmla="*/ 197 h 208"/>
                <a:gd name="T68" fmla="*/ 129 w 192"/>
                <a:gd name="T69" fmla="*/ 201 h 208"/>
                <a:gd name="T70" fmla="*/ 141 w 192"/>
                <a:gd name="T71" fmla="*/ 201 h 208"/>
                <a:gd name="T72" fmla="*/ 153 w 192"/>
                <a:gd name="T73" fmla="*/ 201 h 208"/>
                <a:gd name="T74" fmla="*/ 160 w 192"/>
                <a:gd name="T75" fmla="*/ 189 h 208"/>
                <a:gd name="T76" fmla="*/ 168 w 192"/>
                <a:gd name="T77" fmla="*/ 193 h 208"/>
                <a:gd name="T78" fmla="*/ 184 w 192"/>
                <a:gd name="T79" fmla="*/ 208 h 208"/>
                <a:gd name="T80" fmla="*/ 192 w 192"/>
                <a:gd name="T81" fmla="*/ 201 h 208"/>
                <a:gd name="T82" fmla="*/ 180 w 192"/>
                <a:gd name="T83" fmla="*/ 189 h 208"/>
                <a:gd name="T84" fmla="*/ 172 w 192"/>
                <a:gd name="T85" fmla="*/ 181 h 208"/>
                <a:gd name="T86" fmla="*/ 184 w 192"/>
                <a:gd name="T87" fmla="*/ 169 h 208"/>
                <a:gd name="T88" fmla="*/ 184 w 192"/>
                <a:gd name="T89" fmla="*/ 158 h 208"/>
                <a:gd name="T90" fmla="*/ 172 w 192"/>
                <a:gd name="T91" fmla="*/ 165 h 208"/>
                <a:gd name="T92" fmla="*/ 168 w 192"/>
                <a:gd name="T93" fmla="*/ 158 h 208"/>
                <a:gd name="T94" fmla="*/ 160 w 192"/>
                <a:gd name="T95" fmla="*/ 158 h 208"/>
                <a:gd name="T96" fmla="*/ 149 w 192"/>
                <a:gd name="T97" fmla="*/ 162 h 208"/>
                <a:gd name="T98" fmla="*/ 145 w 192"/>
                <a:gd name="T99" fmla="*/ 150 h 208"/>
                <a:gd name="T100" fmla="*/ 146 w 192"/>
                <a:gd name="T101" fmla="*/ 149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92" h="208">
                  <a:moveTo>
                    <a:pt x="145" y="149"/>
                  </a:moveTo>
                  <a:cubicBezTo>
                    <a:pt x="145" y="144"/>
                    <a:pt x="145" y="144"/>
                    <a:pt x="145" y="144"/>
                  </a:cubicBezTo>
                  <a:cubicBezTo>
                    <a:pt x="147" y="144"/>
                    <a:pt x="150" y="143"/>
                    <a:pt x="150" y="141"/>
                  </a:cubicBezTo>
                  <a:cubicBezTo>
                    <a:pt x="150" y="133"/>
                    <a:pt x="150" y="133"/>
                    <a:pt x="150" y="133"/>
                  </a:cubicBezTo>
                  <a:cubicBezTo>
                    <a:pt x="152" y="120"/>
                    <a:pt x="152" y="120"/>
                    <a:pt x="152" y="120"/>
                  </a:cubicBezTo>
                  <a:cubicBezTo>
                    <a:pt x="148" y="120"/>
                    <a:pt x="148" y="120"/>
                    <a:pt x="148" y="120"/>
                  </a:cubicBezTo>
                  <a:cubicBezTo>
                    <a:pt x="148" y="117"/>
                    <a:pt x="148" y="117"/>
                    <a:pt x="148" y="117"/>
                  </a:cubicBezTo>
                  <a:cubicBezTo>
                    <a:pt x="144" y="117"/>
                    <a:pt x="144" y="117"/>
                    <a:pt x="144" y="117"/>
                  </a:cubicBezTo>
                  <a:cubicBezTo>
                    <a:pt x="144" y="105"/>
                    <a:pt x="144" y="105"/>
                    <a:pt x="144" y="105"/>
                  </a:cubicBezTo>
                  <a:cubicBezTo>
                    <a:pt x="145" y="105"/>
                    <a:pt x="148" y="105"/>
                    <a:pt x="149" y="103"/>
                  </a:cubicBezTo>
                  <a:cubicBezTo>
                    <a:pt x="150" y="102"/>
                    <a:pt x="150" y="101"/>
                    <a:pt x="149" y="100"/>
                  </a:cubicBezTo>
                  <a:cubicBezTo>
                    <a:pt x="148" y="95"/>
                    <a:pt x="148" y="95"/>
                    <a:pt x="148" y="95"/>
                  </a:cubicBezTo>
                  <a:cubicBezTo>
                    <a:pt x="89" y="95"/>
                    <a:pt x="89" y="95"/>
                    <a:pt x="89" y="95"/>
                  </a:cubicBezTo>
                  <a:cubicBezTo>
                    <a:pt x="89" y="71"/>
                    <a:pt x="89" y="71"/>
                    <a:pt x="89" y="71"/>
                  </a:cubicBezTo>
                  <a:cubicBezTo>
                    <a:pt x="103" y="48"/>
                    <a:pt x="103" y="48"/>
                    <a:pt x="103" y="48"/>
                  </a:cubicBezTo>
                  <a:cubicBezTo>
                    <a:pt x="103" y="0"/>
                    <a:pt x="103" y="0"/>
                    <a:pt x="103" y="0"/>
                  </a:cubicBezTo>
                  <a:cubicBezTo>
                    <a:pt x="103" y="0"/>
                    <a:pt x="103" y="0"/>
                    <a:pt x="103" y="0"/>
                  </a:cubicBezTo>
                  <a:cubicBezTo>
                    <a:pt x="103" y="0"/>
                    <a:pt x="103" y="0"/>
                    <a:pt x="103" y="0"/>
                  </a:cubicBezTo>
                  <a:cubicBezTo>
                    <a:pt x="0" y="0"/>
                    <a:pt x="0" y="0"/>
                    <a:pt x="0" y="0"/>
                  </a:cubicBezTo>
                  <a:cubicBezTo>
                    <a:pt x="0" y="36"/>
                    <a:pt x="0" y="36"/>
                    <a:pt x="0" y="36"/>
                  </a:cubicBezTo>
                  <a:cubicBezTo>
                    <a:pt x="4" y="53"/>
                    <a:pt x="4" y="53"/>
                    <a:pt x="4" y="53"/>
                  </a:cubicBezTo>
                  <a:cubicBezTo>
                    <a:pt x="4" y="87"/>
                    <a:pt x="4" y="87"/>
                    <a:pt x="4" y="87"/>
                  </a:cubicBezTo>
                  <a:cubicBezTo>
                    <a:pt x="4" y="90"/>
                    <a:pt x="4" y="92"/>
                    <a:pt x="5" y="93"/>
                  </a:cubicBezTo>
                  <a:cubicBezTo>
                    <a:pt x="5" y="93"/>
                    <a:pt x="5" y="93"/>
                    <a:pt x="5" y="93"/>
                  </a:cubicBezTo>
                  <a:cubicBezTo>
                    <a:pt x="11" y="98"/>
                    <a:pt x="11" y="98"/>
                    <a:pt x="11" y="98"/>
                  </a:cubicBezTo>
                  <a:cubicBezTo>
                    <a:pt x="15" y="101"/>
                    <a:pt x="16" y="102"/>
                    <a:pt x="16" y="103"/>
                  </a:cubicBezTo>
                  <a:cubicBezTo>
                    <a:pt x="16" y="103"/>
                    <a:pt x="16" y="103"/>
                    <a:pt x="16" y="103"/>
                  </a:cubicBezTo>
                  <a:cubicBezTo>
                    <a:pt x="16" y="104"/>
                    <a:pt x="16" y="104"/>
                    <a:pt x="16" y="104"/>
                  </a:cubicBezTo>
                  <a:cubicBezTo>
                    <a:pt x="20" y="111"/>
                    <a:pt x="20" y="111"/>
                    <a:pt x="20" y="111"/>
                  </a:cubicBezTo>
                  <a:cubicBezTo>
                    <a:pt x="23" y="115"/>
                    <a:pt x="23" y="116"/>
                    <a:pt x="22" y="118"/>
                  </a:cubicBezTo>
                  <a:cubicBezTo>
                    <a:pt x="21" y="120"/>
                    <a:pt x="20" y="122"/>
                    <a:pt x="20" y="125"/>
                  </a:cubicBezTo>
                  <a:cubicBezTo>
                    <a:pt x="20" y="136"/>
                    <a:pt x="20" y="136"/>
                    <a:pt x="20" y="136"/>
                  </a:cubicBezTo>
                  <a:cubicBezTo>
                    <a:pt x="20" y="139"/>
                    <a:pt x="20" y="141"/>
                    <a:pt x="20" y="141"/>
                  </a:cubicBezTo>
                  <a:cubicBezTo>
                    <a:pt x="20" y="141"/>
                    <a:pt x="20" y="141"/>
                    <a:pt x="20" y="141"/>
                  </a:cubicBezTo>
                  <a:cubicBezTo>
                    <a:pt x="20" y="142"/>
                    <a:pt x="20" y="142"/>
                    <a:pt x="20" y="142"/>
                  </a:cubicBezTo>
                  <a:cubicBezTo>
                    <a:pt x="20" y="143"/>
                    <a:pt x="20" y="144"/>
                    <a:pt x="20" y="145"/>
                  </a:cubicBezTo>
                  <a:cubicBezTo>
                    <a:pt x="19" y="147"/>
                    <a:pt x="19" y="149"/>
                    <a:pt x="19" y="149"/>
                  </a:cubicBezTo>
                  <a:cubicBezTo>
                    <a:pt x="19" y="150"/>
                    <a:pt x="19" y="150"/>
                    <a:pt x="19" y="150"/>
                  </a:cubicBezTo>
                  <a:cubicBezTo>
                    <a:pt x="19" y="150"/>
                    <a:pt x="19" y="150"/>
                    <a:pt x="19" y="150"/>
                  </a:cubicBezTo>
                  <a:cubicBezTo>
                    <a:pt x="18" y="150"/>
                    <a:pt x="18" y="150"/>
                    <a:pt x="18" y="150"/>
                  </a:cubicBezTo>
                  <a:cubicBezTo>
                    <a:pt x="18" y="150"/>
                    <a:pt x="18" y="150"/>
                    <a:pt x="18" y="150"/>
                  </a:cubicBezTo>
                  <a:cubicBezTo>
                    <a:pt x="17" y="154"/>
                    <a:pt x="17" y="154"/>
                    <a:pt x="17" y="154"/>
                  </a:cubicBezTo>
                  <a:cubicBezTo>
                    <a:pt x="17" y="154"/>
                    <a:pt x="17" y="154"/>
                    <a:pt x="17" y="154"/>
                  </a:cubicBezTo>
                  <a:cubicBezTo>
                    <a:pt x="16" y="155"/>
                    <a:pt x="16" y="155"/>
                    <a:pt x="16" y="155"/>
                  </a:cubicBezTo>
                  <a:cubicBezTo>
                    <a:pt x="16" y="155"/>
                    <a:pt x="15" y="155"/>
                    <a:pt x="15" y="156"/>
                  </a:cubicBezTo>
                  <a:cubicBezTo>
                    <a:pt x="14" y="158"/>
                    <a:pt x="13" y="159"/>
                    <a:pt x="13" y="159"/>
                  </a:cubicBezTo>
                  <a:cubicBezTo>
                    <a:pt x="13" y="159"/>
                    <a:pt x="13" y="159"/>
                    <a:pt x="13" y="159"/>
                  </a:cubicBezTo>
                  <a:cubicBezTo>
                    <a:pt x="12" y="159"/>
                    <a:pt x="12" y="159"/>
                    <a:pt x="12" y="159"/>
                  </a:cubicBezTo>
                  <a:cubicBezTo>
                    <a:pt x="12" y="159"/>
                    <a:pt x="12" y="160"/>
                    <a:pt x="11" y="161"/>
                  </a:cubicBezTo>
                  <a:cubicBezTo>
                    <a:pt x="9" y="162"/>
                    <a:pt x="9" y="162"/>
                    <a:pt x="9" y="162"/>
                  </a:cubicBezTo>
                  <a:cubicBezTo>
                    <a:pt x="10" y="163"/>
                    <a:pt x="10" y="163"/>
                    <a:pt x="10" y="163"/>
                  </a:cubicBezTo>
                  <a:cubicBezTo>
                    <a:pt x="10" y="163"/>
                    <a:pt x="10" y="163"/>
                    <a:pt x="10" y="163"/>
                  </a:cubicBezTo>
                  <a:cubicBezTo>
                    <a:pt x="10" y="163"/>
                    <a:pt x="10" y="163"/>
                    <a:pt x="10" y="163"/>
                  </a:cubicBezTo>
                  <a:cubicBezTo>
                    <a:pt x="10" y="163"/>
                    <a:pt x="10" y="163"/>
                    <a:pt x="10" y="163"/>
                  </a:cubicBezTo>
                  <a:cubicBezTo>
                    <a:pt x="9" y="165"/>
                    <a:pt x="6" y="167"/>
                    <a:pt x="1" y="168"/>
                  </a:cubicBezTo>
                  <a:cubicBezTo>
                    <a:pt x="0" y="168"/>
                    <a:pt x="0" y="168"/>
                    <a:pt x="0" y="168"/>
                  </a:cubicBezTo>
                  <a:cubicBezTo>
                    <a:pt x="0" y="177"/>
                    <a:pt x="0" y="177"/>
                    <a:pt x="0" y="177"/>
                  </a:cubicBezTo>
                  <a:cubicBezTo>
                    <a:pt x="32" y="173"/>
                    <a:pt x="32" y="173"/>
                    <a:pt x="32" y="173"/>
                  </a:cubicBezTo>
                  <a:cubicBezTo>
                    <a:pt x="71" y="185"/>
                    <a:pt x="71" y="185"/>
                    <a:pt x="71" y="185"/>
                  </a:cubicBezTo>
                  <a:cubicBezTo>
                    <a:pt x="75" y="181"/>
                    <a:pt x="75" y="181"/>
                    <a:pt x="75" y="181"/>
                  </a:cubicBezTo>
                  <a:cubicBezTo>
                    <a:pt x="75" y="177"/>
                    <a:pt x="75" y="177"/>
                    <a:pt x="75" y="177"/>
                  </a:cubicBezTo>
                  <a:cubicBezTo>
                    <a:pt x="79" y="173"/>
                    <a:pt x="79" y="173"/>
                    <a:pt x="79" y="173"/>
                  </a:cubicBezTo>
                  <a:cubicBezTo>
                    <a:pt x="86" y="173"/>
                    <a:pt x="86" y="173"/>
                    <a:pt x="86" y="173"/>
                  </a:cubicBezTo>
                  <a:cubicBezTo>
                    <a:pt x="98" y="181"/>
                    <a:pt x="98" y="181"/>
                    <a:pt x="98" y="181"/>
                  </a:cubicBezTo>
                  <a:cubicBezTo>
                    <a:pt x="102" y="185"/>
                    <a:pt x="102" y="185"/>
                    <a:pt x="102" y="185"/>
                  </a:cubicBezTo>
                  <a:cubicBezTo>
                    <a:pt x="106" y="185"/>
                    <a:pt x="106" y="185"/>
                    <a:pt x="106" y="185"/>
                  </a:cubicBezTo>
                  <a:cubicBezTo>
                    <a:pt x="114" y="197"/>
                    <a:pt x="114" y="197"/>
                    <a:pt x="114" y="197"/>
                  </a:cubicBezTo>
                  <a:cubicBezTo>
                    <a:pt x="121" y="197"/>
                    <a:pt x="121" y="197"/>
                    <a:pt x="121" y="197"/>
                  </a:cubicBezTo>
                  <a:cubicBezTo>
                    <a:pt x="125" y="201"/>
                    <a:pt x="125" y="201"/>
                    <a:pt x="125" y="201"/>
                  </a:cubicBezTo>
                  <a:cubicBezTo>
                    <a:pt x="129" y="201"/>
                    <a:pt x="129" y="201"/>
                    <a:pt x="129" y="201"/>
                  </a:cubicBezTo>
                  <a:cubicBezTo>
                    <a:pt x="137" y="197"/>
                    <a:pt x="137" y="197"/>
                    <a:pt x="137" y="197"/>
                  </a:cubicBezTo>
                  <a:cubicBezTo>
                    <a:pt x="141" y="201"/>
                    <a:pt x="141" y="201"/>
                    <a:pt x="141" y="201"/>
                  </a:cubicBezTo>
                  <a:cubicBezTo>
                    <a:pt x="145" y="201"/>
                    <a:pt x="145" y="201"/>
                    <a:pt x="145" y="201"/>
                  </a:cubicBezTo>
                  <a:cubicBezTo>
                    <a:pt x="153" y="201"/>
                    <a:pt x="153" y="201"/>
                    <a:pt x="153" y="201"/>
                  </a:cubicBezTo>
                  <a:cubicBezTo>
                    <a:pt x="160" y="193"/>
                    <a:pt x="160" y="193"/>
                    <a:pt x="160" y="193"/>
                  </a:cubicBezTo>
                  <a:cubicBezTo>
                    <a:pt x="160" y="189"/>
                    <a:pt x="160" y="189"/>
                    <a:pt x="160" y="189"/>
                  </a:cubicBezTo>
                  <a:cubicBezTo>
                    <a:pt x="164" y="189"/>
                    <a:pt x="164" y="189"/>
                    <a:pt x="164" y="189"/>
                  </a:cubicBezTo>
                  <a:cubicBezTo>
                    <a:pt x="168" y="193"/>
                    <a:pt x="168" y="193"/>
                    <a:pt x="168" y="193"/>
                  </a:cubicBezTo>
                  <a:cubicBezTo>
                    <a:pt x="176" y="197"/>
                    <a:pt x="176" y="197"/>
                    <a:pt x="176" y="197"/>
                  </a:cubicBezTo>
                  <a:cubicBezTo>
                    <a:pt x="184" y="208"/>
                    <a:pt x="184" y="208"/>
                    <a:pt x="184" y="208"/>
                  </a:cubicBezTo>
                  <a:cubicBezTo>
                    <a:pt x="192" y="205"/>
                    <a:pt x="192" y="205"/>
                    <a:pt x="192" y="205"/>
                  </a:cubicBezTo>
                  <a:cubicBezTo>
                    <a:pt x="192" y="201"/>
                    <a:pt x="192" y="201"/>
                    <a:pt x="192" y="201"/>
                  </a:cubicBezTo>
                  <a:cubicBezTo>
                    <a:pt x="192" y="197"/>
                    <a:pt x="192" y="197"/>
                    <a:pt x="192" y="197"/>
                  </a:cubicBezTo>
                  <a:cubicBezTo>
                    <a:pt x="180" y="189"/>
                    <a:pt x="180" y="189"/>
                    <a:pt x="180" y="189"/>
                  </a:cubicBezTo>
                  <a:cubicBezTo>
                    <a:pt x="172" y="185"/>
                    <a:pt x="172" y="185"/>
                    <a:pt x="172" y="185"/>
                  </a:cubicBezTo>
                  <a:cubicBezTo>
                    <a:pt x="172" y="181"/>
                    <a:pt x="172" y="181"/>
                    <a:pt x="172" y="181"/>
                  </a:cubicBezTo>
                  <a:cubicBezTo>
                    <a:pt x="176" y="177"/>
                    <a:pt x="176" y="177"/>
                    <a:pt x="176" y="177"/>
                  </a:cubicBezTo>
                  <a:cubicBezTo>
                    <a:pt x="184" y="169"/>
                    <a:pt x="184" y="169"/>
                    <a:pt x="184" y="169"/>
                  </a:cubicBezTo>
                  <a:cubicBezTo>
                    <a:pt x="188" y="162"/>
                    <a:pt x="188" y="162"/>
                    <a:pt x="188" y="162"/>
                  </a:cubicBezTo>
                  <a:cubicBezTo>
                    <a:pt x="184" y="158"/>
                    <a:pt x="184" y="158"/>
                    <a:pt x="184" y="158"/>
                  </a:cubicBezTo>
                  <a:cubicBezTo>
                    <a:pt x="176" y="162"/>
                    <a:pt x="176" y="162"/>
                    <a:pt x="176" y="162"/>
                  </a:cubicBezTo>
                  <a:cubicBezTo>
                    <a:pt x="172" y="165"/>
                    <a:pt x="172" y="165"/>
                    <a:pt x="172" y="165"/>
                  </a:cubicBezTo>
                  <a:cubicBezTo>
                    <a:pt x="168" y="165"/>
                    <a:pt x="168" y="165"/>
                    <a:pt x="168" y="165"/>
                  </a:cubicBezTo>
                  <a:cubicBezTo>
                    <a:pt x="168" y="158"/>
                    <a:pt x="168" y="158"/>
                    <a:pt x="168" y="158"/>
                  </a:cubicBezTo>
                  <a:cubicBezTo>
                    <a:pt x="164" y="158"/>
                    <a:pt x="164" y="158"/>
                    <a:pt x="164" y="158"/>
                  </a:cubicBezTo>
                  <a:cubicBezTo>
                    <a:pt x="160" y="158"/>
                    <a:pt x="160" y="158"/>
                    <a:pt x="160" y="158"/>
                  </a:cubicBezTo>
                  <a:cubicBezTo>
                    <a:pt x="157" y="162"/>
                    <a:pt x="157" y="162"/>
                    <a:pt x="157" y="162"/>
                  </a:cubicBezTo>
                  <a:cubicBezTo>
                    <a:pt x="149" y="162"/>
                    <a:pt x="149" y="162"/>
                    <a:pt x="149" y="162"/>
                  </a:cubicBezTo>
                  <a:cubicBezTo>
                    <a:pt x="145" y="158"/>
                    <a:pt x="145" y="158"/>
                    <a:pt x="145" y="158"/>
                  </a:cubicBezTo>
                  <a:cubicBezTo>
                    <a:pt x="145" y="150"/>
                    <a:pt x="145" y="150"/>
                    <a:pt x="145" y="150"/>
                  </a:cubicBezTo>
                  <a:cubicBezTo>
                    <a:pt x="146" y="149"/>
                    <a:pt x="146" y="149"/>
                    <a:pt x="146" y="149"/>
                  </a:cubicBezTo>
                  <a:cubicBezTo>
                    <a:pt x="146" y="149"/>
                    <a:pt x="146" y="149"/>
                    <a:pt x="146" y="149"/>
                  </a:cubicBezTo>
                  <a:lnTo>
                    <a:pt x="145" y="149"/>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47" name="Kentucky">
              <a:extLst>
                <a:ext uri="{FF2B5EF4-FFF2-40B4-BE49-F238E27FC236}">
                  <a16:creationId xmlns:a16="http://schemas.microsoft.com/office/drawing/2014/main" id="{1ECFAC5D-C857-48C4-8D24-48F2F6A6AA4B}"/>
                </a:ext>
              </a:extLst>
            </p:cNvPr>
            <p:cNvSpPr>
              <a:spLocks/>
            </p:cNvSpPr>
            <p:nvPr/>
          </p:nvSpPr>
          <p:spPr bwMode="auto">
            <a:xfrm>
              <a:off x="7461823" y="2955654"/>
              <a:ext cx="1138515" cy="424644"/>
            </a:xfrm>
            <a:custGeom>
              <a:avLst/>
              <a:gdLst>
                <a:gd name="T0" fmla="*/ 284 w 288"/>
                <a:gd name="T1" fmla="*/ 65 h 107"/>
                <a:gd name="T2" fmla="*/ 282 w 288"/>
                <a:gd name="T3" fmla="*/ 65 h 107"/>
                <a:gd name="T4" fmla="*/ 279 w 288"/>
                <a:gd name="T5" fmla="*/ 64 h 107"/>
                <a:gd name="T6" fmla="*/ 272 w 288"/>
                <a:gd name="T7" fmla="*/ 58 h 107"/>
                <a:gd name="T8" fmla="*/ 270 w 288"/>
                <a:gd name="T9" fmla="*/ 51 h 107"/>
                <a:gd name="T10" fmla="*/ 271 w 288"/>
                <a:gd name="T11" fmla="*/ 42 h 107"/>
                <a:gd name="T12" fmla="*/ 274 w 288"/>
                <a:gd name="T13" fmla="*/ 32 h 107"/>
                <a:gd name="T14" fmla="*/ 272 w 288"/>
                <a:gd name="T15" fmla="*/ 28 h 107"/>
                <a:gd name="T16" fmla="*/ 252 w 288"/>
                <a:gd name="T17" fmla="*/ 21 h 107"/>
                <a:gd name="T18" fmla="*/ 240 w 288"/>
                <a:gd name="T19" fmla="*/ 17 h 107"/>
                <a:gd name="T20" fmla="*/ 232 w 288"/>
                <a:gd name="T21" fmla="*/ 18 h 107"/>
                <a:gd name="T22" fmla="*/ 203 w 288"/>
                <a:gd name="T23" fmla="*/ 12 h 107"/>
                <a:gd name="T24" fmla="*/ 193 w 288"/>
                <a:gd name="T25" fmla="*/ 0 h 107"/>
                <a:gd name="T26" fmla="*/ 183 w 288"/>
                <a:gd name="T27" fmla="*/ 0 h 107"/>
                <a:gd name="T28" fmla="*/ 171 w 288"/>
                <a:gd name="T29" fmla="*/ 5 h 107"/>
                <a:gd name="T30" fmla="*/ 171 w 288"/>
                <a:gd name="T31" fmla="*/ 5 h 107"/>
                <a:gd name="T32" fmla="*/ 158 w 288"/>
                <a:gd name="T33" fmla="*/ 18 h 107"/>
                <a:gd name="T34" fmla="*/ 151 w 288"/>
                <a:gd name="T35" fmla="*/ 25 h 107"/>
                <a:gd name="T36" fmla="*/ 133 w 288"/>
                <a:gd name="T37" fmla="*/ 35 h 107"/>
                <a:gd name="T38" fmla="*/ 136 w 288"/>
                <a:gd name="T39" fmla="*/ 40 h 107"/>
                <a:gd name="T40" fmla="*/ 136 w 288"/>
                <a:gd name="T41" fmla="*/ 47 h 107"/>
                <a:gd name="T42" fmla="*/ 129 w 288"/>
                <a:gd name="T43" fmla="*/ 46 h 107"/>
                <a:gd name="T44" fmla="*/ 122 w 288"/>
                <a:gd name="T45" fmla="*/ 40 h 107"/>
                <a:gd name="T46" fmla="*/ 121 w 288"/>
                <a:gd name="T47" fmla="*/ 41 h 107"/>
                <a:gd name="T48" fmla="*/ 108 w 288"/>
                <a:gd name="T49" fmla="*/ 47 h 107"/>
                <a:gd name="T50" fmla="*/ 103 w 288"/>
                <a:gd name="T51" fmla="*/ 47 h 107"/>
                <a:gd name="T52" fmla="*/ 94 w 288"/>
                <a:gd name="T53" fmla="*/ 47 h 107"/>
                <a:gd name="T54" fmla="*/ 88 w 288"/>
                <a:gd name="T55" fmla="*/ 48 h 107"/>
                <a:gd name="T56" fmla="*/ 78 w 288"/>
                <a:gd name="T57" fmla="*/ 47 h 107"/>
                <a:gd name="T58" fmla="*/ 68 w 288"/>
                <a:gd name="T59" fmla="*/ 41 h 107"/>
                <a:gd name="T60" fmla="*/ 62 w 288"/>
                <a:gd name="T61" fmla="*/ 48 h 107"/>
                <a:gd name="T62" fmla="*/ 63 w 288"/>
                <a:gd name="T63" fmla="*/ 49 h 107"/>
                <a:gd name="T64" fmla="*/ 60 w 288"/>
                <a:gd name="T65" fmla="*/ 54 h 107"/>
                <a:gd name="T66" fmla="*/ 56 w 288"/>
                <a:gd name="T67" fmla="*/ 51 h 107"/>
                <a:gd name="T68" fmla="*/ 41 w 288"/>
                <a:gd name="T69" fmla="*/ 51 h 107"/>
                <a:gd name="T70" fmla="*/ 33 w 288"/>
                <a:gd name="T71" fmla="*/ 53 h 107"/>
                <a:gd name="T72" fmla="*/ 22 w 288"/>
                <a:gd name="T73" fmla="*/ 63 h 107"/>
                <a:gd name="T74" fmla="*/ 12 w 288"/>
                <a:gd name="T75" fmla="*/ 63 h 107"/>
                <a:gd name="T76" fmla="*/ 8 w 288"/>
                <a:gd name="T77" fmla="*/ 92 h 107"/>
                <a:gd name="T78" fmla="*/ 0 w 288"/>
                <a:gd name="T79" fmla="*/ 106 h 107"/>
                <a:gd name="T80" fmla="*/ 56 w 288"/>
                <a:gd name="T81" fmla="*/ 107 h 107"/>
                <a:gd name="T82" fmla="*/ 264 w 288"/>
                <a:gd name="T83" fmla="*/ 94 h 107"/>
                <a:gd name="T84" fmla="*/ 265 w 288"/>
                <a:gd name="T85" fmla="*/ 94 h 107"/>
                <a:gd name="T86" fmla="*/ 271 w 288"/>
                <a:gd name="T87" fmla="*/ 90 h 107"/>
                <a:gd name="T88" fmla="*/ 288 w 288"/>
                <a:gd name="T89" fmla="*/ 81 h 107"/>
                <a:gd name="T90" fmla="*/ 288 w 288"/>
                <a:gd name="T91" fmla="*/ 76 h 107"/>
                <a:gd name="T92" fmla="*/ 288 w 288"/>
                <a:gd name="T93" fmla="*/ 71 h 107"/>
                <a:gd name="T94" fmla="*/ 286 w 288"/>
                <a:gd name="T95" fmla="*/ 68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8" h="107">
                  <a:moveTo>
                    <a:pt x="286" y="68"/>
                  </a:moveTo>
                  <a:cubicBezTo>
                    <a:pt x="285" y="67"/>
                    <a:pt x="284" y="66"/>
                    <a:pt x="284" y="65"/>
                  </a:cubicBezTo>
                  <a:cubicBezTo>
                    <a:pt x="283" y="64"/>
                    <a:pt x="283" y="64"/>
                    <a:pt x="283" y="64"/>
                  </a:cubicBezTo>
                  <a:cubicBezTo>
                    <a:pt x="282" y="65"/>
                    <a:pt x="282" y="65"/>
                    <a:pt x="282" y="65"/>
                  </a:cubicBezTo>
                  <a:cubicBezTo>
                    <a:pt x="281" y="65"/>
                    <a:pt x="281" y="65"/>
                    <a:pt x="281" y="65"/>
                  </a:cubicBezTo>
                  <a:cubicBezTo>
                    <a:pt x="280" y="65"/>
                    <a:pt x="279" y="65"/>
                    <a:pt x="279" y="64"/>
                  </a:cubicBezTo>
                  <a:cubicBezTo>
                    <a:pt x="277" y="62"/>
                    <a:pt x="276" y="61"/>
                    <a:pt x="275" y="60"/>
                  </a:cubicBezTo>
                  <a:cubicBezTo>
                    <a:pt x="274" y="59"/>
                    <a:pt x="273" y="59"/>
                    <a:pt x="272" y="58"/>
                  </a:cubicBezTo>
                  <a:cubicBezTo>
                    <a:pt x="271" y="56"/>
                    <a:pt x="271" y="56"/>
                    <a:pt x="271" y="56"/>
                  </a:cubicBezTo>
                  <a:cubicBezTo>
                    <a:pt x="270" y="51"/>
                    <a:pt x="270" y="51"/>
                    <a:pt x="270" y="51"/>
                  </a:cubicBezTo>
                  <a:cubicBezTo>
                    <a:pt x="270" y="50"/>
                    <a:pt x="270" y="50"/>
                    <a:pt x="270" y="49"/>
                  </a:cubicBezTo>
                  <a:cubicBezTo>
                    <a:pt x="270" y="47"/>
                    <a:pt x="271" y="44"/>
                    <a:pt x="271" y="42"/>
                  </a:cubicBezTo>
                  <a:cubicBezTo>
                    <a:pt x="271" y="41"/>
                    <a:pt x="271" y="39"/>
                    <a:pt x="272" y="36"/>
                  </a:cubicBezTo>
                  <a:cubicBezTo>
                    <a:pt x="274" y="32"/>
                    <a:pt x="274" y="32"/>
                    <a:pt x="274" y="32"/>
                  </a:cubicBezTo>
                  <a:cubicBezTo>
                    <a:pt x="274" y="30"/>
                    <a:pt x="274" y="30"/>
                    <a:pt x="274" y="30"/>
                  </a:cubicBezTo>
                  <a:cubicBezTo>
                    <a:pt x="272" y="28"/>
                    <a:pt x="272" y="28"/>
                    <a:pt x="272" y="28"/>
                  </a:cubicBezTo>
                  <a:cubicBezTo>
                    <a:pt x="265" y="21"/>
                    <a:pt x="265" y="21"/>
                    <a:pt x="265" y="21"/>
                  </a:cubicBezTo>
                  <a:cubicBezTo>
                    <a:pt x="252" y="21"/>
                    <a:pt x="252" y="21"/>
                    <a:pt x="252" y="21"/>
                  </a:cubicBezTo>
                  <a:cubicBezTo>
                    <a:pt x="252" y="21"/>
                    <a:pt x="246" y="21"/>
                    <a:pt x="243" y="18"/>
                  </a:cubicBezTo>
                  <a:cubicBezTo>
                    <a:pt x="242" y="18"/>
                    <a:pt x="241" y="17"/>
                    <a:pt x="240" y="17"/>
                  </a:cubicBezTo>
                  <a:cubicBezTo>
                    <a:pt x="237" y="17"/>
                    <a:pt x="235" y="18"/>
                    <a:pt x="235" y="18"/>
                  </a:cubicBezTo>
                  <a:cubicBezTo>
                    <a:pt x="232" y="18"/>
                    <a:pt x="232" y="18"/>
                    <a:pt x="232" y="18"/>
                  </a:cubicBezTo>
                  <a:cubicBezTo>
                    <a:pt x="229" y="18"/>
                    <a:pt x="228" y="13"/>
                    <a:pt x="227" y="12"/>
                  </a:cubicBezTo>
                  <a:cubicBezTo>
                    <a:pt x="203" y="12"/>
                    <a:pt x="203" y="12"/>
                    <a:pt x="203" y="12"/>
                  </a:cubicBezTo>
                  <a:cubicBezTo>
                    <a:pt x="198" y="6"/>
                    <a:pt x="198" y="6"/>
                    <a:pt x="198" y="6"/>
                  </a:cubicBezTo>
                  <a:cubicBezTo>
                    <a:pt x="193" y="0"/>
                    <a:pt x="193" y="0"/>
                    <a:pt x="193" y="0"/>
                  </a:cubicBezTo>
                  <a:cubicBezTo>
                    <a:pt x="183" y="0"/>
                    <a:pt x="183" y="0"/>
                    <a:pt x="183" y="0"/>
                  </a:cubicBezTo>
                  <a:cubicBezTo>
                    <a:pt x="183" y="0"/>
                    <a:pt x="183" y="0"/>
                    <a:pt x="183" y="0"/>
                  </a:cubicBezTo>
                  <a:cubicBezTo>
                    <a:pt x="178" y="5"/>
                    <a:pt x="178" y="5"/>
                    <a:pt x="178" y="5"/>
                  </a:cubicBezTo>
                  <a:cubicBezTo>
                    <a:pt x="171" y="5"/>
                    <a:pt x="171" y="5"/>
                    <a:pt x="171" y="5"/>
                  </a:cubicBezTo>
                  <a:cubicBezTo>
                    <a:pt x="171" y="5"/>
                    <a:pt x="171" y="5"/>
                    <a:pt x="171" y="5"/>
                  </a:cubicBezTo>
                  <a:cubicBezTo>
                    <a:pt x="171" y="5"/>
                    <a:pt x="171" y="5"/>
                    <a:pt x="171" y="5"/>
                  </a:cubicBezTo>
                  <a:cubicBezTo>
                    <a:pt x="171" y="5"/>
                    <a:pt x="165" y="9"/>
                    <a:pt x="161" y="9"/>
                  </a:cubicBezTo>
                  <a:cubicBezTo>
                    <a:pt x="157" y="10"/>
                    <a:pt x="158" y="17"/>
                    <a:pt x="158" y="18"/>
                  </a:cubicBezTo>
                  <a:cubicBezTo>
                    <a:pt x="158" y="19"/>
                    <a:pt x="158" y="19"/>
                    <a:pt x="158" y="19"/>
                  </a:cubicBezTo>
                  <a:cubicBezTo>
                    <a:pt x="151" y="25"/>
                    <a:pt x="151" y="25"/>
                    <a:pt x="151" y="25"/>
                  </a:cubicBezTo>
                  <a:cubicBezTo>
                    <a:pt x="151" y="25"/>
                    <a:pt x="144" y="30"/>
                    <a:pt x="136" y="33"/>
                  </a:cubicBezTo>
                  <a:cubicBezTo>
                    <a:pt x="134" y="34"/>
                    <a:pt x="133" y="35"/>
                    <a:pt x="133" y="35"/>
                  </a:cubicBezTo>
                  <a:cubicBezTo>
                    <a:pt x="134" y="36"/>
                    <a:pt x="134" y="36"/>
                    <a:pt x="134" y="36"/>
                  </a:cubicBezTo>
                  <a:cubicBezTo>
                    <a:pt x="136" y="37"/>
                    <a:pt x="137" y="38"/>
                    <a:pt x="136" y="40"/>
                  </a:cubicBezTo>
                  <a:cubicBezTo>
                    <a:pt x="135" y="42"/>
                    <a:pt x="135" y="44"/>
                    <a:pt x="136" y="45"/>
                  </a:cubicBezTo>
                  <a:cubicBezTo>
                    <a:pt x="136" y="47"/>
                    <a:pt x="136" y="47"/>
                    <a:pt x="136" y="47"/>
                  </a:cubicBezTo>
                  <a:cubicBezTo>
                    <a:pt x="129" y="47"/>
                    <a:pt x="129" y="47"/>
                    <a:pt x="129" y="47"/>
                  </a:cubicBezTo>
                  <a:cubicBezTo>
                    <a:pt x="129" y="46"/>
                    <a:pt x="129" y="46"/>
                    <a:pt x="129" y="46"/>
                  </a:cubicBezTo>
                  <a:cubicBezTo>
                    <a:pt x="128" y="45"/>
                    <a:pt x="126" y="42"/>
                    <a:pt x="124" y="41"/>
                  </a:cubicBezTo>
                  <a:cubicBezTo>
                    <a:pt x="123" y="40"/>
                    <a:pt x="123" y="40"/>
                    <a:pt x="122" y="40"/>
                  </a:cubicBezTo>
                  <a:cubicBezTo>
                    <a:pt x="122" y="40"/>
                    <a:pt x="121" y="40"/>
                    <a:pt x="121" y="41"/>
                  </a:cubicBezTo>
                  <a:cubicBezTo>
                    <a:pt x="121" y="41"/>
                    <a:pt x="121" y="41"/>
                    <a:pt x="121" y="41"/>
                  </a:cubicBezTo>
                  <a:cubicBezTo>
                    <a:pt x="114" y="41"/>
                    <a:pt x="114" y="41"/>
                    <a:pt x="114" y="41"/>
                  </a:cubicBezTo>
                  <a:cubicBezTo>
                    <a:pt x="108" y="47"/>
                    <a:pt x="108" y="47"/>
                    <a:pt x="108" y="47"/>
                  </a:cubicBezTo>
                  <a:cubicBezTo>
                    <a:pt x="103" y="47"/>
                    <a:pt x="103" y="47"/>
                    <a:pt x="103" y="47"/>
                  </a:cubicBezTo>
                  <a:cubicBezTo>
                    <a:pt x="103" y="47"/>
                    <a:pt x="103" y="47"/>
                    <a:pt x="103" y="47"/>
                  </a:cubicBezTo>
                  <a:cubicBezTo>
                    <a:pt x="103" y="47"/>
                    <a:pt x="101" y="47"/>
                    <a:pt x="98" y="47"/>
                  </a:cubicBezTo>
                  <a:cubicBezTo>
                    <a:pt x="97" y="47"/>
                    <a:pt x="95" y="47"/>
                    <a:pt x="94" y="47"/>
                  </a:cubicBezTo>
                  <a:cubicBezTo>
                    <a:pt x="92" y="48"/>
                    <a:pt x="91" y="48"/>
                    <a:pt x="91" y="48"/>
                  </a:cubicBezTo>
                  <a:cubicBezTo>
                    <a:pt x="88" y="48"/>
                    <a:pt x="88" y="48"/>
                    <a:pt x="88" y="48"/>
                  </a:cubicBezTo>
                  <a:cubicBezTo>
                    <a:pt x="89" y="47"/>
                    <a:pt x="89" y="47"/>
                    <a:pt x="89" y="47"/>
                  </a:cubicBezTo>
                  <a:cubicBezTo>
                    <a:pt x="78" y="47"/>
                    <a:pt x="78" y="47"/>
                    <a:pt x="78" y="47"/>
                  </a:cubicBezTo>
                  <a:cubicBezTo>
                    <a:pt x="70" y="45"/>
                    <a:pt x="70" y="45"/>
                    <a:pt x="70" y="45"/>
                  </a:cubicBezTo>
                  <a:cubicBezTo>
                    <a:pt x="68" y="41"/>
                    <a:pt x="68" y="41"/>
                    <a:pt x="68" y="41"/>
                  </a:cubicBezTo>
                  <a:cubicBezTo>
                    <a:pt x="64" y="46"/>
                    <a:pt x="64" y="46"/>
                    <a:pt x="64" y="46"/>
                  </a:cubicBezTo>
                  <a:cubicBezTo>
                    <a:pt x="63" y="47"/>
                    <a:pt x="63" y="47"/>
                    <a:pt x="62" y="48"/>
                  </a:cubicBezTo>
                  <a:cubicBezTo>
                    <a:pt x="63" y="48"/>
                    <a:pt x="63" y="48"/>
                    <a:pt x="63" y="48"/>
                  </a:cubicBezTo>
                  <a:cubicBezTo>
                    <a:pt x="63" y="49"/>
                    <a:pt x="63" y="49"/>
                    <a:pt x="63" y="49"/>
                  </a:cubicBezTo>
                  <a:cubicBezTo>
                    <a:pt x="63" y="49"/>
                    <a:pt x="63" y="50"/>
                    <a:pt x="62" y="51"/>
                  </a:cubicBezTo>
                  <a:cubicBezTo>
                    <a:pt x="62" y="53"/>
                    <a:pt x="61" y="54"/>
                    <a:pt x="60" y="54"/>
                  </a:cubicBezTo>
                  <a:cubicBezTo>
                    <a:pt x="60" y="54"/>
                    <a:pt x="60" y="54"/>
                    <a:pt x="60" y="54"/>
                  </a:cubicBezTo>
                  <a:cubicBezTo>
                    <a:pt x="58" y="54"/>
                    <a:pt x="56" y="52"/>
                    <a:pt x="56" y="51"/>
                  </a:cubicBezTo>
                  <a:cubicBezTo>
                    <a:pt x="41" y="51"/>
                    <a:pt x="41" y="51"/>
                    <a:pt x="41" y="51"/>
                  </a:cubicBezTo>
                  <a:cubicBezTo>
                    <a:pt x="41" y="51"/>
                    <a:pt x="41" y="51"/>
                    <a:pt x="41" y="51"/>
                  </a:cubicBezTo>
                  <a:cubicBezTo>
                    <a:pt x="40" y="51"/>
                    <a:pt x="40" y="51"/>
                    <a:pt x="40" y="51"/>
                  </a:cubicBezTo>
                  <a:cubicBezTo>
                    <a:pt x="37" y="52"/>
                    <a:pt x="34" y="53"/>
                    <a:pt x="33" y="53"/>
                  </a:cubicBezTo>
                  <a:cubicBezTo>
                    <a:pt x="26" y="58"/>
                    <a:pt x="26" y="58"/>
                    <a:pt x="26" y="58"/>
                  </a:cubicBezTo>
                  <a:cubicBezTo>
                    <a:pt x="22" y="63"/>
                    <a:pt x="22" y="63"/>
                    <a:pt x="22" y="63"/>
                  </a:cubicBezTo>
                  <a:cubicBezTo>
                    <a:pt x="12" y="63"/>
                    <a:pt x="12" y="63"/>
                    <a:pt x="12" y="63"/>
                  </a:cubicBezTo>
                  <a:cubicBezTo>
                    <a:pt x="12" y="63"/>
                    <a:pt x="12" y="63"/>
                    <a:pt x="12" y="63"/>
                  </a:cubicBezTo>
                  <a:cubicBezTo>
                    <a:pt x="14" y="75"/>
                    <a:pt x="14" y="75"/>
                    <a:pt x="14" y="75"/>
                  </a:cubicBezTo>
                  <a:cubicBezTo>
                    <a:pt x="17" y="85"/>
                    <a:pt x="9" y="91"/>
                    <a:pt x="8" y="92"/>
                  </a:cubicBezTo>
                  <a:cubicBezTo>
                    <a:pt x="7" y="92"/>
                    <a:pt x="7" y="92"/>
                    <a:pt x="7" y="92"/>
                  </a:cubicBezTo>
                  <a:cubicBezTo>
                    <a:pt x="0" y="106"/>
                    <a:pt x="0" y="106"/>
                    <a:pt x="0" y="106"/>
                  </a:cubicBezTo>
                  <a:cubicBezTo>
                    <a:pt x="0" y="107"/>
                    <a:pt x="0" y="107"/>
                    <a:pt x="0" y="107"/>
                  </a:cubicBezTo>
                  <a:cubicBezTo>
                    <a:pt x="56" y="107"/>
                    <a:pt x="56" y="107"/>
                    <a:pt x="56" y="107"/>
                  </a:cubicBezTo>
                  <a:cubicBezTo>
                    <a:pt x="56" y="94"/>
                    <a:pt x="56" y="94"/>
                    <a:pt x="56" y="94"/>
                  </a:cubicBezTo>
                  <a:cubicBezTo>
                    <a:pt x="264" y="94"/>
                    <a:pt x="264" y="94"/>
                    <a:pt x="264" y="94"/>
                  </a:cubicBezTo>
                  <a:cubicBezTo>
                    <a:pt x="265" y="94"/>
                    <a:pt x="265" y="94"/>
                    <a:pt x="265" y="94"/>
                  </a:cubicBezTo>
                  <a:cubicBezTo>
                    <a:pt x="265" y="94"/>
                    <a:pt x="265" y="94"/>
                    <a:pt x="265" y="94"/>
                  </a:cubicBezTo>
                  <a:cubicBezTo>
                    <a:pt x="267" y="93"/>
                    <a:pt x="267" y="93"/>
                    <a:pt x="267" y="93"/>
                  </a:cubicBezTo>
                  <a:cubicBezTo>
                    <a:pt x="268" y="92"/>
                    <a:pt x="270" y="90"/>
                    <a:pt x="271" y="90"/>
                  </a:cubicBezTo>
                  <a:cubicBezTo>
                    <a:pt x="274" y="88"/>
                    <a:pt x="277" y="86"/>
                    <a:pt x="278" y="85"/>
                  </a:cubicBezTo>
                  <a:cubicBezTo>
                    <a:pt x="288" y="81"/>
                    <a:pt x="288" y="81"/>
                    <a:pt x="288" y="81"/>
                  </a:cubicBezTo>
                  <a:cubicBezTo>
                    <a:pt x="287" y="80"/>
                    <a:pt x="287" y="80"/>
                    <a:pt x="287" y="80"/>
                  </a:cubicBezTo>
                  <a:cubicBezTo>
                    <a:pt x="287" y="79"/>
                    <a:pt x="287" y="77"/>
                    <a:pt x="288" y="76"/>
                  </a:cubicBezTo>
                  <a:cubicBezTo>
                    <a:pt x="288" y="74"/>
                    <a:pt x="288" y="74"/>
                    <a:pt x="288" y="73"/>
                  </a:cubicBezTo>
                  <a:cubicBezTo>
                    <a:pt x="288" y="72"/>
                    <a:pt x="288" y="72"/>
                    <a:pt x="288" y="71"/>
                  </a:cubicBezTo>
                  <a:cubicBezTo>
                    <a:pt x="288" y="71"/>
                    <a:pt x="288" y="71"/>
                    <a:pt x="288" y="71"/>
                  </a:cubicBezTo>
                  <a:cubicBezTo>
                    <a:pt x="288" y="70"/>
                    <a:pt x="287" y="69"/>
                    <a:pt x="286" y="68"/>
                  </a:cubicBezTo>
                  <a:close/>
                </a:path>
              </a:pathLst>
            </a:cu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48" name="Kansas">
              <a:extLst>
                <a:ext uri="{FF2B5EF4-FFF2-40B4-BE49-F238E27FC236}">
                  <a16:creationId xmlns:a16="http://schemas.microsoft.com/office/drawing/2014/main" id="{49CE8551-D9C5-4094-B82D-A3F77BD5634C}"/>
                </a:ext>
              </a:extLst>
            </p:cNvPr>
            <p:cNvSpPr>
              <a:spLocks/>
            </p:cNvSpPr>
            <p:nvPr/>
          </p:nvSpPr>
          <p:spPr bwMode="auto">
            <a:xfrm>
              <a:off x="5564297" y="2616273"/>
              <a:ext cx="1126813" cy="573437"/>
            </a:xfrm>
            <a:custGeom>
              <a:avLst/>
              <a:gdLst>
                <a:gd name="T0" fmla="*/ 285 w 285"/>
                <a:gd name="T1" fmla="*/ 144 h 145"/>
                <a:gd name="T2" fmla="*/ 285 w 285"/>
                <a:gd name="T3" fmla="*/ 54 h 145"/>
                <a:gd name="T4" fmla="*/ 285 w 285"/>
                <a:gd name="T5" fmla="*/ 53 h 145"/>
                <a:gd name="T6" fmla="*/ 282 w 285"/>
                <a:gd name="T7" fmla="*/ 50 h 145"/>
                <a:gd name="T8" fmla="*/ 273 w 285"/>
                <a:gd name="T9" fmla="*/ 42 h 145"/>
                <a:gd name="T10" fmla="*/ 273 w 285"/>
                <a:gd name="T11" fmla="*/ 35 h 145"/>
                <a:gd name="T12" fmla="*/ 270 w 285"/>
                <a:gd name="T13" fmla="*/ 35 h 145"/>
                <a:gd name="T14" fmla="*/ 269 w 285"/>
                <a:gd name="T15" fmla="*/ 16 h 145"/>
                <a:gd name="T16" fmla="*/ 269 w 285"/>
                <a:gd name="T17" fmla="*/ 15 h 145"/>
                <a:gd name="T18" fmla="*/ 269 w 285"/>
                <a:gd name="T19" fmla="*/ 15 h 145"/>
                <a:gd name="T20" fmla="*/ 269 w 285"/>
                <a:gd name="T21" fmla="*/ 15 h 145"/>
                <a:gd name="T22" fmla="*/ 269 w 285"/>
                <a:gd name="T23" fmla="*/ 15 h 145"/>
                <a:gd name="T24" fmla="*/ 265 w 285"/>
                <a:gd name="T25" fmla="*/ 13 h 145"/>
                <a:gd name="T26" fmla="*/ 261 w 285"/>
                <a:gd name="T27" fmla="*/ 13 h 145"/>
                <a:gd name="T28" fmla="*/ 256 w 285"/>
                <a:gd name="T29" fmla="*/ 13 h 145"/>
                <a:gd name="T30" fmla="*/ 256 w 285"/>
                <a:gd name="T31" fmla="*/ 7 h 145"/>
                <a:gd name="T32" fmla="*/ 251 w 285"/>
                <a:gd name="T33" fmla="*/ 0 h 145"/>
                <a:gd name="T34" fmla="*/ 251 w 285"/>
                <a:gd name="T35" fmla="*/ 0 h 145"/>
                <a:gd name="T36" fmla="*/ 1 w 285"/>
                <a:gd name="T37" fmla="*/ 0 h 145"/>
                <a:gd name="T38" fmla="*/ 0 w 285"/>
                <a:gd name="T39" fmla="*/ 0 h 145"/>
                <a:gd name="T40" fmla="*/ 0 w 285"/>
                <a:gd name="T41" fmla="*/ 1 h 145"/>
                <a:gd name="T42" fmla="*/ 0 w 285"/>
                <a:gd name="T43" fmla="*/ 145 h 145"/>
                <a:gd name="T44" fmla="*/ 1 w 285"/>
                <a:gd name="T45" fmla="*/ 145 h 145"/>
                <a:gd name="T46" fmla="*/ 285 w 285"/>
                <a:gd name="T47" fmla="*/ 145 h 145"/>
                <a:gd name="T48" fmla="*/ 285 w 285"/>
                <a:gd name="T49" fmla="*/ 145 h 145"/>
                <a:gd name="T50" fmla="*/ 285 w 285"/>
                <a:gd name="T51" fmla="*/ 144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5" h="145">
                  <a:moveTo>
                    <a:pt x="285" y="144"/>
                  </a:moveTo>
                  <a:cubicBezTo>
                    <a:pt x="285" y="54"/>
                    <a:pt x="285" y="54"/>
                    <a:pt x="285" y="54"/>
                  </a:cubicBezTo>
                  <a:cubicBezTo>
                    <a:pt x="285" y="53"/>
                    <a:pt x="285" y="53"/>
                    <a:pt x="285" y="53"/>
                  </a:cubicBezTo>
                  <a:cubicBezTo>
                    <a:pt x="284" y="53"/>
                    <a:pt x="283" y="52"/>
                    <a:pt x="282" y="50"/>
                  </a:cubicBezTo>
                  <a:cubicBezTo>
                    <a:pt x="273" y="42"/>
                    <a:pt x="273" y="42"/>
                    <a:pt x="273" y="42"/>
                  </a:cubicBezTo>
                  <a:cubicBezTo>
                    <a:pt x="273" y="35"/>
                    <a:pt x="273" y="35"/>
                    <a:pt x="273" y="35"/>
                  </a:cubicBezTo>
                  <a:cubicBezTo>
                    <a:pt x="270" y="35"/>
                    <a:pt x="270" y="35"/>
                    <a:pt x="270" y="35"/>
                  </a:cubicBezTo>
                  <a:cubicBezTo>
                    <a:pt x="269" y="16"/>
                    <a:pt x="269" y="16"/>
                    <a:pt x="269" y="16"/>
                  </a:cubicBezTo>
                  <a:cubicBezTo>
                    <a:pt x="269" y="15"/>
                    <a:pt x="269" y="15"/>
                    <a:pt x="269" y="15"/>
                  </a:cubicBezTo>
                  <a:cubicBezTo>
                    <a:pt x="269" y="15"/>
                    <a:pt x="269" y="15"/>
                    <a:pt x="269" y="15"/>
                  </a:cubicBezTo>
                  <a:cubicBezTo>
                    <a:pt x="269" y="15"/>
                    <a:pt x="269" y="15"/>
                    <a:pt x="269" y="15"/>
                  </a:cubicBezTo>
                  <a:cubicBezTo>
                    <a:pt x="269" y="15"/>
                    <a:pt x="269" y="15"/>
                    <a:pt x="269" y="15"/>
                  </a:cubicBezTo>
                  <a:cubicBezTo>
                    <a:pt x="268" y="14"/>
                    <a:pt x="267" y="13"/>
                    <a:pt x="265" y="13"/>
                  </a:cubicBezTo>
                  <a:cubicBezTo>
                    <a:pt x="261" y="13"/>
                    <a:pt x="261" y="13"/>
                    <a:pt x="261" y="13"/>
                  </a:cubicBezTo>
                  <a:cubicBezTo>
                    <a:pt x="256" y="13"/>
                    <a:pt x="256" y="13"/>
                    <a:pt x="256" y="13"/>
                  </a:cubicBezTo>
                  <a:cubicBezTo>
                    <a:pt x="256" y="7"/>
                    <a:pt x="256" y="7"/>
                    <a:pt x="256" y="7"/>
                  </a:cubicBezTo>
                  <a:cubicBezTo>
                    <a:pt x="251" y="0"/>
                    <a:pt x="251" y="0"/>
                    <a:pt x="251" y="0"/>
                  </a:cubicBezTo>
                  <a:cubicBezTo>
                    <a:pt x="251" y="0"/>
                    <a:pt x="251" y="0"/>
                    <a:pt x="251" y="0"/>
                  </a:cubicBezTo>
                  <a:cubicBezTo>
                    <a:pt x="1" y="0"/>
                    <a:pt x="1" y="0"/>
                    <a:pt x="1" y="0"/>
                  </a:cubicBezTo>
                  <a:cubicBezTo>
                    <a:pt x="0" y="0"/>
                    <a:pt x="0" y="0"/>
                    <a:pt x="0" y="0"/>
                  </a:cubicBezTo>
                  <a:cubicBezTo>
                    <a:pt x="0" y="1"/>
                    <a:pt x="0" y="1"/>
                    <a:pt x="0" y="1"/>
                  </a:cubicBezTo>
                  <a:cubicBezTo>
                    <a:pt x="0" y="145"/>
                    <a:pt x="0" y="145"/>
                    <a:pt x="0" y="145"/>
                  </a:cubicBezTo>
                  <a:cubicBezTo>
                    <a:pt x="1" y="145"/>
                    <a:pt x="1" y="145"/>
                    <a:pt x="1" y="145"/>
                  </a:cubicBezTo>
                  <a:cubicBezTo>
                    <a:pt x="285" y="145"/>
                    <a:pt x="285" y="145"/>
                    <a:pt x="285" y="145"/>
                  </a:cubicBezTo>
                  <a:cubicBezTo>
                    <a:pt x="285" y="145"/>
                    <a:pt x="285" y="145"/>
                    <a:pt x="285" y="145"/>
                  </a:cubicBezTo>
                  <a:lnTo>
                    <a:pt x="285" y="144"/>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49" name="Iowa">
              <a:extLst>
                <a:ext uri="{FF2B5EF4-FFF2-40B4-BE49-F238E27FC236}">
                  <a16:creationId xmlns:a16="http://schemas.microsoft.com/office/drawing/2014/main" id="{17D13E1F-07BB-48EA-8540-80353D2C3D76}"/>
                </a:ext>
              </a:extLst>
            </p:cNvPr>
            <p:cNvSpPr>
              <a:spLocks/>
            </p:cNvSpPr>
            <p:nvPr/>
          </p:nvSpPr>
          <p:spPr bwMode="auto">
            <a:xfrm>
              <a:off x="6375134" y="1974291"/>
              <a:ext cx="971333" cy="625264"/>
            </a:xfrm>
            <a:custGeom>
              <a:avLst/>
              <a:gdLst>
                <a:gd name="T0" fmla="*/ 0 w 246"/>
                <a:gd name="T1" fmla="*/ 40 h 158"/>
                <a:gd name="T2" fmla="*/ 0 w 246"/>
                <a:gd name="T3" fmla="*/ 40 h 158"/>
                <a:gd name="T4" fmla="*/ 12 w 246"/>
                <a:gd name="T5" fmla="*/ 59 h 158"/>
                <a:gd name="T6" fmla="*/ 12 w 246"/>
                <a:gd name="T7" fmla="*/ 89 h 158"/>
                <a:gd name="T8" fmla="*/ 24 w 246"/>
                <a:gd name="T9" fmla="*/ 94 h 158"/>
                <a:gd name="T10" fmla="*/ 24 w 246"/>
                <a:gd name="T11" fmla="*/ 120 h 158"/>
                <a:gd name="T12" fmla="*/ 26 w 246"/>
                <a:gd name="T13" fmla="*/ 138 h 158"/>
                <a:gd name="T14" fmla="*/ 26 w 246"/>
                <a:gd name="T15" fmla="*/ 139 h 158"/>
                <a:gd name="T16" fmla="*/ 26 w 246"/>
                <a:gd name="T17" fmla="*/ 139 h 158"/>
                <a:gd name="T18" fmla="*/ 26 w 246"/>
                <a:gd name="T19" fmla="*/ 139 h 158"/>
                <a:gd name="T20" fmla="*/ 188 w 246"/>
                <a:gd name="T21" fmla="*/ 139 h 158"/>
                <a:gd name="T22" fmla="*/ 195 w 246"/>
                <a:gd name="T23" fmla="*/ 158 h 158"/>
                <a:gd name="T24" fmla="*/ 195 w 246"/>
                <a:gd name="T25" fmla="*/ 158 h 158"/>
                <a:gd name="T26" fmla="*/ 210 w 246"/>
                <a:gd name="T27" fmla="*/ 139 h 158"/>
                <a:gd name="T28" fmla="*/ 215 w 246"/>
                <a:gd name="T29" fmla="*/ 118 h 158"/>
                <a:gd name="T30" fmla="*/ 224 w 246"/>
                <a:gd name="T31" fmla="*/ 101 h 158"/>
                <a:gd name="T32" fmla="*/ 234 w 246"/>
                <a:gd name="T33" fmla="*/ 89 h 158"/>
                <a:gd name="T34" fmla="*/ 246 w 246"/>
                <a:gd name="T35" fmla="*/ 68 h 158"/>
                <a:gd name="T36" fmla="*/ 234 w 246"/>
                <a:gd name="T37" fmla="*/ 56 h 158"/>
                <a:gd name="T38" fmla="*/ 228 w 246"/>
                <a:gd name="T39" fmla="*/ 49 h 158"/>
                <a:gd name="T40" fmla="*/ 228 w 246"/>
                <a:gd name="T41" fmla="*/ 49 h 158"/>
                <a:gd name="T42" fmla="*/ 224 w 246"/>
                <a:gd name="T43" fmla="*/ 44 h 158"/>
                <a:gd name="T44" fmla="*/ 212 w 246"/>
                <a:gd name="T45" fmla="*/ 25 h 158"/>
                <a:gd name="T46" fmla="*/ 205 w 246"/>
                <a:gd name="T47" fmla="*/ 14 h 158"/>
                <a:gd name="T48" fmla="*/ 205 w 246"/>
                <a:gd name="T49" fmla="*/ 14 h 158"/>
                <a:gd name="T50" fmla="*/ 203 w 246"/>
                <a:gd name="T51" fmla="*/ 0 h 158"/>
                <a:gd name="T52" fmla="*/ 13 w 246"/>
                <a:gd name="T53" fmla="*/ 0 h 158"/>
                <a:gd name="T54" fmla="*/ 13 w 246"/>
                <a:gd name="T55" fmla="*/ 27 h 158"/>
                <a:gd name="T56" fmla="*/ 0 w 246"/>
                <a:gd name="T57" fmla="*/ 4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6" h="158">
                  <a:moveTo>
                    <a:pt x="0" y="40"/>
                  </a:moveTo>
                  <a:cubicBezTo>
                    <a:pt x="0" y="40"/>
                    <a:pt x="0" y="40"/>
                    <a:pt x="0" y="40"/>
                  </a:cubicBezTo>
                  <a:cubicBezTo>
                    <a:pt x="12" y="59"/>
                    <a:pt x="12" y="59"/>
                    <a:pt x="12" y="59"/>
                  </a:cubicBezTo>
                  <a:cubicBezTo>
                    <a:pt x="12" y="89"/>
                    <a:pt x="12" y="89"/>
                    <a:pt x="12" y="89"/>
                  </a:cubicBezTo>
                  <a:cubicBezTo>
                    <a:pt x="24" y="94"/>
                    <a:pt x="24" y="94"/>
                    <a:pt x="24" y="94"/>
                  </a:cubicBezTo>
                  <a:cubicBezTo>
                    <a:pt x="24" y="120"/>
                    <a:pt x="24" y="120"/>
                    <a:pt x="24" y="120"/>
                  </a:cubicBezTo>
                  <a:cubicBezTo>
                    <a:pt x="26" y="138"/>
                    <a:pt x="26" y="138"/>
                    <a:pt x="26" y="138"/>
                  </a:cubicBezTo>
                  <a:cubicBezTo>
                    <a:pt x="26" y="139"/>
                    <a:pt x="26" y="139"/>
                    <a:pt x="26" y="139"/>
                  </a:cubicBezTo>
                  <a:cubicBezTo>
                    <a:pt x="26" y="139"/>
                    <a:pt x="26" y="139"/>
                    <a:pt x="26" y="139"/>
                  </a:cubicBezTo>
                  <a:cubicBezTo>
                    <a:pt x="26" y="139"/>
                    <a:pt x="26" y="139"/>
                    <a:pt x="26" y="139"/>
                  </a:cubicBezTo>
                  <a:cubicBezTo>
                    <a:pt x="188" y="139"/>
                    <a:pt x="188" y="139"/>
                    <a:pt x="188" y="139"/>
                  </a:cubicBezTo>
                  <a:cubicBezTo>
                    <a:pt x="195" y="158"/>
                    <a:pt x="195" y="158"/>
                    <a:pt x="195" y="158"/>
                  </a:cubicBezTo>
                  <a:cubicBezTo>
                    <a:pt x="195" y="158"/>
                    <a:pt x="195" y="158"/>
                    <a:pt x="195" y="158"/>
                  </a:cubicBezTo>
                  <a:cubicBezTo>
                    <a:pt x="210" y="139"/>
                    <a:pt x="210" y="139"/>
                    <a:pt x="210" y="139"/>
                  </a:cubicBezTo>
                  <a:cubicBezTo>
                    <a:pt x="215" y="118"/>
                    <a:pt x="215" y="118"/>
                    <a:pt x="215" y="118"/>
                  </a:cubicBezTo>
                  <a:cubicBezTo>
                    <a:pt x="224" y="101"/>
                    <a:pt x="224" y="101"/>
                    <a:pt x="224" y="101"/>
                  </a:cubicBezTo>
                  <a:cubicBezTo>
                    <a:pt x="234" y="89"/>
                    <a:pt x="234" y="89"/>
                    <a:pt x="234" y="89"/>
                  </a:cubicBezTo>
                  <a:cubicBezTo>
                    <a:pt x="246" y="68"/>
                    <a:pt x="246" y="68"/>
                    <a:pt x="246" y="68"/>
                  </a:cubicBezTo>
                  <a:cubicBezTo>
                    <a:pt x="234" y="56"/>
                    <a:pt x="234" y="56"/>
                    <a:pt x="234" y="56"/>
                  </a:cubicBezTo>
                  <a:cubicBezTo>
                    <a:pt x="228" y="49"/>
                    <a:pt x="228" y="49"/>
                    <a:pt x="228" y="49"/>
                  </a:cubicBezTo>
                  <a:cubicBezTo>
                    <a:pt x="228" y="49"/>
                    <a:pt x="228" y="49"/>
                    <a:pt x="228" y="49"/>
                  </a:cubicBezTo>
                  <a:cubicBezTo>
                    <a:pt x="224" y="44"/>
                    <a:pt x="224" y="44"/>
                    <a:pt x="224" y="44"/>
                  </a:cubicBezTo>
                  <a:cubicBezTo>
                    <a:pt x="212" y="25"/>
                    <a:pt x="212" y="25"/>
                    <a:pt x="212" y="25"/>
                  </a:cubicBezTo>
                  <a:cubicBezTo>
                    <a:pt x="205" y="14"/>
                    <a:pt x="205" y="14"/>
                    <a:pt x="205" y="14"/>
                  </a:cubicBezTo>
                  <a:cubicBezTo>
                    <a:pt x="205" y="14"/>
                    <a:pt x="205" y="14"/>
                    <a:pt x="205" y="14"/>
                  </a:cubicBezTo>
                  <a:cubicBezTo>
                    <a:pt x="205" y="12"/>
                    <a:pt x="204" y="6"/>
                    <a:pt x="203" y="0"/>
                  </a:cubicBezTo>
                  <a:cubicBezTo>
                    <a:pt x="13" y="0"/>
                    <a:pt x="13" y="0"/>
                    <a:pt x="13" y="0"/>
                  </a:cubicBezTo>
                  <a:cubicBezTo>
                    <a:pt x="13" y="27"/>
                    <a:pt x="13" y="27"/>
                    <a:pt x="13" y="27"/>
                  </a:cubicBezTo>
                  <a:lnTo>
                    <a:pt x="0" y="40"/>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50" name="Indiana">
              <a:extLst>
                <a:ext uri="{FF2B5EF4-FFF2-40B4-BE49-F238E27FC236}">
                  <a16:creationId xmlns:a16="http://schemas.microsoft.com/office/drawing/2014/main" id="{829B4DCC-5D5B-4FE7-A76F-3B61EEBC9B1D}"/>
                </a:ext>
              </a:extLst>
            </p:cNvPr>
            <p:cNvSpPr>
              <a:spLocks/>
            </p:cNvSpPr>
            <p:nvPr/>
          </p:nvSpPr>
          <p:spPr bwMode="auto">
            <a:xfrm>
              <a:off x="7623990" y="2397264"/>
              <a:ext cx="561734" cy="772385"/>
            </a:xfrm>
            <a:custGeom>
              <a:avLst/>
              <a:gdLst>
                <a:gd name="T0" fmla="*/ 35 w 142"/>
                <a:gd name="T1" fmla="*/ 142 h 195"/>
                <a:gd name="T2" fmla="*/ 30 w 142"/>
                <a:gd name="T3" fmla="*/ 149 h 195"/>
                <a:gd name="T4" fmla="*/ 23 w 142"/>
                <a:gd name="T5" fmla="*/ 153 h 195"/>
                <a:gd name="T6" fmla="*/ 23 w 142"/>
                <a:gd name="T7" fmla="*/ 160 h 195"/>
                <a:gd name="T8" fmla="*/ 19 w 142"/>
                <a:gd name="T9" fmla="*/ 164 h 195"/>
                <a:gd name="T10" fmla="*/ 15 w 142"/>
                <a:gd name="T11" fmla="*/ 171 h 195"/>
                <a:gd name="T12" fmla="*/ 9 w 142"/>
                <a:gd name="T13" fmla="*/ 177 h 195"/>
                <a:gd name="T14" fmla="*/ 5 w 142"/>
                <a:gd name="T15" fmla="*/ 183 h 195"/>
                <a:gd name="T16" fmla="*/ 4 w 142"/>
                <a:gd name="T17" fmla="*/ 185 h 195"/>
                <a:gd name="T18" fmla="*/ 2 w 142"/>
                <a:gd name="T19" fmla="*/ 189 h 195"/>
                <a:gd name="T20" fmla="*/ 2 w 142"/>
                <a:gd name="T21" fmla="*/ 191 h 195"/>
                <a:gd name="T22" fmla="*/ 1 w 142"/>
                <a:gd name="T23" fmla="*/ 191 h 195"/>
                <a:gd name="T24" fmla="*/ 0 w 142"/>
                <a:gd name="T25" fmla="*/ 192 h 195"/>
                <a:gd name="T26" fmla="*/ 0 w 142"/>
                <a:gd name="T27" fmla="*/ 192 h 195"/>
                <a:gd name="T28" fmla="*/ 15 w 142"/>
                <a:gd name="T29" fmla="*/ 192 h 195"/>
                <a:gd name="T30" fmla="*/ 19 w 142"/>
                <a:gd name="T31" fmla="*/ 195 h 195"/>
                <a:gd name="T32" fmla="*/ 19 w 142"/>
                <a:gd name="T33" fmla="*/ 195 h 195"/>
                <a:gd name="T34" fmla="*/ 21 w 142"/>
                <a:gd name="T35" fmla="*/ 192 h 195"/>
                <a:gd name="T36" fmla="*/ 22 w 142"/>
                <a:gd name="T37" fmla="*/ 190 h 195"/>
                <a:gd name="T38" fmla="*/ 22 w 142"/>
                <a:gd name="T39" fmla="*/ 189 h 195"/>
                <a:gd name="T40" fmla="*/ 21 w 142"/>
                <a:gd name="T41" fmla="*/ 189 h 195"/>
                <a:gd name="T42" fmla="*/ 23 w 142"/>
                <a:gd name="T43" fmla="*/ 187 h 195"/>
                <a:gd name="T44" fmla="*/ 27 w 142"/>
                <a:gd name="T45" fmla="*/ 182 h 195"/>
                <a:gd name="T46" fmla="*/ 29 w 142"/>
                <a:gd name="T47" fmla="*/ 186 h 195"/>
                <a:gd name="T48" fmla="*/ 37 w 142"/>
                <a:gd name="T49" fmla="*/ 188 h 195"/>
                <a:gd name="T50" fmla="*/ 48 w 142"/>
                <a:gd name="T51" fmla="*/ 188 h 195"/>
                <a:gd name="T52" fmla="*/ 47 w 142"/>
                <a:gd name="T53" fmla="*/ 189 h 195"/>
                <a:gd name="T54" fmla="*/ 50 w 142"/>
                <a:gd name="T55" fmla="*/ 189 h 195"/>
                <a:gd name="T56" fmla="*/ 53 w 142"/>
                <a:gd name="T57" fmla="*/ 188 h 195"/>
                <a:gd name="T58" fmla="*/ 57 w 142"/>
                <a:gd name="T59" fmla="*/ 188 h 195"/>
                <a:gd name="T60" fmla="*/ 62 w 142"/>
                <a:gd name="T61" fmla="*/ 188 h 195"/>
                <a:gd name="T62" fmla="*/ 62 w 142"/>
                <a:gd name="T63" fmla="*/ 188 h 195"/>
                <a:gd name="T64" fmla="*/ 67 w 142"/>
                <a:gd name="T65" fmla="*/ 188 h 195"/>
                <a:gd name="T66" fmla="*/ 73 w 142"/>
                <a:gd name="T67" fmla="*/ 182 h 195"/>
                <a:gd name="T68" fmla="*/ 80 w 142"/>
                <a:gd name="T69" fmla="*/ 182 h 195"/>
                <a:gd name="T70" fmla="*/ 80 w 142"/>
                <a:gd name="T71" fmla="*/ 182 h 195"/>
                <a:gd name="T72" fmla="*/ 81 w 142"/>
                <a:gd name="T73" fmla="*/ 181 h 195"/>
                <a:gd name="T74" fmla="*/ 83 w 142"/>
                <a:gd name="T75" fmla="*/ 182 h 195"/>
                <a:gd name="T76" fmla="*/ 88 w 142"/>
                <a:gd name="T77" fmla="*/ 187 h 195"/>
                <a:gd name="T78" fmla="*/ 88 w 142"/>
                <a:gd name="T79" fmla="*/ 188 h 195"/>
                <a:gd name="T80" fmla="*/ 95 w 142"/>
                <a:gd name="T81" fmla="*/ 188 h 195"/>
                <a:gd name="T82" fmla="*/ 95 w 142"/>
                <a:gd name="T83" fmla="*/ 186 h 195"/>
                <a:gd name="T84" fmla="*/ 95 w 142"/>
                <a:gd name="T85" fmla="*/ 181 h 195"/>
                <a:gd name="T86" fmla="*/ 93 w 142"/>
                <a:gd name="T87" fmla="*/ 177 h 195"/>
                <a:gd name="T88" fmla="*/ 92 w 142"/>
                <a:gd name="T89" fmla="*/ 176 h 195"/>
                <a:gd name="T90" fmla="*/ 95 w 142"/>
                <a:gd name="T91" fmla="*/ 174 h 195"/>
                <a:gd name="T92" fmla="*/ 110 w 142"/>
                <a:gd name="T93" fmla="*/ 166 h 195"/>
                <a:gd name="T94" fmla="*/ 117 w 142"/>
                <a:gd name="T95" fmla="*/ 160 h 195"/>
                <a:gd name="T96" fmla="*/ 117 w 142"/>
                <a:gd name="T97" fmla="*/ 159 h 195"/>
                <a:gd name="T98" fmla="*/ 120 w 142"/>
                <a:gd name="T99" fmla="*/ 150 h 195"/>
                <a:gd name="T100" fmla="*/ 130 w 142"/>
                <a:gd name="T101" fmla="*/ 146 h 195"/>
                <a:gd name="T102" fmla="*/ 130 w 142"/>
                <a:gd name="T103" fmla="*/ 146 h 195"/>
                <a:gd name="T104" fmla="*/ 130 w 142"/>
                <a:gd name="T105" fmla="*/ 146 h 195"/>
                <a:gd name="T106" fmla="*/ 137 w 142"/>
                <a:gd name="T107" fmla="*/ 146 h 195"/>
                <a:gd name="T108" fmla="*/ 142 w 142"/>
                <a:gd name="T109" fmla="*/ 141 h 195"/>
                <a:gd name="T110" fmla="*/ 142 w 142"/>
                <a:gd name="T111" fmla="*/ 16 h 195"/>
                <a:gd name="T112" fmla="*/ 62 w 142"/>
                <a:gd name="T113" fmla="*/ 16 h 195"/>
                <a:gd name="T114" fmla="*/ 55 w 142"/>
                <a:gd name="T115" fmla="*/ 20 h 195"/>
                <a:gd name="T116" fmla="*/ 51 w 142"/>
                <a:gd name="T117" fmla="*/ 20 h 195"/>
                <a:gd name="T118" fmla="*/ 43 w 142"/>
                <a:gd name="T119" fmla="*/ 16 h 195"/>
                <a:gd name="T120" fmla="*/ 36 w 142"/>
                <a:gd name="T121" fmla="*/ 0 h 195"/>
                <a:gd name="T122" fmla="*/ 35 w 142"/>
                <a:gd name="T123" fmla="*/ 0 h 195"/>
                <a:gd name="T124" fmla="*/ 35 w 142"/>
                <a:gd name="T125" fmla="*/ 142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2" h="195">
                  <a:moveTo>
                    <a:pt x="35" y="142"/>
                  </a:moveTo>
                  <a:cubicBezTo>
                    <a:pt x="30" y="149"/>
                    <a:pt x="30" y="149"/>
                    <a:pt x="30" y="149"/>
                  </a:cubicBezTo>
                  <a:cubicBezTo>
                    <a:pt x="23" y="153"/>
                    <a:pt x="23" y="153"/>
                    <a:pt x="23" y="153"/>
                  </a:cubicBezTo>
                  <a:cubicBezTo>
                    <a:pt x="23" y="160"/>
                    <a:pt x="23" y="160"/>
                    <a:pt x="23" y="160"/>
                  </a:cubicBezTo>
                  <a:cubicBezTo>
                    <a:pt x="19" y="164"/>
                    <a:pt x="19" y="164"/>
                    <a:pt x="19" y="164"/>
                  </a:cubicBezTo>
                  <a:cubicBezTo>
                    <a:pt x="15" y="171"/>
                    <a:pt x="15" y="171"/>
                    <a:pt x="15" y="171"/>
                  </a:cubicBezTo>
                  <a:cubicBezTo>
                    <a:pt x="14" y="171"/>
                    <a:pt x="12" y="174"/>
                    <a:pt x="9" y="177"/>
                  </a:cubicBezTo>
                  <a:cubicBezTo>
                    <a:pt x="7" y="180"/>
                    <a:pt x="6" y="182"/>
                    <a:pt x="5" y="183"/>
                  </a:cubicBezTo>
                  <a:cubicBezTo>
                    <a:pt x="4" y="184"/>
                    <a:pt x="4" y="185"/>
                    <a:pt x="4" y="185"/>
                  </a:cubicBezTo>
                  <a:cubicBezTo>
                    <a:pt x="4" y="185"/>
                    <a:pt x="4" y="186"/>
                    <a:pt x="2" y="189"/>
                  </a:cubicBezTo>
                  <a:cubicBezTo>
                    <a:pt x="2" y="191"/>
                    <a:pt x="2" y="191"/>
                    <a:pt x="2" y="191"/>
                  </a:cubicBezTo>
                  <a:cubicBezTo>
                    <a:pt x="1" y="191"/>
                    <a:pt x="1" y="191"/>
                    <a:pt x="1" y="191"/>
                  </a:cubicBezTo>
                  <a:cubicBezTo>
                    <a:pt x="0" y="192"/>
                    <a:pt x="0" y="192"/>
                    <a:pt x="0" y="192"/>
                  </a:cubicBezTo>
                  <a:cubicBezTo>
                    <a:pt x="0" y="192"/>
                    <a:pt x="0" y="192"/>
                    <a:pt x="0" y="192"/>
                  </a:cubicBezTo>
                  <a:cubicBezTo>
                    <a:pt x="15" y="192"/>
                    <a:pt x="15" y="192"/>
                    <a:pt x="15" y="192"/>
                  </a:cubicBezTo>
                  <a:cubicBezTo>
                    <a:pt x="15" y="193"/>
                    <a:pt x="17" y="195"/>
                    <a:pt x="19" y="195"/>
                  </a:cubicBezTo>
                  <a:cubicBezTo>
                    <a:pt x="19" y="195"/>
                    <a:pt x="19" y="195"/>
                    <a:pt x="19" y="195"/>
                  </a:cubicBezTo>
                  <a:cubicBezTo>
                    <a:pt x="20" y="195"/>
                    <a:pt x="21" y="194"/>
                    <a:pt x="21" y="192"/>
                  </a:cubicBezTo>
                  <a:cubicBezTo>
                    <a:pt x="22" y="191"/>
                    <a:pt x="22" y="190"/>
                    <a:pt x="22" y="190"/>
                  </a:cubicBezTo>
                  <a:cubicBezTo>
                    <a:pt x="22" y="189"/>
                    <a:pt x="22" y="189"/>
                    <a:pt x="22" y="189"/>
                  </a:cubicBezTo>
                  <a:cubicBezTo>
                    <a:pt x="21" y="189"/>
                    <a:pt x="21" y="189"/>
                    <a:pt x="21" y="189"/>
                  </a:cubicBezTo>
                  <a:cubicBezTo>
                    <a:pt x="22" y="188"/>
                    <a:pt x="22" y="188"/>
                    <a:pt x="23" y="187"/>
                  </a:cubicBezTo>
                  <a:cubicBezTo>
                    <a:pt x="27" y="182"/>
                    <a:pt x="27" y="182"/>
                    <a:pt x="27" y="182"/>
                  </a:cubicBezTo>
                  <a:cubicBezTo>
                    <a:pt x="29" y="186"/>
                    <a:pt x="29" y="186"/>
                    <a:pt x="29" y="186"/>
                  </a:cubicBezTo>
                  <a:cubicBezTo>
                    <a:pt x="37" y="188"/>
                    <a:pt x="37" y="188"/>
                    <a:pt x="37" y="188"/>
                  </a:cubicBezTo>
                  <a:cubicBezTo>
                    <a:pt x="48" y="188"/>
                    <a:pt x="48" y="188"/>
                    <a:pt x="48" y="188"/>
                  </a:cubicBezTo>
                  <a:cubicBezTo>
                    <a:pt x="47" y="189"/>
                    <a:pt x="47" y="189"/>
                    <a:pt x="47" y="189"/>
                  </a:cubicBezTo>
                  <a:cubicBezTo>
                    <a:pt x="50" y="189"/>
                    <a:pt x="50" y="189"/>
                    <a:pt x="50" y="189"/>
                  </a:cubicBezTo>
                  <a:cubicBezTo>
                    <a:pt x="50" y="189"/>
                    <a:pt x="51" y="189"/>
                    <a:pt x="53" y="188"/>
                  </a:cubicBezTo>
                  <a:cubicBezTo>
                    <a:pt x="54" y="188"/>
                    <a:pt x="56" y="188"/>
                    <a:pt x="57" y="188"/>
                  </a:cubicBezTo>
                  <a:cubicBezTo>
                    <a:pt x="60" y="188"/>
                    <a:pt x="62" y="188"/>
                    <a:pt x="62" y="188"/>
                  </a:cubicBezTo>
                  <a:cubicBezTo>
                    <a:pt x="62" y="188"/>
                    <a:pt x="62" y="188"/>
                    <a:pt x="62" y="188"/>
                  </a:cubicBezTo>
                  <a:cubicBezTo>
                    <a:pt x="67" y="188"/>
                    <a:pt x="67" y="188"/>
                    <a:pt x="67" y="188"/>
                  </a:cubicBezTo>
                  <a:cubicBezTo>
                    <a:pt x="73" y="182"/>
                    <a:pt x="73" y="182"/>
                    <a:pt x="73" y="182"/>
                  </a:cubicBezTo>
                  <a:cubicBezTo>
                    <a:pt x="80" y="182"/>
                    <a:pt x="80" y="182"/>
                    <a:pt x="80" y="182"/>
                  </a:cubicBezTo>
                  <a:cubicBezTo>
                    <a:pt x="80" y="182"/>
                    <a:pt x="80" y="182"/>
                    <a:pt x="80" y="182"/>
                  </a:cubicBezTo>
                  <a:cubicBezTo>
                    <a:pt x="80" y="181"/>
                    <a:pt x="81" y="181"/>
                    <a:pt x="81" y="181"/>
                  </a:cubicBezTo>
                  <a:cubicBezTo>
                    <a:pt x="82" y="181"/>
                    <a:pt x="82" y="181"/>
                    <a:pt x="83" y="182"/>
                  </a:cubicBezTo>
                  <a:cubicBezTo>
                    <a:pt x="85" y="183"/>
                    <a:pt x="87" y="186"/>
                    <a:pt x="88" y="187"/>
                  </a:cubicBezTo>
                  <a:cubicBezTo>
                    <a:pt x="88" y="188"/>
                    <a:pt x="88" y="188"/>
                    <a:pt x="88" y="188"/>
                  </a:cubicBezTo>
                  <a:cubicBezTo>
                    <a:pt x="95" y="188"/>
                    <a:pt x="95" y="188"/>
                    <a:pt x="95" y="188"/>
                  </a:cubicBezTo>
                  <a:cubicBezTo>
                    <a:pt x="95" y="186"/>
                    <a:pt x="95" y="186"/>
                    <a:pt x="95" y="186"/>
                  </a:cubicBezTo>
                  <a:cubicBezTo>
                    <a:pt x="94" y="185"/>
                    <a:pt x="94" y="183"/>
                    <a:pt x="95" y="181"/>
                  </a:cubicBezTo>
                  <a:cubicBezTo>
                    <a:pt x="96" y="179"/>
                    <a:pt x="95" y="178"/>
                    <a:pt x="93" y="177"/>
                  </a:cubicBezTo>
                  <a:cubicBezTo>
                    <a:pt x="92" y="176"/>
                    <a:pt x="92" y="176"/>
                    <a:pt x="92" y="176"/>
                  </a:cubicBezTo>
                  <a:cubicBezTo>
                    <a:pt x="92" y="176"/>
                    <a:pt x="93" y="175"/>
                    <a:pt x="95" y="174"/>
                  </a:cubicBezTo>
                  <a:cubicBezTo>
                    <a:pt x="103" y="171"/>
                    <a:pt x="110" y="166"/>
                    <a:pt x="110" y="166"/>
                  </a:cubicBezTo>
                  <a:cubicBezTo>
                    <a:pt x="117" y="160"/>
                    <a:pt x="117" y="160"/>
                    <a:pt x="117" y="160"/>
                  </a:cubicBezTo>
                  <a:cubicBezTo>
                    <a:pt x="117" y="159"/>
                    <a:pt x="117" y="159"/>
                    <a:pt x="117" y="159"/>
                  </a:cubicBezTo>
                  <a:cubicBezTo>
                    <a:pt x="117" y="158"/>
                    <a:pt x="116" y="151"/>
                    <a:pt x="120" y="150"/>
                  </a:cubicBezTo>
                  <a:cubicBezTo>
                    <a:pt x="124" y="150"/>
                    <a:pt x="130" y="146"/>
                    <a:pt x="130" y="146"/>
                  </a:cubicBezTo>
                  <a:cubicBezTo>
                    <a:pt x="130" y="146"/>
                    <a:pt x="130" y="146"/>
                    <a:pt x="130" y="146"/>
                  </a:cubicBezTo>
                  <a:cubicBezTo>
                    <a:pt x="130" y="146"/>
                    <a:pt x="130" y="146"/>
                    <a:pt x="130" y="146"/>
                  </a:cubicBezTo>
                  <a:cubicBezTo>
                    <a:pt x="137" y="146"/>
                    <a:pt x="137" y="146"/>
                    <a:pt x="137" y="146"/>
                  </a:cubicBezTo>
                  <a:cubicBezTo>
                    <a:pt x="142" y="141"/>
                    <a:pt x="142" y="141"/>
                    <a:pt x="142" y="141"/>
                  </a:cubicBezTo>
                  <a:cubicBezTo>
                    <a:pt x="142" y="16"/>
                    <a:pt x="142" y="16"/>
                    <a:pt x="142" y="16"/>
                  </a:cubicBezTo>
                  <a:cubicBezTo>
                    <a:pt x="62" y="16"/>
                    <a:pt x="62" y="16"/>
                    <a:pt x="62" y="16"/>
                  </a:cubicBezTo>
                  <a:cubicBezTo>
                    <a:pt x="55" y="20"/>
                    <a:pt x="55" y="20"/>
                    <a:pt x="55" y="20"/>
                  </a:cubicBezTo>
                  <a:cubicBezTo>
                    <a:pt x="51" y="20"/>
                    <a:pt x="51" y="20"/>
                    <a:pt x="51" y="20"/>
                  </a:cubicBezTo>
                  <a:cubicBezTo>
                    <a:pt x="43" y="16"/>
                    <a:pt x="43" y="16"/>
                    <a:pt x="43" y="16"/>
                  </a:cubicBezTo>
                  <a:cubicBezTo>
                    <a:pt x="36" y="0"/>
                    <a:pt x="36" y="0"/>
                    <a:pt x="36" y="0"/>
                  </a:cubicBezTo>
                  <a:cubicBezTo>
                    <a:pt x="35" y="0"/>
                    <a:pt x="35" y="0"/>
                    <a:pt x="35" y="0"/>
                  </a:cubicBezTo>
                  <a:lnTo>
                    <a:pt x="35" y="142"/>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51" name="Illinois">
              <a:extLst>
                <a:ext uri="{FF2B5EF4-FFF2-40B4-BE49-F238E27FC236}">
                  <a16:creationId xmlns:a16="http://schemas.microsoft.com/office/drawing/2014/main" id="{0E701777-F122-4EA1-8178-2319F58D9F61}"/>
                </a:ext>
              </a:extLst>
            </p:cNvPr>
            <p:cNvSpPr>
              <a:spLocks/>
            </p:cNvSpPr>
            <p:nvPr/>
          </p:nvSpPr>
          <p:spPr bwMode="auto">
            <a:xfrm>
              <a:off x="7145847" y="2168223"/>
              <a:ext cx="616905" cy="1038205"/>
            </a:xfrm>
            <a:custGeom>
              <a:avLst/>
              <a:gdLst>
                <a:gd name="T0" fmla="*/ 39 w 156"/>
                <a:gd name="T1" fmla="*/ 7 h 262"/>
                <a:gd name="T2" fmla="*/ 51 w 156"/>
                <a:gd name="T3" fmla="*/ 19 h 262"/>
                <a:gd name="T4" fmla="*/ 39 w 156"/>
                <a:gd name="T5" fmla="*/ 40 h 262"/>
                <a:gd name="T6" fmla="*/ 29 w 156"/>
                <a:gd name="T7" fmla="*/ 52 h 262"/>
                <a:gd name="T8" fmla="*/ 20 w 156"/>
                <a:gd name="T9" fmla="*/ 69 h 262"/>
                <a:gd name="T10" fmla="*/ 15 w 156"/>
                <a:gd name="T11" fmla="*/ 90 h 262"/>
                <a:gd name="T12" fmla="*/ 0 w 156"/>
                <a:gd name="T13" fmla="*/ 109 h 262"/>
                <a:gd name="T14" fmla="*/ 0 w 156"/>
                <a:gd name="T15" fmla="*/ 109 h 262"/>
                <a:gd name="T16" fmla="*/ 0 w 156"/>
                <a:gd name="T17" fmla="*/ 144 h 262"/>
                <a:gd name="T18" fmla="*/ 15 w 156"/>
                <a:gd name="T19" fmla="*/ 154 h 262"/>
                <a:gd name="T20" fmla="*/ 32 w 156"/>
                <a:gd name="T21" fmla="*/ 165 h 262"/>
                <a:gd name="T22" fmla="*/ 49 w 156"/>
                <a:gd name="T23" fmla="*/ 182 h 262"/>
                <a:gd name="T24" fmla="*/ 46 w 156"/>
                <a:gd name="T25" fmla="*/ 198 h 262"/>
                <a:gd name="T26" fmla="*/ 51 w 156"/>
                <a:gd name="T27" fmla="*/ 215 h 262"/>
                <a:gd name="T28" fmla="*/ 71 w 156"/>
                <a:gd name="T29" fmla="*/ 225 h 262"/>
                <a:gd name="T30" fmla="*/ 78 w 156"/>
                <a:gd name="T31" fmla="*/ 238 h 262"/>
                <a:gd name="T32" fmla="*/ 80 w 156"/>
                <a:gd name="T33" fmla="*/ 246 h 262"/>
                <a:gd name="T34" fmla="*/ 92 w 156"/>
                <a:gd name="T35" fmla="*/ 262 h 262"/>
                <a:gd name="T36" fmla="*/ 92 w 156"/>
                <a:gd name="T37" fmla="*/ 262 h 262"/>
                <a:gd name="T38" fmla="*/ 92 w 156"/>
                <a:gd name="T39" fmla="*/ 262 h 262"/>
                <a:gd name="T40" fmla="*/ 102 w 156"/>
                <a:gd name="T41" fmla="*/ 262 h 262"/>
                <a:gd name="T42" fmla="*/ 106 w 156"/>
                <a:gd name="T43" fmla="*/ 257 h 262"/>
                <a:gd name="T44" fmla="*/ 113 w 156"/>
                <a:gd name="T45" fmla="*/ 252 h 262"/>
                <a:gd name="T46" fmla="*/ 120 w 156"/>
                <a:gd name="T47" fmla="*/ 250 h 262"/>
                <a:gd name="T48" fmla="*/ 121 w 156"/>
                <a:gd name="T49" fmla="*/ 249 h 262"/>
                <a:gd name="T50" fmla="*/ 122 w 156"/>
                <a:gd name="T51" fmla="*/ 249 h 262"/>
                <a:gd name="T52" fmla="*/ 122 w 156"/>
                <a:gd name="T53" fmla="*/ 249 h 262"/>
                <a:gd name="T54" fmla="*/ 123 w 156"/>
                <a:gd name="T55" fmla="*/ 249 h 262"/>
                <a:gd name="T56" fmla="*/ 123 w 156"/>
                <a:gd name="T57" fmla="*/ 247 h 262"/>
                <a:gd name="T58" fmla="*/ 125 w 156"/>
                <a:gd name="T59" fmla="*/ 243 h 262"/>
                <a:gd name="T60" fmla="*/ 126 w 156"/>
                <a:gd name="T61" fmla="*/ 241 h 262"/>
                <a:gd name="T62" fmla="*/ 130 w 156"/>
                <a:gd name="T63" fmla="*/ 235 h 262"/>
                <a:gd name="T64" fmla="*/ 136 w 156"/>
                <a:gd name="T65" fmla="*/ 229 h 262"/>
                <a:gd name="T66" fmla="*/ 140 w 156"/>
                <a:gd name="T67" fmla="*/ 222 h 262"/>
                <a:gd name="T68" fmla="*/ 144 w 156"/>
                <a:gd name="T69" fmla="*/ 218 h 262"/>
                <a:gd name="T70" fmla="*/ 144 w 156"/>
                <a:gd name="T71" fmla="*/ 211 h 262"/>
                <a:gd name="T72" fmla="*/ 151 w 156"/>
                <a:gd name="T73" fmla="*/ 207 h 262"/>
                <a:gd name="T74" fmla="*/ 156 w 156"/>
                <a:gd name="T75" fmla="*/ 200 h 262"/>
                <a:gd name="T76" fmla="*/ 156 w 156"/>
                <a:gd name="T77" fmla="*/ 58 h 262"/>
                <a:gd name="T78" fmla="*/ 156 w 156"/>
                <a:gd name="T79" fmla="*/ 57 h 262"/>
                <a:gd name="T80" fmla="*/ 152 w 156"/>
                <a:gd name="T81" fmla="*/ 47 h 262"/>
                <a:gd name="T82" fmla="*/ 149 w 156"/>
                <a:gd name="T83" fmla="*/ 0 h 262"/>
                <a:gd name="T84" fmla="*/ 33 w 156"/>
                <a:gd name="T85" fmla="*/ 0 h 262"/>
                <a:gd name="T86" fmla="*/ 39 w 156"/>
                <a:gd name="T87" fmla="*/ 7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56" h="262">
                  <a:moveTo>
                    <a:pt x="39" y="7"/>
                  </a:moveTo>
                  <a:cubicBezTo>
                    <a:pt x="51" y="19"/>
                    <a:pt x="51" y="19"/>
                    <a:pt x="51" y="19"/>
                  </a:cubicBezTo>
                  <a:cubicBezTo>
                    <a:pt x="39" y="40"/>
                    <a:pt x="39" y="40"/>
                    <a:pt x="39" y="40"/>
                  </a:cubicBezTo>
                  <a:cubicBezTo>
                    <a:pt x="29" y="52"/>
                    <a:pt x="29" y="52"/>
                    <a:pt x="29" y="52"/>
                  </a:cubicBezTo>
                  <a:cubicBezTo>
                    <a:pt x="20" y="69"/>
                    <a:pt x="20" y="69"/>
                    <a:pt x="20" y="69"/>
                  </a:cubicBezTo>
                  <a:cubicBezTo>
                    <a:pt x="15" y="90"/>
                    <a:pt x="15" y="90"/>
                    <a:pt x="15" y="90"/>
                  </a:cubicBezTo>
                  <a:cubicBezTo>
                    <a:pt x="0" y="109"/>
                    <a:pt x="0" y="109"/>
                    <a:pt x="0" y="109"/>
                  </a:cubicBezTo>
                  <a:cubicBezTo>
                    <a:pt x="0" y="109"/>
                    <a:pt x="0" y="109"/>
                    <a:pt x="0" y="109"/>
                  </a:cubicBezTo>
                  <a:cubicBezTo>
                    <a:pt x="0" y="144"/>
                    <a:pt x="0" y="144"/>
                    <a:pt x="0" y="144"/>
                  </a:cubicBezTo>
                  <a:cubicBezTo>
                    <a:pt x="15" y="154"/>
                    <a:pt x="15" y="154"/>
                    <a:pt x="15" y="154"/>
                  </a:cubicBezTo>
                  <a:cubicBezTo>
                    <a:pt x="32" y="165"/>
                    <a:pt x="32" y="165"/>
                    <a:pt x="32" y="165"/>
                  </a:cubicBezTo>
                  <a:cubicBezTo>
                    <a:pt x="49" y="182"/>
                    <a:pt x="49" y="182"/>
                    <a:pt x="49" y="182"/>
                  </a:cubicBezTo>
                  <a:cubicBezTo>
                    <a:pt x="46" y="198"/>
                    <a:pt x="46" y="198"/>
                    <a:pt x="46" y="198"/>
                  </a:cubicBezTo>
                  <a:cubicBezTo>
                    <a:pt x="51" y="215"/>
                    <a:pt x="51" y="215"/>
                    <a:pt x="51" y="215"/>
                  </a:cubicBezTo>
                  <a:cubicBezTo>
                    <a:pt x="71" y="225"/>
                    <a:pt x="71" y="225"/>
                    <a:pt x="71" y="225"/>
                  </a:cubicBezTo>
                  <a:cubicBezTo>
                    <a:pt x="78" y="238"/>
                    <a:pt x="78" y="238"/>
                    <a:pt x="78" y="238"/>
                  </a:cubicBezTo>
                  <a:cubicBezTo>
                    <a:pt x="80" y="246"/>
                    <a:pt x="80" y="246"/>
                    <a:pt x="80" y="246"/>
                  </a:cubicBezTo>
                  <a:cubicBezTo>
                    <a:pt x="82" y="252"/>
                    <a:pt x="90" y="260"/>
                    <a:pt x="92" y="262"/>
                  </a:cubicBezTo>
                  <a:cubicBezTo>
                    <a:pt x="92" y="262"/>
                    <a:pt x="92" y="262"/>
                    <a:pt x="92" y="262"/>
                  </a:cubicBezTo>
                  <a:cubicBezTo>
                    <a:pt x="92" y="262"/>
                    <a:pt x="92" y="262"/>
                    <a:pt x="92" y="262"/>
                  </a:cubicBezTo>
                  <a:cubicBezTo>
                    <a:pt x="102" y="262"/>
                    <a:pt x="102" y="262"/>
                    <a:pt x="102" y="262"/>
                  </a:cubicBezTo>
                  <a:cubicBezTo>
                    <a:pt x="106" y="257"/>
                    <a:pt x="106" y="257"/>
                    <a:pt x="106" y="257"/>
                  </a:cubicBezTo>
                  <a:cubicBezTo>
                    <a:pt x="113" y="252"/>
                    <a:pt x="113" y="252"/>
                    <a:pt x="113" y="252"/>
                  </a:cubicBezTo>
                  <a:cubicBezTo>
                    <a:pt x="114" y="252"/>
                    <a:pt x="117" y="251"/>
                    <a:pt x="120" y="250"/>
                  </a:cubicBezTo>
                  <a:cubicBezTo>
                    <a:pt x="120" y="250"/>
                    <a:pt x="120" y="249"/>
                    <a:pt x="121" y="249"/>
                  </a:cubicBezTo>
                  <a:cubicBezTo>
                    <a:pt x="121" y="249"/>
                    <a:pt x="121" y="249"/>
                    <a:pt x="122" y="249"/>
                  </a:cubicBezTo>
                  <a:cubicBezTo>
                    <a:pt x="122" y="249"/>
                    <a:pt x="122" y="249"/>
                    <a:pt x="122" y="249"/>
                  </a:cubicBezTo>
                  <a:cubicBezTo>
                    <a:pt x="123" y="249"/>
                    <a:pt x="123" y="249"/>
                    <a:pt x="123" y="249"/>
                  </a:cubicBezTo>
                  <a:cubicBezTo>
                    <a:pt x="123" y="247"/>
                    <a:pt x="123" y="247"/>
                    <a:pt x="123" y="247"/>
                  </a:cubicBezTo>
                  <a:cubicBezTo>
                    <a:pt x="125" y="244"/>
                    <a:pt x="125" y="243"/>
                    <a:pt x="125" y="243"/>
                  </a:cubicBezTo>
                  <a:cubicBezTo>
                    <a:pt x="125" y="243"/>
                    <a:pt x="125" y="242"/>
                    <a:pt x="126" y="241"/>
                  </a:cubicBezTo>
                  <a:cubicBezTo>
                    <a:pt x="127" y="240"/>
                    <a:pt x="128" y="238"/>
                    <a:pt x="130" y="235"/>
                  </a:cubicBezTo>
                  <a:cubicBezTo>
                    <a:pt x="133" y="232"/>
                    <a:pt x="135" y="229"/>
                    <a:pt x="136" y="229"/>
                  </a:cubicBezTo>
                  <a:cubicBezTo>
                    <a:pt x="140" y="222"/>
                    <a:pt x="140" y="222"/>
                    <a:pt x="140" y="222"/>
                  </a:cubicBezTo>
                  <a:cubicBezTo>
                    <a:pt x="144" y="218"/>
                    <a:pt x="144" y="218"/>
                    <a:pt x="144" y="218"/>
                  </a:cubicBezTo>
                  <a:cubicBezTo>
                    <a:pt x="144" y="211"/>
                    <a:pt x="144" y="211"/>
                    <a:pt x="144" y="211"/>
                  </a:cubicBezTo>
                  <a:cubicBezTo>
                    <a:pt x="151" y="207"/>
                    <a:pt x="151" y="207"/>
                    <a:pt x="151" y="207"/>
                  </a:cubicBezTo>
                  <a:cubicBezTo>
                    <a:pt x="156" y="200"/>
                    <a:pt x="156" y="200"/>
                    <a:pt x="156" y="200"/>
                  </a:cubicBezTo>
                  <a:cubicBezTo>
                    <a:pt x="156" y="58"/>
                    <a:pt x="156" y="58"/>
                    <a:pt x="156" y="58"/>
                  </a:cubicBezTo>
                  <a:cubicBezTo>
                    <a:pt x="156" y="57"/>
                    <a:pt x="156" y="57"/>
                    <a:pt x="156" y="57"/>
                  </a:cubicBezTo>
                  <a:cubicBezTo>
                    <a:pt x="152" y="47"/>
                    <a:pt x="152" y="47"/>
                    <a:pt x="152" y="47"/>
                  </a:cubicBezTo>
                  <a:cubicBezTo>
                    <a:pt x="149" y="0"/>
                    <a:pt x="149" y="0"/>
                    <a:pt x="149" y="0"/>
                  </a:cubicBezTo>
                  <a:cubicBezTo>
                    <a:pt x="33" y="0"/>
                    <a:pt x="33" y="0"/>
                    <a:pt x="33" y="0"/>
                  </a:cubicBezTo>
                  <a:lnTo>
                    <a:pt x="39" y="7"/>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52" name="Idaho">
              <a:extLst>
                <a:ext uri="{FF2B5EF4-FFF2-40B4-BE49-F238E27FC236}">
                  <a16:creationId xmlns:a16="http://schemas.microsoft.com/office/drawing/2014/main" id="{9364450D-AA87-4AB9-B615-633E44A3C8D7}"/>
                </a:ext>
              </a:extLst>
            </p:cNvPr>
            <p:cNvSpPr>
              <a:spLocks/>
            </p:cNvSpPr>
            <p:nvPr/>
          </p:nvSpPr>
          <p:spPr bwMode="auto">
            <a:xfrm>
              <a:off x="3258846" y="885931"/>
              <a:ext cx="904459" cy="1337463"/>
            </a:xfrm>
            <a:custGeom>
              <a:avLst/>
              <a:gdLst>
                <a:gd name="T0" fmla="*/ 9 w 229"/>
                <a:gd name="T1" fmla="*/ 148 h 338"/>
                <a:gd name="T2" fmla="*/ 19 w 229"/>
                <a:gd name="T3" fmla="*/ 163 h 338"/>
                <a:gd name="T4" fmla="*/ 4 w 229"/>
                <a:gd name="T5" fmla="*/ 201 h 338"/>
                <a:gd name="T6" fmla="*/ 4 w 229"/>
                <a:gd name="T7" fmla="*/ 215 h 338"/>
                <a:gd name="T8" fmla="*/ 7 w 229"/>
                <a:gd name="T9" fmla="*/ 248 h 338"/>
                <a:gd name="T10" fmla="*/ 0 w 229"/>
                <a:gd name="T11" fmla="*/ 293 h 338"/>
                <a:gd name="T12" fmla="*/ 2 w 229"/>
                <a:gd name="T13" fmla="*/ 338 h 338"/>
                <a:gd name="T14" fmla="*/ 118 w 229"/>
                <a:gd name="T15" fmla="*/ 338 h 338"/>
                <a:gd name="T16" fmla="*/ 229 w 229"/>
                <a:gd name="T17" fmla="*/ 338 h 338"/>
                <a:gd name="T18" fmla="*/ 222 w 229"/>
                <a:gd name="T19" fmla="*/ 216 h 338"/>
                <a:gd name="T20" fmla="*/ 205 w 229"/>
                <a:gd name="T21" fmla="*/ 221 h 338"/>
                <a:gd name="T22" fmla="*/ 196 w 229"/>
                <a:gd name="T23" fmla="*/ 225 h 338"/>
                <a:gd name="T24" fmla="*/ 194 w 229"/>
                <a:gd name="T25" fmla="*/ 224 h 338"/>
                <a:gd name="T26" fmla="*/ 183 w 229"/>
                <a:gd name="T27" fmla="*/ 224 h 338"/>
                <a:gd name="T28" fmla="*/ 178 w 229"/>
                <a:gd name="T29" fmla="*/ 224 h 338"/>
                <a:gd name="T30" fmla="*/ 162 w 229"/>
                <a:gd name="T31" fmla="*/ 224 h 338"/>
                <a:gd name="T32" fmla="*/ 147 w 229"/>
                <a:gd name="T33" fmla="*/ 212 h 338"/>
                <a:gd name="T34" fmla="*/ 145 w 229"/>
                <a:gd name="T35" fmla="*/ 214 h 338"/>
                <a:gd name="T36" fmla="*/ 145 w 229"/>
                <a:gd name="T37" fmla="*/ 214 h 338"/>
                <a:gd name="T38" fmla="*/ 144 w 229"/>
                <a:gd name="T39" fmla="*/ 206 h 338"/>
                <a:gd name="T40" fmla="*/ 133 w 229"/>
                <a:gd name="T41" fmla="*/ 194 h 338"/>
                <a:gd name="T42" fmla="*/ 128 w 229"/>
                <a:gd name="T43" fmla="*/ 173 h 338"/>
                <a:gd name="T44" fmla="*/ 113 w 229"/>
                <a:gd name="T45" fmla="*/ 166 h 338"/>
                <a:gd name="T46" fmla="*/ 110 w 229"/>
                <a:gd name="T47" fmla="*/ 166 h 338"/>
                <a:gd name="T48" fmla="*/ 100 w 229"/>
                <a:gd name="T49" fmla="*/ 167 h 338"/>
                <a:gd name="T50" fmla="*/ 100 w 229"/>
                <a:gd name="T51" fmla="*/ 153 h 338"/>
                <a:gd name="T52" fmla="*/ 100 w 229"/>
                <a:gd name="T53" fmla="*/ 151 h 338"/>
                <a:gd name="T54" fmla="*/ 99 w 229"/>
                <a:gd name="T55" fmla="*/ 141 h 338"/>
                <a:gd name="T56" fmla="*/ 93 w 229"/>
                <a:gd name="T57" fmla="*/ 107 h 338"/>
                <a:gd name="T58" fmla="*/ 78 w 229"/>
                <a:gd name="T59" fmla="*/ 101 h 338"/>
                <a:gd name="T60" fmla="*/ 78 w 229"/>
                <a:gd name="T61" fmla="*/ 97 h 338"/>
                <a:gd name="T62" fmla="*/ 71 w 229"/>
                <a:gd name="T63" fmla="*/ 87 h 338"/>
                <a:gd name="T64" fmla="*/ 63 w 229"/>
                <a:gd name="T65" fmla="*/ 82 h 338"/>
                <a:gd name="T66" fmla="*/ 53 w 229"/>
                <a:gd name="T67" fmla="*/ 77 h 338"/>
                <a:gd name="T68" fmla="*/ 50 w 229"/>
                <a:gd name="T69" fmla="*/ 63 h 338"/>
                <a:gd name="T70" fmla="*/ 40 w 229"/>
                <a:gd name="T71" fmla="*/ 59 h 338"/>
                <a:gd name="T72" fmla="*/ 2 w 229"/>
                <a:gd name="T73" fmla="*/ 0 h 338"/>
                <a:gd name="T74" fmla="*/ 3 w 229"/>
                <a:gd name="T75" fmla="*/ 148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9" h="338">
                  <a:moveTo>
                    <a:pt x="3" y="148"/>
                  </a:moveTo>
                  <a:cubicBezTo>
                    <a:pt x="6" y="148"/>
                    <a:pt x="9" y="148"/>
                    <a:pt x="9" y="148"/>
                  </a:cubicBezTo>
                  <a:cubicBezTo>
                    <a:pt x="15" y="154"/>
                    <a:pt x="15" y="154"/>
                    <a:pt x="15" y="154"/>
                  </a:cubicBezTo>
                  <a:cubicBezTo>
                    <a:pt x="19" y="163"/>
                    <a:pt x="19" y="163"/>
                    <a:pt x="19" y="163"/>
                  </a:cubicBezTo>
                  <a:cubicBezTo>
                    <a:pt x="19" y="189"/>
                    <a:pt x="19" y="189"/>
                    <a:pt x="19" y="189"/>
                  </a:cubicBezTo>
                  <a:cubicBezTo>
                    <a:pt x="4" y="201"/>
                    <a:pt x="4" y="201"/>
                    <a:pt x="4" y="201"/>
                  </a:cubicBezTo>
                  <a:cubicBezTo>
                    <a:pt x="2" y="211"/>
                    <a:pt x="2" y="211"/>
                    <a:pt x="2" y="211"/>
                  </a:cubicBezTo>
                  <a:cubicBezTo>
                    <a:pt x="4" y="215"/>
                    <a:pt x="4" y="215"/>
                    <a:pt x="4" y="215"/>
                  </a:cubicBezTo>
                  <a:cubicBezTo>
                    <a:pt x="7" y="236"/>
                    <a:pt x="7" y="236"/>
                    <a:pt x="7" y="236"/>
                  </a:cubicBezTo>
                  <a:cubicBezTo>
                    <a:pt x="7" y="248"/>
                    <a:pt x="7" y="248"/>
                    <a:pt x="7" y="248"/>
                  </a:cubicBezTo>
                  <a:cubicBezTo>
                    <a:pt x="2" y="263"/>
                    <a:pt x="2" y="263"/>
                    <a:pt x="2" y="263"/>
                  </a:cubicBezTo>
                  <a:cubicBezTo>
                    <a:pt x="0" y="293"/>
                    <a:pt x="0" y="293"/>
                    <a:pt x="0" y="293"/>
                  </a:cubicBezTo>
                  <a:cubicBezTo>
                    <a:pt x="2" y="312"/>
                    <a:pt x="2" y="312"/>
                    <a:pt x="2" y="312"/>
                  </a:cubicBezTo>
                  <a:cubicBezTo>
                    <a:pt x="2" y="338"/>
                    <a:pt x="2" y="338"/>
                    <a:pt x="2" y="338"/>
                  </a:cubicBezTo>
                  <a:cubicBezTo>
                    <a:pt x="2" y="338"/>
                    <a:pt x="2" y="338"/>
                    <a:pt x="2" y="338"/>
                  </a:cubicBezTo>
                  <a:cubicBezTo>
                    <a:pt x="118" y="338"/>
                    <a:pt x="118" y="338"/>
                    <a:pt x="118" y="338"/>
                  </a:cubicBezTo>
                  <a:cubicBezTo>
                    <a:pt x="229" y="338"/>
                    <a:pt x="229" y="338"/>
                    <a:pt x="229" y="338"/>
                  </a:cubicBezTo>
                  <a:cubicBezTo>
                    <a:pt x="229" y="338"/>
                    <a:pt x="229" y="338"/>
                    <a:pt x="229" y="338"/>
                  </a:cubicBezTo>
                  <a:cubicBezTo>
                    <a:pt x="229" y="216"/>
                    <a:pt x="229" y="216"/>
                    <a:pt x="229" y="216"/>
                  </a:cubicBezTo>
                  <a:cubicBezTo>
                    <a:pt x="222" y="216"/>
                    <a:pt x="222" y="216"/>
                    <a:pt x="222" y="216"/>
                  </a:cubicBezTo>
                  <a:cubicBezTo>
                    <a:pt x="216" y="217"/>
                    <a:pt x="216" y="217"/>
                    <a:pt x="216" y="217"/>
                  </a:cubicBezTo>
                  <a:cubicBezTo>
                    <a:pt x="205" y="221"/>
                    <a:pt x="205" y="221"/>
                    <a:pt x="205" y="221"/>
                  </a:cubicBezTo>
                  <a:cubicBezTo>
                    <a:pt x="200" y="224"/>
                    <a:pt x="200" y="224"/>
                    <a:pt x="200" y="224"/>
                  </a:cubicBezTo>
                  <a:cubicBezTo>
                    <a:pt x="198" y="225"/>
                    <a:pt x="197" y="225"/>
                    <a:pt x="196" y="225"/>
                  </a:cubicBezTo>
                  <a:cubicBezTo>
                    <a:pt x="195" y="225"/>
                    <a:pt x="195" y="225"/>
                    <a:pt x="195" y="225"/>
                  </a:cubicBezTo>
                  <a:cubicBezTo>
                    <a:pt x="194" y="224"/>
                    <a:pt x="194" y="224"/>
                    <a:pt x="194" y="224"/>
                  </a:cubicBezTo>
                  <a:cubicBezTo>
                    <a:pt x="193" y="224"/>
                    <a:pt x="189" y="224"/>
                    <a:pt x="187" y="224"/>
                  </a:cubicBezTo>
                  <a:cubicBezTo>
                    <a:pt x="185" y="224"/>
                    <a:pt x="183" y="224"/>
                    <a:pt x="183" y="224"/>
                  </a:cubicBezTo>
                  <a:cubicBezTo>
                    <a:pt x="182" y="224"/>
                    <a:pt x="181" y="223"/>
                    <a:pt x="180" y="223"/>
                  </a:cubicBezTo>
                  <a:cubicBezTo>
                    <a:pt x="179" y="223"/>
                    <a:pt x="179" y="223"/>
                    <a:pt x="178" y="224"/>
                  </a:cubicBezTo>
                  <a:cubicBezTo>
                    <a:pt x="177" y="224"/>
                    <a:pt x="176" y="224"/>
                    <a:pt x="174" y="224"/>
                  </a:cubicBezTo>
                  <a:cubicBezTo>
                    <a:pt x="162" y="224"/>
                    <a:pt x="162" y="224"/>
                    <a:pt x="162" y="224"/>
                  </a:cubicBezTo>
                  <a:cubicBezTo>
                    <a:pt x="161" y="224"/>
                    <a:pt x="157" y="222"/>
                    <a:pt x="151" y="216"/>
                  </a:cubicBezTo>
                  <a:cubicBezTo>
                    <a:pt x="150" y="213"/>
                    <a:pt x="149" y="212"/>
                    <a:pt x="147" y="212"/>
                  </a:cubicBezTo>
                  <a:cubicBezTo>
                    <a:pt x="146" y="213"/>
                    <a:pt x="146" y="213"/>
                    <a:pt x="146" y="213"/>
                  </a:cubicBezTo>
                  <a:cubicBezTo>
                    <a:pt x="145" y="214"/>
                    <a:pt x="145" y="214"/>
                    <a:pt x="145" y="214"/>
                  </a:cubicBezTo>
                  <a:cubicBezTo>
                    <a:pt x="145" y="214"/>
                    <a:pt x="145" y="214"/>
                    <a:pt x="145" y="214"/>
                  </a:cubicBezTo>
                  <a:cubicBezTo>
                    <a:pt x="145" y="214"/>
                    <a:pt x="145" y="214"/>
                    <a:pt x="145" y="214"/>
                  </a:cubicBezTo>
                  <a:cubicBezTo>
                    <a:pt x="144" y="214"/>
                    <a:pt x="144" y="214"/>
                    <a:pt x="144" y="214"/>
                  </a:cubicBezTo>
                  <a:cubicBezTo>
                    <a:pt x="144" y="206"/>
                    <a:pt x="144" y="206"/>
                    <a:pt x="144" y="206"/>
                  </a:cubicBezTo>
                  <a:cubicBezTo>
                    <a:pt x="140" y="206"/>
                    <a:pt x="140" y="206"/>
                    <a:pt x="140" y="206"/>
                  </a:cubicBezTo>
                  <a:cubicBezTo>
                    <a:pt x="133" y="194"/>
                    <a:pt x="133" y="194"/>
                    <a:pt x="133" y="194"/>
                  </a:cubicBezTo>
                  <a:cubicBezTo>
                    <a:pt x="128" y="188"/>
                    <a:pt x="128" y="188"/>
                    <a:pt x="128" y="188"/>
                  </a:cubicBezTo>
                  <a:cubicBezTo>
                    <a:pt x="128" y="173"/>
                    <a:pt x="128" y="173"/>
                    <a:pt x="128" y="173"/>
                  </a:cubicBezTo>
                  <a:cubicBezTo>
                    <a:pt x="127" y="172"/>
                    <a:pt x="122" y="168"/>
                    <a:pt x="115" y="167"/>
                  </a:cubicBezTo>
                  <a:cubicBezTo>
                    <a:pt x="114" y="166"/>
                    <a:pt x="113" y="166"/>
                    <a:pt x="113" y="166"/>
                  </a:cubicBezTo>
                  <a:cubicBezTo>
                    <a:pt x="111" y="166"/>
                    <a:pt x="111" y="166"/>
                    <a:pt x="111" y="166"/>
                  </a:cubicBezTo>
                  <a:cubicBezTo>
                    <a:pt x="110" y="166"/>
                    <a:pt x="110" y="166"/>
                    <a:pt x="110" y="166"/>
                  </a:cubicBezTo>
                  <a:cubicBezTo>
                    <a:pt x="110" y="167"/>
                    <a:pt x="110" y="167"/>
                    <a:pt x="110" y="167"/>
                  </a:cubicBezTo>
                  <a:cubicBezTo>
                    <a:pt x="100" y="167"/>
                    <a:pt x="100" y="167"/>
                    <a:pt x="100" y="167"/>
                  </a:cubicBezTo>
                  <a:cubicBezTo>
                    <a:pt x="100" y="166"/>
                    <a:pt x="100" y="166"/>
                    <a:pt x="100" y="166"/>
                  </a:cubicBezTo>
                  <a:cubicBezTo>
                    <a:pt x="100" y="163"/>
                    <a:pt x="98" y="156"/>
                    <a:pt x="100" y="153"/>
                  </a:cubicBezTo>
                  <a:cubicBezTo>
                    <a:pt x="100" y="152"/>
                    <a:pt x="100" y="151"/>
                    <a:pt x="100" y="151"/>
                  </a:cubicBezTo>
                  <a:cubicBezTo>
                    <a:pt x="100" y="151"/>
                    <a:pt x="100" y="151"/>
                    <a:pt x="100" y="151"/>
                  </a:cubicBezTo>
                  <a:cubicBezTo>
                    <a:pt x="100" y="151"/>
                    <a:pt x="99" y="150"/>
                    <a:pt x="99" y="148"/>
                  </a:cubicBezTo>
                  <a:cubicBezTo>
                    <a:pt x="98" y="144"/>
                    <a:pt x="98" y="141"/>
                    <a:pt x="99" y="141"/>
                  </a:cubicBezTo>
                  <a:cubicBezTo>
                    <a:pt x="99" y="113"/>
                    <a:pt x="99" y="113"/>
                    <a:pt x="99" y="113"/>
                  </a:cubicBezTo>
                  <a:cubicBezTo>
                    <a:pt x="93" y="107"/>
                    <a:pt x="93" y="107"/>
                    <a:pt x="93" y="107"/>
                  </a:cubicBezTo>
                  <a:cubicBezTo>
                    <a:pt x="89" y="106"/>
                    <a:pt x="89" y="106"/>
                    <a:pt x="89" y="106"/>
                  </a:cubicBezTo>
                  <a:cubicBezTo>
                    <a:pt x="86" y="105"/>
                    <a:pt x="80" y="102"/>
                    <a:pt x="78" y="101"/>
                  </a:cubicBezTo>
                  <a:cubicBezTo>
                    <a:pt x="78" y="101"/>
                    <a:pt x="78" y="101"/>
                    <a:pt x="78" y="101"/>
                  </a:cubicBezTo>
                  <a:cubicBezTo>
                    <a:pt x="78" y="97"/>
                    <a:pt x="78" y="97"/>
                    <a:pt x="78" y="97"/>
                  </a:cubicBezTo>
                  <a:cubicBezTo>
                    <a:pt x="71" y="93"/>
                    <a:pt x="71" y="93"/>
                    <a:pt x="71" y="93"/>
                  </a:cubicBezTo>
                  <a:cubicBezTo>
                    <a:pt x="71" y="87"/>
                    <a:pt x="71" y="87"/>
                    <a:pt x="71" y="87"/>
                  </a:cubicBezTo>
                  <a:cubicBezTo>
                    <a:pt x="63" y="87"/>
                    <a:pt x="63" y="87"/>
                    <a:pt x="63" y="87"/>
                  </a:cubicBezTo>
                  <a:cubicBezTo>
                    <a:pt x="63" y="82"/>
                    <a:pt x="63" y="82"/>
                    <a:pt x="63" y="82"/>
                  </a:cubicBezTo>
                  <a:cubicBezTo>
                    <a:pt x="59" y="77"/>
                    <a:pt x="59" y="77"/>
                    <a:pt x="59" y="77"/>
                  </a:cubicBezTo>
                  <a:cubicBezTo>
                    <a:pt x="53" y="77"/>
                    <a:pt x="53" y="77"/>
                    <a:pt x="53" y="77"/>
                  </a:cubicBezTo>
                  <a:cubicBezTo>
                    <a:pt x="53" y="69"/>
                    <a:pt x="53" y="69"/>
                    <a:pt x="53" y="69"/>
                  </a:cubicBezTo>
                  <a:cubicBezTo>
                    <a:pt x="50" y="63"/>
                    <a:pt x="50" y="63"/>
                    <a:pt x="50" y="63"/>
                  </a:cubicBezTo>
                  <a:cubicBezTo>
                    <a:pt x="50" y="59"/>
                    <a:pt x="50" y="59"/>
                    <a:pt x="50" y="59"/>
                  </a:cubicBezTo>
                  <a:cubicBezTo>
                    <a:pt x="40" y="59"/>
                    <a:pt x="40" y="59"/>
                    <a:pt x="40" y="59"/>
                  </a:cubicBezTo>
                  <a:cubicBezTo>
                    <a:pt x="40" y="0"/>
                    <a:pt x="40" y="0"/>
                    <a:pt x="40" y="0"/>
                  </a:cubicBezTo>
                  <a:cubicBezTo>
                    <a:pt x="2" y="0"/>
                    <a:pt x="2" y="0"/>
                    <a:pt x="2" y="0"/>
                  </a:cubicBezTo>
                  <a:cubicBezTo>
                    <a:pt x="2" y="149"/>
                    <a:pt x="2" y="149"/>
                    <a:pt x="2" y="149"/>
                  </a:cubicBezTo>
                  <a:lnTo>
                    <a:pt x="3" y="148"/>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54" name="Georgia">
              <a:extLst>
                <a:ext uri="{FF2B5EF4-FFF2-40B4-BE49-F238E27FC236}">
                  <a16:creationId xmlns:a16="http://schemas.microsoft.com/office/drawing/2014/main" id="{A55515B1-EF8E-4C65-9619-98AE89E957B4}"/>
                </a:ext>
              </a:extLst>
            </p:cNvPr>
            <p:cNvSpPr>
              <a:spLocks/>
            </p:cNvSpPr>
            <p:nvPr/>
          </p:nvSpPr>
          <p:spPr bwMode="auto">
            <a:xfrm>
              <a:off x="8058666" y="3637760"/>
              <a:ext cx="799134" cy="937896"/>
            </a:xfrm>
            <a:custGeom>
              <a:avLst/>
              <a:gdLst>
                <a:gd name="T0" fmla="*/ 469 w 478"/>
                <a:gd name="T1" fmla="*/ 367 h 561"/>
                <a:gd name="T2" fmla="*/ 452 w 478"/>
                <a:gd name="T3" fmla="*/ 343 h 561"/>
                <a:gd name="T4" fmla="*/ 440 w 478"/>
                <a:gd name="T5" fmla="*/ 343 h 561"/>
                <a:gd name="T6" fmla="*/ 426 w 478"/>
                <a:gd name="T7" fmla="*/ 334 h 561"/>
                <a:gd name="T8" fmla="*/ 426 w 478"/>
                <a:gd name="T9" fmla="*/ 315 h 561"/>
                <a:gd name="T10" fmla="*/ 409 w 478"/>
                <a:gd name="T11" fmla="*/ 298 h 561"/>
                <a:gd name="T12" fmla="*/ 409 w 478"/>
                <a:gd name="T13" fmla="*/ 258 h 561"/>
                <a:gd name="T14" fmla="*/ 400 w 478"/>
                <a:gd name="T15" fmla="*/ 248 h 561"/>
                <a:gd name="T16" fmla="*/ 388 w 478"/>
                <a:gd name="T17" fmla="*/ 237 h 561"/>
                <a:gd name="T18" fmla="*/ 369 w 478"/>
                <a:gd name="T19" fmla="*/ 225 h 561"/>
                <a:gd name="T20" fmla="*/ 369 w 478"/>
                <a:gd name="T21" fmla="*/ 203 h 561"/>
                <a:gd name="T22" fmla="*/ 355 w 478"/>
                <a:gd name="T23" fmla="*/ 203 h 561"/>
                <a:gd name="T24" fmla="*/ 355 w 478"/>
                <a:gd name="T25" fmla="*/ 182 h 561"/>
                <a:gd name="T26" fmla="*/ 343 w 478"/>
                <a:gd name="T27" fmla="*/ 170 h 561"/>
                <a:gd name="T28" fmla="*/ 331 w 478"/>
                <a:gd name="T29" fmla="*/ 170 h 561"/>
                <a:gd name="T30" fmla="*/ 315 w 478"/>
                <a:gd name="T31" fmla="*/ 161 h 561"/>
                <a:gd name="T32" fmla="*/ 315 w 478"/>
                <a:gd name="T33" fmla="*/ 147 h 561"/>
                <a:gd name="T34" fmla="*/ 296 w 478"/>
                <a:gd name="T35" fmla="*/ 135 h 561"/>
                <a:gd name="T36" fmla="*/ 289 w 478"/>
                <a:gd name="T37" fmla="*/ 113 h 561"/>
                <a:gd name="T38" fmla="*/ 286 w 478"/>
                <a:gd name="T39" fmla="*/ 85 h 561"/>
                <a:gd name="T40" fmla="*/ 263 w 478"/>
                <a:gd name="T41" fmla="*/ 78 h 561"/>
                <a:gd name="T42" fmla="*/ 227 w 478"/>
                <a:gd name="T43" fmla="*/ 40 h 561"/>
                <a:gd name="T44" fmla="*/ 227 w 478"/>
                <a:gd name="T45" fmla="*/ 0 h 561"/>
                <a:gd name="T46" fmla="*/ 227 w 478"/>
                <a:gd name="T47" fmla="*/ 0 h 561"/>
                <a:gd name="T48" fmla="*/ 97 w 478"/>
                <a:gd name="T49" fmla="*/ 0 h 561"/>
                <a:gd name="T50" fmla="*/ 97 w 478"/>
                <a:gd name="T51" fmla="*/ 0 h 561"/>
                <a:gd name="T52" fmla="*/ 0 w 478"/>
                <a:gd name="T53" fmla="*/ 0 h 561"/>
                <a:gd name="T54" fmla="*/ 0 w 478"/>
                <a:gd name="T55" fmla="*/ 21 h 561"/>
                <a:gd name="T56" fmla="*/ 10 w 478"/>
                <a:gd name="T57" fmla="*/ 52 h 561"/>
                <a:gd name="T58" fmla="*/ 10 w 478"/>
                <a:gd name="T59" fmla="*/ 149 h 561"/>
                <a:gd name="T60" fmla="*/ 19 w 478"/>
                <a:gd name="T61" fmla="*/ 168 h 561"/>
                <a:gd name="T62" fmla="*/ 19 w 478"/>
                <a:gd name="T63" fmla="*/ 182 h 561"/>
                <a:gd name="T64" fmla="*/ 33 w 478"/>
                <a:gd name="T65" fmla="*/ 213 h 561"/>
                <a:gd name="T66" fmla="*/ 33 w 478"/>
                <a:gd name="T67" fmla="*/ 274 h 561"/>
                <a:gd name="T68" fmla="*/ 48 w 478"/>
                <a:gd name="T69" fmla="*/ 312 h 561"/>
                <a:gd name="T70" fmla="*/ 48 w 478"/>
                <a:gd name="T71" fmla="*/ 511 h 561"/>
                <a:gd name="T72" fmla="*/ 50 w 478"/>
                <a:gd name="T73" fmla="*/ 514 h 561"/>
                <a:gd name="T74" fmla="*/ 59 w 478"/>
                <a:gd name="T75" fmla="*/ 530 h 561"/>
                <a:gd name="T76" fmla="*/ 81 w 478"/>
                <a:gd name="T77" fmla="*/ 542 h 561"/>
                <a:gd name="T78" fmla="*/ 182 w 478"/>
                <a:gd name="T79" fmla="*/ 542 h 561"/>
                <a:gd name="T80" fmla="*/ 206 w 478"/>
                <a:gd name="T81" fmla="*/ 561 h 561"/>
                <a:gd name="T82" fmla="*/ 350 w 478"/>
                <a:gd name="T83" fmla="*/ 561 h 561"/>
                <a:gd name="T84" fmla="*/ 364 w 478"/>
                <a:gd name="T85" fmla="*/ 537 h 561"/>
                <a:gd name="T86" fmla="*/ 372 w 478"/>
                <a:gd name="T87" fmla="*/ 530 h 561"/>
                <a:gd name="T88" fmla="*/ 388 w 478"/>
                <a:gd name="T89" fmla="*/ 523 h 561"/>
                <a:gd name="T90" fmla="*/ 443 w 478"/>
                <a:gd name="T91" fmla="*/ 407 h 561"/>
                <a:gd name="T92" fmla="*/ 452 w 478"/>
                <a:gd name="T93" fmla="*/ 407 h 561"/>
                <a:gd name="T94" fmla="*/ 443 w 478"/>
                <a:gd name="T95" fmla="*/ 398 h 561"/>
                <a:gd name="T96" fmla="*/ 452 w 478"/>
                <a:gd name="T97" fmla="*/ 398 h 561"/>
                <a:gd name="T98" fmla="*/ 461 w 478"/>
                <a:gd name="T99" fmla="*/ 388 h 561"/>
                <a:gd name="T100" fmla="*/ 469 w 478"/>
                <a:gd name="T101" fmla="*/ 388 h 561"/>
                <a:gd name="T102" fmla="*/ 478 w 478"/>
                <a:gd name="T103" fmla="*/ 379 h 561"/>
                <a:gd name="T104" fmla="*/ 478 w 478"/>
                <a:gd name="T105" fmla="*/ 376 h 561"/>
                <a:gd name="T106" fmla="*/ 473 w 478"/>
                <a:gd name="T107" fmla="*/ 372 h 561"/>
                <a:gd name="T108" fmla="*/ 469 w 478"/>
                <a:gd name="T109" fmla="*/ 367 h 561"/>
                <a:gd name="T110" fmla="*/ 469 w 478"/>
                <a:gd name="T111" fmla="*/ 367 h 561"/>
                <a:gd name="T112" fmla="*/ 469 w 478"/>
                <a:gd name="T113" fmla="*/ 367 h 5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78" h="561">
                  <a:moveTo>
                    <a:pt x="469" y="367"/>
                  </a:moveTo>
                  <a:lnTo>
                    <a:pt x="452" y="343"/>
                  </a:lnTo>
                  <a:lnTo>
                    <a:pt x="440" y="343"/>
                  </a:lnTo>
                  <a:lnTo>
                    <a:pt x="426" y="334"/>
                  </a:lnTo>
                  <a:lnTo>
                    <a:pt x="426" y="315"/>
                  </a:lnTo>
                  <a:lnTo>
                    <a:pt x="409" y="298"/>
                  </a:lnTo>
                  <a:lnTo>
                    <a:pt x="409" y="258"/>
                  </a:lnTo>
                  <a:lnTo>
                    <a:pt x="400" y="248"/>
                  </a:lnTo>
                  <a:lnTo>
                    <a:pt x="388" y="237"/>
                  </a:lnTo>
                  <a:lnTo>
                    <a:pt x="369" y="225"/>
                  </a:lnTo>
                  <a:lnTo>
                    <a:pt x="369" y="203"/>
                  </a:lnTo>
                  <a:lnTo>
                    <a:pt x="355" y="203"/>
                  </a:lnTo>
                  <a:lnTo>
                    <a:pt x="355" y="182"/>
                  </a:lnTo>
                  <a:lnTo>
                    <a:pt x="343" y="170"/>
                  </a:lnTo>
                  <a:lnTo>
                    <a:pt x="331" y="170"/>
                  </a:lnTo>
                  <a:lnTo>
                    <a:pt x="315" y="161"/>
                  </a:lnTo>
                  <a:lnTo>
                    <a:pt x="315" y="147"/>
                  </a:lnTo>
                  <a:lnTo>
                    <a:pt x="296" y="135"/>
                  </a:lnTo>
                  <a:lnTo>
                    <a:pt x="289" y="113"/>
                  </a:lnTo>
                  <a:lnTo>
                    <a:pt x="286" y="85"/>
                  </a:lnTo>
                  <a:lnTo>
                    <a:pt x="263" y="78"/>
                  </a:lnTo>
                  <a:lnTo>
                    <a:pt x="227" y="40"/>
                  </a:lnTo>
                  <a:lnTo>
                    <a:pt x="227" y="0"/>
                  </a:lnTo>
                  <a:lnTo>
                    <a:pt x="227" y="0"/>
                  </a:lnTo>
                  <a:lnTo>
                    <a:pt x="97" y="0"/>
                  </a:lnTo>
                  <a:lnTo>
                    <a:pt x="97" y="0"/>
                  </a:lnTo>
                  <a:lnTo>
                    <a:pt x="0" y="0"/>
                  </a:lnTo>
                  <a:lnTo>
                    <a:pt x="0" y="21"/>
                  </a:lnTo>
                  <a:lnTo>
                    <a:pt x="10" y="52"/>
                  </a:lnTo>
                  <a:lnTo>
                    <a:pt x="10" y="149"/>
                  </a:lnTo>
                  <a:lnTo>
                    <a:pt x="19" y="168"/>
                  </a:lnTo>
                  <a:lnTo>
                    <a:pt x="19" y="182"/>
                  </a:lnTo>
                  <a:lnTo>
                    <a:pt x="33" y="213"/>
                  </a:lnTo>
                  <a:lnTo>
                    <a:pt x="33" y="274"/>
                  </a:lnTo>
                  <a:lnTo>
                    <a:pt x="48" y="312"/>
                  </a:lnTo>
                  <a:lnTo>
                    <a:pt x="48" y="511"/>
                  </a:lnTo>
                  <a:lnTo>
                    <a:pt x="50" y="514"/>
                  </a:lnTo>
                  <a:lnTo>
                    <a:pt x="59" y="530"/>
                  </a:lnTo>
                  <a:lnTo>
                    <a:pt x="81" y="542"/>
                  </a:lnTo>
                  <a:lnTo>
                    <a:pt x="182" y="542"/>
                  </a:lnTo>
                  <a:lnTo>
                    <a:pt x="206" y="561"/>
                  </a:lnTo>
                  <a:lnTo>
                    <a:pt x="350" y="561"/>
                  </a:lnTo>
                  <a:lnTo>
                    <a:pt x="364" y="537"/>
                  </a:lnTo>
                  <a:lnTo>
                    <a:pt x="372" y="530"/>
                  </a:lnTo>
                  <a:lnTo>
                    <a:pt x="388" y="523"/>
                  </a:lnTo>
                  <a:lnTo>
                    <a:pt x="443" y="407"/>
                  </a:lnTo>
                  <a:lnTo>
                    <a:pt x="452" y="407"/>
                  </a:lnTo>
                  <a:lnTo>
                    <a:pt x="443" y="398"/>
                  </a:lnTo>
                  <a:lnTo>
                    <a:pt x="452" y="398"/>
                  </a:lnTo>
                  <a:lnTo>
                    <a:pt x="461" y="388"/>
                  </a:lnTo>
                  <a:lnTo>
                    <a:pt x="469" y="388"/>
                  </a:lnTo>
                  <a:lnTo>
                    <a:pt x="478" y="379"/>
                  </a:lnTo>
                  <a:lnTo>
                    <a:pt x="478" y="376"/>
                  </a:lnTo>
                  <a:lnTo>
                    <a:pt x="473" y="372"/>
                  </a:lnTo>
                  <a:lnTo>
                    <a:pt x="469" y="367"/>
                  </a:lnTo>
                  <a:lnTo>
                    <a:pt x="469" y="367"/>
                  </a:lnTo>
                  <a:lnTo>
                    <a:pt x="469" y="367"/>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55" name="Florida">
              <a:extLst>
                <a:ext uri="{FF2B5EF4-FFF2-40B4-BE49-F238E27FC236}">
                  <a16:creationId xmlns:a16="http://schemas.microsoft.com/office/drawing/2014/main" id="{82D78978-4ADC-48D1-94C0-C6BC2E7DF728}"/>
                </a:ext>
              </a:extLst>
            </p:cNvPr>
            <p:cNvSpPr>
              <a:spLocks/>
            </p:cNvSpPr>
            <p:nvPr/>
          </p:nvSpPr>
          <p:spPr bwMode="auto">
            <a:xfrm>
              <a:off x="7774455" y="4497080"/>
              <a:ext cx="1146875" cy="1024831"/>
            </a:xfrm>
            <a:custGeom>
              <a:avLst/>
              <a:gdLst>
                <a:gd name="T0" fmla="*/ 520 w 686"/>
                <a:gd name="T1" fmla="*/ 47 h 613"/>
                <a:gd name="T2" fmla="*/ 352 w 686"/>
                <a:gd name="T3" fmla="*/ 28 h 613"/>
                <a:gd name="T4" fmla="*/ 229 w 686"/>
                <a:gd name="T5" fmla="*/ 16 h 613"/>
                <a:gd name="T6" fmla="*/ 220 w 686"/>
                <a:gd name="T7" fmla="*/ 7 h 613"/>
                <a:gd name="T8" fmla="*/ 0 w 686"/>
                <a:gd name="T9" fmla="*/ 80 h 613"/>
                <a:gd name="T10" fmla="*/ 31 w 686"/>
                <a:gd name="T11" fmla="*/ 59 h 613"/>
                <a:gd name="T12" fmla="*/ 50 w 686"/>
                <a:gd name="T13" fmla="*/ 49 h 613"/>
                <a:gd name="T14" fmla="*/ 113 w 686"/>
                <a:gd name="T15" fmla="*/ 59 h 613"/>
                <a:gd name="T16" fmla="*/ 123 w 686"/>
                <a:gd name="T17" fmla="*/ 68 h 613"/>
                <a:gd name="T18" fmla="*/ 113 w 686"/>
                <a:gd name="T19" fmla="*/ 78 h 613"/>
                <a:gd name="T20" fmla="*/ 206 w 686"/>
                <a:gd name="T21" fmla="*/ 132 h 613"/>
                <a:gd name="T22" fmla="*/ 260 w 686"/>
                <a:gd name="T23" fmla="*/ 132 h 613"/>
                <a:gd name="T24" fmla="*/ 298 w 686"/>
                <a:gd name="T25" fmla="*/ 113 h 613"/>
                <a:gd name="T26" fmla="*/ 307 w 686"/>
                <a:gd name="T27" fmla="*/ 106 h 613"/>
                <a:gd name="T28" fmla="*/ 345 w 686"/>
                <a:gd name="T29" fmla="*/ 106 h 613"/>
                <a:gd name="T30" fmla="*/ 381 w 686"/>
                <a:gd name="T31" fmla="*/ 142 h 613"/>
                <a:gd name="T32" fmla="*/ 390 w 686"/>
                <a:gd name="T33" fmla="*/ 161 h 613"/>
                <a:gd name="T34" fmla="*/ 437 w 686"/>
                <a:gd name="T35" fmla="*/ 199 h 613"/>
                <a:gd name="T36" fmla="*/ 445 w 686"/>
                <a:gd name="T37" fmla="*/ 336 h 613"/>
                <a:gd name="T38" fmla="*/ 454 w 686"/>
                <a:gd name="T39" fmla="*/ 327 h 613"/>
                <a:gd name="T40" fmla="*/ 454 w 686"/>
                <a:gd name="T41" fmla="*/ 364 h 613"/>
                <a:gd name="T42" fmla="*/ 492 w 686"/>
                <a:gd name="T43" fmla="*/ 438 h 613"/>
                <a:gd name="T44" fmla="*/ 511 w 686"/>
                <a:gd name="T45" fmla="*/ 457 h 613"/>
                <a:gd name="T46" fmla="*/ 511 w 686"/>
                <a:gd name="T47" fmla="*/ 476 h 613"/>
                <a:gd name="T48" fmla="*/ 546 w 686"/>
                <a:gd name="T49" fmla="*/ 540 h 613"/>
                <a:gd name="T50" fmla="*/ 575 w 686"/>
                <a:gd name="T51" fmla="*/ 549 h 613"/>
                <a:gd name="T52" fmla="*/ 584 w 686"/>
                <a:gd name="T53" fmla="*/ 604 h 613"/>
                <a:gd name="T54" fmla="*/ 594 w 686"/>
                <a:gd name="T55" fmla="*/ 613 h 613"/>
                <a:gd name="T56" fmla="*/ 657 w 686"/>
                <a:gd name="T57" fmla="*/ 594 h 613"/>
                <a:gd name="T58" fmla="*/ 676 w 686"/>
                <a:gd name="T59" fmla="*/ 594 h 613"/>
                <a:gd name="T60" fmla="*/ 686 w 686"/>
                <a:gd name="T61" fmla="*/ 521 h 613"/>
                <a:gd name="T62" fmla="*/ 639 w 686"/>
                <a:gd name="T63" fmla="*/ 308 h 613"/>
                <a:gd name="T64" fmla="*/ 556 w 686"/>
                <a:gd name="T65" fmla="*/ 49 h 613"/>
                <a:gd name="T66" fmla="*/ 556 w 686"/>
                <a:gd name="T67" fmla="*/ 14 h 613"/>
                <a:gd name="T68" fmla="*/ 542 w 686"/>
                <a:gd name="T69" fmla="*/ 16 h 613"/>
                <a:gd name="T70" fmla="*/ 534 w 686"/>
                <a:gd name="T71" fmla="*/ 23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6" h="613">
                  <a:moveTo>
                    <a:pt x="534" y="23"/>
                  </a:moveTo>
                  <a:lnTo>
                    <a:pt x="520" y="47"/>
                  </a:lnTo>
                  <a:lnTo>
                    <a:pt x="376" y="47"/>
                  </a:lnTo>
                  <a:lnTo>
                    <a:pt x="352" y="28"/>
                  </a:lnTo>
                  <a:lnTo>
                    <a:pt x="251" y="28"/>
                  </a:lnTo>
                  <a:lnTo>
                    <a:pt x="229" y="16"/>
                  </a:lnTo>
                  <a:lnTo>
                    <a:pt x="220" y="0"/>
                  </a:lnTo>
                  <a:lnTo>
                    <a:pt x="220" y="7"/>
                  </a:lnTo>
                  <a:lnTo>
                    <a:pt x="0" y="7"/>
                  </a:lnTo>
                  <a:lnTo>
                    <a:pt x="0" y="80"/>
                  </a:lnTo>
                  <a:lnTo>
                    <a:pt x="21" y="78"/>
                  </a:lnTo>
                  <a:lnTo>
                    <a:pt x="31" y="59"/>
                  </a:lnTo>
                  <a:lnTo>
                    <a:pt x="40" y="59"/>
                  </a:lnTo>
                  <a:lnTo>
                    <a:pt x="50" y="49"/>
                  </a:lnTo>
                  <a:lnTo>
                    <a:pt x="50" y="68"/>
                  </a:lnTo>
                  <a:lnTo>
                    <a:pt x="113" y="59"/>
                  </a:lnTo>
                  <a:lnTo>
                    <a:pt x="123" y="59"/>
                  </a:lnTo>
                  <a:lnTo>
                    <a:pt x="123" y="68"/>
                  </a:lnTo>
                  <a:lnTo>
                    <a:pt x="113" y="68"/>
                  </a:lnTo>
                  <a:lnTo>
                    <a:pt x="113" y="78"/>
                  </a:lnTo>
                  <a:lnTo>
                    <a:pt x="187" y="106"/>
                  </a:lnTo>
                  <a:lnTo>
                    <a:pt x="206" y="132"/>
                  </a:lnTo>
                  <a:lnTo>
                    <a:pt x="215" y="142"/>
                  </a:lnTo>
                  <a:lnTo>
                    <a:pt x="260" y="132"/>
                  </a:lnTo>
                  <a:lnTo>
                    <a:pt x="279" y="113"/>
                  </a:lnTo>
                  <a:lnTo>
                    <a:pt x="298" y="113"/>
                  </a:lnTo>
                  <a:lnTo>
                    <a:pt x="298" y="106"/>
                  </a:lnTo>
                  <a:lnTo>
                    <a:pt x="307" y="106"/>
                  </a:lnTo>
                  <a:lnTo>
                    <a:pt x="317" y="106"/>
                  </a:lnTo>
                  <a:lnTo>
                    <a:pt x="345" y="106"/>
                  </a:lnTo>
                  <a:lnTo>
                    <a:pt x="371" y="142"/>
                  </a:lnTo>
                  <a:lnTo>
                    <a:pt x="381" y="142"/>
                  </a:lnTo>
                  <a:lnTo>
                    <a:pt x="381" y="161"/>
                  </a:lnTo>
                  <a:lnTo>
                    <a:pt x="390" y="161"/>
                  </a:lnTo>
                  <a:lnTo>
                    <a:pt x="419" y="189"/>
                  </a:lnTo>
                  <a:lnTo>
                    <a:pt x="437" y="199"/>
                  </a:lnTo>
                  <a:lnTo>
                    <a:pt x="445" y="208"/>
                  </a:lnTo>
                  <a:lnTo>
                    <a:pt x="445" y="336"/>
                  </a:lnTo>
                  <a:lnTo>
                    <a:pt x="454" y="336"/>
                  </a:lnTo>
                  <a:lnTo>
                    <a:pt x="454" y="327"/>
                  </a:lnTo>
                  <a:lnTo>
                    <a:pt x="464" y="327"/>
                  </a:lnTo>
                  <a:lnTo>
                    <a:pt x="454" y="364"/>
                  </a:lnTo>
                  <a:lnTo>
                    <a:pt x="464" y="383"/>
                  </a:lnTo>
                  <a:lnTo>
                    <a:pt x="492" y="438"/>
                  </a:lnTo>
                  <a:lnTo>
                    <a:pt x="511" y="428"/>
                  </a:lnTo>
                  <a:lnTo>
                    <a:pt x="511" y="457"/>
                  </a:lnTo>
                  <a:lnTo>
                    <a:pt x="520" y="457"/>
                  </a:lnTo>
                  <a:lnTo>
                    <a:pt x="511" y="476"/>
                  </a:lnTo>
                  <a:lnTo>
                    <a:pt x="539" y="530"/>
                  </a:lnTo>
                  <a:lnTo>
                    <a:pt x="546" y="540"/>
                  </a:lnTo>
                  <a:lnTo>
                    <a:pt x="565" y="540"/>
                  </a:lnTo>
                  <a:lnTo>
                    <a:pt x="575" y="549"/>
                  </a:lnTo>
                  <a:lnTo>
                    <a:pt x="584" y="587"/>
                  </a:lnTo>
                  <a:lnTo>
                    <a:pt x="584" y="604"/>
                  </a:lnTo>
                  <a:lnTo>
                    <a:pt x="594" y="604"/>
                  </a:lnTo>
                  <a:lnTo>
                    <a:pt x="594" y="613"/>
                  </a:lnTo>
                  <a:lnTo>
                    <a:pt x="631" y="613"/>
                  </a:lnTo>
                  <a:lnTo>
                    <a:pt x="657" y="594"/>
                  </a:lnTo>
                  <a:lnTo>
                    <a:pt x="667" y="604"/>
                  </a:lnTo>
                  <a:lnTo>
                    <a:pt x="676" y="594"/>
                  </a:lnTo>
                  <a:lnTo>
                    <a:pt x="667" y="587"/>
                  </a:lnTo>
                  <a:lnTo>
                    <a:pt x="686" y="521"/>
                  </a:lnTo>
                  <a:lnTo>
                    <a:pt x="686" y="428"/>
                  </a:lnTo>
                  <a:lnTo>
                    <a:pt x="639" y="308"/>
                  </a:lnTo>
                  <a:lnTo>
                    <a:pt x="639" y="263"/>
                  </a:lnTo>
                  <a:lnTo>
                    <a:pt x="556" y="49"/>
                  </a:lnTo>
                  <a:lnTo>
                    <a:pt x="556" y="40"/>
                  </a:lnTo>
                  <a:lnTo>
                    <a:pt x="556" y="14"/>
                  </a:lnTo>
                  <a:lnTo>
                    <a:pt x="558" y="9"/>
                  </a:lnTo>
                  <a:lnTo>
                    <a:pt x="542" y="16"/>
                  </a:lnTo>
                  <a:lnTo>
                    <a:pt x="534" y="23"/>
                  </a:lnTo>
                  <a:lnTo>
                    <a:pt x="534" y="23"/>
                  </a:lnTo>
                  <a:lnTo>
                    <a:pt x="534" y="23"/>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56" name="Delaware">
              <a:extLst>
                <a:ext uri="{FF2B5EF4-FFF2-40B4-BE49-F238E27FC236}">
                  <a16:creationId xmlns:a16="http://schemas.microsoft.com/office/drawing/2014/main" id="{340D10DE-7A2C-47B0-B63C-41D65EFF2EE6}"/>
                </a:ext>
              </a:extLst>
            </p:cNvPr>
            <p:cNvSpPr>
              <a:spLocks/>
            </p:cNvSpPr>
            <p:nvPr/>
          </p:nvSpPr>
          <p:spPr bwMode="auto">
            <a:xfrm>
              <a:off x="9608451" y="2888888"/>
              <a:ext cx="107288" cy="213887"/>
            </a:xfrm>
            <a:custGeom>
              <a:avLst/>
              <a:gdLst>
                <a:gd name="connsiteX0" fmla="*/ 15489 w 107288"/>
                <a:gd name="connsiteY0" fmla="*/ 0 h 213887"/>
                <a:gd name="connsiteX1" fmla="*/ 23032 w 107288"/>
                <a:gd name="connsiteY1" fmla="*/ 10620 h 213887"/>
                <a:gd name="connsiteX2" fmla="*/ 19868 w 107288"/>
                <a:gd name="connsiteY2" fmla="*/ 7727 h 213887"/>
                <a:gd name="connsiteX3" fmla="*/ 19868 w 107288"/>
                <a:gd name="connsiteY3" fmla="*/ 39444 h 213887"/>
                <a:gd name="connsiteX4" fmla="*/ 107288 w 107288"/>
                <a:gd name="connsiteY4" fmla="*/ 209923 h 213887"/>
                <a:gd name="connsiteX5" fmla="*/ 107288 w 107288"/>
                <a:gd name="connsiteY5" fmla="*/ 213887 h 213887"/>
                <a:gd name="connsiteX6" fmla="*/ 0 w 107288"/>
                <a:gd name="connsiteY6" fmla="*/ 213887 h 213887"/>
                <a:gd name="connsiteX7" fmla="*/ 0 w 107288"/>
                <a:gd name="connsiteY7" fmla="*/ 7727 h 21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288" h="213887">
                  <a:moveTo>
                    <a:pt x="15489" y="0"/>
                  </a:moveTo>
                  <a:lnTo>
                    <a:pt x="23032" y="10620"/>
                  </a:lnTo>
                  <a:lnTo>
                    <a:pt x="19868" y="7727"/>
                  </a:lnTo>
                  <a:cubicBezTo>
                    <a:pt x="19868" y="7727"/>
                    <a:pt x="19868" y="7727"/>
                    <a:pt x="19868" y="39444"/>
                  </a:cubicBezTo>
                  <a:cubicBezTo>
                    <a:pt x="19868" y="39444"/>
                    <a:pt x="19868" y="39444"/>
                    <a:pt x="107288" y="209923"/>
                  </a:cubicBezTo>
                  <a:cubicBezTo>
                    <a:pt x="107288" y="209923"/>
                    <a:pt x="107288" y="209923"/>
                    <a:pt x="107288" y="213887"/>
                  </a:cubicBezTo>
                  <a:cubicBezTo>
                    <a:pt x="107288" y="213887"/>
                    <a:pt x="107288" y="213887"/>
                    <a:pt x="0" y="213887"/>
                  </a:cubicBezTo>
                  <a:cubicBezTo>
                    <a:pt x="0" y="213887"/>
                    <a:pt x="0" y="213887"/>
                    <a:pt x="0" y="7727"/>
                  </a:cubicBez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p>
          </p:txBody>
        </p:sp>
        <p:sp>
          <p:nvSpPr>
            <p:cNvPr id="57" name="Connecticut">
              <a:extLst>
                <a:ext uri="{FF2B5EF4-FFF2-40B4-BE49-F238E27FC236}">
                  <a16:creationId xmlns:a16="http://schemas.microsoft.com/office/drawing/2014/main" id="{A4AF9DA2-2BD8-465A-A643-C997D5E91A16}"/>
                </a:ext>
              </a:extLst>
            </p:cNvPr>
            <p:cNvSpPr>
              <a:spLocks/>
            </p:cNvSpPr>
            <p:nvPr/>
          </p:nvSpPr>
          <p:spPr bwMode="auto">
            <a:xfrm>
              <a:off x="9984613" y="2408967"/>
              <a:ext cx="225697" cy="187245"/>
            </a:xfrm>
            <a:custGeom>
              <a:avLst/>
              <a:gdLst>
                <a:gd name="T0" fmla="*/ 57 w 57"/>
                <a:gd name="T1" fmla="*/ 0 h 47"/>
                <a:gd name="T2" fmla="*/ 57 w 57"/>
                <a:gd name="T3" fmla="*/ 0 h 47"/>
                <a:gd name="T4" fmla="*/ 8 w 57"/>
                <a:gd name="T5" fmla="*/ 0 h 47"/>
                <a:gd name="T6" fmla="*/ 7 w 57"/>
                <a:gd name="T7" fmla="*/ 31 h 47"/>
                <a:gd name="T8" fmla="*/ 7 w 57"/>
                <a:gd name="T9" fmla="*/ 32 h 47"/>
                <a:gd name="T10" fmla="*/ 0 w 57"/>
                <a:gd name="T11" fmla="*/ 37 h 47"/>
                <a:gd name="T12" fmla="*/ 0 w 57"/>
                <a:gd name="T13" fmla="*/ 47 h 47"/>
                <a:gd name="T14" fmla="*/ 8 w 57"/>
                <a:gd name="T15" fmla="*/ 45 h 47"/>
                <a:gd name="T16" fmla="*/ 12 w 57"/>
                <a:gd name="T17" fmla="*/ 41 h 47"/>
                <a:gd name="T18" fmla="*/ 16 w 57"/>
                <a:gd name="T19" fmla="*/ 37 h 47"/>
                <a:gd name="T20" fmla="*/ 28 w 57"/>
                <a:gd name="T21" fmla="*/ 41 h 47"/>
                <a:gd name="T22" fmla="*/ 56 w 57"/>
                <a:gd name="T23" fmla="*/ 36 h 47"/>
                <a:gd name="T24" fmla="*/ 57 w 57"/>
                <a:gd name="T25" fmla="*/ 35 h 47"/>
                <a:gd name="T26" fmla="*/ 57 w 57"/>
                <a:gd name="T27" fmla="*/ 1 h 47"/>
                <a:gd name="T28" fmla="*/ 57 w 57"/>
                <a:gd name="T2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47">
                  <a:moveTo>
                    <a:pt x="57" y="0"/>
                  </a:moveTo>
                  <a:cubicBezTo>
                    <a:pt x="57" y="0"/>
                    <a:pt x="57" y="0"/>
                    <a:pt x="57" y="0"/>
                  </a:cubicBezTo>
                  <a:cubicBezTo>
                    <a:pt x="8" y="0"/>
                    <a:pt x="8" y="0"/>
                    <a:pt x="8" y="0"/>
                  </a:cubicBezTo>
                  <a:cubicBezTo>
                    <a:pt x="8" y="14"/>
                    <a:pt x="7" y="28"/>
                    <a:pt x="7" y="31"/>
                  </a:cubicBezTo>
                  <a:cubicBezTo>
                    <a:pt x="7" y="32"/>
                    <a:pt x="7" y="32"/>
                    <a:pt x="7" y="32"/>
                  </a:cubicBezTo>
                  <a:cubicBezTo>
                    <a:pt x="0" y="37"/>
                    <a:pt x="0" y="37"/>
                    <a:pt x="0" y="37"/>
                  </a:cubicBezTo>
                  <a:cubicBezTo>
                    <a:pt x="0" y="47"/>
                    <a:pt x="0" y="47"/>
                    <a:pt x="0" y="47"/>
                  </a:cubicBezTo>
                  <a:cubicBezTo>
                    <a:pt x="8" y="45"/>
                    <a:pt x="8" y="45"/>
                    <a:pt x="8" y="45"/>
                  </a:cubicBezTo>
                  <a:cubicBezTo>
                    <a:pt x="12" y="41"/>
                    <a:pt x="12" y="41"/>
                    <a:pt x="12" y="41"/>
                  </a:cubicBezTo>
                  <a:cubicBezTo>
                    <a:pt x="16" y="37"/>
                    <a:pt x="16" y="37"/>
                    <a:pt x="16" y="37"/>
                  </a:cubicBezTo>
                  <a:cubicBezTo>
                    <a:pt x="28" y="41"/>
                    <a:pt x="28" y="41"/>
                    <a:pt x="28" y="41"/>
                  </a:cubicBezTo>
                  <a:cubicBezTo>
                    <a:pt x="56" y="36"/>
                    <a:pt x="56" y="36"/>
                    <a:pt x="56" y="36"/>
                  </a:cubicBezTo>
                  <a:cubicBezTo>
                    <a:pt x="57" y="35"/>
                    <a:pt x="57" y="35"/>
                    <a:pt x="57" y="35"/>
                  </a:cubicBezTo>
                  <a:cubicBezTo>
                    <a:pt x="57" y="1"/>
                    <a:pt x="57" y="1"/>
                    <a:pt x="57" y="1"/>
                  </a:cubicBezTo>
                  <a:lnTo>
                    <a:pt x="57" y="0"/>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58" name="Colorado">
              <a:extLst>
                <a:ext uri="{FF2B5EF4-FFF2-40B4-BE49-F238E27FC236}">
                  <a16:creationId xmlns:a16="http://schemas.microsoft.com/office/drawing/2014/main" id="{1F8DC786-6391-4284-8A19-F45B5C1A969B}"/>
                </a:ext>
              </a:extLst>
            </p:cNvPr>
            <p:cNvSpPr>
              <a:spLocks/>
            </p:cNvSpPr>
            <p:nvPr/>
          </p:nvSpPr>
          <p:spPr bwMode="auto">
            <a:xfrm>
              <a:off x="4504358" y="2449091"/>
              <a:ext cx="1063283" cy="740620"/>
            </a:xfrm>
            <a:custGeom>
              <a:avLst/>
              <a:gdLst>
                <a:gd name="T0" fmla="*/ 634 w 636"/>
                <a:gd name="T1" fmla="*/ 102 h 443"/>
                <a:gd name="T2" fmla="*/ 634 w 636"/>
                <a:gd name="T3" fmla="*/ 100 h 443"/>
                <a:gd name="T4" fmla="*/ 636 w 636"/>
                <a:gd name="T5" fmla="*/ 100 h 443"/>
                <a:gd name="T6" fmla="*/ 636 w 636"/>
                <a:gd name="T7" fmla="*/ 0 h 443"/>
                <a:gd name="T8" fmla="*/ 440 w 636"/>
                <a:gd name="T9" fmla="*/ 0 h 443"/>
                <a:gd name="T10" fmla="*/ 2 w 636"/>
                <a:gd name="T11" fmla="*/ 0 h 443"/>
                <a:gd name="T12" fmla="*/ 0 w 636"/>
                <a:gd name="T13" fmla="*/ 0 h 443"/>
                <a:gd name="T14" fmla="*/ 0 w 636"/>
                <a:gd name="T15" fmla="*/ 441 h 443"/>
                <a:gd name="T16" fmla="*/ 0 w 636"/>
                <a:gd name="T17" fmla="*/ 443 h 443"/>
                <a:gd name="T18" fmla="*/ 2 w 636"/>
                <a:gd name="T19" fmla="*/ 443 h 443"/>
                <a:gd name="T20" fmla="*/ 539 w 636"/>
                <a:gd name="T21" fmla="*/ 443 h 443"/>
                <a:gd name="T22" fmla="*/ 634 w 636"/>
                <a:gd name="T23" fmla="*/ 443 h 443"/>
                <a:gd name="T24" fmla="*/ 634 w 636"/>
                <a:gd name="T25" fmla="*/ 102 h 443"/>
                <a:gd name="T26" fmla="*/ 634 w 636"/>
                <a:gd name="T27" fmla="*/ 102 h 443"/>
                <a:gd name="T28" fmla="*/ 634 w 636"/>
                <a:gd name="T29" fmla="*/ 102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6" h="443">
                  <a:moveTo>
                    <a:pt x="634" y="102"/>
                  </a:moveTo>
                  <a:lnTo>
                    <a:pt x="634" y="100"/>
                  </a:lnTo>
                  <a:lnTo>
                    <a:pt x="636" y="100"/>
                  </a:lnTo>
                  <a:lnTo>
                    <a:pt x="636" y="0"/>
                  </a:lnTo>
                  <a:lnTo>
                    <a:pt x="440" y="0"/>
                  </a:lnTo>
                  <a:lnTo>
                    <a:pt x="2" y="0"/>
                  </a:lnTo>
                  <a:lnTo>
                    <a:pt x="0" y="0"/>
                  </a:lnTo>
                  <a:lnTo>
                    <a:pt x="0" y="441"/>
                  </a:lnTo>
                  <a:lnTo>
                    <a:pt x="0" y="443"/>
                  </a:lnTo>
                  <a:lnTo>
                    <a:pt x="2" y="443"/>
                  </a:lnTo>
                  <a:lnTo>
                    <a:pt x="539" y="443"/>
                  </a:lnTo>
                  <a:lnTo>
                    <a:pt x="634" y="443"/>
                  </a:lnTo>
                  <a:lnTo>
                    <a:pt x="634" y="102"/>
                  </a:lnTo>
                  <a:lnTo>
                    <a:pt x="634" y="102"/>
                  </a:lnTo>
                  <a:lnTo>
                    <a:pt x="634" y="102"/>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59" name="California">
              <a:extLst>
                <a:ext uri="{FF2B5EF4-FFF2-40B4-BE49-F238E27FC236}">
                  <a16:creationId xmlns:a16="http://schemas.microsoft.com/office/drawing/2014/main" id="{3F55B7AF-04DF-480B-B084-FC234C39E5F4}"/>
                </a:ext>
              </a:extLst>
            </p:cNvPr>
            <p:cNvSpPr>
              <a:spLocks/>
            </p:cNvSpPr>
            <p:nvPr/>
          </p:nvSpPr>
          <p:spPr bwMode="auto">
            <a:xfrm>
              <a:off x="2130361" y="2223394"/>
              <a:ext cx="1546442" cy="2016225"/>
            </a:xfrm>
            <a:custGeom>
              <a:avLst/>
              <a:gdLst>
                <a:gd name="T0" fmla="*/ 387 w 391"/>
                <a:gd name="T1" fmla="*/ 493 h 509"/>
                <a:gd name="T2" fmla="*/ 387 w 391"/>
                <a:gd name="T3" fmla="*/ 471 h 509"/>
                <a:gd name="T4" fmla="*/ 391 w 391"/>
                <a:gd name="T5" fmla="*/ 459 h 509"/>
                <a:gd name="T6" fmla="*/ 391 w 391"/>
                <a:gd name="T7" fmla="*/ 455 h 509"/>
                <a:gd name="T8" fmla="*/ 384 w 391"/>
                <a:gd name="T9" fmla="*/ 439 h 509"/>
                <a:gd name="T10" fmla="*/ 384 w 391"/>
                <a:gd name="T11" fmla="*/ 421 h 509"/>
                <a:gd name="T12" fmla="*/ 384 w 391"/>
                <a:gd name="T13" fmla="*/ 411 h 509"/>
                <a:gd name="T14" fmla="*/ 386 w 391"/>
                <a:gd name="T15" fmla="*/ 400 h 509"/>
                <a:gd name="T16" fmla="*/ 387 w 391"/>
                <a:gd name="T17" fmla="*/ 390 h 509"/>
                <a:gd name="T18" fmla="*/ 386 w 391"/>
                <a:gd name="T19" fmla="*/ 357 h 509"/>
                <a:gd name="T20" fmla="*/ 169 w 391"/>
                <a:gd name="T21" fmla="*/ 142 h 509"/>
                <a:gd name="T22" fmla="*/ 0 w 391"/>
                <a:gd name="T23" fmla="*/ 0 h 509"/>
                <a:gd name="T24" fmla="*/ 15 w 391"/>
                <a:gd name="T25" fmla="*/ 80 h 509"/>
                <a:gd name="T26" fmla="*/ 4 w 391"/>
                <a:gd name="T27" fmla="*/ 123 h 509"/>
                <a:gd name="T28" fmla="*/ 11 w 391"/>
                <a:gd name="T29" fmla="*/ 139 h 509"/>
                <a:gd name="T30" fmla="*/ 27 w 391"/>
                <a:gd name="T31" fmla="*/ 170 h 509"/>
                <a:gd name="T32" fmla="*/ 35 w 391"/>
                <a:gd name="T33" fmla="*/ 209 h 509"/>
                <a:gd name="T34" fmla="*/ 58 w 391"/>
                <a:gd name="T35" fmla="*/ 236 h 509"/>
                <a:gd name="T36" fmla="*/ 58 w 391"/>
                <a:gd name="T37" fmla="*/ 248 h 509"/>
                <a:gd name="T38" fmla="*/ 70 w 391"/>
                <a:gd name="T39" fmla="*/ 252 h 509"/>
                <a:gd name="T40" fmla="*/ 74 w 391"/>
                <a:gd name="T41" fmla="*/ 252 h 509"/>
                <a:gd name="T42" fmla="*/ 78 w 391"/>
                <a:gd name="T43" fmla="*/ 240 h 509"/>
                <a:gd name="T44" fmla="*/ 97 w 391"/>
                <a:gd name="T45" fmla="*/ 244 h 509"/>
                <a:gd name="T46" fmla="*/ 86 w 391"/>
                <a:gd name="T47" fmla="*/ 248 h 509"/>
                <a:gd name="T48" fmla="*/ 86 w 391"/>
                <a:gd name="T49" fmla="*/ 256 h 509"/>
                <a:gd name="T50" fmla="*/ 93 w 391"/>
                <a:gd name="T51" fmla="*/ 271 h 509"/>
                <a:gd name="T52" fmla="*/ 82 w 391"/>
                <a:gd name="T53" fmla="*/ 260 h 509"/>
                <a:gd name="T54" fmla="*/ 78 w 391"/>
                <a:gd name="T55" fmla="*/ 263 h 509"/>
                <a:gd name="T56" fmla="*/ 89 w 391"/>
                <a:gd name="T57" fmla="*/ 299 h 509"/>
                <a:gd name="T58" fmla="*/ 105 w 391"/>
                <a:gd name="T59" fmla="*/ 306 h 509"/>
                <a:gd name="T60" fmla="*/ 97 w 391"/>
                <a:gd name="T61" fmla="*/ 318 h 509"/>
                <a:gd name="T62" fmla="*/ 136 w 391"/>
                <a:gd name="T63" fmla="*/ 369 h 509"/>
                <a:gd name="T64" fmla="*/ 140 w 391"/>
                <a:gd name="T65" fmla="*/ 381 h 509"/>
                <a:gd name="T66" fmla="*/ 148 w 391"/>
                <a:gd name="T67" fmla="*/ 388 h 509"/>
                <a:gd name="T68" fmla="*/ 148 w 391"/>
                <a:gd name="T69" fmla="*/ 396 h 509"/>
                <a:gd name="T70" fmla="*/ 152 w 391"/>
                <a:gd name="T71" fmla="*/ 416 h 509"/>
                <a:gd name="T72" fmla="*/ 179 w 391"/>
                <a:gd name="T73" fmla="*/ 423 h 509"/>
                <a:gd name="T74" fmla="*/ 187 w 391"/>
                <a:gd name="T75" fmla="*/ 420 h 509"/>
                <a:gd name="T76" fmla="*/ 203 w 391"/>
                <a:gd name="T77" fmla="*/ 431 h 509"/>
                <a:gd name="T78" fmla="*/ 222 w 391"/>
                <a:gd name="T79" fmla="*/ 439 h 509"/>
                <a:gd name="T80" fmla="*/ 226 w 391"/>
                <a:gd name="T81" fmla="*/ 435 h 509"/>
                <a:gd name="T82" fmla="*/ 234 w 391"/>
                <a:gd name="T83" fmla="*/ 443 h 509"/>
                <a:gd name="T84" fmla="*/ 246 w 391"/>
                <a:gd name="T85" fmla="*/ 455 h 509"/>
                <a:gd name="T86" fmla="*/ 281 w 391"/>
                <a:gd name="T87" fmla="*/ 486 h 509"/>
                <a:gd name="T88" fmla="*/ 285 w 391"/>
                <a:gd name="T89" fmla="*/ 509 h 509"/>
                <a:gd name="T90" fmla="*/ 374 w 391"/>
                <a:gd name="T91" fmla="*/ 505 h 509"/>
                <a:gd name="T92" fmla="*/ 387 w 391"/>
                <a:gd name="T93" fmla="*/ 503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91" h="509">
                  <a:moveTo>
                    <a:pt x="388" y="495"/>
                  </a:moveTo>
                  <a:cubicBezTo>
                    <a:pt x="388" y="495"/>
                    <a:pt x="387" y="494"/>
                    <a:pt x="387" y="493"/>
                  </a:cubicBezTo>
                  <a:cubicBezTo>
                    <a:pt x="386" y="489"/>
                    <a:pt x="387" y="481"/>
                    <a:pt x="387" y="481"/>
                  </a:cubicBezTo>
                  <a:cubicBezTo>
                    <a:pt x="387" y="481"/>
                    <a:pt x="389" y="474"/>
                    <a:pt x="387" y="471"/>
                  </a:cubicBezTo>
                  <a:cubicBezTo>
                    <a:pt x="386" y="470"/>
                    <a:pt x="387" y="468"/>
                    <a:pt x="389" y="465"/>
                  </a:cubicBezTo>
                  <a:cubicBezTo>
                    <a:pt x="390" y="463"/>
                    <a:pt x="391" y="461"/>
                    <a:pt x="391" y="459"/>
                  </a:cubicBezTo>
                  <a:cubicBezTo>
                    <a:pt x="391" y="458"/>
                    <a:pt x="391" y="457"/>
                    <a:pt x="391" y="456"/>
                  </a:cubicBezTo>
                  <a:cubicBezTo>
                    <a:pt x="391" y="455"/>
                    <a:pt x="391" y="455"/>
                    <a:pt x="391" y="455"/>
                  </a:cubicBezTo>
                  <a:cubicBezTo>
                    <a:pt x="391" y="449"/>
                    <a:pt x="391" y="449"/>
                    <a:pt x="391" y="449"/>
                  </a:cubicBezTo>
                  <a:cubicBezTo>
                    <a:pt x="384" y="439"/>
                    <a:pt x="384" y="439"/>
                    <a:pt x="384" y="439"/>
                  </a:cubicBezTo>
                  <a:cubicBezTo>
                    <a:pt x="384" y="422"/>
                    <a:pt x="384" y="422"/>
                    <a:pt x="384" y="422"/>
                  </a:cubicBezTo>
                  <a:cubicBezTo>
                    <a:pt x="384" y="421"/>
                    <a:pt x="384" y="421"/>
                    <a:pt x="384" y="421"/>
                  </a:cubicBezTo>
                  <a:cubicBezTo>
                    <a:pt x="383" y="421"/>
                    <a:pt x="383" y="421"/>
                    <a:pt x="383" y="421"/>
                  </a:cubicBezTo>
                  <a:cubicBezTo>
                    <a:pt x="383" y="420"/>
                    <a:pt x="382" y="420"/>
                    <a:pt x="384" y="411"/>
                  </a:cubicBezTo>
                  <a:cubicBezTo>
                    <a:pt x="386" y="401"/>
                    <a:pt x="386" y="401"/>
                    <a:pt x="386" y="401"/>
                  </a:cubicBezTo>
                  <a:cubicBezTo>
                    <a:pt x="386" y="400"/>
                    <a:pt x="386" y="400"/>
                    <a:pt x="386" y="400"/>
                  </a:cubicBezTo>
                  <a:cubicBezTo>
                    <a:pt x="385" y="399"/>
                    <a:pt x="385" y="399"/>
                    <a:pt x="385" y="399"/>
                  </a:cubicBezTo>
                  <a:cubicBezTo>
                    <a:pt x="385" y="399"/>
                    <a:pt x="384" y="398"/>
                    <a:pt x="387" y="390"/>
                  </a:cubicBezTo>
                  <a:cubicBezTo>
                    <a:pt x="391" y="378"/>
                    <a:pt x="391" y="378"/>
                    <a:pt x="391" y="378"/>
                  </a:cubicBezTo>
                  <a:cubicBezTo>
                    <a:pt x="386" y="357"/>
                    <a:pt x="386" y="357"/>
                    <a:pt x="386" y="357"/>
                  </a:cubicBezTo>
                  <a:cubicBezTo>
                    <a:pt x="386" y="357"/>
                    <a:pt x="386" y="357"/>
                    <a:pt x="386" y="357"/>
                  </a:cubicBezTo>
                  <a:cubicBezTo>
                    <a:pt x="169" y="142"/>
                    <a:pt x="169" y="142"/>
                    <a:pt x="169" y="142"/>
                  </a:cubicBezTo>
                  <a:cubicBezTo>
                    <a:pt x="169" y="0"/>
                    <a:pt x="169" y="0"/>
                    <a:pt x="169" y="0"/>
                  </a:cubicBezTo>
                  <a:cubicBezTo>
                    <a:pt x="0" y="0"/>
                    <a:pt x="0" y="0"/>
                    <a:pt x="0" y="0"/>
                  </a:cubicBezTo>
                  <a:cubicBezTo>
                    <a:pt x="0" y="2"/>
                    <a:pt x="0" y="2"/>
                    <a:pt x="0" y="2"/>
                  </a:cubicBezTo>
                  <a:cubicBezTo>
                    <a:pt x="15" y="80"/>
                    <a:pt x="15" y="80"/>
                    <a:pt x="15" y="80"/>
                  </a:cubicBezTo>
                  <a:cubicBezTo>
                    <a:pt x="15" y="107"/>
                    <a:pt x="15" y="107"/>
                    <a:pt x="15" y="107"/>
                  </a:cubicBezTo>
                  <a:cubicBezTo>
                    <a:pt x="4" y="123"/>
                    <a:pt x="4" y="123"/>
                    <a:pt x="4" y="123"/>
                  </a:cubicBezTo>
                  <a:cubicBezTo>
                    <a:pt x="7" y="135"/>
                    <a:pt x="7" y="135"/>
                    <a:pt x="7" y="135"/>
                  </a:cubicBezTo>
                  <a:cubicBezTo>
                    <a:pt x="11" y="139"/>
                    <a:pt x="11" y="139"/>
                    <a:pt x="11" y="139"/>
                  </a:cubicBezTo>
                  <a:cubicBezTo>
                    <a:pt x="27" y="166"/>
                    <a:pt x="27" y="166"/>
                    <a:pt x="27" y="166"/>
                  </a:cubicBezTo>
                  <a:cubicBezTo>
                    <a:pt x="27" y="170"/>
                    <a:pt x="27" y="170"/>
                    <a:pt x="27" y="170"/>
                  </a:cubicBezTo>
                  <a:cubicBezTo>
                    <a:pt x="27" y="181"/>
                    <a:pt x="27" y="181"/>
                    <a:pt x="27" y="181"/>
                  </a:cubicBezTo>
                  <a:cubicBezTo>
                    <a:pt x="35" y="209"/>
                    <a:pt x="35" y="209"/>
                    <a:pt x="35" y="209"/>
                  </a:cubicBezTo>
                  <a:cubicBezTo>
                    <a:pt x="54" y="232"/>
                    <a:pt x="54" y="232"/>
                    <a:pt x="54" y="232"/>
                  </a:cubicBezTo>
                  <a:cubicBezTo>
                    <a:pt x="58" y="236"/>
                    <a:pt x="58" y="236"/>
                    <a:pt x="58" y="236"/>
                  </a:cubicBezTo>
                  <a:cubicBezTo>
                    <a:pt x="58" y="244"/>
                    <a:pt x="58" y="244"/>
                    <a:pt x="58" y="244"/>
                  </a:cubicBezTo>
                  <a:cubicBezTo>
                    <a:pt x="58" y="248"/>
                    <a:pt x="58" y="248"/>
                    <a:pt x="58" y="248"/>
                  </a:cubicBezTo>
                  <a:cubicBezTo>
                    <a:pt x="66" y="252"/>
                    <a:pt x="66" y="252"/>
                    <a:pt x="66" y="252"/>
                  </a:cubicBezTo>
                  <a:cubicBezTo>
                    <a:pt x="70" y="252"/>
                    <a:pt x="70" y="252"/>
                    <a:pt x="70" y="252"/>
                  </a:cubicBezTo>
                  <a:cubicBezTo>
                    <a:pt x="74" y="256"/>
                    <a:pt x="74" y="256"/>
                    <a:pt x="74" y="256"/>
                  </a:cubicBezTo>
                  <a:cubicBezTo>
                    <a:pt x="74" y="252"/>
                    <a:pt x="74" y="252"/>
                    <a:pt x="74" y="252"/>
                  </a:cubicBezTo>
                  <a:cubicBezTo>
                    <a:pt x="78" y="252"/>
                    <a:pt x="78" y="252"/>
                    <a:pt x="78" y="252"/>
                  </a:cubicBezTo>
                  <a:cubicBezTo>
                    <a:pt x="78" y="240"/>
                    <a:pt x="78" y="240"/>
                    <a:pt x="78" y="240"/>
                  </a:cubicBezTo>
                  <a:cubicBezTo>
                    <a:pt x="86" y="240"/>
                    <a:pt x="86" y="240"/>
                    <a:pt x="86" y="240"/>
                  </a:cubicBezTo>
                  <a:cubicBezTo>
                    <a:pt x="97" y="244"/>
                    <a:pt x="97" y="244"/>
                    <a:pt x="97" y="244"/>
                  </a:cubicBezTo>
                  <a:cubicBezTo>
                    <a:pt x="89" y="248"/>
                    <a:pt x="89" y="248"/>
                    <a:pt x="89" y="248"/>
                  </a:cubicBezTo>
                  <a:cubicBezTo>
                    <a:pt x="86" y="248"/>
                    <a:pt x="86" y="248"/>
                    <a:pt x="86" y="248"/>
                  </a:cubicBezTo>
                  <a:cubicBezTo>
                    <a:pt x="82" y="252"/>
                    <a:pt x="82" y="252"/>
                    <a:pt x="82" y="252"/>
                  </a:cubicBezTo>
                  <a:cubicBezTo>
                    <a:pt x="86" y="256"/>
                    <a:pt x="86" y="256"/>
                    <a:pt x="86" y="256"/>
                  </a:cubicBezTo>
                  <a:cubicBezTo>
                    <a:pt x="93" y="267"/>
                    <a:pt x="93" y="267"/>
                    <a:pt x="93" y="267"/>
                  </a:cubicBezTo>
                  <a:cubicBezTo>
                    <a:pt x="93" y="271"/>
                    <a:pt x="93" y="271"/>
                    <a:pt x="93" y="271"/>
                  </a:cubicBezTo>
                  <a:cubicBezTo>
                    <a:pt x="82" y="263"/>
                    <a:pt x="82" y="263"/>
                    <a:pt x="82" y="263"/>
                  </a:cubicBezTo>
                  <a:cubicBezTo>
                    <a:pt x="82" y="260"/>
                    <a:pt x="82" y="260"/>
                    <a:pt x="82" y="260"/>
                  </a:cubicBezTo>
                  <a:cubicBezTo>
                    <a:pt x="78" y="260"/>
                    <a:pt x="78" y="260"/>
                    <a:pt x="78" y="260"/>
                  </a:cubicBezTo>
                  <a:cubicBezTo>
                    <a:pt x="78" y="263"/>
                    <a:pt x="78" y="263"/>
                    <a:pt x="78" y="263"/>
                  </a:cubicBezTo>
                  <a:cubicBezTo>
                    <a:pt x="82" y="291"/>
                    <a:pt x="82" y="291"/>
                    <a:pt x="82" y="291"/>
                  </a:cubicBezTo>
                  <a:cubicBezTo>
                    <a:pt x="89" y="299"/>
                    <a:pt x="89" y="299"/>
                    <a:pt x="89" y="299"/>
                  </a:cubicBezTo>
                  <a:cubicBezTo>
                    <a:pt x="101" y="299"/>
                    <a:pt x="101" y="299"/>
                    <a:pt x="101" y="299"/>
                  </a:cubicBezTo>
                  <a:cubicBezTo>
                    <a:pt x="105" y="306"/>
                    <a:pt x="105" y="306"/>
                    <a:pt x="105" y="306"/>
                  </a:cubicBezTo>
                  <a:cubicBezTo>
                    <a:pt x="105" y="314"/>
                    <a:pt x="105" y="314"/>
                    <a:pt x="105" y="314"/>
                  </a:cubicBezTo>
                  <a:cubicBezTo>
                    <a:pt x="97" y="318"/>
                    <a:pt x="97" y="318"/>
                    <a:pt x="97" y="318"/>
                  </a:cubicBezTo>
                  <a:cubicBezTo>
                    <a:pt x="101" y="326"/>
                    <a:pt x="101" y="326"/>
                    <a:pt x="101" y="326"/>
                  </a:cubicBezTo>
                  <a:cubicBezTo>
                    <a:pt x="136" y="369"/>
                    <a:pt x="136" y="369"/>
                    <a:pt x="136" y="369"/>
                  </a:cubicBezTo>
                  <a:cubicBezTo>
                    <a:pt x="140" y="373"/>
                    <a:pt x="140" y="373"/>
                    <a:pt x="140" y="373"/>
                  </a:cubicBezTo>
                  <a:cubicBezTo>
                    <a:pt x="140" y="381"/>
                    <a:pt x="140" y="381"/>
                    <a:pt x="140" y="381"/>
                  </a:cubicBezTo>
                  <a:cubicBezTo>
                    <a:pt x="148" y="384"/>
                    <a:pt x="148" y="384"/>
                    <a:pt x="148" y="384"/>
                  </a:cubicBezTo>
                  <a:cubicBezTo>
                    <a:pt x="148" y="388"/>
                    <a:pt x="148" y="388"/>
                    <a:pt x="148" y="388"/>
                  </a:cubicBezTo>
                  <a:cubicBezTo>
                    <a:pt x="152" y="392"/>
                    <a:pt x="152" y="392"/>
                    <a:pt x="152" y="392"/>
                  </a:cubicBezTo>
                  <a:cubicBezTo>
                    <a:pt x="148" y="396"/>
                    <a:pt x="148" y="396"/>
                    <a:pt x="148" y="396"/>
                  </a:cubicBezTo>
                  <a:cubicBezTo>
                    <a:pt x="152" y="412"/>
                    <a:pt x="152" y="412"/>
                    <a:pt x="152" y="412"/>
                  </a:cubicBezTo>
                  <a:cubicBezTo>
                    <a:pt x="152" y="416"/>
                    <a:pt x="152" y="416"/>
                    <a:pt x="152" y="416"/>
                  </a:cubicBezTo>
                  <a:cubicBezTo>
                    <a:pt x="171" y="420"/>
                    <a:pt x="171" y="420"/>
                    <a:pt x="171" y="420"/>
                  </a:cubicBezTo>
                  <a:cubicBezTo>
                    <a:pt x="179" y="423"/>
                    <a:pt x="179" y="423"/>
                    <a:pt x="179" y="423"/>
                  </a:cubicBezTo>
                  <a:cubicBezTo>
                    <a:pt x="183" y="420"/>
                    <a:pt x="183" y="420"/>
                    <a:pt x="183" y="420"/>
                  </a:cubicBezTo>
                  <a:cubicBezTo>
                    <a:pt x="187" y="420"/>
                    <a:pt x="187" y="420"/>
                    <a:pt x="187" y="420"/>
                  </a:cubicBezTo>
                  <a:cubicBezTo>
                    <a:pt x="199" y="427"/>
                    <a:pt x="199" y="427"/>
                    <a:pt x="199" y="427"/>
                  </a:cubicBezTo>
                  <a:cubicBezTo>
                    <a:pt x="203" y="431"/>
                    <a:pt x="203" y="431"/>
                    <a:pt x="203" y="431"/>
                  </a:cubicBezTo>
                  <a:cubicBezTo>
                    <a:pt x="218" y="439"/>
                    <a:pt x="218" y="439"/>
                    <a:pt x="218" y="439"/>
                  </a:cubicBezTo>
                  <a:cubicBezTo>
                    <a:pt x="222" y="439"/>
                    <a:pt x="222" y="439"/>
                    <a:pt x="222" y="439"/>
                  </a:cubicBezTo>
                  <a:cubicBezTo>
                    <a:pt x="222" y="435"/>
                    <a:pt x="222" y="435"/>
                    <a:pt x="222" y="435"/>
                  </a:cubicBezTo>
                  <a:cubicBezTo>
                    <a:pt x="226" y="435"/>
                    <a:pt x="226" y="435"/>
                    <a:pt x="226" y="435"/>
                  </a:cubicBezTo>
                  <a:cubicBezTo>
                    <a:pt x="230" y="439"/>
                    <a:pt x="230" y="439"/>
                    <a:pt x="230" y="439"/>
                  </a:cubicBezTo>
                  <a:cubicBezTo>
                    <a:pt x="234" y="443"/>
                    <a:pt x="234" y="443"/>
                    <a:pt x="234" y="443"/>
                  </a:cubicBezTo>
                  <a:cubicBezTo>
                    <a:pt x="238" y="451"/>
                    <a:pt x="238" y="451"/>
                    <a:pt x="238" y="451"/>
                  </a:cubicBezTo>
                  <a:cubicBezTo>
                    <a:pt x="246" y="455"/>
                    <a:pt x="246" y="455"/>
                    <a:pt x="246" y="455"/>
                  </a:cubicBezTo>
                  <a:cubicBezTo>
                    <a:pt x="277" y="478"/>
                    <a:pt x="277" y="478"/>
                    <a:pt x="277" y="478"/>
                  </a:cubicBezTo>
                  <a:cubicBezTo>
                    <a:pt x="281" y="486"/>
                    <a:pt x="281" y="486"/>
                    <a:pt x="281" y="486"/>
                  </a:cubicBezTo>
                  <a:cubicBezTo>
                    <a:pt x="281" y="490"/>
                    <a:pt x="281" y="490"/>
                    <a:pt x="281" y="490"/>
                  </a:cubicBezTo>
                  <a:cubicBezTo>
                    <a:pt x="285" y="509"/>
                    <a:pt x="285" y="509"/>
                    <a:pt x="285" y="509"/>
                  </a:cubicBezTo>
                  <a:cubicBezTo>
                    <a:pt x="370" y="502"/>
                    <a:pt x="370" y="502"/>
                    <a:pt x="370" y="502"/>
                  </a:cubicBezTo>
                  <a:cubicBezTo>
                    <a:pt x="374" y="505"/>
                    <a:pt x="374" y="505"/>
                    <a:pt x="374" y="505"/>
                  </a:cubicBezTo>
                  <a:cubicBezTo>
                    <a:pt x="383" y="509"/>
                    <a:pt x="383" y="509"/>
                    <a:pt x="383" y="509"/>
                  </a:cubicBezTo>
                  <a:cubicBezTo>
                    <a:pt x="387" y="503"/>
                    <a:pt x="387" y="503"/>
                    <a:pt x="387" y="503"/>
                  </a:cubicBezTo>
                  <a:cubicBezTo>
                    <a:pt x="390" y="499"/>
                    <a:pt x="389" y="498"/>
                    <a:pt x="388" y="495"/>
                  </a:cubicBez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60" name="Arkansas">
              <a:extLst>
                <a:ext uri="{FF2B5EF4-FFF2-40B4-BE49-F238E27FC236}">
                  <a16:creationId xmlns:a16="http://schemas.microsoft.com/office/drawing/2014/main" id="{D66A02DE-3E46-4405-B4BA-E66D38341C40}"/>
                </a:ext>
              </a:extLst>
            </p:cNvPr>
            <p:cNvSpPr>
              <a:spLocks/>
            </p:cNvSpPr>
            <p:nvPr/>
          </p:nvSpPr>
          <p:spPr bwMode="auto">
            <a:xfrm>
              <a:off x="6691110" y="3348534"/>
              <a:ext cx="750651" cy="685450"/>
            </a:xfrm>
            <a:custGeom>
              <a:avLst/>
              <a:gdLst>
                <a:gd name="T0" fmla="*/ 159 w 190"/>
                <a:gd name="T1" fmla="*/ 69 h 173"/>
                <a:gd name="T2" fmla="*/ 163 w 190"/>
                <a:gd name="T3" fmla="*/ 65 h 173"/>
                <a:gd name="T4" fmla="*/ 163 w 190"/>
                <a:gd name="T5" fmla="*/ 59 h 173"/>
                <a:gd name="T6" fmla="*/ 171 w 190"/>
                <a:gd name="T7" fmla="*/ 53 h 173"/>
                <a:gd name="T8" fmla="*/ 174 w 190"/>
                <a:gd name="T9" fmla="*/ 45 h 173"/>
                <a:gd name="T10" fmla="*/ 179 w 190"/>
                <a:gd name="T11" fmla="*/ 41 h 173"/>
                <a:gd name="T12" fmla="*/ 177 w 190"/>
                <a:gd name="T13" fmla="*/ 39 h 173"/>
                <a:gd name="T14" fmla="*/ 180 w 190"/>
                <a:gd name="T15" fmla="*/ 39 h 173"/>
                <a:gd name="T16" fmla="*/ 180 w 190"/>
                <a:gd name="T17" fmla="*/ 37 h 173"/>
                <a:gd name="T18" fmla="*/ 180 w 190"/>
                <a:gd name="T19" fmla="*/ 35 h 173"/>
                <a:gd name="T20" fmla="*/ 180 w 190"/>
                <a:gd name="T21" fmla="*/ 34 h 173"/>
                <a:gd name="T22" fmla="*/ 181 w 190"/>
                <a:gd name="T23" fmla="*/ 32 h 173"/>
                <a:gd name="T24" fmla="*/ 183 w 190"/>
                <a:gd name="T25" fmla="*/ 28 h 173"/>
                <a:gd name="T26" fmla="*/ 183 w 190"/>
                <a:gd name="T27" fmla="*/ 24 h 173"/>
                <a:gd name="T28" fmla="*/ 183 w 190"/>
                <a:gd name="T29" fmla="*/ 23 h 173"/>
                <a:gd name="T30" fmla="*/ 186 w 190"/>
                <a:gd name="T31" fmla="*/ 21 h 173"/>
                <a:gd name="T32" fmla="*/ 187 w 190"/>
                <a:gd name="T33" fmla="*/ 19 h 173"/>
                <a:gd name="T34" fmla="*/ 190 w 190"/>
                <a:gd name="T35" fmla="*/ 16 h 173"/>
                <a:gd name="T36" fmla="*/ 166 w 190"/>
                <a:gd name="T37" fmla="*/ 16 h 173"/>
                <a:gd name="T38" fmla="*/ 166 w 190"/>
                <a:gd name="T39" fmla="*/ 0 h 173"/>
                <a:gd name="T40" fmla="*/ 0 w 190"/>
                <a:gd name="T41" fmla="*/ 0 h 173"/>
                <a:gd name="T42" fmla="*/ 0 w 190"/>
                <a:gd name="T43" fmla="*/ 34 h 173"/>
                <a:gd name="T44" fmla="*/ 6 w 190"/>
                <a:gd name="T45" fmla="*/ 38 h 173"/>
                <a:gd name="T46" fmla="*/ 12 w 190"/>
                <a:gd name="T47" fmla="*/ 44 h 173"/>
                <a:gd name="T48" fmla="*/ 12 w 190"/>
                <a:gd name="T49" fmla="*/ 139 h 173"/>
                <a:gd name="T50" fmla="*/ 12 w 190"/>
                <a:gd name="T51" fmla="*/ 139 h 173"/>
                <a:gd name="T52" fmla="*/ 21 w 190"/>
                <a:gd name="T53" fmla="*/ 142 h 173"/>
                <a:gd name="T54" fmla="*/ 21 w 190"/>
                <a:gd name="T55" fmla="*/ 173 h 173"/>
                <a:gd name="T56" fmla="*/ 124 w 190"/>
                <a:gd name="T57" fmla="*/ 173 h 173"/>
                <a:gd name="T58" fmla="*/ 124 w 190"/>
                <a:gd name="T59" fmla="*/ 173 h 173"/>
                <a:gd name="T60" fmla="*/ 124 w 190"/>
                <a:gd name="T61" fmla="*/ 172 h 173"/>
                <a:gd name="T62" fmla="*/ 127 w 190"/>
                <a:gd name="T63" fmla="*/ 163 h 173"/>
                <a:gd name="T64" fmla="*/ 127 w 190"/>
                <a:gd name="T65" fmla="*/ 163 h 173"/>
                <a:gd name="T66" fmla="*/ 127 w 190"/>
                <a:gd name="T67" fmla="*/ 162 h 173"/>
                <a:gd name="T68" fmla="*/ 127 w 190"/>
                <a:gd name="T69" fmla="*/ 161 h 173"/>
                <a:gd name="T70" fmla="*/ 128 w 190"/>
                <a:gd name="T71" fmla="*/ 159 h 173"/>
                <a:gd name="T72" fmla="*/ 128 w 190"/>
                <a:gd name="T73" fmla="*/ 159 h 173"/>
                <a:gd name="T74" fmla="*/ 129 w 190"/>
                <a:gd name="T75" fmla="*/ 159 h 173"/>
                <a:gd name="T76" fmla="*/ 130 w 190"/>
                <a:gd name="T77" fmla="*/ 159 h 173"/>
                <a:gd name="T78" fmla="*/ 130 w 190"/>
                <a:gd name="T79" fmla="*/ 157 h 173"/>
                <a:gd name="T80" fmla="*/ 129 w 190"/>
                <a:gd name="T81" fmla="*/ 148 h 173"/>
                <a:gd name="T82" fmla="*/ 127 w 190"/>
                <a:gd name="T83" fmla="*/ 136 h 173"/>
                <a:gd name="T84" fmla="*/ 127 w 190"/>
                <a:gd name="T85" fmla="*/ 132 h 173"/>
                <a:gd name="T86" fmla="*/ 134 w 190"/>
                <a:gd name="T87" fmla="*/ 123 h 173"/>
                <a:gd name="T88" fmla="*/ 134 w 190"/>
                <a:gd name="T89" fmla="*/ 123 h 173"/>
                <a:gd name="T90" fmla="*/ 135 w 190"/>
                <a:gd name="T91" fmla="*/ 123 h 173"/>
                <a:gd name="T92" fmla="*/ 135 w 190"/>
                <a:gd name="T93" fmla="*/ 123 h 173"/>
                <a:gd name="T94" fmla="*/ 136 w 190"/>
                <a:gd name="T95" fmla="*/ 123 h 173"/>
                <a:gd name="T96" fmla="*/ 137 w 190"/>
                <a:gd name="T97" fmla="*/ 122 h 173"/>
                <a:gd name="T98" fmla="*/ 140 w 190"/>
                <a:gd name="T99" fmla="*/ 119 h 173"/>
                <a:gd name="T100" fmla="*/ 140 w 190"/>
                <a:gd name="T101" fmla="*/ 119 h 173"/>
                <a:gd name="T102" fmla="*/ 140 w 190"/>
                <a:gd name="T103" fmla="*/ 119 h 173"/>
                <a:gd name="T104" fmla="*/ 142 w 190"/>
                <a:gd name="T105" fmla="*/ 117 h 173"/>
                <a:gd name="T106" fmla="*/ 147 w 190"/>
                <a:gd name="T107" fmla="*/ 108 h 173"/>
                <a:gd name="T108" fmla="*/ 147 w 190"/>
                <a:gd name="T109" fmla="*/ 108 h 173"/>
                <a:gd name="T110" fmla="*/ 147 w 190"/>
                <a:gd name="T111" fmla="*/ 89 h 173"/>
                <a:gd name="T112" fmla="*/ 154 w 190"/>
                <a:gd name="T113" fmla="*/ 83 h 173"/>
                <a:gd name="T114" fmla="*/ 155 w 190"/>
                <a:gd name="T115" fmla="*/ 78 h 173"/>
                <a:gd name="T116" fmla="*/ 157 w 190"/>
                <a:gd name="T117" fmla="*/ 73 h 173"/>
                <a:gd name="T118" fmla="*/ 157 w 190"/>
                <a:gd name="T119" fmla="*/ 73 h 173"/>
                <a:gd name="T120" fmla="*/ 159 w 190"/>
                <a:gd name="T121" fmla="*/ 69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90" h="173">
                  <a:moveTo>
                    <a:pt x="159" y="69"/>
                  </a:moveTo>
                  <a:cubicBezTo>
                    <a:pt x="163" y="65"/>
                    <a:pt x="163" y="65"/>
                    <a:pt x="163" y="65"/>
                  </a:cubicBezTo>
                  <a:cubicBezTo>
                    <a:pt x="163" y="59"/>
                    <a:pt x="163" y="59"/>
                    <a:pt x="163" y="59"/>
                  </a:cubicBezTo>
                  <a:cubicBezTo>
                    <a:pt x="171" y="53"/>
                    <a:pt x="171" y="53"/>
                    <a:pt x="171" y="53"/>
                  </a:cubicBezTo>
                  <a:cubicBezTo>
                    <a:pt x="174" y="45"/>
                    <a:pt x="174" y="45"/>
                    <a:pt x="174" y="45"/>
                  </a:cubicBezTo>
                  <a:cubicBezTo>
                    <a:pt x="179" y="41"/>
                    <a:pt x="179" y="41"/>
                    <a:pt x="179" y="41"/>
                  </a:cubicBezTo>
                  <a:cubicBezTo>
                    <a:pt x="177" y="39"/>
                    <a:pt x="177" y="39"/>
                    <a:pt x="177" y="39"/>
                  </a:cubicBezTo>
                  <a:cubicBezTo>
                    <a:pt x="180" y="39"/>
                    <a:pt x="180" y="39"/>
                    <a:pt x="180" y="39"/>
                  </a:cubicBezTo>
                  <a:cubicBezTo>
                    <a:pt x="180" y="38"/>
                    <a:pt x="180" y="38"/>
                    <a:pt x="180" y="37"/>
                  </a:cubicBezTo>
                  <a:cubicBezTo>
                    <a:pt x="180" y="36"/>
                    <a:pt x="180" y="35"/>
                    <a:pt x="180" y="35"/>
                  </a:cubicBezTo>
                  <a:cubicBezTo>
                    <a:pt x="180" y="34"/>
                    <a:pt x="180" y="34"/>
                    <a:pt x="180" y="34"/>
                  </a:cubicBezTo>
                  <a:cubicBezTo>
                    <a:pt x="181" y="32"/>
                    <a:pt x="181" y="32"/>
                    <a:pt x="181" y="32"/>
                  </a:cubicBezTo>
                  <a:cubicBezTo>
                    <a:pt x="183" y="28"/>
                    <a:pt x="183" y="28"/>
                    <a:pt x="183" y="28"/>
                  </a:cubicBezTo>
                  <a:cubicBezTo>
                    <a:pt x="183" y="24"/>
                    <a:pt x="183" y="24"/>
                    <a:pt x="183" y="24"/>
                  </a:cubicBezTo>
                  <a:cubicBezTo>
                    <a:pt x="183" y="23"/>
                    <a:pt x="183" y="23"/>
                    <a:pt x="183" y="23"/>
                  </a:cubicBezTo>
                  <a:cubicBezTo>
                    <a:pt x="183" y="23"/>
                    <a:pt x="185" y="22"/>
                    <a:pt x="186" y="21"/>
                  </a:cubicBezTo>
                  <a:cubicBezTo>
                    <a:pt x="187" y="19"/>
                    <a:pt x="187" y="19"/>
                    <a:pt x="187" y="19"/>
                  </a:cubicBezTo>
                  <a:cubicBezTo>
                    <a:pt x="188" y="18"/>
                    <a:pt x="189" y="17"/>
                    <a:pt x="190" y="16"/>
                  </a:cubicBezTo>
                  <a:cubicBezTo>
                    <a:pt x="166" y="16"/>
                    <a:pt x="166" y="16"/>
                    <a:pt x="166" y="16"/>
                  </a:cubicBezTo>
                  <a:cubicBezTo>
                    <a:pt x="166" y="0"/>
                    <a:pt x="166" y="0"/>
                    <a:pt x="166" y="0"/>
                  </a:cubicBezTo>
                  <a:cubicBezTo>
                    <a:pt x="0" y="0"/>
                    <a:pt x="0" y="0"/>
                    <a:pt x="0" y="0"/>
                  </a:cubicBezTo>
                  <a:cubicBezTo>
                    <a:pt x="0" y="34"/>
                    <a:pt x="0" y="34"/>
                    <a:pt x="0" y="34"/>
                  </a:cubicBezTo>
                  <a:cubicBezTo>
                    <a:pt x="6" y="38"/>
                    <a:pt x="6" y="38"/>
                    <a:pt x="6" y="38"/>
                  </a:cubicBezTo>
                  <a:cubicBezTo>
                    <a:pt x="12" y="44"/>
                    <a:pt x="12" y="44"/>
                    <a:pt x="12" y="44"/>
                  </a:cubicBezTo>
                  <a:cubicBezTo>
                    <a:pt x="12" y="139"/>
                    <a:pt x="12" y="139"/>
                    <a:pt x="12" y="139"/>
                  </a:cubicBezTo>
                  <a:cubicBezTo>
                    <a:pt x="12" y="139"/>
                    <a:pt x="12" y="139"/>
                    <a:pt x="12" y="139"/>
                  </a:cubicBezTo>
                  <a:cubicBezTo>
                    <a:pt x="21" y="142"/>
                    <a:pt x="21" y="142"/>
                    <a:pt x="21" y="142"/>
                  </a:cubicBezTo>
                  <a:cubicBezTo>
                    <a:pt x="21" y="173"/>
                    <a:pt x="21" y="173"/>
                    <a:pt x="21" y="173"/>
                  </a:cubicBezTo>
                  <a:cubicBezTo>
                    <a:pt x="124" y="173"/>
                    <a:pt x="124" y="173"/>
                    <a:pt x="124" y="173"/>
                  </a:cubicBezTo>
                  <a:cubicBezTo>
                    <a:pt x="124" y="173"/>
                    <a:pt x="124" y="173"/>
                    <a:pt x="124" y="173"/>
                  </a:cubicBezTo>
                  <a:cubicBezTo>
                    <a:pt x="124" y="172"/>
                    <a:pt x="124" y="172"/>
                    <a:pt x="124" y="172"/>
                  </a:cubicBezTo>
                  <a:cubicBezTo>
                    <a:pt x="126" y="166"/>
                    <a:pt x="127" y="164"/>
                    <a:pt x="127" y="163"/>
                  </a:cubicBezTo>
                  <a:cubicBezTo>
                    <a:pt x="127" y="163"/>
                    <a:pt x="127" y="163"/>
                    <a:pt x="127" y="163"/>
                  </a:cubicBezTo>
                  <a:cubicBezTo>
                    <a:pt x="127" y="162"/>
                    <a:pt x="127" y="162"/>
                    <a:pt x="127" y="162"/>
                  </a:cubicBezTo>
                  <a:cubicBezTo>
                    <a:pt x="127" y="162"/>
                    <a:pt x="127" y="162"/>
                    <a:pt x="127" y="161"/>
                  </a:cubicBezTo>
                  <a:cubicBezTo>
                    <a:pt x="128" y="160"/>
                    <a:pt x="128" y="160"/>
                    <a:pt x="128" y="159"/>
                  </a:cubicBezTo>
                  <a:cubicBezTo>
                    <a:pt x="128" y="159"/>
                    <a:pt x="128" y="159"/>
                    <a:pt x="128" y="159"/>
                  </a:cubicBezTo>
                  <a:cubicBezTo>
                    <a:pt x="129" y="159"/>
                    <a:pt x="129" y="159"/>
                    <a:pt x="129" y="159"/>
                  </a:cubicBezTo>
                  <a:cubicBezTo>
                    <a:pt x="130" y="159"/>
                    <a:pt x="130" y="159"/>
                    <a:pt x="130" y="159"/>
                  </a:cubicBezTo>
                  <a:cubicBezTo>
                    <a:pt x="130" y="157"/>
                    <a:pt x="130" y="157"/>
                    <a:pt x="130" y="157"/>
                  </a:cubicBezTo>
                  <a:cubicBezTo>
                    <a:pt x="130" y="154"/>
                    <a:pt x="129" y="151"/>
                    <a:pt x="129" y="148"/>
                  </a:cubicBezTo>
                  <a:cubicBezTo>
                    <a:pt x="129" y="148"/>
                    <a:pt x="128" y="141"/>
                    <a:pt x="127" y="136"/>
                  </a:cubicBezTo>
                  <a:cubicBezTo>
                    <a:pt x="127" y="132"/>
                    <a:pt x="127" y="132"/>
                    <a:pt x="127" y="132"/>
                  </a:cubicBezTo>
                  <a:cubicBezTo>
                    <a:pt x="129" y="129"/>
                    <a:pt x="133" y="125"/>
                    <a:pt x="134" y="123"/>
                  </a:cubicBezTo>
                  <a:cubicBezTo>
                    <a:pt x="134" y="123"/>
                    <a:pt x="134" y="123"/>
                    <a:pt x="134" y="123"/>
                  </a:cubicBezTo>
                  <a:cubicBezTo>
                    <a:pt x="135" y="123"/>
                    <a:pt x="135" y="123"/>
                    <a:pt x="135" y="123"/>
                  </a:cubicBezTo>
                  <a:cubicBezTo>
                    <a:pt x="135" y="123"/>
                    <a:pt x="135" y="123"/>
                    <a:pt x="135" y="123"/>
                  </a:cubicBezTo>
                  <a:cubicBezTo>
                    <a:pt x="136" y="123"/>
                    <a:pt x="136" y="123"/>
                    <a:pt x="136" y="123"/>
                  </a:cubicBezTo>
                  <a:cubicBezTo>
                    <a:pt x="137" y="122"/>
                    <a:pt x="137" y="122"/>
                    <a:pt x="137" y="122"/>
                  </a:cubicBezTo>
                  <a:cubicBezTo>
                    <a:pt x="139" y="120"/>
                    <a:pt x="139" y="119"/>
                    <a:pt x="140" y="119"/>
                  </a:cubicBezTo>
                  <a:cubicBezTo>
                    <a:pt x="140" y="119"/>
                    <a:pt x="140" y="119"/>
                    <a:pt x="140" y="119"/>
                  </a:cubicBezTo>
                  <a:cubicBezTo>
                    <a:pt x="140" y="119"/>
                    <a:pt x="140" y="119"/>
                    <a:pt x="140" y="119"/>
                  </a:cubicBezTo>
                  <a:cubicBezTo>
                    <a:pt x="142" y="117"/>
                    <a:pt x="142" y="117"/>
                    <a:pt x="142" y="117"/>
                  </a:cubicBezTo>
                  <a:cubicBezTo>
                    <a:pt x="145" y="112"/>
                    <a:pt x="147" y="108"/>
                    <a:pt x="147" y="108"/>
                  </a:cubicBezTo>
                  <a:cubicBezTo>
                    <a:pt x="147" y="108"/>
                    <a:pt x="147" y="108"/>
                    <a:pt x="147" y="108"/>
                  </a:cubicBezTo>
                  <a:cubicBezTo>
                    <a:pt x="147" y="89"/>
                    <a:pt x="147" y="89"/>
                    <a:pt x="147" y="89"/>
                  </a:cubicBezTo>
                  <a:cubicBezTo>
                    <a:pt x="154" y="83"/>
                    <a:pt x="154" y="83"/>
                    <a:pt x="154" y="83"/>
                  </a:cubicBezTo>
                  <a:cubicBezTo>
                    <a:pt x="155" y="78"/>
                    <a:pt x="155" y="78"/>
                    <a:pt x="155" y="78"/>
                  </a:cubicBezTo>
                  <a:cubicBezTo>
                    <a:pt x="157" y="73"/>
                    <a:pt x="157" y="73"/>
                    <a:pt x="157" y="73"/>
                  </a:cubicBezTo>
                  <a:cubicBezTo>
                    <a:pt x="157" y="73"/>
                    <a:pt x="157" y="73"/>
                    <a:pt x="157" y="73"/>
                  </a:cubicBezTo>
                  <a:lnTo>
                    <a:pt x="159" y="69"/>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61" name="Arizona">
              <a:extLst>
                <a:ext uri="{FF2B5EF4-FFF2-40B4-BE49-F238E27FC236}">
                  <a16:creationId xmlns:a16="http://schemas.microsoft.com/office/drawing/2014/main" id="{174DFEE2-9C99-4C70-AD8C-A37412086EE6}"/>
                </a:ext>
              </a:extLst>
            </p:cNvPr>
            <p:cNvSpPr>
              <a:spLocks/>
            </p:cNvSpPr>
            <p:nvPr/>
          </p:nvSpPr>
          <p:spPr bwMode="auto">
            <a:xfrm>
              <a:off x="3629992" y="3189710"/>
              <a:ext cx="874366" cy="1252199"/>
            </a:xfrm>
            <a:custGeom>
              <a:avLst/>
              <a:gdLst>
                <a:gd name="T0" fmla="*/ 24 w 221"/>
                <a:gd name="T1" fmla="*/ 0 h 316"/>
                <a:gd name="T2" fmla="*/ 24 w 221"/>
                <a:gd name="T3" fmla="*/ 57 h 316"/>
                <a:gd name="T4" fmla="*/ 4 w 221"/>
                <a:gd name="T5" fmla="*/ 44 h 316"/>
                <a:gd name="T6" fmla="*/ 0 w 221"/>
                <a:gd name="T7" fmla="*/ 66 h 316"/>
                <a:gd name="T8" fmla="*/ 7 w 221"/>
                <a:gd name="T9" fmla="*/ 73 h 316"/>
                <a:gd name="T10" fmla="*/ 10 w 221"/>
                <a:gd name="T11" fmla="*/ 79 h 316"/>
                <a:gd name="T12" fmla="*/ 7 w 221"/>
                <a:gd name="T13" fmla="*/ 82 h 316"/>
                <a:gd name="T14" fmla="*/ 7 w 221"/>
                <a:gd name="T15" fmla="*/ 113 h 316"/>
                <a:gd name="T16" fmla="*/ 12 w 221"/>
                <a:gd name="T17" fmla="*/ 134 h 316"/>
                <a:gd name="T18" fmla="*/ 8 w 221"/>
                <a:gd name="T19" fmla="*/ 146 h 316"/>
                <a:gd name="T20" fmla="*/ 6 w 221"/>
                <a:gd name="T21" fmla="*/ 155 h 316"/>
                <a:gd name="T22" fmla="*/ 7 w 221"/>
                <a:gd name="T23" fmla="*/ 156 h 316"/>
                <a:gd name="T24" fmla="*/ 7 w 221"/>
                <a:gd name="T25" fmla="*/ 157 h 316"/>
                <a:gd name="T26" fmla="*/ 5 w 221"/>
                <a:gd name="T27" fmla="*/ 167 h 316"/>
                <a:gd name="T28" fmla="*/ 4 w 221"/>
                <a:gd name="T29" fmla="*/ 177 h 316"/>
                <a:gd name="T30" fmla="*/ 5 w 221"/>
                <a:gd name="T31" fmla="*/ 177 h 316"/>
                <a:gd name="T32" fmla="*/ 5 w 221"/>
                <a:gd name="T33" fmla="*/ 178 h 316"/>
                <a:gd name="T34" fmla="*/ 5 w 221"/>
                <a:gd name="T35" fmla="*/ 195 h 316"/>
                <a:gd name="T36" fmla="*/ 12 w 221"/>
                <a:gd name="T37" fmla="*/ 205 h 316"/>
                <a:gd name="T38" fmla="*/ 12 w 221"/>
                <a:gd name="T39" fmla="*/ 211 h 316"/>
                <a:gd name="T40" fmla="*/ 12 w 221"/>
                <a:gd name="T41" fmla="*/ 212 h 316"/>
                <a:gd name="T42" fmla="*/ 12 w 221"/>
                <a:gd name="T43" fmla="*/ 215 h 316"/>
                <a:gd name="T44" fmla="*/ 10 w 221"/>
                <a:gd name="T45" fmla="*/ 221 h 316"/>
                <a:gd name="T46" fmla="*/ 8 w 221"/>
                <a:gd name="T47" fmla="*/ 227 h 316"/>
                <a:gd name="T48" fmla="*/ 8 w 221"/>
                <a:gd name="T49" fmla="*/ 237 h 316"/>
                <a:gd name="T50" fmla="*/ 8 w 221"/>
                <a:gd name="T51" fmla="*/ 249 h 316"/>
                <a:gd name="T52" fmla="*/ 9 w 221"/>
                <a:gd name="T53" fmla="*/ 251 h 316"/>
                <a:gd name="T54" fmla="*/ 8 w 221"/>
                <a:gd name="T55" fmla="*/ 259 h 316"/>
                <a:gd name="T56" fmla="*/ 4 w 221"/>
                <a:gd name="T57" fmla="*/ 265 h 316"/>
                <a:gd name="T58" fmla="*/ 144 w 221"/>
                <a:gd name="T59" fmla="*/ 316 h 316"/>
                <a:gd name="T60" fmla="*/ 221 w 221"/>
                <a:gd name="T61" fmla="*/ 316 h 316"/>
                <a:gd name="T62" fmla="*/ 221 w 221"/>
                <a:gd name="T63" fmla="*/ 0 h 316"/>
                <a:gd name="T64" fmla="*/ 24 w 221"/>
                <a:gd name="T65"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1" h="316">
                  <a:moveTo>
                    <a:pt x="24" y="0"/>
                  </a:moveTo>
                  <a:cubicBezTo>
                    <a:pt x="24" y="57"/>
                    <a:pt x="24" y="57"/>
                    <a:pt x="24" y="57"/>
                  </a:cubicBezTo>
                  <a:cubicBezTo>
                    <a:pt x="4" y="44"/>
                    <a:pt x="4" y="44"/>
                    <a:pt x="4" y="44"/>
                  </a:cubicBezTo>
                  <a:cubicBezTo>
                    <a:pt x="0" y="66"/>
                    <a:pt x="0" y="66"/>
                    <a:pt x="0" y="66"/>
                  </a:cubicBezTo>
                  <a:cubicBezTo>
                    <a:pt x="7" y="73"/>
                    <a:pt x="7" y="73"/>
                    <a:pt x="7" y="73"/>
                  </a:cubicBezTo>
                  <a:cubicBezTo>
                    <a:pt x="10" y="75"/>
                    <a:pt x="11" y="77"/>
                    <a:pt x="10" y="79"/>
                  </a:cubicBezTo>
                  <a:cubicBezTo>
                    <a:pt x="10" y="81"/>
                    <a:pt x="8" y="82"/>
                    <a:pt x="7" y="82"/>
                  </a:cubicBezTo>
                  <a:cubicBezTo>
                    <a:pt x="7" y="113"/>
                    <a:pt x="7" y="113"/>
                    <a:pt x="7" y="113"/>
                  </a:cubicBezTo>
                  <a:cubicBezTo>
                    <a:pt x="12" y="134"/>
                    <a:pt x="12" y="134"/>
                    <a:pt x="12" y="134"/>
                  </a:cubicBezTo>
                  <a:cubicBezTo>
                    <a:pt x="8" y="146"/>
                    <a:pt x="8" y="146"/>
                    <a:pt x="8" y="146"/>
                  </a:cubicBezTo>
                  <a:cubicBezTo>
                    <a:pt x="5" y="154"/>
                    <a:pt x="6" y="155"/>
                    <a:pt x="6" y="155"/>
                  </a:cubicBezTo>
                  <a:cubicBezTo>
                    <a:pt x="7" y="156"/>
                    <a:pt x="7" y="156"/>
                    <a:pt x="7" y="156"/>
                  </a:cubicBezTo>
                  <a:cubicBezTo>
                    <a:pt x="7" y="157"/>
                    <a:pt x="7" y="157"/>
                    <a:pt x="7" y="157"/>
                  </a:cubicBezTo>
                  <a:cubicBezTo>
                    <a:pt x="5" y="167"/>
                    <a:pt x="5" y="167"/>
                    <a:pt x="5" y="167"/>
                  </a:cubicBezTo>
                  <a:cubicBezTo>
                    <a:pt x="3" y="176"/>
                    <a:pt x="4" y="176"/>
                    <a:pt x="4" y="177"/>
                  </a:cubicBezTo>
                  <a:cubicBezTo>
                    <a:pt x="5" y="177"/>
                    <a:pt x="5" y="177"/>
                    <a:pt x="5" y="177"/>
                  </a:cubicBezTo>
                  <a:cubicBezTo>
                    <a:pt x="5" y="178"/>
                    <a:pt x="5" y="178"/>
                    <a:pt x="5" y="178"/>
                  </a:cubicBezTo>
                  <a:cubicBezTo>
                    <a:pt x="5" y="195"/>
                    <a:pt x="5" y="195"/>
                    <a:pt x="5" y="195"/>
                  </a:cubicBezTo>
                  <a:cubicBezTo>
                    <a:pt x="12" y="205"/>
                    <a:pt x="12" y="205"/>
                    <a:pt x="12" y="205"/>
                  </a:cubicBezTo>
                  <a:cubicBezTo>
                    <a:pt x="12" y="211"/>
                    <a:pt x="12" y="211"/>
                    <a:pt x="12" y="211"/>
                  </a:cubicBezTo>
                  <a:cubicBezTo>
                    <a:pt x="12" y="212"/>
                    <a:pt x="12" y="212"/>
                    <a:pt x="12" y="212"/>
                  </a:cubicBezTo>
                  <a:cubicBezTo>
                    <a:pt x="12" y="213"/>
                    <a:pt x="12" y="214"/>
                    <a:pt x="12" y="215"/>
                  </a:cubicBezTo>
                  <a:cubicBezTo>
                    <a:pt x="12" y="217"/>
                    <a:pt x="11" y="219"/>
                    <a:pt x="10" y="221"/>
                  </a:cubicBezTo>
                  <a:cubicBezTo>
                    <a:pt x="8" y="224"/>
                    <a:pt x="7" y="226"/>
                    <a:pt x="8" y="227"/>
                  </a:cubicBezTo>
                  <a:cubicBezTo>
                    <a:pt x="10" y="230"/>
                    <a:pt x="8" y="237"/>
                    <a:pt x="8" y="237"/>
                  </a:cubicBezTo>
                  <a:cubicBezTo>
                    <a:pt x="8" y="237"/>
                    <a:pt x="7" y="245"/>
                    <a:pt x="8" y="249"/>
                  </a:cubicBezTo>
                  <a:cubicBezTo>
                    <a:pt x="8" y="250"/>
                    <a:pt x="9" y="251"/>
                    <a:pt x="9" y="251"/>
                  </a:cubicBezTo>
                  <a:cubicBezTo>
                    <a:pt x="10" y="254"/>
                    <a:pt x="11" y="255"/>
                    <a:pt x="8" y="259"/>
                  </a:cubicBezTo>
                  <a:cubicBezTo>
                    <a:pt x="4" y="265"/>
                    <a:pt x="4" y="265"/>
                    <a:pt x="4" y="265"/>
                  </a:cubicBezTo>
                  <a:cubicBezTo>
                    <a:pt x="144" y="316"/>
                    <a:pt x="144" y="316"/>
                    <a:pt x="144" y="316"/>
                  </a:cubicBezTo>
                  <a:cubicBezTo>
                    <a:pt x="221" y="316"/>
                    <a:pt x="221" y="316"/>
                    <a:pt x="221" y="316"/>
                  </a:cubicBezTo>
                  <a:cubicBezTo>
                    <a:pt x="221" y="0"/>
                    <a:pt x="221" y="0"/>
                    <a:pt x="221" y="0"/>
                  </a:cubicBezTo>
                  <a:lnTo>
                    <a:pt x="24" y="0"/>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63" name="Alabama">
              <a:extLst>
                <a:ext uri="{FF2B5EF4-FFF2-40B4-BE49-F238E27FC236}">
                  <a16:creationId xmlns:a16="http://schemas.microsoft.com/office/drawing/2014/main" id="{989760F3-517B-4F48-87E6-BD26B712C1F7}"/>
                </a:ext>
              </a:extLst>
            </p:cNvPr>
            <p:cNvSpPr>
              <a:spLocks/>
            </p:cNvSpPr>
            <p:nvPr/>
          </p:nvSpPr>
          <p:spPr bwMode="auto">
            <a:xfrm>
              <a:off x="7620647" y="3637760"/>
              <a:ext cx="521611" cy="1004769"/>
            </a:xfrm>
            <a:custGeom>
              <a:avLst/>
              <a:gdLst>
                <a:gd name="T0" fmla="*/ 132 w 132"/>
                <a:gd name="T1" fmla="*/ 220 h 254"/>
                <a:gd name="T2" fmla="*/ 132 w 132"/>
                <a:gd name="T3" fmla="*/ 217 h 254"/>
                <a:gd name="T4" fmla="*/ 131 w 132"/>
                <a:gd name="T5" fmla="*/ 216 h 254"/>
                <a:gd name="T6" fmla="*/ 131 w 132"/>
                <a:gd name="T7" fmla="*/ 132 h 254"/>
                <a:gd name="T8" fmla="*/ 125 w 132"/>
                <a:gd name="T9" fmla="*/ 116 h 254"/>
                <a:gd name="T10" fmla="*/ 125 w 132"/>
                <a:gd name="T11" fmla="*/ 90 h 254"/>
                <a:gd name="T12" fmla="*/ 119 w 132"/>
                <a:gd name="T13" fmla="*/ 77 h 254"/>
                <a:gd name="T14" fmla="*/ 119 w 132"/>
                <a:gd name="T15" fmla="*/ 71 h 254"/>
                <a:gd name="T16" fmla="*/ 115 w 132"/>
                <a:gd name="T17" fmla="*/ 63 h 254"/>
                <a:gd name="T18" fmla="*/ 115 w 132"/>
                <a:gd name="T19" fmla="*/ 22 h 254"/>
                <a:gd name="T20" fmla="*/ 111 w 132"/>
                <a:gd name="T21" fmla="*/ 9 h 254"/>
                <a:gd name="T22" fmla="*/ 111 w 132"/>
                <a:gd name="T23" fmla="*/ 0 h 254"/>
                <a:gd name="T24" fmla="*/ 16 w 132"/>
                <a:gd name="T25" fmla="*/ 0 h 254"/>
                <a:gd name="T26" fmla="*/ 16 w 132"/>
                <a:gd name="T27" fmla="*/ 56 h 254"/>
                <a:gd name="T28" fmla="*/ 16 w 132"/>
                <a:gd name="T29" fmla="*/ 68 h 254"/>
                <a:gd name="T30" fmla="*/ 16 w 132"/>
                <a:gd name="T31" fmla="*/ 68 h 254"/>
                <a:gd name="T32" fmla="*/ 7 w 132"/>
                <a:gd name="T33" fmla="*/ 92 h 254"/>
                <a:gd name="T34" fmla="*/ 6 w 132"/>
                <a:gd name="T35" fmla="*/ 108 h 254"/>
                <a:gd name="T36" fmla="*/ 1 w 132"/>
                <a:gd name="T37" fmla="*/ 157 h 254"/>
                <a:gd name="T38" fmla="*/ 1 w 132"/>
                <a:gd name="T39" fmla="*/ 248 h 254"/>
                <a:gd name="T40" fmla="*/ 1 w 132"/>
                <a:gd name="T41" fmla="*/ 248 h 254"/>
                <a:gd name="T42" fmla="*/ 17 w 132"/>
                <a:gd name="T43" fmla="*/ 250 h 254"/>
                <a:gd name="T44" fmla="*/ 17 w 132"/>
                <a:gd name="T45" fmla="*/ 246 h 254"/>
                <a:gd name="T46" fmla="*/ 25 w 132"/>
                <a:gd name="T47" fmla="*/ 223 h 254"/>
                <a:gd name="T48" fmla="*/ 25 w 132"/>
                <a:gd name="T49" fmla="*/ 246 h 254"/>
                <a:gd name="T50" fmla="*/ 25 w 132"/>
                <a:gd name="T51" fmla="*/ 250 h 254"/>
                <a:gd name="T52" fmla="*/ 25 w 132"/>
                <a:gd name="T53" fmla="*/ 254 h 254"/>
                <a:gd name="T54" fmla="*/ 39 w 132"/>
                <a:gd name="T55" fmla="*/ 251 h 254"/>
                <a:gd name="T56" fmla="*/ 39 w 132"/>
                <a:gd name="T57" fmla="*/ 220 h 254"/>
                <a:gd name="T58" fmla="*/ 132 w 132"/>
                <a:gd name="T59" fmla="*/ 220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2" h="254">
                  <a:moveTo>
                    <a:pt x="132" y="220"/>
                  </a:moveTo>
                  <a:cubicBezTo>
                    <a:pt x="132" y="217"/>
                    <a:pt x="132" y="217"/>
                    <a:pt x="132" y="217"/>
                  </a:cubicBezTo>
                  <a:cubicBezTo>
                    <a:pt x="131" y="216"/>
                    <a:pt x="131" y="216"/>
                    <a:pt x="131" y="216"/>
                  </a:cubicBezTo>
                  <a:cubicBezTo>
                    <a:pt x="131" y="132"/>
                    <a:pt x="131" y="132"/>
                    <a:pt x="131" y="132"/>
                  </a:cubicBezTo>
                  <a:cubicBezTo>
                    <a:pt x="125" y="116"/>
                    <a:pt x="125" y="116"/>
                    <a:pt x="125" y="116"/>
                  </a:cubicBezTo>
                  <a:cubicBezTo>
                    <a:pt x="125" y="90"/>
                    <a:pt x="125" y="90"/>
                    <a:pt x="125" y="90"/>
                  </a:cubicBezTo>
                  <a:cubicBezTo>
                    <a:pt x="119" y="77"/>
                    <a:pt x="119" y="77"/>
                    <a:pt x="119" y="77"/>
                  </a:cubicBezTo>
                  <a:cubicBezTo>
                    <a:pt x="119" y="71"/>
                    <a:pt x="119" y="71"/>
                    <a:pt x="119" y="71"/>
                  </a:cubicBezTo>
                  <a:cubicBezTo>
                    <a:pt x="115" y="63"/>
                    <a:pt x="115" y="63"/>
                    <a:pt x="115" y="63"/>
                  </a:cubicBezTo>
                  <a:cubicBezTo>
                    <a:pt x="115" y="22"/>
                    <a:pt x="115" y="22"/>
                    <a:pt x="115" y="22"/>
                  </a:cubicBezTo>
                  <a:cubicBezTo>
                    <a:pt x="111" y="9"/>
                    <a:pt x="111" y="9"/>
                    <a:pt x="111" y="9"/>
                  </a:cubicBezTo>
                  <a:cubicBezTo>
                    <a:pt x="111" y="0"/>
                    <a:pt x="111" y="0"/>
                    <a:pt x="111" y="0"/>
                  </a:cubicBezTo>
                  <a:cubicBezTo>
                    <a:pt x="16" y="0"/>
                    <a:pt x="16" y="0"/>
                    <a:pt x="16" y="0"/>
                  </a:cubicBezTo>
                  <a:cubicBezTo>
                    <a:pt x="16" y="56"/>
                    <a:pt x="16" y="56"/>
                    <a:pt x="16" y="56"/>
                  </a:cubicBezTo>
                  <a:cubicBezTo>
                    <a:pt x="16" y="68"/>
                    <a:pt x="16" y="68"/>
                    <a:pt x="16" y="68"/>
                  </a:cubicBezTo>
                  <a:cubicBezTo>
                    <a:pt x="16" y="68"/>
                    <a:pt x="16" y="68"/>
                    <a:pt x="16" y="68"/>
                  </a:cubicBezTo>
                  <a:cubicBezTo>
                    <a:pt x="12" y="78"/>
                    <a:pt x="7" y="90"/>
                    <a:pt x="7" y="92"/>
                  </a:cubicBezTo>
                  <a:cubicBezTo>
                    <a:pt x="7" y="93"/>
                    <a:pt x="7" y="99"/>
                    <a:pt x="6" y="108"/>
                  </a:cubicBezTo>
                  <a:cubicBezTo>
                    <a:pt x="3" y="126"/>
                    <a:pt x="0" y="154"/>
                    <a:pt x="1" y="157"/>
                  </a:cubicBezTo>
                  <a:cubicBezTo>
                    <a:pt x="2" y="161"/>
                    <a:pt x="1" y="227"/>
                    <a:pt x="1" y="248"/>
                  </a:cubicBezTo>
                  <a:cubicBezTo>
                    <a:pt x="1" y="248"/>
                    <a:pt x="1" y="248"/>
                    <a:pt x="1" y="248"/>
                  </a:cubicBezTo>
                  <a:cubicBezTo>
                    <a:pt x="17" y="250"/>
                    <a:pt x="17" y="250"/>
                    <a:pt x="17" y="250"/>
                  </a:cubicBezTo>
                  <a:cubicBezTo>
                    <a:pt x="17" y="246"/>
                    <a:pt x="17" y="246"/>
                    <a:pt x="17" y="246"/>
                  </a:cubicBezTo>
                  <a:cubicBezTo>
                    <a:pt x="25" y="223"/>
                    <a:pt x="25" y="223"/>
                    <a:pt x="25" y="223"/>
                  </a:cubicBezTo>
                  <a:cubicBezTo>
                    <a:pt x="25" y="246"/>
                    <a:pt x="25" y="246"/>
                    <a:pt x="25" y="246"/>
                  </a:cubicBezTo>
                  <a:cubicBezTo>
                    <a:pt x="25" y="250"/>
                    <a:pt x="25" y="250"/>
                    <a:pt x="25" y="250"/>
                  </a:cubicBezTo>
                  <a:cubicBezTo>
                    <a:pt x="25" y="254"/>
                    <a:pt x="25" y="254"/>
                    <a:pt x="25" y="254"/>
                  </a:cubicBezTo>
                  <a:cubicBezTo>
                    <a:pt x="39" y="251"/>
                    <a:pt x="39" y="251"/>
                    <a:pt x="39" y="251"/>
                  </a:cubicBezTo>
                  <a:cubicBezTo>
                    <a:pt x="39" y="220"/>
                    <a:pt x="39" y="220"/>
                    <a:pt x="39" y="220"/>
                  </a:cubicBezTo>
                  <a:lnTo>
                    <a:pt x="132" y="220"/>
                  </a:lnTo>
                  <a:close/>
                </a:path>
              </a:pathLst>
            </a:cu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grpSp>
    </p:spTree>
    <p:extLst>
      <p:ext uri="{BB962C8B-B14F-4D97-AF65-F5344CB8AC3E}">
        <p14:creationId xmlns:p14="http://schemas.microsoft.com/office/powerpoint/2010/main" val="2381481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1B8706DA-6BB5-40EE-868E-073DEE7FD72C}"/>
              </a:ext>
            </a:extLst>
          </p:cNvPr>
          <p:cNvGraphicFramePr>
            <a:graphicFrameLocks noGrp="1"/>
          </p:cNvGraphicFramePr>
          <p:nvPr>
            <p:ph idx="1"/>
            <p:extLst>
              <p:ext uri="{D42A27DB-BD31-4B8C-83A1-F6EECF244321}">
                <p14:modId xmlns:p14="http://schemas.microsoft.com/office/powerpoint/2010/main" val="2564263280"/>
              </p:ext>
            </p:extLst>
          </p:nvPr>
        </p:nvGraphicFramePr>
        <p:xfrm>
          <a:off x="459262" y="1782693"/>
          <a:ext cx="5709627" cy="4222691"/>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a:extLst>
              <a:ext uri="{FF2B5EF4-FFF2-40B4-BE49-F238E27FC236}">
                <a16:creationId xmlns:a16="http://schemas.microsoft.com/office/drawing/2014/main" id="{127B77C3-2D27-413C-9C5F-17D1FAE35D0F}"/>
              </a:ext>
            </a:extLst>
          </p:cNvPr>
          <p:cNvSpPr>
            <a:spLocks noGrp="1"/>
          </p:cNvSpPr>
          <p:nvPr>
            <p:ph type="title"/>
          </p:nvPr>
        </p:nvSpPr>
        <p:spPr>
          <a:xfrm>
            <a:off x="491989" y="457130"/>
            <a:ext cx="11353800" cy="1325563"/>
          </a:xfrm>
        </p:spPr>
        <p:txBody>
          <a:bodyPr/>
          <a:lstStyle/>
          <a:p>
            <a:r>
              <a:rPr lang="en-US"/>
              <a:t>Participant Demographics: Race/Ethnicity, Gender</a:t>
            </a:r>
          </a:p>
        </p:txBody>
      </p:sp>
      <p:graphicFrame>
        <p:nvGraphicFramePr>
          <p:cNvPr id="7" name="Content Placeholder 5">
            <a:extLst>
              <a:ext uri="{FF2B5EF4-FFF2-40B4-BE49-F238E27FC236}">
                <a16:creationId xmlns:a16="http://schemas.microsoft.com/office/drawing/2014/main" id="{EF434508-524E-45FD-8645-E8F62D16068B}"/>
              </a:ext>
            </a:extLst>
          </p:cNvPr>
          <p:cNvGraphicFramePr>
            <a:graphicFrameLocks/>
          </p:cNvGraphicFramePr>
          <p:nvPr>
            <p:extLst>
              <p:ext uri="{D42A27DB-BD31-4B8C-83A1-F6EECF244321}">
                <p14:modId xmlns:p14="http://schemas.microsoft.com/office/powerpoint/2010/main" val="2530823155"/>
              </p:ext>
            </p:extLst>
          </p:nvPr>
        </p:nvGraphicFramePr>
        <p:xfrm>
          <a:off x="6168889" y="1782693"/>
          <a:ext cx="5496337" cy="422269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801596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7</a:t>
            </a:fld>
            <a:endParaRPr lang="en-US">
              <a:solidFill>
                <a:prstClr val="black">
                  <a:lumMod val="95000"/>
                  <a:lumOff val="5000"/>
                </a:prstClr>
              </a:solidFill>
            </a:endParaRPr>
          </a:p>
        </p:txBody>
      </p:sp>
      <p:graphicFrame>
        <p:nvGraphicFramePr>
          <p:cNvPr id="4" name="Chart 3"/>
          <p:cNvGraphicFramePr/>
          <p:nvPr>
            <p:extLst>
              <p:ext uri="{D42A27DB-BD31-4B8C-83A1-F6EECF244321}">
                <p14:modId xmlns:p14="http://schemas.microsoft.com/office/powerpoint/2010/main" val="1236568393"/>
              </p:ext>
            </p:extLst>
          </p:nvPr>
        </p:nvGraphicFramePr>
        <p:xfrm>
          <a:off x="716692" y="1092820"/>
          <a:ext cx="9798909" cy="4838423"/>
        </p:xfrm>
        <a:graphic>
          <a:graphicData uri="http://schemas.openxmlformats.org/drawingml/2006/chart">
            <c:chart xmlns:c="http://schemas.openxmlformats.org/drawingml/2006/chart" xmlns:r="http://schemas.openxmlformats.org/officeDocument/2006/relationships" r:id="rId3"/>
          </a:graphicData>
        </a:graphic>
      </p:graphicFrame>
      <p:sp>
        <p:nvSpPr>
          <p:cNvPr id="3" name="Title 2"/>
          <p:cNvSpPr>
            <a:spLocks noGrp="1"/>
          </p:cNvSpPr>
          <p:nvPr>
            <p:ph type="title"/>
          </p:nvPr>
        </p:nvSpPr>
        <p:spPr/>
        <p:txBody>
          <a:bodyPr/>
          <a:lstStyle/>
          <a:p>
            <a:r>
              <a:rPr lang="en-US"/>
              <a:t>Participant Demographics: Age</a:t>
            </a:r>
          </a:p>
        </p:txBody>
      </p:sp>
    </p:spTree>
    <p:extLst>
      <p:ext uri="{BB962C8B-B14F-4D97-AF65-F5344CB8AC3E}">
        <p14:creationId xmlns:p14="http://schemas.microsoft.com/office/powerpoint/2010/main" val="4117528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Participants: Disability Type</a:t>
            </a:r>
          </a:p>
        </p:txBody>
      </p:sp>
      <p:sp>
        <p:nvSpPr>
          <p:cNvPr id="4" name="Slide Number Placeholder 3"/>
          <p:cNvSpPr>
            <a:spLocks noGrp="1"/>
          </p:cNvSpPr>
          <p:nvPr>
            <p:ph type="sldNum" sz="quarter" idx="12"/>
          </p:nvPr>
        </p:nvSpPr>
        <p:spPr/>
        <p:txBody>
          <a:bodyPr/>
          <a:lstStyle/>
          <a:p>
            <a:fld id="{0AF0BB18-AE53-42E4-9D5C-1A2C78F44834}" type="slidenum">
              <a:rPr lang="en-US" smtClean="0"/>
              <a:t>8</a:t>
            </a:fld>
            <a:endParaRPr lang="en-US"/>
          </a:p>
        </p:txBody>
      </p:sp>
      <p:graphicFrame>
        <p:nvGraphicFramePr>
          <p:cNvPr id="8" name="Chart 7" descr="75% Health/Medical&#10;56% Mental Health&#10;33% Mobility&#10;31% Brain Injury&#10;13% I/DD&#10;10% Hearing&#10;6% Visual" title="Bar graph of Participant Disabilities"/>
          <p:cNvGraphicFramePr>
            <a:graphicFrameLocks/>
          </p:cNvGraphicFramePr>
          <p:nvPr>
            <p:extLst>
              <p:ext uri="{D42A27DB-BD31-4B8C-83A1-F6EECF244321}">
                <p14:modId xmlns:p14="http://schemas.microsoft.com/office/powerpoint/2010/main" val="941009537"/>
              </p:ext>
            </p:extLst>
          </p:nvPr>
        </p:nvGraphicFramePr>
        <p:xfrm>
          <a:off x="838200" y="1322361"/>
          <a:ext cx="9504218" cy="503398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80418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PARTICIPANTS: Family/Living Situation</a:t>
            </a:r>
          </a:p>
        </p:txBody>
      </p:sp>
      <p:sp>
        <p:nvSpPr>
          <p:cNvPr id="3" name="Content Placeholder 2"/>
          <p:cNvSpPr>
            <a:spLocks noGrp="1"/>
          </p:cNvSpPr>
          <p:nvPr>
            <p:ph idx="1"/>
          </p:nvPr>
        </p:nvSpPr>
        <p:spPr>
          <a:xfrm>
            <a:off x="1024128" y="1857829"/>
            <a:ext cx="10926867" cy="4451531"/>
          </a:xfrm>
        </p:spPr>
        <p:txBody>
          <a:bodyPr>
            <a:normAutofit fontScale="92500" lnSpcReduction="10000"/>
          </a:bodyPr>
          <a:lstStyle/>
          <a:p>
            <a:pPr>
              <a:lnSpc>
                <a:spcPct val="100000"/>
              </a:lnSpc>
              <a:spcBef>
                <a:spcPts val="0"/>
              </a:spcBef>
              <a:spcAft>
                <a:spcPts val="1200"/>
              </a:spcAft>
              <a:buFont typeface="Wingdings" panose="05000000000000000000" pitchFamily="2" charset="2"/>
              <a:buChar char="Ø"/>
            </a:pPr>
            <a:r>
              <a:rPr lang="en-US" sz="4800"/>
              <a:t>25% Married </a:t>
            </a:r>
          </a:p>
          <a:p>
            <a:pPr marL="0" indent="0">
              <a:lnSpc>
                <a:spcPct val="100000"/>
              </a:lnSpc>
              <a:spcBef>
                <a:spcPts val="0"/>
              </a:spcBef>
              <a:spcAft>
                <a:spcPts val="1200"/>
              </a:spcAft>
              <a:buNone/>
              <a:tabLst>
                <a:tab pos="465138" algn="l"/>
              </a:tabLst>
            </a:pPr>
            <a:r>
              <a:rPr lang="en-US" sz="4800"/>
              <a:t>	33% Divorced/Separated</a:t>
            </a:r>
          </a:p>
          <a:p>
            <a:pPr marL="0" indent="0">
              <a:lnSpc>
                <a:spcPct val="100000"/>
              </a:lnSpc>
              <a:spcBef>
                <a:spcPts val="0"/>
              </a:spcBef>
              <a:spcAft>
                <a:spcPts val="2400"/>
              </a:spcAft>
              <a:buNone/>
              <a:tabLst>
                <a:tab pos="465138" algn="l"/>
              </a:tabLst>
            </a:pPr>
            <a:r>
              <a:rPr lang="en-US" sz="4800"/>
              <a:t>	42% Single</a:t>
            </a:r>
          </a:p>
          <a:p>
            <a:pPr>
              <a:lnSpc>
                <a:spcPct val="100000"/>
              </a:lnSpc>
              <a:spcAft>
                <a:spcPts val="1200"/>
              </a:spcAft>
              <a:buFont typeface="Wingdings" panose="05000000000000000000" pitchFamily="2" charset="2"/>
              <a:buChar char="Ø"/>
            </a:pPr>
            <a:r>
              <a:rPr lang="en-US" sz="4800"/>
              <a:t>17% Kids under 18 at Home</a:t>
            </a:r>
          </a:p>
          <a:p>
            <a:pPr>
              <a:lnSpc>
                <a:spcPct val="100000"/>
              </a:lnSpc>
              <a:spcAft>
                <a:spcPts val="1200"/>
              </a:spcAft>
              <a:buFont typeface="Wingdings" panose="05000000000000000000" pitchFamily="2" charset="2"/>
              <a:buChar char="Ø"/>
            </a:pPr>
            <a:r>
              <a:rPr lang="en-US" sz="4800"/>
              <a:t>46% Live Alone</a:t>
            </a:r>
          </a:p>
        </p:txBody>
      </p:sp>
      <p:sp>
        <p:nvSpPr>
          <p:cNvPr id="4" name="Slide Number Placeholder 3"/>
          <p:cNvSpPr>
            <a:spLocks noGrp="1"/>
          </p:cNvSpPr>
          <p:nvPr>
            <p:ph type="sldNum" sz="quarter" idx="12"/>
          </p:nvPr>
        </p:nvSpPr>
        <p:spPr/>
        <p:txBody>
          <a:bodyPr/>
          <a:lstStyle/>
          <a:p>
            <a:fld id="{0AF0BB18-AE53-42E4-9D5C-1A2C78F44834}" type="slidenum">
              <a:rPr lang="en-US" smtClean="0"/>
              <a:t>9</a:t>
            </a:fld>
            <a:endParaRPr lang="en-US"/>
          </a:p>
        </p:txBody>
      </p:sp>
    </p:spTree>
    <p:extLst>
      <p:ext uri="{BB962C8B-B14F-4D97-AF65-F5344CB8AC3E}">
        <p14:creationId xmlns:p14="http://schemas.microsoft.com/office/powerpoint/2010/main" val="734135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PARTICIPANTS: Family/Living Situation</a:t>
            </a:r>
          </a:p>
        </p:txBody>
      </p:sp>
      <p:sp>
        <p:nvSpPr>
          <p:cNvPr id="3" name="Content Placeholder 2"/>
          <p:cNvSpPr>
            <a:spLocks noGrp="1"/>
          </p:cNvSpPr>
          <p:nvPr>
            <p:ph idx="1"/>
          </p:nvPr>
        </p:nvSpPr>
        <p:spPr>
          <a:xfrm>
            <a:off x="6057901" y="2277039"/>
            <a:ext cx="5372099" cy="2647950"/>
          </a:xfrm>
          <a:ln>
            <a:solidFill>
              <a:schemeClr val="tx2">
                <a:lumMod val="90000"/>
              </a:schemeClr>
            </a:solidFill>
          </a:ln>
        </p:spPr>
        <p:txBody>
          <a:bodyPr anchor="ctr" anchorCtr="0">
            <a:normAutofit/>
          </a:bodyPr>
          <a:lstStyle/>
          <a:p>
            <a:pPr lvl="1">
              <a:lnSpc>
                <a:spcPct val="100000"/>
              </a:lnSpc>
              <a:spcAft>
                <a:spcPts val="1200"/>
              </a:spcAft>
              <a:buFont typeface="Wingdings" panose="05000000000000000000" pitchFamily="2" charset="2"/>
              <a:buChar char="Ø"/>
            </a:pPr>
            <a:r>
              <a:rPr lang="en-US" sz="2800"/>
              <a:t>17% Kids at Home</a:t>
            </a:r>
          </a:p>
          <a:p>
            <a:pPr lvl="1">
              <a:lnSpc>
                <a:spcPct val="100000"/>
              </a:lnSpc>
              <a:spcAft>
                <a:spcPts val="1200"/>
              </a:spcAft>
              <a:buFont typeface="Wingdings" panose="05000000000000000000" pitchFamily="2" charset="2"/>
              <a:buChar char="Ø"/>
            </a:pPr>
            <a:endParaRPr lang="en-US" sz="2800"/>
          </a:p>
          <a:p>
            <a:pPr lvl="1">
              <a:lnSpc>
                <a:spcPct val="100000"/>
              </a:lnSpc>
              <a:spcAft>
                <a:spcPts val="1200"/>
              </a:spcAft>
              <a:buFont typeface="Wingdings" panose="05000000000000000000" pitchFamily="2" charset="2"/>
              <a:buChar char="Ø"/>
            </a:pPr>
            <a:r>
              <a:rPr lang="en-US" sz="2800"/>
              <a:t>46% Lived Alone</a:t>
            </a:r>
          </a:p>
        </p:txBody>
      </p:sp>
      <p:sp>
        <p:nvSpPr>
          <p:cNvPr id="4" name="Slide Number Placeholder 3"/>
          <p:cNvSpPr>
            <a:spLocks noGrp="1"/>
          </p:cNvSpPr>
          <p:nvPr>
            <p:ph type="sldNum" sz="quarter" idx="12"/>
          </p:nvPr>
        </p:nvSpPr>
        <p:spPr/>
        <p:txBody>
          <a:bodyPr/>
          <a:lstStyle/>
          <a:p>
            <a:fld id="{0AF0BB18-AE53-42E4-9D5C-1A2C78F44834}" type="slidenum">
              <a:rPr lang="en-US" smtClean="0"/>
              <a:t>10</a:t>
            </a:fld>
            <a:endParaRPr lang="en-US"/>
          </a:p>
        </p:txBody>
      </p:sp>
      <p:graphicFrame>
        <p:nvGraphicFramePr>
          <p:cNvPr id="5" name="Chart 4">
            <a:extLst>
              <a:ext uri="{FF2B5EF4-FFF2-40B4-BE49-F238E27FC236}">
                <a16:creationId xmlns:a16="http://schemas.microsoft.com/office/drawing/2014/main" id="{89B00F1A-2538-4D0E-94FC-F7D77AA8225A}"/>
              </a:ext>
            </a:extLst>
          </p:cNvPr>
          <p:cNvGraphicFramePr/>
          <p:nvPr>
            <p:extLst>
              <p:ext uri="{D42A27DB-BD31-4B8C-83A1-F6EECF244321}">
                <p14:modId xmlns:p14="http://schemas.microsoft.com/office/powerpoint/2010/main" val="2927981774"/>
              </p:ext>
            </p:extLst>
          </p:nvPr>
        </p:nvGraphicFramePr>
        <p:xfrm>
          <a:off x="-679695" y="848977"/>
          <a:ext cx="6905624" cy="5507373"/>
        </p:xfrm>
        <a:graphic>
          <a:graphicData uri="http://schemas.openxmlformats.org/drawingml/2006/chart">
            <c:chart xmlns:c="http://schemas.openxmlformats.org/drawingml/2006/chart" xmlns:r="http://schemas.openxmlformats.org/officeDocument/2006/relationships" r:id="rId3"/>
          </a:graphicData>
        </a:graphic>
      </p:graphicFrame>
      <p:pic>
        <p:nvPicPr>
          <p:cNvPr id="7" name="Graphic 6" descr="Woman with kid">
            <a:extLst>
              <a:ext uri="{FF2B5EF4-FFF2-40B4-BE49-F238E27FC236}">
                <a16:creationId xmlns:a16="http://schemas.microsoft.com/office/drawing/2014/main" id="{5D9FF496-2ECD-4071-8127-8AB04A99353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97034" y="2370473"/>
            <a:ext cx="907877" cy="907877"/>
          </a:xfrm>
          <a:prstGeom prst="rect">
            <a:avLst/>
          </a:prstGeom>
        </p:spPr>
      </p:pic>
      <p:grpSp>
        <p:nvGrpSpPr>
          <p:cNvPr id="12" name="Group 11">
            <a:extLst>
              <a:ext uri="{FF2B5EF4-FFF2-40B4-BE49-F238E27FC236}">
                <a16:creationId xmlns:a16="http://schemas.microsoft.com/office/drawing/2014/main" id="{BE293722-CDC0-4F93-8488-86CD59192BCD}"/>
              </a:ext>
            </a:extLst>
          </p:cNvPr>
          <p:cNvGrpSpPr/>
          <p:nvPr/>
        </p:nvGrpSpPr>
        <p:grpSpPr>
          <a:xfrm>
            <a:off x="9324975" y="3498739"/>
            <a:ext cx="1325136" cy="1325136"/>
            <a:chOff x="8839201" y="3207723"/>
            <a:chExt cx="1508512" cy="1508512"/>
          </a:xfrm>
        </p:grpSpPr>
        <p:pic>
          <p:nvPicPr>
            <p:cNvPr id="9" name="Graphic 8" descr="Home">
              <a:extLst>
                <a:ext uri="{FF2B5EF4-FFF2-40B4-BE49-F238E27FC236}">
                  <a16:creationId xmlns:a16="http://schemas.microsoft.com/office/drawing/2014/main" id="{EDA9347A-3FB9-4C3D-8C10-9E02C44E296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839201" y="3207723"/>
              <a:ext cx="1508512" cy="1508512"/>
            </a:xfrm>
            <a:prstGeom prst="rect">
              <a:avLst/>
            </a:prstGeom>
          </p:spPr>
        </p:pic>
        <p:pic>
          <p:nvPicPr>
            <p:cNvPr id="11" name="Graphic 10" descr="Man">
              <a:extLst>
                <a:ext uri="{FF2B5EF4-FFF2-40B4-BE49-F238E27FC236}">
                  <a16:creationId xmlns:a16="http://schemas.microsoft.com/office/drawing/2014/main" id="{4BCD460B-1BB6-4B27-BFB3-EE7FBD2BCD8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44643" y="3969688"/>
              <a:ext cx="491738" cy="491738"/>
            </a:xfrm>
            <a:prstGeom prst="rect">
              <a:avLst/>
            </a:prstGeom>
          </p:spPr>
        </p:pic>
      </p:grpSp>
    </p:spTree>
    <p:extLst>
      <p:ext uri="{BB962C8B-B14F-4D97-AF65-F5344CB8AC3E}">
        <p14:creationId xmlns:p14="http://schemas.microsoft.com/office/powerpoint/2010/main" val="1166378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Research Questions</a:t>
            </a:r>
          </a:p>
        </p:txBody>
      </p:sp>
      <p:sp>
        <p:nvSpPr>
          <p:cNvPr id="3" name="Content Placeholder 2"/>
          <p:cNvSpPr>
            <a:spLocks noGrp="1"/>
          </p:cNvSpPr>
          <p:nvPr>
            <p:ph idx="1"/>
          </p:nvPr>
        </p:nvSpPr>
        <p:spPr>
          <a:xfrm>
            <a:off x="963016" y="1690687"/>
            <a:ext cx="11101983" cy="4665663"/>
          </a:xfrm>
        </p:spPr>
        <p:txBody>
          <a:bodyPr>
            <a:noAutofit/>
          </a:bodyPr>
          <a:lstStyle/>
          <a:p>
            <a:pPr marL="0" indent="0">
              <a:spcBef>
                <a:spcPts val="1200"/>
              </a:spcBef>
              <a:buNone/>
            </a:pPr>
            <a:r>
              <a:rPr lang="en-US" sz="3200"/>
              <a:t>What are participants’ </a:t>
            </a:r>
            <a:r>
              <a:rPr lang="en-US" sz="3200" b="1"/>
              <a:t>experiences</a:t>
            </a:r>
            <a:r>
              <a:rPr lang="en-US" sz="3200"/>
              <a:t> and </a:t>
            </a:r>
            <a:r>
              <a:rPr lang="en-US" sz="3200" b="1"/>
              <a:t>perspectives</a:t>
            </a:r>
            <a:r>
              <a:rPr lang="en-US" sz="3200"/>
              <a:t> on…</a:t>
            </a:r>
          </a:p>
          <a:p>
            <a:pPr marL="571500" indent="0">
              <a:spcBef>
                <a:spcPts val="1200"/>
              </a:spcBef>
              <a:buNone/>
            </a:pPr>
            <a:r>
              <a:rPr lang="en-US" sz="3200"/>
              <a:t>and</a:t>
            </a:r>
          </a:p>
          <a:p>
            <a:pPr marL="0" indent="0">
              <a:spcBef>
                <a:spcPts val="1200"/>
              </a:spcBef>
              <a:buNone/>
            </a:pPr>
            <a:r>
              <a:rPr lang="en-US" sz="3200"/>
              <a:t>How do they make </a:t>
            </a:r>
            <a:r>
              <a:rPr lang="en-US" sz="3200" b="1"/>
              <a:t>decisions</a:t>
            </a:r>
            <a:r>
              <a:rPr lang="en-US" sz="3200"/>
              <a:t> about…</a:t>
            </a:r>
          </a:p>
          <a:p>
            <a:pPr marL="1143000" lvl="4">
              <a:spcBef>
                <a:spcPts val="1200"/>
              </a:spcBef>
            </a:pPr>
            <a:r>
              <a:rPr lang="en-US" sz="2800"/>
              <a:t>Work/Career</a:t>
            </a:r>
          </a:p>
          <a:p>
            <a:pPr marL="1143000" lvl="4">
              <a:spcBef>
                <a:spcPts val="1200"/>
              </a:spcBef>
            </a:pPr>
            <a:r>
              <a:rPr lang="en-US" sz="2800"/>
              <a:t>Education</a:t>
            </a:r>
          </a:p>
          <a:p>
            <a:pPr marL="1143000" lvl="4">
              <a:spcBef>
                <a:spcPts val="1200"/>
              </a:spcBef>
            </a:pPr>
            <a:r>
              <a:rPr lang="en-US" sz="2800"/>
              <a:t>Job search</a:t>
            </a:r>
          </a:p>
          <a:p>
            <a:pPr marL="1143000" lvl="4">
              <a:spcBef>
                <a:spcPts val="1200"/>
              </a:spcBef>
            </a:pPr>
            <a:r>
              <a:rPr lang="en-US" sz="2800"/>
              <a:t>VR</a:t>
            </a:r>
          </a:p>
          <a:p>
            <a:pPr marL="1143000" lvl="4">
              <a:spcBef>
                <a:spcPts val="1200"/>
              </a:spcBef>
            </a:pPr>
            <a:r>
              <a:rPr lang="en-US" sz="2800"/>
              <a:t>SSDI</a:t>
            </a:r>
          </a:p>
          <a:p>
            <a:pPr marL="1143000" lvl="4">
              <a:spcBef>
                <a:spcPts val="1200"/>
              </a:spcBef>
            </a:pPr>
            <a:endParaRPr lang="en-US" sz="2800"/>
          </a:p>
          <a:p>
            <a:pPr lvl="4">
              <a:spcBef>
                <a:spcPts val="1200"/>
              </a:spcBef>
            </a:pPr>
            <a:endParaRPr lang="en-US" sz="2800"/>
          </a:p>
        </p:txBody>
      </p:sp>
      <p:sp>
        <p:nvSpPr>
          <p:cNvPr id="4" name="Slide Number Placeholder 3"/>
          <p:cNvSpPr>
            <a:spLocks noGrp="1"/>
          </p:cNvSpPr>
          <p:nvPr>
            <p:ph type="sldNum" sz="quarter" idx="12"/>
          </p:nvPr>
        </p:nvSpPr>
        <p:spPr>
          <a:noFill/>
        </p:spPr>
        <p:txBody>
          <a:bodyPr/>
          <a:lstStyle/>
          <a:p>
            <a:fld id="{0AF0BB18-AE53-42E4-9D5C-1A2C78F44834}" type="slidenum">
              <a:rPr lang="en-US" smtClean="0"/>
              <a:t>11</a:t>
            </a:fld>
            <a:endParaRPr lang="en-US"/>
          </a:p>
        </p:txBody>
      </p:sp>
      <p:pic>
        <p:nvPicPr>
          <p:cNvPr id="8" name="Graphic 7" descr="Briefcase">
            <a:extLst>
              <a:ext uri="{FF2B5EF4-FFF2-40B4-BE49-F238E27FC236}">
                <a16:creationId xmlns:a16="http://schemas.microsoft.com/office/drawing/2014/main" id="{80F53842-E16C-4312-9530-B836D803A68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02600" y="2748487"/>
            <a:ext cx="914400" cy="914400"/>
          </a:xfrm>
          <a:prstGeom prst="rect">
            <a:avLst/>
          </a:prstGeom>
        </p:spPr>
      </p:pic>
      <p:pic>
        <p:nvPicPr>
          <p:cNvPr id="10" name="Graphic 9" descr="Construction worker">
            <a:extLst>
              <a:ext uri="{FF2B5EF4-FFF2-40B4-BE49-F238E27FC236}">
                <a16:creationId xmlns:a16="http://schemas.microsoft.com/office/drawing/2014/main" id="{39D5443F-7BE0-4E6E-B7C1-6F9CE3FA188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59365" y="3025416"/>
            <a:ext cx="914400" cy="914400"/>
          </a:xfrm>
          <a:prstGeom prst="rect">
            <a:avLst/>
          </a:prstGeom>
        </p:spPr>
      </p:pic>
      <p:pic>
        <p:nvPicPr>
          <p:cNvPr id="12" name="Graphic 11" descr="Credit card">
            <a:extLst>
              <a:ext uri="{FF2B5EF4-FFF2-40B4-BE49-F238E27FC236}">
                <a16:creationId xmlns:a16="http://schemas.microsoft.com/office/drawing/2014/main" id="{DC78312F-5B74-46CD-865A-AEE39A212C7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51987" y="4997615"/>
            <a:ext cx="914400" cy="914400"/>
          </a:xfrm>
          <a:prstGeom prst="rect">
            <a:avLst/>
          </a:prstGeom>
        </p:spPr>
      </p:pic>
      <p:pic>
        <p:nvPicPr>
          <p:cNvPr id="14" name="Graphic 13" descr="Target Audience">
            <a:extLst>
              <a:ext uri="{FF2B5EF4-FFF2-40B4-BE49-F238E27FC236}">
                <a16:creationId xmlns:a16="http://schemas.microsoft.com/office/drawing/2014/main" id="{48FFF024-654D-4E33-8D88-ECC8CF4AF4D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753100" y="570706"/>
            <a:ext cx="914400" cy="914400"/>
          </a:xfrm>
          <a:prstGeom prst="rect">
            <a:avLst/>
          </a:prstGeom>
        </p:spPr>
      </p:pic>
      <p:pic>
        <p:nvPicPr>
          <p:cNvPr id="16" name="Graphic 15" descr="Boardroom">
            <a:extLst>
              <a:ext uri="{FF2B5EF4-FFF2-40B4-BE49-F238E27FC236}">
                <a16:creationId xmlns:a16="http://schemas.microsoft.com/office/drawing/2014/main" id="{E3AB5B42-B061-4201-9191-1A3991ABB3A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77856" y="3509596"/>
            <a:ext cx="914400" cy="914400"/>
          </a:xfrm>
          <a:prstGeom prst="rect">
            <a:avLst/>
          </a:prstGeom>
        </p:spPr>
      </p:pic>
      <p:pic>
        <p:nvPicPr>
          <p:cNvPr id="18" name="Graphic 17" descr="Magnifying glass">
            <a:extLst>
              <a:ext uri="{FF2B5EF4-FFF2-40B4-BE49-F238E27FC236}">
                <a16:creationId xmlns:a16="http://schemas.microsoft.com/office/drawing/2014/main" id="{03087133-173A-493A-8FE8-27182A6FC68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129218" y="4107222"/>
            <a:ext cx="914400" cy="914400"/>
          </a:xfrm>
          <a:prstGeom prst="rect">
            <a:avLst/>
          </a:prstGeom>
        </p:spPr>
      </p:pic>
      <p:pic>
        <p:nvPicPr>
          <p:cNvPr id="20" name="Graphic 19" descr="Graduation cap">
            <a:extLst>
              <a:ext uri="{FF2B5EF4-FFF2-40B4-BE49-F238E27FC236}">
                <a16:creationId xmlns:a16="http://schemas.microsoft.com/office/drawing/2014/main" id="{8670866E-080E-42AB-ADEE-65A17011A2A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236817" y="4720686"/>
            <a:ext cx="914400" cy="914400"/>
          </a:xfrm>
          <a:prstGeom prst="rect">
            <a:avLst/>
          </a:prstGeom>
        </p:spPr>
      </p:pic>
      <p:pic>
        <p:nvPicPr>
          <p:cNvPr id="6" name="Graphic 5" descr="Question mark">
            <a:extLst>
              <a:ext uri="{FF2B5EF4-FFF2-40B4-BE49-F238E27FC236}">
                <a16:creationId xmlns:a16="http://schemas.microsoft.com/office/drawing/2014/main" id="{6DCC82BC-6286-48B7-9F4C-E81D0793CCF8}"/>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489156" y="3806286"/>
            <a:ext cx="914400" cy="914400"/>
          </a:xfrm>
          <a:prstGeom prst="rect">
            <a:avLst/>
          </a:prstGeom>
        </p:spPr>
      </p:pic>
    </p:spTree>
    <p:extLst>
      <p:ext uri="{BB962C8B-B14F-4D97-AF65-F5344CB8AC3E}">
        <p14:creationId xmlns:p14="http://schemas.microsoft.com/office/powerpoint/2010/main" val="58113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BCC2F-65BB-409A-A411-5AC7E277F8B9}"/>
              </a:ext>
            </a:extLst>
          </p:cNvPr>
          <p:cNvSpPr>
            <a:spLocks noGrp="1"/>
          </p:cNvSpPr>
          <p:nvPr>
            <p:ph type="title"/>
          </p:nvPr>
        </p:nvSpPr>
        <p:spPr/>
        <p:txBody>
          <a:bodyPr/>
          <a:lstStyle/>
          <a:p>
            <a:r>
              <a:rPr lang="en-US"/>
              <a:t>SSDI Beneficiaries and Returning to Work</a:t>
            </a:r>
          </a:p>
        </p:txBody>
      </p:sp>
      <p:sp>
        <p:nvSpPr>
          <p:cNvPr id="3" name="Content Placeholder 2">
            <a:extLst>
              <a:ext uri="{FF2B5EF4-FFF2-40B4-BE49-F238E27FC236}">
                <a16:creationId xmlns:a16="http://schemas.microsoft.com/office/drawing/2014/main" id="{E06F6932-1DEB-421F-8752-CD6A30687B2D}"/>
              </a:ext>
            </a:extLst>
          </p:cNvPr>
          <p:cNvSpPr>
            <a:spLocks noGrp="1"/>
          </p:cNvSpPr>
          <p:nvPr>
            <p:ph idx="1"/>
          </p:nvPr>
        </p:nvSpPr>
        <p:spPr/>
        <p:txBody>
          <a:bodyPr/>
          <a:lstStyle/>
          <a:p>
            <a:pPr marL="0" indent="0" algn="ctr">
              <a:buNone/>
            </a:pPr>
            <a:r>
              <a:rPr lang="en-US"/>
              <a:t>All participants were SSDI beneficiaries and seeking employment services from VR. </a:t>
            </a:r>
          </a:p>
          <a:p>
            <a:pPr marL="0" indent="0" algn="ctr">
              <a:buNone/>
            </a:pPr>
            <a:r>
              <a:rPr lang="en-US" i="1"/>
              <a:t>Why is this important?</a:t>
            </a:r>
          </a:p>
          <a:p>
            <a:pPr marL="457200" lvl="1" indent="0">
              <a:buNone/>
            </a:pPr>
            <a:endParaRPr lang="en-US"/>
          </a:p>
        </p:txBody>
      </p:sp>
      <p:graphicFrame>
        <p:nvGraphicFramePr>
          <p:cNvPr id="4" name="Table 4">
            <a:extLst>
              <a:ext uri="{FF2B5EF4-FFF2-40B4-BE49-F238E27FC236}">
                <a16:creationId xmlns:a16="http://schemas.microsoft.com/office/drawing/2014/main" id="{06A7BA65-CE80-4CCD-BBEF-495CDD0524A1}"/>
              </a:ext>
            </a:extLst>
          </p:cNvPr>
          <p:cNvGraphicFramePr>
            <a:graphicFrameLocks noGrp="1"/>
          </p:cNvGraphicFramePr>
          <p:nvPr>
            <p:extLst>
              <p:ext uri="{D42A27DB-BD31-4B8C-83A1-F6EECF244321}">
                <p14:modId xmlns:p14="http://schemas.microsoft.com/office/powerpoint/2010/main" val="209642554"/>
              </p:ext>
            </p:extLst>
          </p:nvPr>
        </p:nvGraphicFramePr>
        <p:xfrm>
          <a:off x="1263650" y="3334544"/>
          <a:ext cx="9664700" cy="1737360"/>
        </p:xfrm>
        <a:graphic>
          <a:graphicData uri="http://schemas.openxmlformats.org/drawingml/2006/table">
            <a:tbl>
              <a:tblPr bandRow="1">
                <a:tableStyleId>{5C22544A-7EE6-4342-B048-85BDC9FD1C3A}</a:tableStyleId>
              </a:tblPr>
              <a:tblGrid>
                <a:gridCol w="3644900">
                  <a:extLst>
                    <a:ext uri="{9D8B030D-6E8A-4147-A177-3AD203B41FA5}">
                      <a16:colId xmlns:a16="http://schemas.microsoft.com/office/drawing/2014/main" val="3162766699"/>
                    </a:ext>
                  </a:extLst>
                </a:gridCol>
                <a:gridCol w="2133600">
                  <a:extLst>
                    <a:ext uri="{9D8B030D-6E8A-4147-A177-3AD203B41FA5}">
                      <a16:colId xmlns:a16="http://schemas.microsoft.com/office/drawing/2014/main" val="1165443140"/>
                    </a:ext>
                  </a:extLst>
                </a:gridCol>
                <a:gridCol w="3886200">
                  <a:extLst>
                    <a:ext uri="{9D8B030D-6E8A-4147-A177-3AD203B41FA5}">
                      <a16:colId xmlns:a16="http://schemas.microsoft.com/office/drawing/2014/main" val="1870012840"/>
                    </a:ext>
                  </a:extLst>
                </a:gridCol>
              </a:tblGrid>
              <a:tr h="370840">
                <a:tc>
                  <a:txBody>
                    <a:bodyPr/>
                    <a:lstStyle/>
                    <a:p>
                      <a:pPr algn="ctr"/>
                      <a:r>
                        <a:rPr lang="en-US" sz="2400"/>
                        <a:t>Significant work histories</a:t>
                      </a:r>
                    </a:p>
                  </a:txBody>
                  <a:tcPr/>
                </a:tc>
                <a:tc rowSpan="3">
                  <a:txBody>
                    <a:bodyPr/>
                    <a:lstStyle/>
                    <a:p>
                      <a:pPr algn="ctr"/>
                      <a:r>
                        <a:rPr lang="en-US" sz="3600"/>
                        <a:t>BUT</a:t>
                      </a:r>
                    </a:p>
                  </a:txBody>
                  <a:tcPr anchor="ctr"/>
                </a:tc>
                <a:tc>
                  <a:txBody>
                    <a:bodyPr/>
                    <a:lstStyle/>
                    <a:p>
                      <a:pPr algn="ctr"/>
                      <a:r>
                        <a:rPr lang="en-US" sz="2400"/>
                        <a:t>Low employment rates</a:t>
                      </a:r>
                    </a:p>
                  </a:txBody>
                  <a:tcPr/>
                </a:tc>
                <a:extLst>
                  <a:ext uri="{0D108BD9-81ED-4DB2-BD59-A6C34878D82A}">
                    <a16:rowId xmlns:a16="http://schemas.microsoft.com/office/drawing/2014/main" val="2438766216"/>
                  </a:ext>
                </a:extLst>
              </a:tr>
              <a:tr h="370840">
                <a:tc>
                  <a:txBody>
                    <a:bodyPr/>
                    <a:lstStyle/>
                    <a:p>
                      <a:pPr algn="ctr"/>
                      <a:r>
                        <a:rPr lang="en-US" sz="2400"/>
                        <a:t>May work some</a:t>
                      </a:r>
                    </a:p>
                  </a:txBody>
                  <a:tcPr/>
                </a:tc>
                <a:tc vMerge="1">
                  <a:txBody>
                    <a:bodyPr/>
                    <a:lstStyle/>
                    <a:p>
                      <a:endParaRPr lang="en-US"/>
                    </a:p>
                  </a:txBody>
                  <a:tcPr/>
                </a:tc>
                <a:tc>
                  <a:txBody>
                    <a:bodyPr/>
                    <a:lstStyle/>
                    <a:p>
                      <a:pPr algn="ctr"/>
                      <a:r>
                        <a:rPr lang="en-US" sz="2400"/>
                        <a:t>Not working full-time</a:t>
                      </a:r>
                    </a:p>
                  </a:txBody>
                  <a:tcPr/>
                </a:tc>
                <a:extLst>
                  <a:ext uri="{0D108BD9-81ED-4DB2-BD59-A6C34878D82A}">
                    <a16:rowId xmlns:a16="http://schemas.microsoft.com/office/drawing/2014/main" val="4040676876"/>
                  </a:ext>
                </a:extLst>
              </a:tr>
              <a:tr h="370840">
                <a:tc>
                  <a:txBody>
                    <a:bodyPr/>
                    <a:lstStyle/>
                    <a:p>
                      <a:pPr algn="ctr"/>
                      <a:r>
                        <a:rPr lang="en-US" sz="2400"/>
                        <a:t>If earn above set $ (SGA), SSDI payments end</a:t>
                      </a:r>
                    </a:p>
                  </a:txBody>
                  <a:tcPr/>
                </a:tc>
                <a:tc vMerge="1">
                  <a:txBody>
                    <a:bodyPr/>
                    <a:lstStyle/>
                    <a:p>
                      <a:endParaRPr lang="en-US"/>
                    </a:p>
                  </a:txBody>
                  <a:tcPr/>
                </a:tc>
                <a:tc>
                  <a:txBody>
                    <a:bodyPr/>
                    <a:lstStyle/>
                    <a:p>
                      <a:pPr algn="ctr"/>
                      <a:r>
                        <a:rPr lang="en-US" sz="2400"/>
                        <a:t>Want to return to work anyway</a:t>
                      </a:r>
                    </a:p>
                  </a:txBody>
                  <a:tcPr/>
                </a:tc>
                <a:extLst>
                  <a:ext uri="{0D108BD9-81ED-4DB2-BD59-A6C34878D82A}">
                    <a16:rowId xmlns:a16="http://schemas.microsoft.com/office/drawing/2014/main" val="2707513061"/>
                  </a:ext>
                </a:extLst>
              </a:tr>
            </a:tbl>
          </a:graphicData>
        </a:graphic>
      </p:graphicFrame>
      <p:sp>
        <p:nvSpPr>
          <p:cNvPr id="5" name="Callout: Left-Right Arrow 4">
            <a:extLst>
              <a:ext uri="{FF2B5EF4-FFF2-40B4-BE49-F238E27FC236}">
                <a16:creationId xmlns:a16="http://schemas.microsoft.com/office/drawing/2014/main" id="{3DABDEB4-46A5-45C6-8BAD-191A300DF322}"/>
              </a:ext>
            </a:extLst>
          </p:cNvPr>
          <p:cNvSpPr/>
          <p:nvPr/>
        </p:nvSpPr>
        <p:spPr>
          <a:xfrm>
            <a:off x="4976906" y="3536474"/>
            <a:ext cx="1955800" cy="1333500"/>
          </a:xfrm>
          <a:prstGeom prst="leftRightArrowCallout">
            <a:avLst>
              <a:gd name="adj1" fmla="val 25000"/>
              <a:gd name="adj2" fmla="val 22143"/>
              <a:gd name="adj3" fmla="val 27857"/>
              <a:gd name="adj4" fmla="val 4812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476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xagon 4">
            <a:extLst>
              <a:ext uri="{FF2B5EF4-FFF2-40B4-BE49-F238E27FC236}">
                <a16:creationId xmlns:a16="http://schemas.microsoft.com/office/drawing/2014/main" id="{65C316E4-9EC0-48DE-8BAD-861C773D81E1}"/>
              </a:ext>
            </a:extLst>
          </p:cNvPr>
          <p:cNvSpPr txBox="1"/>
          <p:nvPr/>
        </p:nvSpPr>
        <p:spPr>
          <a:xfrm>
            <a:off x="5261455" y="3124334"/>
            <a:ext cx="1645742" cy="56053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5560" tIns="35560" rIns="35560" bIns="35560" numCol="1" spcCol="1270" anchor="ctr" anchorCtr="0">
            <a:noAutofit/>
          </a:bodyPr>
          <a:lstStyle/>
          <a:p>
            <a:pPr marL="0" lvl="0" indent="0" algn="ctr" defTabSz="1244600">
              <a:lnSpc>
                <a:spcPct val="100000"/>
              </a:lnSpc>
              <a:spcBef>
                <a:spcPct val="0"/>
              </a:spcBef>
              <a:spcAft>
                <a:spcPts val="0"/>
              </a:spcAft>
              <a:buNone/>
            </a:pPr>
            <a:r>
              <a:rPr lang="en-US" sz="2400" kern="1200">
                <a:latin typeface="+mj-lt"/>
              </a:rPr>
              <a:t>DECISIONS</a:t>
            </a:r>
          </a:p>
        </p:txBody>
      </p:sp>
      <p:cxnSp>
        <p:nvCxnSpPr>
          <p:cNvPr id="40" name="Straight Arrow Connector 39">
            <a:extLst>
              <a:ext uri="{FF2B5EF4-FFF2-40B4-BE49-F238E27FC236}">
                <a16:creationId xmlns:a16="http://schemas.microsoft.com/office/drawing/2014/main" id="{96C45DCD-34B9-460A-837D-904317F82A40}"/>
              </a:ext>
            </a:extLst>
          </p:cNvPr>
          <p:cNvCxnSpPr>
            <a:cxnSpLocks/>
          </p:cNvCxnSpPr>
          <p:nvPr/>
        </p:nvCxnSpPr>
        <p:spPr>
          <a:xfrm flipV="1">
            <a:off x="6073390" y="3557860"/>
            <a:ext cx="0" cy="639054"/>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CCF9D47-8B6D-44EC-AFD2-69C12272A7BD}"/>
              </a:ext>
            </a:extLst>
          </p:cNvPr>
          <p:cNvCxnSpPr>
            <a:cxnSpLocks/>
          </p:cNvCxnSpPr>
          <p:nvPr/>
        </p:nvCxnSpPr>
        <p:spPr>
          <a:xfrm>
            <a:off x="6070840" y="2690223"/>
            <a:ext cx="0" cy="567322"/>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C96A7DEC-6A9F-4EF1-8CE1-04612243CA37}"/>
              </a:ext>
            </a:extLst>
          </p:cNvPr>
          <p:cNvGrpSpPr/>
          <p:nvPr/>
        </p:nvGrpSpPr>
        <p:grpSpPr>
          <a:xfrm>
            <a:off x="4438164" y="3835317"/>
            <a:ext cx="3292733" cy="2836317"/>
            <a:chOff x="4438165" y="3655736"/>
            <a:chExt cx="3292733" cy="2836317"/>
          </a:xfrm>
        </p:grpSpPr>
        <p:sp>
          <p:nvSpPr>
            <p:cNvPr id="24" name="Hexagon 23">
              <a:extLst>
                <a:ext uri="{FF2B5EF4-FFF2-40B4-BE49-F238E27FC236}">
                  <a16:creationId xmlns:a16="http://schemas.microsoft.com/office/drawing/2014/main" id="{973E6ECF-1E65-4038-AAA8-AFC148A35018}"/>
                </a:ext>
              </a:extLst>
            </p:cNvPr>
            <p:cNvSpPr/>
            <p:nvPr/>
          </p:nvSpPr>
          <p:spPr>
            <a:xfrm>
              <a:off x="4438165" y="3655736"/>
              <a:ext cx="3292733" cy="2836317"/>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a:p>
              <a:pPr algn="ctr"/>
              <a:endParaRPr lang="en-US" sz="1000"/>
            </a:p>
            <a:p>
              <a:pPr algn="ctr"/>
              <a:r>
                <a:rPr lang="en-US" sz="2000"/>
                <a:t>Personal</a:t>
              </a:r>
            </a:p>
            <a:p>
              <a:pPr algn="ctr"/>
              <a:endParaRPr lang="en-US" sz="1000"/>
            </a:p>
            <a:p>
              <a:pPr algn="ctr"/>
              <a:endParaRPr lang="en-US" sz="1000"/>
            </a:p>
            <a:p>
              <a:pPr algn="ctr"/>
              <a:endParaRPr lang="en-US" sz="1000"/>
            </a:p>
            <a:p>
              <a:pPr algn="ctr"/>
              <a:endParaRPr lang="en-US" sz="1000"/>
            </a:p>
            <a:p>
              <a:pPr algn="ctr"/>
              <a:endParaRPr lang="en-US" sz="1000"/>
            </a:p>
            <a:p>
              <a:pPr algn="ctr"/>
              <a:endParaRPr lang="en-US" sz="1000"/>
            </a:p>
            <a:p>
              <a:pPr algn="ctr"/>
              <a:endParaRPr lang="en-US" sz="1000"/>
            </a:p>
            <a:p>
              <a:pPr algn="ctr"/>
              <a:endParaRPr lang="en-US" sz="1000"/>
            </a:p>
            <a:p>
              <a:pPr algn="ctr"/>
              <a:endParaRPr lang="en-US" sz="1000"/>
            </a:p>
            <a:p>
              <a:pPr algn="ctr"/>
              <a:endParaRPr lang="en-US" sz="2000"/>
            </a:p>
            <a:p>
              <a:pPr algn="ctr"/>
              <a:r>
                <a:rPr lang="en-US" sz="2000"/>
                <a:t>Meanings </a:t>
              </a:r>
            </a:p>
            <a:p>
              <a:pPr algn="ctr"/>
              <a:r>
                <a:rPr lang="en-US" sz="2000"/>
                <a:t>of Work</a:t>
              </a:r>
            </a:p>
            <a:p>
              <a:pPr algn="ctr"/>
              <a:endParaRPr lang="en-US" sz="2400"/>
            </a:p>
          </p:txBody>
        </p:sp>
        <p:grpSp>
          <p:nvGrpSpPr>
            <p:cNvPr id="2" name="Group 1">
              <a:extLst>
                <a:ext uri="{FF2B5EF4-FFF2-40B4-BE49-F238E27FC236}">
                  <a16:creationId xmlns:a16="http://schemas.microsoft.com/office/drawing/2014/main" id="{58ABA1E1-DB74-49FB-A959-1E7E61E9DF9A}"/>
                </a:ext>
              </a:extLst>
            </p:cNvPr>
            <p:cNvGrpSpPr/>
            <p:nvPr/>
          </p:nvGrpSpPr>
          <p:grpSpPr>
            <a:xfrm>
              <a:off x="5272330" y="4274848"/>
              <a:ext cx="1634868" cy="1414352"/>
              <a:chOff x="4646929" y="4644687"/>
              <a:chExt cx="2200373" cy="1903581"/>
            </a:xfrm>
          </p:grpSpPr>
          <p:sp>
            <p:nvSpPr>
              <p:cNvPr id="3" name="Hexagon 2" descr="Person wearing a tie, sitting cross-legged, arms open, with symbols floating around his head: heart, %, clock, file folder, $, clipart family" title="Meaning of Work">
                <a:extLst>
                  <a:ext uri="{FF2B5EF4-FFF2-40B4-BE49-F238E27FC236}">
                    <a16:creationId xmlns:a16="http://schemas.microsoft.com/office/drawing/2014/main" id="{2814D066-F3E5-4DC2-BBE5-1A5C7CE6CF49}"/>
                  </a:ext>
                </a:extLst>
              </p:cNvPr>
              <p:cNvSpPr/>
              <p:nvPr/>
            </p:nvSpPr>
            <p:spPr>
              <a:xfrm>
                <a:off x="4646929" y="4644687"/>
                <a:ext cx="2200373" cy="1903581"/>
              </a:xfrm>
              <a:prstGeom prst="hexagon">
                <a:avLst>
                  <a:gd name="adj" fmla="val 28570"/>
                  <a:gd name="vf" fmla="val 115470"/>
                </a:avLst>
              </a:prstGeom>
              <a:blipFill rotWithShape="0">
                <a:blip r:embed="rId3"/>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sp>
            <p:nvSpPr>
              <p:cNvPr id="4" name="Hexagon 4">
                <a:extLst>
                  <a:ext uri="{FF2B5EF4-FFF2-40B4-BE49-F238E27FC236}">
                    <a16:creationId xmlns:a16="http://schemas.microsoft.com/office/drawing/2014/main" id="{2C77AD1A-878A-4DCA-B18D-00ED6E8436B0}"/>
                  </a:ext>
                </a:extLst>
              </p:cNvPr>
              <p:cNvSpPr txBox="1"/>
              <p:nvPr/>
            </p:nvSpPr>
            <p:spPr>
              <a:xfrm>
                <a:off x="5011578" y="4960151"/>
                <a:ext cx="1471075" cy="127265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2550" tIns="82550" rIns="82550" bIns="82550" numCol="1" spcCol="1270" anchor="ctr" anchorCtr="0">
                <a:noAutofit/>
              </a:bodyPr>
              <a:lstStyle/>
              <a:p>
                <a:pPr marL="0" lvl="0" indent="0" algn="ctr" defTabSz="2889250">
                  <a:lnSpc>
                    <a:spcPct val="100000"/>
                  </a:lnSpc>
                  <a:spcBef>
                    <a:spcPct val="0"/>
                  </a:spcBef>
                  <a:spcAft>
                    <a:spcPts val="0"/>
                  </a:spcAft>
                  <a:buNone/>
                </a:pPr>
                <a:endParaRPr lang="en-US" sz="6500" kern="1200"/>
              </a:p>
            </p:txBody>
          </p:sp>
        </p:grpSp>
      </p:grpSp>
      <p:grpSp>
        <p:nvGrpSpPr>
          <p:cNvPr id="27" name="Group 26">
            <a:extLst>
              <a:ext uri="{FF2B5EF4-FFF2-40B4-BE49-F238E27FC236}">
                <a16:creationId xmlns:a16="http://schemas.microsoft.com/office/drawing/2014/main" id="{5B9A3BE0-803F-4C60-A514-A41B2DF29F10}"/>
              </a:ext>
            </a:extLst>
          </p:cNvPr>
          <p:cNvGrpSpPr/>
          <p:nvPr/>
        </p:nvGrpSpPr>
        <p:grpSpPr>
          <a:xfrm>
            <a:off x="7411340" y="1970645"/>
            <a:ext cx="3292733" cy="2836317"/>
            <a:chOff x="7043040" y="1998240"/>
            <a:chExt cx="3292733" cy="2836317"/>
          </a:xfrm>
        </p:grpSpPr>
        <p:sp>
          <p:nvSpPr>
            <p:cNvPr id="23" name="Hexagon 22">
              <a:extLst>
                <a:ext uri="{FF2B5EF4-FFF2-40B4-BE49-F238E27FC236}">
                  <a16:creationId xmlns:a16="http://schemas.microsoft.com/office/drawing/2014/main" id="{B84F26BE-0783-4FD3-B84C-C9D8705E184B}"/>
                </a:ext>
              </a:extLst>
            </p:cNvPr>
            <p:cNvSpPr/>
            <p:nvPr/>
          </p:nvSpPr>
          <p:spPr>
            <a:xfrm>
              <a:off x="7043040" y="1998240"/>
              <a:ext cx="3292733" cy="2836317"/>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Social </a:t>
              </a:r>
            </a:p>
            <a:p>
              <a:pPr algn="ctr"/>
              <a:r>
                <a:rPr lang="en-US" sz="2000"/>
                <a:t>Engagement</a:t>
              </a:r>
            </a:p>
            <a:p>
              <a:pPr algn="ctr"/>
              <a:endParaRPr lang="en-US" sz="1000"/>
            </a:p>
            <a:p>
              <a:pPr algn="ctr"/>
              <a:endParaRPr lang="en-US" sz="1000"/>
            </a:p>
            <a:p>
              <a:pPr algn="ctr"/>
              <a:endParaRPr lang="en-US" sz="1000"/>
            </a:p>
            <a:p>
              <a:pPr algn="ctr"/>
              <a:endParaRPr lang="en-US" sz="1000"/>
            </a:p>
            <a:p>
              <a:pPr algn="ctr"/>
              <a:endParaRPr lang="en-US" sz="1000"/>
            </a:p>
            <a:p>
              <a:pPr algn="ctr"/>
              <a:endParaRPr lang="en-US" sz="1000"/>
            </a:p>
            <a:p>
              <a:pPr algn="ctr"/>
              <a:r>
                <a:rPr lang="en-US" sz="1000"/>
                <a:t> </a:t>
              </a:r>
            </a:p>
            <a:p>
              <a:pPr algn="ctr"/>
              <a:endParaRPr lang="en-US" sz="1000"/>
            </a:p>
            <a:p>
              <a:pPr algn="ctr"/>
              <a:endParaRPr lang="en-US" sz="1000"/>
            </a:p>
            <a:p>
              <a:pPr algn="ctr"/>
              <a:endParaRPr lang="en-US" sz="1000"/>
            </a:p>
            <a:p>
              <a:pPr algn="ctr"/>
              <a:endParaRPr lang="en-US" sz="1000"/>
            </a:p>
            <a:p>
              <a:pPr algn="ctr"/>
              <a:r>
                <a:rPr lang="en-US" sz="2000"/>
                <a:t>&amp; Activity</a:t>
              </a:r>
            </a:p>
          </p:txBody>
        </p:sp>
        <p:grpSp>
          <p:nvGrpSpPr>
            <p:cNvPr id="5" name="Group 4">
              <a:extLst>
                <a:ext uri="{FF2B5EF4-FFF2-40B4-BE49-F238E27FC236}">
                  <a16:creationId xmlns:a16="http://schemas.microsoft.com/office/drawing/2014/main" id="{9EA1435D-0A93-438A-A765-3967A0E77C2B}"/>
                </a:ext>
              </a:extLst>
            </p:cNvPr>
            <p:cNvGrpSpPr/>
            <p:nvPr/>
          </p:nvGrpSpPr>
          <p:grpSpPr>
            <a:xfrm>
              <a:off x="7864175" y="2761229"/>
              <a:ext cx="1639397" cy="1418271"/>
              <a:chOff x="2619561" y="3361722"/>
              <a:chExt cx="2200373" cy="1903581"/>
            </a:xfrm>
          </p:grpSpPr>
          <p:sp>
            <p:nvSpPr>
              <p:cNvPr id="6" name="Hexagon 5" descr="Three people against skyline - adult using wheelchair, adult running, child on bike." title="Activity/Social">
                <a:extLst>
                  <a:ext uri="{FF2B5EF4-FFF2-40B4-BE49-F238E27FC236}">
                    <a16:creationId xmlns:a16="http://schemas.microsoft.com/office/drawing/2014/main" id="{7BEAA5FC-DC34-4CC1-B171-EE4D9A1EF98E}"/>
                  </a:ext>
                </a:extLst>
              </p:cNvPr>
              <p:cNvSpPr/>
              <p:nvPr/>
            </p:nvSpPr>
            <p:spPr>
              <a:xfrm>
                <a:off x="2619561" y="3361722"/>
                <a:ext cx="2200373" cy="1903581"/>
              </a:xfrm>
              <a:prstGeom prst="hexagon">
                <a:avLst>
                  <a:gd name="adj" fmla="val 28570"/>
                  <a:gd name="vf" fmla="val 115470"/>
                </a:avLst>
              </a:prstGeom>
              <a:blipFill rotWithShape="0">
                <a:blip r:embed="rId4"/>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sp>
            <p:nvSpPr>
              <p:cNvPr id="7" name="Hexagon 4">
                <a:extLst>
                  <a:ext uri="{FF2B5EF4-FFF2-40B4-BE49-F238E27FC236}">
                    <a16:creationId xmlns:a16="http://schemas.microsoft.com/office/drawing/2014/main" id="{10EF19B6-9327-42E2-9118-1333E8209E8D}"/>
                  </a:ext>
                </a:extLst>
              </p:cNvPr>
              <p:cNvSpPr txBox="1"/>
              <p:nvPr/>
            </p:nvSpPr>
            <p:spPr>
              <a:xfrm>
                <a:off x="2984211" y="3789320"/>
                <a:ext cx="1471075" cy="127265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2550" tIns="82550" rIns="82550" bIns="82550" numCol="1" spcCol="1270" anchor="ctr" anchorCtr="0">
                <a:noAutofit/>
              </a:bodyPr>
              <a:lstStyle/>
              <a:p>
                <a:pPr marL="0" lvl="0" indent="0" algn="ctr" defTabSz="2889250">
                  <a:lnSpc>
                    <a:spcPct val="100000"/>
                  </a:lnSpc>
                  <a:spcBef>
                    <a:spcPct val="0"/>
                  </a:spcBef>
                  <a:spcAft>
                    <a:spcPts val="0"/>
                  </a:spcAft>
                  <a:buNone/>
                </a:pPr>
                <a:endParaRPr lang="en-US" sz="6500" kern="1200"/>
              </a:p>
            </p:txBody>
          </p:sp>
        </p:grpSp>
      </p:grpSp>
      <p:sp>
        <p:nvSpPr>
          <p:cNvPr id="25" name="Hexagon 24">
            <a:extLst>
              <a:ext uri="{FF2B5EF4-FFF2-40B4-BE49-F238E27FC236}">
                <a16:creationId xmlns:a16="http://schemas.microsoft.com/office/drawing/2014/main" id="{ADA58AA5-A8FF-4011-BF17-30D1A0A8B140}"/>
              </a:ext>
            </a:extLst>
          </p:cNvPr>
          <p:cNvSpPr/>
          <p:nvPr/>
        </p:nvSpPr>
        <p:spPr>
          <a:xfrm>
            <a:off x="1475453" y="1986442"/>
            <a:ext cx="3292733" cy="2836317"/>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a:p>
            <a:pPr algn="ctr"/>
            <a:r>
              <a:rPr lang="en-US" sz="2000"/>
              <a:t>Financial</a:t>
            </a:r>
          </a:p>
          <a:p>
            <a:pPr algn="ctr"/>
            <a:endParaRPr lang="en-US" sz="2400"/>
          </a:p>
          <a:p>
            <a:pPr algn="ctr"/>
            <a:endParaRPr lang="en-US" sz="2400"/>
          </a:p>
          <a:p>
            <a:pPr algn="ctr"/>
            <a:endParaRPr lang="en-US" sz="2400"/>
          </a:p>
          <a:p>
            <a:pPr algn="ctr"/>
            <a:endParaRPr lang="en-US" sz="2400"/>
          </a:p>
          <a:p>
            <a:pPr algn="ctr"/>
            <a:endParaRPr lang="en-US" sz="2400"/>
          </a:p>
          <a:p>
            <a:pPr algn="ctr"/>
            <a:r>
              <a:rPr lang="en-US" sz="2000"/>
              <a:t>Risks &amp; Rewards</a:t>
            </a:r>
          </a:p>
          <a:p>
            <a:pPr algn="ctr"/>
            <a:endParaRPr lang="en-US" sz="2400"/>
          </a:p>
        </p:txBody>
      </p:sp>
      <p:grpSp>
        <p:nvGrpSpPr>
          <p:cNvPr id="8" name="Group 7">
            <a:extLst>
              <a:ext uri="{FF2B5EF4-FFF2-40B4-BE49-F238E27FC236}">
                <a16:creationId xmlns:a16="http://schemas.microsoft.com/office/drawing/2014/main" id="{431EBC26-4ED7-4B5A-9B12-A1F03EFF4E52}"/>
              </a:ext>
            </a:extLst>
          </p:cNvPr>
          <p:cNvGrpSpPr/>
          <p:nvPr/>
        </p:nvGrpSpPr>
        <p:grpSpPr>
          <a:xfrm>
            <a:off x="2288638" y="2697423"/>
            <a:ext cx="1634868" cy="1414353"/>
            <a:chOff x="4646929" y="0"/>
            <a:chExt cx="2200373" cy="1903581"/>
          </a:xfrm>
        </p:grpSpPr>
        <p:sp>
          <p:nvSpPr>
            <p:cNvPr id="9" name="Hexagon 8" descr="Clipart of dollar sign and health insurance cards" title="SSDI &amp; Other Benefits">
              <a:extLst>
                <a:ext uri="{FF2B5EF4-FFF2-40B4-BE49-F238E27FC236}">
                  <a16:creationId xmlns:a16="http://schemas.microsoft.com/office/drawing/2014/main" id="{307A63D9-C933-4F56-8057-8C51B6FF7565}"/>
                </a:ext>
              </a:extLst>
            </p:cNvPr>
            <p:cNvSpPr/>
            <p:nvPr/>
          </p:nvSpPr>
          <p:spPr>
            <a:xfrm>
              <a:off x="4646929" y="0"/>
              <a:ext cx="2200373" cy="1903581"/>
            </a:xfrm>
            <a:prstGeom prst="hexagon">
              <a:avLst>
                <a:gd name="adj" fmla="val 28570"/>
                <a:gd name="vf" fmla="val 115470"/>
              </a:avLst>
            </a:prstGeom>
            <a:blipFill rotWithShape="0">
              <a:blip r:embed="rId5"/>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sp>
          <p:nvSpPr>
            <p:cNvPr id="10" name="Hexagon 4">
              <a:extLst>
                <a:ext uri="{FF2B5EF4-FFF2-40B4-BE49-F238E27FC236}">
                  <a16:creationId xmlns:a16="http://schemas.microsoft.com/office/drawing/2014/main" id="{FCE981D2-2C67-4080-8303-564996821FC6}"/>
                </a:ext>
              </a:extLst>
            </p:cNvPr>
            <p:cNvSpPr txBox="1"/>
            <p:nvPr/>
          </p:nvSpPr>
          <p:spPr>
            <a:xfrm>
              <a:off x="5011578" y="315464"/>
              <a:ext cx="1471075" cy="127265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p:txBody>
        </p:sp>
      </p:grpSp>
      <p:grpSp>
        <p:nvGrpSpPr>
          <p:cNvPr id="26" name="Group 25">
            <a:extLst>
              <a:ext uri="{FF2B5EF4-FFF2-40B4-BE49-F238E27FC236}">
                <a16:creationId xmlns:a16="http://schemas.microsoft.com/office/drawing/2014/main" id="{0526A46A-AADE-45B4-B410-5B2DFAE1481F}"/>
              </a:ext>
            </a:extLst>
          </p:cNvPr>
          <p:cNvGrpSpPr/>
          <p:nvPr/>
        </p:nvGrpSpPr>
        <p:grpSpPr>
          <a:xfrm>
            <a:off x="4438164" y="137567"/>
            <a:ext cx="3292733" cy="2836317"/>
            <a:chOff x="4435601" y="340742"/>
            <a:chExt cx="3292733" cy="2836317"/>
          </a:xfrm>
        </p:grpSpPr>
        <p:sp>
          <p:nvSpPr>
            <p:cNvPr id="22" name="Hexagon 21">
              <a:extLst>
                <a:ext uri="{FF2B5EF4-FFF2-40B4-BE49-F238E27FC236}">
                  <a16:creationId xmlns:a16="http://schemas.microsoft.com/office/drawing/2014/main" id="{0AF3AA40-1733-46A8-AAB3-330B6F9FA798}"/>
                </a:ext>
              </a:extLst>
            </p:cNvPr>
            <p:cNvSpPr/>
            <p:nvPr/>
          </p:nvSpPr>
          <p:spPr>
            <a:xfrm>
              <a:off x="4435601" y="340742"/>
              <a:ext cx="3292733" cy="2836317"/>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Family </a:t>
              </a:r>
            </a:p>
            <a:p>
              <a:pPr algn="ctr"/>
              <a:r>
                <a:rPr lang="en-US" sz="2000"/>
                <a:t>Engagement,</a:t>
              </a:r>
            </a:p>
            <a:p>
              <a:pPr algn="ctr"/>
              <a:endParaRPr lang="en-US" sz="1000"/>
            </a:p>
            <a:p>
              <a:pPr algn="ctr"/>
              <a:endParaRPr lang="en-US" sz="1000"/>
            </a:p>
            <a:p>
              <a:pPr algn="ctr"/>
              <a:endParaRPr lang="en-US" sz="1000"/>
            </a:p>
            <a:p>
              <a:pPr algn="ctr"/>
              <a:endParaRPr lang="en-US" sz="1000"/>
            </a:p>
            <a:p>
              <a:pPr algn="ctr"/>
              <a:endParaRPr lang="en-US" sz="1000"/>
            </a:p>
            <a:p>
              <a:pPr algn="ctr"/>
              <a:endParaRPr lang="en-US" sz="1000"/>
            </a:p>
            <a:p>
              <a:pPr algn="ctr"/>
              <a:endParaRPr lang="en-US" sz="1000"/>
            </a:p>
            <a:p>
              <a:pPr algn="ctr"/>
              <a:endParaRPr lang="en-US" sz="1000"/>
            </a:p>
            <a:p>
              <a:pPr algn="ctr"/>
              <a:endParaRPr lang="en-US" sz="1000"/>
            </a:p>
            <a:p>
              <a:pPr algn="ctr"/>
              <a:endParaRPr lang="en-US" sz="1000"/>
            </a:p>
            <a:p>
              <a:pPr algn="ctr"/>
              <a:r>
                <a:rPr lang="en-US" sz="2000"/>
                <a:t> Roles &amp; Responsibilities</a:t>
              </a:r>
            </a:p>
          </p:txBody>
        </p:sp>
        <p:sp>
          <p:nvSpPr>
            <p:cNvPr id="12" name="Hexagon 11" descr="Clipart of two parents and two children, all holding hands" title="Family">
              <a:extLst>
                <a:ext uri="{FF2B5EF4-FFF2-40B4-BE49-F238E27FC236}">
                  <a16:creationId xmlns:a16="http://schemas.microsoft.com/office/drawing/2014/main" id="{5B3076D4-9431-4094-9C3D-0F50D321E5F5}"/>
                </a:ext>
              </a:extLst>
            </p:cNvPr>
            <p:cNvSpPr/>
            <p:nvPr/>
          </p:nvSpPr>
          <p:spPr>
            <a:xfrm>
              <a:off x="5253394" y="1051724"/>
              <a:ext cx="1634867" cy="1414352"/>
            </a:xfrm>
            <a:prstGeom prst="hexagon">
              <a:avLst>
                <a:gd name="adj" fmla="val 28570"/>
                <a:gd name="vf" fmla="val 115470"/>
              </a:avLst>
            </a:prstGeom>
            <a:blipFill rotWithShape="0">
              <a:blip r:embed="rId6"/>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grpSp>
      <p:cxnSp>
        <p:nvCxnSpPr>
          <p:cNvPr id="32" name="Straight Arrow Connector 31">
            <a:extLst>
              <a:ext uri="{FF2B5EF4-FFF2-40B4-BE49-F238E27FC236}">
                <a16:creationId xmlns:a16="http://schemas.microsoft.com/office/drawing/2014/main" id="{D9C28333-E140-4CE3-9FE7-0338248C66F7}"/>
              </a:ext>
            </a:extLst>
          </p:cNvPr>
          <p:cNvCxnSpPr>
            <a:cxnSpLocks/>
          </p:cNvCxnSpPr>
          <p:nvPr/>
        </p:nvCxnSpPr>
        <p:spPr>
          <a:xfrm flipV="1">
            <a:off x="4684748" y="3388804"/>
            <a:ext cx="645857" cy="14795"/>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DA1FF5C4-AF8E-45AC-95AA-231E003141CD}"/>
              </a:ext>
            </a:extLst>
          </p:cNvPr>
          <p:cNvCxnSpPr>
            <a:cxnSpLocks/>
          </p:cNvCxnSpPr>
          <p:nvPr/>
        </p:nvCxnSpPr>
        <p:spPr>
          <a:xfrm flipH="1">
            <a:off x="6840012" y="3403599"/>
            <a:ext cx="638514" cy="1"/>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532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p:cNvGraphicFramePr/>
          <p:nvPr>
            <p:extLst>
              <p:ext uri="{D42A27DB-BD31-4B8C-83A1-F6EECF244321}">
                <p14:modId xmlns:p14="http://schemas.microsoft.com/office/powerpoint/2010/main" val="4087139946"/>
              </p:ext>
            </p:extLst>
          </p:nvPr>
        </p:nvGraphicFramePr>
        <p:xfrm>
          <a:off x="286034" y="3175"/>
          <a:ext cx="10684042" cy="64707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p:txBody>
          <a:bodyPr/>
          <a:lstStyle/>
          <a:p>
            <a:r>
              <a:rPr lang="en-US"/>
              <a:t>Financial Risks and Rewards</a:t>
            </a:r>
          </a:p>
        </p:txBody>
      </p:sp>
      <p:sp>
        <p:nvSpPr>
          <p:cNvPr id="3" name="Slide Number Placeholder 2"/>
          <p:cNvSpPr>
            <a:spLocks noGrp="1"/>
          </p:cNvSpPr>
          <p:nvPr>
            <p:ph type="sldNum" sz="quarter" idx="12"/>
          </p:nvPr>
        </p:nvSpPr>
        <p:spPr/>
        <p:txBody>
          <a:bodyPr/>
          <a:lstStyle/>
          <a:p>
            <a:fld id="{0AF0BB18-AE53-42E4-9D5C-1A2C78F44834}" type="slidenum">
              <a:rPr lang="en-US" smtClean="0"/>
              <a:t>14</a:t>
            </a:fld>
            <a:endParaRPr lang="en-US"/>
          </a:p>
        </p:txBody>
      </p:sp>
      <p:grpSp>
        <p:nvGrpSpPr>
          <p:cNvPr id="9" name="Group 8"/>
          <p:cNvGrpSpPr/>
          <p:nvPr/>
        </p:nvGrpSpPr>
        <p:grpSpPr>
          <a:xfrm>
            <a:off x="3425952" y="5120440"/>
            <a:ext cx="4224528" cy="347454"/>
            <a:chOff x="3384963" y="6169791"/>
            <a:chExt cx="4224528" cy="347454"/>
          </a:xfrm>
        </p:grpSpPr>
        <p:sp>
          <p:nvSpPr>
            <p:cNvPr id="10" name="Cross 9"/>
            <p:cNvSpPr/>
            <p:nvPr/>
          </p:nvSpPr>
          <p:spPr>
            <a:xfrm>
              <a:off x="3384963" y="6169791"/>
              <a:ext cx="336216" cy="347454"/>
            </a:xfrm>
            <a:prstGeom prst="plus">
              <a:avLst>
                <a:gd name="adj" fmla="val 4224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Minus 10"/>
            <p:cNvSpPr/>
            <p:nvPr/>
          </p:nvSpPr>
          <p:spPr>
            <a:xfrm>
              <a:off x="7192930" y="6220183"/>
              <a:ext cx="416561" cy="246670"/>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2" name="Group 11">
            <a:extLst>
              <a:ext uri="{FF2B5EF4-FFF2-40B4-BE49-F238E27FC236}">
                <a16:creationId xmlns:a16="http://schemas.microsoft.com/office/drawing/2014/main" id="{5E33E696-4C97-442E-A4F7-E519531F1F16}"/>
              </a:ext>
            </a:extLst>
          </p:cNvPr>
          <p:cNvGrpSpPr/>
          <p:nvPr/>
        </p:nvGrpSpPr>
        <p:grpSpPr>
          <a:xfrm>
            <a:off x="9982200" y="276335"/>
            <a:ext cx="1634868" cy="1414353"/>
            <a:chOff x="4646929" y="0"/>
            <a:chExt cx="2200373" cy="1903581"/>
          </a:xfrm>
        </p:grpSpPr>
        <p:sp>
          <p:nvSpPr>
            <p:cNvPr id="13" name="Hexagon 12" descr="Clipart of dollar sign and health insurance cards" title="SSDI &amp; Other Benefits">
              <a:extLst>
                <a:ext uri="{FF2B5EF4-FFF2-40B4-BE49-F238E27FC236}">
                  <a16:creationId xmlns:a16="http://schemas.microsoft.com/office/drawing/2014/main" id="{22DB5311-C5CA-470B-AB10-A3C19F65D8AD}"/>
                </a:ext>
              </a:extLst>
            </p:cNvPr>
            <p:cNvSpPr/>
            <p:nvPr/>
          </p:nvSpPr>
          <p:spPr>
            <a:xfrm>
              <a:off x="4646929" y="0"/>
              <a:ext cx="2200373" cy="1903581"/>
            </a:xfrm>
            <a:prstGeom prst="hexagon">
              <a:avLst>
                <a:gd name="adj" fmla="val 28570"/>
                <a:gd name="vf" fmla="val 115470"/>
              </a:avLst>
            </a:prstGeom>
            <a:blipFill rotWithShape="0">
              <a:blip r:embed="rId8"/>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sp>
          <p:nvSpPr>
            <p:cNvPr id="14" name="Hexagon 4">
              <a:extLst>
                <a:ext uri="{FF2B5EF4-FFF2-40B4-BE49-F238E27FC236}">
                  <a16:creationId xmlns:a16="http://schemas.microsoft.com/office/drawing/2014/main" id="{19919681-E753-4645-AC92-5326B4DDFBDE}"/>
                </a:ext>
              </a:extLst>
            </p:cNvPr>
            <p:cNvSpPr txBox="1"/>
            <p:nvPr/>
          </p:nvSpPr>
          <p:spPr>
            <a:xfrm>
              <a:off x="5011578" y="315464"/>
              <a:ext cx="1471075" cy="127265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p:txBody>
        </p:sp>
      </p:grpSp>
    </p:spTree>
    <p:extLst>
      <p:ext uri="{BB962C8B-B14F-4D97-AF65-F5344CB8AC3E}">
        <p14:creationId xmlns:p14="http://schemas.microsoft.com/office/powerpoint/2010/main" val="2291678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Financial Risks and Rewards</a:t>
            </a:r>
          </a:p>
        </p:txBody>
      </p:sp>
      <p:sp>
        <p:nvSpPr>
          <p:cNvPr id="3" name="Content Placeholder 2"/>
          <p:cNvSpPr>
            <a:spLocks noGrp="1"/>
          </p:cNvSpPr>
          <p:nvPr>
            <p:ph idx="1"/>
          </p:nvPr>
        </p:nvSpPr>
        <p:spPr>
          <a:xfrm>
            <a:off x="676656" y="1938528"/>
            <a:ext cx="10497312" cy="1915015"/>
          </a:xfrm>
        </p:spPr>
        <p:txBody>
          <a:bodyPr>
            <a:noAutofit/>
          </a:bodyPr>
          <a:lstStyle/>
          <a:p>
            <a:pPr marL="0" indent="0">
              <a:buNone/>
            </a:pPr>
            <a:r>
              <a:rPr lang="en-US"/>
              <a:t>“Having a full-time job and benefits is very tempting. And I would really like to have that kind of security again. [But] you know, the SSDI, I don’t know how much it would affect it. And then I don’t know if I’d make enough to have a living wage.”</a:t>
            </a:r>
          </a:p>
          <a:p>
            <a:pPr marL="0" indent="0">
              <a:buNone/>
            </a:pPr>
            <a:endParaRPr lang="en-US"/>
          </a:p>
          <a:p>
            <a:pPr marL="0" indent="0">
              <a:buNone/>
            </a:pPr>
            <a:r>
              <a:rPr lang="en-US"/>
              <a:t>- “Murray,” 50s, single</a:t>
            </a:r>
          </a:p>
          <a:p>
            <a:pPr marL="0" indent="0">
              <a:buNone/>
            </a:pPr>
            <a:endParaRPr lang="en-US" sz="4000"/>
          </a:p>
        </p:txBody>
      </p:sp>
      <p:sp>
        <p:nvSpPr>
          <p:cNvPr id="4" name="Slide Number Placeholder 3"/>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15</a:t>
            </a:fld>
            <a:endParaRPr lang="en-US">
              <a:solidFill>
                <a:prstClr val="black">
                  <a:lumMod val="95000"/>
                  <a:lumOff val="5000"/>
                </a:prstClr>
              </a:solidFill>
            </a:endParaRPr>
          </a:p>
        </p:txBody>
      </p:sp>
      <p:grpSp>
        <p:nvGrpSpPr>
          <p:cNvPr id="11" name="Group 10">
            <a:extLst>
              <a:ext uri="{FF2B5EF4-FFF2-40B4-BE49-F238E27FC236}">
                <a16:creationId xmlns:a16="http://schemas.microsoft.com/office/drawing/2014/main" id="{00892782-C722-4E8C-876C-108907B9BFC6}"/>
              </a:ext>
            </a:extLst>
          </p:cNvPr>
          <p:cNvGrpSpPr/>
          <p:nvPr/>
        </p:nvGrpSpPr>
        <p:grpSpPr>
          <a:xfrm>
            <a:off x="9982200" y="276335"/>
            <a:ext cx="1634868" cy="1414353"/>
            <a:chOff x="4646929" y="0"/>
            <a:chExt cx="2200373" cy="1903581"/>
          </a:xfrm>
        </p:grpSpPr>
        <p:sp>
          <p:nvSpPr>
            <p:cNvPr id="12" name="Hexagon 11" descr="Clipart of dollar sign and health insurance cards" title="SSDI &amp; Other Benefits">
              <a:extLst>
                <a:ext uri="{FF2B5EF4-FFF2-40B4-BE49-F238E27FC236}">
                  <a16:creationId xmlns:a16="http://schemas.microsoft.com/office/drawing/2014/main" id="{A3AFBD16-3FAF-40BF-BE43-953419E7A6B1}"/>
                </a:ext>
              </a:extLst>
            </p:cNvPr>
            <p:cNvSpPr/>
            <p:nvPr/>
          </p:nvSpPr>
          <p:spPr>
            <a:xfrm>
              <a:off x="4646929" y="0"/>
              <a:ext cx="2200373" cy="1903581"/>
            </a:xfrm>
            <a:prstGeom prst="hexagon">
              <a:avLst>
                <a:gd name="adj" fmla="val 28570"/>
                <a:gd name="vf" fmla="val 115470"/>
              </a:avLst>
            </a:prstGeom>
            <a:blipFill rotWithShape="0">
              <a:blip r:embed="rId3"/>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sp>
          <p:nvSpPr>
            <p:cNvPr id="13" name="Hexagon 4">
              <a:extLst>
                <a:ext uri="{FF2B5EF4-FFF2-40B4-BE49-F238E27FC236}">
                  <a16:creationId xmlns:a16="http://schemas.microsoft.com/office/drawing/2014/main" id="{FAA54BD1-FDEC-4C3B-A3F2-FA5987FC80B8}"/>
                </a:ext>
              </a:extLst>
            </p:cNvPr>
            <p:cNvSpPr txBox="1"/>
            <p:nvPr/>
          </p:nvSpPr>
          <p:spPr>
            <a:xfrm>
              <a:off x="5011578" y="315464"/>
              <a:ext cx="1471075" cy="127265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p:txBody>
        </p:sp>
      </p:grpSp>
    </p:spTree>
    <p:extLst>
      <p:ext uri="{BB962C8B-B14F-4D97-AF65-F5344CB8AC3E}">
        <p14:creationId xmlns:p14="http://schemas.microsoft.com/office/powerpoint/2010/main" val="2779387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Financial Risks and Rewards</a:t>
            </a:r>
          </a:p>
        </p:txBody>
      </p:sp>
      <p:sp>
        <p:nvSpPr>
          <p:cNvPr id="3" name="Content Placeholder 2"/>
          <p:cNvSpPr>
            <a:spLocks noGrp="1"/>
          </p:cNvSpPr>
          <p:nvPr>
            <p:ph idx="1"/>
          </p:nvPr>
        </p:nvSpPr>
        <p:spPr>
          <a:xfrm>
            <a:off x="676656" y="1938528"/>
            <a:ext cx="10497312" cy="3928872"/>
          </a:xfrm>
        </p:spPr>
        <p:txBody>
          <a:bodyPr>
            <a:noAutofit/>
          </a:bodyPr>
          <a:lstStyle/>
          <a:p>
            <a:pPr marL="0" indent="0">
              <a:buNone/>
            </a:pPr>
            <a:r>
              <a:rPr lang="en-US"/>
              <a:t>“To me, it’s not having savings and it’s not making it through the month. And food-wise, I always go every month, lack of food, because food’s always the last thing you’re going to do. …  And I just didn’t have time to get that budgeted. And it’s that mental, emotional depression part of all that. It’s very stressful, and it’s hard to take care of the basics and want to pursue [career goals] and not have to focus on when you’re going to eat again.”</a:t>
            </a:r>
          </a:p>
          <a:p>
            <a:pPr marL="0" indent="0">
              <a:buNone/>
            </a:pPr>
            <a:endParaRPr lang="en-US"/>
          </a:p>
          <a:p>
            <a:pPr marL="0" indent="0">
              <a:buNone/>
            </a:pPr>
            <a:r>
              <a:rPr lang="en-US"/>
              <a:t>- “Priscilla,” 50s, single</a:t>
            </a:r>
          </a:p>
          <a:p>
            <a:pPr marL="0" indent="0">
              <a:buNone/>
            </a:pPr>
            <a:endParaRPr lang="en-US" sz="4000"/>
          </a:p>
        </p:txBody>
      </p:sp>
      <p:sp>
        <p:nvSpPr>
          <p:cNvPr id="4" name="Slide Number Placeholder 3"/>
          <p:cNvSpPr>
            <a:spLocks noGrp="1"/>
          </p:cNvSpPr>
          <p:nvPr>
            <p:ph type="sldNum" sz="quarter" idx="12"/>
          </p:nvPr>
        </p:nvSpPr>
        <p:spPr/>
        <p:txBody>
          <a:bodyPr/>
          <a:lstStyle/>
          <a:p>
            <a:fld id="{0AF0BB18-AE53-42E4-9D5C-1A2C78F44834}" type="slidenum">
              <a:rPr lang="en-US" smtClean="0">
                <a:solidFill>
                  <a:prstClr val="black">
                    <a:lumMod val="95000"/>
                    <a:lumOff val="5000"/>
                  </a:prstClr>
                </a:solidFill>
              </a:rPr>
              <a:pPr/>
              <a:t>16</a:t>
            </a:fld>
            <a:endParaRPr lang="en-US">
              <a:solidFill>
                <a:prstClr val="black">
                  <a:lumMod val="95000"/>
                  <a:lumOff val="5000"/>
                </a:prstClr>
              </a:solidFill>
            </a:endParaRPr>
          </a:p>
        </p:txBody>
      </p:sp>
      <p:grpSp>
        <p:nvGrpSpPr>
          <p:cNvPr id="11" name="Group 10">
            <a:extLst>
              <a:ext uri="{FF2B5EF4-FFF2-40B4-BE49-F238E27FC236}">
                <a16:creationId xmlns:a16="http://schemas.microsoft.com/office/drawing/2014/main" id="{00892782-C722-4E8C-876C-108907B9BFC6}"/>
              </a:ext>
            </a:extLst>
          </p:cNvPr>
          <p:cNvGrpSpPr/>
          <p:nvPr/>
        </p:nvGrpSpPr>
        <p:grpSpPr>
          <a:xfrm>
            <a:off x="9982200" y="276335"/>
            <a:ext cx="1634868" cy="1414353"/>
            <a:chOff x="4646929" y="0"/>
            <a:chExt cx="2200373" cy="1903581"/>
          </a:xfrm>
        </p:grpSpPr>
        <p:sp>
          <p:nvSpPr>
            <p:cNvPr id="12" name="Hexagon 11" descr="Clipart of dollar sign and health insurance cards" title="SSDI &amp; Other Benefits">
              <a:extLst>
                <a:ext uri="{FF2B5EF4-FFF2-40B4-BE49-F238E27FC236}">
                  <a16:creationId xmlns:a16="http://schemas.microsoft.com/office/drawing/2014/main" id="{A3AFBD16-3FAF-40BF-BE43-953419E7A6B1}"/>
                </a:ext>
              </a:extLst>
            </p:cNvPr>
            <p:cNvSpPr/>
            <p:nvPr/>
          </p:nvSpPr>
          <p:spPr>
            <a:xfrm>
              <a:off x="4646929" y="0"/>
              <a:ext cx="2200373" cy="1903581"/>
            </a:xfrm>
            <a:prstGeom prst="hexagon">
              <a:avLst>
                <a:gd name="adj" fmla="val 28570"/>
                <a:gd name="vf" fmla="val 115470"/>
              </a:avLst>
            </a:prstGeom>
            <a:blipFill rotWithShape="0">
              <a:blip r:embed="rId3"/>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sp>
          <p:nvSpPr>
            <p:cNvPr id="13" name="Hexagon 4">
              <a:extLst>
                <a:ext uri="{FF2B5EF4-FFF2-40B4-BE49-F238E27FC236}">
                  <a16:creationId xmlns:a16="http://schemas.microsoft.com/office/drawing/2014/main" id="{FAA54BD1-FDEC-4C3B-A3F2-FA5987FC80B8}"/>
                </a:ext>
              </a:extLst>
            </p:cNvPr>
            <p:cNvSpPr txBox="1"/>
            <p:nvPr/>
          </p:nvSpPr>
          <p:spPr>
            <a:xfrm>
              <a:off x="5011578" y="315464"/>
              <a:ext cx="1471075" cy="127265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p:txBody>
        </p:sp>
      </p:grpSp>
    </p:spTree>
    <p:extLst>
      <p:ext uri="{BB962C8B-B14F-4D97-AF65-F5344CB8AC3E}">
        <p14:creationId xmlns:p14="http://schemas.microsoft.com/office/powerpoint/2010/main" val="1088382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p:cNvGraphicFramePr/>
          <p:nvPr>
            <p:extLst>
              <p:ext uri="{D42A27DB-BD31-4B8C-83A1-F6EECF244321}">
                <p14:modId xmlns:p14="http://schemas.microsoft.com/office/powerpoint/2010/main" val="2185124158"/>
              </p:ext>
            </p:extLst>
          </p:nvPr>
        </p:nvGraphicFramePr>
        <p:xfrm>
          <a:off x="259172" y="28067"/>
          <a:ext cx="10684042" cy="64707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p:txBody>
          <a:bodyPr/>
          <a:lstStyle/>
          <a:p>
            <a:r>
              <a:rPr lang="en-US"/>
              <a:t>Family Roles &amp; Responsibilities</a:t>
            </a:r>
          </a:p>
        </p:txBody>
      </p:sp>
      <p:sp>
        <p:nvSpPr>
          <p:cNvPr id="3" name="Slide Number Placeholder 2"/>
          <p:cNvSpPr>
            <a:spLocks noGrp="1"/>
          </p:cNvSpPr>
          <p:nvPr>
            <p:ph type="sldNum" sz="quarter" idx="12"/>
          </p:nvPr>
        </p:nvSpPr>
        <p:spPr/>
        <p:txBody>
          <a:bodyPr/>
          <a:lstStyle/>
          <a:p>
            <a:fld id="{0AF0BB18-AE53-42E4-9D5C-1A2C78F44834}" type="slidenum">
              <a:rPr lang="en-US" smtClean="0"/>
              <a:t>17</a:t>
            </a:fld>
            <a:endParaRPr lang="en-US"/>
          </a:p>
        </p:txBody>
      </p:sp>
      <p:sp>
        <p:nvSpPr>
          <p:cNvPr id="13" name="Hexagon 12" descr="Clipart of two parents and two children, all holding hands" title="Family">
            <a:extLst>
              <a:ext uri="{FF2B5EF4-FFF2-40B4-BE49-F238E27FC236}">
                <a16:creationId xmlns:a16="http://schemas.microsoft.com/office/drawing/2014/main" id="{0E8910A7-7A60-4220-82CF-6B2DD8590943}"/>
              </a:ext>
            </a:extLst>
          </p:cNvPr>
          <p:cNvSpPr/>
          <p:nvPr/>
        </p:nvSpPr>
        <p:spPr>
          <a:xfrm>
            <a:off x="9982200" y="276336"/>
            <a:ext cx="1634867" cy="1414352"/>
          </a:xfrm>
          <a:prstGeom prst="hexagon">
            <a:avLst>
              <a:gd name="adj" fmla="val 28570"/>
              <a:gd name="vf" fmla="val 115470"/>
            </a:avLst>
          </a:prstGeom>
          <a:blipFill rotWithShape="0">
            <a:blip r:embed="rId8"/>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grpSp>
        <p:nvGrpSpPr>
          <p:cNvPr id="14" name="Group 13">
            <a:extLst>
              <a:ext uri="{FF2B5EF4-FFF2-40B4-BE49-F238E27FC236}">
                <a16:creationId xmlns:a16="http://schemas.microsoft.com/office/drawing/2014/main" id="{1D688F0D-C8B4-4E3E-9ACE-B610C8E44A44}"/>
              </a:ext>
            </a:extLst>
          </p:cNvPr>
          <p:cNvGrpSpPr/>
          <p:nvPr/>
        </p:nvGrpSpPr>
        <p:grpSpPr>
          <a:xfrm>
            <a:off x="3425952" y="5120440"/>
            <a:ext cx="4224528" cy="347454"/>
            <a:chOff x="3384963" y="6169791"/>
            <a:chExt cx="4224528" cy="347454"/>
          </a:xfrm>
        </p:grpSpPr>
        <p:sp>
          <p:nvSpPr>
            <p:cNvPr id="15" name="Cross 14">
              <a:extLst>
                <a:ext uri="{FF2B5EF4-FFF2-40B4-BE49-F238E27FC236}">
                  <a16:creationId xmlns:a16="http://schemas.microsoft.com/office/drawing/2014/main" id="{0F352409-EBEC-49BA-9CD9-A92AB889107D}"/>
                </a:ext>
              </a:extLst>
            </p:cNvPr>
            <p:cNvSpPr/>
            <p:nvPr/>
          </p:nvSpPr>
          <p:spPr>
            <a:xfrm>
              <a:off x="3384963" y="6169791"/>
              <a:ext cx="336216" cy="347454"/>
            </a:xfrm>
            <a:prstGeom prst="plus">
              <a:avLst>
                <a:gd name="adj" fmla="val 4224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Minus 10">
              <a:extLst>
                <a:ext uri="{FF2B5EF4-FFF2-40B4-BE49-F238E27FC236}">
                  <a16:creationId xmlns:a16="http://schemas.microsoft.com/office/drawing/2014/main" id="{030CFB0B-52E1-4743-8B31-174F628E438D}"/>
                </a:ext>
              </a:extLst>
            </p:cNvPr>
            <p:cNvSpPr/>
            <p:nvPr/>
          </p:nvSpPr>
          <p:spPr>
            <a:xfrm>
              <a:off x="7192930" y="6220183"/>
              <a:ext cx="416561" cy="246670"/>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Tree>
    <p:extLst>
      <p:ext uri="{BB962C8B-B14F-4D97-AF65-F5344CB8AC3E}">
        <p14:creationId xmlns:p14="http://schemas.microsoft.com/office/powerpoint/2010/main" val="507884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Family Roles and Responsibilities</a:t>
            </a:r>
          </a:p>
        </p:txBody>
      </p:sp>
      <p:sp>
        <p:nvSpPr>
          <p:cNvPr id="4" name="Slide Number Placeholder 3"/>
          <p:cNvSpPr>
            <a:spLocks noGrp="1"/>
          </p:cNvSpPr>
          <p:nvPr>
            <p:ph type="sldNum" sz="quarter" idx="12"/>
          </p:nvPr>
        </p:nvSpPr>
        <p:spPr/>
        <p:txBody>
          <a:bodyPr/>
          <a:lstStyle/>
          <a:p>
            <a:fld id="{0AF0BB18-AE53-42E4-9D5C-1A2C78F44834}" type="slidenum">
              <a:rPr lang="en-US" smtClean="0"/>
              <a:t>18</a:t>
            </a:fld>
            <a:endParaRPr lang="en-US"/>
          </a:p>
        </p:txBody>
      </p:sp>
      <p:sp>
        <p:nvSpPr>
          <p:cNvPr id="3" name="Content Placeholder 2"/>
          <p:cNvSpPr>
            <a:spLocks noGrp="1"/>
          </p:cNvSpPr>
          <p:nvPr>
            <p:ph idx="1"/>
          </p:nvPr>
        </p:nvSpPr>
        <p:spPr>
          <a:xfrm>
            <a:off x="537295" y="1732547"/>
            <a:ext cx="10206906" cy="4271251"/>
          </a:xfrm>
        </p:spPr>
        <p:txBody>
          <a:bodyPr>
            <a:noAutofit/>
          </a:bodyPr>
          <a:lstStyle/>
          <a:p>
            <a:pPr marL="0" indent="0">
              <a:spcBef>
                <a:spcPts val="0"/>
              </a:spcBef>
              <a:spcAft>
                <a:spcPts val="0"/>
              </a:spcAft>
              <a:buNone/>
            </a:pPr>
            <a:r>
              <a:rPr lang="en-US" sz="2800"/>
              <a:t>“I’m trying to be as </a:t>
            </a:r>
            <a:r>
              <a:rPr lang="en-US" sz="2800" b="1"/>
              <a:t>self-sufficient</a:t>
            </a:r>
            <a:r>
              <a:rPr lang="en-US" sz="2800"/>
              <a:t> as I can </a:t>
            </a:r>
            <a:r>
              <a:rPr lang="en-US" sz="2800" b="1"/>
              <a:t>because I have children</a:t>
            </a:r>
            <a:r>
              <a:rPr lang="en-US" sz="2800"/>
              <a:t>, and I </a:t>
            </a:r>
            <a:r>
              <a:rPr lang="en-US" sz="2800" b="1"/>
              <a:t>want to be a good example</a:t>
            </a:r>
            <a:r>
              <a:rPr lang="en-US" sz="2800"/>
              <a:t>. … I just try to </a:t>
            </a:r>
            <a:r>
              <a:rPr lang="en-US" sz="2800" b="1"/>
              <a:t>work as much as I can </a:t>
            </a:r>
            <a:r>
              <a:rPr lang="en-US" sz="2800"/>
              <a:t>so </a:t>
            </a:r>
            <a:r>
              <a:rPr lang="en-US" sz="2800" b="1"/>
              <a:t>we can be able to make it </a:t>
            </a:r>
            <a:r>
              <a:rPr lang="en-US" sz="2800"/>
              <a:t>and be able to handle it, because just on this Social Security, on my own now, </a:t>
            </a:r>
            <a:r>
              <a:rPr lang="en-US" sz="2800" b="1"/>
              <a:t>I’m struggling</a:t>
            </a:r>
            <a:r>
              <a:rPr lang="en-US" sz="2800"/>
              <a:t>. It’s hard.”</a:t>
            </a:r>
          </a:p>
          <a:p>
            <a:pPr marL="0" indent="0">
              <a:spcBef>
                <a:spcPts val="0"/>
              </a:spcBef>
              <a:spcAft>
                <a:spcPts val="0"/>
              </a:spcAft>
              <a:buNone/>
            </a:pPr>
            <a:endParaRPr lang="en-US"/>
          </a:p>
          <a:p>
            <a:pPr marL="0" indent="0">
              <a:spcBef>
                <a:spcPts val="0"/>
              </a:spcBef>
              <a:spcAft>
                <a:spcPts val="0"/>
              </a:spcAft>
              <a:buNone/>
            </a:pPr>
            <a:r>
              <a:rPr lang="en-US" sz="2800"/>
              <a:t>- “Patricia,” single mother in her 50s</a:t>
            </a:r>
          </a:p>
          <a:p>
            <a:pPr marL="0" indent="0">
              <a:spcBef>
                <a:spcPts val="0"/>
              </a:spcBef>
              <a:spcAft>
                <a:spcPts val="0"/>
              </a:spcAft>
              <a:buNone/>
            </a:pPr>
            <a:endParaRPr lang="en-US" sz="2800"/>
          </a:p>
        </p:txBody>
      </p:sp>
      <p:sp>
        <p:nvSpPr>
          <p:cNvPr id="6" name="Hexagon 5" descr="Clipart of two parents and two children, all holding hands" title="Family">
            <a:extLst>
              <a:ext uri="{FF2B5EF4-FFF2-40B4-BE49-F238E27FC236}">
                <a16:creationId xmlns:a16="http://schemas.microsoft.com/office/drawing/2014/main" id="{49E425F1-74C5-4484-A2A8-5A25360FC7F4}"/>
              </a:ext>
            </a:extLst>
          </p:cNvPr>
          <p:cNvSpPr/>
          <p:nvPr/>
        </p:nvSpPr>
        <p:spPr>
          <a:xfrm>
            <a:off x="9982200" y="276336"/>
            <a:ext cx="1634867" cy="1414352"/>
          </a:xfrm>
          <a:prstGeom prst="hexagon">
            <a:avLst>
              <a:gd name="adj" fmla="val 28570"/>
              <a:gd name="vf" fmla="val 115470"/>
            </a:avLst>
          </a:prstGeom>
          <a:blipFill rotWithShape="0">
            <a:blip r:embed="rId3"/>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spTree>
    <p:extLst>
      <p:ext uri="{BB962C8B-B14F-4D97-AF65-F5344CB8AC3E}">
        <p14:creationId xmlns:p14="http://schemas.microsoft.com/office/powerpoint/2010/main" val="3196498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Family Roles and Responsibilities</a:t>
            </a:r>
          </a:p>
        </p:txBody>
      </p:sp>
      <p:sp>
        <p:nvSpPr>
          <p:cNvPr id="4" name="Slide Number Placeholder 3"/>
          <p:cNvSpPr>
            <a:spLocks noGrp="1"/>
          </p:cNvSpPr>
          <p:nvPr>
            <p:ph type="sldNum" sz="quarter" idx="12"/>
          </p:nvPr>
        </p:nvSpPr>
        <p:spPr/>
        <p:txBody>
          <a:bodyPr/>
          <a:lstStyle/>
          <a:p>
            <a:fld id="{0AF0BB18-AE53-42E4-9D5C-1A2C78F44834}" type="slidenum">
              <a:rPr lang="en-US" smtClean="0"/>
              <a:t>19</a:t>
            </a:fld>
            <a:endParaRPr lang="en-US"/>
          </a:p>
        </p:txBody>
      </p:sp>
      <p:sp>
        <p:nvSpPr>
          <p:cNvPr id="3" name="Content Placeholder 2"/>
          <p:cNvSpPr>
            <a:spLocks noGrp="1"/>
          </p:cNvSpPr>
          <p:nvPr>
            <p:ph idx="1"/>
          </p:nvPr>
        </p:nvSpPr>
        <p:spPr>
          <a:xfrm>
            <a:off x="537295" y="1732547"/>
            <a:ext cx="10206906" cy="4271251"/>
          </a:xfrm>
        </p:spPr>
        <p:txBody>
          <a:bodyPr>
            <a:noAutofit/>
          </a:bodyPr>
          <a:lstStyle/>
          <a:p>
            <a:pPr marL="0" indent="0">
              <a:buNone/>
            </a:pPr>
            <a:r>
              <a:rPr lang="en-US"/>
              <a:t>“Being unemployed has been very helpful in terms of me being able to </a:t>
            </a:r>
            <a:r>
              <a:rPr lang="en-US" b="1"/>
              <a:t>do things with my kids </a:t>
            </a:r>
            <a:r>
              <a:rPr lang="en-US"/>
              <a:t>and getting them places where they need to go, for them, which is really good. Because if I was working, that would be a lot more challenging… So certainly that’s kind of a plus side to all of this, but on the other hand…</a:t>
            </a:r>
            <a:r>
              <a:rPr lang="en-US" b="1"/>
              <a:t>they know their dad doesn’t work</a:t>
            </a:r>
            <a:r>
              <a:rPr lang="en-US"/>
              <a:t>. And I’m sure on some level, that’s got to be hard for them.” </a:t>
            </a:r>
          </a:p>
          <a:p>
            <a:pPr marL="0" indent="0">
              <a:buNone/>
            </a:pPr>
            <a:endParaRPr lang="en-US"/>
          </a:p>
          <a:p>
            <a:pPr marL="0" indent="0">
              <a:spcBef>
                <a:spcPts val="0"/>
              </a:spcBef>
              <a:buNone/>
            </a:pPr>
            <a:r>
              <a:rPr lang="en-US" sz="2800"/>
              <a:t>- “Bernard,” divorced father in his 50s</a:t>
            </a:r>
          </a:p>
          <a:p>
            <a:pPr marL="0" indent="0">
              <a:spcBef>
                <a:spcPts val="0"/>
              </a:spcBef>
              <a:buNone/>
            </a:pPr>
            <a:endParaRPr lang="en-US" sz="2800"/>
          </a:p>
        </p:txBody>
      </p:sp>
      <p:sp>
        <p:nvSpPr>
          <p:cNvPr id="6" name="Hexagon 5" descr="Clipart of two parents and two children, all holding hands" title="Family">
            <a:extLst>
              <a:ext uri="{FF2B5EF4-FFF2-40B4-BE49-F238E27FC236}">
                <a16:creationId xmlns:a16="http://schemas.microsoft.com/office/drawing/2014/main" id="{49E425F1-74C5-4484-A2A8-5A25360FC7F4}"/>
              </a:ext>
            </a:extLst>
          </p:cNvPr>
          <p:cNvSpPr/>
          <p:nvPr/>
        </p:nvSpPr>
        <p:spPr>
          <a:xfrm>
            <a:off x="9982200" y="276336"/>
            <a:ext cx="1634867" cy="1414352"/>
          </a:xfrm>
          <a:prstGeom prst="hexagon">
            <a:avLst>
              <a:gd name="adj" fmla="val 28570"/>
              <a:gd name="vf" fmla="val 115470"/>
            </a:avLst>
          </a:prstGeom>
          <a:blipFill rotWithShape="0">
            <a:blip r:embed="rId3"/>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spTree>
    <p:extLst>
      <p:ext uri="{BB962C8B-B14F-4D97-AF65-F5344CB8AC3E}">
        <p14:creationId xmlns:p14="http://schemas.microsoft.com/office/powerpoint/2010/main" val="2081800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p:cNvGraphicFramePr/>
          <p:nvPr>
            <p:extLst>
              <p:ext uri="{D42A27DB-BD31-4B8C-83A1-F6EECF244321}">
                <p14:modId xmlns:p14="http://schemas.microsoft.com/office/powerpoint/2010/main" val="389221426"/>
              </p:ext>
            </p:extLst>
          </p:nvPr>
        </p:nvGraphicFramePr>
        <p:xfrm>
          <a:off x="291829" y="-119258"/>
          <a:ext cx="10684042" cy="64707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2"/>
          </p:nvPr>
        </p:nvSpPr>
        <p:spPr/>
        <p:txBody>
          <a:bodyPr/>
          <a:lstStyle/>
          <a:p>
            <a:fld id="{0AF0BB18-AE53-42E4-9D5C-1A2C78F44834}" type="slidenum">
              <a:rPr lang="en-US" smtClean="0"/>
              <a:t>20</a:t>
            </a:fld>
            <a:endParaRPr lang="en-US"/>
          </a:p>
        </p:txBody>
      </p:sp>
      <p:grpSp>
        <p:nvGrpSpPr>
          <p:cNvPr id="10" name="Group 9">
            <a:extLst>
              <a:ext uri="{FF2B5EF4-FFF2-40B4-BE49-F238E27FC236}">
                <a16:creationId xmlns:a16="http://schemas.microsoft.com/office/drawing/2014/main" id="{1E10A411-A23A-4618-B097-1BAF0F28C914}"/>
              </a:ext>
            </a:extLst>
          </p:cNvPr>
          <p:cNvGrpSpPr/>
          <p:nvPr/>
        </p:nvGrpSpPr>
        <p:grpSpPr>
          <a:xfrm>
            <a:off x="3521586" y="4989812"/>
            <a:ext cx="4224528" cy="347454"/>
            <a:chOff x="3384963" y="6169791"/>
            <a:chExt cx="4224528" cy="347454"/>
          </a:xfrm>
        </p:grpSpPr>
        <p:sp>
          <p:nvSpPr>
            <p:cNvPr id="11" name="Cross 10">
              <a:extLst>
                <a:ext uri="{FF2B5EF4-FFF2-40B4-BE49-F238E27FC236}">
                  <a16:creationId xmlns:a16="http://schemas.microsoft.com/office/drawing/2014/main" id="{95D8B4AA-D68C-497E-9801-0353A290B654}"/>
                </a:ext>
              </a:extLst>
            </p:cNvPr>
            <p:cNvSpPr/>
            <p:nvPr/>
          </p:nvSpPr>
          <p:spPr>
            <a:xfrm>
              <a:off x="3384963" y="6169791"/>
              <a:ext cx="336216" cy="347454"/>
            </a:xfrm>
            <a:prstGeom prst="plus">
              <a:avLst>
                <a:gd name="adj" fmla="val 4224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Minus 10">
              <a:extLst>
                <a:ext uri="{FF2B5EF4-FFF2-40B4-BE49-F238E27FC236}">
                  <a16:creationId xmlns:a16="http://schemas.microsoft.com/office/drawing/2014/main" id="{7BFB2266-FDC3-4CC7-9E45-6B4D9C1BD505}"/>
                </a:ext>
              </a:extLst>
            </p:cNvPr>
            <p:cNvSpPr/>
            <p:nvPr/>
          </p:nvSpPr>
          <p:spPr>
            <a:xfrm>
              <a:off x="7192930" y="6220183"/>
              <a:ext cx="416561" cy="246670"/>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7" name="Title 1">
            <a:extLst>
              <a:ext uri="{FF2B5EF4-FFF2-40B4-BE49-F238E27FC236}">
                <a16:creationId xmlns:a16="http://schemas.microsoft.com/office/drawing/2014/main" id="{9BA2503D-640F-4A63-9ED5-0627B8E5F4ED}"/>
              </a:ext>
            </a:extLst>
          </p:cNvPr>
          <p:cNvSpPr>
            <a:spLocks noGrp="1"/>
          </p:cNvSpPr>
          <p:nvPr>
            <p:ph type="title"/>
          </p:nvPr>
        </p:nvSpPr>
        <p:spPr>
          <a:xfrm>
            <a:off x="838200" y="365125"/>
            <a:ext cx="10515600" cy="1325563"/>
          </a:xfrm>
        </p:spPr>
        <p:txBody>
          <a:bodyPr>
            <a:normAutofit/>
          </a:bodyPr>
          <a:lstStyle/>
          <a:p>
            <a:r>
              <a:rPr lang="en-US"/>
              <a:t>Activity &amp; Social Engagement</a:t>
            </a:r>
          </a:p>
        </p:txBody>
      </p:sp>
      <p:sp>
        <p:nvSpPr>
          <p:cNvPr id="18" name="Hexagon 17" descr="Three people against skyline - adult using wheelchair, adult running, child on bike." title="Activity/Social">
            <a:extLst>
              <a:ext uri="{FF2B5EF4-FFF2-40B4-BE49-F238E27FC236}">
                <a16:creationId xmlns:a16="http://schemas.microsoft.com/office/drawing/2014/main" id="{9B7710DB-1216-497F-BBA1-A0202E86834A}"/>
              </a:ext>
            </a:extLst>
          </p:cNvPr>
          <p:cNvSpPr/>
          <p:nvPr/>
        </p:nvSpPr>
        <p:spPr>
          <a:xfrm>
            <a:off x="9982200" y="272417"/>
            <a:ext cx="1639397" cy="1418271"/>
          </a:xfrm>
          <a:prstGeom prst="hexagon">
            <a:avLst>
              <a:gd name="adj" fmla="val 28570"/>
              <a:gd name="vf" fmla="val 115470"/>
            </a:avLst>
          </a:prstGeom>
          <a:blipFill rotWithShape="0">
            <a:blip r:embed="rId8"/>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spTree>
    <p:extLst>
      <p:ext uri="{BB962C8B-B14F-4D97-AF65-F5344CB8AC3E}">
        <p14:creationId xmlns:p14="http://schemas.microsoft.com/office/powerpoint/2010/main" val="686762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AF0BB18-AE53-42E4-9D5C-1A2C78F44834}" type="slidenum">
              <a:rPr lang="en-US" smtClean="0"/>
              <a:t>21</a:t>
            </a:fld>
            <a:endParaRPr lang="en-US"/>
          </a:p>
        </p:txBody>
      </p:sp>
      <p:sp>
        <p:nvSpPr>
          <p:cNvPr id="3" name="Content Placeholder 2"/>
          <p:cNvSpPr>
            <a:spLocks noGrp="1"/>
          </p:cNvSpPr>
          <p:nvPr>
            <p:ph idx="1"/>
          </p:nvPr>
        </p:nvSpPr>
        <p:spPr>
          <a:xfrm>
            <a:off x="590309" y="1844150"/>
            <a:ext cx="10153890" cy="4083122"/>
          </a:xfrm>
        </p:spPr>
        <p:txBody>
          <a:bodyPr>
            <a:normAutofit/>
          </a:bodyPr>
          <a:lstStyle/>
          <a:p>
            <a:pPr marL="0" indent="0">
              <a:buNone/>
            </a:pPr>
            <a:r>
              <a:rPr lang="en-US"/>
              <a:t>“To me the </a:t>
            </a:r>
            <a:r>
              <a:rPr lang="en-US" b="1"/>
              <a:t>socialization is important</a:t>
            </a:r>
            <a:r>
              <a:rPr lang="en-US"/>
              <a:t>. And…I guess basically a reason to get out of the bed, get showered and </a:t>
            </a:r>
            <a:r>
              <a:rPr lang="en-US" b="1"/>
              <a:t>get out of the house every day.”</a:t>
            </a:r>
          </a:p>
          <a:p>
            <a:pPr marL="0" indent="0">
              <a:buNone/>
            </a:pPr>
            <a:r>
              <a:rPr lang="en-US"/>
              <a:t>“I really don’t have any friends--I mean I have friends, but we don’t socialize; we’ll talk on the phone. And it’s very, very </a:t>
            </a:r>
            <a:r>
              <a:rPr lang="en-US" b="1"/>
              <a:t>lonely and isolating</a:t>
            </a:r>
            <a:r>
              <a:rPr lang="en-US"/>
              <a:t>. And even at work, it’s just me with one patient. But it’s </a:t>
            </a:r>
            <a:r>
              <a:rPr lang="en-US" b="1"/>
              <a:t>better than sitting here by myself and watching TV</a:t>
            </a:r>
            <a:r>
              <a:rPr lang="en-US"/>
              <a:t>.”</a:t>
            </a:r>
          </a:p>
          <a:p>
            <a:pPr marL="0" indent="0">
              <a:buNone/>
            </a:pPr>
            <a:endParaRPr lang="en-US"/>
          </a:p>
          <a:p>
            <a:pPr marL="0" indent="0">
              <a:buNone/>
            </a:pPr>
            <a:r>
              <a:rPr lang="en-US"/>
              <a:t>- “Alice,” home care provider</a:t>
            </a:r>
          </a:p>
        </p:txBody>
      </p:sp>
      <p:sp>
        <p:nvSpPr>
          <p:cNvPr id="9" name="Title 1">
            <a:extLst>
              <a:ext uri="{FF2B5EF4-FFF2-40B4-BE49-F238E27FC236}">
                <a16:creationId xmlns:a16="http://schemas.microsoft.com/office/drawing/2014/main" id="{CBFB4678-F90C-4666-A8A9-E2944D524860}"/>
              </a:ext>
            </a:extLst>
          </p:cNvPr>
          <p:cNvSpPr>
            <a:spLocks noGrp="1"/>
          </p:cNvSpPr>
          <p:nvPr>
            <p:ph type="title"/>
          </p:nvPr>
        </p:nvSpPr>
        <p:spPr>
          <a:xfrm>
            <a:off x="838200" y="365125"/>
            <a:ext cx="10515600" cy="1325563"/>
          </a:xfrm>
        </p:spPr>
        <p:txBody>
          <a:bodyPr>
            <a:normAutofit/>
          </a:bodyPr>
          <a:lstStyle/>
          <a:p>
            <a:r>
              <a:rPr lang="en-US"/>
              <a:t>Activity &amp; Social Engagement</a:t>
            </a:r>
          </a:p>
        </p:txBody>
      </p:sp>
      <p:sp>
        <p:nvSpPr>
          <p:cNvPr id="10" name="Hexagon 9" descr="Three people against skyline - adult using wheelchair, adult running, child on bike." title="Activity/Social">
            <a:extLst>
              <a:ext uri="{FF2B5EF4-FFF2-40B4-BE49-F238E27FC236}">
                <a16:creationId xmlns:a16="http://schemas.microsoft.com/office/drawing/2014/main" id="{C3FD1D95-2754-4A7F-9CB6-A63610C8E2CB}"/>
              </a:ext>
            </a:extLst>
          </p:cNvPr>
          <p:cNvSpPr/>
          <p:nvPr/>
        </p:nvSpPr>
        <p:spPr>
          <a:xfrm>
            <a:off x="9982200" y="272417"/>
            <a:ext cx="1639397" cy="1418271"/>
          </a:xfrm>
          <a:prstGeom prst="hexagon">
            <a:avLst>
              <a:gd name="adj" fmla="val 28570"/>
              <a:gd name="vf" fmla="val 115470"/>
            </a:avLst>
          </a:prstGeom>
          <a:blipFill rotWithShape="0">
            <a:blip r:embed="rId3"/>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spTree>
    <p:extLst>
      <p:ext uri="{BB962C8B-B14F-4D97-AF65-F5344CB8AC3E}">
        <p14:creationId xmlns:p14="http://schemas.microsoft.com/office/powerpoint/2010/main" val="22965364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9436" y="1699533"/>
            <a:ext cx="9720071" cy="4628256"/>
          </a:xfrm>
        </p:spPr>
        <p:txBody>
          <a:bodyPr>
            <a:normAutofit/>
          </a:bodyPr>
          <a:lstStyle/>
          <a:p>
            <a:pPr marL="0" indent="0">
              <a:buNone/>
            </a:pPr>
            <a:r>
              <a:rPr lang="en-US"/>
              <a:t>“I want to start working again because--when I was working at [my old company], it was good just to be--</a:t>
            </a:r>
            <a:r>
              <a:rPr lang="en-US" b="1"/>
              <a:t>we had a team </a:t>
            </a:r>
            <a:r>
              <a:rPr lang="en-US"/>
              <a:t>and we would just work and go out to lunch and then </a:t>
            </a:r>
            <a:r>
              <a:rPr lang="en-US" b="1"/>
              <a:t>we would go hang out after work</a:t>
            </a:r>
            <a:r>
              <a:rPr lang="en-US"/>
              <a:t>. We would get dinner or so, just fun times.” </a:t>
            </a:r>
          </a:p>
          <a:p>
            <a:pPr marL="0" indent="0">
              <a:buNone/>
            </a:pPr>
            <a:endParaRPr lang="en-US"/>
          </a:p>
          <a:p>
            <a:pPr marL="0" indent="0">
              <a:buNone/>
            </a:pPr>
            <a:r>
              <a:rPr lang="en-US"/>
              <a:t>“Arthur,” married father in his 20s</a:t>
            </a:r>
          </a:p>
        </p:txBody>
      </p:sp>
      <p:sp>
        <p:nvSpPr>
          <p:cNvPr id="4" name="Slide Number Placeholder 3"/>
          <p:cNvSpPr>
            <a:spLocks noGrp="1"/>
          </p:cNvSpPr>
          <p:nvPr>
            <p:ph type="sldNum" sz="quarter" idx="12"/>
          </p:nvPr>
        </p:nvSpPr>
        <p:spPr/>
        <p:txBody>
          <a:bodyPr/>
          <a:lstStyle/>
          <a:p>
            <a:fld id="{0AF0BB18-AE53-42E4-9D5C-1A2C78F44834}" type="slidenum">
              <a:rPr lang="en-US" smtClean="0"/>
              <a:t>22</a:t>
            </a:fld>
            <a:endParaRPr lang="en-US"/>
          </a:p>
        </p:txBody>
      </p:sp>
      <p:sp>
        <p:nvSpPr>
          <p:cNvPr id="7" name="Hexagon 6" descr="Three people against skyline - adult using wheelchair, adult running, child on bike." title="Activity/Social">
            <a:extLst>
              <a:ext uri="{FF2B5EF4-FFF2-40B4-BE49-F238E27FC236}">
                <a16:creationId xmlns:a16="http://schemas.microsoft.com/office/drawing/2014/main" id="{9DF71E37-17CC-4C6D-92C2-6AFF0FCAD3C6}"/>
              </a:ext>
            </a:extLst>
          </p:cNvPr>
          <p:cNvSpPr/>
          <p:nvPr/>
        </p:nvSpPr>
        <p:spPr>
          <a:xfrm>
            <a:off x="9982200" y="272417"/>
            <a:ext cx="1639397" cy="1418271"/>
          </a:xfrm>
          <a:prstGeom prst="hexagon">
            <a:avLst>
              <a:gd name="adj" fmla="val 28570"/>
              <a:gd name="vf" fmla="val 115470"/>
            </a:avLst>
          </a:prstGeom>
          <a:blipFill rotWithShape="0">
            <a:blip r:embed="rId3"/>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sp>
        <p:nvSpPr>
          <p:cNvPr id="9" name="Title 1">
            <a:extLst>
              <a:ext uri="{FF2B5EF4-FFF2-40B4-BE49-F238E27FC236}">
                <a16:creationId xmlns:a16="http://schemas.microsoft.com/office/drawing/2014/main" id="{85A2506B-C2B8-49A2-964B-0B56D4B65918}"/>
              </a:ext>
            </a:extLst>
          </p:cNvPr>
          <p:cNvSpPr>
            <a:spLocks noGrp="1"/>
          </p:cNvSpPr>
          <p:nvPr>
            <p:ph type="title"/>
          </p:nvPr>
        </p:nvSpPr>
        <p:spPr>
          <a:xfrm>
            <a:off x="838200" y="365125"/>
            <a:ext cx="10515600" cy="1325563"/>
          </a:xfrm>
        </p:spPr>
        <p:txBody>
          <a:bodyPr>
            <a:normAutofit/>
          </a:bodyPr>
          <a:lstStyle/>
          <a:p>
            <a:r>
              <a:rPr lang="en-US"/>
              <a:t>Activity &amp; Social Engagement</a:t>
            </a:r>
          </a:p>
        </p:txBody>
      </p:sp>
    </p:spTree>
    <p:extLst>
      <p:ext uri="{BB962C8B-B14F-4D97-AF65-F5344CB8AC3E}">
        <p14:creationId xmlns:p14="http://schemas.microsoft.com/office/powerpoint/2010/main" val="931253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Diagram 15"/>
          <p:cNvGraphicFramePr/>
          <p:nvPr>
            <p:extLst>
              <p:ext uri="{D42A27DB-BD31-4B8C-83A1-F6EECF244321}">
                <p14:modId xmlns:p14="http://schemas.microsoft.com/office/powerpoint/2010/main" val="370673574"/>
              </p:ext>
            </p:extLst>
          </p:nvPr>
        </p:nvGraphicFramePr>
        <p:xfrm>
          <a:off x="2587540" y="1151368"/>
          <a:ext cx="6658562" cy="52049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a:xfrm>
            <a:off x="838200" y="164244"/>
            <a:ext cx="10515600" cy="1325563"/>
          </a:xfrm>
        </p:spPr>
        <p:txBody>
          <a:bodyPr/>
          <a:lstStyle/>
          <a:p>
            <a:r>
              <a:rPr lang="en-US"/>
              <a:t>Personal Meanings of Work</a:t>
            </a:r>
          </a:p>
        </p:txBody>
      </p:sp>
      <p:sp>
        <p:nvSpPr>
          <p:cNvPr id="3" name="Slide Number Placeholder 2"/>
          <p:cNvSpPr>
            <a:spLocks noGrp="1"/>
          </p:cNvSpPr>
          <p:nvPr>
            <p:ph type="sldNum" sz="quarter" idx="12"/>
          </p:nvPr>
        </p:nvSpPr>
        <p:spPr/>
        <p:txBody>
          <a:bodyPr/>
          <a:lstStyle/>
          <a:p>
            <a:fld id="{0AF0BB18-AE53-42E4-9D5C-1A2C78F44834}" type="slidenum">
              <a:rPr lang="en-US" smtClean="0"/>
              <a:t>23</a:t>
            </a:fld>
            <a:endParaRPr lang="en-US"/>
          </a:p>
        </p:txBody>
      </p:sp>
      <p:sp>
        <p:nvSpPr>
          <p:cNvPr id="5" name="Hexagon 4" descr="Person wearing a tie, sitting cross-legged, arms open, with symbols floating around his head: heart, %, clock, file folder, $, clipart family" title="Meaning of Work">
            <a:extLst>
              <a:ext uri="{FF2B5EF4-FFF2-40B4-BE49-F238E27FC236}">
                <a16:creationId xmlns:a16="http://schemas.microsoft.com/office/drawing/2014/main" id="{6CA614E3-24E2-4B29-8CD4-18F3E1B90C0D}"/>
              </a:ext>
            </a:extLst>
          </p:cNvPr>
          <p:cNvSpPr/>
          <p:nvPr/>
        </p:nvSpPr>
        <p:spPr>
          <a:xfrm>
            <a:off x="9982200" y="276336"/>
            <a:ext cx="1634868" cy="1414352"/>
          </a:xfrm>
          <a:prstGeom prst="hexagon">
            <a:avLst>
              <a:gd name="adj" fmla="val 28570"/>
              <a:gd name="vf" fmla="val 115470"/>
            </a:avLst>
          </a:prstGeom>
          <a:blipFill rotWithShape="0">
            <a:blip r:embed="rId8"/>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spTree>
    <p:extLst>
      <p:ext uri="{BB962C8B-B14F-4D97-AF65-F5344CB8AC3E}">
        <p14:creationId xmlns:p14="http://schemas.microsoft.com/office/powerpoint/2010/main" val="33591674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AF0BB18-AE53-42E4-9D5C-1A2C78F44834}" type="slidenum">
              <a:rPr lang="en-US" smtClean="0"/>
              <a:t>24</a:t>
            </a:fld>
            <a:endParaRPr lang="en-US"/>
          </a:p>
        </p:txBody>
      </p:sp>
      <p:sp>
        <p:nvSpPr>
          <p:cNvPr id="8" name="Title 1">
            <a:extLst>
              <a:ext uri="{FF2B5EF4-FFF2-40B4-BE49-F238E27FC236}">
                <a16:creationId xmlns:a16="http://schemas.microsoft.com/office/drawing/2014/main" id="{A2AF185C-6C71-48DF-ACF3-BC5BEA0BF1CD}"/>
              </a:ext>
            </a:extLst>
          </p:cNvPr>
          <p:cNvSpPr>
            <a:spLocks noGrp="1"/>
          </p:cNvSpPr>
          <p:nvPr>
            <p:ph type="title"/>
          </p:nvPr>
        </p:nvSpPr>
        <p:spPr>
          <a:xfrm>
            <a:off x="838200" y="164244"/>
            <a:ext cx="10515600" cy="1325563"/>
          </a:xfrm>
        </p:spPr>
        <p:txBody>
          <a:bodyPr/>
          <a:lstStyle/>
          <a:p>
            <a:r>
              <a:rPr lang="en-US"/>
              <a:t>Personal Meanings of Work</a:t>
            </a:r>
          </a:p>
        </p:txBody>
      </p:sp>
      <p:sp>
        <p:nvSpPr>
          <p:cNvPr id="9" name="Hexagon 8" descr="Person wearing a tie, sitting cross-legged, arms open, with symbols floating around his head: heart, %, clock, file folder, $, clipart family" title="Meaning of Work">
            <a:extLst>
              <a:ext uri="{FF2B5EF4-FFF2-40B4-BE49-F238E27FC236}">
                <a16:creationId xmlns:a16="http://schemas.microsoft.com/office/drawing/2014/main" id="{1B187A64-3639-45BE-90DC-465BEBAAC1F1}"/>
              </a:ext>
            </a:extLst>
          </p:cNvPr>
          <p:cNvSpPr/>
          <p:nvPr/>
        </p:nvSpPr>
        <p:spPr>
          <a:xfrm>
            <a:off x="9982200" y="276336"/>
            <a:ext cx="1634868" cy="1414352"/>
          </a:xfrm>
          <a:prstGeom prst="hexagon">
            <a:avLst>
              <a:gd name="adj" fmla="val 28570"/>
              <a:gd name="vf" fmla="val 115470"/>
            </a:avLst>
          </a:prstGeom>
          <a:blipFill rotWithShape="0">
            <a:blip r:embed="rId3"/>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sp>
        <p:nvSpPr>
          <p:cNvPr id="12" name="Content Placeholder 2">
            <a:extLst>
              <a:ext uri="{FF2B5EF4-FFF2-40B4-BE49-F238E27FC236}">
                <a16:creationId xmlns:a16="http://schemas.microsoft.com/office/drawing/2014/main" id="{9CF14C97-0934-4998-AE45-0F3D2E19936F}"/>
              </a:ext>
            </a:extLst>
          </p:cNvPr>
          <p:cNvSpPr>
            <a:spLocks noGrp="1"/>
          </p:cNvSpPr>
          <p:nvPr>
            <p:ph idx="1"/>
          </p:nvPr>
        </p:nvSpPr>
        <p:spPr>
          <a:xfrm>
            <a:off x="574932" y="1372961"/>
            <a:ext cx="9720071" cy="4628256"/>
          </a:xfrm>
        </p:spPr>
        <p:txBody>
          <a:bodyPr>
            <a:normAutofit fontScale="92500" lnSpcReduction="20000"/>
          </a:bodyPr>
          <a:lstStyle/>
          <a:p>
            <a:pPr marL="0" indent="0">
              <a:buNone/>
            </a:pPr>
            <a:r>
              <a:rPr lang="en-US"/>
              <a:t>“It’s kind of embarrassing with peers: </a:t>
            </a:r>
          </a:p>
          <a:p>
            <a:pPr marL="0" indent="0">
              <a:buNone/>
            </a:pPr>
            <a:r>
              <a:rPr lang="en-US"/>
              <a:t>‘What do you do for a living?’ </a:t>
            </a:r>
          </a:p>
          <a:p>
            <a:pPr marL="0" indent="0">
              <a:buNone/>
            </a:pPr>
            <a:r>
              <a:rPr lang="en-US"/>
              <a:t>'Oh, I'm disabled.’ </a:t>
            </a:r>
          </a:p>
          <a:p>
            <a:pPr marL="0" indent="0">
              <a:buNone/>
            </a:pPr>
            <a:r>
              <a:rPr lang="en-US"/>
              <a:t>'You're disabled at 26?’ </a:t>
            </a:r>
          </a:p>
          <a:p>
            <a:pPr marL="0" indent="0">
              <a:buNone/>
            </a:pPr>
            <a:r>
              <a:rPr lang="en-US"/>
              <a:t>'Yeah.’ </a:t>
            </a:r>
          </a:p>
          <a:p>
            <a:pPr marL="0" indent="0">
              <a:buNone/>
            </a:pPr>
            <a:r>
              <a:rPr lang="en-US"/>
              <a:t>…And so that made me lean more towards—being so young—to make a living to where I wouldn't have to rely on [SSDI]. But then it's just not always that simple…. </a:t>
            </a:r>
            <a:r>
              <a:rPr lang="en-US" b="1"/>
              <a:t>You feel better about it if you do it yourself </a:t>
            </a:r>
            <a:r>
              <a:rPr lang="en-US"/>
              <a:t>than somebody handing it to you…. </a:t>
            </a:r>
            <a:r>
              <a:rPr lang="en-US" b="1"/>
              <a:t>I worked for it and paid in </a:t>
            </a:r>
            <a:r>
              <a:rPr lang="en-US"/>
              <a:t>to draw it, but still that just don't make me feel 100 percent better about it at all.” </a:t>
            </a:r>
          </a:p>
          <a:p>
            <a:pPr marL="0" indent="0">
              <a:buNone/>
            </a:pPr>
            <a:endParaRPr lang="en-US"/>
          </a:p>
          <a:p>
            <a:pPr marL="0" indent="0">
              <a:buNone/>
            </a:pPr>
            <a:r>
              <a:rPr lang="en-US"/>
              <a:t>- Paula, 30s</a:t>
            </a:r>
          </a:p>
        </p:txBody>
      </p:sp>
    </p:spTree>
    <p:extLst>
      <p:ext uri="{BB962C8B-B14F-4D97-AF65-F5344CB8AC3E}">
        <p14:creationId xmlns:p14="http://schemas.microsoft.com/office/powerpoint/2010/main" val="32960323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0108" y="1355272"/>
            <a:ext cx="11559654" cy="4879758"/>
          </a:xfrm>
        </p:spPr>
        <p:txBody>
          <a:bodyPr>
            <a:noAutofit/>
          </a:bodyPr>
          <a:lstStyle/>
          <a:p>
            <a:pPr marL="0" indent="0">
              <a:spcBef>
                <a:spcPts val="0"/>
              </a:spcBef>
              <a:spcAft>
                <a:spcPts val="0"/>
              </a:spcAft>
              <a:buNone/>
            </a:pPr>
            <a:r>
              <a:rPr lang="en-US" sz="2400" i="1"/>
              <a:t>[Q: And what do you think it would be like to work and go off disability?] </a:t>
            </a:r>
          </a:p>
          <a:p>
            <a:pPr marL="0" indent="0">
              <a:spcBef>
                <a:spcPts val="0"/>
              </a:spcBef>
              <a:spcAft>
                <a:spcPts val="0"/>
              </a:spcAft>
              <a:buNone/>
            </a:pPr>
            <a:r>
              <a:rPr lang="en-US" sz="2400" i="1"/>
              <a:t>“</a:t>
            </a:r>
            <a:r>
              <a:rPr lang="en-US" sz="2400"/>
              <a:t>Well, for one, my </a:t>
            </a:r>
            <a:r>
              <a:rPr lang="en-US" sz="2400" b="1"/>
              <a:t>self-esteem</a:t>
            </a:r>
            <a:r>
              <a:rPr lang="en-US" sz="2400"/>
              <a:t> would be built because I know that I would be doing something to help other people and that </a:t>
            </a:r>
            <a:r>
              <a:rPr lang="en-US" sz="2400" b="1"/>
              <a:t>I belong somewhere</a:t>
            </a:r>
            <a:r>
              <a:rPr lang="en-US" sz="2400"/>
              <a:t>, that </a:t>
            </a:r>
            <a:r>
              <a:rPr lang="en-US" sz="2400" b="1"/>
              <a:t>I'm needed somewhere</a:t>
            </a:r>
            <a:r>
              <a:rPr lang="en-US" sz="2400"/>
              <a:t>. And the feeling to be needed, that goes a long, long way. …</a:t>
            </a:r>
            <a:r>
              <a:rPr lang="en-US" sz="2400" b="1"/>
              <a:t>I want to feel like I belong</a:t>
            </a:r>
            <a:r>
              <a:rPr lang="en-US" sz="2400"/>
              <a:t>. I want to feel like I'm </a:t>
            </a:r>
            <a:r>
              <a:rPr lang="en-US" sz="2400" b="1"/>
              <a:t>part of the society</a:t>
            </a:r>
            <a:r>
              <a:rPr lang="en-US" sz="2400"/>
              <a:t>. And </a:t>
            </a:r>
            <a:r>
              <a:rPr lang="en-US" sz="2400" b="1"/>
              <a:t>when you're on disability, you're this little group over here outside the circle with the rest of the world</a:t>
            </a:r>
            <a:r>
              <a:rPr lang="en-US" sz="2400"/>
              <a:t>.”</a:t>
            </a:r>
          </a:p>
          <a:p>
            <a:pPr marL="0" indent="0">
              <a:spcBef>
                <a:spcPts val="0"/>
              </a:spcBef>
              <a:spcAft>
                <a:spcPts val="0"/>
              </a:spcAft>
              <a:buNone/>
            </a:pPr>
            <a:endParaRPr lang="en-US" sz="2400" i="1"/>
          </a:p>
          <a:p>
            <a:pPr marL="0" indent="0">
              <a:spcBef>
                <a:spcPts val="0"/>
              </a:spcBef>
              <a:spcAft>
                <a:spcPts val="0"/>
              </a:spcAft>
              <a:buNone/>
            </a:pPr>
            <a:r>
              <a:rPr lang="en-US" sz="2400" i="1"/>
              <a:t>[Q: Does going to school help you feel like you're part of the society?] </a:t>
            </a:r>
          </a:p>
          <a:p>
            <a:pPr marL="0" indent="0">
              <a:spcBef>
                <a:spcPts val="0"/>
              </a:spcBef>
              <a:spcAft>
                <a:spcPts val="0"/>
              </a:spcAft>
              <a:buNone/>
            </a:pPr>
            <a:r>
              <a:rPr lang="en-US" sz="2400" i="1"/>
              <a:t>“</a:t>
            </a:r>
            <a:r>
              <a:rPr lang="en-US" sz="2400"/>
              <a:t>Oh yeah, because none of them kids know that I'm on disability. I got a 4.0; I got straight ‘A’s… Those students, when they find out the grades that I have, they come to me and ask me to help them. That makes me feel so good to know that </a:t>
            </a:r>
            <a:r>
              <a:rPr lang="en-US" sz="2400" b="1"/>
              <a:t>them kids are looking up to me </a:t>
            </a:r>
            <a:r>
              <a:rPr lang="en-US" sz="2400"/>
              <a:t>for something. It makes me feel </a:t>
            </a:r>
            <a:r>
              <a:rPr lang="en-US" sz="2400" b="1"/>
              <a:t>part of the society</a:t>
            </a:r>
            <a:r>
              <a:rPr lang="en-US" sz="2400"/>
              <a:t>.”</a:t>
            </a:r>
          </a:p>
          <a:p>
            <a:pPr marL="0" indent="0">
              <a:spcBef>
                <a:spcPts val="0"/>
              </a:spcBef>
              <a:spcAft>
                <a:spcPts val="0"/>
              </a:spcAft>
              <a:buNone/>
            </a:pPr>
            <a:endParaRPr lang="en-US" sz="2400"/>
          </a:p>
          <a:p>
            <a:pPr marL="0" indent="0">
              <a:spcBef>
                <a:spcPts val="0"/>
              </a:spcBef>
              <a:spcAft>
                <a:spcPts val="0"/>
              </a:spcAft>
              <a:buNone/>
            </a:pPr>
            <a:r>
              <a:rPr lang="en-US" sz="2400"/>
              <a:t>- Holly, 40s</a:t>
            </a:r>
          </a:p>
        </p:txBody>
      </p:sp>
      <p:sp>
        <p:nvSpPr>
          <p:cNvPr id="4" name="Slide Number Placeholder 3"/>
          <p:cNvSpPr>
            <a:spLocks noGrp="1"/>
          </p:cNvSpPr>
          <p:nvPr>
            <p:ph type="sldNum" sz="quarter" idx="12"/>
          </p:nvPr>
        </p:nvSpPr>
        <p:spPr/>
        <p:txBody>
          <a:bodyPr/>
          <a:lstStyle/>
          <a:p>
            <a:fld id="{0AF0BB18-AE53-42E4-9D5C-1A2C78F44834}" type="slidenum">
              <a:rPr lang="en-US" smtClean="0"/>
              <a:t>25</a:t>
            </a:fld>
            <a:endParaRPr lang="en-US"/>
          </a:p>
        </p:txBody>
      </p:sp>
      <p:sp>
        <p:nvSpPr>
          <p:cNvPr id="8" name="Title 1">
            <a:extLst>
              <a:ext uri="{FF2B5EF4-FFF2-40B4-BE49-F238E27FC236}">
                <a16:creationId xmlns:a16="http://schemas.microsoft.com/office/drawing/2014/main" id="{73BED7F4-8E32-466B-B796-6121357E93B9}"/>
              </a:ext>
            </a:extLst>
          </p:cNvPr>
          <p:cNvSpPr>
            <a:spLocks noGrp="1"/>
          </p:cNvSpPr>
          <p:nvPr>
            <p:ph type="title"/>
          </p:nvPr>
        </p:nvSpPr>
        <p:spPr>
          <a:xfrm>
            <a:off x="838200" y="164244"/>
            <a:ext cx="10515600" cy="1325563"/>
          </a:xfrm>
        </p:spPr>
        <p:txBody>
          <a:bodyPr/>
          <a:lstStyle/>
          <a:p>
            <a:r>
              <a:rPr lang="en-US"/>
              <a:t>Personal Meanings of Work</a:t>
            </a:r>
          </a:p>
        </p:txBody>
      </p:sp>
      <p:sp>
        <p:nvSpPr>
          <p:cNvPr id="9" name="Hexagon 8" descr="Person wearing a tie, sitting cross-legged, arms open, with symbols floating around his head: heart, %, clock, file folder, $, clipart family" title="Meaning of Work">
            <a:extLst>
              <a:ext uri="{FF2B5EF4-FFF2-40B4-BE49-F238E27FC236}">
                <a16:creationId xmlns:a16="http://schemas.microsoft.com/office/drawing/2014/main" id="{8D9DE2F5-4153-4220-BBC4-BF2FFF17634E}"/>
              </a:ext>
            </a:extLst>
          </p:cNvPr>
          <p:cNvSpPr/>
          <p:nvPr/>
        </p:nvSpPr>
        <p:spPr>
          <a:xfrm>
            <a:off x="9982200" y="276336"/>
            <a:ext cx="1634868" cy="1414352"/>
          </a:xfrm>
          <a:prstGeom prst="hexagon">
            <a:avLst>
              <a:gd name="adj" fmla="val 28570"/>
              <a:gd name="vf" fmla="val 115470"/>
            </a:avLst>
          </a:prstGeom>
          <a:blipFill rotWithShape="0">
            <a:blip r:embed="rId3"/>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spTree>
    <p:extLst>
      <p:ext uri="{BB962C8B-B14F-4D97-AF65-F5344CB8AC3E}">
        <p14:creationId xmlns:p14="http://schemas.microsoft.com/office/powerpoint/2010/main" val="2955835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C90B6-1B23-41A3-9568-ABC3025C2DA3}"/>
              </a:ext>
            </a:extLst>
          </p:cNvPr>
          <p:cNvSpPr>
            <a:spLocks noGrp="1"/>
          </p:cNvSpPr>
          <p:nvPr>
            <p:ph type="title"/>
          </p:nvPr>
        </p:nvSpPr>
        <p:spPr/>
        <p:txBody>
          <a:bodyPr/>
          <a:lstStyle/>
          <a:p>
            <a:r>
              <a:rPr lang="en-US"/>
              <a:t>SGA Model</a:t>
            </a:r>
          </a:p>
        </p:txBody>
      </p:sp>
      <p:pic>
        <p:nvPicPr>
          <p:cNvPr id="4" name="Content Placeholder 3" descr="Faster pace of services and rapid engagement&#10;Financial and benefits planning&#10;Early involvement of job placement services&#10;Coordinated Team Approach&#10;VR counselor: Determines presumptive eligibility, Leads rapid development of IPE, Applies dynamic IPE approach&#10;Financial specialist: Provides financial planning &amp; assessment, obtains benefits planning query, conducts full benefits analysis, creates economic self-sufficiency plan&#10;Job placement specialist: helps identify realistic job goals, creates job placement plan, makes job referrals, provides follow-along assistance">
            <a:extLst>
              <a:ext uri="{FF2B5EF4-FFF2-40B4-BE49-F238E27FC236}">
                <a16:creationId xmlns:a16="http://schemas.microsoft.com/office/drawing/2014/main" id="{231E69C5-7BB6-4C59-B237-8349D095BF76}"/>
              </a:ext>
            </a:extLst>
          </p:cNvPr>
          <p:cNvPicPr>
            <a:picLocks noGrp="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208312" y="1390763"/>
            <a:ext cx="8487231" cy="4532182"/>
          </a:xfrm>
          <a:prstGeom prst="rect">
            <a:avLst/>
          </a:prstGeom>
          <a:noFill/>
          <a:ln>
            <a:noFill/>
          </a:ln>
        </p:spPr>
      </p:pic>
    </p:spTree>
    <p:extLst>
      <p:ext uri="{BB962C8B-B14F-4D97-AF65-F5344CB8AC3E}">
        <p14:creationId xmlns:p14="http://schemas.microsoft.com/office/powerpoint/2010/main" val="18410379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E73BB-E414-42B7-A436-388FB8DA8BC0}"/>
              </a:ext>
            </a:extLst>
          </p:cNvPr>
          <p:cNvSpPr>
            <a:spLocks noGrp="1"/>
          </p:cNvSpPr>
          <p:nvPr>
            <p:ph type="title"/>
          </p:nvPr>
        </p:nvSpPr>
        <p:spPr/>
        <p:txBody>
          <a:bodyPr/>
          <a:lstStyle/>
          <a:p>
            <a:r>
              <a:rPr lang="en-US"/>
              <a:t>Coordinated Team Approach</a:t>
            </a:r>
          </a:p>
        </p:txBody>
      </p:sp>
      <p:sp>
        <p:nvSpPr>
          <p:cNvPr id="3" name="Content Placeholder 2">
            <a:extLst>
              <a:ext uri="{FF2B5EF4-FFF2-40B4-BE49-F238E27FC236}">
                <a16:creationId xmlns:a16="http://schemas.microsoft.com/office/drawing/2014/main" id="{45E40CBB-64DE-4F6D-9CB1-918F2B33A09E}"/>
              </a:ext>
            </a:extLst>
          </p:cNvPr>
          <p:cNvSpPr>
            <a:spLocks noGrp="1"/>
          </p:cNvSpPr>
          <p:nvPr>
            <p:ph idx="1"/>
          </p:nvPr>
        </p:nvSpPr>
        <p:spPr/>
        <p:txBody>
          <a:bodyPr>
            <a:normAutofit fontScale="85000" lnSpcReduction="20000"/>
          </a:bodyPr>
          <a:lstStyle/>
          <a:p>
            <a:r>
              <a:rPr lang="en-US"/>
              <a:t>For past customers, most noticeable difference</a:t>
            </a:r>
          </a:p>
          <a:p>
            <a:r>
              <a:rPr lang="en-US"/>
              <a:t>Scheduling could be difficult</a:t>
            </a:r>
          </a:p>
          <a:p>
            <a:r>
              <a:rPr lang="en-US"/>
              <a:t>One person was “intimidated” at first, but later said “it saved time” and “they’re really working with me as a team”:</a:t>
            </a:r>
          </a:p>
          <a:p>
            <a:pPr marL="0" indent="0">
              <a:lnSpc>
                <a:spcPct val="120000"/>
              </a:lnSpc>
              <a:buNone/>
            </a:pPr>
            <a:r>
              <a:rPr lang="en-US"/>
              <a:t>“When [the benefits counselor] was present, he went over the benefits, the rules, all the stuff about what you can and can't do to maintain SSDI, basically. When [the job placement specialist] was there we talked about, ‘This is what I would like to do.’ ‘Okay, there are some job openings.’ She's reaching out and finding contacts and finding out what I have to do, who I need to talk to. I've got to go through training that costs money. So [the VR counselor] is checking on, is there grant money that can pay for my training?”</a:t>
            </a:r>
          </a:p>
        </p:txBody>
      </p:sp>
    </p:spTree>
    <p:extLst>
      <p:ext uri="{BB962C8B-B14F-4D97-AF65-F5344CB8AC3E}">
        <p14:creationId xmlns:p14="http://schemas.microsoft.com/office/powerpoint/2010/main" val="40460509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B44F6-DBB4-4BDF-A634-482E69323F3B}"/>
              </a:ext>
            </a:extLst>
          </p:cNvPr>
          <p:cNvSpPr>
            <a:spLocks noGrp="1"/>
          </p:cNvSpPr>
          <p:nvPr>
            <p:ph type="title"/>
          </p:nvPr>
        </p:nvSpPr>
        <p:spPr/>
        <p:txBody>
          <a:bodyPr/>
          <a:lstStyle/>
          <a:p>
            <a:r>
              <a:rPr lang="en-US"/>
              <a:t>Financial and Benefits Counseling</a:t>
            </a:r>
          </a:p>
        </p:txBody>
      </p:sp>
      <p:sp>
        <p:nvSpPr>
          <p:cNvPr id="3" name="Content Placeholder 2">
            <a:extLst>
              <a:ext uri="{FF2B5EF4-FFF2-40B4-BE49-F238E27FC236}">
                <a16:creationId xmlns:a16="http://schemas.microsoft.com/office/drawing/2014/main" id="{A520D063-4C50-47B2-8DDC-AA252A1659CD}"/>
              </a:ext>
            </a:extLst>
          </p:cNvPr>
          <p:cNvSpPr>
            <a:spLocks noGrp="1"/>
          </p:cNvSpPr>
          <p:nvPr>
            <p:ph idx="1"/>
          </p:nvPr>
        </p:nvSpPr>
        <p:spPr/>
        <p:txBody>
          <a:bodyPr/>
          <a:lstStyle/>
          <a:p>
            <a:r>
              <a:rPr lang="en-US"/>
              <a:t>Most saw as positive</a:t>
            </a:r>
          </a:p>
          <a:p>
            <a:r>
              <a:rPr lang="en-US"/>
              <a:t>A few did not think it was necessary</a:t>
            </a:r>
          </a:p>
          <a:p>
            <a:r>
              <a:rPr lang="en-US"/>
              <a:t>For others: huge difference</a:t>
            </a:r>
          </a:p>
        </p:txBody>
      </p:sp>
    </p:spTree>
    <p:extLst>
      <p:ext uri="{BB962C8B-B14F-4D97-AF65-F5344CB8AC3E}">
        <p14:creationId xmlns:p14="http://schemas.microsoft.com/office/powerpoint/2010/main" val="18375116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8188" y="337624"/>
            <a:ext cx="9627476" cy="1499616"/>
          </a:xfrm>
        </p:spPr>
        <p:txBody>
          <a:bodyPr>
            <a:normAutofit/>
          </a:bodyPr>
          <a:lstStyle/>
          <a:p>
            <a:r>
              <a:rPr lang="en-US"/>
              <a:t>Financial/Benefits Counseling: Paula</a:t>
            </a:r>
          </a:p>
        </p:txBody>
      </p:sp>
      <p:sp>
        <p:nvSpPr>
          <p:cNvPr id="3" name="Content Placeholder 2"/>
          <p:cNvSpPr>
            <a:spLocks noGrp="1"/>
          </p:cNvSpPr>
          <p:nvPr>
            <p:ph idx="1"/>
          </p:nvPr>
        </p:nvSpPr>
        <p:spPr>
          <a:xfrm>
            <a:off x="689811" y="1595193"/>
            <a:ext cx="10419467" cy="4322722"/>
          </a:xfrm>
        </p:spPr>
        <p:txBody>
          <a:bodyPr>
            <a:noAutofit/>
          </a:bodyPr>
          <a:lstStyle/>
          <a:p>
            <a:r>
              <a:rPr lang="en-US" sz="2800" u="sng"/>
              <a:t>RESPONDENT</a:t>
            </a:r>
            <a:r>
              <a:rPr lang="en-US" sz="2800"/>
              <a:t>: …If we can plan it just right, that would be a </a:t>
            </a:r>
            <a:r>
              <a:rPr lang="en-US" sz="2800" b="1"/>
              <a:t>huge down payment </a:t>
            </a:r>
            <a:r>
              <a:rPr lang="en-US" sz="2800"/>
              <a:t>[on a house] that we could save up. And that would be wonderful for us. </a:t>
            </a:r>
          </a:p>
          <a:p>
            <a:r>
              <a:rPr lang="en-US" sz="2800" i="1" u="sng"/>
              <a:t>INTERVIEWER</a:t>
            </a:r>
            <a:r>
              <a:rPr lang="en-US" sz="2800" i="1"/>
              <a:t>:  Is that something that you thought you would be able to do before you found all this out [from VR about work incentives]? </a:t>
            </a:r>
            <a:endParaRPr lang="en-US" sz="2800" i="1" u="sng"/>
          </a:p>
          <a:p>
            <a:r>
              <a:rPr lang="en-US" sz="2800" u="sng"/>
              <a:t>RESPONDENT</a:t>
            </a:r>
            <a:r>
              <a:rPr lang="en-US" sz="2800"/>
              <a:t>:  Never in a million years. No. No. </a:t>
            </a:r>
            <a:r>
              <a:rPr lang="en-US" sz="2800" b="1"/>
              <a:t>I thought that I would always have to be the stay-at-home, disabled wife</a:t>
            </a:r>
            <a:r>
              <a:rPr lang="en-US" sz="2800"/>
              <a:t>. I didn’t think that I could ever contribute significantly to our family. I thought we’d probably always have to live in an apartment because of the cost of my care is so high. So the fact that there’s a possibility that </a:t>
            </a:r>
            <a:r>
              <a:rPr lang="en-US" sz="2800" b="1"/>
              <a:t>I could be contributing an actual equal income </a:t>
            </a:r>
            <a:r>
              <a:rPr lang="en-US" sz="2800"/>
              <a:t>is </a:t>
            </a:r>
            <a:r>
              <a:rPr lang="en-US" sz="2800" b="1" u="sng"/>
              <a:t>amazing</a:t>
            </a:r>
            <a:r>
              <a:rPr lang="en-US" sz="2800"/>
              <a:t>.</a:t>
            </a:r>
          </a:p>
        </p:txBody>
      </p:sp>
      <p:sp>
        <p:nvSpPr>
          <p:cNvPr id="4" name="Slide Number Placeholder 3"/>
          <p:cNvSpPr>
            <a:spLocks noGrp="1"/>
          </p:cNvSpPr>
          <p:nvPr>
            <p:ph type="sldNum" sz="quarter" idx="12"/>
          </p:nvPr>
        </p:nvSpPr>
        <p:spPr/>
        <p:txBody>
          <a:bodyPr/>
          <a:lstStyle/>
          <a:p>
            <a:fld id="{0AF0BB18-AE53-42E4-9D5C-1A2C78F44834}" type="slidenum">
              <a:rPr lang="en-US" smtClean="0"/>
              <a:t>29</a:t>
            </a:fld>
            <a:endParaRPr lang="en-US"/>
          </a:p>
        </p:txBody>
      </p:sp>
    </p:spTree>
    <p:extLst>
      <p:ext uri="{BB962C8B-B14F-4D97-AF65-F5344CB8AC3E}">
        <p14:creationId xmlns:p14="http://schemas.microsoft.com/office/powerpoint/2010/main" val="23109849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CBE8-8750-42D3-8100-FA2300A00F8D}"/>
              </a:ext>
            </a:extLst>
          </p:cNvPr>
          <p:cNvSpPr>
            <a:spLocks noGrp="1"/>
          </p:cNvSpPr>
          <p:nvPr>
            <p:ph type="title"/>
          </p:nvPr>
        </p:nvSpPr>
        <p:spPr/>
        <p:txBody>
          <a:bodyPr/>
          <a:lstStyle/>
          <a:p>
            <a:r>
              <a:rPr lang="en-US"/>
              <a:t>Job Placement Services</a:t>
            </a:r>
          </a:p>
        </p:txBody>
      </p:sp>
      <p:sp>
        <p:nvSpPr>
          <p:cNvPr id="3" name="Content Placeholder 2">
            <a:extLst>
              <a:ext uri="{FF2B5EF4-FFF2-40B4-BE49-F238E27FC236}">
                <a16:creationId xmlns:a16="http://schemas.microsoft.com/office/drawing/2014/main" id="{E6C2BBCE-CD45-49CF-8FBE-3BCE63AF78E7}"/>
              </a:ext>
            </a:extLst>
          </p:cNvPr>
          <p:cNvSpPr>
            <a:spLocks noGrp="1"/>
          </p:cNvSpPr>
          <p:nvPr>
            <p:ph idx="1"/>
          </p:nvPr>
        </p:nvSpPr>
        <p:spPr/>
        <p:txBody>
          <a:bodyPr>
            <a:normAutofit fontScale="92500" lnSpcReduction="20000"/>
          </a:bodyPr>
          <a:lstStyle/>
          <a:p>
            <a:r>
              <a:rPr lang="en-US"/>
              <a:t>Job placement specialists:</a:t>
            </a:r>
          </a:p>
          <a:p>
            <a:pPr lvl="1"/>
            <a:r>
              <a:rPr lang="en-US"/>
              <a:t>Worked closely w/team</a:t>
            </a:r>
          </a:p>
          <a:p>
            <a:pPr lvl="1"/>
            <a:r>
              <a:rPr lang="en-US"/>
              <a:t>Knew labor market</a:t>
            </a:r>
          </a:p>
          <a:p>
            <a:r>
              <a:rPr lang="en-US"/>
              <a:t>Participants: </a:t>
            </a:r>
          </a:p>
          <a:p>
            <a:pPr lvl="1"/>
            <a:r>
              <a:rPr lang="en-US"/>
              <a:t>Appreciated help with resumes, applications, job listings</a:t>
            </a:r>
          </a:p>
          <a:p>
            <a:pPr lvl="1"/>
            <a:r>
              <a:rPr lang="en-US"/>
              <a:t>Wanted hands-on approach</a:t>
            </a:r>
          </a:p>
          <a:p>
            <a:pPr marL="0" indent="0">
              <a:buNone/>
            </a:pPr>
            <a:r>
              <a:rPr lang="en-US"/>
              <a:t>“We actually sat down and applied for some jobs there at the rehab office. And I know that she has called a couple of places to make sure the jobs are still open. And I think that some of the places, she kind of was familiar with the people that were posting the jobs, maybe. And if she wasn’t, another placement coordinator that worked in a different area, she could call them and say, ‘Have you ever worked with this company and do you know exactly what they’re looking for?’ and things like that.” - Sarah</a:t>
            </a:r>
          </a:p>
        </p:txBody>
      </p:sp>
    </p:spTree>
    <p:extLst>
      <p:ext uri="{BB962C8B-B14F-4D97-AF65-F5344CB8AC3E}">
        <p14:creationId xmlns:p14="http://schemas.microsoft.com/office/powerpoint/2010/main" val="30136357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6F85B-393D-4870-AF66-3F3FEEE15F51}"/>
              </a:ext>
            </a:extLst>
          </p:cNvPr>
          <p:cNvSpPr>
            <a:spLocks noGrp="1"/>
          </p:cNvSpPr>
          <p:nvPr>
            <p:ph type="title"/>
          </p:nvPr>
        </p:nvSpPr>
        <p:spPr/>
        <p:txBody>
          <a:bodyPr/>
          <a:lstStyle/>
          <a:p>
            <a:r>
              <a:rPr lang="en-US"/>
              <a:t>Pace of services and client engagement</a:t>
            </a:r>
          </a:p>
        </p:txBody>
      </p:sp>
      <p:sp>
        <p:nvSpPr>
          <p:cNvPr id="3" name="Content Placeholder 2">
            <a:extLst>
              <a:ext uri="{FF2B5EF4-FFF2-40B4-BE49-F238E27FC236}">
                <a16:creationId xmlns:a16="http://schemas.microsoft.com/office/drawing/2014/main" id="{3DE77C44-87CD-41A0-A54A-DDAB984C947B}"/>
              </a:ext>
            </a:extLst>
          </p:cNvPr>
          <p:cNvSpPr>
            <a:spLocks noGrp="1"/>
          </p:cNvSpPr>
          <p:nvPr>
            <p:ph idx="1"/>
          </p:nvPr>
        </p:nvSpPr>
        <p:spPr>
          <a:xfrm>
            <a:off x="838200" y="1825625"/>
            <a:ext cx="10515600" cy="3190128"/>
          </a:xfrm>
        </p:spPr>
        <p:txBody>
          <a:bodyPr numCol="2"/>
          <a:lstStyle/>
          <a:p>
            <a:r>
              <a:rPr lang="en-US"/>
              <a:t>Participants’ perspectives:</a:t>
            </a:r>
          </a:p>
          <a:p>
            <a:pPr lvl="1"/>
            <a:r>
              <a:rPr lang="en-US"/>
              <a:t>Process is too slow</a:t>
            </a:r>
          </a:p>
          <a:p>
            <a:pPr lvl="1"/>
            <a:endParaRPr lang="en-US"/>
          </a:p>
          <a:p>
            <a:pPr lvl="1"/>
            <a:r>
              <a:rPr lang="en-US"/>
              <a:t>Came to VR ready to work</a:t>
            </a:r>
          </a:p>
          <a:p>
            <a:pPr lvl="1"/>
            <a:endParaRPr lang="en-US"/>
          </a:p>
          <a:p>
            <a:pPr lvl="1"/>
            <a:r>
              <a:rPr lang="en-US"/>
              <a:t>Some needed time and information to make decisions, so plans would change</a:t>
            </a:r>
          </a:p>
          <a:p>
            <a:r>
              <a:rPr lang="en-US"/>
              <a:t>VR services and the SGA Model:</a:t>
            </a:r>
          </a:p>
          <a:p>
            <a:pPr lvl="1"/>
            <a:r>
              <a:rPr lang="en-US"/>
              <a:t>SSDI beneficiaries - presumptive eligibility</a:t>
            </a:r>
          </a:p>
          <a:p>
            <a:pPr lvl="1"/>
            <a:r>
              <a:rPr lang="en-US"/>
              <a:t>Long planning process not always necessary</a:t>
            </a:r>
          </a:p>
          <a:p>
            <a:pPr lvl="1"/>
            <a:r>
              <a:rPr lang="en-US"/>
              <a:t>Dynamic IPE allows for changes as time goes on</a:t>
            </a:r>
          </a:p>
        </p:txBody>
      </p:sp>
    </p:spTree>
    <p:extLst>
      <p:ext uri="{BB962C8B-B14F-4D97-AF65-F5344CB8AC3E}">
        <p14:creationId xmlns:p14="http://schemas.microsoft.com/office/powerpoint/2010/main" val="102841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2BC2639-A397-47DE-A926-ACBADDED6BB9}"/>
              </a:ext>
            </a:extLst>
          </p:cNvPr>
          <p:cNvGrpSpPr/>
          <p:nvPr/>
        </p:nvGrpSpPr>
        <p:grpSpPr>
          <a:xfrm>
            <a:off x="6019800" y="1690688"/>
            <a:ext cx="5660453" cy="4007726"/>
            <a:chOff x="1475453" y="137567"/>
            <a:chExt cx="9228620" cy="6534067"/>
          </a:xfrm>
        </p:grpSpPr>
        <p:sp>
          <p:nvSpPr>
            <p:cNvPr id="16" name="Hexagon 4">
              <a:extLst>
                <a:ext uri="{FF2B5EF4-FFF2-40B4-BE49-F238E27FC236}">
                  <a16:creationId xmlns:a16="http://schemas.microsoft.com/office/drawing/2014/main" id="{65C316E4-9EC0-48DE-8BAD-861C773D81E1}"/>
                </a:ext>
              </a:extLst>
            </p:cNvPr>
            <p:cNvSpPr txBox="1"/>
            <p:nvPr/>
          </p:nvSpPr>
          <p:spPr>
            <a:xfrm>
              <a:off x="5261455" y="3124334"/>
              <a:ext cx="1645742" cy="56053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5560" tIns="35560" rIns="35560" bIns="35560" numCol="1" spcCol="1270" anchor="ctr" anchorCtr="0">
              <a:noAutofit/>
            </a:bodyPr>
            <a:lstStyle/>
            <a:p>
              <a:pPr marL="0" lvl="0" indent="0" algn="ctr" defTabSz="1244600">
                <a:lnSpc>
                  <a:spcPct val="100000"/>
                </a:lnSpc>
                <a:spcBef>
                  <a:spcPct val="0"/>
                </a:spcBef>
                <a:spcAft>
                  <a:spcPts val="0"/>
                </a:spcAft>
                <a:buNone/>
              </a:pPr>
              <a:r>
                <a:rPr lang="en-US" sz="1400" kern="1200">
                  <a:latin typeface="+mj-lt"/>
                </a:rPr>
                <a:t>DECISIONS</a:t>
              </a:r>
            </a:p>
          </p:txBody>
        </p:sp>
        <p:cxnSp>
          <p:nvCxnSpPr>
            <p:cNvPr id="40" name="Straight Arrow Connector 39">
              <a:extLst>
                <a:ext uri="{FF2B5EF4-FFF2-40B4-BE49-F238E27FC236}">
                  <a16:creationId xmlns:a16="http://schemas.microsoft.com/office/drawing/2014/main" id="{96C45DCD-34B9-460A-837D-904317F82A40}"/>
                </a:ext>
              </a:extLst>
            </p:cNvPr>
            <p:cNvCxnSpPr>
              <a:cxnSpLocks/>
            </p:cNvCxnSpPr>
            <p:nvPr/>
          </p:nvCxnSpPr>
          <p:spPr>
            <a:xfrm flipV="1">
              <a:off x="6073390" y="3557860"/>
              <a:ext cx="0" cy="639054"/>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CCF9D47-8B6D-44EC-AFD2-69C12272A7BD}"/>
                </a:ext>
              </a:extLst>
            </p:cNvPr>
            <p:cNvCxnSpPr>
              <a:cxnSpLocks/>
            </p:cNvCxnSpPr>
            <p:nvPr/>
          </p:nvCxnSpPr>
          <p:spPr>
            <a:xfrm>
              <a:off x="6070840" y="2690223"/>
              <a:ext cx="0" cy="567322"/>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C96A7DEC-6A9F-4EF1-8CE1-04612243CA37}"/>
                </a:ext>
              </a:extLst>
            </p:cNvPr>
            <p:cNvGrpSpPr/>
            <p:nvPr/>
          </p:nvGrpSpPr>
          <p:grpSpPr>
            <a:xfrm>
              <a:off x="4438164" y="3835317"/>
              <a:ext cx="3292733" cy="2836317"/>
              <a:chOff x="4438165" y="3655736"/>
              <a:chExt cx="3292733" cy="2836317"/>
            </a:xfrm>
          </p:grpSpPr>
          <p:sp>
            <p:nvSpPr>
              <p:cNvPr id="24" name="Hexagon 23">
                <a:extLst>
                  <a:ext uri="{FF2B5EF4-FFF2-40B4-BE49-F238E27FC236}">
                    <a16:creationId xmlns:a16="http://schemas.microsoft.com/office/drawing/2014/main" id="{973E6ECF-1E65-4038-AAA8-AFC148A35018}"/>
                  </a:ext>
                </a:extLst>
              </p:cNvPr>
              <p:cNvSpPr/>
              <p:nvPr/>
            </p:nvSpPr>
            <p:spPr>
              <a:xfrm>
                <a:off x="4438165" y="3655736"/>
                <a:ext cx="3292733" cy="2836317"/>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a:p>
                <a:pPr algn="ctr"/>
                <a:endParaRPr lang="en-US" sz="600"/>
              </a:p>
              <a:p>
                <a:pPr algn="ctr"/>
                <a:r>
                  <a:rPr lang="en-US" sz="1200"/>
                  <a:t>Personal</a:t>
                </a:r>
              </a:p>
              <a:p>
                <a:pPr algn="ctr"/>
                <a:endParaRPr lang="en-US" sz="600"/>
              </a:p>
              <a:p>
                <a:pPr algn="ctr"/>
                <a:endParaRPr lang="en-US" sz="600"/>
              </a:p>
              <a:p>
                <a:pPr algn="ctr"/>
                <a:endParaRPr lang="en-US" sz="600"/>
              </a:p>
              <a:p>
                <a:pPr algn="ctr"/>
                <a:endParaRPr lang="en-US" sz="600"/>
              </a:p>
              <a:p>
                <a:pPr algn="ctr"/>
                <a:endParaRPr lang="en-US" sz="600"/>
              </a:p>
              <a:p>
                <a:pPr algn="ctr"/>
                <a:endParaRPr lang="en-US" sz="600"/>
              </a:p>
              <a:p>
                <a:pPr algn="ctr"/>
                <a:endParaRPr lang="en-US" sz="600"/>
              </a:p>
              <a:p>
                <a:pPr algn="ctr"/>
                <a:endParaRPr lang="en-US" sz="600"/>
              </a:p>
              <a:p>
                <a:pPr algn="ctr"/>
                <a:endParaRPr lang="en-US" sz="600"/>
              </a:p>
              <a:p>
                <a:pPr algn="ctr"/>
                <a:endParaRPr lang="en-US" sz="1200"/>
              </a:p>
              <a:p>
                <a:pPr algn="ctr"/>
                <a:r>
                  <a:rPr lang="en-US" sz="1200"/>
                  <a:t>Meanings </a:t>
                </a:r>
              </a:p>
              <a:p>
                <a:pPr algn="ctr"/>
                <a:r>
                  <a:rPr lang="en-US" sz="1200"/>
                  <a:t>of Work</a:t>
                </a:r>
              </a:p>
              <a:p>
                <a:pPr algn="ctr"/>
                <a:endParaRPr lang="en-US" sz="1400"/>
              </a:p>
            </p:txBody>
          </p:sp>
          <p:grpSp>
            <p:nvGrpSpPr>
              <p:cNvPr id="2" name="Group 1">
                <a:extLst>
                  <a:ext uri="{FF2B5EF4-FFF2-40B4-BE49-F238E27FC236}">
                    <a16:creationId xmlns:a16="http://schemas.microsoft.com/office/drawing/2014/main" id="{58ABA1E1-DB74-49FB-A959-1E7E61E9DF9A}"/>
                  </a:ext>
                </a:extLst>
              </p:cNvPr>
              <p:cNvGrpSpPr/>
              <p:nvPr/>
            </p:nvGrpSpPr>
            <p:grpSpPr>
              <a:xfrm>
                <a:off x="5272330" y="4274848"/>
                <a:ext cx="1634868" cy="1414352"/>
                <a:chOff x="4646929" y="4644687"/>
                <a:chExt cx="2200373" cy="1903581"/>
              </a:xfrm>
            </p:grpSpPr>
            <p:sp>
              <p:nvSpPr>
                <p:cNvPr id="3" name="Hexagon 2" descr="Person wearing a tie, sitting cross-legged, arms open, with symbols floating around his head: heart, %, clock, file folder, $, clipart family" title="Meaning of Work">
                  <a:extLst>
                    <a:ext uri="{FF2B5EF4-FFF2-40B4-BE49-F238E27FC236}">
                      <a16:creationId xmlns:a16="http://schemas.microsoft.com/office/drawing/2014/main" id="{2814D066-F3E5-4DC2-BBE5-1A5C7CE6CF49}"/>
                    </a:ext>
                  </a:extLst>
                </p:cNvPr>
                <p:cNvSpPr/>
                <p:nvPr/>
              </p:nvSpPr>
              <p:spPr>
                <a:xfrm>
                  <a:off x="4646929" y="4644687"/>
                  <a:ext cx="2200373" cy="1903581"/>
                </a:xfrm>
                <a:prstGeom prst="hexagon">
                  <a:avLst>
                    <a:gd name="adj" fmla="val 28570"/>
                    <a:gd name="vf" fmla="val 115470"/>
                  </a:avLst>
                </a:prstGeom>
                <a:blipFill rotWithShape="0">
                  <a:blip r:embed="rId3"/>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sp>
              <p:nvSpPr>
                <p:cNvPr id="4" name="Hexagon 4">
                  <a:extLst>
                    <a:ext uri="{FF2B5EF4-FFF2-40B4-BE49-F238E27FC236}">
                      <a16:creationId xmlns:a16="http://schemas.microsoft.com/office/drawing/2014/main" id="{2C77AD1A-878A-4DCA-B18D-00ED6E8436B0}"/>
                    </a:ext>
                  </a:extLst>
                </p:cNvPr>
                <p:cNvSpPr txBox="1"/>
                <p:nvPr/>
              </p:nvSpPr>
              <p:spPr>
                <a:xfrm>
                  <a:off x="5011578" y="4960151"/>
                  <a:ext cx="1471075" cy="127265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2550" tIns="82550" rIns="82550" bIns="82550" numCol="1" spcCol="1270" anchor="ctr" anchorCtr="0">
                  <a:noAutofit/>
                </a:bodyPr>
                <a:lstStyle/>
                <a:p>
                  <a:pPr marL="0" lvl="0" indent="0" algn="ctr" defTabSz="2889250">
                    <a:lnSpc>
                      <a:spcPct val="100000"/>
                    </a:lnSpc>
                    <a:spcBef>
                      <a:spcPct val="0"/>
                    </a:spcBef>
                    <a:spcAft>
                      <a:spcPts val="0"/>
                    </a:spcAft>
                    <a:buNone/>
                  </a:pPr>
                  <a:endParaRPr lang="en-US" sz="4400" kern="1200"/>
                </a:p>
              </p:txBody>
            </p:sp>
          </p:grpSp>
        </p:grpSp>
        <p:grpSp>
          <p:nvGrpSpPr>
            <p:cNvPr id="27" name="Group 26">
              <a:extLst>
                <a:ext uri="{FF2B5EF4-FFF2-40B4-BE49-F238E27FC236}">
                  <a16:creationId xmlns:a16="http://schemas.microsoft.com/office/drawing/2014/main" id="{5B9A3BE0-803F-4C60-A514-A41B2DF29F10}"/>
                </a:ext>
              </a:extLst>
            </p:cNvPr>
            <p:cNvGrpSpPr/>
            <p:nvPr/>
          </p:nvGrpSpPr>
          <p:grpSpPr>
            <a:xfrm>
              <a:off x="7411340" y="1970645"/>
              <a:ext cx="3292733" cy="2836317"/>
              <a:chOff x="7043040" y="1998240"/>
              <a:chExt cx="3292733" cy="2836317"/>
            </a:xfrm>
          </p:grpSpPr>
          <p:sp>
            <p:nvSpPr>
              <p:cNvPr id="23" name="Hexagon 22">
                <a:extLst>
                  <a:ext uri="{FF2B5EF4-FFF2-40B4-BE49-F238E27FC236}">
                    <a16:creationId xmlns:a16="http://schemas.microsoft.com/office/drawing/2014/main" id="{B84F26BE-0783-4FD3-B84C-C9D8705E184B}"/>
                  </a:ext>
                </a:extLst>
              </p:cNvPr>
              <p:cNvSpPr/>
              <p:nvPr/>
            </p:nvSpPr>
            <p:spPr>
              <a:xfrm>
                <a:off x="7043040" y="1998240"/>
                <a:ext cx="3292733" cy="2836317"/>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Social </a:t>
                </a:r>
              </a:p>
              <a:p>
                <a:pPr algn="ctr"/>
                <a:r>
                  <a:rPr lang="en-US" sz="1200"/>
                  <a:t>Engagement</a:t>
                </a:r>
              </a:p>
              <a:p>
                <a:pPr algn="ctr"/>
                <a:endParaRPr lang="en-US" sz="600"/>
              </a:p>
              <a:p>
                <a:pPr algn="ctr"/>
                <a:endParaRPr lang="en-US" sz="600"/>
              </a:p>
              <a:p>
                <a:pPr algn="ctr"/>
                <a:endParaRPr lang="en-US" sz="600"/>
              </a:p>
              <a:p>
                <a:pPr algn="ctr"/>
                <a:endParaRPr lang="en-US" sz="600"/>
              </a:p>
              <a:p>
                <a:pPr algn="ctr"/>
                <a:endParaRPr lang="en-US" sz="600"/>
              </a:p>
              <a:p>
                <a:pPr algn="ctr"/>
                <a:endParaRPr lang="en-US" sz="600"/>
              </a:p>
              <a:p>
                <a:pPr algn="ctr"/>
                <a:r>
                  <a:rPr lang="en-US" sz="600"/>
                  <a:t> </a:t>
                </a:r>
              </a:p>
              <a:p>
                <a:pPr algn="ctr"/>
                <a:endParaRPr lang="en-US" sz="600"/>
              </a:p>
              <a:p>
                <a:pPr algn="ctr"/>
                <a:endParaRPr lang="en-US" sz="600"/>
              </a:p>
              <a:p>
                <a:pPr algn="ctr"/>
                <a:endParaRPr lang="en-US" sz="600"/>
              </a:p>
              <a:p>
                <a:pPr algn="ctr"/>
                <a:endParaRPr lang="en-US" sz="600"/>
              </a:p>
              <a:p>
                <a:pPr algn="ctr"/>
                <a:r>
                  <a:rPr lang="en-US" sz="1200"/>
                  <a:t>&amp; Activity</a:t>
                </a:r>
              </a:p>
            </p:txBody>
          </p:sp>
          <p:grpSp>
            <p:nvGrpSpPr>
              <p:cNvPr id="5" name="Group 4">
                <a:extLst>
                  <a:ext uri="{FF2B5EF4-FFF2-40B4-BE49-F238E27FC236}">
                    <a16:creationId xmlns:a16="http://schemas.microsoft.com/office/drawing/2014/main" id="{9EA1435D-0A93-438A-A765-3967A0E77C2B}"/>
                  </a:ext>
                </a:extLst>
              </p:cNvPr>
              <p:cNvGrpSpPr/>
              <p:nvPr/>
            </p:nvGrpSpPr>
            <p:grpSpPr>
              <a:xfrm>
                <a:off x="7864175" y="2761229"/>
                <a:ext cx="1639397" cy="1418271"/>
                <a:chOff x="2619561" y="3361722"/>
                <a:chExt cx="2200373" cy="1903581"/>
              </a:xfrm>
            </p:grpSpPr>
            <p:sp>
              <p:nvSpPr>
                <p:cNvPr id="6" name="Hexagon 5" descr="Three people against skyline - adult using wheelchair, adult running, child on bike." title="Activity/Social">
                  <a:extLst>
                    <a:ext uri="{FF2B5EF4-FFF2-40B4-BE49-F238E27FC236}">
                      <a16:creationId xmlns:a16="http://schemas.microsoft.com/office/drawing/2014/main" id="{7BEAA5FC-DC34-4CC1-B171-EE4D9A1EF98E}"/>
                    </a:ext>
                  </a:extLst>
                </p:cNvPr>
                <p:cNvSpPr/>
                <p:nvPr/>
              </p:nvSpPr>
              <p:spPr>
                <a:xfrm>
                  <a:off x="2619561" y="3361722"/>
                  <a:ext cx="2200373" cy="1903581"/>
                </a:xfrm>
                <a:prstGeom prst="hexagon">
                  <a:avLst>
                    <a:gd name="adj" fmla="val 28570"/>
                    <a:gd name="vf" fmla="val 115470"/>
                  </a:avLst>
                </a:prstGeom>
                <a:blipFill rotWithShape="0">
                  <a:blip r:embed="rId4"/>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sp>
              <p:nvSpPr>
                <p:cNvPr id="7" name="Hexagon 4">
                  <a:extLst>
                    <a:ext uri="{FF2B5EF4-FFF2-40B4-BE49-F238E27FC236}">
                      <a16:creationId xmlns:a16="http://schemas.microsoft.com/office/drawing/2014/main" id="{10EF19B6-9327-42E2-9118-1333E8209E8D}"/>
                    </a:ext>
                  </a:extLst>
                </p:cNvPr>
                <p:cNvSpPr txBox="1"/>
                <p:nvPr/>
              </p:nvSpPr>
              <p:spPr>
                <a:xfrm>
                  <a:off x="2984211" y="3789320"/>
                  <a:ext cx="1471075" cy="127265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2550" tIns="82550" rIns="82550" bIns="82550" numCol="1" spcCol="1270" anchor="ctr" anchorCtr="0">
                  <a:noAutofit/>
                </a:bodyPr>
                <a:lstStyle/>
                <a:p>
                  <a:pPr marL="0" lvl="0" indent="0" algn="ctr" defTabSz="2889250">
                    <a:lnSpc>
                      <a:spcPct val="100000"/>
                    </a:lnSpc>
                    <a:spcBef>
                      <a:spcPct val="0"/>
                    </a:spcBef>
                    <a:spcAft>
                      <a:spcPts val="0"/>
                    </a:spcAft>
                    <a:buNone/>
                  </a:pPr>
                  <a:endParaRPr lang="en-US" sz="4400" kern="1200"/>
                </a:p>
              </p:txBody>
            </p:sp>
          </p:grpSp>
        </p:grpSp>
        <p:sp>
          <p:nvSpPr>
            <p:cNvPr id="25" name="Hexagon 24">
              <a:extLst>
                <a:ext uri="{FF2B5EF4-FFF2-40B4-BE49-F238E27FC236}">
                  <a16:creationId xmlns:a16="http://schemas.microsoft.com/office/drawing/2014/main" id="{ADA58AA5-A8FF-4011-BF17-30D1A0A8B140}"/>
                </a:ext>
              </a:extLst>
            </p:cNvPr>
            <p:cNvSpPr/>
            <p:nvPr/>
          </p:nvSpPr>
          <p:spPr>
            <a:xfrm>
              <a:off x="1475453" y="1986442"/>
              <a:ext cx="3292733" cy="2836317"/>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a:p>
              <a:pPr algn="ctr"/>
              <a:r>
                <a:rPr lang="en-US" sz="1200"/>
                <a:t>Financial</a:t>
              </a:r>
            </a:p>
            <a:p>
              <a:pPr algn="ctr"/>
              <a:endParaRPr lang="en-US" sz="1400"/>
            </a:p>
            <a:p>
              <a:pPr algn="ctr"/>
              <a:endParaRPr lang="en-US" sz="1400"/>
            </a:p>
            <a:p>
              <a:pPr algn="ctr"/>
              <a:endParaRPr lang="en-US" sz="1400"/>
            </a:p>
            <a:p>
              <a:pPr algn="ctr"/>
              <a:endParaRPr lang="en-US" sz="1400"/>
            </a:p>
            <a:p>
              <a:pPr algn="ctr"/>
              <a:endParaRPr lang="en-US" sz="1400"/>
            </a:p>
            <a:p>
              <a:pPr algn="ctr"/>
              <a:r>
                <a:rPr lang="en-US" sz="1200"/>
                <a:t>Risks &amp; Rewards</a:t>
              </a:r>
            </a:p>
            <a:p>
              <a:pPr algn="ctr"/>
              <a:endParaRPr lang="en-US" sz="1400"/>
            </a:p>
          </p:txBody>
        </p:sp>
        <p:grpSp>
          <p:nvGrpSpPr>
            <p:cNvPr id="8" name="Group 7">
              <a:extLst>
                <a:ext uri="{FF2B5EF4-FFF2-40B4-BE49-F238E27FC236}">
                  <a16:creationId xmlns:a16="http://schemas.microsoft.com/office/drawing/2014/main" id="{431EBC26-4ED7-4B5A-9B12-A1F03EFF4E52}"/>
                </a:ext>
              </a:extLst>
            </p:cNvPr>
            <p:cNvGrpSpPr/>
            <p:nvPr/>
          </p:nvGrpSpPr>
          <p:grpSpPr>
            <a:xfrm>
              <a:off x="2288638" y="2697423"/>
              <a:ext cx="1634868" cy="1414353"/>
              <a:chOff x="4646929" y="0"/>
              <a:chExt cx="2200373" cy="1903581"/>
            </a:xfrm>
          </p:grpSpPr>
          <p:sp>
            <p:nvSpPr>
              <p:cNvPr id="9" name="Hexagon 8" descr="Clipart of dollar sign and health insurance cards" title="SSDI &amp; Other Benefits">
                <a:extLst>
                  <a:ext uri="{FF2B5EF4-FFF2-40B4-BE49-F238E27FC236}">
                    <a16:creationId xmlns:a16="http://schemas.microsoft.com/office/drawing/2014/main" id="{307A63D9-C933-4F56-8057-8C51B6FF7565}"/>
                  </a:ext>
                </a:extLst>
              </p:cNvPr>
              <p:cNvSpPr/>
              <p:nvPr/>
            </p:nvSpPr>
            <p:spPr>
              <a:xfrm>
                <a:off x="4646929" y="0"/>
                <a:ext cx="2200373" cy="1903581"/>
              </a:xfrm>
              <a:prstGeom prst="hexagon">
                <a:avLst>
                  <a:gd name="adj" fmla="val 28570"/>
                  <a:gd name="vf" fmla="val 115470"/>
                </a:avLst>
              </a:prstGeom>
              <a:blipFill rotWithShape="0">
                <a:blip r:embed="rId5"/>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sp>
            <p:nvSpPr>
              <p:cNvPr id="10" name="Hexagon 4">
                <a:extLst>
                  <a:ext uri="{FF2B5EF4-FFF2-40B4-BE49-F238E27FC236}">
                    <a16:creationId xmlns:a16="http://schemas.microsoft.com/office/drawing/2014/main" id="{FCE981D2-2C67-4080-8303-564996821FC6}"/>
                  </a:ext>
                </a:extLst>
              </p:cNvPr>
              <p:cNvSpPr txBox="1"/>
              <p:nvPr/>
            </p:nvSpPr>
            <p:spPr>
              <a:xfrm>
                <a:off x="5011578" y="315464"/>
                <a:ext cx="1471075" cy="127265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4400" kern="1200"/>
              </a:p>
            </p:txBody>
          </p:sp>
        </p:grpSp>
        <p:grpSp>
          <p:nvGrpSpPr>
            <p:cNvPr id="26" name="Group 25">
              <a:extLst>
                <a:ext uri="{FF2B5EF4-FFF2-40B4-BE49-F238E27FC236}">
                  <a16:creationId xmlns:a16="http://schemas.microsoft.com/office/drawing/2014/main" id="{0526A46A-AADE-45B4-B410-5B2DFAE1481F}"/>
                </a:ext>
              </a:extLst>
            </p:cNvPr>
            <p:cNvGrpSpPr/>
            <p:nvPr/>
          </p:nvGrpSpPr>
          <p:grpSpPr>
            <a:xfrm>
              <a:off x="4438164" y="137567"/>
              <a:ext cx="3292733" cy="2836317"/>
              <a:chOff x="4435601" y="340742"/>
              <a:chExt cx="3292733" cy="2836317"/>
            </a:xfrm>
          </p:grpSpPr>
          <p:sp>
            <p:nvSpPr>
              <p:cNvPr id="22" name="Hexagon 21">
                <a:extLst>
                  <a:ext uri="{FF2B5EF4-FFF2-40B4-BE49-F238E27FC236}">
                    <a16:creationId xmlns:a16="http://schemas.microsoft.com/office/drawing/2014/main" id="{0AF3AA40-1733-46A8-AAB3-330B6F9FA798}"/>
                  </a:ext>
                </a:extLst>
              </p:cNvPr>
              <p:cNvSpPr/>
              <p:nvPr/>
            </p:nvSpPr>
            <p:spPr>
              <a:xfrm>
                <a:off x="4435601" y="340742"/>
                <a:ext cx="3292733" cy="2836317"/>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Family </a:t>
                </a:r>
              </a:p>
              <a:p>
                <a:pPr algn="ctr"/>
                <a:r>
                  <a:rPr lang="en-US" sz="1200"/>
                  <a:t>Engagement,</a:t>
                </a:r>
              </a:p>
              <a:p>
                <a:pPr algn="ctr"/>
                <a:endParaRPr lang="en-US" sz="600"/>
              </a:p>
              <a:p>
                <a:pPr algn="ctr"/>
                <a:endParaRPr lang="en-US" sz="600"/>
              </a:p>
              <a:p>
                <a:pPr algn="ctr"/>
                <a:endParaRPr lang="en-US" sz="600"/>
              </a:p>
              <a:p>
                <a:pPr algn="ctr"/>
                <a:endParaRPr lang="en-US" sz="600"/>
              </a:p>
              <a:p>
                <a:pPr algn="ctr"/>
                <a:endParaRPr lang="en-US" sz="600"/>
              </a:p>
              <a:p>
                <a:pPr algn="ctr"/>
                <a:endParaRPr lang="en-US" sz="600"/>
              </a:p>
              <a:p>
                <a:pPr algn="ctr"/>
                <a:endParaRPr lang="en-US" sz="600"/>
              </a:p>
              <a:p>
                <a:pPr algn="ctr"/>
                <a:endParaRPr lang="en-US" sz="600"/>
              </a:p>
              <a:p>
                <a:pPr algn="ctr"/>
                <a:endParaRPr lang="en-US" sz="600"/>
              </a:p>
              <a:p>
                <a:pPr algn="ctr"/>
                <a:endParaRPr lang="en-US" sz="600"/>
              </a:p>
              <a:p>
                <a:pPr algn="ctr"/>
                <a:r>
                  <a:rPr lang="en-US" sz="1200"/>
                  <a:t> Roles &amp; Responsibilities</a:t>
                </a:r>
              </a:p>
            </p:txBody>
          </p:sp>
          <p:sp>
            <p:nvSpPr>
              <p:cNvPr id="12" name="Hexagon 11" descr="Clipart of two parents and two children, all holding hands" title="Family">
                <a:extLst>
                  <a:ext uri="{FF2B5EF4-FFF2-40B4-BE49-F238E27FC236}">
                    <a16:creationId xmlns:a16="http://schemas.microsoft.com/office/drawing/2014/main" id="{5B3076D4-9431-4094-9C3D-0F50D321E5F5}"/>
                  </a:ext>
                </a:extLst>
              </p:cNvPr>
              <p:cNvSpPr/>
              <p:nvPr/>
            </p:nvSpPr>
            <p:spPr>
              <a:xfrm>
                <a:off x="5253394" y="1051724"/>
                <a:ext cx="1634867" cy="1414352"/>
              </a:xfrm>
              <a:prstGeom prst="hexagon">
                <a:avLst>
                  <a:gd name="adj" fmla="val 28570"/>
                  <a:gd name="vf" fmla="val 115470"/>
                </a:avLst>
              </a:prstGeom>
              <a:blipFill rotWithShape="0">
                <a:blip r:embed="rId6"/>
                <a:stretch>
                  <a:fillRect/>
                </a:stretch>
              </a:blipFill>
              <a:ln w="12700">
                <a:solidFill>
                  <a:schemeClr val="tx2"/>
                </a:solidFill>
              </a:ln>
            </p:spPr>
            <p:style>
              <a:lnRef idx="0">
                <a:scrgbClr r="0" g="0" b="0"/>
              </a:lnRef>
              <a:fillRef idx="3">
                <a:scrgbClr r="0" g="0" b="0"/>
              </a:fillRef>
              <a:effectRef idx="3">
                <a:schemeClr val="dk2">
                  <a:hueOff val="0"/>
                  <a:satOff val="0"/>
                  <a:lumOff val="0"/>
                  <a:alphaOff val="0"/>
                </a:schemeClr>
              </a:effectRef>
              <a:fontRef idx="minor">
                <a:schemeClr val="lt1"/>
              </a:fontRef>
            </p:style>
          </p:sp>
        </p:grpSp>
        <p:cxnSp>
          <p:nvCxnSpPr>
            <p:cNvPr id="32" name="Straight Arrow Connector 31">
              <a:extLst>
                <a:ext uri="{FF2B5EF4-FFF2-40B4-BE49-F238E27FC236}">
                  <a16:creationId xmlns:a16="http://schemas.microsoft.com/office/drawing/2014/main" id="{D9C28333-E140-4CE3-9FE7-0338248C66F7}"/>
                </a:ext>
              </a:extLst>
            </p:cNvPr>
            <p:cNvCxnSpPr>
              <a:cxnSpLocks/>
            </p:cNvCxnSpPr>
            <p:nvPr/>
          </p:nvCxnSpPr>
          <p:spPr>
            <a:xfrm flipV="1">
              <a:off x="4684748" y="3388804"/>
              <a:ext cx="645857" cy="14795"/>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DA1FF5C4-AF8E-45AC-95AA-231E003141CD}"/>
                </a:ext>
              </a:extLst>
            </p:cNvPr>
            <p:cNvCxnSpPr>
              <a:cxnSpLocks/>
            </p:cNvCxnSpPr>
            <p:nvPr/>
          </p:nvCxnSpPr>
          <p:spPr>
            <a:xfrm flipH="1">
              <a:off x="6840012" y="3403599"/>
              <a:ext cx="638514" cy="1"/>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44" name="Arrow: Up-Down 43">
              <a:extLst>
                <a:ext uri="{FF2B5EF4-FFF2-40B4-BE49-F238E27FC236}">
                  <a16:creationId xmlns:a16="http://schemas.microsoft.com/office/drawing/2014/main" id="{1ACBACD9-7965-43C3-B271-1E669BB253E3}"/>
                </a:ext>
              </a:extLst>
            </p:cNvPr>
            <p:cNvSpPr/>
            <p:nvPr/>
          </p:nvSpPr>
          <p:spPr>
            <a:xfrm rot="18689622">
              <a:off x="8181555" y="470447"/>
              <a:ext cx="336375" cy="141435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5" name="Arrow: Up-Down 44">
              <a:extLst>
                <a:ext uri="{FF2B5EF4-FFF2-40B4-BE49-F238E27FC236}">
                  <a16:creationId xmlns:a16="http://schemas.microsoft.com/office/drawing/2014/main" id="{F92E53FE-CC6E-4941-9FB2-CA84EEE5E334}"/>
                </a:ext>
              </a:extLst>
            </p:cNvPr>
            <p:cNvSpPr/>
            <p:nvPr/>
          </p:nvSpPr>
          <p:spPr>
            <a:xfrm rot="13274803">
              <a:off x="8120777" y="5000499"/>
              <a:ext cx="336375" cy="141435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6" name="Arrow: Up-Down 45">
              <a:extLst>
                <a:ext uri="{FF2B5EF4-FFF2-40B4-BE49-F238E27FC236}">
                  <a16:creationId xmlns:a16="http://schemas.microsoft.com/office/drawing/2014/main" id="{FC947AF9-0B98-4005-933D-92EEC0339E88}"/>
                </a:ext>
              </a:extLst>
            </p:cNvPr>
            <p:cNvSpPr/>
            <p:nvPr/>
          </p:nvSpPr>
          <p:spPr>
            <a:xfrm rot="18689622">
              <a:off x="3686423" y="4910864"/>
              <a:ext cx="336375" cy="141435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7" name="Arrow: Up-Down 46">
              <a:extLst>
                <a:ext uri="{FF2B5EF4-FFF2-40B4-BE49-F238E27FC236}">
                  <a16:creationId xmlns:a16="http://schemas.microsoft.com/office/drawing/2014/main" id="{D12F392A-AEAF-47B0-84FA-190A5F5DA38E}"/>
                </a:ext>
              </a:extLst>
            </p:cNvPr>
            <p:cNvSpPr/>
            <p:nvPr/>
          </p:nvSpPr>
          <p:spPr>
            <a:xfrm rot="13274803">
              <a:off x="3755318" y="470447"/>
              <a:ext cx="336375" cy="141435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grpSp>
      <p:sp>
        <p:nvSpPr>
          <p:cNvPr id="13" name="Title 12">
            <a:extLst>
              <a:ext uri="{FF2B5EF4-FFF2-40B4-BE49-F238E27FC236}">
                <a16:creationId xmlns:a16="http://schemas.microsoft.com/office/drawing/2014/main" id="{98D3E021-1C14-42EC-B67A-14CFD1431875}"/>
              </a:ext>
            </a:extLst>
          </p:cNvPr>
          <p:cNvSpPr>
            <a:spLocks noGrp="1"/>
          </p:cNvSpPr>
          <p:nvPr>
            <p:ph type="title"/>
          </p:nvPr>
        </p:nvSpPr>
        <p:spPr/>
        <p:txBody>
          <a:bodyPr/>
          <a:lstStyle/>
          <a:p>
            <a:r>
              <a:rPr lang="en-US"/>
              <a:t>Implications: The Role of VR</a:t>
            </a:r>
          </a:p>
        </p:txBody>
      </p:sp>
      <p:sp>
        <p:nvSpPr>
          <p:cNvPr id="14" name="Content Placeholder 13">
            <a:extLst>
              <a:ext uri="{FF2B5EF4-FFF2-40B4-BE49-F238E27FC236}">
                <a16:creationId xmlns:a16="http://schemas.microsoft.com/office/drawing/2014/main" id="{3F253888-49A1-4825-8FC5-707BB458E0FF}"/>
              </a:ext>
            </a:extLst>
          </p:cNvPr>
          <p:cNvSpPr>
            <a:spLocks noGrp="1"/>
          </p:cNvSpPr>
          <p:nvPr>
            <p:ph sz="half" idx="1"/>
          </p:nvPr>
        </p:nvSpPr>
        <p:spPr/>
        <p:txBody>
          <a:bodyPr/>
          <a:lstStyle/>
          <a:p>
            <a:r>
              <a:rPr lang="en-US"/>
              <a:t>Decisions are multifaceted</a:t>
            </a:r>
          </a:p>
          <a:p>
            <a:r>
              <a:rPr lang="en-US"/>
              <a:t>Process of returning to work is complex</a:t>
            </a:r>
          </a:p>
          <a:p>
            <a:r>
              <a:rPr lang="en-US"/>
              <a:t>VR services should reflect this complexity</a:t>
            </a:r>
          </a:p>
          <a:p>
            <a:r>
              <a:rPr lang="en-US"/>
              <a:t>Customers need personalized information and support</a:t>
            </a:r>
          </a:p>
          <a:p>
            <a:r>
              <a:rPr lang="en-US"/>
              <a:t>Customers who are ready to work don’t want to wait</a:t>
            </a:r>
          </a:p>
          <a:p>
            <a:pPr marL="0" indent="0">
              <a:buNone/>
            </a:pPr>
            <a:endParaRPr lang="en-US"/>
          </a:p>
        </p:txBody>
      </p:sp>
    </p:spTree>
    <p:extLst>
      <p:ext uri="{BB962C8B-B14F-4D97-AF65-F5344CB8AC3E}">
        <p14:creationId xmlns:p14="http://schemas.microsoft.com/office/powerpoint/2010/main" val="19127391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Conclusion</a:t>
            </a:r>
          </a:p>
        </p:txBody>
      </p:sp>
      <p:sp>
        <p:nvSpPr>
          <p:cNvPr id="3" name="Content Placeholder 2"/>
          <p:cNvSpPr>
            <a:spLocks noGrp="1"/>
          </p:cNvSpPr>
          <p:nvPr>
            <p:ph idx="1"/>
          </p:nvPr>
        </p:nvSpPr>
        <p:spPr>
          <a:xfrm>
            <a:off x="1024128" y="1437006"/>
            <a:ext cx="10713170" cy="3822360"/>
          </a:xfrm>
        </p:spPr>
        <p:txBody>
          <a:bodyPr>
            <a:normAutofit fontScale="92500" lnSpcReduction="20000"/>
          </a:bodyPr>
          <a:lstStyle/>
          <a:p>
            <a:pPr lvl="1"/>
            <a:r>
              <a:rPr lang="en-US" sz="3200"/>
              <a:t>People come to VR wanting to work, for many reasons.</a:t>
            </a:r>
          </a:p>
          <a:p>
            <a:pPr lvl="1"/>
            <a:r>
              <a:rPr lang="en-US" sz="3200"/>
              <a:t>Financial concerns are weighed with personal, social, and family needs and priorities. </a:t>
            </a:r>
          </a:p>
          <a:p>
            <a:pPr lvl="1"/>
            <a:r>
              <a:rPr lang="en-US" sz="3200"/>
              <a:t>VR can help make informed decisions, reducing perceived risk. </a:t>
            </a:r>
          </a:p>
          <a:p>
            <a:pPr lvl="1"/>
            <a:r>
              <a:rPr lang="en-US" sz="3200"/>
              <a:t>Quantitative analysis not enough; qualitative research explains whys and </a:t>
            </a:r>
            <a:r>
              <a:rPr lang="en-US" sz="3200" err="1"/>
              <a:t>hows</a:t>
            </a:r>
            <a:r>
              <a:rPr lang="en-US" sz="3200"/>
              <a:t>. </a:t>
            </a:r>
          </a:p>
          <a:p>
            <a:pPr marL="128016" lvl="1" indent="0">
              <a:buNone/>
            </a:pPr>
            <a:endParaRPr lang="en-US" sz="3200"/>
          </a:p>
          <a:p>
            <a:pPr marL="128016" lvl="1" indent="0">
              <a:buNone/>
            </a:pPr>
            <a:r>
              <a:rPr lang="en-US" sz="3200" u="sng"/>
              <a:t>For future research:</a:t>
            </a:r>
          </a:p>
          <a:p>
            <a:pPr lvl="1"/>
            <a:r>
              <a:rPr lang="en-US" sz="3200"/>
              <a:t>Family/household, including interviews w/family members</a:t>
            </a:r>
          </a:p>
          <a:p>
            <a:pPr lvl="1"/>
            <a:r>
              <a:rPr lang="en-US" sz="3200"/>
              <a:t>Longer term follow up – entire employment process</a:t>
            </a:r>
          </a:p>
        </p:txBody>
      </p:sp>
      <p:sp>
        <p:nvSpPr>
          <p:cNvPr id="4" name="Slide Number Placeholder 3"/>
          <p:cNvSpPr>
            <a:spLocks noGrp="1"/>
          </p:cNvSpPr>
          <p:nvPr>
            <p:ph type="sldNum" sz="quarter" idx="12"/>
          </p:nvPr>
        </p:nvSpPr>
        <p:spPr/>
        <p:txBody>
          <a:bodyPr/>
          <a:lstStyle/>
          <a:p>
            <a:fld id="{0AF0BB18-AE53-42E4-9D5C-1A2C78F44834}" type="slidenum">
              <a:rPr lang="en-US" smtClean="0"/>
              <a:t>33</a:t>
            </a:fld>
            <a:endParaRPr lang="en-US"/>
          </a:p>
        </p:txBody>
      </p:sp>
      <p:sp>
        <p:nvSpPr>
          <p:cNvPr id="5" name="TextBox 4"/>
          <p:cNvSpPr txBox="1"/>
          <p:nvPr/>
        </p:nvSpPr>
        <p:spPr>
          <a:xfrm>
            <a:off x="6230470" y="5825089"/>
            <a:ext cx="3751730" cy="769441"/>
          </a:xfrm>
          <a:prstGeom prst="rect">
            <a:avLst/>
          </a:prstGeom>
          <a:noFill/>
        </p:spPr>
        <p:txBody>
          <a:bodyPr wrap="square" rtlCol="0">
            <a:spAutoFit/>
          </a:bodyPr>
          <a:lstStyle/>
          <a:p>
            <a:pPr marL="128016" lvl="1" indent="0" algn="ctr">
              <a:buNone/>
            </a:pPr>
            <a:r>
              <a:rPr lang="en-US" sz="2200"/>
              <a:t>Allison B. Taylor, MSW, PhD </a:t>
            </a:r>
            <a:r>
              <a:rPr lang="en-US" sz="2200">
                <a:solidFill>
                  <a:schemeClr val="accent5">
                    <a:lumMod val="60000"/>
                    <a:lumOff val="40000"/>
                  </a:schemeClr>
                </a:solidFill>
                <a:hlinkClick r:id="rId3">
                  <a:extLst>
                    <a:ext uri="{A12FA001-AC4F-418D-AE19-62706E023703}">
                      <ahyp:hlinkClr xmlns:ahyp="http://schemas.microsoft.com/office/drawing/2018/hyperlinkcolor" val="tx"/>
                    </a:ext>
                  </a:extLst>
                </a:hlinkClick>
              </a:rPr>
              <a:t>Allison.taylor@umb.edu</a:t>
            </a:r>
            <a:endParaRPr lang="en-US" sz="2200">
              <a:solidFill>
                <a:schemeClr val="accent5">
                  <a:lumMod val="60000"/>
                  <a:lumOff val="40000"/>
                </a:schemeClr>
              </a:solidFill>
            </a:endParaRPr>
          </a:p>
        </p:txBody>
      </p:sp>
    </p:spTree>
    <p:extLst>
      <p:ext uri="{BB962C8B-B14F-4D97-AF65-F5344CB8AC3E}">
        <p14:creationId xmlns:p14="http://schemas.microsoft.com/office/powerpoint/2010/main" val="332454585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589562E724024595B6F6839457EEAB" ma:contentTypeVersion="11" ma:contentTypeDescription="Create a new document." ma:contentTypeScope="" ma:versionID="a55b46c7cf422668b7add2c240962d4e">
  <xsd:schema xmlns:xsd="http://www.w3.org/2001/XMLSchema" xmlns:xs="http://www.w3.org/2001/XMLSchema" xmlns:p="http://schemas.microsoft.com/office/2006/metadata/properties" xmlns:ns2="4242b8a1-7a91-48e1-9491-342c8aee28a6" xmlns:ns3="061e8ecc-5f93-4052-b542-6774df9d2165" targetNamespace="http://schemas.microsoft.com/office/2006/metadata/properties" ma:root="true" ma:fieldsID="a73d558ee5e8dd0398c8ba741abbb0ea" ns2:_="" ns3:_="">
    <xsd:import namespace="4242b8a1-7a91-48e1-9491-342c8aee28a6"/>
    <xsd:import namespace="061e8ecc-5f93-4052-b542-6774df9d216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42b8a1-7a91-48e1-9491-342c8aee28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61e8ecc-5f93-4052-b542-6774df9d216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5d72260-9a7d-4945-ba03-7d4d77032514}" ma:internalName="TaxCatchAll" ma:showField="CatchAllData" ma:web="061e8ecc-5f93-4052-b542-6774df9d21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061e8ecc-5f93-4052-b542-6774df9d2165" xsi:nil="true"/>
    <lcf76f155ced4ddcb4097134ff3c332f xmlns="4242b8a1-7a91-48e1-9491-342c8aee28a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03511E8-B700-42AE-AB77-C029047E0920}"/>
</file>

<file path=customXml/itemProps2.xml><?xml version="1.0" encoding="utf-8"?>
<ds:datastoreItem xmlns:ds="http://schemas.openxmlformats.org/officeDocument/2006/customXml" ds:itemID="{600D81F1-50EC-402D-92A2-6851FA609664}"/>
</file>

<file path=customXml/itemProps3.xml><?xml version="1.0" encoding="utf-8"?>
<ds:datastoreItem xmlns:ds="http://schemas.openxmlformats.org/officeDocument/2006/customXml" ds:itemID="{16CDFE7C-1AB3-40C9-ABC3-13975733E6FD}"/>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33</Slides>
  <Notes>29</Notes>
  <HiddenSlides>1</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“It makes me feel part of the society”:  Consumer perspectives on returning to work</vt:lpstr>
      <vt:lpstr>Acknowledgments and Disclaimers</vt:lpstr>
      <vt:lpstr>Overview - SGA Project</vt:lpstr>
      <vt:lpstr>Overview: SGA Qualitative Study</vt:lpstr>
      <vt:lpstr>Recruitment, Sample, &amp; Methods</vt:lpstr>
      <vt:lpstr>Participant Demographics: Race/Ethnicity, Gender</vt:lpstr>
      <vt:lpstr>Participant Demographics: Age</vt:lpstr>
      <vt:lpstr>Participants: Disability Type</vt:lpstr>
      <vt:lpstr>PARTICIPANTS: Family/Living Situation</vt:lpstr>
      <vt:lpstr>PARTICIPANTS: Family/Living Situation</vt:lpstr>
      <vt:lpstr>Research Questions</vt:lpstr>
      <vt:lpstr>SSDI Beneficiaries and Returning to Work</vt:lpstr>
      <vt:lpstr>PowerPoint Presentation</vt:lpstr>
      <vt:lpstr>Financial Risks and Rewards</vt:lpstr>
      <vt:lpstr>Financial Risks and Rewards</vt:lpstr>
      <vt:lpstr>Financial Risks and Rewards</vt:lpstr>
      <vt:lpstr>Family Roles &amp; Responsibilities</vt:lpstr>
      <vt:lpstr>Family Roles and Responsibilities</vt:lpstr>
      <vt:lpstr>Family Roles and Responsibilities</vt:lpstr>
      <vt:lpstr>Activity &amp; Social Engagement</vt:lpstr>
      <vt:lpstr>Activity &amp; Social Engagement</vt:lpstr>
      <vt:lpstr>Activity &amp; Social Engagement</vt:lpstr>
      <vt:lpstr>Personal Meanings of Work</vt:lpstr>
      <vt:lpstr>Personal Meanings of Work</vt:lpstr>
      <vt:lpstr>Personal Meanings of Work</vt:lpstr>
      <vt:lpstr>SGA Model</vt:lpstr>
      <vt:lpstr>Coordinated Team Approach</vt:lpstr>
      <vt:lpstr>Financial and Benefits Counseling</vt:lpstr>
      <vt:lpstr>Financial/Benefits Counseling: Paula</vt:lpstr>
      <vt:lpstr>Job Placement Services</vt:lpstr>
      <vt:lpstr>Pace of services and client engagement</vt:lpstr>
      <vt:lpstr>Implications: The Role of VR</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Allison</dc:creator>
  <cp:revision>1</cp:revision>
  <dcterms:created xsi:type="dcterms:W3CDTF">2021-03-03T22:34:36Z</dcterms:created>
  <dcterms:modified xsi:type="dcterms:W3CDTF">2021-06-29T17:33:46Z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0x01010076589562E724024595B6F6839457EEAB</vt:lpwstr>
  </property>
</Properties>
</file>