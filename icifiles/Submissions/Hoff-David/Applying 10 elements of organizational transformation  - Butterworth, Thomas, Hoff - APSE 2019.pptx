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 id="2147483677" r:id="rId2"/>
  </p:sldMasterIdLst>
  <p:notesMasterIdLst>
    <p:notesMasterId r:id="rId30"/>
  </p:notesMasterIdLst>
  <p:handoutMasterIdLst>
    <p:handoutMasterId r:id="rId31"/>
  </p:handoutMasterIdLst>
  <p:sldIdLst>
    <p:sldId id="259" r:id="rId3"/>
    <p:sldId id="994" r:id="rId4"/>
    <p:sldId id="1089" r:id="rId5"/>
    <p:sldId id="1214" r:id="rId6"/>
    <p:sldId id="1217" r:id="rId7"/>
    <p:sldId id="913" r:id="rId8"/>
    <p:sldId id="1216" r:id="rId9"/>
    <p:sldId id="1150" r:id="rId10"/>
    <p:sldId id="1079" r:id="rId11"/>
    <p:sldId id="261" r:id="rId12"/>
    <p:sldId id="992" r:id="rId13"/>
    <p:sldId id="1220" r:id="rId14"/>
    <p:sldId id="1222" r:id="rId15"/>
    <p:sldId id="1221" r:id="rId16"/>
    <p:sldId id="1213" r:id="rId17"/>
    <p:sldId id="996" r:id="rId18"/>
    <p:sldId id="998" r:id="rId19"/>
    <p:sldId id="1002" r:id="rId20"/>
    <p:sldId id="353" r:id="rId21"/>
    <p:sldId id="997" r:id="rId22"/>
    <p:sldId id="1003" r:id="rId23"/>
    <p:sldId id="367" r:id="rId24"/>
    <p:sldId id="1218" r:id="rId25"/>
    <p:sldId id="999" r:id="rId26"/>
    <p:sldId id="995" r:id="rId27"/>
    <p:sldId id="1000" r:id="rId28"/>
    <p:sldId id="1219" r:id="rId29"/>
  </p:sldIdLst>
  <p:sldSz cx="12192000" cy="6858000"/>
  <p:notesSz cx="6858000" cy="9144000"/>
  <p:defaultTextStyle>
    <a:defPPr>
      <a:defRPr lang="en-US"/>
    </a:defPPr>
    <a:lvl1pPr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1pPr>
    <a:lvl2pPr marL="4572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2pPr>
    <a:lvl3pPr marL="9144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3pPr>
    <a:lvl4pPr marL="13716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4pPr>
    <a:lvl5pPr marL="1828800" algn="l" rtl="0" eaLnBrk="0" fontAlgn="base" hangingPunct="0">
      <a:spcBef>
        <a:spcPct val="0"/>
      </a:spcBef>
      <a:spcAft>
        <a:spcPct val="0"/>
      </a:spcAft>
      <a:defRPr sz="2000" kern="1200">
        <a:solidFill>
          <a:schemeClr val="tx1"/>
        </a:solidFill>
        <a:latin typeface="Arial" charset="0"/>
        <a:ea typeface="ヒラギノ角ゴ Pro W3" charset="0"/>
        <a:cs typeface="ヒラギノ角ゴ Pro W3" charset="0"/>
      </a:defRPr>
    </a:lvl5pPr>
    <a:lvl6pPr marL="2286000" algn="l" defTabSz="457200" rtl="0" eaLnBrk="1" latinLnBrk="0" hangingPunct="1">
      <a:defRPr sz="2000" kern="1200">
        <a:solidFill>
          <a:schemeClr val="tx1"/>
        </a:solidFill>
        <a:latin typeface="Arial" charset="0"/>
        <a:ea typeface="ヒラギノ角ゴ Pro W3" charset="0"/>
        <a:cs typeface="ヒラギノ角ゴ Pro W3" charset="0"/>
      </a:defRPr>
    </a:lvl6pPr>
    <a:lvl7pPr marL="2743200" algn="l" defTabSz="457200" rtl="0" eaLnBrk="1" latinLnBrk="0" hangingPunct="1">
      <a:defRPr sz="2000" kern="1200">
        <a:solidFill>
          <a:schemeClr val="tx1"/>
        </a:solidFill>
        <a:latin typeface="Arial" charset="0"/>
        <a:ea typeface="ヒラギノ角ゴ Pro W3" charset="0"/>
        <a:cs typeface="ヒラギノ角ゴ Pro W3" charset="0"/>
      </a:defRPr>
    </a:lvl7pPr>
    <a:lvl8pPr marL="3200400" algn="l" defTabSz="457200" rtl="0" eaLnBrk="1" latinLnBrk="0" hangingPunct="1">
      <a:defRPr sz="2000" kern="1200">
        <a:solidFill>
          <a:schemeClr val="tx1"/>
        </a:solidFill>
        <a:latin typeface="Arial" charset="0"/>
        <a:ea typeface="ヒラギノ角ゴ Pro W3" charset="0"/>
        <a:cs typeface="ヒラギノ角ゴ Pro W3" charset="0"/>
      </a:defRPr>
    </a:lvl8pPr>
    <a:lvl9pPr marL="3657600" algn="l" defTabSz="457200" rtl="0" eaLnBrk="1" latinLnBrk="0" hangingPunct="1">
      <a:defRPr sz="2000" kern="1200">
        <a:solidFill>
          <a:schemeClr val="tx1"/>
        </a:solidFill>
        <a:latin typeface="Arial" charset="0"/>
        <a:ea typeface="ヒラギノ角ゴ Pro W3" charset="0"/>
        <a:cs typeface="ヒラギノ角ゴ Pro W3"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60" autoAdjust="0"/>
    <p:restoredTop sz="94382" autoAdjust="0"/>
  </p:normalViewPr>
  <p:slideViewPr>
    <p:cSldViewPr snapToGrid="0" snapToObjects="1">
      <p:cViewPr>
        <p:scale>
          <a:sx n="76" d="100"/>
          <a:sy n="76" d="100"/>
        </p:scale>
        <p:origin x="296" y="10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snapToObjects="1">
      <p:cViewPr varScale="1">
        <p:scale>
          <a:sx n="94" d="100"/>
          <a:sy n="94" d="100"/>
        </p:scale>
        <p:origin x="3296"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7BDE92F-8C3F-464F-A43A-DABB851832C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EEF063B-318E-CA45-889E-FA1E1508796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1CE4B9F-6488-2946-98E3-C74D629E5F26}" type="datetimeFigureOut">
              <a:rPr lang="en-US" smtClean="0"/>
              <a:t>6/16/19</a:t>
            </a:fld>
            <a:endParaRPr lang="en-US"/>
          </a:p>
        </p:txBody>
      </p:sp>
      <p:sp>
        <p:nvSpPr>
          <p:cNvPr id="4" name="Footer Placeholder 3">
            <a:extLst>
              <a:ext uri="{FF2B5EF4-FFF2-40B4-BE49-F238E27FC236}">
                <a16:creationId xmlns:a16="http://schemas.microsoft.com/office/drawing/2014/main" id="{5C3AFF13-959E-9142-9402-CBDC1C87C82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031AF8A-7D03-3B40-B366-7384A3B197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70EDEF-DDD3-7A46-A495-2C8797B4302B}" type="slidenum">
              <a:rPr lang="en-US" smtClean="0"/>
              <a:t>‹#›</a:t>
            </a:fld>
            <a:endParaRPr lang="en-US"/>
          </a:p>
        </p:txBody>
      </p:sp>
    </p:spTree>
    <p:extLst>
      <p:ext uri="{BB962C8B-B14F-4D97-AF65-F5344CB8AC3E}">
        <p14:creationId xmlns:p14="http://schemas.microsoft.com/office/powerpoint/2010/main" val="355133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E9CF3E-1CBB-0244-9385-529C57E2FDE2}" type="datetimeFigureOut">
              <a:rPr lang="en-US" smtClean="0"/>
              <a:t>6/16/19</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F6558B3-A7E3-E446-BE84-8D708F154C01}" type="slidenum">
              <a:rPr lang="en-US" smtClean="0"/>
              <a:t>‹#›</a:t>
            </a:fld>
            <a:endParaRPr lang="en-US"/>
          </a:p>
        </p:txBody>
      </p:sp>
    </p:spTree>
    <p:extLst>
      <p:ext uri="{BB962C8B-B14F-4D97-AF65-F5344CB8AC3E}">
        <p14:creationId xmlns:p14="http://schemas.microsoft.com/office/powerpoint/2010/main" val="245045577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Arial" charset="0"/>
                <a:ea typeface="ヒラギノ角ゴ Pro W3" charset="0"/>
                <a:cs typeface="ヒラギノ角ゴ Pro W3" charset="0"/>
              </a:defRPr>
            </a:lvl1pPr>
            <a:lvl2pPr marL="742950" indent="-285750">
              <a:defRPr sz="2000">
                <a:solidFill>
                  <a:schemeClr val="tx1"/>
                </a:solidFill>
                <a:latin typeface="Arial" charset="0"/>
                <a:ea typeface="ヒラギノ角ゴ Pro W3" charset="0"/>
              </a:defRPr>
            </a:lvl2pPr>
            <a:lvl3pPr marL="1143000" indent="-228600">
              <a:defRPr sz="2000">
                <a:solidFill>
                  <a:schemeClr val="tx1"/>
                </a:solidFill>
                <a:latin typeface="Arial" charset="0"/>
                <a:ea typeface="ヒラギノ角ゴ Pro W3" charset="0"/>
              </a:defRPr>
            </a:lvl3pPr>
            <a:lvl4pPr marL="1600200" indent="-228600">
              <a:defRPr sz="2000">
                <a:solidFill>
                  <a:schemeClr val="tx1"/>
                </a:solidFill>
                <a:latin typeface="Arial" charset="0"/>
                <a:ea typeface="ヒラギノ角ゴ Pro W3" charset="0"/>
              </a:defRPr>
            </a:lvl4pPr>
            <a:lvl5pPr marL="2057400" indent="-228600">
              <a:defRPr sz="2000">
                <a:solidFill>
                  <a:schemeClr val="tx1"/>
                </a:solidFill>
                <a:latin typeface="Arial" charset="0"/>
                <a:ea typeface="ヒラギノ角ゴ Pro W3" charset="0"/>
              </a:defRPr>
            </a:lvl5pPr>
            <a:lvl6pPr marL="2514600" indent="-228600" eaLnBrk="0" fontAlgn="base" hangingPunct="0">
              <a:spcBef>
                <a:spcPct val="0"/>
              </a:spcBef>
              <a:spcAft>
                <a:spcPct val="0"/>
              </a:spcAft>
              <a:defRPr sz="2000">
                <a:solidFill>
                  <a:schemeClr val="tx1"/>
                </a:solidFill>
                <a:latin typeface="Arial" charset="0"/>
                <a:ea typeface="ヒラギノ角ゴ Pro W3" charset="0"/>
              </a:defRPr>
            </a:lvl6pPr>
            <a:lvl7pPr marL="2971800" indent="-228600" eaLnBrk="0" fontAlgn="base" hangingPunct="0">
              <a:spcBef>
                <a:spcPct val="0"/>
              </a:spcBef>
              <a:spcAft>
                <a:spcPct val="0"/>
              </a:spcAft>
              <a:defRPr sz="2000">
                <a:solidFill>
                  <a:schemeClr val="tx1"/>
                </a:solidFill>
                <a:latin typeface="Arial" charset="0"/>
                <a:ea typeface="ヒラギノ角ゴ Pro W3" charset="0"/>
              </a:defRPr>
            </a:lvl7pPr>
            <a:lvl8pPr marL="3429000" indent="-228600" eaLnBrk="0" fontAlgn="base" hangingPunct="0">
              <a:spcBef>
                <a:spcPct val="0"/>
              </a:spcBef>
              <a:spcAft>
                <a:spcPct val="0"/>
              </a:spcAft>
              <a:defRPr sz="2000">
                <a:solidFill>
                  <a:schemeClr val="tx1"/>
                </a:solidFill>
                <a:latin typeface="Arial" charset="0"/>
                <a:ea typeface="ヒラギノ角ゴ Pro W3" charset="0"/>
              </a:defRPr>
            </a:lvl8pPr>
            <a:lvl9pPr marL="3886200" indent="-228600" eaLnBrk="0" fontAlgn="base" hangingPunct="0">
              <a:spcBef>
                <a:spcPct val="0"/>
              </a:spcBef>
              <a:spcAft>
                <a:spcPct val="0"/>
              </a:spcAft>
              <a:defRPr sz="2000">
                <a:solidFill>
                  <a:schemeClr val="tx1"/>
                </a:solidFill>
                <a:latin typeface="Arial" charset="0"/>
                <a:ea typeface="ヒラギノ角ゴ Pro W3" charset="0"/>
              </a:defRPr>
            </a:lvl9pPr>
          </a:lstStyle>
          <a:p>
            <a:fld id="{A41601A5-C9E7-A247-A72F-F4CC89B63294}" type="slidenum">
              <a:rPr lang="en-US" sz="1200"/>
              <a:pPr/>
              <a:t>1</a:t>
            </a:fld>
            <a:endParaRPr lang="en-US" sz="1200" dirty="0"/>
          </a:p>
        </p:txBody>
      </p:sp>
      <p:sp>
        <p:nvSpPr>
          <p:cNvPr id="18435" name="Rectangle 2"/>
          <p:cNvSpPr>
            <a:spLocks noGrp="1" noRot="1" noChangeAspect="1" noChangeArrowheads="1"/>
          </p:cNvSpPr>
          <p:nvPr>
            <p:ph type="sldImg"/>
          </p:nvPr>
        </p:nvSpPr>
        <p:spPr>
          <a:xfrm>
            <a:off x="381000" y="685800"/>
            <a:ext cx="6096000" cy="3429000"/>
          </a:xfrm>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dirty="0"/>
          </a:p>
        </p:txBody>
      </p:sp>
    </p:spTree>
    <p:extLst>
      <p:ext uri="{BB962C8B-B14F-4D97-AF65-F5344CB8AC3E}">
        <p14:creationId xmlns:p14="http://schemas.microsoft.com/office/powerpoint/2010/main" val="1596318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Rot="1" noChangeAspect="1" noChangeArrowheads="1" noTextEdit="1"/>
          </p:cNvSpPr>
          <p:nvPr>
            <p:ph type="sldImg"/>
          </p:nvPr>
        </p:nvSpPr>
        <p:spPr>
          <a:xfrm>
            <a:off x="393700" y="692150"/>
            <a:ext cx="6070600" cy="3416300"/>
          </a:xfrm>
          <a:ln/>
        </p:spPr>
      </p:sp>
      <p:sp>
        <p:nvSpPr>
          <p:cNvPr id="66562" name="Rectangle 3"/>
          <p:cNvSpPr>
            <a:spLocks noGrp="1" noChangeArrowheads="1"/>
          </p:cNvSpPr>
          <p:nvPr>
            <p:ph type="body" idx="1"/>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dirty="0">
              <a:latin typeface="Times" charset="0"/>
              <a:ea typeface="ＭＳ Ｐゴシック" charset="0"/>
              <a:cs typeface="ＭＳ Ｐゴシック" charset="0"/>
            </a:endParaRPr>
          </a:p>
        </p:txBody>
      </p:sp>
    </p:spTree>
    <p:extLst>
      <p:ext uri="{BB962C8B-B14F-4D97-AF65-F5344CB8AC3E}">
        <p14:creationId xmlns:p14="http://schemas.microsoft.com/office/powerpoint/2010/main" val="4290202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a:defRPr sz="2000">
                <a:solidFill>
                  <a:schemeClr val="tx1"/>
                </a:solidFill>
                <a:latin typeface="Arial" charset="0"/>
                <a:ea typeface="ヒラギノ角ゴ Pro W3" charset="0"/>
                <a:cs typeface="ヒラギノ角ゴ Pro W3" charset="0"/>
              </a:defRPr>
            </a:lvl1pPr>
            <a:lvl2pPr marL="742950" indent="-285750">
              <a:defRPr sz="2000">
                <a:solidFill>
                  <a:schemeClr val="tx1"/>
                </a:solidFill>
                <a:latin typeface="Arial" charset="0"/>
                <a:ea typeface="ヒラギノ角ゴ Pro W3" charset="0"/>
              </a:defRPr>
            </a:lvl2pPr>
            <a:lvl3pPr marL="1143000" indent="-228600">
              <a:defRPr sz="2000">
                <a:solidFill>
                  <a:schemeClr val="tx1"/>
                </a:solidFill>
                <a:latin typeface="Arial" charset="0"/>
                <a:ea typeface="ヒラギノ角ゴ Pro W3" charset="0"/>
              </a:defRPr>
            </a:lvl3pPr>
            <a:lvl4pPr marL="1600200" indent="-228600">
              <a:defRPr sz="2000">
                <a:solidFill>
                  <a:schemeClr val="tx1"/>
                </a:solidFill>
                <a:latin typeface="Arial" charset="0"/>
                <a:ea typeface="ヒラギノ角ゴ Pro W3" charset="0"/>
              </a:defRPr>
            </a:lvl4pPr>
            <a:lvl5pPr marL="2057400" indent="-228600">
              <a:defRPr sz="2000">
                <a:solidFill>
                  <a:schemeClr val="tx1"/>
                </a:solidFill>
                <a:latin typeface="Arial" charset="0"/>
                <a:ea typeface="ヒラギノ角ゴ Pro W3" charset="0"/>
              </a:defRPr>
            </a:lvl5pPr>
            <a:lvl6pPr marL="2514600" indent="-228600" eaLnBrk="0" fontAlgn="base" hangingPunct="0">
              <a:spcBef>
                <a:spcPct val="0"/>
              </a:spcBef>
              <a:spcAft>
                <a:spcPct val="0"/>
              </a:spcAft>
              <a:defRPr sz="2000">
                <a:solidFill>
                  <a:schemeClr val="tx1"/>
                </a:solidFill>
                <a:latin typeface="Arial" charset="0"/>
                <a:ea typeface="ヒラギノ角ゴ Pro W3" charset="0"/>
              </a:defRPr>
            </a:lvl6pPr>
            <a:lvl7pPr marL="2971800" indent="-228600" eaLnBrk="0" fontAlgn="base" hangingPunct="0">
              <a:spcBef>
                <a:spcPct val="0"/>
              </a:spcBef>
              <a:spcAft>
                <a:spcPct val="0"/>
              </a:spcAft>
              <a:defRPr sz="2000">
                <a:solidFill>
                  <a:schemeClr val="tx1"/>
                </a:solidFill>
                <a:latin typeface="Arial" charset="0"/>
                <a:ea typeface="ヒラギノ角ゴ Pro W3" charset="0"/>
              </a:defRPr>
            </a:lvl7pPr>
            <a:lvl8pPr marL="3429000" indent="-228600" eaLnBrk="0" fontAlgn="base" hangingPunct="0">
              <a:spcBef>
                <a:spcPct val="0"/>
              </a:spcBef>
              <a:spcAft>
                <a:spcPct val="0"/>
              </a:spcAft>
              <a:defRPr sz="2000">
                <a:solidFill>
                  <a:schemeClr val="tx1"/>
                </a:solidFill>
                <a:latin typeface="Arial" charset="0"/>
                <a:ea typeface="ヒラギノ角ゴ Pro W3" charset="0"/>
              </a:defRPr>
            </a:lvl8pPr>
            <a:lvl9pPr marL="3886200" indent="-228600" eaLnBrk="0" fontAlgn="base" hangingPunct="0">
              <a:spcBef>
                <a:spcPct val="0"/>
              </a:spcBef>
              <a:spcAft>
                <a:spcPct val="0"/>
              </a:spcAft>
              <a:defRPr sz="2000">
                <a:solidFill>
                  <a:schemeClr val="tx1"/>
                </a:solidFill>
                <a:latin typeface="Arial" charset="0"/>
                <a:ea typeface="ヒラギノ角ゴ Pro W3" charset="0"/>
              </a:defRPr>
            </a:lvl9pPr>
          </a:lstStyle>
          <a:p>
            <a:pPr>
              <a:defRPr/>
            </a:pPr>
            <a:fld id="{E4A18A36-1BFC-1346-881B-371B77C93F58}" type="slidenum">
              <a:rPr lang="en-US" sz="1200"/>
              <a:pPr>
                <a:defRPr/>
              </a:pPr>
              <a:t>3</a:t>
            </a:fld>
            <a:endParaRPr lang="en-US" sz="1200"/>
          </a:p>
        </p:txBody>
      </p:sp>
      <p:sp>
        <p:nvSpPr>
          <p:cNvPr id="18435" name="Rectangle 2"/>
          <p:cNvSpPr>
            <a:spLocks noGrp="1" noRot="1" noChangeAspect="1" noChangeArrowheads="1"/>
          </p:cNvSpPr>
          <p:nvPr>
            <p:ph type="sldImg"/>
          </p:nvPr>
        </p:nvSpPr>
        <p:spPr>
          <a:solidFill>
            <a:srgbClr val="FFFFFF"/>
          </a:solidFill>
          <a:ln/>
        </p:spPr>
      </p:sp>
      <p:sp>
        <p:nvSpPr>
          <p:cNvPr id="22532" name="Rectangle 3"/>
          <p:cNvSpPr>
            <a:spLocks noGrp="1" noChangeArrowheads="1"/>
          </p:cNvSpPr>
          <p:nvPr>
            <p:ph type="body" idx="1"/>
          </p:nvPr>
        </p:nvSpPr>
        <p:spPr>
          <a:solidFill>
            <a:srgbClr val="FFFFFF"/>
          </a:solidFill>
          <a:ln>
            <a:solidFill>
              <a:srgbClr val="000000"/>
            </a:solidFill>
            <a:miter lim="800000"/>
            <a:headEnd/>
            <a:tailEnd/>
          </a:ln>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r>
              <a:rPr lang="en-US" dirty="0"/>
              <a:t>JB</a:t>
            </a:r>
          </a:p>
        </p:txBody>
      </p:sp>
    </p:spTree>
    <p:extLst>
      <p:ext uri="{BB962C8B-B14F-4D97-AF65-F5344CB8AC3E}">
        <p14:creationId xmlns:p14="http://schemas.microsoft.com/office/powerpoint/2010/main" val="40183929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1CCF30-75E7-4047-B971-189668F28995}" type="slidenum">
              <a:rPr lang="en-US" smtClean="0"/>
              <a:pPr/>
              <a:t>6</a:t>
            </a:fld>
            <a:endParaRPr lang="en-US" dirty="0"/>
          </a:p>
        </p:txBody>
      </p:sp>
    </p:spTree>
    <p:extLst>
      <p:ext uri="{BB962C8B-B14F-4D97-AF65-F5344CB8AC3E}">
        <p14:creationId xmlns:p14="http://schemas.microsoft.com/office/powerpoint/2010/main" val="1224056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1CCF30-75E7-4047-B971-189668F28995}" type="slidenum">
              <a:rPr lang="en-US" smtClean="0"/>
              <a:pPr/>
              <a:t>9</a:t>
            </a:fld>
            <a:endParaRPr lang="en-US" dirty="0"/>
          </a:p>
        </p:txBody>
      </p:sp>
    </p:spTree>
    <p:extLst>
      <p:ext uri="{BB962C8B-B14F-4D97-AF65-F5344CB8AC3E}">
        <p14:creationId xmlns:p14="http://schemas.microsoft.com/office/powerpoint/2010/main" val="3759679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1CCF30-75E7-4047-B971-189668F28995}" type="slidenum">
              <a:rPr lang="en-US" smtClean="0"/>
              <a:pPr/>
              <a:t>11</a:t>
            </a:fld>
            <a:endParaRPr lang="en-US" dirty="0"/>
          </a:p>
        </p:txBody>
      </p:sp>
    </p:spTree>
    <p:extLst>
      <p:ext uri="{BB962C8B-B14F-4D97-AF65-F5344CB8AC3E}">
        <p14:creationId xmlns:p14="http://schemas.microsoft.com/office/powerpoint/2010/main" val="3281606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6558B3-A7E3-E446-BE84-8D708F154C01}" type="slidenum">
              <a:rPr lang="en-US" smtClean="0"/>
              <a:t>17</a:t>
            </a:fld>
            <a:endParaRPr lang="en-US"/>
          </a:p>
        </p:txBody>
      </p:sp>
    </p:spTree>
    <p:extLst>
      <p:ext uri="{BB962C8B-B14F-4D97-AF65-F5344CB8AC3E}">
        <p14:creationId xmlns:p14="http://schemas.microsoft.com/office/powerpoint/2010/main" val="3739446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6558B3-A7E3-E446-BE84-8D708F154C01}" type="slidenum">
              <a:rPr lang="en-US" smtClean="0"/>
              <a:t>18</a:t>
            </a:fld>
            <a:endParaRPr lang="en-US"/>
          </a:p>
        </p:txBody>
      </p:sp>
    </p:spTree>
    <p:extLst>
      <p:ext uri="{BB962C8B-B14F-4D97-AF65-F5344CB8AC3E}">
        <p14:creationId xmlns:p14="http://schemas.microsoft.com/office/powerpoint/2010/main" val="7760401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6558B3-A7E3-E446-BE84-8D708F154C01}" type="slidenum">
              <a:rPr lang="en-US" smtClean="0"/>
              <a:t>19</a:t>
            </a:fld>
            <a:endParaRPr lang="en-US"/>
          </a:p>
        </p:txBody>
      </p:sp>
    </p:spTree>
    <p:extLst>
      <p:ext uri="{BB962C8B-B14F-4D97-AF65-F5344CB8AC3E}">
        <p14:creationId xmlns:p14="http://schemas.microsoft.com/office/powerpoint/2010/main" val="1718494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4B3C903-0CE6-744D-BDA1-8D232396BDBB}"/>
              </a:ext>
            </a:extLst>
          </p:cNvPr>
          <p:cNvSpPr>
            <a:spLocks noGrp="1" noChangeArrowheads="1"/>
          </p:cNvSpPr>
          <p:nvPr>
            <p:ph type="sldNum" sz="quarter" idx="5"/>
          </p:nvPr>
        </p:nvSpPr>
        <p:spPr>
          <a:ln/>
        </p:spPr>
        <p:txBody>
          <a:bodyPr/>
          <a:lstStyle/>
          <a:p>
            <a:fld id="{3C562C9F-A639-3047-A47B-AF15F4F3042F}" type="slidenum">
              <a:rPr lang="en-US" altLang="en-US"/>
              <a:pPr/>
              <a:t>22</a:t>
            </a:fld>
            <a:endParaRPr lang="en-US" altLang="en-US"/>
          </a:p>
        </p:txBody>
      </p:sp>
      <p:sp>
        <p:nvSpPr>
          <p:cNvPr id="387074" name="Rectangle 2">
            <a:extLst>
              <a:ext uri="{FF2B5EF4-FFF2-40B4-BE49-F238E27FC236}">
                <a16:creationId xmlns:a16="http://schemas.microsoft.com/office/drawing/2014/main" id="{FBED0BD7-318E-2246-9368-7B43D8B9AF99}"/>
              </a:ext>
            </a:extLst>
          </p:cNvPr>
          <p:cNvSpPr>
            <a:spLocks noGrp="1" noRot="1" noChangeAspect="1" noChangeArrowheads="1" noTextEdit="1"/>
          </p:cNvSpPr>
          <p:nvPr>
            <p:ph type="sldImg"/>
          </p:nvPr>
        </p:nvSpPr>
        <p:spPr>
          <a:ln/>
        </p:spPr>
      </p:sp>
      <p:sp>
        <p:nvSpPr>
          <p:cNvPr id="387075" name="Rectangle 3">
            <a:extLst>
              <a:ext uri="{FF2B5EF4-FFF2-40B4-BE49-F238E27FC236}">
                <a16:creationId xmlns:a16="http://schemas.microsoft.com/office/drawing/2014/main" id="{1C7508CB-0CD4-3F4B-AA52-93CDF080FE46}"/>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7280070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2800" y="685800"/>
            <a:ext cx="10363200" cy="1828800"/>
          </a:xfrm>
        </p:spPr>
        <p:txBody>
          <a:bodyPr/>
          <a:lstStyle/>
          <a:p>
            <a:r>
              <a:rPr lang="en-US"/>
              <a:t>Click to edit Master title style</a:t>
            </a:r>
          </a:p>
        </p:txBody>
      </p:sp>
      <p:sp>
        <p:nvSpPr>
          <p:cNvPr id="3" name="Subtitle 2"/>
          <p:cNvSpPr>
            <a:spLocks noGrp="1"/>
          </p:cNvSpPr>
          <p:nvPr>
            <p:ph type="subTitle" idx="1"/>
          </p:nvPr>
        </p:nvSpPr>
        <p:spPr>
          <a:xfrm>
            <a:off x="812800" y="3352800"/>
            <a:ext cx="10058400" cy="12192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fld id="{308C5664-C89A-1D4F-962E-558376A4545B}" type="slidenum">
              <a:rPr lang="en-US" smtClean="0"/>
              <a:pPr/>
              <a:t>‹#›</a:t>
            </a:fld>
            <a:endParaRPr lang="en-US" dirty="0"/>
          </a:p>
        </p:txBody>
      </p:sp>
      <p:pic>
        <p:nvPicPr>
          <p:cNvPr id="9" name="Picture 8">
            <a:extLst>
              <a:ext uri="{FF2B5EF4-FFF2-40B4-BE49-F238E27FC236}">
                <a16:creationId xmlns:a16="http://schemas.microsoft.com/office/drawing/2014/main" id="{AAB2B9FC-0D35-2942-AFDC-EBAE0D84AFE5}"/>
              </a:ext>
            </a:extLst>
          </p:cNvPr>
          <p:cNvPicPr>
            <a:picLocks noChangeAspect="1"/>
          </p:cNvPicPr>
          <p:nvPr userDrawn="1"/>
        </p:nvPicPr>
        <p:blipFill>
          <a:blip r:embed="rId2"/>
          <a:stretch>
            <a:fillRect/>
          </a:stretch>
        </p:blipFill>
        <p:spPr>
          <a:xfrm>
            <a:off x="5097422" y="3526005"/>
            <a:ext cx="1997161" cy="257698"/>
          </a:xfrm>
          <a:prstGeom prst="rect">
            <a:avLst/>
          </a:prstGeom>
        </p:spPr>
      </p:pic>
      <p:pic>
        <p:nvPicPr>
          <p:cNvPr id="11" name="Picture 10">
            <a:extLst>
              <a:ext uri="{FF2B5EF4-FFF2-40B4-BE49-F238E27FC236}">
                <a16:creationId xmlns:a16="http://schemas.microsoft.com/office/drawing/2014/main" id="{FAB48660-B6D9-6140-9028-990D42D3BDA7}"/>
              </a:ext>
            </a:extLst>
          </p:cNvPr>
          <p:cNvPicPr>
            <a:picLocks noChangeAspect="1"/>
          </p:cNvPicPr>
          <p:nvPr userDrawn="1"/>
        </p:nvPicPr>
        <p:blipFill>
          <a:blip r:embed="rId3"/>
          <a:stretch>
            <a:fillRect/>
          </a:stretch>
        </p:blipFill>
        <p:spPr>
          <a:xfrm>
            <a:off x="1351967" y="6072762"/>
            <a:ext cx="3636613" cy="476285"/>
          </a:xfrm>
          <a:prstGeom prst="rect">
            <a:avLst/>
          </a:prstGeom>
        </p:spPr>
      </p:pic>
      <p:pic>
        <p:nvPicPr>
          <p:cNvPr id="10" name="Picture 9">
            <a:extLst>
              <a:ext uri="{FF2B5EF4-FFF2-40B4-BE49-F238E27FC236}">
                <a16:creationId xmlns:a16="http://schemas.microsoft.com/office/drawing/2014/main" id="{7E7DBA8D-CDD1-1E4B-B914-145489519E3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3358292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15" name="Content Placeholder 14"/>
          <p:cNvSpPr>
            <a:spLocks noGrp="1"/>
          </p:cNvSpPr>
          <p:nvPr>
            <p:ph sz="quarter" idx="13"/>
          </p:nvPr>
        </p:nvSpPr>
        <p:spPr>
          <a:xfrm>
            <a:off x="145578" y="319272"/>
            <a:ext cx="11798959" cy="2195328"/>
          </a:xfrm>
        </p:spPr>
        <p:txBody>
          <a:bodyPr/>
          <a:lstStyle>
            <a:lvl1pPr marL="0" indent="0">
              <a:buNone/>
              <a:defRPr sz="4800" b="1">
                <a:solidFill>
                  <a:schemeClr val="tx2">
                    <a:lumMod val="60000"/>
                    <a:lumOff val="40000"/>
                  </a:schemeClr>
                </a:solidFill>
              </a:defRPr>
            </a:lvl1pPr>
            <a:lvl2pPr marL="457189" indent="0">
              <a:buNone/>
              <a:defRPr sz="4800" b="1">
                <a:solidFill>
                  <a:schemeClr val="tx2">
                    <a:lumMod val="60000"/>
                    <a:lumOff val="40000"/>
                  </a:schemeClr>
                </a:solidFill>
              </a:defRPr>
            </a:lvl2pPr>
            <a:lvl3pPr marL="914377" indent="0">
              <a:buNone/>
              <a:defRPr sz="4800" b="1">
                <a:solidFill>
                  <a:schemeClr val="tx2">
                    <a:lumMod val="60000"/>
                    <a:lumOff val="40000"/>
                  </a:schemeClr>
                </a:solidFill>
              </a:defRPr>
            </a:lvl3pPr>
            <a:lvl4pPr marL="1371566" indent="0">
              <a:buNone/>
              <a:defRPr sz="4800" b="1">
                <a:solidFill>
                  <a:schemeClr val="tx2">
                    <a:lumMod val="60000"/>
                    <a:lumOff val="40000"/>
                  </a:schemeClr>
                </a:solidFill>
              </a:defRPr>
            </a:lvl4pPr>
            <a:lvl5pPr marL="1828754" indent="0">
              <a:buNone/>
              <a:defRPr sz="4800" b="1">
                <a:solidFill>
                  <a:schemeClr val="tx2">
                    <a:lumMod val="60000"/>
                    <a:lumOff val="4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dirty="0"/>
          </a:p>
        </p:txBody>
      </p:sp>
      <p:sp>
        <p:nvSpPr>
          <p:cNvPr id="2" name="Title 1"/>
          <p:cNvSpPr>
            <a:spLocks noGrp="1"/>
          </p:cNvSpPr>
          <p:nvPr>
            <p:ph type="ctrTitle"/>
          </p:nvPr>
        </p:nvSpPr>
        <p:spPr>
          <a:xfrm>
            <a:off x="168577" y="2507523"/>
            <a:ext cx="11775959" cy="2252046"/>
          </a:xfrm>
        </p:spPr>
        <p:txBody>
          <a:bodyPr anchor="t"/>
          <a:lstStyle>
            <a:lvl1pPr>
              <a:defRPr sz="4800">
                <a:solidFill>
                  <a:schemeClr val="tx1"/>
                </a:solidFill>
              </a:defRPr>
            </a:lvl1pPr>
          </a:lstStyle>
          <a:p>
            <a:r>
              <a:rPr lang="en-US"/>
              <a:t>Click to edit Master title style</a:t>
            </a:r>
          </a:p>
        </p:txBody>
      </p:sp>
      <p:sp>
        <p:nvSpPr>
          <p:cNvPr id="3" name="Subtitle 2"/>
          <p:cNvSpPr>
            <a:spLocks noGrp="1"/>
          </p:cNvSpPr>
          <p:nvPr>
            <p:ph type="subTitle" idx="1"/>
          </p:nvPr>
        </p:nvSpPr>
        <p:spPr>
          <a:xfrm>
            <a:off x="145575" y="4933716"/>
            <a:ext cx="11798776" cy="738422"/>
          </a:xfrm>
        </p:spPr>
        <p:txBody>
          <a:bodyPr/>
          <a:lstStyle>
            <a:lvl1pPr marL="0" indent="0" algn="l">
              <a:buNone/>
              <a:defRPr sz="4000">
                <a:solidFill>
                  <a:schemeClr val="tx1"/>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19" name="Picture Placeholder 18"/>
          <p:cNvSpPr>
            <a:spLocks noGrp="1"/>
          </p:cNvSpPr>
          <p:nvPr>
            <p:ph type="pic" sz="quarter" idx="15"/>
          </p:nvPr>
        </p:nvSpPr>
        <p:spPr>
          <a:xfrm>
            <a:off x="146053" y="5757863"/>
            <a:ext cx="8278283" cy="893762"/>
          </a:xfrm>
        </p:spPr>
        <p:txBody>
          <a:bodyPr/>
          <a:lstStyle/>
          <a:p>
            <a:r>
              <a:rPr lang="en-US"/>
              <a:t>Click icon to add picture</a:t>
            </a:r>
            <a:endParaRPr lang="en-CA"/>
          </a:p>
        </p:txBody>
      </p:sp>
      <p:sp>
        <p:nvSpPr>
          <p:cNvPr id="21" name="Picture Placeholder 20"/>
          <p:cNvSpPr>
            <a:spLocks noGrp="1"/>
          </p:cNvSpPr>
          <p:nvPr>
            <p:ph type="pic" sz="quarter" idx="16"/>
          </p:nvPr>
        </p:nvSpPr>
        <p:spPr>
          <a:xfrm>
            <a:off x="9144004" y="5562600"/>
            <a:ext cx="2986617" cy="1181100"/>
          </a:xfrm>
        </p:spPr>
        <p:txBody>
          <a:bodyPr/>
          <a:lstStyle/>
          <a:p>
            <a:r>
              <a:rPr lang="en-US"/>
              <a:t>Click icon to add picture</a:t>
            </a:r>
            <a:endParaRPr lang="en-CA" dirty="0"/>
          </a:p>
        </p:txBody>
      </p:sp>
    </p:spTree>
    <p:extLst>
      <p:ext uri="{BB962C8B-B14F-4D97-AF65-F5344CB8AC3E}">
        <p14:creationId xmlns:p14="http://schemas.microsoft.com/office/powerpoint/2010/main" val="976265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sz="2800" baseline="0"/>
            </a:lvl1pPr>
            <a:lvl2pPr>
              <a:defRPr sz="2400" baseline="0"/>
            </a:lvl2pPr>
            <a:lvl3pPr>
              <a:defRPr sz="2400" baseline="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fld id="{915FAA45-AC5B-014B-9F74-53D558B73BE0}" type="slidenum">
              <a:rPr lang="en-US" smtClean="0"/>
              <a:pPr/>
              <a:t>‹#›</a:t>
            </a:fld>
            <a:endParaRPr lang="en-US" dirty="0"/>
          </a:p>
        </p:txBody>
      </p:sp>
      <p:pic>
        <p:nvPicPr>
          <p:cNvPr id="10" name="Picture 9">
            <a:extLst>
              <a:ext uri="{FF2B5EF4-FFF2-40B4-BE49-F238E27FC236}">
                <a16:creationId xmlns:a16="http://schemas.microsoft.com/office/drawing/2014/main" id="{7AC9320F-B40E-4C48-A092-D4044EB6B3E1}"/>
              </a:ext>
            </a:extLst>
          </p:cNvPr>
          <p:cNvPicPr>
            <a:picLocks noChangeAspect="1"/>
          </p:cNvPicPr>
          <p:nvPr userDrawn="1"/>
        </p:nvPicPr>
        <p:blipFill>
          <a:blip r:embed="rId2"/>
          <a:stretch>
            <a:fillRect/>
          </a:stretch>
        </p:blipFill>
        <p:spPr>
          <a:xfrm>
            <a:off x="1351967" y="6072762"/>
            <a:ext cx="3636613" cy="476285"/>
          </a:xfrm>
          <a:prstGeom prst="rect">
            <a:avLst/>
          </a:prstGeom>
        </p:spPr>
      </p:pic>
      <p:pic>
        <p:nvPicPr>
          <p:cNvPr id="12" name="Picture 11">
            <a:extLst>
              <a:ext uri="{FF2B5EF4-FFF2-40B4-BE49-F238E27FC236}">
                <a16:creationId xmlns:a16="http://schemas.microsoft.com/office/drawing/2014/main" id="{70AAFA55-9DDC-BC4D-9140-12BB34C9C5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1934275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5"/>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fld id="{915FAA45-AC5B-014B-9F74-53D558B73BE0}" type="slidenum">
              <a:rPr lang="en-US" smtClean="0"/>
              <a:pPr/>
              <a:t>‹#›</a:t>
            </a:fld>
            <a:endParaRPr lang="en-US" dirty="0"/>
          </a:p>
        </p:txBody>
      </p:sp>
      <p:pic>
        <p:nvPicPr>
          <p:cNvPr id="10" name="Picture 9">
            <a:extLst>
              <a:ext uri="{FF2B5EF4-FFF2-40B4-BE49-F238E27FC236}">
                <a16:creationId xmlns:a16="http://schemas.microsoft.com/office/drawing/2014/main" id="{B73FF335-5FD1-7143-9AC5-49213F968203}"/>
              </a:ext>
            </a:extLst>
          </p:cNvPr>
          <p:cNvPicPr>
            <a:picLocks noChangeAspect="1"/>
          </p:cNvPicPr>
          <p:nvPr userDrawn="1"/>
        </p:nvPicPr>
        <p:blipFill>
          <a:blip r:embed="rId2"/>
          <a:stretch>
            <a:fillRect/>
          </a:stretch>
        </p:blipFill>
        <p:spPr>
          <a:xfrm>
            <a:off x="1351967" y="6072762"/>
            <a:ext cx="3636613" cy="476285"/>
          </a:xfrm>
          <a:prstGeom prst="rect">
            <a:avLst/>
          </a:prstGeom>
        </p:spPr>
      </p:pic>
      <p:pic>
        <p:nvPicPr>
          <p:cNvPr id="11" name="Picture 10">
            <a:extLst>
              <a:ext uri="{FF2B5EF4-FFF2-40B4-BE49-F238E27FC236}">
                <a16:creationId xmlns:a16="http://schemas.microsoft.com/office/drawing/2014/main" id="{26422AFE-E5E8-7745-9827-FAB8094BAF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3216062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0"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93370"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fld id="{915FAA45-AC5B-014B-9F74-53D558B73BE0}" type="slidenum">
              <a:rPr lang="en-US" smtClean="0"/>
              <a:pPr/>
              <a:t>‹#›</a:t>
            </a:fld>
            <a:endParaRPr lang="en-US" dirty="0"/>
          </a:p>
        </p:txBody>
      </p:sp>
      <p:pic>
        <p:nvPicPr>
          <p:cNvPr id="12" name="Picture 11">
            <a:extLst>
              <a:ext uri="{FF2B5EF4-FFF2-40B4-BE49-F238E27FC236}">
                <a16:creationId xmlns:a16="http://schemas.microsoft.com/office/drawing/2014/main" id="{7799AEA0-53C8-6545-8776-5B7255C01E68}"/>
              </a:ext>
            </a:extLst>
          </p:cNvPr>
          <p:cNvPicPr>
            <a:picLocks noChangeAspect="1"/>
          </p:cNvPicPr>
          <p:nvPr userDrawn="1"/>
        </p:nvPicPr>
        <p:blipFill>
          <a:blip r:embed="rId2"/>
          <a:stretch>
            <a:fillRect/>
          </a:stretch>
        </p:blipFill>
        <p:spPr>
          <a:xfrm>
            <a:off x="1351967" y="6072762"/>
            <a:ext cx="3636613" cy="476285"/>
          </a:xfrm>
          <a:prstGeom prst="rect">
            <a:avLst/>
          </a:prstGeom>
        </p:spPr>
      </p:pic>
      <p:pic>
        <p:nvPicPr>
          <p:cNvPr id="13" name="Picture 12">
            <a:extLst>
              <a:ext uri="{FF2B5EF4-FFF2-40B4-BE49-F238E27FC236}">
                <a16:creationId xmlns:a16="http://schemas.microsoft.com/office/drawing/2014/main" id="{58CCF9E2-AF2A-F440-9B2A-DFA8A9F5628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2454473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2578AF"/>
                </a:solidFill>
              </a:defRPr>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fld id="{915FAA45-AC5B-014B-9F74-53D558B73BE0}" type="slidenum">
              <a:rPr lang="en-US" smtClean="0"/>
              <a:pPr/>
              <a:t>‹#›</a:t>
            </a:fld>
            <a:endParaRPr lang="en-US" dirty="0"/>
          </a:p>
        </p:txBody>
      </p:sp>
      <p:pic>
        <p:nvPicPr>
          <p:cNvPr id="8" name="Picture 7">
            <a:extLst>
              <a:ext uri="{FF2B5EF4-FFF2-40B4-BE49-F238E27FC236}">
                <a16:creationId xmlns:a16="http://schemas.microsoft.com/office/drawing/2014/main" id="{5DF3F0E1-4F66-1943-A7A6-8C0856B3E0FA}"/>
              </a:ext>
            </a:extLst>
          </p:cNvPr>
          <p:cNvPicPr>
            <a:picLocks noChangeAspect="1"/>
          </p:cNvPicPr>
          <p:nvPr userDrawn="1"/>
        </p:nvPicPr>
        <p:blipFill>
          <a:blip r:embed="rId2"/>
          <a:stretch>
            <a:fillRect/>
          </a:stretch>
        </p:blipFill>
        <p:spPr>
          <a:xfrm>
            <a:off x="1351967" y="6072762"/>
            <a:ext cx="3636613" cy="476285"/>
          </a:xfrm>
          <a:prstGeom prst="rect">
            <a:avLst/>
          </a:prstGeom>
        </p:spPr>
      </p:pic>
      <p:pic>
        <p:nvPicPr>
          <p:cNvPr id="9" name="Picture 8">
            <a:extLst>
              <a:ext uri="{FF2B5EF4-FFF2-40B4-BE49-F238E27FC236}">
                <a16:creationId xmlns:a16="http://schemas.microsoft.com/office/drawing/2014/main" id="{036B500E-C9E8-524D-A03B-5FB8F2B0A630}"/>
              </a:ext>
            </a:extLst>
          </p:cNvPr>
          <p:cNvPicPr>
            <a:picLocks noChangeAspect="1"/>
          </p:cNvPicPr>
          <p:nvPr userDrawn="1"/>
        </p:nvPicPr>
        <p:blipFill>
          <a:blip r:embed="rId3">
            <a:alphaModFix amt="35000"/>
          </a:blip>
          <a:stretch>
            <a:fillRect/>
          </a:stretch>
        </p:blipFill>
        <p:spPr>
          <a:xfrm>
            <a:off x="340584" y="871202"/>
            <a:ext cx="319377" cy="301127"/>
          </a:xfrm>
          <a:prstGeom prst="rect">
            <a:avLst/>
          </a:prstGeom>
        </p:spPr>
      </p:pic>
      <p:pic>
        <p:nvPicPr>
          <p:cNvPr id="10" name="Picture 9">
            <a:extLst>
              <a:ext uri="{FF2B5EF4-FFF2-40B4-BE49-F238E27FC236}">
                <a16:creationId xmlns:a16="http://schemas.microsoft.com/office/drawing/2014/main" id="{C341DA24-BB8E-1F43-B707-9E090896A784}"/>
              </a:ext>
            </a:extLst>
          </p:cNvPr>
          <p:cNvPicPr>
            <a:picLocks noChangeAspect="1"/>
          </p:cNvPicPr>
          <p:nvPr userDrawn="1"/>
        </p:nvPicPr>
        <p:blipFill>
          <a:blip r:embed="rId3">
            <a:alphaModFix amt="35000"/>
          </a:blip>
          <a:stretch>
            <a:fillRect/>
          </a:stretch>
        </p:blipFill>
        <p:spPr>
          <a:xfrm>
            <a:off x="11532045" y="867247"/>
            <a:ext cx="319377" cy="301127"/>
          </a:xfrm>
          <a:prstGeom prst="rect">
            <a:avLst/>
          </a:prstGeom>
        </p:spPr>
      </p:pic>
      <p:pic>
        <p:nvPicPr>
          <p:cNvPr id="12" name="Picture 11">
            <a:extLst>
              <a:ext uri="{FF2B5EF4-FFF2-40B4-BE49-F238E27FC236}">
                <a16:creationId xmlns:a16="http://schemas.microsoft.com/office/drawing/2014/main" id="{56D40916-0B6C-C84C-AE6A-7490C859E47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477004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fld id="{915FAA45-AC5B-014B-9F74-53D558B73BE0}" type="slidenum">
              <a:rPr lang="en-US" smtClean="0"/>
              <a:pPr/>
              <a:t>‹#›</a:t>
            </a:fld>
            <a:endParaRPr lang="en-US" dirty="0"/>
          </a:p>
        </p:txBody>
      </p:sp>
      <p:pic>
        <p:nvPicPr>
          <p:cNvPr id="7" name="Picture 6">
            <a:extLst>
              <a:ext uri="{FF2B5EF4-FFF2-40B4-BE49-F238E27FC236}">
                <a16:creationId xmlns:a16="http://schemas.microsoft.com/office/drawing/2014/main" id="{FC6854A9-2D47-7E4F-8065-F9DF536CB056}"/>
              </a:ext>
            </a:extLst>
          </p:cNvPr>
          <p:cNvPicPr>
            <a:picLocks noChangeAspect="1"/>
          </p:cNvPicPr>
          <p:nvPr userDrawn="1"/>
        </p:nvPicPr>
        <p:blipFill>
          <a:blip r:embed="rId2"/>
          <a:stretch>
            <a:fillRect/>
          </a:stretch>
        </p:blipFill>
        <p:spPr>
          <a:xfrm>
            <a:off x="1351967" y="6072762"/>
            <a:ext cx="3636613" cy="476285"/>
          </a:xfrm>
          <a:prstGeom prst="rect">
            <a:avLst/>
          </a:prstGeom>
        </p:spPr>
      </p:pic>
      <p:pic>
        <p:nvPicPr>
          <p:cNvPr id="8" name="Picture 7">
            <a:extLst>
              <a:ext uri="{FF2B5EF4-FFF2-40B4-BE49-F238E27FC236}">
                <a16:creationId xmlns:a16="http://schemas.microsoft.com/office/drawing/2014/main" id="{8DCCE7A1-08B2-184A-87AD-95D8DE03C76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2114935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5"/>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fld id="{915FAA45-AC5B-014B-9F74-53D558B73BE0}" type="slidenum">
              <a:rPr lang="en-US" smtClean="0"/>
              <a:pPr/>
              <a:t>‹#›</a:t>
            </a:fld>
            <a:endParaRPr lang="en-US" dirty="0"/>
          </a:p>
        </p:txBody>
      </p:sp>
      <p:sp>
        <p:nvSpPr>
          <p:cNvPr id="9" name="Rectangle 8">
            <a:extLst>
              <a:ext uri="{FF2B5EF4-FFF2-40B4-BE49-F238E27FC236}">
                <a16:creationId xmlns:a16="http://schemas.microsoft.com/office/drawing/2014/main" id="{58D65F7E-4E2D-A344-AF29-9A13E60135CE}"/>
              </a:ext>
            </a:extLst>
          </p:cNvPr>
          <p:cNvSpPr/>
          <p:nvPr userDrawn="1"/>
        </p:nvSpPr>
        <p:spPr>
          <a:xfrm>
            <a:off x="2" y="-1"/>
            <a:ext cx="5183188" cy="67467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000" dirty="0"/>
          </a:p>
        </p:txBody>
      </p:sp>
      <p:pic>
        <p:nvPicPr>
          <p:cNvPr id="12" name="Picture 11">
            <a:extLst>
              <a:ext uri="{FF2B5EF4-FFF2-40B4-BE49-F238E27FC236}">
                <a16:creationId xmlns:a16="http://schemas.microsoft.com/office/drawing/2014/main" id="{BC7E2C78-76A2-FA47-8716-00F58D5EB465}"/>
              </a:ext>
            </a:extLst>
          </p:cNvPr>
          <p:cNvPicPr>
            <a:picLocks noChangeAspect="1"/>
          </p:cNvPicPr>
          <p:nvPr userDrawn="1"/>
        </p:nvPicPr>
        <p:blipFill rotWithShape="1">
          <a:blip r:embed="rId2"/>
          <a:srcRect l="9968" t="95527" r="10212"/>
          <a:stretch/>
        </p:blipFill>
        <p:spPr>
          <a:xfrm rot="5400000" flipH="1" flipV="1">
            <a:off x="1932419" y="3250773"/>
            <a:ext cx="6746791" cy="245249"/>
          </a:xfrm>
          <a:prstGeom prst="rect">
            <a:avLst/>
          </a:prstGeom>
        </p:spPr>
      </p:pic>
      <p:pic>
        <p:nvPicPr>
          <p:cNvPr id="11" name="Picture 10">
            <a:extLst>
              <a:ext uri="{FF2B5EF4-FFF2-40B4-BE49-F238E27FC236}">
                <a16:creationId xmlns:a16="http://schemas.microsoft.com/office/drawing/2014/main" id="{477862F8-ABDC-474D-AC50-A071A8C15F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398674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fld id="{915FAA45-AC5B-014B-9F74-53D558B73BE0}" type="slidenum">
              <a:rPr lang="en-US" smtClean="0"/>
              <a:pPr/>
              <a:t>‹#›</a:t>
            </a:fld>
            <a:endParaRPr lang="en-US" dirty="0"/>
          </a:p>
        </p:txBody>
      </p:sp>
      <p:pic>
        <p:nvPicPr>
          <p:cNvPr id="10" name="Picture 9">
            <a:extLst>
              <a:ext uri="{FF2B5EF4-FFF2-40B4-BE49-F238E27FC236}">
                <a16:creationId xmlns:a16="http://schemas.microsoft.com/office/drawing/2014/main" id="{091D3BD7-B62C-BD4B-984D-C8EE1CEC5DB6}"/>
              </a:ext>
            </a:extLst>
          </p:cNvPr>
          <p:cNvPicPr>
            <a:picLocks noChangeAspect="1"/>
          </p:cNvPicPr>
          <p:nvPr userDrawn="1"/>
        </p:nvPicPr>
        <p:blipFill>
          <a:blip r:embed="rId2"/>
          <a:stretch>
            <a:fillRect/>
          </a:stretch>
        </p:blipFill>
        <p:spPr>
          <a:xfrm>
            <a:off x="1351967" y="6072762"/>
            <a:ext cx="3636613" cy="476285"/>
          </a:xfrm>
          <a:prstGeom prst="rect">
            <a:avLst/>
          </a:prstGeom>
        </p:spPr>
      </p:pic>
      <p:pic>
        <p:nvPicPr>
          <p:cNvPr id="11" name="Picture 10">
            <a:extLst>
              <a:ext uri="{FF2B5EF4-FFF2-40B4-BE49-F238E27FC236}">
                <a16:creationId xmlns:a16="http://schemas.microsoft.com/office/drawing/2014/main" id="{BDE063D9-D1F3-6A49-89E9-1BCFA0CAB2C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540502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fld id="{5CA3EE8A-D467-1E43-9BF1-BA74D447CC7B}" type="slidenum">
              <a:rPr lang="en-US" smtClean="0"/>
              <a:pPr/>
              <a:t>‹#›</a:t>
            </a:fld>
            <a:endParaRPr lang="en-US" dirty="0"/>
          </a:p>
        </p:txBody>
      </p:sp>
      <p:pic>
        <p:nvPicPr>
          <p:cNvPr id="8" name="Picture 7">
            <a:extLst>
              <a:ext uri="{FF2B5EF4-FFF2-40B4-BE49-F238E27FC236}">
                <a16:creationId xmlns:a16="http://schemas.microsoft.com/office/drawing/2014/main" id="{4C582EEE-0F25-0247-BE40-FDE44F6BF0F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2382537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3"/>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fld id="{8C454890-8C81-D642-A868-18D33ADD9ED7}" type="slidenum">
              <a:rPr lang="en-US" smtClean="0"/>
              <a:pPr/>
              <a:t>‹#›</a:t>
            </a:fld>
            <a:endParaRPr lang="en-US" dirty="0"/>
          </a:p>
        </p:txBody>
      </p:sp>
      <p:pic>
        <p:nvPicPr>
          <p:cNvPr id="8" name="Picture 7">
            <a:extLst>
              <a:ext uri="{FF2B5EF4-FFF2-40B4-BE49-F238E27FC236}">
                <a16:creationId xmlns:a16="http://schemas.microsoft.com/office/drawing/2014/main" id="{E37E298A-1D00-4E46-BEB7-C9AAF0B91E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40800" y="6341786"/>
            <a:ext cx="3081824" cy="443782"/>
          </a:xfrm>
          <a:prstGeom prst="rect">
            <a:avLst/>
          </a:prstGeom>
        </p:spPr>
      </p:pic>
    </p:spTree>
    <p:extLst>
      <p:ext uri="{BB962C8B-B14F-4D97-AF65-F5344CB8AC3E}">
        <p14:creationId xmlns:p14="http://schemas.microsoft.com/office/powerpoint/2010/main" val="42108457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09B7-69D8-FB41-94B6-080D142AF1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2AF1FE-E8D5-1547-BDD9-EF05100457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E092925-4961-314F-877E-C17400212C7C}"/>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5" name="Footer Placeholder 4">
            <a:extLst>
              <a:ext uri="{FF2B5EF4-FFF2-40B4-BE49-F238E27FC236}">
                <a16:creationId xmlns:a16="http://schemas.microsoft.com/office/drawing/2014/main" id="{1E4B7450-4DBB-ED47-B900-B3248EFA3D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A958BF-65B6-E543-9AA2-90D83DE50086}"/>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9153997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C0283-DF4B-3843-9EAE-E738897370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475601-D108-4741-A0AF-FD1422359C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716DBE-9AC6-7D47-98C6-AA791D37C69B}"/>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5" name="Footer Placeholder 4">
            <a:extLst>
              <a:ext uri="{FF2B5EF4-FFF2-40B4-BE49-F238E27FC236}">
                <a16:creationId xmlns:a16="http://schemas.microsoft.com/office/drawing/2014/main" id="{211B54F7-13D1-8646-981F-B4D8963336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A3F7C5-C058-0342-9304-FA77AE5ACCF6}"/>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8825585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12B65-30AF-1741-8170-5FA3238D46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CC7E24-BE1E-0049-BF54-8E257BB9419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FDC010-F150-6743-AB6E-C64C134B4552}"/>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5" name="Footer Placeholder 4">
            <a:extLst>
              <a:ext uri="{FF2B5EF4-FFF2-40B4-BE49-F238E27FC236}">
                <a16:creationId xmlns:a16="http://schemas.microsoft.com/office/drawing/2014/main" id="{D5EECC46-B97F-E044-AD7A-78F16E0869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AFB6A5-7C95-0B4D-9F20-4846B330826D}"/>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42217826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566C2-8645-274F-A9AC-0033E32685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3F82C1-77F1-0C40-8DB9-87502CF6AA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5EAF29-6F79-8D4A-B8BC-AE519B0FF0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D69404-CE85-1E46-BD79-DA21D0E1600C}"/>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6" name="Footer Placeholder 5">
            <a:extLst>
              <a:ext uri="{FF2B5EF4-FFF2-40B4-BE49-F238E27FC236}">
                <a16:creationId xmlns:a16="http://schemas.microsoft.com/office/drawing/2014/main" id="{780356AB-254F-E841-807F-5C06552504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0EEA72-91F5-1B4B-A411-379864F06B81}"/>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9426957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946F8-8AC5-FC4B-A0F3-2E970BEDFB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62207BD-9E92-8144-9966-002E705181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9B3B7A-6517-5F49-B35C-8B63CCE467B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5C5725-1948-AB48-A6D7-90F7CB36EA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A36DB8-28D3-144D-9CC4-BEB317C403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AB9264-C938-B844-AF5E-1093B567F480}"/>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8" name="Footer Placeholder 7">
            <a:extLst>
              <a:ext uri="{FF2B5EF4-FFF2-40B4-BE49-F238E27FC236}">
                <a16:creationId xmlns:a16="http://schemas.microsoft.com/office/drawing/2014/main" id="{1E434A82-D162-4B41-974A-6470F7BBA0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0A691B-868E-7F42-8CD8-8FD92AD8D432}"/>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22568343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912B0-B73F-894E-9368-17D1ADAC2D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EDBEDB-3961-E94F-8713-526CFA135A3D}"/>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4" name="Footer Placeholder 3">
            <a:extLst>
              <a:ext uri="{FF2B5EF4-FFF2-40B4-BE49-F238E27FC236}">
                <a16:creationId xmlns:a16="http://schemas.microsoft.com/office/drawing/2014/main" id="{4975A0D0-0804-BD4F-9EAD-093EB3BC13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FBC369-0B58-3F4D-A8C7-928997061DF7}"/>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10526381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83D7FF-096B-0D44-B0EC-826D02A94EC8}"/>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3" name="Footer Placeholder 2">
            <a:extLst>
              <a:ext uri="{FF2B5EF4-FFF2-40B4-BE49-F238E27FC236}">
                <a16:creationId xmlns:a16="http://schemas.microsoft.com/office/drawing/2014/main" id="{F92EA470-4B0D-7343-AC24-C28ABFC9E2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BCE1CF-6B17-2147-9988-687D3DA8892F}"/>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15124305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299D-BD35-AB44-8EF1-94299CB202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BDDB88-F6D0-7541-845F-F8FE77DB38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B010E5-7256-454E-858C-677D0C9AFD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1F2996-5DDC-3C43-9A99-1EB0D45E39D6}"/>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6" name="Footer Placeholder 5">
            <a:extLst>
              <a:ext uri="{FF2B5EF4-FFF2-40B4-BE49-F238E27FC236}">
                <a16:creationId xmlns:a16="http://schemas.microsoft.com/office/drawing/2014/main" id="{5CC5C466-1A8F-F04C-BA3C-B969D6FB33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89A0B-936B-3A4D-AEEA-5DD405206D6F}"/>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14891189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C8A31-834A-C647-B614-BF10E6E068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BFA953F-804A-B642-9B76-C985A800FB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14F4EB-8B1F-9442-82CE-61ADD70B00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371209-981C-BB42-AFA1-A7D5426531C8}"/>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6" name="Footer Placeholder 5">
            <a:extLst>
              <a:ext uri="{FF2B5EF4-FFF2-40B4-BE49-F238E27FC236}">
                <a16:creationId xmlns:a16="http://schemas.microsoft.com/office/drawing/2014/main" id="{2D36ABF6-ED55-0342-983E-EA013DB06B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58656D-D8DC-E44C-BED3-0F47A644F0FC}"/>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19556754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A57A7-4EB1-2F4A-8050-331F148213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5B7A90-A2C3-FD4C-8614-753B30F237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B5BE6A-28C8-AE4D-A1FA-45D307D8FED3}"/>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5" name="Footer Placeholder 4">
            <a:extLst>
              <a:ext uri="{FF2B5EF4-FFF2-40B4-BE49-F238E27FC236}">
                <a16:creationId xmlns:a16="http://schemas.microsoft.com/office/drawing/2014/main" id="{6D1E09BD-304D-2443-8D38-3E30E19B0E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54C772-0D27-A946-8D0F-0277A1458690}"/>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3797692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FE4790-DB09-A443-B457-43E0E451DC8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A2C6B2-8BC7-C64A-A094-4008AB2044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1B34B-4759-EA47-B73D-9C4D307C7CDF}"/>
              </a:ext>
            </a:extLst>
          </p:cNvPr>
          <p:cNvSpPr>
            <a:spLocks noGrp="1"/>
          </p:cNvSpPr>
          <p:nvPr>
            <p:ph type="dt" sz="half" idx="10"/>
          </p:nvPr>
        </p:nvSpPr>
        <p:spPr/>
        <p:txBody>
          <a:bodyPr/>
          <a:lstStyle/>
          <a:p>
            <a:fld id="{D77FAA87-3952-7049-8659-F2ECCF6709F9}" type="datetimeFigureOut">
              <a:rPr lang="en-US" smtClean="0"/>
              <a:t>6/16/19</a:t>
            </a:fld>
            <a:endParaRPr lang="en-US"/>
          </a:p>
        </p:txBody>
      </p:sp>
      <p:sp>
        <p:nvSpPr>
          <p:cNvPr id="5" name="Footer Placeholder 4">
            <a:extLst>
              <a:ext uri="{FF2B5EF4-FFF2-40B4-BE49-F238E27FC236}">
                <a16:creationId xmlns:a16="http://schemas.microsoft.com/office/drawing/2014/main" id="{4972BBDD-9B8D-FE4A-99D6-9AA5D8876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FA8BDE-84C0-8142-94A1-5A85CA5320B9}"/>
              </a:ext>
            </a:extLst>
          </p:cNvPr>
          <p:cNvSpPr>
            <a:spLocks noGrp="1"/>
          </p:cNvSpPr>
          <p:nvPr>
            <p:ph type="sldNum" sz="quarter" idx="12"/>
          </p:nvPr>
        </p:nvSpPr>
        <p:spPr/>
        <p:txBody>
          <a:bodyPr/>
          <a:lstStyle/>
          <a:p>
            <a:fld id="{AD0C6FD3-5B31-4248-9E94-B2BD46F7E485}" type="slidenum">
              <a:rPr lang="en-US" smtClean="0"/>
              <a:t>‹#›</a:t>
            </a:fld>
            <a:endParaRPr lang="en-US"/>
          </a:p>
        </p:txBody>
      </p:sp>
    </p:spTree>
    <p:extLst>
      <p:ext uri="{BB962C8B-B14F-4D97-AF65-F5344CB8AC3E}">
        <p14:creationId xmlns:p14="http://schemas.microsoft.com/office/powerpoint/2010/main" val="3845238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609600" y="1600205"/>
            <a:ext cx="1097280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5"/>
            <a:ext cx="28448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ea typeface="+mn-ea"/>
                <a:cs typeface="+mn-cs"/>
              </a:defRPr>
            </a:lvl1pPr>
          </a:lstStyle>
          <a:p>
            <a:pPr>
              <a:defRPr/>
            </a:pPr>
            <a:endParaRPr lang="en-US" dirty="0"/>
          </a:p>
        </p:txBody>
      </p:sp>
      <p:sp>
        <p:nvSpPr>
          <p:cNvPr id="5" name="Footer Placeholder 4"/>
          <p:cNvSpPr>
            <a:spLocks noGrp="1"/>
          </p:cNvSpPr>
          <p:nvPr>
            <p:ph type="ftr" sz="quarter" idx="3"/>
          </p:nvPr>
        </p:nvSpPr>
        <p:spPr>
          <a:xfrm>
            <a:off x="4165600" y="6356355"/>
            <a:ext cx="38608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ea typeface="+mn-ea"/>
                <a:cs typeface="+mn-cs"/>
              </a:defRPr>
            </a:lvl1pPr>
          </a:lstStyle>
          <a:p>
            <a:pPr>
              <a:defRPr/>
            </a:pPr>
            <a:endParaRPr lang="en-US" dirty="0"/>
          </a:p>
        </p:txBody>
      </p:sp>
      <p:sp>
        <p:nvSpPr>
          <p:cNvPr id="6" name="Slide Number Placeholder 5"/>
          <p:cNvSpPr>
            <a:spLocks noGrp="1"/>
          </p:cNvSpPr>
          <p:nvPr>
            <p:ph type="sldNum" sz="quarter" idx="4"/>
          </p:nvPr>
        </p:nvSpPr>
        <p:spPr>
          <a:xfrm>
            <a:off x="8737600" y="6356355"/>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915FAA45-AC5B-014B-9F74-53D558B73BE0}" type="slidenum">
              <a:rPr lang="en-US" smtClean="0"/>
              <a:pPr/>
              <a:t>‹#›</a:t>
            </a:fld>
            <a:endParaRPr lang="en-US" dirty="0"/>
          </a:p>
        </p:txBody>
      </p:sp>
    </p:spTree>
    <p:extLst>
      <p:ext uri="{BB962C8B-B14F-4D97-AF65-F5344CB8AC3E}">
        <p14:creationId xmlns:p14="http://schemas.microsoft.com/office/powerpoint/2010/main" val="377544259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rtl="0" eaLnBrk="1" fontAlgn="base" hangingPunct="1">
        <a:spcBef>
          <a:spcPct val="0"/>
        </a:spcBef>
        <a:spcAft>
          <a:spcPct val="0"/>
        </a:spcAft>
        <a:defRPr lang="en-US" sz="4000" b="1" i="0" kern="1200" dirty="0">
          <a:solidFill>
            <a:schemeClr val="tx2">
              <a:lumMod val="60000"/>
              <a:lumOff val="40000"/>
            </a:schemeClr>
          </a:solidFill>
          <a:latin typeface="Candara"/>
          <a:ea typeface="ヒラギノ角ゴ Pro W3" charset="0"/>
          <a:cs typeface="Candara"/>
        </a:defRPr>
      </a:lvl1pPr>
      <a:lvl2pPr algn="ctr" rtl="0" eaLnBrk="1" fontAlgn="base" hangingPunct="1">
        <a:spcBef>
          <a:spcPct val="0"/>
        </a:spcBef>
        <a:spcAft>
          <a:spcPct val="0"/>
        </a:spcAft>
        <a:defRPr sz="4400">
          <a:solidFill>
            <a:schemeClr val="tx1"/>
          </a:solidFill>
          <a:latin typeface="Calibri" charset="0"/>
          <a:ea typeface="ヒラギノ角ゴ Pro W3" charset="0"/>
          <a:cs typeface="ヒラギノ角ゴ Pro W3" charset="0"/>
        </a:defRPr>
      </a:lvl2pPr>
      <a:lvl3pPr algn="ctr" rtl="0" eaLnBrk="1" fontAlgn="base" hangingPunct="1">
        <a:spcBef>
          <a:spcPct val="0"/>
        </a:spcBef>
        <a:spcAft>
          <a:spcPct val="0"/>
        </a:spcAft>
        <a:defRPr sz="4400">
          <a:solidFill>
            <a:schemeClr val="tx1"/>
          </a:solidFill>
          <a:latin typeface="Calibri" charset="0"/>
          <a:ea typeface="ヒラギノ角ゴ Pro W3" charset="0"/>
          <a:cs typeface="ヒラギノ角ゴ Pro W3" charset="0"/>
        </a:defRPr>
      </a:lvl3pPr>
      <a:lvl4pPr algn="ctr" rtl="0" eaLnBrk="1" fontAlgn="base" hangingPunct="1">
        <a:spcBef>
          <a:spcPct val="0"/>
        </a:spcBef>
        <a:spcAft>
          <a:spcPct val="0"/>
        </a:spcAft>
        <a:defRPr sz="4400">
          <a:solidFill>
            <a:schemeClr val="tx1"/>
          </a:solidFill>
          <a:latin typeface="Calibri" charset="0"/>
          <a:ea typeface="ヒラギノ角ゴ Pro W3" charset="0"/>
          <a:cs typeface="ヒラギノ角ゴ Pro W3" charset="0"/>
        </a:defRPr>
      </a:lvl4pPr>
      <a:lvl5pPr algn="ctr" rtl="0" eaLnBrk="1" fontAlgn="base" hangingPunct="1">
        <a:spcBef>
          <a:spcPct val="0"/>
        </a:spcBef>
        <a:spcAft>
          <a:spcPct val="0"/>
        </a:spcAft>
        <a:defRPr sz="4400">
          <a:solidFill>
            <a:schemeClr val="tx1"/>
          </a:solidFill>
          <a:latin typeface="Calibri" charset="0"/>
          <a:ea typeface="ヒラギノ角ゴ Pro W3" charset="0"/>
          <a:cs typeface="ヒラギノ角ゴ Pro W3" charset="0"/>
        </a:defRPr>
      </a:lvl5pPr>
      <a:lvl6pPr marL="457189" algn="ctr" rtl="0" eaLnBrk="1" fontAlgn="base" hangingPunct="1">
        <a:spcBef>
          <a:spcPct val="0"/>
        </a:spcBef>
        <a:spcAft>
          <a:spcPct val="0"/>
        </a:spcAft>
        <a:defRPr sz="4400">
          <a:solidFill>
            <a:schemeClr val="tx1"/>
          </a:solidFill>
          <a:latin typeface="Calibri" charset="0"/>
          <a:ea typeface="ヒラギノ角ゴ Pro W3" charset="0"/>
        </a:defRPr>
      </a:lvl6pPr>
      <a:lvl7pPr marL="914377" algn="ctr" rtl="0" eaLnBrk="1" fontAlgn="base" hangingPunct="1">
        <a:spcBef>
          <a:spcPct val="0"/>
        </a:spcBef>
        <a:spcAft>
          <a:spcPct val="0"/>
        </a:spcAft>
        <a:defRPr sz="4400">
          <a:solidFill>
            <a:schemeClr val="tx1"/>
          </a:solidFill>
          <a:latin typeface="Calibri" charset="0"/>
          <a:ea typeface="ヒラギノ角ゴ Pro W3" charset="0"/>
        </a:defRPr>
      </a:lvl7pPr>
      <a:lvl8pPr marL="1371566" algn="ctr" rtl="0" eaLnBrk="1" fontAlgn="base" hangingPunct="1">
        <a:spcBef>
          <a:spcPct val="0"/>
        </a:spcBef>
        <a:spcAft>
          <a:spcPct val="0"/>
        </a:spcAft>
        <a:defRPr sz="4400">
          <a:solidFill>
            <a:schemeClr val="tx1"/>
          </a:solidFill>
          <a:latin typeface="Calibri" charset="0"/>
          <a:ea typeface="ヒラギノ角ゴ Pro W3" charset="0"/>
        </a:defRPr>
      </a:lvl8pPr>
      <a:lvl9pPr marL="1828754" algn="ctr" rtl="0" eaLnBrk="1" fontAlgn="base" hangingPunct="1">
        <a:spcBef>
          <a:spcPct val="0"/>
        </a:spcBef>
        <a:spcAft>
          <a:spcPct val="0"/>
        </a:spcAft>
        <a:defRPr sz="4400">
          <a:solidFill>
            <a:schemeClr val="tx1"/>
          </a:solidFill>
          <a:latin typeface="Calibri" charset="0"/>
          <a:ea typeface="ヒラギノ角ゴ Pro W3" charset="0"/>
        </a:defRPr>
      </a:lvl9pPr>
    </p:titleStyle>
    <p:bodyStyle>
      <a:lvl1pPr marL="342891" indent="-342891" algn="l" rtl="0" eaLnBrk="1" fontAlgn="base" hangingPunct="1">
        <a:spcBef>
          <a:spcPct val="20000"/>
        </a:spcBef>
        <a:spcAft>
          <a:spcPct val="0"/>
        </a:spcAft>
        <a:buClr>
          <a:srgbClr val="0000FF"/>
        </a:buClr>
        <a:buSzPct val="65000"/>
        <a:buFont typeface="Wingdings" charset="2"/>
        <a:buChar char="v"/>
        <a:defRPr sz="3600" kern="1200">
          <a:solidFill>
            <a:schemeClr val="tx1"/>
          </a:solidFill>
          <a:latin typeface="Candara"/>
          <a:ea typeface="ヒラギノ角ゴ Pro W3" charset="0"/>
          <a:cs typeface="Candara"/>
        </a:defRPr>
      </a:lvl1pPr>
      <a:lvl2pPr marL="742932" indent="-285744" algn="l" rtl="0" eaLnBrk="1" fontAlgn="base" hangingPunct="1">
        <a:spcBef>
          <a:spcPct val="20000"/>
        </a:spcBef>
        <a:spcAft>
          <a:spcPct val="0"/>
        </a:spcAft>
        <a:buClr>
          <a:srgbClr val="0000FF"/>
        </a:buClr>
        <a:buFont typeface="Wingdings" charset="2"/>
        <a:buChar char="§"/>
        <a:defRPr sz="3200" kern="1200">
          <a:solidFill>
            <a:schemeClr val="tx1"/>
          </a:solidFill>
          <a:latin typeface="Candara"/>
          <a:ea typeface="ヒラギノ角ゴ Pro W3" charset="0"/>
          <a:cs typeface="Candara"/>
        </a:defRPr>
      </a:lvl2pPr>
      <a:lvl3pPr marL="1142971" indent="-228594" algn="l" rtl="0" eaLnBrk="1" fontAlgn="base" hangingPunct="1">
        <a:spcBef>
          <a:spcPct val="20000"/>
        </a:spcBef>
        <a:spcAft>
          <a:spcPct val="0"/>
        </a:spcAft>
        <a:buFont typeface="Arial" charset="0"/>
        <a:buChar char="•"/>
        <a:defRPr sz="2800" kern="1200">
          <a:solidFill>
            <a:schemeClr val="tx1"/>
          </a:solidFill>
          <a:latin typeface="Candara"/>
          <a:ea typeface="ヒラギノ角ゴ Pro W3" charset="0"/>
          <a:cs typeface="Candara"/>
        </a:defRPr>
      </a:lvl3pPr>
      <a:lvl4pPr marL="1600160" indent="-228594" algn="l" rtl="0" eaLnBrk="1" fontAlgn="base" hangingPunct="1">
        <a:spcBef>
          <a:spcPct val="20000"/>
        </a:spcBef>
        <a:spcAft>
          <a:spcPct val="0"/>
        </a:spcAft>
        <a:buFont typeface="Arial" charset="0"/>
        <a:buChar char="–"/>
        <a:defRPr sz="2000" kern="1200">
          <a:solidFill>
            <a:schemeClr val="tx1"/>
          </a:solidFill>
          <a:latin typeface="Candara"/>
          <a:ea typeface="ヒラギノ角ゴ Pro W3" charset="0"/>
          <a:cs typeface="Candara"/>
        </a:defRPr>
      </a:lvl4pPr>
      <a:lvl5pPr marL="2057349" indent="-228594" algn="l" rtl="0" eaLnBrk="1" fontAlgn="base" hangingPunct="1">
        <a:spcBef>
          <a:spcPct val="20000"/>
        </a:spcBef>
        <a:spcAft>
          <a:spcPct val="0"/>
        </a:spcAft>
        <a:buFont typeface="Arial" charset="0"/>
        <a:buChar char="»"/>
        <a:defRPr sz="2000" kern="1200">
          <a:solidFill>
            <a:schemeClr val="tx1"/>
          </a:solidFill>
          <a:latin typeface="Candara"/>
          <a:ea typeface="ヒラギノ角ゴ Pro W3" charset="0"/>
          <a:cs typeface="Candara"/>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5691AB-14F6-3444-9386-BD6409F5A0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779E3CD-A96E-554F-9CCE-08240DAEFF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FB2504-A8CB-EE43-9340-2A0622123B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7FAA87-3952-7049-8659-F2ECCF6709F9}" type="datetimeFigureOut">
              <a:rPr lang="en-US" smtClean="0"/>
              <a:t>6/16/19</a:t>
            </a:fld>
            <a:endParaRPr lang="en-US"/>
          </a:p>
        </p:txBody>
      </p:sp>
      <p:sp>
        <p:nvSpPr>
          <p:cNvPr id="5" name="Footer Placeholder 4">
            <a:extLst>
              <a:ext uri="{FF2B5EF4-FFF2-40B4-BE49-F238E27FC236}">
                <a16:creationId xmlns:a16="http://schemas.microsoft.com/office/drawing/2014/main" id="{D68259B8-B311-D94B-A743-55E6EDB25F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EA9E0A-7D9A-424C-B3B0-8B9915A760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0C6FD3-5B31-4248-9E94-B2BD46F7E485}" type="slidenum">
              <a:rPr lang="en-US" smtClean="0"/>
              <a:t>‹#›</a:t>
            </a:fld>
            <a:endParaRPr lang="en-US"/>
          </a:p>
        </p:txBody>
      </p:sp>
    </p:spTree>
    <p:extLst>
      <p:ext uri="{BB962C8B-B14F-4D97-AF65-F5344CB8AC3E}">
        <p14:creationId xmlns:p14="http://schemas.microsoft.com/office/powerpoint/2010/main" val="365962121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jpg"/></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29.jp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image" Target="../media/image23.jpeg"/><Relationship Id="rId1" Type="http://schemas.openxmlformats.org/officeDocument/2006/relationships/slideLayout" Target="../slideLayouts/slideLayout6.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jp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jpeg"/><Relationship Id="rId7" Type="http://schemas.openxmlformats.org/officeDocument/2006/relationships/image" Target="../media/image44.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 Id="rId9"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8" Type="http://schemas.openxmlformats.org/officeDocument/2006/relationships/image" Target="../media/image55.jpg"/><Relationship Id="rId3" Type="http://schemas.openxmlformats.org/officeDocument/2006/relationships/image" Target="../media/image50.png"/><Relationship Id="rId7" Type="http://schemas.openxmlformats.org/officeDocument/2006/relationships/image" Target="../media/image54.jp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3.jpg"/><Relationship Id="rId5" Type="http://schemas.openxmlformats.org/officeDocument/2006/relationships/image" Target="../media/image52.jpg"/><Relationship Id="rId4" Type="http://schemas.openxmlformats.org/officeDocument/2006/relationships/image" Target="../media/image51.JPG"/></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png"/><Relationship Id="rId1" Type="http://schemas.openxmlformats.org/officeDocument/2006/relationships/slideLayout" Target="../slideLayouts/slideLayout6.xml"/><Relationship Id="rId6" Type="http://schemas.openxmlformats.org/officeDocument/2006/relationships/image" Target="../media/image62.jpg"/><Relationship Id="rId5" Type="http://schemas.openxmlformats.org/officeDocument/2006/relationships/image" Target="../media/image61.JPG"/><Relationship Id="rId4" Type="http://schemas.openxmlformats.org/officeDocument/2006/relationships/image" Target="../media/image60.jpeg"/></Relationships>
</file>

<file path=ppt/slides/_rels/slide2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7.xml"/><Relationship Id="rId4" Type="http://schemas.openxmlformats.org/officeDocument/2006/relationships/image" Target="../media/image68.gif"/></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Title 5"/>
          <p:cNvSpPr>
            <a:spLocks noGrp="1"/>
          </p:cNvSpPr>
          <p:nvPr>
            <p:ph type="title"/>
          </p:nvPr>
        </p:nvSpPr>
        <p:spPr>
          <a:xfrm>
            <a:off x="1524001" y="269205"/>
            <a:ext cx="9394371" cy="2590800"/>
          </a:xfrm>
        </p:spPr>
        <p:style>
          <a:lnRef idx="0">
            <a:schemeClr val="accent1"/>
          </a:lnRef>
          <a:fillRef idx="3">
            <a:schemeClr val="accent1"/>
          </a:fillRef>
          <a:effectRef idx="3">
            <a:schemeClr val="accent1"/>
          </a:effectRef>
          <a:fontRef idx="minor">
            <a:schemeClr val="lt1"/>
          </a:fontRef>
        </p:style>
        <p:txBody>
          <a:bodyPr>
            <a:normAutofit/>
          </a:bodyPr>
          <a:lstStyle/>
          <a:p>
            <a:pPr algn="ctr">
              <a:spcBef>
                <a:spcPts val="2400"/>
              </a:spcBef>
              <a:spcAft>
                <a:spcPts val="2400"/>
              </a:spcAft>
            </a:pPr>
            <a:r>
              <a:rPr lang="en-US" sz="4400" i="1" dirty="0">
                <a:solidFill>
                  <a:schemeClr val="bg1"/>
                </a:solidFill>
              </a:rPr>
              <a:t>Applying the 10 Elements for Organizational Transformation</a:t>
            </a:r>
          </a:p>
        </p:txBody>
      </p:sp>
      <p:sp>
        <p:nvSpPr>
          <p:cNvPr id="11" name="Rectangle 9"/>
          <p:cNvSpPr txBox="1">
            <a:spLocks noChangeArrowheads="1"/>
          </p:cNvSpPr>
          <p:nvPr/>
        </p:nvSpPr>
        <p:spPr>
          <a:xfrm>
            <a:off x="6400800" y="3124200"/>
            <a:ext cx="5181600" cy="762000"/>
          </a:xfrm>
          <a:prstGeom prst="rect">
            <a:avLst/>
          </a:prstGeom>
        </p:spPr>
        <p:txBody>
          <a:bodyPr/>
          <a:lstStyle/>
          <a:p>
            <a:pPr eaLnBrk="1" fontAlgn="auto" hangingPunct="1">
              <a:spcBef>
                <a:spcPts val="0"/>
              </a:spcBef>
              <a:spcAft>
                <a:spcPts val="0"/>
              </a:spcAft>
              <a:defRPr/>
            </a:pPr>
            <a:endParaRPr lang="en-US" sz="2400" dirty="0">
              <a:latin typeface="Times"/>
              <a:ea typeface="+mn-ea"/>
              <a:cs typeface="Times"/>
            </a:endParaRPr>
          </a:p>
        </p:txBody>
      </p:sp>
      <p:pic>
        <p:nvPicPr>
          <p:cNvPr id="7" name="Picture 6" descr="thinkwork_no_tagline.png">
            <a:extLst>
              <a:ext uri="{FF2B5EF4-FFF2-40B4-BE49-F238E27FC236}">
                <a16:creationId xmlns:a16="http://schemas.microsoft.com/office/drawing/2014/main" id="{FB83D38D-55C7-DE46-8D96-8E419B64CFC5}"/>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638302" y="8684684"/>
            <a:ext cx="1904999" cy="274320"/>
          </a:xfrm>
          <a:prstGeom prst="rect">
            <a:avLst/>
          </a:prstGeom>
        </p:spPr>
      </p:pic>
      <p:pic>
        <p:nvPicPr>
          <p:cNvPr id="9" name="Picture 8" descr="ICI_UMB_blue.png">
            <a:extLst>
              <a:ext uri="{FF2B5EF4-FFF2-40B4-BE49-F238E27FC236}">
                <a16:creationId xmlns:a16="http://schemas.microsoft.com/office/drawing/2014/main" id="{5AD87F5A-E8D8-AD46-906E-153B2C5A5824}"/>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791430" y="5531005"/>
            <a:ext cx="2253884" cy="1187631"/>
          </a:xfrm>
          <a:prstGeom prst="rect">
            <a:avLst/>
          </a:prstGeom>
        </p:spPr>
      </p:pic>
      <p:sp>
        <p:nvSpPr>
          <p:cNvPr id="2" name="TextBox 1">
            <a:extLst>
              <a:ext uri="{FF2B5EF4-FFF2-40B4-BE49-F238E27FC236}">
                <a16:creationId xmlns:a16="http://schemas.microsoft.com/office/drawing/2014/main" id="{961E4E9B-AB54-094D-AD96-69B95A35356E}"/>
              </a:ext>
            </a:extLst>
          </p:cNvPr>
          <p:cNvSpPr txBox="1"/>
          <p:nvPr/>
        </p:nvSpPr>
        <p:spPr>
          <a:xfrm>
            <a:off x="2405744" y="3201568"/>
            <a:ext cx="6770914" cy="1754326"/>
          </a:xfrm>
          <a:prstGeom prst="rect">
            <a:avLst/>
          </a:prstGeom>
          <a:noFill/>
        </p:spPr>
        <p:txBody>
          <a:bodyPr wrap="square" rtlCol="0">
            <a:spAutoFit/>
          </a:bodyPr>
          <a:lstStyle/>
          <a:p>
            <a:pPr algn="ctr"/>
            <a:r>
              <a:rPr lang="en-US" sz="3600" b="1" dirty="0"/>
              <a:t>John Butterworth</a:t>
            </a:r>
          </a:p>
          <a:p>
            <a:pPr algn="ctr"/>
            <a:r>
              <a:rPr lang="en-US" sz="3600" b="1" dirty="0"/>
              <a:t>Cindy Thomas</a:t>
            </a:r>
          </a:p>
          <a:p>
            <a:pPr algn="ctr"/>
            <a:r>
              <a:rPr lang="en-US" sz="3600" b="1" dirty="0"/>
              <a:t>David Hoff</a:t>
            </a:r>
          </a:p>
        </p:txBody>
      </p:sp>
      <p:pic>
        <p:nvPicPr>
          <p:cNvPr id="8" name="Picture 7">
            <a:extLst>
              <a:ext uri="{FF2B5EF4-FFF2-40B4-BE49-F238E27FC236}">
                <a16:creationId xmlns:a16="http://schemas.microsoft.com/office/drawing/2014/main" id="{1E6654A9-C431-454F-8156-FEB49447F2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9290" y="5662248"/>
            <a:ext cx="6434364" cy="926547"/>
          </a:xfrm>
          <a:prstGeom prst="rect">
            <a:avLst/>
          </a:prstGeom>
        </p:spPr>
      </p:pic>
    </p:spTree>
    <p:extLst>
      <p:ext uri="{BB962C8B-B14F-4D97-AF65-F5344CB8AC3E}">
        <p14:creationId xmlns:p14="http://schemas.microsoft.com/office/powerpoint/2010/main" val="347365028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Rehabilitation Research and Training Center on Advancing Employment for Individuals with Intellectual and Developmental Disabilities.&#10;A Project of Think Work at the Institute for Community Inclusion, University of Massachusetts Boston "/>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373732" y="1028893"/>
            <a:ext cx="8606122" cy="2743200"/>
          </a:xfrm>
        </p:spPr>
      </p:pic>
      <p:sp>
        <p:nvSpPr>
          <p:cNvPr id="5" name="Title 4"/>
          <p:cNvSpPr>
            <a:spLocks noGrp="1"/>
          </p:cNvSpPr>
          <p:nvPr>
            <p:ph type="title"/>
          </p:nvPr>
        </p:nvSpPr>
        <p:spPr>
          <a:xfrm>
            <a:off x="1750254" y="4333670"/>
            <a:ext cx="8229600" cy="1143000"/>
          </a:xfrm>
        </p:spPr>
        <p:txBody>
          <a:bodyPr/>
          <a:lstStyle/>
          <a:p>
            <a:pPr lvl="0" algn="ctr" eaLnBrk="0" hangingPunct="0">
              <a:spcBef>
                <a:spcPct val="50000"/>
              </a:spcBef>
            </a:pPr>
            <a:r>
              <a:rPr lang="en-US" sz="5400" dirty="0" err="1">
                <a:solidFill>
                  <a:srgbClr val="0C629F"/>
                </a:solidFill>
                <a:latin typeface="GothamHTF-Medium"/>
                <a:cs typeface="GothamHTF-Medium"/>
              </a:rPr>
              <a:t>www.Think</a:t>
            </a:r>
            <a:r>
              <a:rPr lang="en-US" sz="5400" dirty="0" err="1">
                <a:solidFill>
                  <a:srgbClr val="4D8826"/>
                </a:solidFill>
                <a:latin typeface="GothamHTF-Medium"/>
                <a:cs typeface="GothamHTF-Medium"/>
              </a:rPr>
              <a:t>Work</a:t>
            </a:r>
            <a:r>
              <a:rPr lang="en-US" sz="5400" dirty="0" err="1">
                <a:solidFill>
                  <a:srgbClr val="0C629F"/>
                </a:solidFill>
                <a:latin typeface="GothamHTF-Medium"/>
                <a:cs typeface="GothamHTF-Medium"/>
              </a:rPr>
              <a:t>.org</a:t>
            </a:r>
            <a:endParaRPr lang="en-CA" dirty="0"/>
          </a:p>
        </p:txBody>
      </p:sp>
      <p:sp>
        <p:nvSpPr>
          <p:cNvPr id="7" name="Content Placeholder 6"/>
          <p:cNvSpPr>
            <a:spLocks noGrp="1"/>
          </p:cNvSpPr>
          <p:nvPr>
            <p:ph sz="half" idx="2"/>
          </p:nvPr>
        </p:nvSpPr>
        <p:spPr>
          <a:xfrm>
            <a:off x="2343837" y="4123536"/>
            <a:ext cx="6312569" cy="944563"/>
          </a:xfrm>
        </p:spPr>
        <p:txBody>
          <a:bodyPr/>
          <a:lstStyle/>
          <a:p>
            <a:pPr marL="0" indent="0" algn="ctr" eaLnBrk="0" hangingPunct="0">
              <a:spcBef>
                <a:spcPct val="0"/>
              </a:spcBef>
              <a:buClrTx/>
              <a:buSzTx/>
              <a:buNone/>
            </a:pPr>
            <a:endParaRPr lang="en-US" dirty="0">
              <a:solidFill>
                <a:prstClr val="black"/>
              </a:solidFill>
              <a:latin typeface="Arial" charset="0"/>
            </a:endParaRPr>
          </a:p>
          <a:p>
            <a:pPr marL="0" indent="0">
              <a:buNone/>
            </a:pPr>
            <a:endParaRPr lang="en-CA" dirty="0"/>
          </a:p>
        </p:txBody>
      </p:sp>
    </p:spTree>
    <p:extLst>
      <p:ext uri="{BB962C8B-B14F-4D97-AF65-F5344CB8AC3E}">
        <p14:creationId xmlns:p14="http://schemas.microsoft.com/office/powerpoint/2010/main" val="252891644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a:fillRect/>
          </a:stretch>
        </p:blipFill>
        <p:spPr>
          <a:xfrm>
            <a:off x="7690390" y="3352647"/>
            <a:ext cx="3733800" cy="1748297"/>
          </a:xfrm>
          <a:prstGeom prst="rect">
            <a:avLst/>
          </a:prstGeom>
        </p:spPr>
      </p:pic>
      <p:pic>
        <p:nvPicPr>
          <p:cNvPr id="3" name="Picture 2"/>
          <p:cNvPicPr>
            <a:picLocks noChangeAspect="1"/>
          </p:cNvPicPr>
          <p:nvPr/>
        </p:nvPicPr>
        <p:blipFill>
          <a:blip r:embed="rId4"/>
          <a:stretch>
            <a:fillRect/>
          </a:stretch>
        </p:blipFill>
        <p:spPr>
          <a:xfrm>
            <a:off x="4318608" y="5619752"/>
            <a:ext cx="3276600" cy="675799"/>
          </a:xfrm>
          <a:prstGeom prst="rect">
            <a:avLst/>
          </a:prstGeom>
        </p:spPr>
      </p:pic>
      <p:sp>
        <p:nvSpPr>
          <p:cNvPr id="11" name="Rectangle 9"/>
          <p:cNvSpPr txBox="1">
            <a:spLocks noChangeArrowheads="1"/>
          </p:cNvSpPr>
          <p:nvPr/>
        </p:nvSpPr>
        <p:spPr>
          <a:xfrm>
            <a:off x="6324600" y="3124200"/>
            <a:ext cx="3886200" cy="762000"/>
          </a:xfrm>
          <a:prstGeom prst="rect">
            <a:avLst/>
          </a:prstGeom>
        </p:spPr>
        <p:txBody>
          <a:bodyPr/>
          <a:lstStyle/>
          <a:p>
            <a:pPr fontAlgn="auto">
              <a:spcBef>
                <a:spcPts val="0"/>
              </a:spcBef>
              <a:spcAft>
                <a:spcPts val="0"/>
              </a:spcAft>
              <a:defRPr/>
            </a:pPr>
            <a:endParaRPr lang="en-US" sz="2400" dirty="0">
              <a:latin typeface="Times"/>
              <a:ea typeface="+mn-ea"/>
              <a:cs typeface="Times"/>
            </a:endParaRPr>
          </a:p>
        </p:txBody>
      </p:sp>
      <p:pic>
        <p:nvPicPr>
          <p:cNvPr id="16390" name="Picture 8" descr="ICI_UMB_blue.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87448" y="3875990"/>
            <a:ext cx="2239963" cy="1181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9" name="Picture 8" descr="NASDDDS LOGO.JPG"/>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4038600" y="2484150"/>
            <a:ext cx="3962400" cy="643890"/>
          </a:xfrm>
          <a:prstGeom prst="rect">
            <a:avLst/>
          </a:prstGeom>
        </p:spPr>
      </p:pic>
      <p:pic>
        <p:nvPicPr>
          <p:cNvPr id="13" name="Picture 12"/>
          <p:cNvPicPr>
            <a:picLocks noChangeAspect="1"/>
          </p:cNvPicPr>
          <p:nvPr/>
        </p:nvPicPr>
        <p:blipFill>
          <a:blip r:embed="rId7"/>
          <a:stretch>
            <a:fillRect/>
          </a:stretch>
        </p:blipFill>
        <p:spPr>
          <a:xfrm>
            <a:off x="1409462" y="3463248"/>
            <a:ext cx="2334986" cy="1676400"/>
          </a:xfrm>
          <a:prstGeom prst="rect">
            <a:avLst/>
          </a:prstGeom>
        </p:spPr>
      </p:pic>
      <p:pic>
        <p:nvPicPr>
          <p:cNvPr id="2" name="Picture 1"/>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001000" y="403085"/>
            <a:ext cx="2627407" cy="1717919"/>
          </a:xfrm>
          <a:prstGeom prst="rect">
            <a:avLst/>
          </a:prstGeom>
        </p:spPr>
      </p:pic>
      <p:pic>
        <p:nvPicPr>
          <p:cNvPr id="6" name="Picture 5">
            <a:extLst>
              <a:ext uri="{FF2B5EF4-FFF2-40B4-BE49-F238E27FC236}">
                <a16:creationId xmlns:a16="http://schemas.microsoft.com/office/drawing/2014/main" id="{E731208E-3EFC-AF4C-8E36-522921BFCD6F}"/>
              </a:ext>
            </a:extLst>
          </p:cNvPr>
          <p:cNvPicPr>
            <a:picLocks noChangeAspect="1"/>
          </p:cNvPicPr>
          <p:nvPr/>
        </p:nvPicPr>
        <p:blipFill>
          <a:blip r:embed="rId9"/>
          <a:stretch>
            <a:fillRect/>
          </a:stretch>
        </p:blipFill>
        <p:spPr>
          <a:xfrm>
            <a:off x="812337" y="721390"/>
            <a:ext cx="2187793" cy="1595065"/>
          </a:xfrm>
          <a:prstGeom prst="rect">
            <a:avLst/>
          </a:prstGeom>
        </p:spPr>
      </p:pic>
    </p:spTree>
    <p:extLst>
      <p:ext uri="{BB962C8B-B14F-4D97-AF65-F5344CB8AC3E}">
        <p14:creationId xmlns:p14="http://schemas.microsoft.com/office/powerpoint/2010/main" val="191896849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592E57C-B7AA-F74F-88F5-35BA8E0A94F8}"/>
              </a:ext>
            </a:extLst>
          </p:cNvPr>
          <p:cNvSpPr>
            <a:spLocks noGrp="1"/>
          </p:cNvSpPr>
          <p:nvPr>
            <p:ph type="title"/>
          </p:nvPr>
        </p:nvSpPr>
        <p:spPr>
          <a:xfrm>
            <a:off x="296333" y="266171"/>
            <a:ext cx="4563533" cy="1325563"/>
          </a:xfrm>
          <a:effectLst>
            <a:glow rad="101600">
              <a:schemeClr val="accent1">
                <a:satMod val="175000"/>
                <a:alpha val="40000"/>
              </a:schemeClr>
            </a:glow>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a:lstStyle/>
          <a:p>
            <a:pPr algn="ctr"/>
            <a:r>
              <a:rPr lang="en-US" dirty="0">
                <a:latin typeface="Candara" panose="020E0502030303020204" pitchFamily="34" charset="0"/>
              </a:rPr>
              <a:t>Handout Review</a:t>
            </a:r>
          </a:p>
        </p:txBody>
      </p:sp>
      <p:pic>
        <p:nvPicPr>
          <p:cNvPr id="3" name="Picture 2">
            <a:extLst>
              <a:ext uri="{FF2B5EF4-FFF2-40B4-BE49-F238E27FC236}">
                <a16:creationId xmlns:a16="http://schemas.microsoft.com/office/drawing/2014/main" id="{78A07C20-5A9E-944B-86A0-2A08CE96266E}"/>
              </a:ext>
            </a:extLst>
          </p:cNvPr>
          <p:cNvPicPr>
            <a:picLocks noChangeAspect="1"/>
          </p:cNvPicPr>
          <p:nvPr/>
        </p:nvPicPr>
        <p:blipFill>
          <a:blip r:embed="rId2"/>
          <a:stretch>
            <a:fillRect/>
          </a:stretch>
        </p:blipFill>
        <p:spPr>
          <a:xfrm>
            <a:off x="3306838" y="1574801"/>
            <a:ext cx="6492724" cy="5681134"/>
          </a:xfrm>
          <a:prstGeom prst="rect">
            <a:avLst/>
          </a:prstGeom>
        </p:spPr>
      </p:pic>
      <p:pic>
        <p:nvPicPr>
          <p:cNvPr id="6" name="Picture 5">
            <a:extLst>
              <a:ext uri="{FF2B5EF4-FFF2-40B4-BE49-F238E27FC236}">
                <a16:creationId xmlns:a16="http://schemas.microsoft.com/office/drawing/2014/main" id="{5129B701-0D97-D145-8CFD-48D40E9522BC}"/>
              </a:ext>
            </a:extLst>
          </p:cNvPr>
          <p:cNvPicPr>
            <a:picLocks noChangeAspect="1"/>
          </p:cNvPicPr>
          <p:nvPr/>
        </p:nvPicPr>
        <p:blipFill>
          <a:blip r:embed="rId3"/>
          <a:stretch>
            <a:fillRect/>
          </a:stretch>
        </p:blipFill>
        <p:spPr>
          <a:xfrm>
            <a:off x="5544671" y="5219698"/>
            <a:ext cx="2762123" cy="397933"/>
          </a:xfrm>
          <a:prstGeom prst="rect">
            <a:avLst/>
          </a:prstGeom>
        </p:spPr>
      </p:pic>
    </p:spTree>
    <p:extLst>
      <p:ext uri="{BB962C8B-B14F-4D97-AF65-F5344CB8AC3E}">
        <p14:creationId xmlns:p14="http://schemas.microsoft.com/office/powerpoint/2010/main" val="553128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A6F3E-26DB-B347-9258-05AF512ECBB6}"/>
              </a:ext>
            </a:extLst>
          </p:cNvPr>
          <p:cNvSpPr>
            <a:spLocks noGrp="1"/>
          </p:cNvSpPr>
          <p:nvPr>
            <p:ph type="title"/>
          </p:nvPr>
        </p:nvSpPr>
        <p:spPr/>
        <p:txBody>
          <a:bodyPr/>
          <a:lstStyle/>
          <a:p>
            <a:r>
              <a:rPr lang="en-US" dirty="0"/>
              <a:t>Opening Discussion</a:t>
            </a:r>
          </a:p>
        </p:txBody>
      </p:sp>
      <p:sp>
        <p:nvSpPr>
          <p:cNvPr id="3" name="Content Placeholder 2">
            <a:extLst>
              <a:ext uri="{FF2B5EF4-FFF2-40B4-BE49-F238E27FC236}">
                <a16:creationId xmlns:a16="http://schemas.microsoft.com/office/drawing/2014/main" id="{53053227-60E2-5D43-832B-9E7D975219A6}"/>
              </a:ext>
            </a:extLst>
          </p:cNvPr>
          <p:cNvSpPr>
            <a:spLocks noGrp="1"/>
          </p:cNvSpPr>
          <p:nvPr>
            <p:ph idx="1"/>
          </p:nvPr>
        </p:nvSpPr>
        <p:spPr/>
        <p:txBody>
          <a:bodyPr/>
          <a:lstStyle/>
          <a:p>
            <a:pPr>
              <a:spcBef>
                <a:spcPts val="1872"/>
              </a:spcBef>
            </a:pPr>
            <a:r>
              <a:rPr lang="en-US" sz="3600" dirty="0"/>
              <a:t>Who are you?</a:t>
            </a:r>
          </a:p>
          <a:p>
            <a:pPr>
              <a:spcBef>
                <a:spcPts val="1872"/>
              </a:spcBef>
            </a:pPr>
            <a:r>
              <a:rPr lang="en-US" sz="3600" dirty="0"/>
              <a:t>Why are you here</a:t>
            </a:r>
            <a:r>
              <a:rPr lang="en-US" dirty="0"/>
              <a:t>?</a:t>
            </a:r>
          </a:p>
        </p:txBody>
      </p:sp>
      <p:pic>
        <p:nvPicPr>
          <p:cNvPr id="5" name="Picture 4">
            <a:extLst>
              <a:ext uri="{FF2B5EF4-FFF2-40B4-BE49-F238E27FC236}">
                <a16:creationId xmlns:a16="http://schemas.microsoft.com/office/drawing/2014/main" id="{B0B5A30E-494E-024D-A238-CB8331F666EA}"/>
              </a:ext>
            </a:extLst>
          </p:cNvPr>
          <p:cNvPicPr>
            <a:picLocks noChangeAspect="1"/>
          </p:cNvPicPr>
          <p:nvPr/>
        </p:nvPicPr>
        <p:blipFill>
          <a:blip r:embed="rId2"/>
          <a:stretch>
            <a:fillRect/>
          </a:stretch>
        </p:blipFill>
        <p:spPr>
          <a:xfrm>
            <a:off x="4673599" y="1706822"/>
            <a:ext cx="6347355" cy="4419346"/>
          </a:xfrm>
          <a:prstGeom prst="rect">
            <a:avLst/>
          </a:prstGeom>
        </p:spPr>
      </p:pic>
    </p:spTree>
    <p:extLst>
      <p:ext uri="{BB962C8B-B14F-4D97-AF65-F5344CB8AC3E}">
        <p14:creationId xmlns:p14="http://schemas.microsoft.com/office/powerpoint/2010/main" val="33775258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1981200" y="5009"/>
            <a:ext cx="8229600" cy="1143000"/>
          </a:xfrm>
        </p:spPr>
        <p:txBody>
          <a:bodyPr/>
          <a:lstStyle/>
          <a:p>
            <a:pPr algn="ctr" eaLnBrk="1" hangingPunct="1"/>
            <a:r>
              <a:rPr dirty="0">
                <a:solidFill>
                  <a:schemeClr val="tx2">
                    <a:lumMod val="60000"/>
                    <a:lumOff val="40000"/>
                  </a:schemeClr>
                </a:solidFill>
                <a:latin typeface="Candara" charset="0"/>
              </a:rPr>
              <a:t>Holistic Perspective</a:t>
            </a:r>
          </a:p>
        </p:txBody>
      </p:sp>
      <p:pic>
        <p:nvPicPr>
          <p:cNvPr id="5" name="Content Placeholder 4" descr="Diagram showing &quot;Holistic Perspective&quot;. This Diagram has four overlapping green circles. The labels in the green circles are (clockwise starting from the top): Employment Supports, State Policy and Strategy, Community Rehabilitation Provider Practices, and Individuals and Families. Outside of the green circles are the words: Workplace, Federal Policy, and Community &amp; Labor Market. At the center of the green circles, in a blue box, are the words Individual Employment Outcomes.  "/>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1413867" y="838360"/>
            <a:ext cx="9371597" cy="6148594"/>
          </a:xfrm>
        </p:spPr>
      </p:pic>
    </p:spTree>
    <p:extLst>
      <p:ext uri="{BB962C8B-B14F-4D97-AF65-F5344CB8AC3E}">
        <p14:creationId xmlns:p14="http://schemas.microsoft.com/office/powerpoint/2010/main" val="2863306060"/>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64660-66CE-4A4C-B49A-C10627B180AE}"/>
              </a:ext>
            </a:extLst>
          </p:cNvPr>
          <p:cNvSpPr>
            <a:spLocks noGrp="1"/>
          </p:cNvSpPr>
          <p:nvPr>
            <p:ph type="title"/>
          </p:nvPr>
        </p:nvSpPr>
        <p:spPr>
          <a:xfrm>
            <a:off x="355600" y="528637"/>
            <a:ext cx="10972800" cy="1143000"/>
          </a:xfrm>
        </p:spPr>
        <p:txBody>
          <a:bodyPr/>
          <a:lstStyle/>
          <a:p>
            <a:r>
              <a:rPr lang="en-US" dirty="0"/>
              <a:t>Organizational Transformation Strand Overview</a:t>
            </a:r>
          </a:p>
        </p:txBody>
      </p:sp>
      <p:pic>
        <p:nvPicPr>
          <p:cNvPr id="5" name="Picture 4">
            <a:extLst>
              <a:ext uri="{FF2B5EF4-FFF2-40B4-BE49-F238E27FC236}">
                <a16:creationId xmlns:a16="http://schemas.microsoft.com/office/drawing/2014/main" id="{1C16117B-0720-794A-9FB8-25833099251F}"/>
              </a:ext>
            </a:extLst>
          </p:cNvPr>
          <p:cNvPicPr>
            <a:picLocks noChangeAspect="1"/>
          </p:cNvPicPr>
          <p:nvPr/>
        </p:nvPicPr>
        <p:blipFill>
          <a:blip r:embed="rId2"/>
          <a:stretch>
            <a:fillRect/>
          </a:stretch>
        </p:blipFill>
        <p:spPr>
          <a:xfrm>
            <a:off x="3471333" y="1100137"/>
            <a:ext cx="7552267" cy="4597443"/>
          </a:xfrm>
          <a:prstGeom prst="rect">
            <a:avLst/>
          </a:prstGeom>
        </p:spPr>
      </p:pic>
    </p:spTree>
    <p:extLst>
      <p:ext uri="{BB962C8B-B14F-4D97-AF65-F5344CB8AC3E}">
        <p14:creationId xmlns:p14="http://schemas.microsoft.com/office/powerpoint/2010/main" val="2854749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31F05C1-1F42-DC4C-ABD9-EFEB2741F4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54018" y="3339566"/>
            <a:ext cx="5181600" cy="2901696"/>
          </a:xfrm>
          <a:prstGeom prst="rect">
            <a:avLst/>
          </a:prstGeom>
        </p:spPr>
      </p:pic>
      <p:sp>
        <p:nvSpPr>
          <p:cNvPr id="2" name="Title 1">
            <a:extLst>
              <a:ext uri="{FF2B5EF4-FFF2-40B4-BE49-F238E27FC236}">
                <a16:creationId xmlns:a16="http://schemas.microsoft.com/office/drawing/2014/main" id="{BDE0FB5A-6E17-F449-A889-57501DA1C850}"/>
              </a:ext>
            </a:extLst>
          </p:cNvPr>
          <p:cNvSpPr>
            <a:spLocks noGrp="1"/>
          </p:cNvSpPr>
          <p:nvPr>
            <p:ph type="title"/>
          </p:nvPr>
        </p:nvSpPr>
        <p:spPr/>
        <p:txBody>
          <a:bodyPr/>
          <a:lstStyle/>
          <a:p>
            <a:r>
              <a:rPr lang="en-US" dirty="0">
                <a:latin typeface="Candara" charset="0"/>
              </a:rPr>
              <a:t>Thinking about transformation</a:t>
            </a:r>
            <a:r>
              <a:rPr lang="en-US" dirty="0"/>
              <a:t>	</a:t>
            </a:r>
          </a:p>
        </p:txBody>
      </p:sp>
      <p:sp>
        <p:nvSpPr>
          <p:cNvPr id="3" name="Content Placeholder 2">
            <a:extLst>
              <a:ext uri="{FF2B5EF4-FFF2-40B4-BE49-F238E27FC236}">
                <a16:creationId xmlns:a16="http://schemas.microsoft.com/office/drawing/2014/main" id="{FE78FC7B-6FC7-4E48-98B0-EF5F38AD432E}"/>
              </a:ext>
            </a:extLst>
          </p:cNvPr>
          <p:cNvSpPr>
            <a:spLocks noGrp="1"/>
          </p:cNvSpPr>
          <p:nvPr>
            <p:ph idx="1"/>
          </p:nvPr>
        </p:nvSpPr>
        <p:spPr/>
        <p:txBody>
          <a:bodyPr/>
          <a:lstStyle/>
          <a:p>
            <a:pPr marL="0" indent="0">
              <a:buNone/>
            </a:pPr>
            <a:r>
              <a:rPr lang="en-US" sz="3600" b="1" dirty="0">
                <a:solidFill>
                  <a:srgbClr val="1560A0"/>
                </a:solidFill>
              </a:rPr>
              <a:t>Goal</a:t>
            </a:r>
            <a:r>
              <a:rPr lang="en-US" dirty="0"/>
              <a:t> </a:t>
            </a:r>
          </a:p>
          <a:p>
            <a:pPr marL="0" indent="0">
              <a:buNone/>
            </a:pPr>
            <a:r>
              <a:rPr lang="en-US" dirty="0"/>
              <a:t>To develop a model to support provider transformation that can be brought to scale</a:t>
            </a:r>
          </a:p>
          <a:p>
            <a:pPr>
              <a:buSzPct val="100000"/>
              <a:buFont typeface="Wingdings" pitchFamily="2" charset="2"/>
              <a:buChar char="§"/>
            </a:pPr>
            <a:r>
              <a:rPr lang="en-US" dirty="0"/>
              <a:t>Delphi Panel: Framework</a:t>
            </a:r>
          </a:p>
          <a:p>
            <a:pPr>
              <a:buSzPct val="100000"/>
              <a:buFont typeface="Wingdings" pitchFamily="2" charset="2"/>
              <a:buChar char="§"/>
            </a:pPr>
            <a:r>
              <a:rPr lang="en-US" dirty="0"/>
              <a:t>Case studies: How the framework looks on the ground</a:t>
            </a:r>
          </a:p>
          <a:p>
            <a:pPr>
              <a:buSzPct val="100000"/>
              <a:buFont typeface="Wingdings" pitchFamily="2" charset="2"/>
              <a:buChar char="§"/>
            </a:pPr>
            <a:r>
              <a:rPr lang="en-US" dirty="0"/>
              <a:t>Intervention Study:</a:t>
            </a:r>
            <a:br>
              <a:rPr lang="en-US" dirty="0"/>
            </a:br>
            <a:r>
              <a:rPr lang="en-US" dirty="0"/>
              <a:t>Organizational Transformation</a:t>
            </a:r>
          </a:p>
        </p:txBody>
      </p:sp>
      <p:sp>
        <p:nvSpPr>
          <p:cNvPr id="4" name="Slide Number Placeholder 3">
            <a:extLst>
              <a:ext uri="{FF2B5EF4-FFF2-40B4-BE49-F238E27FC236}">
                <a16:creationId xmlns:a16="http://schemas.microsoft.com/office/drawing/2014/main" id="{64BD33E7-0344-EB47-860D-735C8F5C6718}"/>
              </a:ext>
            </a:extLst>
          </p:cNvPr>
          <p:cNvSpPr>
            <a:spLocks noGrp="1"/>
          </p:cNvSpPr>
          <p:nvPr>
            <p:ph type="sldNum" sz="quarter" idx="12"/>
          </p:nvPr>
        </p:nvSpPr>
        <p:spPr/>
        <p:txBody>
          <a:bodyPr/>
          <a:lstStyle/>
          <a:p>
            <a:fld id="{915FAA45-AC5B-014B-9F74-53D558B73BE0}" type="slidenum">
              <a:rPr lang="en-US" smtClean="0"/>
              <a:pPr/>
              <a:t>8</a:t>
            </a:fld>
            <a:endParaRPr lang="en-US" dirty="0"/>
          </a:p>
        </p:txBody>
      </p:sp>
    </p:spTree>
    <p:extLst>
      <p:ext uri="{BB962C8B-B14F-4D97-AF65-F5344CB8AC3E}">
        <p14:creationId xmlns:p14="http://schemas.microsoft.com/office/powerpoint/2010/main" val="14648029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4433" y="718338"/>
            <a:ext cx="8721436" cy="4525963"/>
          </a:xfrm>
        </p:spPr>
        <p:txBody>
          <a:bodyPr/>
          <a:lstStyle/>
          <a:p>
            <a:r>
              <a:rPr lang="en-US" sz="3200" dirty="0"/>
              <a:t>Agency Change Toolkit</a:t>
            </a:r>
          </a:p>
          <a:p>
            <a:pPr lvl="1"/>
            <a:r>
              <a:rPr lang="en-US" sz="3200" dirty="0"/>
              <a:t>Organizational survey</a:t>
            </a:r>
          </a:p>
          <a:p>
            <a:pPr lvl="1"/>
            <a:r>
              <a:rPr lang="en-US" sz="3200" dirty="0"/>
              <a:t>Staff time log</a:t>
            </a:r>
          </a:p>
          <a:p>
            <a:pPr lvl="1"/>
            <a:r>
              <a:rPr lang="en-US" sz="3200" dirty="0"/>
              <a:t>Individual outcomes log</a:t>
            </a:r>
          </a:p>
          <a:p>
            <a:pPr lvl="1"/>
            <a:r>
              <a:rPr lang="en-US" sz="3200" dirty="0"/>
              <a:t>Site visit</a:t>
            </a:r>
          </a:p>
          <a:p>
            <a:pPr>
              <a:spcBef>
                <a:spcPts val="1968"/>
              </a:spcBef>
            </a:pPr>
            <a:r>
              <a:rPr lang="en-US" sz="3200" dirty="0"/>
              <a:t>Customized action planning</a:t>
            </a:r>
          </a:p>
          <a:p>
            <a:pPr>
              <a:spcBef>
                <a:spcPts val="1968"/>
              </a:spcBef>
            </a:pPr>
            <a:r>
              <a:rPr lang="en-US" sz="3200" dirty="0"/>
              <a:t>Monthly technical assistance </a:t>
            </a:r>
          </a:p>
          <a:p>
            <a:pPr>
              <a:spcBef>
                <a:spcPts val="1968"/>
              </a:spcBef>
            </a:pPr>
            <a:r>
              <a:rPr lang="en-US" sz="3200" dirty="0"/>
              <a:t>Monthly Community of Practice/webinar</a:t>
            </a:r>
          </a:p>
          <a:p>
            <a:pPr>
              <a:spcBef>
                <a:spcPts val="1968"/>
              </a:spcBef>
            </a:pPr>
            <a:r>
              <a:rPr lang="en-US" sz="3200" dirty="0"/>
              <a:t>Leadership summit in Washington, DC</a:t>
            </a:r>
          </a:p>
          <a:p>
            <a:pPr lvl="1"/>
            <a:endParaRPr lang="en-US" sz="3200" dirty="0"/>
          </a:p>
          <a:p>
            <a:pPr lvl="1"/>
            <a:endParaRPr lang="en-US" sz="3200" dirty="0"/>
          </a:p>
          <a:p>
            <a:pPr lvl="1"/>
            <a:endParaRPr lang="en-US" sz="3200" dirty="0"/>
          </a:p>
          <a:p>
            <a:endParaRPr lang="en-US" sz="3200" dirty="0"/>
          </a:p>
        </p:txBody>
      </p:sp>
      <p:sp>
        <p:nvSpPr>
          <p:cNvPr id="4" name="Slide Number Placeholder 3"/>
          <p:cNvSpPr>
            <a:spLocks noGrp="1"/>
          </p:cNvSpPr>
          <p:nvPr>
            <p:ph type="sldNum" sz="quarter" idx="12"/>
          </p:nvPr>
        </p:nvSpPr>
        <p:spPr/>
        <p:txBody>
          <a:bodyPr/>
          <a:lstStyle/>
          <a:p>
            <a:fld id="{915FAA45-AC5B-014B-9F74-53D558B73BE0}" type="slidenum">
              <a:rPr lang="en-US" smtClean="0"/>
              <a:pPr/>
              <a:t>9</a:t>
            </a:fld>
            <a:endParaRPr lang="en-US" dirty="0"/>
          </a:p>
        </p:txBody>
      </p:sp>
      <p:pic>
        <p:nvPicPr>
          <p:cNvPr id="8" name="Picture 7">
            <a:extLst>
              <a:ext uri="{FF2B5EF4-FFF2-40B4-BE49-F238E27FC236}">
                <a16:creationId xmlns:a16="http://schemas.microsoft.com/office/drawing/2014/main" id="{B219434A-3EEC-C341-87D1-37B69818B922}"/>
              </a:ext>
            </a:extLst>
          </p:cNvPr>
          <p:cNvPicPr>
            <a:picLocks noChangeAspect="1"/>
          </p:cNvPicPr>
          <p:nvPr/>
        </p:nvPicPr>
        <p:blipFill>
          <a:blip r:embed="rId3"/>
          <a:stretch>
            <a:fillRect/>
          </a:stretch>
        </p:blipFill>
        <p:spPr>
          <a:xfrm>
            <a:off x="8500533" y="136520"/>
            <a:ext cx="2844800" cy="2844800"/>
          </a:xfrm>
          <a:prstGeom prst="rect">
            <a:avLst/>
          </a:prstGeom>
        </p:spPr>
      </p:pic>
    </p:spTree>
    <p:extLst>
      <p:ext uri="{BB962C8B-B14F-4D97-AF65-F5344CB8AC3E}">
        <p14:creationId xmlns:p14="http://schemas.microsoft.com/office/powerpoint/2010/main" val="48049443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E9F4A685-BD6F-B347-B09D-494950112530}"/>
              </a:ext>
            </a:extLst>
          </p:cNvPr>
          <p:cNvPicPr>
            <a:picLocks noChangeAspect="1"/>
          </p:cNvPicPr>
          <p:nvPr/>
        </p:nvPicPr>
        <p:blipFill>
          <a:blip r:embed="rId2"/>
          <a:stretch>
            <a:fillRect/>
          </a:stretch>
        </p:blipFill>
        <p:spPr>
          <a:xfrm>
            <a:off x="138735" y="124204"/>
            <a:ext cx="9754006" cy="6149361"/>
          </a:xfrm>
          <a:prstGeom prst="rect">
            <a:avLst/>
          </a:prstGeom>
          <a:ln w="38100">
            <a:solidFill>
              <a:schemeClr val="tx1"/>
            </a:solidFill>
          </a:ln>
        </p:spPr>
      </p:pic>
      <p:sp>
        <p:nvSpPr>
          <p:cNvPr id="2" name="Title 1">
            <a:extLst>
              <a:ext uri="{FF2B5EF4-FFF2-40B4-BE49-F238E27FC236}">
                <a16:creationId xmlns:a16="http://schemas.microsoft.com/office/drawing/2014/main" id="{7394273D-1D12-F048-9B9F-F6F16AAFA1C1}"/>
              </a:ext>
            </a:extLst>
          </p:cNvPr>
          <p:cNvSpPr>
            <a:spLocks noGrp="1"/>
          </p:cNvSpPr>
          <p:nvPr>
            <p:ph type="title"/>
          </p:nvPr>
        </p:nvSpPr>
        <p:spPr>
          <a:xfrm>
            <a:off x="9953629" y="242090"/>
            <a:ext cx="2172199" cy="4639418"/>
          </a:xfrm>
        </p:spPr>
        <p:txBody>
          <a:bodyPr/>
          <a:lstStyle/>
          <a:p>
            <a:pPr algn="ctr"/>
            <a:r>
              <a:rPr lang="en-US" sz="2400" b="0" dirty="0">
                <a:latin typeface="Arial Narrow" panose="020B0604020202020204" pitchFamily="34" charset="0"/>
                <a:cs typeface="Arial Narrow" panose="020B0604020202020204" pitchFamily="34" charset="0"/>
              </a:rPr>
              <a:t>Worked with Ten Arcs across the United States on Implementation of 10 Elements</a:t>
            </a:r>
            <a:endParaRPr lang="en-US" sz="2400" b="0" dirty="0">
              <a:solidFill>
                <a:srgbClr val="EA7125"/>
              </a:solidFill>
              <a:latin typeface="Arial Narrow" panose="020B0604020202020204" pitchFamily="34" charset="0"/>
              <a:cs typeface="Arial Narrow" panose="020B0604020202020204" pitchFamily="34" charset="0"/>
            </a:endParaRPr>
          </a:p>
        </p:txBody>
      </p:sp>
      <p:pic>
        <p:nvPicPr>
          <p:cNvPr id="3" name="Picture 2" descr="The Arc">
            <a:extLst>
              <a:ext uri="{FF2B5EF4-FFF2-40B4-BE49-F238E27FC236}">
                <a16:creationId xmlns:a16="http://schemas.microsoft.com/office/drawing/2014/main" id="{783171EB-06F8-E446-A8AF-BB360998F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45145" y="4074247"/>
            <a:ext cx="1389165" cy="997350"/>
          </a:xfrm>
          <a:prstGeom prst="rect">
            <a:avLst/>
          </a:prstGeom>
          <a:noFill/>
          <a:ln>
            <a:noFill/>
          </a:ln>
          <a:extLst>
            <a:ext uri="{909E8E84-426E-40dd-AFC4-6F175D3DCCD1}">
              <a14:hiddenFill xmlns:a14="http://schemas.microsoft.com/office/drawing/2010/main" xmlns="">
                <a:solidFill>
                  <a:srgbClr val="FFFFFF"/>
                </a:solidFill>
              </a14:hiddenFill>
            </a:ext>
          </a:extLst>
        </p:spPr>
      </p:pic>
      <p:pic>
        <p:nvPicPr>
          <p:cNvPr id="5" name="Picture 4">
            <a:extLst>
              <a:ext uri="{FF2B5EF4-FFF2-40B4-BE49-F238E27FC236}">
                <a16:creationId xmlns:a16="http://schemas.microsoft.com/office/drawing/2014/main" id="{0432EFC5-D1F6-924C-8555-DF812D7E5BC1}"/>
              </a:ext>
            </a:extLst>
          </p:cNvPr>
          <p:cNvPicPr>
            <a:picLocks noChangeAspect="1"/>
          </p:cNvPicPr>
          <p:nvPr/>
        </p:nvPicPr>
        <p:blipFill rotWithShape="1">
          <a:blip r:embed="rId4"/>
          <a:srcRect l="5746" t="13429" r="5279" b="13429"/>
          <a:stretch/>
        </p:blipFill>
        <p:spPr>
          <a:xfrm>
            <a:off x="7130260" y="4859319"/>
            <a:ext cx="606559" cy="406490"/>
          </a:xfrm>
          <a:prstGeom prst="rect">
            <a:avLst/>
          </a:prstGeom>
        </p:spPr>
      </p:pic>
      <p:pic>
        <p:nvPicPr>
          <p:cNvPr id="7" name="Picture 6">
            <a:extLst>
              <a:ext uri="{FF2B5EF4-FFF2-40B4-BE49-F238E27FC236}">
                <a16:creationId xmlns:a16="http://schemas.microsoft.com/office/drawing/2014/main" id="{BD7DB122-E048-C641-8C80-1813A6124681}"/>
              </a:ext>
            </a:extLst>
          </p:cNvPr>
          <p:cNvPicPr>
            <a:picLocks noChangeAspect="1"/>
          </p:cNvPicPr>
          <p:nvPr/>
        </p:nvPicPr>
        <p:blipFill>
          <a:blip r:embed="rId5"/>
          <a:stretch>
            <a:fillRect/>
          </a:stretch>
        </p:blipFill>
        <p:spPr>
          <a:xfrm>
            <a:off x="6463065" y="2042427"/>
            <a:ext cx="453097" cy="453097"/>
          </a:xfrm>
          <a:prstGeom prst="rect">
            <a:avLst/>
          </a:prstGeom>
        </p:spPr>
      </p:pic>
      <p:pic>
        <p:nvPicPr>
          <p:cNvPr id="9" name="Picture 8">
            <a:extLst>
              <a:ext uri="{FF2B5EF4-FFF2-40B4-BE49-F238E27FC236}">
                <a16:creationId xmlns:a16="http://schemas.microsoft.com/office/drawing/2014/main" id="{49CC2546-610C-3B43-8C31-8C94018C69EB}"/>
              </a:ext>
            </a:extLst>
          </p:cNvPr>
          <p:cNvPicPr>
            <a:picLocks noChangeAspect="1"/>
          </p:cNvPicPr>
          <p:nvPr/>
        </p:nvPicPr>
        <p:blipFill>
          <a:blip r:embed="rId6"/>
          <a:stretch>
            <a:fillRect/>
          </a:stretch>
        </p:blipFill>
        <p:spPr>
          <a:xfrm>
            <a:off x="455277" y="2921199"/>
            <a:ext cx="383980" cy="467638"/>
          </a:xfrm>
          <a:prstGeom prst="rect">
            <a:avLst/>
          </a:prstGeom>
          <a:ln>
            <a:solidFill>
              <a:schemeClr val="tx1"/>
            </a:solidFill>
          </a:ln>
        </p:spPr>
      </p:pic>
      <p:pic>
        <p:nvPicPr>
          <p:cNvPr id="11" name="Picture 10">
            <a:extLst>
              <a:ext uri="{FF2B5EF4-FFF2-40B4-BE49-F238E27FC236}">
                <a16:creationId xmlns:a16="http://schemas.microsoft.com/office/drawing/2014/main" id="{4EE98EF3-33D9-544C-B37C-13D46A460CA3}"/>
              </a:ext>
            </a:extLst>
          </p:cNvPr>
          <p:cNvPicPr>
            <a:picLocks noChangeAspect="1"/>
          </p:cNvPicPr>
          <p:nvPr/>
        </p:nvPicPr>
        <p:blipFill>
          <a:blip r:embed="rId7"/>
          <a:stretch>
            <a:fillRect/>
          </a:stretch>
        </p:blipFill>
        <p:spPr>
          <a:xfrm>
            <a:off x="9152797" y="1388448"/>
            <a:ext cx="513592" cy="194180"/>
          </a:xfrm>
          <a:prstGeom prst="rect">
            <a:avLst/>
          </a:prstGeom>
        </p:spPr>
      </p:pic>
      <p:pic>
        <p:nvPicPr>
          <p:cNvPr id="13" name="Picture 12">
            <a:extLst>
              <a:ext uri="{FF2B5EF4-FFF2-40B4-BE49-F238E27FC236}">
                <a16:creationId xmlns:a16="http://schemas.microsoft.com/office/drawing/2014/main" id="{0BBA94B8-33F2-7941-8FD0-C48F7CBCC1D7}"/>
              </a:ext>
            </a:extLst>
          </p:cNvPr>
          <p:cNvPicPr>
            <a:picLocks noChangeAspect="1"/>
          </p:cNvPicPr>
          <p:nvPr/>
        </p:nvPicPr>
        <p:blipFill rotWithShape="1">
          <a:blip r:embed="rId8"/>
          <a:srcRect l="9205"/>
          <a:stretch/>
        </p:blipFill>
        <p:spPr>
          <a:xfrm>
            <a:off x="7982709" y="1902797"/>
            <a:ext cx="549351" cy="407680"/>
          </a:xfrm>
          <a:prstGeom prst="rect">
            <a:avLst/>
          </a:prstGeom>
          <a:ln>
            <a:solidFill>
              <a:schemeClr val="tx1"/>
            </a:solidFill>
          </a:ln>
        </p:spPr>
      </p:pic>
      <p:pic>
        <p:nvPicPr>
          <p:cNvPr id="15" name="Picture 14">
            <a:extLst>
              <a:ext uri="{FF2B5EF4-FFF2-40B4-BE49-F238E27FC236}">
                <a16:creationId xmlns:a16="http://schemas.microsoft.com/office/drawing/2014/main" id="{CAF0AB1A-E1F7-D94E-A13C-4C6610232D15}"/>
              </a:ext>
            </a:extLst>
          </p:cNvPr>
          <p:cNvPicPr>
            <a:picLocks noChangeAspect="1"/>
          </p:cNvPicPr>
          <p:nvPr/>
        </p:nvPicPr>
        <p:blipFill>
          <a:blip r:embed="rId9"/>
          <a:stretch>
            <a:fillRect/>
          </a:stretch>
        </p:blipFill>
        <p:spPr>
          <a:xfrm>
            <a:off x="5838463" y="2220990"/>
            <a:ext cx="515074" cy="329647"/>
          </a:xfrm>
          <a:prstGeom prst="rect">
            <a:avLst/>
          </a:prstGeom>
          <a:ln>
            <a:solidFill>
              <a:schemeClr val="tx1"/>
            </a:solidFill>
          </a:ln>
        </p:spPr>
      </p:pic>
      <p:pic>
        <p:nvPicPr>
          <p:cNvPr id="17" name="Picture 16">
            <a:extLst>
              <a:ext uri="{FF2B5EF4-FFF2-40B4-BE49-F238E27FC236}">
                <a16:creationId xmlns:a16="http://schemas.microsoft.com/office/drawing/2014/main" id="{9AFC5957-A56B-5643-B141-348543D4D9CC}"/>
              </a:ext>
            </a:extLst>
          </p:cNvPr>
          <p:cNvPicPr>
            <a:picLocks noChangeAspect="1"/>
          </p:cNvPicPr>
          <p:nvPr/>
        </p:nvPicPr>
        <p:blipFill>
          <a:blip r:embed="rId10"/>
          <a:stretch>
            <a:fillRect/>
          </a:stretch>
        </p:blipFill>
        <p:spPr>
          <a:xfrm>
            <a:off x="8525977" y="1322644"/>
            <a:ext cx="435547" cy="325789"/>
          </a:xfrm>
          <a:prstGeom prst="rect">
            <a:avLst/>
          </a:prstGeom>
          <a:ln>
            <a:solidFill>
              <a:schemeClr val="tx1"/>
            </a:solidFill>
          </a:ln>
        </p:spPr>
      </p:pic>
      <p:pic>
        <p:nvPicPr>
          <p:cNvPr id="19" name="Picture 18">
            <a:extLst>
              <a:ext uri="{FF2B5EF4-FFF2-40B4-BE49-F238E27FC236}">
                <a16:creationId xmlns:a16="http://schemas.microsoft.com/office/drawing/2014/main" id="{9A539F20-8DF8-E846-B6D2-065DADAB227A}"/>
              </a:ext>
            </a:extLst>
          </p:cNvPr>
          <p:cNvPicPr>
            <a:picLocks noChangeAspect="1"/>
          </p:cNvPicPr>
          <p:nvPr/>
        </p:nvPicPr>
        <p:blipFill>
          <a:blip r:embed="rId11"/>
          <a:stretch>
            <a:fillRect/>
          </a:stretch>
        </p:blipFill>
        <p:spPr>
          <a:xfrm>
            <a:off x="6801678" y="3929470"/>
            <a:ext cx="490904" cy="270741"/>
          </a:xfrm>
          <a:prstGeom prst="rect">
            <a:avLst/>
          </a:prstGeom>
          <a:ln>
            <a:solidFill>
              <a:schemeClr val="tx2"/>
            </a:solidFill>
          </a:ln>
        </p:spPr>
      </p:pic>
      <p:pic>
        <p:nvPicPr>
          <p:cNvPr id="21" name="Picture 20">
            <a:extLst>
              <a:ext uri="{FF2B5EF4-FFF2-40B4-BE49-F238E27FC236}">
                <a16:creationId xmlns:a16="http://schemas.microsoft.com/office/drawing/2014/main" id="{E1F94313-8BEF-AB47-8950-304C945E7B6A}"/>
              </a:ext>
            </a:extLst>
          </p:cNvPr>
          <p:cNvPicPr>
            <a:picLocks noChangeAspect="1"/>
          </p:cNvPicPr>
          <p:nvPr/>
        </p:nvPicPr>
        <p:blipFill>
          <a:blip r:embed="rId12"/>
          <a:stretch>
            <a:fillRect/>
          </a:stretch>
        </p:blipFill>
        <p:spPr>
          <a:xfrm>
            <a:off x="6952016" y="1744096"/>
            <a:ext cx="549352" cy="368908"/>
          </a:xfrm>
          <a:prstGeom prst="rect">
            <a:avLst/>
          </a:prstGeom>
          <a:ln>
            <a:solidFill>
              <a:schemeClr val="tx1"/>
            </a:solidFill>
          </a:ln>
        </p:spPr>
      </p:pic>
      <p:pic>
        <p:nvPicPr>
          <p:cNvPr id="23" name="Picture 22">
            <a:extLst>
              <a:ext uri="{FF2B5EF4-FFF2-40B4-BE49-F238E27FC236}">
                <a16:creationId xmlns:a16="http://schemas.microsoft.com/office/drawing/2014/main" id="{807F1EDC-4E79-E048-BE54-84CD849D88F1}"/>
              </a:ext>
            </a:extLst>
          </p:cNvPr>
          <p:cNvPicPr>
            <a:picLocks noChangeAspect="1"/>
          </p:cNvPicPr>
          <p:nvPr/>
        </p:nvPicPr>
        <p:blipFill rotWithShape="1">
          <a:blip r:embed="rId13"/>
          <a:srcRect l="7865" t="11905" r="6661" b="8730"/>
          <a:stretch/>
        </p:blipFill>
        <p:spPr>
          <a:xfrm>
            <a:off x="8040420" y="4700452"/>
            <a:ext cx="550926" cy="362112"/>
          </a:xfrm>
          <a:prstGeom prst="rect">
            <a:avLst/>
          </a:prstGeom>
        </p:spPr>
      </p:pic>
      <p:sp>
        <p:nvSpPr>
          <p:cNvPr id="4" name="TextBox 3">
            <a:extLst>
              <a:ext uri="{FF2B5EF4-FFF2-40B4-BE49-F238E27FC236}">
                <a16:creationId xmlns:a16="http://schemas.microsoft.com/office/drawing/2014/main" id="{D23637A2-550D-8945-9483-70076B9BFB2F}"/>
              </a:ext>
            </a:extLst>
          </p:cNvPr>
          <p:cNvSpPr txBox="1"/>
          <p:nvPr/>
        </p:nvSpPr>
        <p:spPr>
          <a:xfrm>
            <a:off x="233927" y="5170169"/>
            <a:ext cx="3312036"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US" b="1" dirty="0"/>
              <a:t>RRTC</a:t>
            </a:r>
            <a:br>
              <a:rPr lang="en-US" b="1" dirty="0"/>
            </a:br>
            <a:r>
              <a:rPr lang="en-US" b="1" i="1" dirty="0"/>
              <a:t>Provider Transformation Network</a:t>
            </a:r>
          </a:p>
        </p:txBody>
      </p:sp>
    </p:spTree>
    <p:extLst>
      <p:ext uri="{BB962C8B-B14F-4D97-AF65-F5344CB8AC3E}">
        <p14:creationId xmlns:p14="http://schemas.microsoft.com/office/powerpoint/2010/main" val="2468084506"/>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5747" y="184698"/>
            <a:ext cx="3702811" cy="1143000"/>
          </a:xfrm>
        </p:spPr>
        <p:txBody>
          <a:bodyPr/>
          <a:lstStyle/>
          <a:p>
            <a:pPr algn="ctr"/>
            <a:r>
              <a:rPr lang="en-US" dirty="0">
                <a:solidFill>
                  <a:schemeClr val="tx2">
                    <a:lumMod val="60000"/>
                    <a:lumOff val="40000"/>
                  </a:schemeClr>
                </a:solidFill>
              </a:rPr>
              <a:t>Organizational Transformation</a:t>
            </a:r>
          </a:p>
        </p:txBody>
      </p:sp>
      <p:pic>
        <p:nvPicPr>
          <p:cNvPr id="9" name="Content Placeholder 8" descr="Diagram showing Organizational Transformation. On the left-hand side is a box that has the header “Focus and Values” with the words “Goals” and “Culture of inclusion.” Connected with a bi-directional arrow is another box underneath. The header in this box is “Infrastructure” with the words “resource allocation,” “communication plan,” “staff development,” “performance measurement,” and “community partnerships.” To the right of those boxes, with bi-directional arrows, is a third box with the header “Employment Consultant Practices.” Beneath the header are the words, “customer engagement,” “holistic approach,” and “active job placement.” "/>
          <p:cNvPicPr>
            <a:picLocks noGrp="1" noChangeAspect="1"/>
          </p:cNvPicPr>
          <p:nvPr>
            <p:ph idx="1"/>
          </p:nvPr>
        </p:nvPicPr>
        <p:blipFill>
          <a:blip r:embed="rId3" cstate="email">
            <a:extLst>
              <a:ext uri="{28A0092B-C50C-407E-A947-70E740481C1C}">
                <a14:useLocalDpi xmlns:a14="http://schemas.microsoft.com/office/drawing/2010/main" val="0"/>
              </a:ext>
            </a:extLst>
          </a:blip>
          <a:stretch>
            <a:fillRect/>
          </a:stretch>
        </p:blipFill>
        <p:spPr>
          <a:xfrm>
            <a:off x="1887123" y="290359"/>
            <a:ext cx="8485646" cy="6416126"/>
          </a:xfrm>
        </p:spPr>
      </p:pic>
    </p:spTree>
    <p:extLst>
      <p:ext uri="{BB962C8B-B14F-4D97-AF65-F5344CB8AC3E}">
        <p14:creationId xmlns:p14="http://schemas.microsoft.com/office/powerpoint/2010/main" val="205367226"/>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7115E-CA6C-9E40-8468-7D69B794DEC3}"/>
              </a:ext>
            </a:extLst>
          </p:cNvPr>
          <p:cNvSpPr>
            <a:spLocks noGrp="1"/>
          </p:cNvSpPr>
          <p:nvPr>
            <p:ph type="title"/>
          </p:nvPr>
        </p:nvSpPr>
        <p:spPr/>
        <p:style>
          <a:lnRef idx="0">
            <a:schemeClr val="accent1"/>
          </a:lnRef>
          <a:fillRef idx="3">
            <a:schemeClr val="accent1"/>
          </a:fillRef>
          <a:effectRef idx="3">
            <a:schemeClr val="accent1"/>
          </a:effectRef>
          <a:fontRef idx="minor">
            <a:schemeClr val="lt1"/>
          </a:fontRef>
        </p:style>
        <p:txBody>
          <a:bodyPr/>
          <a:lstStyle/>
          <a:p>
            <a:r>
              <a:rPr lang="en-US" sz="3200" i="1" dirty="0"/>
              <a:t>Exercise – </a:t>
            </a:r>
            <a:br>
              <a:rPr lang="en-US" sz="3200" dirty="0"/>
            </a:br>
            <a:r>
              <a:rPr lang="en-US" sz="3200" dirty="0"/>
              <a:t>Organizational Change: Where Does Your Organization Stand?</a:t>
            </a:r>
          </a:p>
        </p:txBody>
      </p:sp>
      <p:pic>
        <p:nvPicPr>
          <p:cNvPr id="5" name="Picture 4">
            <a:extLst>
              <a:ext uri="{FF2B5EF4-FFF2-40B4-BE49-F238E27FC236}">
                <a16:creationId xmlns:a16="http://schemas.microsoft.com/office/drawing/2014/main" id="{5E4E8580-AB7C-2748-B9BA-022CD1743EBC}"/>
              </a:ext>
            </a:extLst>
          </p:cNvPr>
          <p:cNvPicPr>
            <a:picLocks noChangeAspect="1"/>
          </p:cNvPicPr>
          <p:nvPr/>
        </p:nvPicPr>
        <p:blipFill>
          <a:blip r:embed="rId2"/>
          <a:stretch>
            <a:fillRect/>
          </a:stretch>
        </p:blipFill>
        <p:spPr>
          <a:xfrm>
            <a:off x="4320117" y="1727199"/>
            <a:ext cx="3551766" cy="4596403"/>
          </a:xfrm>
          <a:prstGeom prst="rect">
            <a:avLst/>
          </a:prstGeom>
          <a:ln>
            <a:solidFill>
              <a:schemeClr val="tx1"/>
            </a:solidFill>
          </a:ln>
        </p:spPr>
      </p:pic>
    </p:spTree>
    <p:extLst>
      <p:ext uri="{BB962C8B-B14F-4D97-AF65-F5344CB8AC3E}">
        <p14:creationId xmlns:p14="http://schemas.microsoft.com/office/powerpoint/2010/main" val="783507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30DB42-56A6-864E-A577-599CAB932CF6}"/>
              </a:ext>
            </a:extLst>
          </p:cNvPr>
          <p:cNvSpPr>
            <a:spLocks noGrp="1"/>
          </p:cNvSpPr>
          <p:nvPr>
            <p:ph type="title"/>
          </p:nvPr>
        </p:nvSpPr>
        <p:spPr>
          <a:xfrm>
            <a:off x="1219200" y="789094"/>
            <a:ext cx="10972800" cy="1143000"/>
          </a:xfrm>
        </p:spPr>
        <p:txBody>
          <a:bodyPr/>
          <a:lstStyle/>
          <a:p>
            <a:r>
              <a:rPr lang="en-US" sz="6600" dirty="0"/>
              <a:t>SELECT</a:t>
            </a:r>
          </a:p>
        </p:txBody>
      </p:sp>
      <p:pic>
        <p:nvPicPr>
          <p:cNvPr id="7" name="Picture 6">
            <a:extLst>
              <a:ext uri="{FF2B5EF4-FFF2-40B4-BE49-F238E27FC236}">
                <a16:creationId xmlns:a16="http://schemas.microsoft.com/office/drawing/2014/main" id="{D3D1E15D-0071-BA45-8792-30E439B32E59}"/>
              </a:ext>
            </a:extLst>
          </p:cNvPr>
          <p:cNvPicPr>
            <a:picLocks noChangeAspect="1"/>
          </p:cNvPicPr>
          <p:nvPr/>
        </p:nvPicPr>
        <p:blipFill>
          <a:blip r:embed="rId2"/>
          <a:stretch>
            <a:fillRect/>
          </a:stretch>
        </p:blipFill>
        <p:spPr>
          <a:xfrm>
            <a:off x="3725333" y="1813560"/>
            <a:ext cx="4332287" cy="4621106"/>
          </a:xfrm>
          <a:prstGeom prst="rect">
            <a:avLst/>
          </a:prstGeom>
        </p:spPr>
      </p:pic>
    </p:spTree>
    <p:extLst>
      <p:ext uri="{BB962C8B-B14F-4D97-AF65-F5344CB8AC3E}">
        <p14:creationId xmlns:p14="http://schemas.microsoft.com/office/powerpoint/2010/main" val="3362103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A6F3E-26DB-B347-9258-05AF512ECBB6}"/>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53053227-60E2-5D43-832B-9E7D975219A6}"/>
              </a:ext>
            </a:extLst>
          </p:cNvPr>
          <p:cNvSpPr>
            <a:spLocks noGrp="1"/>
          </p:cNvSpPr>
          <p:nvPr>
            <p:ph idx="1"/>
          </p:nvPr>
        </p:nvSpPr>
        <p:spPr/>
        <p:txBody>
          <a:bodyPr/>
          <a:lstStyle/>
          <a:p>
            <a:pPr>
              <a:spcBef>
                <a:spcPts val="1872"/>
              </a:spcBef>
            </a:pPr>
            <a:r>
              <a:rPr lang="en-US" dirty="0"/>
              <a:t>What is the status of your organizational transformation efforts?</a:t>
            </a:r>
          </a:p>
          <a:p>
            <a:pPr>
              <a:spcBef>
                <a:spcPts val="1872"/>
              </a:spcBef>
            </a:pPr>
            <a:r>
              <a:rPr lang="en-US" dirty="0"/>
              <a:t>Where are you experiencing successes?</a:t>
            </a:r>
          </a:p>
          <a:p>
            <a:pPr>
              <a:spcBef>
                <a:spcPts val="1872"/>
              </a:spcBef>
            </a:pPr>
            <a:r>
              <a:rPr lang="en-US" dirty="0"/>
              <a:t>Where are you experiencing challenges?</a:t>
            </a:r>
          </a:p>
        </p:txBody>
      </p:sp>
    </p:spTree>
    <p:extLst>
      <p:ext uri="{BB962C8B-B14F-4D97-AF65-F5344CB8AC3E}">
        <p14:creationId xmlns:p14="http://schemas.microsoft.com/office/powerpoint/2010/main" val="38892729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D02101-8C0A-DB4B-9B17-F7A4FD70981B}"/>
              </a:ext>
            </a:extLst>
          </p:cNvPr>
          <p:cNvPicPr>
            <a:picLocks noChangeAspect="1"/>
          </p:cNvPicPr>
          <p:nvPr/>
        </p:nvPicPr>
        <p:blipFill>
          <a:blip r:embed="rId2"/>
          <a:stretch>
            <a:fillRect/>
          </a:stretch>
        </p:blipFill>
        <p:spPr>
          <a:xfrm>
            <a:off x="1465383" y="1279281"/>
            <a:ext cx="7635631" cy="5010883"/>
          </a:xfrm>
          <a:prstGeom prst="rect">
            <a:avLst/>
          </a:prstGeom>
        </p:spPr>
      </p:pic>
      <p:sp>
        <p:nvSpPr>
          <p:cNvPr id="2" name="TextBox 1">
            <a:extLst>
              <a:ext uri="{FF2B5EF4-FFF2-40B4-BE49-F238E27FC236}">
                <a16:creationId xmlns:a16="http://schemas.microsoft.com/office/drawing/2014/main" id="{030A5AA6-022A-F04F-9A2A-D1D207990E82}"/>
              </a:ext>
            </a:extLst>
          </p:cNvPr>
          <p:cNvSpPr txBox="1"/>
          <p:nvPr/>
        </p:nvSpPr>
        <p:spPr>
          <a:xfrm>
            <a:off x="2637692" y="395549"/>
            <a:ext cx="7127632" cy="1538883"/>
          </a:xfrm>
          <a:prstGeom prst="rect">
            <a:avLst/>
          </a:prstGeom>
          <a:noFill/>
        </p:spPr>
        <p:txBody>
          <a:bodyPr wrap="square" rtlCol="0">
            <a:spAutoFit/>
          </a:bodyPr>
          <a:lstStyle/>
          <a:p>
            <a:pPr algn="ctr"/>
            <a:r>
              <a:rPr lang="en-US" sz="4000" b="1" cap="all" dirty="0">
                <a:latin typeface="Arial" panose="020B0604020202020204" pitchFamily="34" charset="0"/>
                <a:cs typeface="Arial" panose="020B0604020202020204" pitchFamily="34" charset="0"/>
              </a:rPr>
              <a:t>Element # 1:</a:t>
            </a:r>
          </a:p>
          <a:p>
            <a:pPr algn="ctr"/>
            <a:r>
              <a:rPr lang="en-US" sz="5400" b="1" dirty="0">
                <a:solidFill>
                  <a:srgbClr val="0070C0"/>
                </a:solidFill>
                <a:latin typeface="Comic Sans MS" panose="030F0902030302020204" pitchFamily="66" charset="0"/>
              </a:rPr>
              <a:t>Clear and Consistent</a:t>
            </a:r>
          </a:p>
        </p:txBody>
      </p:sp>
    </p:spTree>
    <p:extLst>
      <p:ext uri="{BB962C8B-B14F-4D97-AF65-F5344CB8AC3E}">
        <p14:creationId xmlns:p14="http://schemas.microsoft.com/office/powerpoint/2010/main" val="3282177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3DDD7-826B-6940-B085-1249A1B2BE7C}"/>
              </a:ext>
            </a:extLst>
          </p:cNvPr>
          <p:cNvSpPr>
            <a:spLocks noGrp="1"/>
          </p:cNvSpPr>
          <p:nvPr>
            <p:ph type="title" idx="4294967295"/>
          </p:nvPr>
        </p:nvSpPr>
        <p:spPr>
          <a:xfrm>
            <a:off x="609600" y="2555672"/>
            <a:ext cx="10972800" cy="1143000"/>
          </a:xfrm>
        </p:spPr>
        <p:txBody>
          <a:bodyPr/>
          <a:lstStyle/>
          <a:p>
            <a:pPr algn="ctr"/>
            <a:br>
              <a:rPr lang="en-US" dirty="0"/>
            </a:br>
            <a:br>
              <a:rPr lang="en-US" dirty="0"/>
            </a:br>
            <a:br>
              <a:rPr lang="en-US" dirty="0"/>
            </a:br>
            <a:br>
              <a:rPr lang="en-US" dirty="0"/>
            </a:br>
            <a:br>
              <a:rPr lang="en-US" dirty="0"/>
            </a:br>
            <a:br>
              <a:rPr lang="en-US" dirty="0"/>
            </a:br>
            <a:br>
              <a:rPr lang="en-US" dirty="0"/>
            </a:br>
            <a:br>
              <a:rPr lang="en-US" dirty="0"/>
            </a:br>
            <a:r>
              <a:rPr lang="en-US" sz="4800" i="1" dirty="0"/>
              <a:t>Leadership Sets the Tone</a:t>
            </a:r>
          </a:p>
        </p:txBody>
      </p:sp>
      <p:pic>
        <p:nvPicPr>
          <p:cNvPr id="5" name="Picture 4">
            <a:extLst>
              <a:ext uri="{FF2B5EF4-FFF2-40B4-BE49-F238E27FC236}">
                <a16:creationId xmlns:a16="http://schemas.microsoft.com/office/drawing/2014/main" id="{C3E92F27-3AB2-8442-97B0-7767639770E3}"/>
              </a:ext>
            </a:extLst>
          </p:cNvPr>
          <p:cNvPicPr>
            <a:picLocks noChangeAspect="1"/>
          </p:cNvPicPr>
          <p:nvPr/>
        </p:nvPicPr>
        <p:blipFill>
          <a:blip r:embed="rId2"/>
          <a:stretch>
            <a:fillRect/>
          </a:stretch>
        </p:blipFill>
        <p:spPr>
          <a:xfrm>
            <a:off x="3993078" y="1052232"/>
            <a:ext cx="4530436" cy="4149880"/>
          </a:xfrm>
          <a:prstGeom prst="rect">
            <a:avLst/>
          </a:prstGeom>
        </p:spPr>
      </p:pic>
      <p:sp>
        <p:nvSpPr>
          <p:cNvPr id="4" name="TextBox 3">
            <a:extLst>
              <a:ext uri="{FF2B5EF4-FFF2-40B4-BE49-F238E27FC236}">
                <a16:creationId xmlns:a16="http://schemas.microsoft.com/office/drawing/2014/main" id="{CA23A6DD-DE40-4342-AEBC-568E84DAADBF}"/>
              </a:ext>
            </a:extLst>
          </p:cNvPr>
          <p:cNvSpPr txBox="1"/>
          <p:nvPr/>
        </p:nvSpPr>
        <p:spPr>
          <a:xfrm>
            <a:off x="112696" y="353098"/>
            <a:ext cx="3540369" cy="1569660"/>
          </a:xfrm>
          <a:prstGeom prst="rect">
            <a:avLst/>
          </a:prstGeom>
          <a:scene3d>
            <a:camera prst="isometricOffAxis1Right"/>
            <a:lightRig rig="threePt" dir="t"/>
          </a:scene3d>
          <a:sp3d>
            <a:bevelT prst="angle"/>
          </a:sp3d>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en-US" sz="3200" b="1" cap="all" dirty="0"/>
              <a:t>Element # 2: </a:t>
            </a:r>
            <a:r>
              <a:rPr lang="en-US" sz="3200" b="1" dirty="0"/>
              <a:t>Agency Culture of Inclusion</a:t>
            </a:r>
          </a:p>
        </p:txBody>
      </p:sp>
    </p:spTree>
    <p:extLst>
      <p:ext uri="{BB962C8B-B14F-4D97-AF65-F5344CB8AC3E}">
        <p14:creationId xmlns:p14="http://schemas.microsoft.com/office/powerpoint/2010/main" val="1589709732"/>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8DAF2-4BE9-9444-AF84-9D5FE70C29CD}"/>
              </a:ext>
            </a:extLst>
          </p:cNvPr>
          <p:cNvSpPr>
            <a:spLocks noGrp="1"/>
          </p:cNvSpPr>
          <p:nvPr>
            <p:ph type="title" idx="4294967295"/>
          </p:nvPr>
        </p:nvSpPr>
        <p:spPr>
          <a:xfrm>
            <a:off x="984739" y="156416"/>
            <a:ext cx="10972800" cy="1143000"/>
          </a:xfrm>
        </p:spPr>
        <p:txBody>
          <a:bodyPr/>
          <a:lstStyle/>
          <a:p>
            <a:pPr algn="ctr"/>
            <a:r>
              <a:rPr lang="en-US" sz="4800" i="1" dirty="0"/>
              <a:t>One person at a time</a:t>
            </a:r>
          </a:p>
        </p:txBody>
      </p:sp>
      <p:pic>
        <p:nvPicPr>
          <p:cNvPr id="4" name="Picture 3" descr="zumba-800.jpg">
            <a:extLst>
              <a:ext uri="{FF2B5EF4-FFF2-40B4-BE49-F238E27FC236}">
                <a16:creationId xmlns:a16="http://schemas.microsoft.com/office/drawing/2014/main" id="{C5F7B544-1DC5-D84E-9154-E4BDFB8DA8F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4804079" y="4447309"/>
            <a:ext cx="2779175" cy="2084383"/>
          </a:xfrm>
          <a:prstGeom prst="rect">
            <a:avLst/>
          </a:prstGeom>
        </p:spPr>
      </p:pic>
      <p:pic>
        <p:nvPicPr>
          <p:cNvPr id="5" name="Picture 4" descr="Nicole.jpg">
            <a:extLst>
              <a:ext uri="{FF2B5EF4-FFF2-40B4-BE49-F238E27FC236}">
                <a16:creationId xmlns:a16="http://schemas.microsoft.com/office/drawing/2014/main" id="{9A8354E7-6A20-8449-BF22-E6115664F690}"/>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84739" y="2310871"/>
            <a:ext cx="2064884" cy="1815883"/>
          </a:xfrm>
          <a:prstGeom prst="rect">
            <a:avLst/>
          </a:prstGeom>
        </p:spPr>
      </p:pic>
      <p:pic>
        <p:nvPicPr>
          <p:cNvPr id="7" name="Picture 6" descr="frankie.jpg">
            <a:extLst>
              <a:ext uri="{FF2B5EF4-FFF2-40B4-BE49-F238E27FC236}">
                <a16:creationId xmlns:a16="http://schemas.microsoft.com/office/drawing/2014/main" id="{B3EE6056-3058-8143-B964-202A20580912}"/>
              </a:ext>
            </a:extLst>
          </p:cNvPr>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05326" y="4547129"/>
            <a:ext cx="2549887" cy="1912416"/>
          </a:xfrm>
          <a:prstGeom prst="rect">
            <a:avLst/>
          </a:prstGeom>
        </p:spPr>
      </p:pic>
      <p:pic>
        <p:nvPicPr>
          <p:cNvPr id="9" name="Picture 3" descr="AchieveAus_038.jpg">
            <a:extLst>
              <a:ext uri="{FF2B5EF4-FFF2-40B4-BE49-F238E27FC236}">
                <a16:creationId xmlns:a16="http://schemas.microsoft.com/office/drawing/2014/main" id="{45338E55-0E62-D446-82F3-FE1B451DAA10}"/>
              </a:ext>
            </a:extLst>
          </p:cNvPr>
          <p:cNvPicPr>
            <a:picLocks noChangeAspect="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408431" y="2158747"/>
            <a:ext cx="2173968" cy="14493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2" name="Picture 11" descr="cody1.jpg">
            <a:extLst>
              <a:ext uri="{FF2B5EF4-FFF2-40B4-BE49-F238E27FC236}">
                <a16:creationId xmlns:a16="http://schemas.microsoft.com/office/drawing/2014/main" id="{1774EDE2-9335-3C4E-851A-CB4FFA4CDD7A}"/>
              </a:ext>
            </a:extLst>
          </p:cNvPr>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8727998" y="4052214"/>
            <a:ext cx="1844775" cy="1912416"/>
          </a:xfrm>
          <a:prstGeom prst="rect">
            <a:avLst/>
          </a:prstGeom>
        </p:spPr>
      </p:pic>
      <p:pic>
        <p:nvPicPr>
          <p:cNvPr id="15" name="Picture 14">
            <a:extLst>
              <a:ext uri="{FF2B5EF4-FFF2-40B4-BE49-F238E27FC236}">
                <a16:creationId xmlns:a16="http://schemas.microsoft.com/office/drawing/2014/main" id="{176C209E-5862-8140-9953-12F62F1A83AE}"/>
              </a:ext>
            </a:extLst>
          </p:cNvPr>
          <p:cNvPicPr>
            <a:picLocks noChangeAspect="1"/>
          </p:cNvPicPr>
          <p:nvPr/>
        </p:nvPicPr>
        <p:blipFill>
          <a:blip r:embed="rId8"/>
          <a:stretch>
            <a:fillRect/>
          </a:stretch>
        </p:blipFill>
        <p:spPr>
          <a:xfrm>
            <a:off x="9216432" y="357461"/>
            <a:ext cx="2145067" cy="1236095"/>
          </a:xfrm>
          <a:prstGeom prst="rect">
            <a:avLst/>
          </a:prstGeom>
        </p:spPr>
      </p:pic>
      <p:sp>
        <p:nvSpPr>
          <p:cNvPr id="10" name="TextBox 9">
            <a:extLst>
              <a:ext uri="{FF2B5EF4-FFF2-40B4-BE49-F238E27FC236}">
                <a16:creationId xmlns:a16="http://schemas.microsoft.com/office/drawing/2014/main" id="{F2B5DE3D-9F1F-4A44-B18D-0B2C60979C16}"/>
              </a:ext>
            </a:extLst>
          </p:cNvPr>
          <p:cNvSpPr txBox="1"/>
          <p:nvPr/>
        </p:nvSpPr>
        <p:spPr>
          <a:xfrm>
            <a:off x="-10100" y="362994"/>
            <a:ext cx="3725997" cy="1384995"/>
          </a:xfrm>
          <a:prstGeom prst="rect">
            <a:avLst/>
          </a:prstGeom>
          <a:effectLst>
            <a:glow rad="139700">
              <a:schemeClr val="accent6">
                <a:satMod val="175000"/>
                <a:alpha val="40000"/>
              </a:schemeClr>
            </a:glow>
            <a:outerShdw blurRad="40000" dist="23000" dir="5400000" rotWithShape="0">
              <a:srgbClr val="000000">
                <a:alpha val="35000"/>
              </a:srgbClr>
            </a:outerShdw>
          </a:effectLst>
          <a:scene3d>
            <a:camera prst="isometricOffAxis1Right"/>
            <a:lightRig rig="threePt" dir="t">
              <a:rot lat="0" lon="0" rev="1200000"/>
            </a:lightRig>
          </a:scene3d>
          <a:sp3d>
            <a:bevelT w="63500" h="25400"/>
          </a:sp3d>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sz="2800" b="1" cap="all" dirty="0"/>
              <a:t>Element # 3:</a:t>
            </a:r>
          </a:p>
          <a:p>
            <a:pPr algn="ctr"/>
            <a:r>
              <a:rPr lang="en-US" sz="2800" b="1" i="1" dirty="0"/>
              <a:t>Active Person-Centered Job Placement</a:t>
            </a:r>
          </a:p>
        </p:txBody>
      </p:sp>
      <p:pic>
        <p:nvPicPr>
          <p:cNvPr id="11" name="Picture 10">
            <a:extLst>
              <a:ext uri="{FF2B5EF4-FFF2-40B4-BE49-F238E27FC236}">
                <a16:creationId xmlns:a16="http://schemas.microsoft.com/office/drawing/2014/main" id="{992A916A-ED67-2844-8477-24FE316BEB37}"/>
              </a:ext>
            </a:extLst>
          </p:cNvPr>
          <p:cNvPicPr>
            <a:picLocks noChangeAspect="1"/>
          </p:cNvPicPr>
          <p:nvPr/>
        </p:nvPicPr>
        <p:blipFill>
          <a:blip r:embed="rId9"/>
          <a:stretch>
            <a:fillRect/>
          </a:stretch>
        </p:blipFill>
        <p:spPr>
          <a:xfrm>
            <a:off x="5021089" y="1287792"/>
            <a:ext cx="2415876" cy="2672998"/>
          </a:xfrm>
          <a:prstGeom prst="rect">
            <a:avLst/>
          </a:prstGeom>
        </p:spPr>
      </p:pic>
    </p:spTree>
    <p:extLst>
      <p:ext uri="{BB962C8B-B14F-4D97-AF65-F5344CB8AC3E}">
        <p14:creationId xmlns:p14="http://schemas.microsoft.com/office/powerpoint/2010/main" val="2292430886"/>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FC546-DFB3-8349-B0A0-73D74EA658BC}"/>
              </a:ext>
            </a:extLst>
          </p:cNvPr>
          <p:cNvSpPr>
            <a:spLocks noGrp="1"/>
          </p:cNvSpPr>
          <p:nvPr>
            <p:ph type="title" idx="4294967295"/>
          </p:nvPr>
        </p:nvSpPr>
        <p:spPr>
          <a:xfrm>
            <a:off x="0" y="353764"/>
            <a:ext cx="5595257" cy="1506474"/>
          </a:xfrm>
          <a:scene3d>
            <a:camera prst="isometricOffAxis1Right"/>
            <a:lightRig rig="threePt" dir="t">
              <a:rot lat="0" lon="0" rev="1200000"/>
            </a:lightRig>
          </a:scene3d>
          <a:sp3d>
            <a:bevelT w="63500" h="25400"/>
          </a:sp3d>
        </p:spPr>
        <p:style>
          <a:lnRef idx="0">
            <a:schemeClr val="accent1"/>
          </a:lnRef>
          <a:fillRef idx="3">
            <a:schemeClr val="accent1"/>
          </a:fillRef>
          <a:effectRef idx="3">
            <a:schemeClr val="accent1"/>
          </a:effectRef>
          <a:fontRef idx="minor">
            <a:schemeClr val="lt1"/>
          </a:fontRef>
        </p:style>
        <p:txBody>
          <a:bodyPr/>
          <a:lstStyle/>
          <a:p>
            <a:r>
              <a:rPr lang="en-US" sz="3200" dirty="0"/>
              <a:t>Element # 4:</a:t>
            </a:r>
            <a:br>
              <a:rPr lang="en-US" sz="3200" dirty="0"/>
            </a:br>
            <a:r>
              <a:rPr lang="en-US" sz="3200" i="1" dirty="0"/>
              <a:t>A Strong Internal &amp; External Communication Plan</a:t>
            </a:r>
          </a:p>
        </p:txBody>
      </p:sp>
      <p:sp>
        <p:nvSpPr>
          <p:cNvPr id="3" name="Content Placeholder 2">
            <a:extLst>
              <a:ext uri="{FF2B5EF4-FFF2-40B4-BE49-F238E27FC236}">
                <a16:creationId xmlns:a16="http://schemas.microsoft.com/office/drawing/2014/main" id="{71718EF1-5599-B348-B2AA-0CFD047618F7}"/>
              </a:ext>
            </a:extLst>
          </p:cNvPr>
          <p:cNvSpPr>
            <a:spLocks noGrp="1"/>
          </p:cNvSpPr>
          <p:nvPr>
            <p:ph idx="4294967295"/>
          </p:nvPr>
        </p:nvSpPr>
        <p:spPr>
          <a:xfrm>
            <a:off x="1464129" y="2266200"/>
            <a:ext cx="10972800" cy="4525963"/>
          </a:xfrm>
        </p:spPr>
        <p:txBody>
          <a:bodyPr/>
          <a:lstStyle/>
          <a:p>
            <a:pPr lvl="1"/>
            <a:r>
              <a:rPr lang="en-US" dirty="0"/>
              <a:t>Plans</a:t>
            </a:r>
          </a:p>
          <a:p>
            <a:pPr lvl="1"/>
            <a:r>
              <a:rPr lang="en-US" dirty="0"/>
              <a:t>Needs </a:t>
            </a:r>
          </a:p>
          <a:p>
            <a:pPr lvl="1"/>
            <a:r>
              <a:rPr lang="en-US" dirty="0"/>
              <a:t>Expectations</a:t>
            </a:r>
          </a:p>
          <a:p>
            <a:pPr lvl="1"/>
            <a:r>
              <a:rPr lang="en-US" dirty="0"/>
              <a:t>Successes</a:t>
            </a:r>
          </a:p>
        </p:txBody>
      </p:sp>
      <p:pic>
        <p:nvPicPr>
          <p:cNvPr id="5" name="Picture 4">
            <a:extLst>
              <a:ext uri="{FF2B5EF4-FFF2-40B4-BE49-F238E27FC236}">
                <a16:creationId xmlns:a16="http://schemas.microsoft.com/office/drawing/2014/main" id="{51C47552-FB27-BC4E-9E14-59F62C4AF196}"/>
              </a:ext>
            </a:extLst>
          </p:cNvPr>
          <p:cNvPicPr>
            <a:picLocks noChangeAspect="1"/>
          </p:cNvPicPr>
          <p:nvPr/>
        </p:nvPicPr>
        <p:blipFill>
          <a:blip r:embed="rId3"/>
          <a:stretch>
            <a:fillRect/>
          </a:stretch>
        </p:blipFill>
        <p:spPr>
          <a:xfrm>
            <a:off x="5706413" y="1340098"/>
            <a:ext cx="2811659" cy="3460502"/>
          </a:xfrm>
          <a:prstGeom prst="rect">
            <a:avLst/>
          </a:prstGeom>
        </p:spPr>
      </p:pic>
      <p:pic>
        <p:nvPicPr>
          <p:cNvPr id="7" name="Picture 6">
            <a:extLst>
              <a:ext uri="{FF2B5EF4-FFF2-40B4-BE49-F238E27FC236}">
                <a16:creationId xmlns:a16="http://schemas.microsoft.com/office/drawing/2014/main" id="{8BF05362-E6A8-784D-AA19-2E91D521E95F}"/>
              </a:ext>
            </a:extLst>
          </p:cNvPr>
          <p:cNvPicPr>
            <a:picLocks noChangeAspect="1"/>
          </p:cNvPicPr>
          <p:nvPr/>
        </p:nvPicPr>
        <p:blipFill>
          <a:blip r:embed="rId4"/>
          <a:stretch>
            <a:fillRect/>
          </a:stretch>
        </p:blipFill>
        <p:spPr>
          <a:xfrm>
            <a:off x="8768442" y="2063218"/>
            <a:ext cx="3918857" cy="3918857"/>
          </a:xfrm>
          <a:prstGeom prst="rect">
            <a:avLst/>
          </a:prstGeom>
        </p:spPr>
      </p:pic>
      <p:pic>
        <p:nvPicPr>
          <p:cNvPr id="6" name="Picture 5">
            <a:extLst>
              <a:ext uri="{FF2B5EF4-FFF2-40B4-BE49-F238E27FC236}">
                <a16:creationId xmlns:a16="http://schemas.microsoft.com/office/drawing/2014/main" id="{3D9E61AC-0209-3941-B38F-1774B73A9E89}"/>
              </a:ext>
            </a:extLst>
          </p:cNvPr>
          <p:cNvPicPr>
            <a:picLocks noChangeAspect="1"/>
          </p:cNvPicPr>
          <p:nvPr/>
        </p:nvPicPr>
        <p:blipFill>
          <a:blip r:embed="rId5"/>
          <a:stretch>
            <a:fillRect/>
          </a:stretch>
        </p:blipFill>
        <p:spPr>
          <a:xfrm>
            <a:off x="256706" y="4022647"/>
            <a:ext cx="1772096" cy="2835353"/>
          </a:xfrm>
          <a:prstGeom prst="rect">
            <a:avLst/>
          </a:prstGeom>
        </p:spPr>
      </p:pic>
    </p:spTree>
    <p:extLst>
      <p:ext uri="{BB962C8B-B14F-4D97-AF65-F5344CB8AC3E}">
        <p14:creationId xmlns:p14="http://schemas.microsoft.com/office/powerpoint/2010/main" val="2147579249"/>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828800"/>
            <a:ext cx="1270000" cy="17067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4" descr="sheltered+workshop+pic.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601" y="381001"/>
            <a:ext cx="1972843" cy="1409497"/>
          </a:xfrm>
          <a:prstGeom prst="rect">
            <a:avLst/>
          </a:prstGeom>
        </p:spPr>
      </p:pic>
      <p:cxnSp>
        <p:nvCxnSpPr>
          <p:cNvPr id="10" name="Straight Arrow Connector 9"/>
          <p:cNvCxnSpPr/>
          <p:nvPr/>
        </p:nvCxnSpPr>
        <p:spPr>
          <a:xfrm>
            <a:off x="1752601" y="3657600"/>
            <a:ext cx="6303963" cy="0"/>
          </a:xfrm>
          <a:prstGeom prst="straightConnector1">
            <a:avLst/>
          </a:prstGeom>
          <a:ln w="76200" cmpd="sng">
            <a:solidFill>
              <a:srgbClr val="008000"/>
            </a:solidFill>
            <a:tailEnd type="arrow"/>
          </a:ln>
        </p:spPr>
        <p:style>
          <a:lnRef idx="2">
            <a:schemeClr val="accent1"/>
          </a:lnRef>
          <a:fillRef idx="0">
            <a:schemeClr val="accent1"/>
          </a:fillRef>
          <a:effectRef idx="1">
            <a:schemeClr val="accent1"/>
          </a:effectRef>
          <a:fontRef idx="minor">
            <a:schemeClr val="tx1"/>
          </a:fontRef>
        </p:style>
      </p:cxnSp>
      <p:pic>
        <p:nvPicPr>
          <p:cNvPr id="2" name="Picture 1" descr="sollar-wellness-center1.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05000" y="4267200"/>
            <a:ext cx="2524124" cy="1262062"/>
          </a:xfrm>
          <a:prstGeom prst="rect">
            <a:avLst/>
          </a:prstGeom>
        </p:spPr>
      </p:pic>
      <p:pic>
        <p:nvPicPr>
          <p:cNvPr id="8" name="Picture 7" descr="mrdd1.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29863" y="609600"/>
            <a:ext cx="1938421" cy="1473200"/>
          </a:xfrm>
          <a:prstGeom prst="rect">
            <a:avLst/>
          </a:prstGeom>
        </p:spPr>
      </p:pic>
      <p:pic>
        <p:nvPicPr>
          <p:cNvPr id="13" name="Picture 12" descr="Zachary_photo.jpg"/>
          <p:cNvPicPr>
            <a:picLocks noChangeAspect="1"/>
          </p:cNvPicPr>
          <p:nvPr/>
        </p:nvPicPr>
        <p:blipFill rotWithShape="1">
          <a:blip r:embed="rId7">
            <a:extLst>
              <a:ext uri="{28A0092B-C50C-407E-A947-70E740481C1C}">
                <a14:useLocalDpi xmlns:a14="http://schemas.microsoft.com/office/drawing/2010/main" val="0"/>
              </a:ext>
            </a:extLst>
          </a:blip>
          <a:srcRect l="17391" t="12319"/>
          <a:stretch/>
        </p:blipFill>
        <p:spPr>
          <a:xfrm>
            <a:off x="8382000" y="4648200"/>
            <a:ext cx="1930400" cy="1536700"/>
          </a:xfrm>
          <a:prstGeom prst="rect">
            <a:avLst/>
          </a:prstGeom>
        </p:spPr>
      </p:pic>
      <p:pic>
        <p:nvPicPr>
          <p:cNvPr id="14" name="Picture 13" descr="brian.jp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82000" y="2743200"/>
            <a:ext cx="1879600" cy="1409700"/>
          </a:xfrm>
          <a:prstGeom prst="rect">
            <a:avLst/>
          </a:prstGeom>
        </p:spPr>
      </p:pic>
      <p:sp>
        <p:nvSpPr>
          <p:cNvPr id="9" name="Title 1">
            <a:extLst>
              <a:ext uri="{FF2B5EF4-FFF2-40B4-BE49-F238E27FC236}">
                <a16:creationId xmlns:a16="http://schemas.microsoft.com/office/drawing/2014/main" id="{254E85C0-841A-7547-A965-A5FCEF71C8B8}"/>
              </a:ext>
            </a:extLst>
          </p:cNvPr>
          <p:cNvSpPr txBox="1">
            <a:spLocks/>
          </p:cNvSpPr>
          <p:nvPr/>
        </p:nvSpPr>
        <p:spPr bwMode="auto">
          <a:xfrm>
            <a:off x="4218944" y="273096"/>
            <a:ext cx="3301759" cy="2215660"/>
          </a:xfrm>
          <a:prstGeom prst="rect">
            <a:avLst/>
          </a:prstGeom>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style>
          <a:lnRef idx="3">
            <a:schemeClr val="lt1"/>
          </a:lnRef>
          <a:fillRef idx="1">
            <a:schemeClr val="accent1"/>
          </a:fillRef>
          <a:effectRef idx="1">
            <a:schemeClr val="accent1"/>
          </a:effectRef>
          <a:fontRef idx="minor">
            <a:schemeClr val="lt1"/>
          </a:fontRef>
        </p:style>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lang="en-US" sz="4000" b="1" i="0" kern="1200" dirty="0">
                <a:solidFill>
                  <a:schemeClr val="tx2">
                    <a:lumMod val="60000"/>
                    <a:lumOff val="40000"/>
                  </a:schemeClr>
                </a:solidFill>
                <a:latin typeface="Candara"/>
                <a:ea typeface="ヒラギノ角ゴ Pro W3" charset="0"/>
                <a:cs typeface="Candara"/>
              </a:defRPr>
            </a:lvl1pPr>
            <a:lvl2pPr algn="ctr" rtl="0" eaLnBrk="1" fontAlgn="base" hangingPunct="1">
              <a:spcBef>
                <a:spcPct val="0"/>
              </a:spcBef>
              <a:spcAft>
                <a:spcPct val="0"/>
              </a:spcAft>
              <a:defRPr sz="4400">
                <a:solidFill>
                  <a:schemeClr val="tx1"/>
                </a:solidFill>
                <a:latin typeface="Calibri" charset="0"/>
                <a:ea typeface="ヒラギノ角ゴ Pro W3" charset="0"/>
                <a:cs typeface="ヒラギノ角ゴ Pro W3" charset="0"/>
              </a:defRPr>
            </a:lvl2pPr>
            <a:lvl3pPr algn="ctr" rtl="0" eaLnBrk="1" fontAlgn="base" hangingPunct="1">
              <a:spcBef>
                <a:spcPct val="0"/>
              </a:spcBef>
              <a:spcAft>
                <a:spcPct val="0"/>
              </a:spcAft>
              <a:defRPr sz="4400">
                <a:solidFill>
                  <a:schemeClr val="tx1"/>
                </a:solidFill>
                <a:latin typeface="Calibri" charset="0"/>
                <a:ea typeface="ヒラギノ角ゴ Pro W3" charset="0"/>
                <a:cs typeface="ヒラギノ角ゴ Pro W3" charset="0"/>
              </a:defRPr>
            </a:lvl3pPr>
            <a:lvl4pPr algn="ctr" rtl="0" eaLnBrk="1" fontAlgn="base" hangingPunct="1">
              <a:spcBef>
                <a:spcPct val="0"/>
              </a:spcBef>
              <a:spcAft>
                <a:spcPct val="0"/>
              </a:spcAft>
              <a:defRPr sz="4400">
                <a:solidFill>
                  <a:schemeClr val="tx1"/>
                </a:solidFill>
                <a:latin typeface="Calibri" charset="0"/>
                <a:ea typeface="ヒラギノ角ゴ Pro W3" charset="0"/>
                <a:cs typeface="ヒラギノ角ゴ Pro W3" charset="0"/>
              </a:defRPr>
            </a:lvl4pPr>
            <a:lvl5pPr algn="ctr" rtl="0" eaLnBrk="1" fontAlgn="base" hangingPunct="1">
              <a:spcBef>
                <a:spcPct val="0"/>
              </a:spcBef>
              <a:spcAft>
                <a:spcPct val="0"/>
              </a:spcAft>
              <a:defRPr sz="4400">
                <a:solidFill>
                  <a:schemeClr val="tx1"/>
                </a:solidFill>
                <a:latin typeface="Calibri" charset="0"/>
                <a:ea typeface="ヒラギノ角ゴ Pro W3" charset="0"/>
                <a:cs typeface="ヒラギノ角ゴ Pro W3" charset="0"/>
              </a:defRPr>
            </a:lvl5pPr>
            <a:lvl6pPr marL="457189" algn="ctr" rtl="0" eaLnBrk="1" fontAlgn="base" hangingPunct="1">
              <a:spcBef>
                <a:spcPct val="0"/>
              </a:spcBef>
              <a:spcAft>
                <a:spcPct val="0"/>
              </a:spcAft>
              <a:defRPr sz="4400">
                <a:solidFill>
                  <a:schemeClr val="tx1"/>
                </a:solidFill>
                <a:latin typeface="Calibri" charset="0"/>
                <a:ea typeface="ヒラギノ角ゴ Pro W3" charset="0"/>
              </a:defRPr>
            </a:lvl6pPr>
            <a:lvl7pPr marL="914377" algn="ctr" rtl="0" eaLnBrk="1" fontAlgn="base" hangingPunct="1">
              <a:spcBef>
                <a:spcPct val="0"/>
              </a:spcBef>
              <a:spcAft>
                <a:spcPct val="0"/>
              </a:spcAft>
              <a:defRPr sz="4400">
                <a:solidFill>
                  <a:schemeClr val="tx1"/>
                </a:solidFill>
                <a:latin typeface="Calibri" charset="0"/>
                <a:ea typeface="ヒラギノ角ゴ Pro W3" charset="0"/>
              </a:defRPr>
            </a:lvl7pPr>
            <a:lvl8pPr marL="1371566" algn="ctr" rtl="0" eaLnBrk="1" fontAlgn="base" hangingPunct="1">
              <a:spcBef>
                <a:spcPct val="0"/>
              </a:spcBef>
              <a:spcAft>
                <a:spcPct val="0"/>
              </a:spcAft>
              <a:defRPr sz="4400">
                <a:solidFill>
                  <a:schemeClr val="tx1"/>
                </a:solidFill>
                <a:latin typeface="Calibri" charset="0"/>
                <a:ea typeface="ヒラギノ角ゴ Pro W3" charset="0"/>
              </a:defRPr>
            </a:lvl8pPr>
            <a:lvl9pPr marL="1828754" algn="ctr" rtl="0" eaLnBrk="1" fontAlgn="base" hangingPunct="1">
              <a:spcBef>
                <a:spcPct val="0"/>
              </a:spcBef>
              <a:spcAft>
                <a:spcPct val="0"/>
              </a:spcAft>
              <a:defRPr sz="4400">
                <a:solidFill>
                  <a:schemeClr val="tx1"/>
                </a:solidFill>
                <a:latin typeface="Calibri" charset="0"/>
                <a:ea typeface="ヒラギノ角ゴ Pro W3" charset="0"/>
              </a:defRPr>
            </a:lvl9pPr>
          </a:lstStyle>
          <a:p>
            <a:pPr algn="ctr"/>
            <a:r>
              <a:rPr lang="en-US" sz="3200" dirty="0">
                <a:solidFill>
                  <a:schemeClr val="bg1"/>
                </a:solidFill>
              </a:rPr>
              <a:t>Element # 5: </a:t>
            </a:r>
            <a:r>
              <a:rPr lang="en-US" sz="3200" i="1" dirty="0">
                <a:solidFill>
                  <a:schemeClr val="bg1"/>
                </a:solidFill>
              </a:rPr>
              <a:t>Reallocated and Restructured Resources</a:t>
            </a:r>
          </a:p>
        </p:txBody>
      </p:sp>
    </p:spTree>
    <p:extLst>
      <p:ext uri="{BB962C8B-B14F-4D97-AF65-F5344CB8AC3E}">
        <p14:creationId xmlns:p14="http://schemas.microsoft.com/office/powerpoint/2010/main" val="15219900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nodeType="afterEffect">
                                  <p:stCondLst>
                                    <p:cond delay="0"/>
                                  </p:stCondLst>
                                  <p:childTnLst>
                                    <p:animMotion origin="layout" path="M -2.22222E-6 7.40741E-7 L 0.56389 0.00555 " pathEditMode="relative" rAng="0" ptsTypes="AA">
                                      <p:cBhvr>
                                        <p:cTn id="6" dur="5000" fill="hold"/>
                                        <p:tgtEl>
                                          <p:spTgt spid="4"/>
                                        </p:tgtEl>
                                        <p:attrNameLst>
                                          <p:attrName>ppt_x</p:attrName>
                                          <p:attrName>ppt_y</p:attrName>
                                        </p:attrNameLst>
                                      </p:cBhvr>
                                      <p:rCtr x="28194" y="27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B1981-A19C-474C-8B1B-E623F51328E4}"/>
              </a:ext>
            </a:extLst>
          </p:cNvPr>
          <p:cNvSpPr>
            <a:spLocks noGrp="1"/>
          </p:cNvSpPr>
          <p:nvPr>
            <p:ph type="title" idx="4294967295"/>
          </p:nvPr>
        </p:nvSpPr>
        <p:spPr>
          <a:xfrm>
            <a:off x="239044" y="615601"/>
            <a:ext cx="6798826" cy="1066512"/>
          </a:xfrm>
          <a:effectLst>
            <a:glow rad="101600">
              <a:schemeClr val="accent2">
                <a:satMod val="175000"/>
                <a:alpha val="40000"/>
              </a:schemeClr>
            </a:glow>
            <a:outerShdw blurRad="40000" dist="23000" dir="5400000" rotWithShape="0">
              <a:srgbClr val="000000">
                <a:alpha val="35000"/>
              </a:srgbClr>
            </a:outerShdw>
          </a:effectLst>
          <a:scene3d>
            <a:camera prst="isometricOffAxis1Right"/>
            <a:lightRig rig="threePt" dir="t">
              <a:rot lat="0" lon="0" rev="1200000"/>
            </a:lightRig>
          </a:scene3d>
          <a:sp3d>
            <a:bevelT w="63500" h="25400"/>
          </a:sp3d>
        </p:spPr>
        <p:style>
          <a:lnRef idx="0">
            <a:schemeClr val="accent2"/>
          </a:lnRef>
          <a:fillRef idx="3">
            <a:schemeClr val="accent2"/>
          </a:fillRef>
          <a:effectRef idx="3">
            <a:schemeClr val="accent2"/>
          </a:effectRef>
          <a:fontRef idx="minor">
            <a:schemeClr val="lt1"/>
          </a:fontRef>
        </p:style>
        <p:txBody>
          <a:bodyPr/>
          <a:lstStyle/>
          <a:p>
            <a:r>
              <a:rPr lang="en-US" sz="2800" dirty="0"/>
              <a:t>Element # 6: </a:t>
            </a:r>
            <a:br>
              <a:rPr lang="en-US" sz="2800" i="1" dirty="0"/>
            </a:br>
            <a:r>
              <a:rPr lang="en-US" sz="2800" i="1" dirty="0"/>
              <a:t>Ongoing Professional Development of Staff</a:t>
            </a:r>
          </a:p>
        </p:txBody>
      </p:sp>
      <p:pic>
        <p:nvPicPr>
          <p:cNvPr id="7" name="Picture 4" descr="RM-Webinar.jpg">
            <a:extLst>
              <a:ext uri="{FF2B5EF4-FFF2-40B4-BE49-F238E27FC236}">
                <a16:creationId xmlns:a16="http://schemas.microsoft.com/office/drawing/2014/main" id="{8104C970-C653-CF43-BD2B-CBB903EA411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81849" y="2182113"/>
            <a:ext cx="2765622" cy="215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0EE63CA3-FCC4-F94A-A1A5-54A84474EBDD}"/>
              </a:ext>
            </a:extLst>
          </p:cNvPr>
          <p:cNvPicPr>
            <a:picLocks noChangeAspect="1"/>
          </p:cNvPicPr>
          <p:nvPr/>
        </p:nvPicPr>
        <p:blipFill>
          <a:blip r:embed="rId3"/>
          <a:stretch>
            <a:fillRect/>
          </a:stretch>
        </p:blipFill>
        <p:spPr>
          <a:xfrm>
            <a:off x="5951349" y="2484756"/>
            <a:ext cx="4410320" cy="3032094"/>
          </a:xfrm>
          <a:prstGeom prst="rect">
            <a:avLst/>
          </a:prstGeom>
        </p:spPr>
      </p:pic>
    </p:spTree>
    <p:extLst>
      <p:ext uri="{BB962C8B-B14F-4D97-AF65-F5344CB8AC3E}">
        <p14:creationId xmlns:p14="http://schemas.microsoft.com/office/powerpoint/2010/main" val="269726265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B21C-3946-954C-921F-A238D980B379}"/>
              </a:ext>
            </a:extLst>
          </p:cNvPr>
          <p:cNvSpPr>
            <a:spLocks noGrp="1"/>
          </p:cNvSpPr>
          <p:nvPr>
            <p:ph type="title"/>
          </p:nvPr>
        </p:nvSpPr>
        <p:spPr>
          <a:xfrm>
            <a:off x="132950" y="519182"/>
            <a:ext cx="7480515" cy="1339347"/>
          </a:xfrm>
          <a:effectLst>
            <a:glow rad="139700">
              <a:schemeClr val="accent1">
                <a:satMod val="175000"/>
                <a:alpha val="40000"/>
              </a:schemeClr>
            </a:glow>
            <a:outerShdw blurRad="40000" dist="20000" dir="5400000" rotWithShape="0">
              <a:srgbClr val="000000">
                <a:alpha val="38000"/>
              </a:srgbClr>
            </a:outerShdw>
          </a:effectLst>
          <a:scene3d>
            <a:camera prst="isometricOffAxis1Right"/>
            <a:lightRig rig="threePt" dir="t"/>
          </a:scene3d>
        </p:spPr>
        <p:style>
          <a:lnRef idx="1">
            <a:schemeClr val="accent1"/>
          </a:lnRef>
          <a:fillRef idx="2">
            <a:schemeClr val="accent1"/>
          </a:fillRef>
          <a:effectRef idx="1">
            <a:schemeClr val="accent1"/>
          </a:effectRef>
          <a:fontRef idx="minor">
            <a:schemeClr val="dk1"/>
          </a:fontRef>
        </p:style>
        <p:txBody>
          <a:bodyPr/>
          <a:lstStyle/>
          <a:p>
            <a:r>
              <a:rPr lang="en-US" dirty="0"/>
              <a:t>Element # 7:</a:t>
            </a:r>
            <a:br>
              <a:rPr lang="en-US" i="1" dirty="0"/>
            </a:br>
            <a:r>
              <a:rPr lang="en-US" i="1" dirty="0"/>
              <a:t>Customer Focus and Engagement</a:t>
            </a:r>
          </a:p>
        </p:txBody>
      </p:sp>
      <p:pic>
        <p:nvPicPr>
          <p:cNvPr id="4" name="Picture 3">
            <a:extLst>
              <a:ext uri="{FF2B5EF4-FFF2-40B4-BE49-F238E27FC236}">
                <a16:creationId xmlns:a16="http://schemas.microsoft.com/office/drawing/2014/main" id="{3E9CEDC0-86E9-D349-B87E-5901FCAFA975}"/>
              </a:ext>
            </a:extLst>
          </p:cNvPr>
          <p:cNvPicPr>
            <a:picLocks noChangeAspect="1"/>
          </p:cNvPicPr>
          <p:nvPr/>
        </p:nvPicPr>
        <p:blipFill>
          <a:blip r:embed="rId2"/>
          <a:stretch>
            <a:fillRect/>
          </a:stretch>
        </p:blipFill>
        <p:spPr>
          <a:xfrm>
            <a:off x="4690849" y="2270055"/>
            <a:ext cx="3050227" cy="3050227"/>
          </a:xfrm>
          <a:prstGeom prst="rect">
            <a:avLst/>
          </a:prstGeom>
        </p:spPr>
      </p:pic>
      <p:pic>
        <p:nvPicPr>
          <p:cNvPr id="6" name="Picture 5">
            <a:extLst>
              <a:ext uri="{FF2B5EF4-FFF2-40B4-BE49-F238E27FC236}">
                <a16:creationId xmlns:a16="http://schemas.microsoft.com/office/drawing/2014/main" id="{C810DB81-94F3-A34E-A7B0-4AA48DB5EA9A}"/>
              </a:ext>
            </a:extLst>
          </p:cNvPr>
          <p:cNvPicPr>
            <a:picLocks noChangeAspect="1"/>
          </p:cNvPicPr>
          <p:nvPr/>
        </p:nvPicPr>
        <p:blipFill>
          <a:blip r:embed="rId3"/>
          <a:stretch>
            <a:fillRect/>
          </a:stretch>
        </p:blipFill>
        <p:spPr>
          <a:xfrm>
            <a:off x="9267986" y="824827"/>
            <a:ext cx="2121155" cy="2121155"/>
          </a:xfrm>
          <a:prstGeom prst="rect">
            <a:avLst/>
          </a:prstGeom>
        </p:spPr>
      </p:pic>
      <p:pic>
        <p:nvPicPr>
          <p:cNvPr id="8" name="Picture 7">
            <a:extLst>
              <a:ext uri="{FF2B5EF4-FFF2-40B4-BE49-F238E27FC236}">
                <a16:creationId xmlns:a16="http://schemas.microsoft.com/office/drawing/2014/main" id="{D87D8B2B-E3F4-3341-9CB1-9D813497CDB0}"/>
              </a:ext>
            </a:extLst>
          </p:cNvPr>
          <p:cNvPicPr>
            <a:picLocks noChangeAspect="1"/>
          </p:cNvPicPr>
          <p:nvPr/>
        </p:nvPicPr>
        <p:blipFill>
          <a:blip r:embed="rId4"/>
          <a:stretch>
            <a:fillRect/>
          </a:stretch>
        </p:blipFill>
        <p:spPr>
          <a:xfrm>
            <a:off x="1358813" y="2624243"/>
            <a:ext cx="2470672" cy="1644120"/>
          </a:xfrm>
          <a:prstGeom prst="rect">
            <a:avLst/>
          </a:prstGeom>
        </p:spPr>
      </p:pic>
      <p:pic>
        <p:nvPicPr>
          <p:cNvPr id="10" name="Picture 9">
            <a:extLst>
              <a:ext uri="{FF2B5EF4-FFF2-40B4-BE49-F238E27FC236}">
                <a16:creationId xmlns:a16="http://schemas.microsoft.com/office/drawing/2014/main" id="{46DA8AA0-62D1-AD40-8D96-8C33E2D12A84}"/>
              </a:ext>
            </a:extLst>
          </p:cNvPr>
          <p:cNvPicPr>
            <a:picLocks noChangeAspect="1"/>
          </p:cNvPicPr>
          <p:nvPr/>
        </p:nvPicPr>
        <p:blipFill>
          <a:blip r:embed="rId5"/>
          <a:stretch>
            <a:fillRect/>
          </a:stretch>
        </p:blipFill>
        <p:spPr>
          <a:xfrm>
            <a:off x="678873" y="4743944"/>
            <a:ext cx="2833718" cy="1594874"/>
          </a:xfrm>
          <a:prstGeom prst="rect">
            <a:avLst/>
          </a:prstGeom>
        </p:spPr>
      </p:pic>
      <p:pic>
        <p:nvPicPr>
          <p:cNvPr id="12" name="Picture 11">
            <a:extLst>
              <a:ext uri="{FF2B5EF4-FFF2-40B4-BE49-F238E27FC236}">
                <a16:creationId xmlns:a16="http://schemas.microsoft.com/office/drawing/2014/main" id="{E6FEEFE6-F3F7-D64C-B4E7-0652B4485B89}"/>
              </a:ext>
            </a:extLst>
          </p:cNvPr>
          <p:cNvPicPr>
            <a:picLocks noChangeAspect="1"/>
          </p:cNvPicPr>
          <p:nvPr/>
        </p:nvPicPr>
        <p:blipFill>
          <a:blip r:embed="rId6"/>
          <a:stretch>
            <a:fillRect/>
          </a:stretch>
        </p:blipFill>
        <p:spPr>
          <a:xfrm>
            <a:off x="8478906" y="3946507"/>
            <a:ext cx="2468845" cy="1594874"/>
          </a:xfrm>
          <a:prstGeom prst="rect">
            <a:avLst/>
          </a:prstGeom>
        </p:spPr>
      </p:pic>
    </p:spTree>
    <p:extLst>
      <p:ext uri="{BB962C8B-B14F-4D97-AF65-F5344CB8AC3E}">
        <p14:creationId xmlns:p14="http://schemas.microsoft.com/office/powerpoint/2010/main" val="387917060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Rectangle 2">
            <a:extLst>
              <a:ext uri="{FF2B5EF4-FFF2-40B4-BE49-F238E27FC236}">
                <a16:creationId xmlns:a16="http://schemas.microsoft.com/office/drawing/2014/main" id="{D75A1F58-A1E6-634C-9295-7F0DF50FE13A}"/>
              </a:ext>
            </a:extLst>
          </p:cNvPr>
          <p:cNvSpPr>
            <a:spLocks noChangeArrowheads="1"/>
          </p:cNvSpPr>
          <p:nvPr/>
        </p:nvSpPr>
        <p:spPr bwMode="auto">
          <a:xfrm>
            <a:off x="2878015" y="553915"/>
            <a:ext cx="7467600" cy="4762500"/>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tyle>
          <a:lnRef idx="0">
            <a:schemeClr val="accent1"/>
          </a:lnRef>
          <a:fillRef idx="3">
            <a:schemeClr val="accent1"/>
          </a:fillRef>
          <a:effectRef idx="3">
            <a:schemeClr val="accent1"/>
          </a:effectRef>
          <a:fontRef idx="minor">
            <a:schemeClr val="lt1"/>
          </a:fontRef>
        </p:style>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a:lnSpc>
                <a:spcPct val="125000"/>
              </a:lnSpc>
            </a:pPr>
            <a:r>
              <a:rPr lang="en-US" altLang="en-US" sz="5400" b="1" dirty="0">
                <a:solidFill>
                  <a:schemeClr val="bg1"/>
                </a:solidFill>
                <a:latin typeface="Century Gothic" panose="020B0502020202020204" pitchFamily="34" charset="0"/>
              </a:rPr>
              <a:t>“If you can’t</a:t>
            </a:r>
            <a:br>
              <a:rPr lang="en-US" altLang="en-US" sz="5400" b="1" dirty="0">
                <a:solidFill>
                  <a:schemeClr val="bg1"/>
                </a:solidFill>
                <a:latin typeface="Century Gothic" panose="020B0502020202020204" pitchFamily="34" charset="0"/>
              </a:rPr>
            </a:br>
            <a:r>
              <a:rPr lang="en-US" altLang="en-US" sz="5400" b="1" dirty="0">
                <a:solidFill>
                  <a:schemeClr val="bg1"/>
                </a:solidFill>
                <a:latin typeface="Century Gothic" panose="020B0502020202020204" pitchFamily="34" charset="0"/>
              </a:rPr>
              <a:t>measure it,</a:t>
            </a:r>
            <a:br>
              <a:rPr lang="en-US" altLang="en-US" sz="5400" b="1" dirty="0">
                <a:solidFill>
                  <a:schemeClr val="bg1"/>
                </a:solidFill>
                <a:latin typeface="Century Gothic" panose="020B0502020202020204" pitchFamily="34" charset="0"/>
              </a:rPr>
            </a:br>
            <a:r>
              <a:rPr lang="en-US" altLang="en-US" sz="5400" b="1" dirty="0">
                <a:solidFill>
                  <a:schemeClr val="bg1"/>
                </a:solidFill>
                <a:latin typeface="Century Gothic" panose="020B0502020202020204" pitchFamily="34" charset="0"/>
              </a:rPr>
              <a:t>I’m not interested.”</a:t>
            </a:r>
            <a:br>
              <a:rPr lang="en-US" altLang="en-US" sz="4800" b="1" dirty="0">
                <a:solidFill>
                  <a:schemeClr val="bg1"/>
                </a:solidFill>
                <a:latin typeface="Century Gothic" panose="020B0502020202020204" pitchFamily="34" charset="0"/>
              </a:rPr>
            </a:br>
            <a:endParaRPr lang="en-US" altLang="en-US" sz="4800" b="1" dirty="0">
              <a:solidFill>
                <a:schemeClr val="bg1"/>
              </a:solidFill>
              <a:latin typeface="Century Gothic" panose="020B0502020202020204" pitchFamily="34" charset="0"/>
            </a:endParaRPr>
          </a:p>
          <a:p>
            <a:pPr algn="ctr"/>
            <a:r>
              <a:rPr lang="en-US" altLang="en-US" sz="4400" b="1" i="1" dirty="0">
                <a:solidFill>
                  <a:schemeClr val="bg1"/>
                </a:solidFill>
                <a:latin typeface="Century Gothic" panose="020B0502020202020204" pitchFamily="34" charset="0"/>
              </a:rPr>
              <a:t>                  - </a:t>
            </a:r>
            <a:r>
              <a:rPr lang="en-US" altLang="en-US" sz="3200" b="1" i="1" dirty="0">
                <a:solidFill>
                  <a:schemeClr val="bg1"/>
                </a:solidFill>
                <a:latin typeface="Century Gothic" panose="020B0502020202020204" pitchFamily="34" charset="0"/>
              </a:rPr>
              <a:t>Laurence J. Peter</a:t>
            </a:r>
            <a:endParaRPr lang="en-US" altLang="en-US" sz="4400" b="1" i="1" dirty="0">
              <a:solidFill>
                <a:schemeClr val="bg1"/>
              </a:solidFill>
              <a:latin typeface="Century Gothic" panose="020B0502020202020204" pitchFamily="34" charset="0"/>
            </a:endParaRPr>
          </a:p>
        </p:txBody>
      </p:sp>
      <p:pic>
        <p:nvPicPr>
          <p:cNvPr id="378883" name="Picture 3" descr="Laurence_Peter">
            <a:extLst>
              <a:ext uri="{FF2B5EF4-FFF2-40B4-BE49-F238E27FC236}">
                <a16:creationId xmlns:a16="http://schemas.microsoft.com/office/drawing/2014/main" id="{FB616B08-6F37-3D46-B26A-B008A50432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6837" y="4696017"/>
            <a:ext cx="1917277" cy="171064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1539B02-9D45-8140-A6A2-1556F765C792}"/>
              </a:ext>
            </a:extLst>
          </p:cNvPr>
          <p:cNvSpPr txBox="1"/>
          <p:nvPr/>
        </p:nvSpPr>
        <p:spPr>
          <a:xfrm>
            <a:off x="26652" y="688396"/>
            <a:ext cx="3540369" cy="2246769"/>
          </a:xfrm>
          <a:prstGeom prst="rect">
            <a:avLst/>
          </a:prstGeom>
          <a:scene3d>
            <a:camera prst="isometricOffAxis1Right"/>
            <a:lightRig rig="threePt" dir="t"/>
          </a:scene3d>
          <a:sp3d>
            <a:bevelT prst="angle"/>
          </a:sp3d>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en-US" sz="2800" b="1" dirty="0"/>
              <a:t>ELEMENT # 8: </a:t>
            </a:r>
            <a:r>
              <a:rPr lang="en-US" sz="2800" b="1" i="1" dirty="0"/>
              <a:t>Performance Measurement, Quality Assurance, and Program Oversight</a:t>
            </a:r>
          </a:p>
        </p:txBody>
      </p:sp>
    </p:spTree>
    <p:extLst>
      <p:ext uri="{BB962C8B-B14F-4D97-AF65-F5344CB8AC3E}">
        <p14:creationId xmlns:p14="http://schemas.microsoft.com/office/powerpoint/2010/main" val="104884351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C649E-AEA2-4A4E-9A50-419DC2103A61}"/>
              </a:ext>
            </a:extLst>
          </p:cNvPr>
          <p:cNvSpPr>
            <a:spLocks noGrp="1"/>
          </p:cNvSpPr>
          <p:nvPr>
            <p:ph type="title"/>
          </p:nvPr>
        </p:nvSpPr>
        <p:spPr>
          <a:xfrm>
            <a:off x="2641600" y="1730905"/>
            <a:ext cx="6908800" cy="1143000"/>
          </a:xfrm>
        </p:spPr>
        <p:txBody>
          <a:bodyPr/>
          <a:lstStyle/>
          <a:p>
            <a:r>
              <a:rPr lang="en-US" dirty="0"/>
              <a:t>Element # 9: Holistic Approach</a:t>
            </a:r>
          </a:p>
        </p:txBody>
      </p:sp>
    </p:spTree>
    <p:extLst>
      <p:ext uri="{BB962C8B-B14F-4D97-AF65-F5344CB8AC3E}">
        <p14:creationId xmlns:p14="http://schemas.microsoft.com/office/powerpoint/2010/main" val="2734175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3DB3B-FB2A-174E-9D56-167B303FF0FD}"/>
              </a:ext>
            </a:extLst>
          </p:cNvPr>
          <p:cNvSpPr>
            <a:spLocks noGrp="1"/>
          </p:cNvSpPr>
          <p:nvPr>
            <p:ph type="title" idx="4294967295"/>
          </p:nvPr>
        </p:nvSpPr>
        <p:spPr>
          <a:xfrm>
            <a:off x="51179" y="385358"/>
            <a:ext cx="4474783" cy="1779358"/>
          </a:xfrm>
          <a:scene3d>
            <a:camera prst="isometricOffAxis1Right"/>
            <a:lightRig rig="threePt" dir="t">
              <a:rot lat="0" lon="0" rev="1200000"/>
            </a:lightRig>
          </a:scene3d>
          <a:sp3d>
            <a:bevelT w="63500" h="25400"/>
          </a:sp3d>
        </p:spPr>
        <p:style>
          <a:lnRef idx="0">
            <a:schemeClr val="accent3"/>
          </a:lnRef>
          <a:fillRef idx="3">
            <a:schemeClr val="accent3"/>
          </a:fillRef>
          <a:effectRef idx="3">
            <a:schemeClr val="accent3"/>
          </a:effectRef>
          <a:fontRef idx="minor">
            <a:schemeClr val="lt1"/>
          </a:fontRef>
        </p:style>
        <p:txBody>
          <a:bodyPr/>
          <a:lstStyle/>
          <a:p>
            <a:r>
              <a:rPr lang="en-US" sz="3200" dirty="0"/>
              <a:t>Element # 10:</a:t>
            </a:r>
            <a:br>
              <a:rPr lang="en-US" sz="3200" dirty="0"/>
            </a:br>
            <a:r>
              <a:rPr lang="en-US" sz="3200" i="1" dirty="0"/>
              <a:t>Multiple &amp; Diverse Community Partnerships</a:t>
            </a:r>
          </a:p>
        </p:txBody>
      </p:sp>
      <p:pic>
        <p:nvPicPr>
          <p:cNvPr id="5" name="Content Placeholder 4">
            <a:extLst>
              <a:ext uri="{FF2B5EF4-FFF2-40B4-BE49-F238E27FC236}">
                <a16:creationId xmlns:a16="http://schemas.microsoft.com/office/drawing/2014/main" id="{50A3A0D8-3CA1-8440-B184-A711CFCEF0CE}"/>
              </a:ext>
            </a:extLst>
          </p:cNvPr>
          <p:cNvPicPr>
            <a:picLocks noGrp="1" noChangeAspect="1"/>
          </p:cNvPicPr>
          <p:nvPr>
            <p:ph idx="4294967295"/>
          </p:nvPr>
        </p:nvPicPr>
        <p:blipFill>
          <a:blip r:embed="rId2"/>
          <a:stretch>
            <a:fillRect/>
          </a:stretch>
        </p:blipFill>
        <p:spPr>
          <a:xfrm>
            <a:off x="0" y="2258420"/>
            <a:ext cx="9051925" cy="4525963"/>
          </a:xfrm>
        </p:spPr>
      </p:pic>
      <p:pic>
        <p:nvPicPr>
          <p:cNvPr id="7" name="Picture 6">
            <a:extLst>
              <a:ext uri="{FF2B5EF4-FFF2-40B4-BE49-F238E27FC236}">
                <a16:creationId xmlns:a16="http://schemas.microsoft.com/office/drawing/2014/main" id="{EBD94D04-BCD4-724A-B97A-0A3C35F32A51}"/>
              </a:ext>
            </a:extLst>
          </p:cNvPr>
          <p:cNvPicPr>
            <a:picLocks noChangeAspect="1"/>
          </p:cNvPicPr>
          <p:nvPr/>
        </p:nvPicPr>
        <p:blipFill>
          <a:blip r:embed="rId3"/>
          <a:stretch>
            <a:fillRect/>
          </a:stretch>
        </p:blipFill>
        <p:spPr>
          <a:xfrm>
            <a:off x="9560210" y="1874581"/>
            <a:ext cx="2160736" cy="3457177"/>
          </a:xfrm>
          <a:prstGeom prst="rect">
            <a:avLst/>
          </a:prstGeom>
        </p:spPr>
      </p:pic>
    </p:spTree>
    <p:extLst>
      <p:ext uri="{BB962C8B-B14F-4D97-AF65-F5344CB8AC3E}">
        <p14:creationId xmlns:p14="http://schemas.microsoft.com/office/powerpoint/2010/main" val="1596992018"/>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F5EA1-5D4D-3746-9CD5-BD83E2CD0EB2}"/>
              </a:ext>
            </a:extLst>
          </p:cNvPr>
          <p:cNvSpPr>
            <a:spLocks noGrp="1"/>
          </p:cNvSpPr>
          <p:nvPr>
            <p:ph type="title" idx="4294967295"/>
          </p:nvPr>
        </p:nvSpPr>
        <p:spPr>
          <a:xfrm>
            <a:off x="221673" y="208074"/>
            <a:ext cx="10972800" cy="1143000"/>
          </a:xfrm>
        </p:spPr>
        <p:txBody>
          <a:bodyPr/>
          <a:lstStyle/>
          <a:p>
            <a:r>
              <a:rPr lang="en-US" sz="4800" i="1" dirty="0"/>
              <a:t>State Context</a:t>
            </a:r>
          </a:p>
        </p:txBody>
      </p:sp>
      <p:sp>
        <p:nvSpPr>
          <p:cNvPr id="3" name="Content Placeholder 2">
            <a:extLst>
              <a:ext uri="{FF2B5EF4-FFF2-40B4-BE49-F238E27FC236}">
                <a16:creationId xmlns:a16="http://schemas.microsoft.com/office/drawing/2014/main" id="{4E05A521-B5DE-5D47-A224-0ACF120D64D9}"/>
              </a:ext>
            </a:extLst>
          </p:cNvPr>
          <p:cNvSpPr>
            <a:spLocks noGrp="1"/>
          </p:cNvSpPr>
          <p:nvPr>
            <p:ph idx="4294967295"/>
          </p:nvPr>
        </p:nvSpPr>
        <p:spPr>
          <a:xfrm>
            <a:off x="221673" y="1491977"/>
            <a:ext cx="8229600" cy="4525963"/>
          </a:xfrm>
        </p:spPr>
        <p:txBody>
          <a:bodyPr/>
          <a:lstStyle/>
          <a:p>
            <a:r>
              <a:rPr lang="en-US" dirty="0"/>
              <a:t>Fiscal issues</a:t>
            </a:r>
          </a:p>
          <a:p>
            <a:r>
              <a:rPr lang="en-US" dirty="0"/>
              <a:t>Policies</a:t>
            </a:r>
          </a:p>
          <a:p>
            <a:r>
              <a:rPr lang="en-US" dirty="0"/>
              <a:t>Structure (county, regional, etc.)</a:t>
            </a:r>
          </a:p>
        </p:txBody>
      </p:sp>
      <p:pic>
        <p:nvPicPr>
          <p:cNvPr id="5" name="Picture 4">
            <a:extLst>
              <a:ext uri="{FF2B5EF4-FFF2-40B4-BE49-F238E27FC236}">
                <a16:creationId xmlns:a16="http://schemas.microsoft.com/office/drawing/2014/main" id="{4CC07D45-EA03-9B47-8398-6BCE7E2989C4}"/>
              </a:ext>
            </a:extLst>
          </p:cNvPr>
          <p:cNvPicPr>
            <a:picLocks noChangeAspect="1"/>
          </p:cNvPicPr>
          <p:nvPr/>
        </p:nvPicPr>
        <p:blipFill>
          <a:blip r:embed="rId2"/>
          <a:stretch>
            <a:fillRect/>
          </a:stretch>
        </p:blipFill>
        <p:spPr>
          <a:xfrm>
            <a:off x="10253662" y="3131127"/>
            <a:ext cx="1588259" cy="2401904"/>
          </a:xfrm>
          <a:prstGeom prst="rect">
            <a:avLst/>
          </a:prstGeom>
        </p:spPr>
      </p:pic>
      <p:pic>
        <p:nvPicPr>
          <p:cNvPr id="6" name="Picture 5">
            <a:extLst>
              <a:ext uri="{FF2B5EF4-FFF2-40B4-BE49-F238E27FC236}">
                <a16:creationId xmlns:a16="http://schemas.microsoft.com/office/drawing/2014/main" id="{0DC38988-0D8D-6248-8CBD-CC0E737FAC68}"/>
              </a:ext>
            </a:extLst>
          </p:cNvPr>
          <p:cNvPicPr>
            <a:picLocks noChangeAspect="1"/>
          </p:cNvPicPr>
          <p:nvPr/>
        </p:nvPicPr>
        <p:blipFill>
          <a:blip r:embed="rId3"/>
          <a:stretch>
            <a:fillRect/>
          </a:stretch>
        </p:blipFill>
        <p:spPr>
          <a:xfrm>
            <a:off x="7702787" y="337031"/>
            <a:ext cx="2550875" cy="3091969"/>
          </a:xfrm>
          <a:prstGeom prst="rect">
            <a:avLst/>
          </a:prstGeom>
        </p:spPr>
      </p:pic>
      <p:pic>
        <p:nvPicPr>
          <p:cNvPr id="8" name="Picture 7">
            <a:extLst>
              <a:ext uri="{FF2B5EF4-FFF2-40B4-BE49-F238E27FC236}">
                <a16:creationId xmlns:a16="http://schemas.microsoft.com/office/drawing/2014/main" id="{D845B35C-9ED3-1F40-9AC0-E4964BEA75FC}"/>
              </a:ext>
            </a:extLst>
          </p:cNvPr>
          <p:cNvPicPr>
            <a:picLocks noChangeAspect="1"/>
          </p:cNvPicPr>
          <p:nvPr/>
        </p:nvPicPr>
        <p:blipFill>
          <a:blip r:embed="rId4"/>
          <a:stretch>
            <a:fillRect/>
          </a:stretch>
        </p:blipFill>
        <p:spPr>
          <a:xfrm>
            <a:off x="1072427" y="4013160"/>
            <a:ext cx="3721246" cy="2371675"/>
          </a:xfrm>
          <a:prstGeom prst="rect">
            <a:avLst/>
          </a:prstGeom>
        </p:spPr>
      </p:pic>
      <p:sp>
        <p:nvSpPr>
          <p:cNvPr id="11" name="TextBox 10">
            <a:extLst>
              <a:ext uri="{FF2B5EF4-FFF2-40B4-BE49-F238E27FC236}">
                <a16:creationId xmlns:a16="http://schemas.microsoft.com/office/drawing/2014/main" id="{A4828492-5C74-2446-A6D4-FEC6E67737FD}"/>
              </a:ext>
            </a:extLst>
          </p:cNvPr>
          <p:cNvSpPr txBox="1"/>
          <p:nvPr/>
        </p:nvSpPr>
        <p:spPr>
          <a:xfrm>
            <a:off x="8195442" y="925342"/>
            <a:ext cx="1565564" cy="132343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Day &amp; Employment Service Policies</a:t>
            </a:r>
          </a:p>
        </p:txBody>
      </p:sp>
    </p:spTree>
    <p:extLst>
      <p:ext uri="{BB962C8B-B14F-4D97-AF65-F5344CB8AC3E}">
        <p14:creationId xmlns:p14="http://schemas.microsoft.com/office/powerpoint/2010/main" val="411703444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51C5D-B2A0-664D-B00B-5A3B331DB671}"/>
              </a:ext>
            </a:extLst>
          </p:cNvPr>
          <p:cNvSpPr>
            <a:spLocks noGrp="1"/>
          </p:cNvSpPr>
          <p:nvPr>
            <p:ph type="title" idx="4294967295"/>
          </p:nvPr>
        </p:nvSpPr>
        <p:spPr>
          <a:xfrm>
            <a:off x="110836" y="-99435"/>
            <a:ext cx="10972800" cy="1143000"/>
          </a:xfrm>
        </p:spPr>
        <p:txBody>
          <a:bodyPr/>
          <a:lstStyle/>
          <a:p>
            <a:r>
              <a:rPr lang="en-US" i="1" dirty="0"/>
              <a:t>It’s Going to Be Messy and an Ongoing Process</a:t>
            </a:r>
          </a:p>
        </p:txBody>
      </p:sp>
      <p:pic>
        <p:nvPicPr>
          <p:cNvPr id="5" name="Picture 4">
            <a:extLst>
              <a:ext uri="{FF2B5EF4-FFF2-40B4-BE49-F238E27FC236}">
                <a16:creationId xmlns:a16="http://schemas.microsoft.com/office/drawing/2014/main" id="{FB3AE677-F372-D240-9423-E2FFA2012520}"/>
              </a:ext>
            </a:extLst>
          </p:cNvPr>
          <p:cNvPicPr>
            <a:picLocks noChangeAspect="1"/>
          </p:cNvPicPr>
          <p:nvPr/>
        </p:nvPicPr>
        <p:blipFill>
          <a:blip r:embed="rId2"/>
          <a:stretch>
            <a:fillRect/>
          </a:stretch>
        </p:blipFill>
        <p:spPr>
          <a:xfrm>
            <a:off x="249380" y="1043565"/>
            <a:ext cx="4391891" cy="3293918"/>
          </a:xfrm>
          <a:prstGeom prst="rect">
            <a:avLst/>
          </a:prstGeom>
        </p:spPr>
      </p:pic>
      <p:pic>
        <p:nvPicPr>
          <p:cNvPr id="7" name="Picture 6">
            <a:extLst>
              <a:ext uri="{FF2B5EF4-FFF2-40B4-BE49-F238E27FC236}">
                <a16:creationId xmlns:a16="http://schemas.microsoft.com/office/drawing/2014/main" id="{FC4D1ACB-21C5-8441-8D1F-02A0298CFDE1}"/>
              </a:ext>
            </a:extLst>
          </p:cNvPr>
          <p:cNvPicPr>
            <a:picLocks noChangeAspect="1"/>
          </p:cNvPicPr>
          <p:nvPr/>
        </p:nvPicPr>
        <p:blipFill>
          <a:blip r:embed="rId3"/>
          <a:stretch>
            <a:fillRect/>
          </a:stretch>
        </p:blipFill>
        <p:spPr>
          <a:xfrm>
            <a:off x="5140037" y="2770867"/>
            <a:ext cx="3269673" cy="3819711"/>
          </a:xfrm>
          <a:prstGeom prst="rect">
            <a:avLst/>
          </a:prstGeom>
        </p:spPr>
      </p:pic>
    </p:spTree>
    <p:extLst>
      <p:ext uri="{BB962C8B-B14F-4D97-AF65-F5344CB8AC3E}">
        <p14:creationId xmlns:p14="http://schemas.microsoft.com/office/powerpoint/2010/main" val="2502906660"/>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A6F3E-26DB-B347-9258-05AF512ECBB6}"/>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53053227-60E2-5D43-832B-9E7D975219A6}"/>
              </a:ext>
            </a:extLst>
          </p:cNvPr>
          <p:cNvSpPr>
            <a:spLocks noGrp="1"/>
          </p:cNvSpPr>
          <p:nvPr>
            <p:ph idx="1"/>
          </p:nvPr>
        </p:nvSpPr>
        <p:spPr/>
        <p:txBody>
          <a:bodyPr/>
          <a:lstStyle/>
          <a:p>
            <a:pPr>
              <a:spcBef>
                <a:spcPts val="1872"/>
              </a:spcBef>
            </a:pPr>
            <a:r>
              <a:rPr lang="en-US" dirty="0"/>
              <a:t>What is the status of your organizational transformation efforts?</a:t>
            </a:r>
          </a:p>
          <a:p>
            <a:pPr>
              <a:spcBef>
                <a:spcPts val="1872"/>
              </a:spcBef>
            </a:pPr>
            <a:r>
              <a:rPr lang="en-US" dirty="0"/>
              <a:t>Where are you experiencing successes?</a:t>
            </a:r>
          </a:p>
          <a:p>
            <a:pPr>
              <a:spcBef>
                <a:spcPts val="1872"/>
              </a:spcBef>
            </a:pPr>
            <a:r>
              <a:rPr lang="en-US" dirty="0"/>
              <a:t>Where are you experiencing challenges?</a:t>
            </a:r>
          </a:p>
        </p:txBody>
      </p:sp>
    </p:spTree>
    <p:extLst>
      <p:ext uri="{BB962C8B-B14F-4D97-AF65-F5344CB8AC3E}">
        <p14:creationId xmlns:p14="http://schemas.microsoft.com/office/powerpoint/2010/main" val="450344457"/>
      </p:ext>
    </p:extLst>
  </p:cSld>
  <p:clrMapOvr>
    <a:masterClrMapping/>
  </p:clrMapOvr>
</p:sld>
</file>

<file path=ppt/theme/theme1.xml><?xml version="1.0" encoding="utf-8"?>
<a:theme xmlns:a="http://schemas.openxmlformats.org/drawingml/2006/main" name="ThinkWork- Candara-Adobe friendl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APSE RRTC June 18_2018-JB-JCT Final</Template>
  <TotalTime>1175</TotalTime>
  <Words>286</Words>
  <Application>Microsoft Macintosh PowerPoint</Application>
  <PresentationFormat>Widescreen</PresentationFormat>
  <Paragraphs>79</Paragraphs>
  <Slides>27</Slides>
  <Notes>10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27</vt:i4>
      </vt:variant>
    </vt:vector>
  </HeadingPairs>
  <TitlesOfParts>
    <vt:vector size="39" baseType="lpstr">
      <vt:lpstr>Arial</vt:lpstr>
      <vt:lpstr>Arial Narrow</vt:lpstr>
      <vt:lpstr>Calibri</vt:lpstr>
      <vt:lpstr>Calibri Light</vt:lpstr>
      <vt:lpstr>Candara</vt:lpstr>
      <vt:lpstr>Century Gothic</vt:lpstr>
      <vt:lpstr>Comic Sans MS</vt:lpstr>
      <vt:lpstr>GothamHTF-Medium</vt:lpstr>
      <vt:lpstr>Times</vt:lpstr>
      <vt:lpstr>Wingdings</vt:lpstr>
      <vt:lpstr>ThinkWork- Candara-Adobe friendly</vt:lpstr>
      <vt:lpstr>Custom Design</vt:lpstr>
      <vt:lpstr>Applying the 10 Elements for Organizational Transformation</vt:lpstr>
      <vt:lpstr>www.ThinkWork.org</vt:lpstr>
      <vt:lpstr>PowerPoint Presentation</vt:lpstr>
      <vt:lpstr>Handout Review</vt:lpstr>
      <vt:lpstr>Opening Discussion</vt:lpstr>
      <vt:lpstr>Holistic Perspective</vt:lpstr>
      <vt:lpstr>Organizational Transformation Strand Overview</vt:lpstr>
      <vt:lpstr>Thinking about transformation </vt:lpstr>
      <vt:lpstr>PowerPoint Presentation</vt:lpstr>
      <vt:lpstr>Worked with Ten Arcs across the United States on Implementation of 10 Elements</vt:lpstr>
      <vt:lpstr>Organizational Transformation</vt:lpstr>
      <vt:lpstr>Exercise –  Organizational Change: Where Does Your Organization Stand?</vt:lpstr>
      <vt:lpstr>SELECT</vt:lpstr>
      <vt:lpstr>Questions</vt:lpstr>
      <vt:lpstr>PowerPoint Presentation</vt:lpstr>
      <vt:lpstr>        Leadership Sets the Tone</vt:lpstr>
      <vt:lpstr>One person at a time</vt:lpstr>
      <vt:lpstr>Element # 4: A Strong Internal &amp; External Communication Plan</vt:lpstr>
      <vt:lpstr>PowerPoint Presentation</vt:lpstr>
      <vt:lpstr>Element # 6:  Ongoing Professional Development of Staff</vt:lpstr>
      <vt:lpstr>Element # 7: Customer Focus and Engagement</vt:lpstr>
      <vt:lpstr>PowerPoint Presentation</vt:lpstr>
      <vt:lpstr>Element # 9: Holistic Approach</vt:lpstr>
      <vt:lpstr>Element # 10: Multiple &amp; Diverse Community Partnerships</vt:lpstr>
      <vt:lpstr>State Context</vt:lpstr>
      <vt:lpstr>It’s Going to Be Messy and an Ongoing Process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Kerry Mauger</dc:creator>
  <cp:lastModifiedBy>David Hoff</cp:lastModifiedBy>
  <cp:revision>70</cp:revision>
  <dcterms:created xsi:type="dcterms:W3CDTF">2018-08-27T15:39:18Z</dcterms:created>
  <dcterms:modified xsi:type="dcterms:W3CDTF">2019-06-16T21:28:11Z</dcterms:modified>
</cp:coreProperties>
</file>