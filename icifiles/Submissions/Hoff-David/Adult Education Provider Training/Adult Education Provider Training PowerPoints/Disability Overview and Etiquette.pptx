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2" r:id="rId1"/>
  </p:sldMasterIdLst>
  <p:notesMasterIdLst>
    <p:notesMasterId r:id="rId34"/>
  </p:notesMasterIdLst>
  <p:handoutMasterIdLst>
    <p:handoutMasterId r:id="rId35"/>
  </p:handoutMasterIdLst>
  <p:sldIdLst>
    <p:sldId id="281" r:id="rId2"/>
    <p:sldId id="484" r:id="rId3"/>
    <p:sldId id="485" r:id="rId4"/>
    <p:sldId id="506" r:id="rId5"/>
    <p:sldId id="282" r:id="rId6"/>
    <p:sldId id="332" r:id="rId7"/>
    <p:sldId id="333" r:id="rId8"/>
    <p:sldId id="306" r:id="rId9"/>
    <p:sldId id="375" r:id="rId10"/>
    <p:sldId id="505" r:id="rId11"/>
    <p:sldId id="334" r:id="rId12"/>
    <p:sldId id="335" r:id="rId13"/>
    <p:sldId id="507" r:id="rId14"/>
    <p:sldId id="513" r:id="rId15"/>
    <p:sldId id="510" r:id="rId16"/>
    <p:sldId id="508" r:id="rId17"/>
    <p:sldId id="256" r:id="rId18"/>
    <p:sldId id="265" r:id="rId19"/>
    <p:sldId id="257" r:id="rId20"/>
    <p:sldId id="258" r:id="rId21"/>
    <p:sldId id="259" r:id="rId22"/>
    <p:sldId id="260" r:id="rId23"/>
    <p:sldId id="262" r:id="rId24"/>
    <p:sldId id="264" r:id="rId25"/>
    <p:sldId id="267" r:id="rId26"/>
    <p:sldId id="266" r:id="rId27"/>
    <p:sldId id="514" r:id="rId28"/>
    <p:sldId id="515" r:id="rId29"/>
    <p:sldId id="509" r:id="rId30"/>
    <p:sldId id="474" r:id="rId31"/>
    <p:sldId id="504" r:id="rId32"/>
    <p:sldId id="473" r:id="rId33"/>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Book Antiqua" panose="0204060205030503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Book Antiqua" panose="0204060205030503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Book Antiqua" panose="0204060205030503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Book Antiqua" panose="0204060205030503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Book Antiqua" panose="02040602050305030304" pitchFamily="18"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Book Antiqua" panose="02040602050305030304" pitchFamily="18"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Book Antiqua" panose="02040602050305030304" pitchFamily="18"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Book Antiqua" panose="02040602050305030304" pitchFamily="18"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Book Antiqua" panose="02040602050305030304" pitchFamily="18"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browse/>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8015"/>
    <p:restoredTop sz="93605"/>
  </p:normalViewPr>
  <p:slideViewPr>
    <p:cSldViewPr>
      <p:cViewPr varScale="1">
        <p:scale>
          <a:sx n="120" d="100"/>
          <a:sy n="120" d="100"/>
        </p:scale>
        <p:origin x="2936" y="1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573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Text Box 2">
            <a:extLst>
              <a:ext uri="{FF2B5EF4-FFF2-40B4-BE49-F238E27FC236}">
                <a16:creationId xmlns:a16="http://schemas.microsoft.com/office/drawing/2014/main" id="{8D4C6040-3216-AB4A-B101-59D428F3A4BD}"/>
              </a:ext>
            </a:extLst>
          </p:cNvPr>
          <p:cNvSpPr txBox="1">
            <a:spLocks noChangeArrowheads="1"/>
          </p:cNvSpPr>
          <p:nvPr/>
        </p:nvSpPr>
        <p:spPr bwMode="auto">
          <a:xfrm>
            <a:off x="762000" y="228600"/>
            <a:ext cx="5105400" cy="403225"/>
          </a:xfrm>
          <a:prstGeom prst="rect">
            <a:avLst/>
          </a:prstGeom>
          <a:noFill/>
          <a:ln w="6350">
            <a:solidFill>
              <a:schemeClr val="tx1"/>
            </a:solidFill>
            <a:miter lim="800000"/>
            <a:headEnd/>
            <a:tailEnd/>
          </a:ln>
          <a:effectLst/>
        </p:spPr>
        <p:txBody>
          <a:bodyPr>
            <a:spAutoFit/>
          </a:bodyPr>
          <a:lstStyle>
            <a:lvl1pPr>
              <a:defRPr sz="2400">
                <a:solidFill>
                  <a:schemeClr val="tx1"/>
                </a:solidFill>
                <a:latin typeface="Book Antiqua" charset="0"/>
                <a:ea typeface="ＭＳ Ｐゴシック" charset="0"/>
                <a:cs typeface="ＭＳ Ｐゴシック" charset="0"/>
              </a:defRPr>
            </a:lvl1pPr>
            <a:lvl2pPr marL="37931725" indent="-37474525">
              <a:defRPr sz="2400">
                <a:solidFill>
                  <a:schemeClr val="tx1"/>
                </a:solidFill>
                <a:latin typeface="Book Antiqua" charset="0"/>
                <a:ea typeface="ＭＳ Ｐゴシック" charset="0"/>
              </a:defRPr>
            </a:lvl2pPr>
            <a:lvl3pPr>
              <a:defRPr sz="2400">
                <a:solidFill>
                  <a:schemeClr val="tx1"/>
                </a:solidFill>
                <a:latin typeface="Book Antiqua" charset="0"/>
                <a:ea typeface="ＭＳ Ｐゴシック" charset="0"/>
              </a:defRPr>
            </a:lvl3pPr>
            <a:lvl4pPr>
              <a:defRPr sz="2400">
                <a:solidFill>
                  <a:schemeClr val="tx1"/>
                </a:solidFill>
                <a:latin typeface="Book Antiqua" charset="0"/>
                <a:ea typeface="ＭＳ Ｐゴシック" charset="0"/>
              </a:defRPr>
            </a:lvl4pPr>
            <a:lvl5pPr>
              <a:defRPr sz="2400">
                <a:solidFill>
                  <a:schemeClr val="tx1"/>
                </a:solidFill>
                <a:latin typeface="Book Antiqua" charset="0"/>
                <a:ea typeface="ＭＳ Ｐゴシック" charset="0"/>
              </a:defRPr>
            </a:lvl5pPr>
            <a:lvl6pPr marL="457200" eaLnBrk="0" fontAlgn="base" hangingPunct="0">
              <a:spcBef>
                <a:spcPct val="0"/>
              </a:spcBef>
              <a:spcAft>
                <a:spcPct val="0"/>
              </a:spcAft>
              <a:defRPr sz="2400">
                <a:solidFill>
                  <a:schemeClr val="tx1"/>
                </a:solidFill>
                <a:latin typeface="Book Antiqua" charset="0"/>
                <a:ea typeface="ＭＳ Ｐゴシック" charset="0"/>
              </a:defRPr>
            </a:lvl6pPr>
            <a:lvl7pPr marL="914400" eaLnBrk="0" fontAlgn="base" hangingPunct="0">
              <a:spcBef>
                <a:spcPct val="0"/>
              </a:spcBef>
              <a:spcAft>
                <a:spcPct val="0"/>
              </a:spcAft>
              <a:defRPr sz="2400">
                <a:solidFill>
                  <a:schemeClr val="tx1"/>
                </a:solidFill>
                <a:latin typeface="Book Antiqua" charset="0"/>
                <a:ea typeface="ＭＳ Ｐゴシック" charset="0"/>
              </a:defRPr>
            </a:lvl7pPr>
            <a:lvl8pPr marL="1371600" eaLnBrk="0" fontAlgn="base" hangingPunct="0">
              <a:spcBef>
                <a:spcPct val="0"/>
              </a:spcBef>
              <a:spcAft>
                <a:spcPct val="0"/>
              </a:spcAft>
              <a:defRPr sz="2400">
                <a:solidFill>
                  <a:schemeClr val="tx1"/>
                </a:solidFill>
                <a:latin typeface="Book Antiqua" charset="0"/>
                <a:ea typeface="ＭＳ Ｐゴシック" charset="0"/>
              </a:defRPr>
            </a:lvl8pPr>
            <a:lvl9pPr marL="1828800" eaLnBrk="0" fontAlgn="base" hangingPunct="0">
              <a:spcBef>
                <a:spcPct val="0"/>
              </a:spcBef>
              <a:spcAft>
                <a:spcPct val="0"/>
              </a:spcAft>
              <a:defRPr sz="2400">
                <a:solidFill>
                  <a:schemeClr val="tx1"/>
                </a:solidFill>
                <a:latin typeface="Book Antiqua" charset="0"/>
                <a:ea typeface="ＭＳ Ｐゴシック" charset="0"/>
              </a:defRPr>
            </a:lvl9pPr>
          </a:lstStyle>
          <a:p>
            <a:pPr algn="ctr">
              <a:spcBef>
                <a:spcPct val="50000"/>
              </a:spcBef>
              <a:defRPr/>
            </a:pPr>
            <a:r>
              <a:rPr lang="en-US" sz="1000" b="1"/>
              <a:t>Disability Rights and Law</a:t>
            </a:r>
            <a:r>
              <a:rPr lang="en-US" sz="1000"/>
              <a:t> - David Hoff, Institute for Community Inclusion</a:t>
            </a:r>
            <a:br>
              <a:rPr lang="en-US" sz="1000"/>
            </a:br>
            <a:r>
              <a:rPr lang="en-US" sz="1000"/>
              <a:t>www.communityinclusion.org; 617-287-4308; david.hoff@umb.edu</a:t>
            </a:r>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07D60287-83B3-4549-BE7C-EF7AEEAC336C}"/>
              </a:ext>
            </a:extLst>
          </p:cNvPr>
          <p:cNvSpPr>
            <a:spLocks noGrp="1" noChangeArrowheads="1"/>
          </p:cNvSpPr>
          <p:nvPr>
            <p:ph type="body" sz="quarter" idx="3"/>
          </p:nvPr>
        </p:nvSpPr>
        <p:spPr bwMode="auto">
          <a:xfrm>
            <a:off x="914400" y="4343400"/>
            <a:ext cx="5029200" cy="4114800"/>
          </a:xfrm>
          <a:prstGeom prst="rect">
            <a:avLst/>
          </a:prstGeom>
          <a:noFill/>
          <a:ln w="12700">
            <a:noFill/>
            <a:miter lim="800000"/>
            <a:headEnd/>
            <a:tailEnd/>
          </a:ln>
          <a:effectLst/>
        </p:spPr>
        <p:txBody>
          <a:bodyPr vert="horz" wrap="square" lIns="90487" tIns="44450" rIns="90487" bIns="44450" numCol="1" anchor="t" anchorCtr="0" compatLnSpc="1">
            <a:prstTxWarp prst="textNoShape">
              <a:avLst/>
            </a:prstTxWarp>
          </a:bodyPr>
          <a:lstStyle/>
          <a:p>
            <a:pPr lvl="0"/>
            <a:r>
              <a:rPr lang="en-US" noProof="0"/>
              <a:t>Click to edit Master notes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315" name="Rectangle 3">
            <a:extLst>
              <a:ext uri="{FF2B5EF4-FFF2-40B4-BE49-F238E27FC236}">
                <a16:creationId xmlns:a16="http://schemas.microsoft.com/office/drawing/2014/main" id="{E0BFD21E-EC7C-C345-9FDB-509701D0B054}"/>
              </a:ext>
            </a:extLst>
          </p:cNvPr>
          <p:cNvSpPr>
            <a:spLocks noGrp="1" noRot="1" noChangeAspect="1" noChangeArrowheads="1" noTextEdit="1"/>
          </p:cNvSpPr>
          <p:nvPr>
            <p:ph type="sldImg" idx="2"/>
          </p:nvPr>
        </p:nvSpPr>
        <p:spPr bwMode="auto">
          <a:xfrm>
            <a:off x="1143000" y="685800"/>
            <a:ext cx="4572000" cy="34290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Book Antiqua" pitchFamily="-107"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Book Antiqua" pitchFamily="-107" charset="0"/>
        <a:ea typeface="ＭＳ Ｐゴシック" pitchFamily="-107" charset="-128"/>
        <a:cs typeface="ＭＳ Ｐゴシック" charset="0"/>
      </a:defRPr>
    </a:lvl2pPr>
    <a:lvl3pPr marL="914400" algn="l" rtl="0" eaLnBrk="0" fontAlgn="base" hangingPunct="0">
      <a:spcBef>
        <a:spcPct val="30000"/>
      </a:spcBef>
      <a:spcAft>
        <a:spcPct val="0"/>
      </a:spcAft>
      <a:defRPr sz="1200" kern="1200">
        <a:solidFill>
          <a:schemeClr val="tx1"/>
        </a:solidFill>
        <a:latin typeface="Book Antiqua" pitchFamily="-107" charset="0"/>
        <a:ea typeface="ＭＳ Ｐゴシック" pitchFamily="-107" charset="-128"/>
        <a:cs typeface="ＭＳ Ｐゴシック" charset="0"/>
      </a:defRPr>
    </a:lvl3pPr>
    <a:lvl4pPr marL="1371600" algn="l" rtl="0" eaLnBrk="0" fontAlgn="base" hangingPunct="0">
      <a:spcBef>
        <a:spcPct val="30000"/>
      </a:spcBef>
      <a:spcAft>
        <a:spcPct val="0"/>
      </a:spcAft>
      <a:defRPr sz="1200" kern="1200">
        <a:solidFill>
          <a:schemeClr val="tx1"/>
        </a:solidFill>
        <a:latin typeface="Book Antiqua" pitchFamily="-107" charset="0"/>
        <a:ea typeface="ＭＳ Ｐゴシック" pitchFamily="-107" charset="-128"/>
        <a:cs typeface="ＭＳ Ｐゴシック" charset="0"/>
      </a:defRPr>
    </a:lvl4pPr>
    <a:lvl5pPr marL="1828800" algn="l" rtl="0" eaLnBrk="0" fontAlgn="base" hangingPunct="0">
      <a:spcBef>
        <a:spcPct val="30000"/>
      </a:spcBef>
      <a:spcAft>
        <a:spcPct val="0"/>
      </a:spcAft>
      <a:defRPr sz="1200" kern="1200">
        <a:solidFill>
          <a:schemeClr val="tx1"/>
        </a:solidFill>
        <a:latin typeface="Book Antiqua" pitchFamily="-107" charset="0"/>
        <a:ea typeface="ＭＳ Ｐゴシック" pitchFamily="-107" charset="-128"/>
        <a:cs typeface="ＭＳ Ｐゴシック"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287C66A1-6398-1048-BCC5-3E6B5C43801D}"/>
              </a:ext>
            </a:extLst>
          </p:cNvPr>
          <p:cNvSpPr>
            <a:spLocks noGrp="1" noRot="1" noChangeAspect="1" noChangeArrowheads="1" noTextEdit="1"/>
          </p:cNvSpPr>
          <p:nvPr>
            <p:ph type="sldImg"/>
          </p:nvPr>
        </p:nvSpPr>
        <p:spPr>
          <a:solidFill>
            <a:srgbClr val="FFFFFF"/>
          </a:solidFill>
          <a:ln/>
        </p:spPr>
      </p:sp>
      <p:sp>
        <p:nvSpPr>
          <p:cNvPr id="21506" name="Rectangle 3">
            <a:extLst>
              <a:ext uri="{FF2B5EF4-FFF2-40B4-BE49-F238E27FC236}">
                <a16:creationId xmlns:a16="http://schemas.microsoft.com/office/drawing/2014/main" id="{21657C19-FE07-DC49-81CB-96118B736D4F}"/>
              </a:ext>
            </a:extLst>
          </p:cNvPr>
          <p:cNvSpPr>
            <a:spLocks noGrp="1" noChangeArrowheads="1"/>
          </p:cNvSpPr>
          <p:nvPr>
            <p:ph type="body" idx="1"/>
          </p:nvPr>
        </p:nvSpPr>
        <p:spPr>
          <a:solidFill>
            <a:srgbClr val="FFFFFF"/>
          </a:solidFill>
          <a:ln>
            <a:solidFill>
              <a:srgbClr val="000000"/>
            </a:solidFill>
          </a:ln>
        </p:spPr>
        <p:txBody>
          <a:bodyPr/>
          <a:lstStyle/>
          <a:p>
            <a:endParaRPr lang="en-US" altLang="en-US">
              <a:latin typeface="Book Antiqua" panose="02040602050305030304" pitchFamily="18" charset="0"/>
              <a:ea typeface="ＭＳ Ｐゴシック" panose="020B0600070205080204" pitchFamily="34" charset="-128"/>
            </a:endParaRPr>
          </a:p>
        </p:txBody>
      </p:sp>
    </p:spTree>
    <p:extLst>
      <p:ext uri="{BB962C8B-B14F-4D97-AF65-F5344CB8AC3E}">
        <p14:creationId xmlns:p14="http://schemas.microsoft.com/office/powerpoint/2010/main" val="22351793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090299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376601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352778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02555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56737AB1-AC53-D545-9814-E0415248A8DC}" type="slidenum">
              <a:rPr lang="en-US"/>
              <a:pPr>
                <a:defRPr/>
              </a:pPr>
              <a:t>32</a:t>
            </a:fld>
            <a:endParaRPr lang="en-US"/>
          </a:p>
        </p:txBody>
      </p:sp>
      <p:sp>
        <p:nvSpPr>
          <p:cNvPr id="33792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37923" name="Rectangle 3"/>
          <p:cNvSpPr>
            <a:spLocks noGrp="1" noChangeArrowheads="1"/>
          </p:cNvSpPr>
          <p:nvPr>
            <p:ph type="body" idx="1"/>
          </p:nvPr>
        </p:nvSpPr>
        <p:spPr/>
        <p:txBody>
          <a:bodyPr/>
          <a:lstStyle/>
          <a:p>
            <a:pPr>
              <a:defRPr/>
            </a:pPr>
            <a:endParaRPr lang="en-US">
              <a:cs typeface="+mn-cs"/>
            </a:endParaRPr>
          </a:p>
        </p:txBody>
      </p:sp>
    </p:spTree>
    <p:extLst>
      <p:ext uri="{BB962C8B-B14F-4D97-AF65-F5344CB8AC3E}">
        <p14:creationId xmlns:p14="http://schemas.microsoft.com/office/powerpoint/2010/main" val="41580965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82DCDD5A-FEC8-E74B-8A94-9F0DB1AE95A3}"/>
              </a:ext>
            </a:extLst>
          </p:cNvPr>
          <p:cNvCxnSpPr/>
          <p:nvPr/>
        </p:nvCxnSpPr>
        <p:spPr>
          <a:xfrm>
            <a:off x="685800" y="3398838"/>
            <a:ext cx="7848600" cy="158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5" name="Date Placeholder 3">
            <a:extLst>
              <a:ext uri="{FF2B5EF4-FFF2-40B4-BE49-F238E27FC236}">
                <a16:creationId xmlns:a16="http://schemas.microsoft.com/office/drawing/2014/main" id="{D168660E-8ECE-7144-86DF-87B48A0B87CB}"/>
              </a:ext>
            </a:extLst>
          </p:cNvPr>
          <p:cNvSpPr>
            <a:spLocks noGrp="1"/>
          </p:cNvSpPr>
          <p:nvPr>
            <p:ph type="dt" sz="half" idx="10"/>
          </p:nvPr>
        </p:nvSpPr>
        <p:spPr/>
        <p:txBody>
          <a:bodyPr/>
          <a:lstStyle>
            <a:lvl1pPr>
              <a:defRPr/>
            </a:lvl1pPr>
          </a:lstStyle>
          <a:p>
            <a:pPr>
              <a:defRPr/>
            </a:pPr>
            <a:r>
              <a:rPr lang="en-US"/>
              <a:t>Monday, January 30, 17</a:t>
            </a:r>
          </a:p>
        </p:txBody>
      </p:sp>
      <p:sp>
        <p:nvSpPr>
          <p:cNvPr id="6" name="Footer Placeholder 4">
            <a:extLst>
              <a:ext uri="{FF2B5EF4-FFF2-40B4-BE49-F238E27FC236}">
                <a16:creationId xmlns:a16="http://schemas.microsoft.com/office/drawing/2014/main" id="{CD8DD584-F5C3-CE41-9506-9FD041074509}"/>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CD4B42F7-CD5A-8C47-BD96-0545CF829AA5}"/>
              </a:ext>
            </a:extLst>
          </p:cNvPr>
          <p:cNvSpPr>
            <a:spLocks noGrp="1"/>
          </p:cNvSpPr>
          <p:nvPr>
            <p:ph type="sldNum" sz="quarter" idx="12"/>
          </p:nvPr>
        </p:nvSpPr>
        <p:spPr/>
        <p:txBody>
          <a:bodyPr/>
          <a:lstStyle>
            <a:lvl1pPr>
              <a:defRPr smtClean="0"/>
            </a:lvl1pPr>
          </a:lstStyle>
          <a:p>
            <a:pPr>
              <a:defRPr/>
            </a:pPr>
            <a:fld id="{2F5E16D9-FAD3-8343-A574-279BC8894A58}" type="slidenum">
              <a:rPr lang="en-US" altLang="en-US"/>
              <a:pPr>
                <a:defRPr/>
              </a:pPr>
              <a:t>‹#›</a:t>
            </a:fld>
            <a:endParaRPr lang="en-US" altLang="en-US"/>
          </a:p>
        </p:txBody>
      </p:sp>
    </p:spTree>
    <p:extLst>
      <p:ext uri="{BB962C8B-B14F-4D97-AF65-F5344CB8AC3E}">
        <p14:creationId xmlns:p14="http://schemas.microsoft.com/office/powerpoint/2010/main" val="19450967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6CBE16-87FB-024F-8667-128DD81B0772}"/>
              </a:ext>
            </a:extLst>
          </p:cNvPr>
          <p:cNvSpPr>
            <a:spLocks noGrp="1"/>
          </p:cNvSpPr>
          <p:nvPr>
            <p:ph type="dt" sz="half" idx="10"/>
          </p:nvPr>
        </p:nvSpPr>
        <p:spPr/>
        <p:txBody>
          <a:bodyPr/>
          <a:lstStyle>
            <a:lvl1pPr>
              <a:defRPr/>
            </a:lvl1pPr>
          </a:lstStyle>
          <a:p>
            <a:pPr>
              <a:defRPr/>
            </a:pPr>
            <a:r>
              <a:rPr lang="en-US"/>
              <a:t>Monday, January 30, 17</a:t>
            </a:r>
            <a:endParaRPr lang="en-US" dirty="0"/>
          </a:p>
        </p:txBody>
      </p:sp>
      <p:sp>
        <p:nvSpPr>
          <p:cNvPr id="5" name="Footer Placeholder 4">
            <a:extLst>
              <a:ext uri="{FF2B5EF4-FFF2-40B4-BE49-F238E27FC236}">
                <a16:creationId xmlns:a16="http://schemas.microsoft.com/office/drawing/2014/main" id="{7429776A-9A07-4243-88CB-BFF348A2F09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3C29894-D723-9B4B-9E60-BE354F05F1BE}"/>
              </a:ext>
            </a:extLst>
          </p:cNvPr>
          <p:cNvSpPr>
            <a:spLocks noGrp="1"/>
          </p:cNvSpPr>
          <p:nvPr>
            <p:ph type="sldNum" sz="quarter" idx="12"/>
          </p:nvPr>
        </p:nvSpPr>
        <p:spPr/>
        <p:txBody>
          <a:bodyPr/>
          <a:lstStyle>
            <a:lvl1pPr>
              <a:defRPr/>
            </a:lvl1pPr>
          </a:lstStyle>
          <a:p>
            <a:pPr>
              <a:defRPr/>
            </a:pPr>
            <a:fld id="{6DFFECAE-5558-FC4F-A5D5-814DD6134961}" type="slidenum">
              <a:rPr lang="en-US" altLang="en-US"/>
              <a:pPr>
                <a:defRPr/>
              </a:pPr>
              <a:t>‹#›</a:t>
            </a:fld>
            <a:endParaRPr lang="en-US" altLang="en-US"/>
          </a:p>
        </p:txBody>
      </p:sp>
    </p:spTree>
    <p:extLst>
      <p:ext uri="{BB962C8B-B14F-4D97-AF65-F5344CB8AC3E}">
        <p14:creationId xmlns:p14="http://schemas.microsoft.com/office/powerpoint/2010/main" val="40347518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bg2"/>
        </a:solidFill>
        <a:effectLst/>
      </p:bgPr>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FCACA102-DDA1-DC44-A6FC-7A58C154E3F8}"/>
              </a:ext>
            </a:extLst>
          </p:cNvPr>
          <p:cNvCxnSpPr/>
          <p:nvPr/>
        </p:nvCxnSpPr>
        <p:spPr>
          <a:xfrm>
            <a:off x="731838" y="4598988"/>
            <a:ext cx="7848600" cy="158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722313" y="2362200"/>
            <a:ext cx="7772400" cy="2200275"/>
          </a:xfrm>
        </p:spPr>
        <p:txBody>
          <a:bodyPr anchor="b"/>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Date Placeholder 3">
            <a:extLst>
              <a:ext uri="{FF2B5EF4-FFF2-40B4-BE49-F238E27FC236}">
                <a16:creationId xmlns:a16="http://schemas.microsoft.com/office/drawing/2014/main" id="{B8BD3862-5F17-CF44-8DB4-162A339F9702}"/>
              </a:ext>
            </a:extLst>
          </p:cNvPr>
          <p:cNvSpPr>
            <a:spLocks noGrp="1"/>
          </p:cNvSpPr>
          <p:nvPr>
            <p:ph type="dt" sz="half" idx="10"/>
          </p:nvPr>
        </p:nvSpPr>
        <p:spPr/>
        <p:txBody>
          <a:bodyPr/>
          <a:lstStyle>
            <a:lvl1pPr>
              <a:defRPr/>
            </a:lvl1pPr>
          </a:lstStyle>
          <a:p>
            <a:pPr>
              <a:defRPr/>
            </a:pPr>
            <a:r>
              <a:rPr lang="en-US"/>
              <a:t>Monday, January 30, 17</a:t>
            </a:r>
          </a:p>
        </p:txBody>
      </p:sp>
      <p:sp>
        <p:nvSpPr>
          <p:cNvPr id="6" name="Footer Placeholder 4">
            <a:extLst>
              <a:ext uri="{FF2B5EF4-FFF2-40B4-BE49-F238E27FC236}">
                <a16:creationId xmlns:a16="http://schemas.microsoft.com/office/drawing/2014/main" id="{1B6C0AE4-23CD-D648-B943-B406F1096979}"/>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3208E2B5-8975-774E-9099-896EDBE4B666}"/>
              </a:ext>
            </a:extLst>
          </p:cNvPr>
          <p:cNvSpPr>
            <a:spLocks noGrp="1"/>
          </p:cNvSpPr>
          <p:nvPr>
            <p:ph type="sldNum" sz="quarter" idx="12"/>
          </p:nvPr>
        </p:nvSpPr>
        <p:spPr/>
        <p:txBody>
          <a:bodyPr/>
          <a:lstStyle>
            <a:lvl1pPr>
              <a:defRPr smtClean="0"/>
            </a:lvl1pPr>
          </a:lstStyle>
          <a:p>
            <a:pPr>
              <a:defRPr/>
            </a:pPr>
            <a:fld id="{1851FCD7-60BF-0443-9D82-274D5A41A98A}" type="slidenum">
              <a:rPr lang="en-US" altLang="en-US"/>
              <a:pPr>
                <a:defRPr/>
              </a:pPr>
              <a:t>‹#›</a:t>
            </a:fld>
            <a:endParaRPr lang="en-US" altLang="en-US"/>
          </a:p>
        </p:txBody>
      </p:sp>
    </p:spTree>
    <p:extLst>
      <p:ext uri="{BB962C8B-B14F-4D97-AF65-F5344CB8AC3E}">
        <p14:creationId xmlns:p14="http://schemas.microsoft.com/office/powerpoint/2010/main" val="3224664396"/>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ECDF3B8C-B363-B74C-83EE-8A31D6CCB1B2}"/>
              </a:ext>
            </a:extLst>
          </p:cNvPr>
          <p:cNvSpPr>
            <a:spLocks noGrp="1"/>
          </p:cNvSpPr>
          <p:nvPr>
            <p:ph type="dt" sz="half" idx="10"/>
          </p:nvPr>
        </p:nvSpPr>
        <p:spPr/>
        <p:txBody>
          <a:bodyPr/>
          <a:lstStyle>
            <a:lvl1pPr>
              <a:defRPr/>
            </a:lvl1pPr>
          </a:lstStyle>
          <a:p>
            <a:pPr>
              <a:defRPr/>
            </a:pPr>
            <a:r>
              <a:rPr lang="en-US"/>
              <a:t>Monday, January 30, 17</a:t>
            </a:r>
            <a:endParaRPr lang="en-US" dirty="0"/>
          </a:p>
        </p:txBody>
      </p:sp>
      <p:sp>
        <p:nvSpPr>
          <p:cNvPr id="6" name="Footer Placeholder 4">
            <a:extLst>
              <a:ext uri="{FF2B5EF4-FFF2-40B4-BE49-F238E27FC236}">
                <a16:creationId xmlns:a16="http://schemas.microsoft.com/office/drawing/2014/main" id="{219E2DE4-AC38-B645-8E19-91AFFA1788AE}"/>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16131C8C-84EA-1248-82D0-0B3F51EB4DF2}"/>
              </a:ext>
            </a:extLst>
          </p:cNvPr>
          <p:cNvSpPr>
            <a:spLocks noGrp="1"/>
          </p:cNvSpPr>
          <p:nvPr>
            <p:ph type="sldNum" sz="quarter" idx="12"/>
          </p:nvPr>
        </p:nvSpPr>
        <p:spPr/>
        <p:txBody>
          <a:bodyPr/>
          <a:lstStyle>
            <a:lvl1pPr>
              <a:defRPr/>
            </a:lvl1pPr>
          </a:lstStyle>
          <a:p>
            <a:pPr>
              <a:defRPr/>
            </a:pPr>
            <a:fld id="{2D4FB8D5-209A-354C-A23E-7F23A4B35F42}" type="slidenum">
              <a:rPr lang="en-US" altLang="en-US"/>
              <a:pPr>
                <a:defRPr/>
              </a:pPr>
              <a:t>‹#›</a:t>
            </a:fld>
            <a:endParaRPr lang="en-US" altLang="en-US"/>
          </a:p>
        </p:txBody>
      </p:sp>
    </p:spTree>
    <p:extLst>
      <p:ext uri="{BB962C8B-B14F-4D97-AF65-F5344CB8AC3E}">
        <p14:creationId xmlns:p14="http://schemas.microsoft.com/office/powerpoint/2010/main" val="25474803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C85B07ED-3669-4B42-81D8-66BBEF2F7F18}"/>
              </a:ext>
            </a:extLst>
          </p:cNvPr>
          <p:cNvCxnSpPr/>
          <p:nvPr/>
        </p:nvCxnSpPr>
        <p:spPr>
          <a:xfrm rot="5400000">
            <a:off x="2218531" y="4045744"/>
            <a:ext cx="4708525"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6">
            <a:extLst>
              <a:ext uri="{FF2B5EF4-FFF2-40B4-BE49-F238E27FC236}">
                <a16:creationId xmlns:a16="http://schemas.microsoft.com/office/drawing/2014/main" id="{99919383-94F9-4647-8290-08165BC82D6A}"/>
              </a:ext>
            </a:extLst>
          </p:cNvPr>
          <p:cNvSpPr>
            <a:spLocks noGrp="1"/>
          </p:cNvSpPr>
          <p:nvPr>
            <p:ph type="dt" sz="half" idx="10"/>
          </p:nvPr>
        </p:nvSpPr>
        <p:spPr/>
        <p:txBody>
          <a:bodyPr/>
          <a:lstStyle>
            <a:lvl1pPr>
              <a:defRPr/>
            </a:lvl1pPr>
          </a:lstStyle>
          <a:p>
            <a:pPr>
              <a:defRPr/>
            </a:pPr>
            <a:r>
              <a:rPr lang="en-US"/>
              <a:t>Monday, January 30, 17</a:t>
            </a:r>
          </a:p>
        </p:txBody>
      </p:sp>
      <p:sp>
        <p:nvSpPr>
          <p:cNvPr id="9" name="Footer Placeholder 7">
            <a:extLst>
              <a:ext uri="{FF2B5EF4-FFF2-40B4-BE49-F238E27FC236}">
                <a16:creationId xmlns:a16="http://schemas.microsoft.com/office/drawing/2014/main" id="{37189A5C-A5B9-8A4B-8617-C5D6E37E07D5}"/>
              </a:ext>
            </a:extLst>
          </p:cNvPr>
          <p:cNvSpPr>
            <a:spLocks noGrp="1"/>
          </p:cNvSpPr>
          <p:nvPr>
            <p:ph type="ftr" sz="quarter" idx="11"/>
          </p:nvPr>
        </p:nvSpPr>
        <p:spPr/>
        <p:txBody>
          <a:bodyPr/>
          <a:lstStyle>
            <a:lvl1pPr>
              <a:defRPr/>
            </a:lvl1pPr>
          </a:lstStyle>
          <a:p>
            <a:pPr>
              <a:defRPr/>
            </a:pPr>
            <a:endParaRPr lang="en-US"/>
          </a:p>
        </p:txBody>
      </p:sp>
      <p:sp>
        <p:nvSpPr>
          <p:cNvPr id="10" name="Slide Number Placeholder 8">
            <a:extLst>
              <a:ext uri="{FF2B5EF4-FFF2-40B4-BE49-F238E27FC236}">
                <a16:creationId xmlns:a16="http://schemas.microsoft.com/office/drawing/2014/main" id="{63D8AA3B-37B7-5444-869E-D674D263FCBD}"/>
              </a:ext>
            </a:extLst>
          </p:cNvPr>
          <p:cNvSpPr>
            <a:spLocks noGrp="1"/>
          </p:cNvSpPr>
          <p:nvPr>
            <p:ph type="sldNum" sz="quarter" idx="12"/>
          </p:nvPr>
        </p:nvSpPr>
        <p:spPr/>
        <p:txBody>
          <a:bodyPr/>
          <a:lstStyle>
            <a:lvl1pPr>
              <a:defRPr smtClean="0"/>
            </a:lvl1pPr>
          </a:lstStyle>
          <a:p>
            <a:pPr>
              <a:defRPr/>
            </a:pPr>
            <a:fld id="{36CE7853-A0A6-444C-840C-D63A1B510177}" type="slidenum">
              <a:rPr lang="en-US" altLang="en-US"/>
              <a:pPr>
                <a:defRPr/>
              </a:pPr>
              <a:t>‹#›</a:t>
            </a:fld>
            <a:endParaRPr lang="en-US" altLang="en-US"/>
          </a:p>
        </p:txBody>
      </p:sp>
    </p:spTree>
    <p:extLst>
      <p:ext uri="{BB962C8B-B14F-4D97-AF65-F5344CB8AC3E}">
        <p14:creationId xmlns:p14="http://schemas.microsoft.com/office/powerpoint/2010/main" val="39756743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7BD6B3B7-2557-2A4F-B7FC-0E7459536A6B}"/>
              </a:ext>
            </a:extLst>
          </p:cNvPr>
          <p:cNvSpPr>
            <a:spLocks noGrp="1"/>
          </p:cNvSpPr>
          <p:nvPr>
            <p:ph type="dt" sz="half" idx="10"/>
          </p:nvPr>
        </p:nvSpPr>
        <p:spPr/>
        <p:txBody>
          <a:bodyPr/>
          <a:lstStyle>
            <a:lvl1pPr>
              <a:defRPr/>
            </a:lvl1pPr>
          </a:lstStyle>
          <a:p>
            <a:pPr>
              <a:defRPr/>
            </a:pPr>
            <a:r>
              <a:rPr lang="en-US"/>
              <a:t>Monday, January 30, 17</a:t>
            </a:r>
            <a:endParaRPr lang="en-US" dirty="0"/>
          </a:p>
        </p:txBody>
      </p:sp>
      <p:sp>
        <p:nvSpPr>
          <p:cNvPr id="4" name="Footer Placeholder 4">
            <a:extLst>
              <a:ext uri="{FF2B5EF4-FFF2-40B4-BE49-F238E27FC236}">
                <a16:creationId xmlns:a16="http://schemas.microsoft.com/office/drawing/2014/main" id="{FC6BEE12-FEEF-0D43-900C-D971C6170F01}"/>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558CFEF7-C9E1-284D-B996-4F8A06FAE6C2}"/>
              </a:ext>
            </a:extLst>
          </p:cNvPr>
          <p:cNvSpPr>
            <a:spLocks noGrp="1"/>
          </p:cNvSpPr>
          <p:nvPr>
            <p:ph type="sldNum" sz="quarter" idx="12"/>
          </p:nvPr>
        </p:nvSpPr>
        <p:spPr/>
        <p:txBody>
          <a:bodyPr/>
          <a:lstStyle>
            <a:lvl1pPr>
              <a:defRPr/>
            </a:lvl1pPr>
          </a:lstStyle>
          <a:p>
            <a:pPr>
              <a:defRPr/>
            </a:pPr>
            <a:fld id="{C52079FF-467D-6D41-A1F4-C32363388CCE}" type="slidenum">
              <a:rPr lang="en-US" altLang="en-US"/>
              <a:pPr>
                <a:defRPr/>
              </a:pPr>
              <a:t>‹#›</a:t>
            </a:fld>
            <a:endParaRPr lang="en-US" altLang="en-US"/>
          </a:p>
        </p:txBody>
      </p:sp>
    </p:spTree>
    <p:extLst>
      <p:ext uri="{BB962C8B-B14F-4D97-AF65-F5344CB8AC3E}">
        <p14:creationId xmlns:p14="http://schemas.microsoft.com/office/powerpoint/2010/main" val="1281629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99494C39-4D5D-E149-84F3-07A849102757}"/>
              </a:ext>
            </a:extLst>
          </p:cNvPr>
          <p:cNvSpPr>
            <a:spLocks noGrp="1"/>
          </p:cNvSpPr>
          <p:nvPr>
            <p:ph type="dt" sz="half" idx="10"/>
          </p:nvPr>
        </p:nvSpPr>
        <p:spPr/>
        <p:txBody>
          <a:bodyPr/>
          <a:lstStyle>
            <a:lvl1pPr>
              <a:defRPr/>
            </a:lvl1pPr>
          </a:lstStyle>
          <a:p>
            <a:pPr>
              <a:defRPr/>
            </a:pPr>
            <a:r>
              <a:rPr lang="en-US"/>
              <a:t>Monday, January 30, 17</a:t>
            </a:r>
            <a:endParaRPr lang="en-US" dirty="0"/>
          </a:p>
        </p:txBody>
      </p:sp>
      <p:sp>
        <p:nvSpPr>
          <p:cNvPr id="3" name="Footer Placeholder 4">
            <a:extLst>
              <a:ext uri="{FF2B5EF4-FFF2-40B4-BE49-F238E27FC236}">
                <a16:creationId xmlns:a16="http://schemas.microsoft.com/office/drawing/2014/main" id="{D8EDD62F-3058-6740-89FE-D6A8ADE43450}"/>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3686ED7D-0E8A-604C-9FD7-1EB6A03F816F}"/>
              </a:ext>
            </a:extLst>
          </p:cNvPr>
          <p:cNvSpPr>
            <a:spLocks noGrp="1"/>
          </p:cNvSpPr>
          <p:nvPr>
            <p:ph type="sldNum" sz="quarter" idx="12"/>
          </p:nvPr>
        </p:nvSpPr>
        <p:spPr/>
        <p:txBody>
          <a:bodyPr/>
          <a:lstStyle>
            <a:lvl1pPr>
              <a:defRPr/>
            </a:lvl1pPr>
          </a:lstStyle>
          <a:p>
            <a:pPr>
              <a:defRPr/>
            </a:pPr>
            <a:fld id="{94330214-C1B0-274F-B99E-7FB2C7279437}" type="slidenum">
              <a:rPr lang="en-US" altLang="en-US"/>
              <a:pPr>
                <a:defRPr/>
              </a:pPr>
              <a:t>‹#›</a:t>
            </a:fld>
            <a:endParaRPr lang="en-US" altLang="en-US"/>
          </a:p>
        </p:txBody>
      </p:sp>
    </p:spTree>
    <p:extLst>
      <p:ext uri="{BB962C8B-B14F-4D97-AF65-F5344CB8AC3E}">
        <p14:creationId xmlns:p14="http://schemas.microsoft.com/office/powerpoint/2010/main" val="2643951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4B7D8BF-4077-8544-897A-A202D01978F9}"/>
              </a:ext>
            </a:extLst>
          </p:cNvPr>
          <p:cNvCxnSpPr/>
          <p:nvPr/>
        </p:nvCxnSpPr>
        <p:spPr>
          <a:xfrm rot="5400000">
            <a:off x="-13494" y="3580607"/>
            <a:ext cx="5578475"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4">
            <a:extLst>
              <a:ext uri="{FF2B5EF4-FFF2-40B4-BE49-F238E27FC236}">
                <a16:creationId xmlns:a16="http://schemas.microsoft.com/office/drawing/2014/main" id="{C6A2EF62-737B-3E4C-908A-80A99C943F13}"/>
              </a:ext>
            </a:extLst>
          </p:cNvPr>
          <p:cNvSpPr>
            <a:spLocks noGrp="1"/>
          </p:cNvSpPr>
          <p:nvPr>
            <p:ph type="dt" sz="half" idx="10"/>
          </p:nvPr>
        </p:nvSpPr>
        <p:spPr/>
        <p:txBody>
          <a:bodyPr/>
          <a:lstStyle>
            <a:lvl1pPr>
              <a:defRPr/>
            </a:lvl1pPr>
          </a:lstStyle>
          <a:p>
            <a:pPr>
              <a:defRPr/>
            </a:pPr>
            <a:r>
              <a:rPr lang="en-US"/>
              <a:t>Monday, January 30, 17</a:t>
            </a:r>
          </a:p>
        </p:txBody>
      </p:sp>
      <p:sp>
        <p:nvSpPr>
          <p:cNvPr id="7" name="Footer Placeholder 5">
            <a:extLst>
              <a:ext uri="{FF2B5EF4-FFF2-40B4-BE49-F238E27FC236}">
                <a16:creationId xmlns:a16="http://schemas.microsoft.com/office/drawing/2014/main" id="{5A7436DC-F284-5949-B7BA-4AA37FD4AAFA}"/>
              </a:ext>
            </a:extLst>
          </p:cNvPr>
          <p:cNvSpPr>
            <a:spLocks noGrp="1"/>
          </p:cNvSpPr>
          <p:nvPr>
            <p:ph type="ftr" sz="quarter" idx="11"/>
          </p:nvPr>
        </p:nvSpPr>
        <p:spPr/>
        <p:txBody>
          <a:bodyPr/>
          <a:lstStyle>
            <a:lvl1pPr>
              <a:defRPr/>
            </a:lvl1pPr>
          </a:lstStyle>
          <a:p>
            <a:pPr>
              <a:defRPr/>
            </a:pPr>
            <a:endParaRPr lang="en-US"/>
          </a:p>
        </p:txBody>
      </p:sp>
      <p:sp>
        <p:nvSpPr>
          <p:cNvPr id="8" name="Slide Number Placeholder 6">
            <a:extLst>
              <a:ext uri="{FF2B5EF4-FFF2-40B4-BE49-F238E27FC236}">
                <a16:creationId xmlns:a16="http://schemas.microsoft.com/office/drawing/2014/main" id="{E930B4BC-7EED-8342-A1BD-4A17C5F12A30}"/>
              </a:ext>
            </a:extLst>
          </p:cNvPr>
          <p:cNvSpPr>
            <a:spLocks noGrp="1"/>
          </p:cNvSpPr>
          <p:nvPr>
            <p:ph type="sldNum" sz="quarter" idx="12"/>
          </p:nvPr>
        </p:nvSpPr>
        <p:spPr/>
        <p:txBody>
          <a:bodyPr/>
          <a:lstStyle>
            <a:lvl1pPr>
              <a:defRPr smtClean="0"/>
            </a:lvl1pPr>
          </a:lstStyle>
          <a:p>
            <a:pPr>
              <a:defRPr/>
            </a:pPr>
            <a:fld id="{E7CFDA24-9594-0E41-8AF7-A187F9F52738}" type="slidenum">
              <a:rPr lang="en-US" altLang="en-US"/>
              <a:pPr>
                <a:defRPr/>
              </a:pPr>
              <a:t>‹#›</a:t>
            </a:fld>
            <a:endParaRPr lang="en-US" altLang="en-US"/>
          </a:p>
        </p:txBody>
      </p:sp>
    </p:spTree>
    <p:extLst>
      <p:ext uri="{BB962C8B-B14F-4D97-AF65-F5344CB8AC3E}">
        <p14:creationId xmlns:p14="http://schemas.microsoft.com/office/powerpoint/2010/main" val="12400704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Drag picture to placeholder or click icon to add</a:t>
            </a:r>
            <a:endParaRPr lang="en-US" noProof="0"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550BB1C6-097F-3C42-A33F-1F1B6C36E4C6}"/>
              </a:ext>
            </a:extLst>
          </p:cNvPr>
          <p:cNvSpPr>
            <a:spLocks noGrp="1"/>
          </p:cNvSpPr>
          <p:nvPr>
            <p:ph type="dt" sz="half" idx="10"/>
          </p:nvPr>
        </p:nvSpPr>
        <p:spPr/>
        <p:txBody>
          <a:bodyPr/>
          <a:lstStyle>
            <a:lvl1pPr>
              <a:defRPr/>
            </a:lvl1pPr>
          </a:lstStyle>
          <a:p>
            <a:pPr>
              <a:defRPr/>
            </a:pPr>
            <a:r>
              <a:rPr lang="en-US"/>
              <a:t>Monday, January 30, 17</a:t>
            </a:r>
            <a:endParaRPr lang="en-US" dirty="0"/>
          </a:p>
        </p:txBody>
      </p:sp>
      <p:sp>
        <p:nvSpPr>
          <p:cNvPr id="6" name="Footer Placeholder 4">
            <a:extLst>
              <a:ext uri="{FF2B5EF4-FFF2-40B4-BE49-F238E27FC236}">
                <a16:creationId xmlns:a16="http://schemas.microsoft.com/office/drawing/2014/main" id="{44FBA4F0-4D0A-A64B-84AE-1C0E9C7AB793}"/>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93898FA1-B2FD-DE47-BEB8-CE463510C590}"/>
              </a:ext>
            </a:extLst>
          </p:cNvPr>
          <p:cNvSpPr>
            <a:spLocks noGrp="1"/>
          </p:cNvSpPr>
          <p:nvPr>
            <p:ph type="sldNum" sz="quarter" idx="12"/>
          </p:nvPr>
        </p:nvSpPr>
        <p:spPr/>
        <p:txBody>
          <a:bodyPr/>
          <a:lstStyle>
            <a:lvl1pPr>
              <a:defRPr/>
            </a:lvl1pPr>
          </a:lstStyle>
          <a:p>
            <a:pPr>
              <a:defRPr/>
            </a:pPr>
            <a:fld id="{C30FCAA1-8A8A-6A49-B2E5-05A39EBF64B7}" type="slidenum">
              <a:rPr lang="en-US" altLang="en-US"/>
              <a:pPr>
                <a:defRPr/>
              </a:pPr>
              <a:t>‹#›</a:t>
            </a:fld>
            <a:endParaRPr lang="en-US" altLang="en-US"/>
          </a:p>
        </p:txBody>
      </p:sp>
    </p:spTree>
    <p:extLst>
      <p:ext uri="{BB962C8B-B14F-4D97-AF65-F5344CB8AC3E}">
        <p14:creationId xmlns:p14="http://schemas.microsoft.com/office/powerpoint/2010/main" val="14244692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44687A-9899-7845-8A17-8B85C5EAE656}"/>
              </a:ext>
            </a:extLst>
          </p:cNvPr>
          <p:cNvSpPr>
            <a:spLocks noGrp="1"/>
          </p:cNvSpPr>
          <p:nvPr>
            <p:ph type="dt" sz="half" idx="10"/>
          </p:nvPr>
        </p:nvSpPr>
        <p:spPr/>
        <p:txBody>
          <a:bodyPr/>
          <a:lstStyle>
            <a:lvl1pPr>
              <a:defRPr/>
            </a:lvl1pPr>
          </a:lstStyle>
          <a:p>
            <a:pPr>
              <a:defRPr/>
            </a:pPr>
            <a:r>
              <a:rPr lang="en-US"/>
              <a:t>Monday, January 30, 17</a:t>
            </a:r>
            <a:endParaRPr lang="en-US" dirty="0"/>
          </a:p>
        </p:txBody>
      </p:sp>
      <p:sp>
        <p:nvSpPr>
          <p:cNvPr id="5" name="Footer Placeholder 4">
            <a:extLst>
              <a:ext uri="{FF2B5EF4-FFF2-40B4-BE49-F238E27FC236}">
                <a16:creationId xmlns:a16="http://schemas.microsoft.com/office/drawing/2014/main" id="{C2335466-830B-4242-B0FD-C4787800351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954C0B0-9465-0B4F-A47F-5BAA7BEE0775}"/>
              </a:ext>
            </a:extLst>
          </p:cNvPr>
          <p:cNvSpPr>
            <a:spLocks noGrp="1"/>
          </p:cNvSpPr>
          <p:nvPr>
            <p:ph type="sldNum" sz="quarter" idx="12"/>
          </p:nvPr>
        </p:nvSpPr>
        <p:spPr/>
        <p:txBody>
          <a:bodyPr/>
          <a:lstStyle>
            <a:lvl1pPr>
              <a:defRPr/>
            </a:lvl1pPr>
          </a:lstStyle>
          <a:p>
            <a:pPr>
              <a:defRPr/>
            </a:pPr>
            <a:fld id="{DF6F8F63-C206-6F46-8B8A-B5AD3BBB21AD}" type="slidenum">
              <a:rPr lang="en-US" altLang="en-US"/>
              <a:pPr>
                <a:defRPr/>
              </a:pPr>
              <a:t>‹#›</a:t>
            </a:fld>
            <a:endParaRPr lang="en-US" altLang="en-US"/>
          </a:p>
        </p:txBody>
      </p:sp>
    </p:spTree>
    <p:extLst>
      <p:ext uri="{BB962C8B-B14F-4D97-AF65-F5344CB8AC3E}">
        <p14:creationId xmlns:p14="http://schemas.microsoft.com/office/powerpoint/2010/main" val="30138025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B76C9E6-01D3-814C-A399-2C11C31B8B77}"/>
              </a:ext>
            </a:extLst>
          </p:cNvPr>
          <p:cNvSpPr>
            <a:spLocks noGrp="1"/>
          </p:cNvSpPr>
          <p:nvPr>
            <p:ph type="dt" sz="half" idx="10"/>
          </p:nvPr>
        </p:nvSpPr>
        <p:spPr/>
        <p:txBody>
          <a:bodyPr/>
          <a:lstStyle>
            <a:lvl1pPr>
              <a:defRPr/>
            </a:lvl1pPr>
          </a:lstStyle>
          <a:p>
            <a:pPr>
              <a:defRPr/>
            </a:pPr>
            <a:r>
              <a:rPr lang="en-US"/>
              <a:t>Monday, January 30, 17</a:t>
            </a:r>
            <a:endParaRPr lang="en-US" dirty="0"/>
          </a:p>
        </p:txBody>
      </p:sp>
      <p:sp>
        <p:nvSpPr>
          <p:cNvPr id="5" name="Footer Placeholder 4">
            <a:extLst>
              <a:ext uri="{FF2B5EF4-FFF2-40B4-BE49-F238E27FC236}">
                <a16:creationId xmlns:a16="http://schemas.microsoft.com/office/drawing/2014/main" id="{B93DE167-D490-5646-BA44-469DBA7652D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578A4AC-74A9-3945-A7C0-679F87F0B5F7}"/>
              </a:ext>
            </a:extLst>
          </p:cNvPr>
          <p:cNvSpPr>
            <a:spLocks noGrp="1"/>
          </p:cNvSpPr>
          <p:nvPr>
            <p:ph type="sldNum" sz="quarter" idx="12"/>
          </p:nvPr>
        </p:nvSpPr>
        <p:spPr/>
        <p:txBody>
          <a:bodyPr/>
          <a:lstStyle>
            <a:lvl1pPr>
              <a:defRPr/>
            </a:lvl1pPr>
          </a:lstStyle>
          <a:p>
            <a:pPr>
              <a:defRPr/>
            </a:pPr>
            <a:fld id="{AE04F972-602B-F04A-BF83-2471432BF8EA}" type="slidenum">
              <a:rPr lang="en-US" altLang="en-US"/>
              <a:pPr>
                <a:defRPr/>
              </a:pPr>
              <a:t>‹#›</a:t>
            </a:fld>
            <a:endParaRPr lang="en-US" altLang="en-US"/>
          </a:p>
        </p:txBody>
      </p:sp>
    </p:spTree>
    <p:extLst>
      <p:ext uri="{BB962C8B-B14F-4D97-AF65-F5344CB8AC3E}">
        <p14:creationId xmlns:p14="http://schemas.microsoft.com/office/powerpoint/2010/main" val="13468258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6BF95BF-52DD-7040-BBE0-65305A53ED8F}"/>
              </a:ext>
            </a:extLst>
          </p:cNvPr>
          <p:cNvSpPr/>
          <p:nvPr/>
        </p:nvSpPr>
        <p:spPr>
          <a:xfrm>
            <a:off x="0" y="220663"/>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Title Placeholder 1">
            <a:extLst>
              <a:ext uri="{FF2B5EF4-FFF2-40B4-BE49-F238E27FC236}">
                <a16:creationId xmlns:a16="http://schemas.microsoft.com/office/drawing/2014/main" id="{154CC057-C9FB-8249-BE44-B93F2594C766}"/>
              </a:ext>
            </a:extLst>
          </p:cNvPr>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1028" name="Text Placeholder 2">
            <a:extLst>
              <a:ext uri="{FF2B5EF4-FFF2-40B4-BE49-F238E27FC236}">
                <a16:creationId xmlns:a16="http://schemas.microsoft.com/office/drawing/2014/main" id="{9E46DAB4-0618-EC44-969F-CBC328E9929F}"/>
              </a:ext>
            </a:extLst>
          </p:cNvPr>
          <p:cNvSpPr>
            <a:spLocks noGrp="1"/>
          </p:cNvSpPr>
          <p:nvPr>
            <p:ph type="body" idx="1"/>
          </p:nvPr>
        </p:nvSpPr>
        <p:spPr bwMode="auto">
          <a:xfrm>
            <a:off x="457200" y="1600200"/>
            <a:ext cx="8229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7" name="Rectangle 6">
            <a:extLst>
              <a:ext uri="{FF2B5EF4-FFF2-40B4-BE49-F238E27FC236}">
                <a16:creationId xmlns:a16="http://schemas.microsoft.com/office/drawing/2014/main" id="{4B54919F-5409-6E45-B80E-25314159942D}"/>
              </a:ext>
            </a:extLst>
          </p:cNvPr>
          <p:cNvSpPr/>
          <p:nvPr/>
        </p:nvSpPr>
        <p:spPr>
          <a:xfrm>
            <a:off x="0" y="0"/>
            <a:ext cx="9144000" cy="3651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 name="Date Placeholder 3">
            <a:extLst>
              <a:ext uri="{FF2B5EF4-FFF2-40B4-BE49-F238E27FC236}">
                <a16:creationId xmlns:a16="http://schemas.microsoft.com/office/drawing/2014/main" id="{3541D3B3-9536-7B41-8EAB-F406F1CD9012}"/>
              </a:ext>
            </a:extLst>
          </p:cNvPr>
          <p:cNvSpPr>
            <a:spLocks noGrp="1"/>
          </p:cNvSpPr>
          <p:nvPr>
            <p:ph type="dt" sz="half" idx="2"/>
          </p:nvPr>
        </p:nvSpPr>
        <p:spPr>
          <a:xfrm>
            <a:off x="457200" y="19050"/>
            <a:ext cx="2895600" cy="328613"/>
          </a:xfrm>
          <a:prstGeom prst="rect">
            <a:avLst/>
          </a:prstGeom>
        </p:spPr>
        <p:txBody>
          <a:bodyPr vert="horz" lIns="91440" tIns="45720" rIns="91440" bIns="45720" rtlCol="0" anchor="ctr"/>
          <a:lstStyle>
            <a:lvl1pPr algn="l">
              <a:defRPr sz="1200">
                <a:solidFill>
                  <a:srgbClr val="FFFFFF"/>
                </a:solidFill>
                <a:latin typeface="Book Antiqua" charset="0"/>
                <a:ea typeface="ＭＳ Ｐゴシック" charset="0"/>
                <a:cs typeface="ＭＳ Ｐゴシック" charset="0"/>
              </a:defRPr>
            </a:lvl1pPr>
          </a:lstStyle>
          <a:p>
            <a:pPr>
              <a:defRPr/>
            </a:pPr>
            <a:r>
              <a:rPr lang="en-US"/>
              <a:t>Monday, January 30, 17</a:t>
            </a:r>
            <a:endParaRPr lang="en-US" dirty="0"/>
          </a:p>
        </p:txBody>
      </p:sp>
      <p:sp>
        <p:nvSpPr>
          <p:cNvPr id="5" name="Footer Placeholder 4">
            <a:extLst>
              <a:ext uri="{FF2B5EF4-FFF2-40B4-BE49-F238E27FC236}">
                <a16:creationId xmlns:a16="http://schemas.microsoft.com/office/drawing/2014/main" id="{96BE581D-B9A6-D64C-ABC9-74DDA3CD25AC}"/>
              </a:ext>
            </a:extLst>
          </p:cNvPr>
          <p:cNvSpPr>
            <a:spLocks noGrp="1"/>
          </p:cNvSpPr>
          <p:nvPr>
            <p:ph type="ftr" sz="quarter" idx="3"/>
          </p:nvPr>
        </p:nvSpPr>
        <p:spPr>
          <a:xfrm>
            <a:off x="3429000" y="19050"/>
            <a:ext cx="4114800" cy="328613"/>
          </a:xfrm>
          <a:prstGeom prst="rect">
            <a:avLst/>
          </a:prstGeom>
        </p:spPr>
        <p:txBody>
          <a:bodyPr vert="horz" lIns="91440" tIns="45720" rIns="91440" bIns="45720" rtlCol="0" anchor="ctr"/>
          <a:lstStyle>
            <a:lvl1pPr algn="r">
              <a:defRPr sz="1200">
                <a:solidFill>
                  <a:srgbClr val="FFFFFF"/>
                </a:solidFill>
                <a:latin typeface="Book Antiqua" charset="0"/>
                <a:ea typeface="ＭＳ Ｐゴシック" charset="0"/>
                <a:cs typeface="ＭＳ Ｐゴシック" charset="0"/>
              </a:defRPr>
            </a:lvl1pPr>
          </a:lstStyle>
          <a:p>
            <a:pPr>
              <a:defRPr/>
            </a:pPr>
            <a:endParaRPr lang="en-US"/>
          </a:p>
        </p:txBody>
      </p:sp>
      <p:sp>
        <p:nvSpPr>
          <p:cNvPr id="6" name="Slide Number Placeholder 5">
            <a:extLst>
              <a:ext uri="{FF2B5EF4-FFF2-40B4-BE49-F238E27FC236}">
                <a16:creationId xmlns:a16="http://schemas.microsoft.com/office/drawing/2014/main" id="{E2DD885B-B15E-0B46-9712-27FA12704D23}"/>
              </a:ext>
            </a:extLst>
          </p:cNvPr>
          <p:cNvSpPr>
            <a:spLocks noGrp="1"/>
          </p:cNvSpPr>
          <p:nvPr>
            <p:ph type="sldNum" sz="quarter" idx="4"/>
          </p:nvPr>
        </p:nvSpPr>
        <p:spPr>
          <a:xfrm>
            <a:off x="7620000" y="19050"/>
            <a:ext cx="1066800" cy="328613"/>
          </a:xfrm>
          <a:prstGeom prst="rect">
            <a:avLst/>
          </a:prstGeom>
        </p:spPr>
        <p:txBody>
          <a:bodyPr vert="horz" wrap="square" lIns="91440" tIns="45720" rIns="91440" bIns="45720" numCol="1" anchor="ctr" anchorCtr="0" compatLnSpc="1">
            <a:prstTxWarp prst="textNoShape">
              <a:avLst/>
            </a:prstTxWarp>
          </a:bodyPr>
          <a:lstStyle>
            <a:lvl1pPr>
              <a:defRPr sz="1400" b="1" smtClean="0">
                <a:solidFill>
                  <a:srgbClr val="FFFFFF"/>
                </a:solidFill>
              </a:defRPr>
            </a:lvl1pPr>
          </a:lstStyle>
          <a:p>
            <a:pPr>
              <a:defRPr/>
            </a:pPr>
            <a:fld id="{75740777-AA5D-AC4C-B229-82B7C56FA244}"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865" r:id="rId1"/>
    <p:sldLayoutId id="2147483858" r:id="rId2"/>
    <p:sldLayoutId id="2147483866" r:id="rId3"/>
    <p:sldLayoutId id="2147483859" r:id="rId4"/>
    <p:sldLayoutId id="2147483867" r:id="rId5"/>
    <p:sldLayoutId id="2147483860" r:id="rId6"/>
    <p:sldLayoutId id="2147483861" r:id="rId7"/>
    <p:sldLayoutId id="2147483868" r:id="rId8"/>
    <p:sldLayoutId id="2147483862" r:id="rId9"/>
    <p:sldLayoutId id="2147483863" r:id="rId10"/>
    <p:sldLayoutId id="2147483864" r:id="rId11"/>
  </p:sldLayoutIdLst>
  <p:hf hdr="0" ftr="0" dt="0"/>
  <p:txStyles>
    <p:titleStyle>
      <a:lvl1pPr algn="l" rtl="0" eaLnBrk="0" fontAlgn="base" hangingPunct="0">
        <a:spcBef>
          <a:spcPct val="0"/>
        </a:spcBef>
        <a:spcAft>
          <a:spcPct val="0"/>
        </a:spcAft>
        <a:defRPr sz="4000" kern="1200" spc="-100">
          <a:solidFill>
            <a:schemeClr val="tx2"/>
          </a:solidFill>
          <a:latin typeface="+mj-lt"/>
          <a:ea typeface="ＭＳ Ｐゴシック" charset="0"/>
          <a:cs typeface="ＭＳ Ｐゴシック" charset="0"/>
        </a:defRPr>
      </a:lvl1pPr>
      <a:lvl2pPr algn="l" rtl="0" eaLnBrk="0" fontAlgn="base" hangingPunct="0">
        <a:spcBef>
          <a:spcPct val="0"/>
        </a:spcBef>
        <a:spcAft>
          <a:spcPct val="0"/>
        </a:spcAft>
        <a:defRPr sz="4000">
          <a:solidFill>
            <a:schemeClr val="tx2"/>
          </a:solidFill>
          <a:latin typeface="Arial" charset="0"/>
          <a:ea typeface="ＭＳ Ｐゴシック" charset="0"/>
          <a:cs typeface="ＭＳ Ｐゴシック" charset="0"/>
        </a:defRPr>
      </a:lvl2pPr>
      <a:lvl3pPr algn="l" rtl="0" eaLnBrk="0" fontAlgn="base" hangingPunct="0">
        <a:spcBef>
          <a:spcPct val="0"/>
        </a:spcBef>
        <a:spcAft>
          <a:spcPct val="0"/>
        </a:spcAft>
        <a:defRPr sz="4000">
          <a:solidFill>
            <a:schemeClr val="tx2"/>
          </a:solidFill>
          <a:latin typeface="Arial" charset="0"/>
          <a:ea typeface="ＭＳ Ｐゴシック" charset="0"/>
          <a:cs typeface="ＭＳ Ｐゴシック" charset="0"/>
        </a:defRPr>
      </a:lvl3pPr>
      <a:lvl4pPr algn="l" rtl="0" eaLnBrk="0" fontAlgn="base" hangingPunct="0">
        <a:spcBef>
          <a:spcPct val="0"/>
        </a:spcBef>
        <a:spcAft>
          <a:spcPct val="0"/>
        </a:spcAft>
        <a:defRPr sz="4000">
          <a:solidFill>
            <a:schemeClr val="tx2"/>
          </a:solidFill>
          <a:latin typeface="Arial" charset="0"/>
          <a:ea typeface="ＭＳ Ｐゴシック" charset="0"/>
          <a:cs typeface="ＭＳ Ｐゴシック" charset="0"/>
        </a:defRPr>
      </a:lvl4pPr>
      <a:lvl5pPr algn="l" rtl="0" eaLnBrk="0" fontAlgn="base" hangingPunct="0">
        <a:spcBef>
          <a:spcPct val="0"/>
        </a:spcBef>
        <a:spcAft>
          <a:spcPct val="0"/>
        </a:spcAft>
        <a:defRPr sz="4000">
          <a:solidFill>
            <a:schemeClr val="tx2"/>
          </a:solidFill>
          <a:latin typeface="Arial" charset="0"/>
          <a:ea typeface="ＭＳ Ｐゴシック" charset="0"/>
          <a:cs typeface="ＭＳ Ｐゴシック" charset="0"/>
        </a:defRPr>
      </a:lvl5pPr>
      <a:lvl6pPr marL="457200" algn="l" rtl="0" fontAlgn="base">
        <a:spcBef>
          <a:spcPct val="0"/>
        </a:spcBef>
        <a:spcAft>
          <a:spcPct val="0"/>
        </a:spcAft>
        <a:defRPr sz="4000">
          <a:solidFill>
            <a:schemeClr val="tx2"/>
          </a:solidFill>
          <a:latin typeface="Arial" charset="0"/>
          <a:ea typeface="ＭＳ Ｐゴシック" charset="0"/>
          <a:cs typeface="ＭＳ Ｐゴシック" charset="0"/>
        </a:defRPr>
      </a:lvl6pPr>
      <a:lvl7pPr marL="914400" algn="l" rtl="0" fontAlgn="base">
        <a:spcBef>
          <a:spcPct val="0"/>
        </a:spcBef>
        <a:spcAft>
          <a:spcPct val="0"/>
        </a:spcAft>
        <a:defRPr sz="4000">
          <a:solidFill>
            <a:schemeClr val="tx2"/>
          </a:solidFill>
          <a:latin typeface="Arial" charset="0"/>
          <a:ea typeface="ＭＳ Ｐゴシック" charset="0"/>
          <a:cs typeface="ＭＳ Ｐゴシック" charset="0"/>
        </a:defRPr>
      </a:lvl7pPr>
      <a:lvl8pPr marL="1371600" algn="l" rtl="0" fontAlgn="base">
        <a:spcBef>
          <a:spcPct val="0"/>
        </a:spcBef>
        <a:spcAft>
          <a:spcPct val="0"/>
        </a:spcAft>
        <a:defRPr sz="4000">
          <a:solidFill>
            <a:schemeClr val="tx2"/>
          </a:solidFill>
          <a:latin typeface="Arial" charset="0"/>
          <a:ea typeface="ＭＳ Ｐゴシック" charset="0"/>
          <a:cs typeface="ＭＳ Ｐゴシック" charset="0"/>
        </a:defRPr>
      </a:lvl8pPr>
      <a:lvl9pPr marL="1828800" algn="l" rtl="0" fontAlgn="base">
        <a:spcBef>
          <a:spcPct val="0"/>
        </a:spcBef>
        <a:spcAft>
          <a:spcPct val="0"/>
        </a:spcAft>
        <a:defRPr sz="4000">
          <a:solidFill>
            <a:schemeClr val="tx2"/>
          </a:solidFill>
          <a:latin typeface="Arial" charset="0"/>
          <a:ea typeface="ＭＳ Ｐゴシック" charset="0"/>
          <a:cs typeface="ＭＳ Ｐゴシック" charset="0"/>
        </a:defRPr>
      </a:lvl9pPr>
    </p:titleStyle>
    <p:bodyStyle>
      <a:lvl1pPr marL="182563" indent="-182563" algn="l" rtl="0" eaLnBrk="0" fontAlgn="base" hangingPunct="0">
        <a:spcBef>
          <a:spcPct val="20000"/>
        </a:spcBef>
        <a:spcAft>
          <a:spcPct val="0"/>
        </a:spcAft>
        <a:buClr>
          <a:schemeClr val="accent1"/>
        </a:buClr>
        <a:buSzPct val="85000"/>
        <a:buFont typeface="Arial" panose="020B0604020202020204" pitchFamily="34" charset="0"/>
        <a:buChar char="•"/>
        <a:defRPr sz="2400" kern="1200">
          <a:solidFill>
            <a:schemeClr val="tx1"/>
          </a:solidFill>
          <a:latin typeface="+mn-lt"/>
          <a:ea typeface="ＭＳ Ｐゴシック" charset="0"/>
          <a:cs typeface="ＭＳ Ｐゴシック" charset="0"/>
        </a:defRPr>
      </a:lvl1pPr>
      <a:lvl2pPr marL="457200" indent="-182563" algn="l" rtl="0" eaLnBrk="0" fontAlgn="base" hangingPunct="0">
        <a:spcBef>
          <a:spcPct val="20000"/>
        </a:spcBef>
        <a:spcAft>
          <a:spcPct val="0"/>
        </a:spcAft>
        <a:buClr>
          <a:schemeClr val="accent1"/>
        </a:buClr>
        <a:buSzPct val="85000"/>
        <a:buFont typeface="Wingdings" pitchFamily="2" charset="2"/>
        <a:buChar char="Ø"/>
        <a:defRPr sz="2000" kern="1200">
          <a:solidFill>
            <a:schemeClr val="tx1"/>
          </a:solidFill>
          <a:latin typeface="+mn-lt"/>
          <a:ea typeface="ＭＳ Ｐゴシック" charset="0"/>
          <a:cs typeface="+mn-cs"/>
        </a:defRPr>
      </a:lvl2pPr>
      <a:lvl3pPr marL="730250" indent="-182563" algn="l" rtl="0" eaLnBrk="0" fontAlgn="base" hangingPunct="0">
        <a:spcBef>
          <a:spcPct val="20000"/>
        </a:spcBef>
        <a:spcAft>
          <a:spcPct val="0"/>
        </a:spcAft>
        <a:buClr>
          <a:schemeClr val="accent1"/>
        </a:buClr>
        <a:buSzPct val="90000"/>
        <a:buFont typeface="Arial" panose="020B0604020202020204" pitchFamily="34" charset="0"/>
        <a:buChar char="•"/>
        <a:defRPr kern="1200">
          <a:solidFill>
            <a:schemeClr val="tx1"/>
          </a:solidFill>
          <a:latin typeface="+mn-lt"/>
          <a:ea typeface="ＭＳ Ｐゴシック" charset="0"/>
          <a:cs typeface="+mn-cs"/>
        </a:defRPr>
      </a:lvl3pPr>
      <a:lvl4pPr marL="1004888" indent="-182563" algn="l" rtl="0" eaLnBrk="0" fontAlgn="base" hangingPunct="0">
        <a:spcBef>
          <a:spcPct val="20000"/>
        </a:spcBef>
        <a:spcAft>
          <a:spcPct val="0"/>
        </a:spcAft>
        <a:buClr>
          <a:schemeClr val="accent1"/>
        </a:buClr>
        <a:buFont typeface="Arial" panose="020B0604020202020204" pitchFamily="34" charset="0"/>
        <a:buChar char="•"/>
        <a:defRPr sz="1600" kern="1200">
          <a:solidFill>
            <a:schemeClr val="tx1"/>
          </a:solidFill>
          <a:latin typeface="+mn-lt"/>
          <a:ea typeface="ＭＳ Ｐゴシック" charset="0"/>
          <a:cs typeface="+mn-cs"/>
        </a:defRPr>
      </a:lvl4pPr>
      <a:lvl5pPr marL="1187450" indent="-136525" algn="l" rtl="0" eaLnBrk="0" fontAlgn="base" hangingPunct="0">
        <a:spcBef>
          <a:spcPct val="20000"/>
        </a:spcBef>
        <a:spcAft>
          <a:spcPct val="0"/>
        </a:spcAft>
        <a:buClr>
          <a:schemeClr val="accent1"/>
        </a:buClr>
        <a:buSzPct val="100000"/>
        <a:buFont typeface="Arial" panose="020B0604020202020204" pitchFamily="34" charset="0"/>
        <a:buChar char="•"/>
        <a:defRPr sz="1400" kern="1200">
          <a:solidFill>
            <a:schemeClr val="tx1"/>
          </a:solidFill>
          <a:latin typeface="+mn-lt"/>
          <a:ea typeface="ＭＳ Ｐゴシック" charset="0"/>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 Id="rId5" Type="http://schemas.openxmlformats.org/officeDocument/2006/relationships/image" Target="../media/image19.jpeg"/><Relationship Id="rId4" Type="http://schemas.openxmlformats.org/officeDocument/2006/relationships/image" Target="../media/image18.jpeg"/></Relationships>
</file>

<file path=ppt/slides/_rels/slide1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2.xml"/><Relationship Id="rId5" Type="http://schemas.openxmlformats.org/officeDocument/2006/relationships/image" Target="../media/image23.jpeg"/><Relationship Id="rId4" Type="http://schemas.openxmlformats.org/officeDocument/2006/relationships/image" Target="../media/image22.jpeg"/></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jp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31.jpg"/><Relationship Id="rId1" Type="http://schemas.openxmlformats.org/officeDocument/2006/relationships/slideLayout" Target="../slideLayouts/slideLayout2.xml"/><Relationship Id="rId4" Type="http://schemas.openxmlformats.org/officeDocument/2006/relationships/image" Target="../media/image3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8" Type="http://schemas.openxmlformats.org/officeDocument/2006/relationships/image" Target="../media/image53.emf"/><Relationship Id="rId3" Type="http://schemas.openxmlformats.org/officeDocument/2006/relationships/image" Target="../media/image48.emf"/><Relationship Id="rId7" Type="http://schemas.openxmlformats.org/officeDocument/2006/relationships/image" Target="../media/image52.emf"/><Relationship Id="rId2" Type="http://schemas.openxmlformats.org/officeDocument/2006/relationships/image" Target="../media/image47.emf"/><Relationship Id="rId1" Type="http://schemas.openxmlformats.org/officeDocument/2006/relationships/slideLayout" Target="../slideLayouts/slideLayout2.xml"/><Relationship Id="rId6" Type="http://schemas.openxmlformats.org/officeDocument/2006/relationships/image" Target="../media/image51.emf"/><Relationship Id="rId5" Type="http://schemas.openxmlformats.org/officeDocument/2006/relationships/image" Target="../media/image50.emf"/><Relationship Id="rId4" Type="http://schemas.openxmlformats.org/officeDocument/2006/relationships/image" Target="../media/image49.emf"/><Relationship Id="rId9" Type="http://schemas.openxmlformats.org/officeDocument/2006/relationships/image" Target="../media/image54.emf"/></Relationships>
</file>

<file path=ppt/slides/_rels/slide32.xml.rels><?xml version="1.0" encoding="UTF-8" standalone="yes"?>
<Relationships xmlns="http://schemas.openxmlformats.org/package/2006/relationships"><Relationship Id="rId3" Type="http://schemas.openxmlformats.org/officeDocument/2006/relationships/image" Target="../media/image55.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CEE3BF6E-8403-994A-A732-A43CB0A3C60F}"/>
              </a:ext>
            </a:extLst>
          </p:cNvPr>
          <p:cNvSpPr>
            <a:spLocks noGrp="1" noChangeArrowheads="1"/>
          </p:cNvSpPr>
          <p:nvPr>
            <p:ph type="ctrTitle"/>
          </p:nvPr>
        </p:nvSpPr>
        <p:spPr>
          <a:xfrm>
            <a:off x="533400" y="3657600"/>
            <a:ext cx="7772400" cy="3048000"/>
          </a:xfrm>
        </p:spPr>
        <p:txBody>
          <a:bodyPr/>
          <a:lstStyle/>
          <a:p>
            <a:pPr eaLnBrk="1" fontAlgn="auto" hangingPunct="1">
              <a:spcAft>
                <a:spcPts val="0"/>
              </a:spcAft>
              <a:defRPr/>
            </a:pPr>
            <a:br>
              <a:rPr lang="en-US" sz="2800" cap="none" dirty="0">
                <a:ea typeface="+mj-ea"/>
                <a:cs typeface="+mj-cs"/>
              </a:rPr>
            </a:br>
            <a:r>
              <a:rPr lang="en-US" sz="2800" b="1" cap="none" dirty="0">
                <a:solidFill>
                  <a:schemeClr val="tx1"/>
                </a:solidFill>
                <a:ea typeface="+mj-ea"/>
                <a:cs typeface="+mj-cs"/>
              </a:rPr>
              <a:t>David Hoff</a:t>
            </a:r>
            <a:br>
              <a:rPr lang="en-US" sz="2800" b="1" cap="none" dirty="0">
                <a:solidFill>
                  <a:schemeClr val="tx1"/>
                </a:solidFill>
                <a:ea typeface="+mj-ea"/>
                <a:cs typeface="+mj-cs"/>
              </a:rPr>
            </a:br>
            <a:r>
              <a:rPr lang="en-US" sz="2800" b="1" cap="none" dirty="0">
                <a:solidFill>
                  <a:schemeClr val="tx1"/>
                </a:solidFill>
                <a:ea typeface="+mj-ea"/>
                <a:cs typeface="+mj-cs"/>
              </a:rPr>
              <a:t>Maria </a:t>
            </a:r>
            <a:r>
              <a:rPr lang="en-US" sz="2800" b="1" cap="none" dirty="0" err="1">
                <a:solidFill>
                  <a:schemeClr val="tx1"/>
                </a:solidFill>
                <a:ea typeface="+mj-ea"/>
                <a:cs typeface="+mj-cs"/>
              </a:rPr>
              <a:t>Paiewonsky</a:t>
            </a:r>
            <a:br>
              <a:rPr lang="en-US" sz="2400" cap="none" dirty="0">
                <a:solidFill>
                  <a:schemeClr val="tx1"/>
                </a:solidFill>
                <a:ea typeface="+mj-ea"/>
                <a:cs typeface="+mj-cs"/>
              </a:rPr>
            </a:br>
            <a:r>
              <a:rPr lang="en-US" sz="2400" cap="none" dirty="0">
                <a:solidFill>
                  <a:schemeClr val="tx1"/>
                </a:solidFill>
                <a:ea typeface="+mj-ea"/>
                <a:cs typeface="+mj-cs"/>
              </a:rPr>
              <a:t>Institute for Community Inclusion</a:t>
            </a:r>
            <a:br>
              <a:rPr lang="en-US" sz="2400" cap="none" dirty="0">
                <a:solidFill>
                  <a:schemeClr val="tx1"/>
                </a:solidFill>
                <a:ea typeface="+mj-ea"/>
                <a:cs typeface="+mj-cs"/>
              </a:rPr>
            </a:br>
            <a:r>
              <a:rPr lang="en-US" sz="2400" cap="none" dirty="0">
                <a:solidFill>
                  <a:schemeClr val="tx1"/>
                </a:solidFill>
                <a:ea typeface="+mj-ea"/>
                <a:cs typeface="+mj-cs"/>
              </a:rPr>
              <a:t>University of Massachusetts, Boston</a:t>
            </a:r>
            <a:br>
              <a:rPr lang="en-US" sz="2400" cap="none" dirty="0">
                <a:solidFill>
                  <a:schemeClr val="tx1"/>
                </a:solidFill>
                <a:ea typeface="+mj-ea"/>
                <a:cs typeface="+mj-cs"/>
              </a:rPr>
            </a:br>
            <a:r>
              <a:rPr lang="en-US" sz="2400" cap="none" dirty="0" err="1">
                <a:solidFill>
                  <a:schemeClr val="tx1"/>
                </a:solidFill>
                <a:ea typeface="+mj-ea"/>
                <a:cs typeface="+mj-cs"/>
              </a:rPr>
              <a:t>www.communityinclusion.org</a:t>
            </a:r>
            <a:br>
              <a:rPr lang="en-US" sz="2400" cap="none" dirty="0">
                <a:solidFill>
                  <a:schemeClr val="tx1"/>
                </a:solidFill>
                <a:ea typeface="+mj-ea"/>
                <a:cs typeface="+mj-cs"/>
              </a:rPr>
            </a:br>
            <a:br>
              <a:rPr lang="en-US" sz="2400" cap="none" dirty="0">
                <a:solidFill>
                  <a:schemeClr val="tx1"/>
                </a:solidFill>
                <a:ea typeface="+mj-ea"/>
                <a:cs typeface="+mj-cs"/>
              </a:rPr>
            </a:br>
            <a:br>
              <a:rPr lang="en-US" sz="1200" cap="none" dirty="0">
                <a:solidFill>
                  <a:schemeClr val="tx1"/>
                </a:solidFill>
                <a:ea typeface="+mj-ea"/>
                <a:cs typeface="+mj-cs"/>
              </a:rPr>
            </a:br>
            <a:r>
              <a:rPr lang="en-US" sz="2400" cap="none" dirty="0">
                <a:solidFill>
                  <a:schemeClr val="tx1"/>
                </a:solidFill>
                <a:ea typeface="+mj-ea"/>
                <a:cs typeface="+mj-cs"/>
              </a:rPr>
              <a:t>	</a:t>
            </a:r>
            <a:endParaRPr lang="en-US" cap="none" dirty="0">
              <a:ea typeface="+mj-ea"/>
              <a:cs typeface="+mj-cs"/>
            </a:endParaRPr>
          </a:p>
        </p:txBody>
      </p:sp>
      <p:sp>
        <p:nvSpPr>
          <p:cNvPr id="15363" name="Slide Number Placeholder 1">
            <a:extLst>
              <a:ext uri="{FF2B5EF4-FFF2-40B4-BE49-F238E27FC236}">
                <a16:creationId xmlns:a16="http://schemas.microsoft.com/office/drawing/2014/main" id="{29AF6206-E8DA-FA4D-BAFF-B82E1BBE55D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Book Antiqua" panose="02040602050305030304" pitchFamily="18" charset="0"/>
                <a:ea typeface="ＭＳ Ｐゴシック" panose="020B0600070205080204" pitchFamily="34" charset="-128"/>
              </a:defRPr>
            </a:lvl1pPr>
            <a:lvl2pPr marL="742950" indent="-285750">
              <a:defRPr sz="2400">
                <a:solidFill>
                  <a:schemeClr val="tx1"/>
                </a:solidFill>
                <a:latin typeface="Book Antiqua" panose="02040602050305030304" pitchFamily="18" charset="0"/>
                <a:ea typeface="ＭＳ Ｐゴシック" panose="020B0600070205080204" pitchFamily="34" charset="-128"/>
              </a:defRPr>
            </a:lvl2pPr>
            <a:lvl3pPr marL="1143000" indent="-228600">
              <a:defRPr sz="2400">
                <a:solidFill>
                  <a:schemeClr val="tx1"/>
                </a:solidFill>
                <a:latin typeface="Book Antiqua" panose="02040602050305030304" pitchFamily="18" charset="0"/>
                <a:ea typeface="ＭＳ Ｐゴシック" panose="020B0600070205080204" pitchFamily="34" charset="-128"/>
              </a:defRPr>
            </a:lvl3pPr>
            <a:lvl4pPr marL="1600200" indent="-228600">
              <a:defRPr sz="2400">
                <a:solidFill>
                  <a:schemeClr val="tx1"/>
                </a:solidFill>
                <a:latin typeface="Book Antiqua" panose="02040602050305030304" pitchFamily="18" charset="0"/>
                <a:ea typeface="ＭＳ Ｐゴシック" panose="020B0600070205080204" pitchFamily="34" charset="-128"/>
              </a:defRPr>
            </a:lvl4pPr>
            <a:lvl5pPr marL="2057400" indent="-228600">
              <a:defRPr sz="24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9pPr>
          </a:lstStyle>
          <a:p>
            <a:fld id="{D13CD3AA-43CE-6C47-8EC8-265ED149D4D2}" type="slidenum">
              <a:rPr lang="en-US" altLang="en-US" sz="1400">
                <a:solidFill>
                  <a:srgbClr val="FFFFFF"/>
                </a:solidFill>
              </a:rPr>
              <a:pPr/>
              <a:t>1</a:t>
            </a:fld>
            <a:endParaRPr lang="en-US" altLang="en-US" sz="1400">
              <a:solidFill>
                <a:srgbClr val="FFFFFF"/>
              </a:solidFill>
            </a:endParaRPr>
          </a:p>
        </p:txBody>
      </p:sp>
      <p:pic>
        <p:nvPicPr>
          <p:cNvPr id="15364" name="Picture 2">
            <a:extLst>
              <a:ext uri="{FF2B5EF4-FFF2-40B4-BE49-F238E27FC236}">
                <a16:creationId xmlns:a16="http://schemas.microsoft.com/office/drawing/2014/main" id="{128EB381-3A76-7345-A88A-AD849C71D5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9350" y="5562600"/>
            <a:ext cx="3727450"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9ACA4083-8BC0-9945-AB3D-9B9B9A717091}"/>
              </a:ext>
            </a:extLst>
          </p:cNvPr>
          <p:cNvSpPr txBox="1"/>
          <p:nvPr/>
        </p:nvSpPr>
        <p:spPr>
          <a:xfrm>
            <a:off x="290053" y="1174025"/>
            <a:ext cx="6530873" cy="1323439"/>
          </a:xfrm>
          <a:prstGeom prst="rect">
            <a:avLst/>
          </a:prstGeom>
          <a:noFill/>
        </p:spPr>
        <p:txBody>
          <a:bodyPr wrap="square" rtlCol="0">
            <a:spAutoFit/>
          </a:bodyPr>
          <a:lstStyle/>
          <a:p>
            <a:pPr algn="ctr"/>
            <a:r>
              <a:rPr lang="en-US" sz="4000" b="1"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Disability Overview &amp; Etiquette</a:t>
            </a:r>
          </a:p>
        </p:txBody>
      </p:sp>
    </p:spTree>
  </p:cSld>
  <p:clrMapOvr>
    <a:masterClrMapping/>
  </p:clrMapOvr>
  <p:transition spd="med">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62A449-2E6A-6549-B4B3-352E6EE4464F}"/>
              </a:ext>
            </a:extLst>
          </p:cNvPr>
          <p:cNvSpPr>
            <a:spLocks noGrp="1"/>
          </p:cNvSpPr>
          <p:nvPr>
            <p:ph idx="1"/>
          </p:nvPr>
        </p:nvSpPr>
        <p:spPr>
          <a:xfrm>
            <a:off x="228600" y="3200400"/>
            <a:ext cx="6189864" cy="3489614"/>
          </a:xfrm>
        </p:spPr>
        <p:style>
          <a:lnRef idx="0">
            <a:schemeClr val="accent6"/>
          </a:lnRef>
          <a:fillRef idx="3">
            <a:schemeClr val="accent6"/>
          </a:fillRef>
          <a:effectRef idx="3">
            <a:schemeClr val="accent6"/>
          </a:effectRef>
          <a:fontRef idx="minor">
            <a:schemeClr val="lt1"/>
          </a:fontRef>
        </p:style>
        <p:txBody>
          <a:bodyPr/>
          <a:lstStyle/>
          <a:p>
            <a:pPr marL="457200" indent="-457200">
              <a:buFont typeface="+mj-lt"/>
              <a:buAutoNum type="arabicPeriod"/>
            </a:pPr>
            <a:r>
              <a:rPr lang="en-US" b="1" dirty="0"/>
              <a:t>Students with Disabilities:</a:t>
            </a:r>
            <a:br>
              <a:rPr lang="en-US" b="1" dirty="0"/>
            </a:br>
            <a:r>
              <a:rPr lang="en-US" b="1" dirty="0"/>
              <a:t>Legal and Practical Issues</a:t>
            </a:r>
            <a:br>
              <a:rPr lang="en-US" b="1" dirty="0"/>
            </a:br>
            <a:endParaRPr lang="en-US" dirty="0"/>
          </a:p>
          <a:p>
            <a:pPr marL="457200" indent="-457200">
              <a:buFont typeface="+mj-lt"/>
              <a:buAutoNum type="arabicPeriod"/>
            </a:pPr>
            <a:r>
              <a:rPr lang="en-US" b="1" dirty="0"/>
              <a:t>Disability Overview and Etiquette</a:t>
            </a:r>
            <a:br>
              <a:rPr lang="en-US" b="1" dirty="0"/>
            </a:br>
            <a:br>
              <a:rPr lang="en-US" b="1" dirty="0"/>
            </a:br>
            <a:endParaRPr lang="en-US" b="1" dirty="0"/>
          </a:p>
          <a:p>
            <a:pPr marL="457200" indent="-457200">
              <a:buFont typeface="+mj-lt"/>
              <a:buAutoNum type="arabicPeriod"/>
            </a:pPr>
            <a:r>
              <a:rPr lang="en-US" b="1" dirty="0"/>
              <a:t>Universal Design</a:t>
            </a:r>
            <a:br>
              <a:rPr lang="en-US" b="1" dirty="0"/>
            </a:br>
            <a:r>
              <a:rPr lang="en-US" i="1" dirty="0"/>
              <a:t>(January 22</a:t>
            </a:r>
            <a:r>
              <a:rPr lang="en-US" i="1" baseline="30000" dirty="0"/>
              <a:t>nd</a:t>
            </a:r>
            <a:r>
              <a:rPr lang="en-US" i="1" dirty="0"/>
              <a:t> -  3:00 to 4:15)</a:t>
            </a:r>
          </a:p>
          <a:p>
            <a:endParaRPr lang="en-US" dirty="0"/>
          </a:p>
          <a:p>
            <a:endParaRPr lang="en-US" dirty="0"/>
          </a:p>
        </p:txBody>
      </p:sp>
      <p:sp>
        <p:nvSpPr>
          <p:cNvPr id="4" name="Slide Number Placeholder 3">
            <a:extLst>
              <a:ext uri="{FF2B5EF4-FFF2-40B4-BE49-F238E27FC236}">
                <a16:creationId xmlns:a16="http://schemas.microsoft.com/office/drawing/2014/main" id="{9CF36A52-24F4-7E46-9A82-FFDBEA3C79A9}"/>
              </a:ext>
            </a:extLst>
          </p:cNvPr>
          <p:cNvSpPr>
            <a:spLocks noGrp="1"/>
          </p:cNvSpPr>
          <p:nvPr>
            <p:ph type="sldNum" sz="quarter" idx="12"/>
          </p:nvPr>
        </p:nvSpPr>
        <p:spPr/>
        <p:txBody>
          <a:bodyPr/>
          <a:lstStyle/>
          <a:p>
            <a:pPr>
              <a:defRPr/>
            </a:pPr>
            <a:fld id="{6DFFECAE-5558-FC4F-A5D5-814DD6134961}" type="slidenum">
              <a:rPr lang="en-US" altLang="en-US" smtClean="0"/>
              <a:pPr>
                <a:defRPr/>
              </a:pPr>
              <a:t>2</a:t>
            </a:fld>
            <a:endParaRPr lang="en-US" altLang="en-US"/>
          </a:p>
        </p:txBody>
      </p:sp>
      <p:pic>
        <p:nvPicPr>
          <p:cNvPr id="6" name="Picture 5" descr="A picture containing brush&#10;&#10;Description automatically generated">
            <a:extLst>
              <a:ext uri="{FF2B5EF4-FFF2-40B4-BE49-F238E27FC236}">
                <a16:creationId xmlns:a16="http://schemas.microsoft.com/office/drawing/2014/main" id="{D0E3BE2B-650C-EE49-85E1-956DE4DFFD77}"/>
              </a:ext>
            </a:extLst>
          </p:cNvPr>
          <p:cNvPicPr>
            <a:picLocks noChangeAspect="1"/>
          </p:cNvPicPr>
          <p:nvPr/>
        </p:nvPicPr>
        <p:blipFill>
          <a:blip r:embed="rId2"/>
          <a:stretch>
            <a:fillRect/>
          </a:stretch>
        </p:blipFill>
        <p:spPr>
          <a:xfrm>
            <a:off x="3581400" y="289084"/>
            <a:ext cx="4377309" cy="3233737"/>
          </a:xfrm>
          <a:prstGeom prst="rect">
            <a:avLst/>
          </a:prstGeom>
        </p:spPr>
      </p:pic>
      <p:sp>
        <p:nvSpPr>
          <p:cNvPr id="2" name="Title 1">
            <a:extLst>
              <a:ext uri="{FF2B5EF4-FFF2-40B4-BE49-F238E27FC236}">
                <a16:creationId xmlns:a16="http://schemas.microsoft.com/office/drawing/2014/main" id="{F2C2ED20-AFEC-504D-BA58-DEE095A5D05B}"/>
              </a:ext>
            </a:extLst>
          </p:cNvPr>
          <p:cNvSpPr>
            <a:spLocks noGrp="1"/>
          </p:cNvSpPr>
          <p:nvPr>
            <p:ph type="title"/>
          </p:nvPr>
        </p:nvSpPr>
        <p:spPr>
          <a:xfrm>
            <a:off x="3750754" y="1219200"/>
            <a:ext cx="3907346" cy="1752600"/>
          </a:xfrm>
        </p:spPr>
        <p:txBody>
          <a:bodyPr>
            <a:normAutofit/>
          </a:bodyPr>
          <a:lstStyle/>
          <a:p>
            <a:pPr algn="ctr"/>
            <a:r>
              <a:rPr lang="en-US" sz="2600" b="1" dirty="0">
                <a:latin typeface="Arial Narrow" panose="020B0604020202020204" pitchFamily="34" charset="0"/>
                <a:cs typeface="Arial Narrow" panose="020B0604020202020204" pitchFamily="34" charset="0"/>
              </a:rPr>
              <a:t>Part 2 of a</a:t>
            </a:r>
            <a:br>
              <a:rPr lang="en-US" sz="2600" b="1" dirty="0">
                <a:latin typeface="Arial Narrow" panose="020B0604020202020204" pitchFamily="34" charset="0"/>
                <a:cs typeface="Arial Narrow" panose="020B0604020202020204" pitchFamily="34" charset="0"/>
              </a:rPr>
            </a:br>
            <a:r>
              <a:rPr lang="en-US" sz="2600" b="1" dirty="0">
                <a:latin typeface="Arial Narrow" panose="020B0604020202020204" pitchFamily="34" charset="0"/>
                <a:cs typeface="Arial Narrow" panose="020B0604020202020204" pitchFamily="34" charset="0"/>
              </a:rPr>
              <a:t>3-Part Webinar</a:t>
            </a:r>
            <a:br>
              <a:rPr lang="en-US" sz="2600" b="1" dirty="0">
                <a:latin typeface="Arial Narrow" panose="020B0604020202020204" pitchFamily="34" charset="0"/>
                <a:cs typeface="Arial Narrow" panose="020B0604020202020204" pitchFamily="34" charset="0"/>
              </a:rPr>
            </a:br>
            <a:r>
              <a:rPr lang="en-US" sz="2600" b="1" dirty="0">
                <a:latin typeface="Arial Narrow" panose="020B0604020202020204" pitchFamily="34" charset="0"/>
                <a:cs typeface="Arial Narrow" panose="020B0604020202020204" pitchFamily="34" charset="0"/>
              </a:rPr>
              <a:t>Series</a:t>
            </a:r>
          </a:p>
        </p:txBody>
      </p:sp>
    </p:spTree>
    <p:extLst>
      <p:ext uri="{BB962C8B-B14F-4D97-AF65-F5344CB8AC3E}">
        <p14:creationId xmlns:p14="http://schemas.microsoft.com/office/powerpoint/2010/main" val="2227939067"/>
      </p:ext>
    </p:extLst>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B01739-6544-6548-A4EB-F7369C8E8331}"/>
              </a:ext>
            </a:extLst>
          </p:cNvPr>
          <p:cNvSpPr>
            <a:spLocks noGrp="1"/>
          </p:cNvSpPr>
          <p:nvPr>
            <p:ph idx="1"/>
          </p:nvPr>
        </p:nvSpPr>
        <p:spPr>
          <a:xfrm>
            <a:off x="4131856" y="1481080"/>
            <a:ext cx="4724400" cy="5334000"/>
          </a:xfrm>
        </p:spPr>
        <p:txBody>
          <a:bodyPr/>
          <a:lstStyle/>
          <a:p>
            <a:r>
              <a:rPr lang="en-US" sz="3600" dirty="0"/>
              <a:t>When we say the term “disability”, what types of conditions come to mind?</a:t>
            </a:r>
          </a:p>
        </p:txBody>
      </p:sp>
      <p:sp>
        <p:nvSpPr>
          <p:cNvPr id="4" name="Slide Number Placeholder 3">
            <a:extLst>
              <a:ext uri="{FF2B5EF4-FFF2-40B4-BE49-F238E27FC236}">
                <a16:creationId xmlns:a16="http://schemas.microsoft.com/office/drawing/2014/main" id="{AE697AA3-6B5F-424B-9CA5-BD8CF1AEE620}"/>
              </a:ext>
            </a:extLst>
          </p:cNvPr>
          <p:cNvSpPr>
            <a:spLocks noGrp="1"/>
          </p:cNvSpPr>
          <p:nvPr>
            <p:ph type="sldNum" sz="quarter" idx="12"/>
          </p:nvPr>
        </p:nvSpPr>
        <p:spPr/>
        <p:txBody>
          <a:bodyPr/>
          <a:lstStyle/>
          <a:p>
            <a:pPr>
              <a:defRPr/>
            </a:pPr>
            <a:fld id="{6DFFECAE-5558-FC4F-A5D5-814DD6134961}" type="slidenum">
              <a:rPr lang="en-US" altLang="en-US" smtClean="0"/>
              <a:pPr>
                <a:defRPr/>
              </a:pPr>
              <a:t>3</a:t>
            </a:fld>
            <a:endParaRPr lang="en-US" altLang="en-US"/>
          </a:p>
        </p:txBody>
      </p:sp>
      <p:sp>
        <p:nvSpPr>
          <p:cNvPr id="5" name="Pentagon 4">
            <a:extLst>
              <a:ext uri="{FF2B5EF4-FFF2-40B4-BE49-F238E27FC236}">
                <a16:creationId xmlns:a16="http://schemas.microsoft.com/office/drawing/2014/main" id="{41FABDAA-9DC3-9D4F-B1BA-9CD0DD4BF6FC}"/>
              </a:ext>
            </a:extLst>
          </p:cNvPr>
          <p:cNvSpPr/>
          <p:nvPr/>
        </p:nvSpPr>
        <p:spPr>
          <a:xfrm>
            <a:off x="481012" y="1066800"/>
            <a:ext cx="3048000" cy="1295400"/>
          </a:xfrm>
          <a:prstGeom prst="homePlate">
            <a:avLst/>
          </a:prstGeom>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cap="small" dirty="0"/>
              <a:t>Discussion</a:t>
            </a:r>
          </a:p>
        </p:txBody>
      </p:sp>
      <p:pic>
        <p:nvPicPr>
          <p:cNvPr id="7" name="Picture 6" descr="A picture containing small, toy, standing&#10;&#10;Description automatically generated">
            <a:extLst>
              <a:ext uri="{FF2B5EF4-FFF2-40B4-BE49-F238E27FC236}">
                <a16:creationId xmlns:a16="http://schemas.microsoft.com/office/drawing/2014/main" id="{D4E5CB94-187B-0C46-95D1-71212BDC1F24}"/>
              </a:ext>
            </a:extLst>
          </p:cNvPr>
          <p:cNvPicPr>
            <a:picLocks noChangeAspect="1"/>
          </p:cNvPicPr>
          <p:nvPr/>
        </p:nvPicPr>
        <p:blipFill>
          <a:blip r:embed="rId2"/>
          <a:stretch>
            <a:fillRect/>
          </a:stretch>
        </p:blipFill>
        <p:spPr>
          <a:xfrm>
            <a:off x="317182" y="3429000"/>
            <a:ext cx="3392746" cy="2362200"/>
          </a:xfrm>
          <a:prstGeom prst="rect">
            <a:avLst/>
          </a:prstGeom>
        </p:spPr>
      </p:pic>
    </p:spTree>
    <p:extLst>
      <p:ext uri="{BB962C8B-B14F-4D97-AF65-F5344CB8AC3E}">
        <p14:creationId xmlns:p14="http://schemas.microsoft.com/office/powerpoint/2010/main" val="1692628899"/>
      </p:ext>
    </p:extLst>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A8EB13-26E3-2F4B-8E05-E5186695C3C8}"/>
              </a:ext>
            </a:extLst>
          </p:cNvPr>
          <p:cNvSpPr>
            <a:spLocks noGrp="1"/>
          </p:cNvSpPr>
          <p:nvPr>
            <p:ph idx="1"/>
          </p:nvPr>
        </p:nvSpPr>
        <p:spPr>
          <a:xfrm>
            <a:off x="3276600" y="609600"/>
            <a:ext cx="5867400" cy="6000750"/>
          </a:xfrm>
        </p:spPr>
        <p:txBody>
          <a:bodyPr/>
          <a:lstStyle/>
          <a:p>
            <a:pPr lvl="0"/>
            <a:r>
              <a:rPr lang="en-US" dirty="0"/>
              <a:t>paralysis</a:t>
            </a:r>
          </a:p>
          <a:p>
            <a:pPr lvl="0"/>
            <a:r>
              <a:rPr lang="en-US" dirty="0"/>
              <a:t>blindness or visual impairment</a:t>
            </a:r>
          </a:p>
          <a:p>
            <a:pPr lvl="0"/>
            <a:r>
              <a:rPr lang="en-US" dirty="0"/>
              <a:t>deafness or hard of hearing</a:t>
            </a:r>
          </a:p>
          <a:p>
            <a:pPr lvl="0"/>
            <a:r>
              <a:rPr lang="en-US" dirty="0"/>
              <a:t>intellectual disabilities</a:t>
            </a:r>
          </a:p>
          <a:p>
            <a:pPr lvl="0"/>
            <a:r>
              <a:rPr lang="en-US" dirty="0"/>
              <a:t>learning disabilities</a:t>
            </a:r>
          </a:p>
          <a:p>
            <a:pPr lvl="0"/>
            <a:r>
              <a:rPr lang="en-US" dirty="0"/>
              <a:t>psychiatric disabilities and mental health conditions</a:t>
            </a:r>
          </a:p>
          <a:p>
            <a:pPr lvl="0"/>
            <a:r>
              <a:rPr lang="en-US" dirty="0"/>
              <a:t>chemical sensitivity</a:t>
            </a:r>
          </a:p>
          <a:p>
            <a:pPr lvl="0"/>
            <a:r>
              <a:rPr lang="en-US" dirty="0"/>
              <a:t>epilepsy</a:t>
            </a:r>
          </a:p>
          <a:p>
            <a:pPr lvl="0"/>
            <a:r>
              <a:rPr lang="en-US" dirty="0"/>
              <a:t>head injuries</a:t>
            </a:r>
          </a:p>
          <a:p>
            <a:pPr lvl="0"/>
            <a:r>
              <a:rPr lang="en-US" dirty="0"/>
              <a:t>cerebral palsy</a:t>
            </a:r>
          </a:p>
          <a:p>
            <a:pPr lvl="0"/>
            <a:r>
              <a:rPr lang="en-US" dirty="0"/>
              <a:t>chronic health or physical issue</a:t>
            </a:r>
          </a:p>
          <a:p>
            <a:pPr lvl="0"/>
            <a:r>
              <a:rPr lang="en-US" dirty="0"/>
              <a:t>autism</a:t>
            </a:r>
          </a:p>
          <a:p>
            <a:pPr lvl="0"/>
            <a:r>
              <a:rPr lang="en-US" dirty="0"/>
              <a:t>HIV/AIDS </a:t>
            </a:r>
          </a:p>
        </p:txBody>
      </p:sp>
      <p:sp>
        <p:nvSpPr>
          <p:cNvPr id="4" name="Slide Number Placeholder 3">
            <a:extLst>
              <a:ext uri="{FF2B5EF4-FFF2-40B4-BE49-F238E27FC236}">
                <a16:creationId xmlns:a16="http://schemas.microsoft.com/office/drawing/2014/main" id="{2A42F865-866E-B64F-B10E-BD7D10324B25}"/>
              </a:ext>
            </a:extLst>
          </p:cNvPr>
          <p:cNvSpPr>
            <a:spLocks noGrp="1"/>
          </p:cNvSpPr>
          <p:nvPr>
            <p:ph type="sldNum" sz="quarter" idx="12"/>
          </p:nvPr>
        </p:nvSpPr>
        <p:spPr/>
        <p:txBody>
          <a:bodyPr/>
          <a:lstStyle/>
          <a:p>
            <a:pPr>
              <a:defRPr/>
            </a:pPr>
            <a:fld id="{6DFFECAE-5558-FC4F-A5D5-814DD6134961}" type="slidenum">
              <a:rPr lang="en-US" altLang="en-US" smtClean="0"/>
              <a:pPr>
                <a:defRPr/>
              </a:pPr>
              <a:t>4</a:t>
            </a:fld>
            <a:endParaRPr lang="en-US" altLang="en-US"/>
          </a:p>
        </p:txBody>
      </p:sp>
      <p:sp>
        <p:nvSpPr>
          <p:cNvPr id="5" name="Pentagon 4">
            <a:extLst>
              <a:ext uri="{FF2B5EF4-FFF2-40B4-BE49-F238E27FC236}">
                <a16:creationId xmlns:a16="http://schemas.microsoft.com/office/drawing/2014/main" id="{7DECAC97-69F2-4A4C-A029-601DC3EDBE4D}"/>
              </a:ext>
            </a:extLst>
          </p:cNvPr>
          <p:cNvSpPr/>
          <p:nvPr/>
        </p:nvSpPr>
        <p:spPr>
          <a:xfrm>
            <a:off x="152400" y="609600"/>
            <a:ext cx="2971800" cy="1447800"/>
          </a:xfrm>
          <a:prstGeom prst="homePlate">
            <a:avLst/>
          </a:prstGeom>
        </p:spPr>
        <p:style>
          <a:lnRef idx="0">
            <a:schemeClr val="accent2"/>
          </a:lnRef>
          <a:fillRef idx="3">
            <a:schemeClr val="accent2"/>
          </a:fillRef>
          <a:effectRef idx="3">
            <a:schemeClr val="accent2"/>
          </a:effectRef>
          <a:fontRef idx="minor">
            <a:schemeClr val="lt1"/>
          </a:fontRef>
        </p:style>
        <p:txBody>
          <a:bodyPr rtlCol="0" anchor="ctr"/>
          <a:lstStyle/>
          <a:p>
            <a:r>
              <a:rPr lang="en-US" sz="2800" b="1" cap="small" dirty="0"/>
              <a:t>Examples of Disabilities</a:t>
            </a:r>
          </a:p>
        </p:txBody>
      </p:sp>
    </p:spTree>
    <p:extLst>
      <p:ext uri="{BB962C8B-B14F-4D97-AF65-F5344CB8AC3E}">
        <p14:creationId xmlns:p14="http://schemas.microsoft.com/office/powerpoint/2010/main" val="3901564933"/>
      </p:ext>
    </p:extLst>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3">
            <a:extLst>
              <a:ext uri="{FF2B5EF4-FFF2-40B4-BE49-F238E27FC236}">
                <a16:creationId xmlns:a16="http://schemas.microsoft.com/office/drawing/2014/main" id="{9AE288C9-9F65-2446-BB9C-EE47720FBFBE}"/>
              </a:ext>
            </a:extLst>
          </p:cNvPr>
          <p:cNvSpPr>
            <a:spLocks noGrp="1"/>
          </p:cNvSpPr>
          <p:nvPr>
            <p:ph idx="1"/>
          </p:nvPr>
        </p:nvSpPr>
        <p:spPr>
          <a:xfrm>
            <a:off x="2743200" y="1066800"/>
            <a:ext cx="6172200" cy="4876800"/>
          </a:xfrm>
        </p:spPr>
        <p:txBody>
          <a:bodyPr/>
          <a:lstStyle/>
          <a:p>
            <a:pPr eaLnBrk="1" hangingPunct="1">
              <a:spcBef>
                <a:spcPts val="3675"/>
              </a:spcBef>
            </a:pPr>
            <a:r>
              <a:rPr lang="en-US" altLang="en-US" sz="2800" dirty="0">
                <a:ea typeface="ＭＳ Ｐゴシック" panose="020B0600070205080204" pitchFamily="34" charset="-128"/>
              </a:rPr>
              <a:t>View/treat people with disabilities as </a:t>
            </a:r>
            <a:r>
              <a:rPr lang="ja-JP" altLang="en-US" sz="2800">
                <a:ea typeface="ＭＳ Ｐゴシック" panose="020B0600070205080204" pitchFamily="34" charset="-128"/>
              </a:rPr>
              <a:t>“</a:t>
            </a:r>
            <a:r>
              <a:rPr lang="en-US" altLang="ja-JP" sz="2800" dirty="0">
                <a:ea typeface="ＭＳ Ｐゴシック" panose="020B0600070205080204" pitchFamily="34" charset="-128"/>
              </a:rPr>
              <a:t>defective</a:t>
            </a:r>
            <a:r>
              <a:rPr lang="ja-JP" altLang="en-US" sz="2800">
                <a:ea typeface="ＭＳ Ｐゴシック" panose="020B0600070205080204" pitchFamily="34" charset="-128"/>
              </a:rPr>
              <a:t>”</a:t>
            </a:r>
            <a:r>
              <a:rPr lang="en-US" altLang="ja-JP" sz="2800" dirty="0">
                <a:ea typeface="ＭＳ Ｐゴシック" panose="020B0600070205080204" pitchFamily="34" charset="-128"/>
              </a:rPr>
              <a:t> in need of </a:t>
            </a:r>
            <a:r>
              <a:rPr lang="ja-JP" altLang="en-US" sz="2800">
                <a:ea typeface="ＭＳ Ｐゴシック" panose="020B0600070205080204" pitchFamily="34" charset="-128"/>
              </a:rPr>
              <a:t>“</a:t>
            </a:r>
            <a:r>
              <a:rPr lang="en-US" altLang="ja-JP" sz="2800" dirty="0">
                <a:ea typeface="ＭＳ Ｐゴシック" panose="020B0600070205080204" pitchFamily="34" charset="-128"/>
              </a:rPr>
              <a:t>fixing</a:t>
            </a:r>
            <a:r>
              <a:rPr lang="ja-JP" altLang="en-US" sz="2800">
                <a:ea typeface="ＭＳ Ｐゴシック" panose="020B0600070205080204" pitchFamily="34" charset="-128"/>
              </a:rPr>
              <a:t>”</a:t>
            </a:r>
            <a:endParaRPr lang="en-US" altLang="ja-JP" sz="2800" dirty="0">
              <a:ea typeface="ＭＳ Ｐゴシック" panose="020B0600070205080204" pitchFamily="34" charset="-128"/>
            </a:endParaRPr>
          </a:p>
          <a:p>
            <a:pPr eaLnBrk="1" hangingPunct="1">
              <a:spcBef>
                <a:spcPts val="3675"/>
              </a:spcBef>
            </a:pPr>
            <a:r>
              <a:rPr lang="en-US" altLang="en-US" sz="2800" dirty="0">
                <a:ea typeface="ＭＳ Ｐゴシック" panose="020B0600070205080204" pitchFamily="34" charset="-128"/>
              </a:rPr>
              <a:t>Disability = unable, incapable</a:t>
            </a:r>
          </a:p>
          <a:p>
            <a:pPr eaLnBrk="1" hangingPunct="1">
              <a:spcBef>
                <a:spcPts val="3675"/>
              </a:spcBef>
            </a:pPr>
            <a:r>
              <a:rPr lang="en-US" altLang="en-US" sz="2800" dirty="0">
                <a:ea typeface="ＭＳ Ｐゴシック" panose="020B0600070205080204" pitchFamily="34" charset="-128"/>
              </a:rPr>
              <a:t>Individual is to overcome limitations caused by disability in order to participate in society</a:t>
            </a:r>
          </a:p>
          <a:p>
            <a:pPr eaLnBrk="1" hangingPunct="1">
              <a:spcBef>
                <a:spcPts val="3675"/>
              </a:spcBef>
            </a:pPr>
            <a:r>
              <a:rPr lang="en-US" altLang="en-US" sz="2800" b="1" dirty="0">
                <a:ea typeface="ＭＳ Ｐゴシック" panose="020B0600070205080204" pitchFamily="34" charset="-128"/>
              </a:rPr>
              <a:t>Approach: </a:t>
            </a:r>
            <a:r>
              <a:rPr lang="en-US" altLang="en-US" sz="2800" dirty="0">
                <a:ea typeface="ＭＳ Ｐゴシック" panose="020B0600070205080204" pitchFamily="34" charset="-128"/>
              </a:rPr>
              <a:t>out of sight, out of mind</a:t>
            </a:r>
            <a:endParaRPr lang="en-US" altLang="en-US" sz="2000" dirty="0">
              <a:latin typeface="Times New Roman" panose="02020603050405020304" pitchFamily="18" charset="0"/>
              <a:ea typeface="ＭＳ Ｐゴシック" panose="020B0600070205080204" pitchFamily="34" charset="-128"/>
            </a:endParaRPr>
          </a:p>
        </p:txBody>
      </p:sp>
      <p:sp>
        <p:nvSpPr>
          <p:cNvPr id="17410" name="Text Box 5">
            <a:extLst>
              <a:ext uri="{FF2B5EF4-FFF2-40B4-BE49-F238E27FC236}">
                <a16:creationId xmlns:a16="http://schemas.microsoft.com/office/drawing/2014/main" id="{49F875FC-6D08-544F-8DB5-DDC02EF2993B}"/>
              </a:ext>
            </a:extLst>
          </p:cNvPr>
          <p:cNvSpPr txBox="1">
            <a:spLocks noChangeArrowheads="1"/>
          </p:cNvSpPr>
          <p:nvPr/>
        </p:nvSpPr>
        <p:spPr bwMode="auto">
          <a:xfrm>
            <a:off x="1143000" y="6308725"/>
            <a:ext cx="71628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400">
                <a:solidFill>
                  <a:schemeClr val="tx1"/>
                </a:solidFill>
                <a:latin typeface="Book Antiqua" panose="02040602050305030304" pitchFamily="18" charset="0"/>
                <a:ea typeface="ＭＳ Ｐゴシック" panose="020B0600070205080204" pitchFamily="34" charset="-128"/>
              </a:defRPr>
            </a:lvl1pPr>
            <a:lvl2pPr marL="742950" indent="-285750">
              <a:defRPr sz="2400">
                <a:solidFill>
                  <a:schemeClr val="tx1"/>
                </a:solidFill>
                <a:latin typeface="Book Antiqua" panose="02040602050305030304" pitchFamily="18" charset="0"/>
                <a:ea typeface="ＭＳ Ｐゴシック" panose="020B0600070205080204" pitchFamily="34" charset="-128"/>
              </a:defRPr>
            </a:lvl2pPr>
            <a:lvl3pPr marL="1143000" indent="-228600">
              <a:defRPr sz="2400">
                <a:solidFill>
                  <a:schemeClr val="tx1"/>
                </a:solidFill>
                <a:latin typeface="Book Antiqua" panose="02040602050305030304" pitchFamily="18" charset="0"/>
                <a:ea typeface="ＭＳ Ｐゴシック" panose="020B0600070205080204" pitchFamily="34" charset="-128"/>
              </a:defRPr>
            </a:lvl3pPr>
            <a:lvl4pPr marL="1600200" indent="-228600">
              <a:defRPr sz="2400">
                <a:solidFill>
                  <a:schemeClr val="tx1"/>
                </a:solidFill>
                <a:latin typeface="Book Antiqua" panose="02040602050305030304" pitchFamily="18" charset="0"/>
                <a:ea typeface="ＭＳ Ｐゴシック" panose="020B0600070205080204" pitchFamily="34" charset="-128"/>
              </a:defRPr>
            </a:lvl4pPr>
            <a:lvl5pPr marL="2057400" indent="-228600">
              <a:defRPr sz="24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9pPr>
          </a:lstStyle>
          <a:p>
            <a:pPr>
              <a:spcBef>
                <a:spcPct val="50000"/>
              </a:spcBef>
            </a:pPr>
            <a:r>
              <a:rPr lang="en-US" altLang="en-US" sz="1000">
                <a:latin typeface="Arial" panose="020B0604020202020204" pitchFamily="34" charset="0"/>
              </a:rPr>
              <a:t>SOURCE: Robert Silverstein, </a:t>
            </a:r>
            <a:r>
              <a:rPr lang="en-US" altLang="en-US" sz="1000" i="1">
                <a:latin typeface="Arial" panose="020B0604020202020204" pitchFamily="34" charset="0"/>
              </a:rPr>
              <a:t>Emerging Disability Policy Framework</a:t>
            </a:r>
          </a:p>
        </p:txBody>
      </p:sp>
      <p:sp>
        <p:nvSpPr>
          <p:cNvPr id="3" name="Pentagon 2">
            <a:extLst>
              <a:ext uri="{FF2B5EF4-FFF2-40B4-BE49-F238E27FC236}">
                <a16:creationId xmlns:a16="http://schemas.microsoft.com/office/drawing/2014/main" id="{E13FF32B-2941-9E4D-912A-2BE3685B8EA5}"/>
              </a:ext>
            </a:extLst>
          </p:cNvPr>
          <p:cNvSpPr/>
          <p:nvPr/>
        </p:nvSpPr>
        <p:spPr>
          <a:xfrm>
            <a:off x="228600" y="990600"/>
            <a:ext cx="2438400" cy="1600200"/>
          </a:xfrm>
          <a:prstGeom prst="homePlate">
            <a:avLst/>
          </a:prstGeom>
          <a:effectLst>
            <a:glow rad="139700">
              <a:schemeClr val="accent4">
                <a:satMod val="175000"/>
                <a:alpha val="40000"/>
              </a:schemeClr>
            </a:glow>
            <a:outerShdw blurRad="38100" dist="25400" dir="2700000" algn="br" rotWithShape="0">
              <a:srgbClr val="000000">
                <a:alpha val="60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r>
              <a:rPr lang="en-US" sz="2800" b="1" cap="small" dirty="0"/>
              <a:t>Old</a:t>
            </a:r>
          </a:p>
          <a:p>
            <a:pPr>
              <a:defRPr/>
            </a:pPr>
            <a:r>
              <a:rPr lang="en-US" sz="2800" b="1" cap="small" dirty="0"/>
              <a:t>Disability Paradigm</a:t>
            </a:r>
          </a:p>
        </p:txBody>
      </p:sp>
      <p:sp>
        <p:nvSpPr>
          <p:cNvPr id="17414" name="Slide Number Placeholder 3">
            <a:extLst>
              <a:ext uri="{FF2B5EF4-FFF2-40B4-BE49-F238E27FC236}">
                <a16:creationId xmlns:a16="http://schemas.microsoft.com/office/drawing/2014/main" id="{3DCAE9FB-9A9A-9D43-AA6A-A83307B7426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Book Antiqua" panose="02040602050305030304" pitchFamily="18" charset="0"/>
                <a:ea typeface="ＭＳ Ｐゴシック" panose="020B0600070205080204" pitchFamily="34" charset="-128"/>
              </a:defRPr>
            </a:lvl1pPr>
            <a:lvl2pPr marL="742950" indent="-285750">
              <a:defRPr sz="2400">
                <a:solidFill>
                  <a:schemeClr val="tx1"/>
                </a:solidFill>
                <a:latin typeface="Book Antiqua" panose="02040602050305030304" pitchFamily="18" charset="0"/>
                <a:ea typeface="ＭＳ Ｐゴシック" panose="020B0600070205080204" pitchFamily="34" charset="-128"/>
              </a:defRPr>
            </a:lvl2pPr>
            <a:lvl3pPr marL="1143000" indent="-228600">
              <a:defRPr sz="2400">
                <a:solidFill>
                  <a:schemeClr val="tx1"/>
                </a:solidFill>
                <a:latin typeface="Book Antiqua" panose="02040602050305030304" pitchFamily="18" charset="0"/>
                <a:ea typeface="ＭＳ Ｐゴシック" panose="020B0600070205080204" pitchFamily="34" charset="-128"/>
              </a:defRPr>
            </a:lvl3pPr>
            <a:lvl4pPr marL="1600200" indent="-228600">
              <a:defRPr sz="2400">
                <a:solidFill>
                  <a:schemeClr val="tx1"/>
                </a:solidFill>
                <a:latin typeface="Book Antiqua" panose="02040602050305030304" pitchFamily="18" charset="0"/>
                <a:ea typeface="ＭＳ Ｐゴシック" panose="020B0600070205080204" pitchFamily="34" charset="-128"/>
              </a:defRPr>
            </a:lvl4pPr>
            <a:lvl5pPr marL="2057400" indent="-228600">
              <a:defRPr sz="24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9pPr>
          </a:lstStyle>
          <a:p>
            <a:fld id="{0089C749-BEB4-A944-B985-3A84637DC98D}" type="slidenum">
              <a:rPr lang="en-US" altLang="en-US" sz="1400">
                <a:solidFill>
                  <a:srgbClr val="FFFFFF"/>
                </a:solidFill>
              </a:rPr>
              <a:pPr/>
              <a:t>5</a:t>
            </a:fld>
            <a:endParaRPr lang="en-US" altLang="en-US" sz="1400">
              <a:solidFill>
                <a:srgbClr val="FFFFFF"/>
              </a:solidFill>
            </a:endParaRPr>
          </a:p>
        </p:txBody>
      </p:sp>
    </p:spTree>
    <p:extLst>
      <p:ext uri="{BB962C8B-B14F-4D97-AF65-F5344CB8AC3E}">
        <p14:creationId xmlns:p14="http://schemas.microsoft.com/office/powerpoint/2010/main" val="1535355955"/>
      </p:ext>
    </p:extLst>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3" name="Picture 3" descr="250px-Fernald01.png">
            <a:extLst>
              <a:ext uri="{FF2B5EF4-FFF2-40B4-BE49-F238E27FC236}">
                <a16:creationId xmlns:a16="http://schemas.microsoft.com/office/drawing/2014/main" id="{72434071-78C9-CC4E-8C96-5BAF78CFA8C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7200" y="762000"/>
            <a:ext cx="2503488"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4" name="Picture 4" descr="20618262-standard.jpg">
            <a:extLst>
              <a:ext uri="{FF2B5EF4-FFF2-40B4-BE49-F238E27FC236}">
                <a16:creationId xmlns:a16="http://schemas.microsoft.com/office/drawing/2014/main" id="{3447BF43-0D12-C743-A019-EE5256BA6AC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657600" y="1066800"/>
            <a:ext cx="2600325"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5" name="Picture 5" descr="Danvers_State_Hospital_Danvers_Massachusetts_Kirkbride_Complex_circa_1893-700x476.jpg">
            <a:extLst>
              <a:ext uri="{FF2B5EF4-FFF2-40B4-BE49-F238E27FC236}">
                <a16:creationId xmlns:a16="http://schemas.microsoft.com/office/drawing/2014/main" id="{21C20329-1E87-E64D-8BF1-E171ABDE448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28600" y="4267200"/>
            <a:ext cx="3048000" cy="207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6" name="Picture 7" descr="PL60.jpg">
            <a:extLst>
              <a:ext uri="{FF2B5EF4-FFF2-40B4-BE49-F238E27FC236}">
                <a16:creationId xmlns:a16="http://schemas.microsoft.com/office/drawing/2014/main" id="{47E65360-3614-4D4A-BC19-661F408ACE0C}"/>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477000" y="2819400"/>
            <a:ext cx="2459038" cy="169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7" name="Slide Number Placeholder 10">
            <a:extLst>
              <a:ext uri="{FF2B5EF4-FFF2-40B4-BE49-F238E27FC236}">
                <a16:creationId xmlns:a16="http://schemas.microsoft.com/office/drawing/2014/main" id="{F3F9E52F-A0A7-D449-A372-D903CC22C12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Book Antiqua" panose="02040602050305030304" pitchFamily="18" charset="0"/>
                <a:ea typeface="ＭＳ Ｐゴシック" panose="020B0600070205080204" pitchFamily="34" charset="-128"/>
              </a:defRPr>
            </a:lvl1pPr>
            <a:lvl2pPr marL="742950" indent="-285750">
              <a:defRPr sz="2400">
                <a:solidFill>
                  <a:schemeClr val="tx1"/>
                </a:solidFill>
                <a:latin typeface="Book Antiqua" panose="02040602050305030304" pitchFamily="18" charset="0"/>
                <a:ea typeface="ＭＳ Ｐゴシック" panose="020B0600070205080204" pitchFamily="34" charset="-128"/>
              </a:defRPr>
            </a:lvl2pPr>
            <a:lvl3pPr marL="1143000" indent="-228600">
              <a:defRPr sz="2400">
                <a:solidFill>
                  <a:schemeClr val="tx1"/>
                </a:solidFill>
                <a:latin typeface="Book Antiqua" panose="02040602050305030304" pitchFamily="18" charset="0"/>
                <a:ea typeface="ＭＳ Ｐゴシック" panose="020B0600070205080204" pitchFamily="34" charset="-128"/>
              </a:defRPr>
            </a:lvl3pPr>
            <a:lvl4pPr marL="1600200" indent="-228600">
              <a:defRPr sz="2400">
                <a:solidFill>
                  <a:schemeClr val="tx1"/>
                </a:solidFill>
                <a:latin typeface="Book Antiqua" panose="02040602050305030304" pitchFamily="18" charset="0"/>
                <a:ea typeface="ＭＳ Ｐゴシック" panose="020B0600070205080204" pitchFamily="34" charset="-128"/>
              </a:defRPr>
            </a:lvl4pPr>
            <a:lvl5pPr marL="2057400" indent="-228600">
              <a:defRPr sz="24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9pPr>
          </a:lstStyle>
          <a:p>
            <a:fld id="{4EC2D491-6FEB-2343-83AD-BA74BF5151BF}" type="slidenum">
              <a:rPr lang="en-US" altLang="en-US" sz="1400">
                <a:solidFill>
                  <a:srgbClr val="FFFFFF"/>
                </a:solidFill>
              </a:rPr>
              <a:pPr/>
              <a:t>6</a:t>
            </a:fld>
            <a:endParaRPr lang="en-US" altLang="en-US" sz="1400">
              <a:solidFill>
                <a:srgbClr val="FFFFFF"/>
              </a:solidFill>
            </a:endParaRPr>
          </a:p>
        </p:txBody>
      </p:sp>
      <p:pic>
        <p:nvPicPr>
          <p:cNvPr id="18438" name="Picture 1" descr="29413-enz.jpg">
            <a:extLst>
              <a:ext uri="{FF2B5EF4-FFF2-40B4-BE49-F238E27FC236}">
                <a16:creationId xmlns:a16="http://schemas.microsoft.com/office/drawing/2014/main" id="{9AA69CDA-CF41-6845-A2DC-FF0680EDCEF5}"/>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3581400" y="3581400"/>
            <a:ext cx="2667000" cy="201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65332027"/>
      </p:ext>
    </p:extLst>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7" name="Picture 3" descr="special_education_class-mvw90d2hlry4bmdll4lhw4qwwtbg4r1xjvl3rfp22g.jpg">
            <a:extLst>
              <a:ext uri="{FF2B5EF4-FFF2-40B4-BE49-F238E27FC236}">
                <a16:creationId xmlns:a16="http://schemas.microsoft.com/office/drawing/2014/main" id="{301758A9-3A2E-FC45-B4C1-49500A9158E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838200"/>
            <a:ext cx="5430838"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58" name="Picture 4" descr="120109_CentralMOContracting_01__t_w600_h3000.jpg">
            <a:extLst>
              <a:ext uri="{FF2B5EF4-FFF2-40B4-BE49-F238E27FC236}">
                <a16:creationId xmlns:a16="http://schemas.microsoft.com/office/drawing/2014/main" id="{B6DCD50E-EF78-EB46-8C53-DFACAAA78CE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105400" y="3581400"/>
            <a:ext cx="32004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59" name="Picture 5" descr="images.jpeg">
            <a:extLst>
              <a:ext uri="{FF2B5EF4-FFF2-40B4-BE49-F238E27FC236}">
                <a16:creationId xmlns:a16="http://schemas.microsoft.com/office/drawing/2014/main" id="{E8D992B0-8BE0-FA4C-B314-17DDA212B37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33400" y="3657600"/>
            <a:ext cx="38100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0" name="Slide Number Placeholder 6">
            <a:extLst>
              <a:ext uri="{FF2B5EF4-FFF2-40B4-BE49-F238E27FC236}">
                <a16:creationId xmlns:a16="http://schemas.microsoft.com/office/drawing/2014/main" id="{43A4BF3D-8793-D549-9763-496C8E6C1AF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Book Antiqua" panose="02040602050305030304" pitchFamily="18" charset="0"/>
                <a:ea typeface="ＭＳ Ｐゴシック" panose="020B0600070205080204" pitchFamily="34" charset="-128"/>
              </a:defRPr>
            </a:lvl1pPr>
            <a:lvl2pPr marL="742950" indent="-285750">
              <a:defRPr sz="2400">
                <a:solidFill>
                  <a:schemeClr val="tx1"/>
                </a:solidFill>
                <a:latin typeface="Book Antiqua" panose="02040602050305030304" pitchFamily="18" charset="0"/>
                <a:ea typeface="ＭＳ Ｐゴシック" panose="020B0600070205080204" pitchFamily="34" charset="-128"/>
              </a:defRPr>
            </a:lvl2pPr>
            <a:lvl3pPr marL="1143000" indent="-228600">
              <a:defRPr sz="2400">
                <a:solidFill>
                  <a:schemeClr val="tx1"/>
                </a:solidFill>
                <a:latin typeface="Book Antiqua" panose="02040602050305030304" pitchFamily="18" charset="0"/>
                <a:ea typeface="ＭＳ Ｐゴシック" panose="020B0600070205080204" pitchFamily="34" charset="-128"/>
              </a:defRPr>
            </a:lvl3pPr>
            <a:lvl4pPr marL="1600200" indent="-228600">
              <a:defRPr sz="2400">
                <a:solidFill>
                  <a:schemeClr val="tx1"/>
                </a:solidFill>
                <a:latin typeface="Book Antiqua" panose="02040602050305030304" pitchFamily="18" charset="0"/>
                <a:ea typeface="ＭＳ Ｐゴシック" panose="020B0600070205080204" pitchFamily="34" charset="-128"/>
              </a:defRPr>
            </a:lvl4pPr>
            <a:lvl5pPr marL="2057400" indent="-228600">
              <a:defRPr sz="24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9pPr>
          </a:lstStyle>
          <a:p>
            <a:fld id="{F3A786A0-D180-F544-9B07-9D552D7CF757}" type="slidenum">
              <a:rPr lang="en-US" altLang="en-US" sz="1400">
                <a:solidFill>
                  <a:srgbClr val="FFFFFF"/>
                </a:solidFill>
              </a:rPr>
              <a:pPr/>
              <a:t>7</a:t>
            </a:fld>
            <a:endParaRPr lang="en-US" altLang="en-US" sz="1400">
              <a:solidFill>
                <a:srgbClr val="FFFFFF"/>
              </a:solidFill>
            </a:endParaRPr>
          </a:p>
        </p:txBody>
      </p:sp>
    </p:spTree>
    <p:extLst>
      <p:ext uri="{BB962C8B-B14F-4D97-AF65-F5344CB8AC3E}">
        <p14:creationId xmlns:p14="http://schemas.microsoft.com/office/powerpoint/2010/main" val="409769945"/>
      </p:ext>
    </p:extLst>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3">
            <a:extLst>
              <a:ext uri="{FF2B5EF4-FFF2-40B4-BE49-F238E27FC236}">
                <a16:creationId xmlns:a16="http://schemas.microsoft.com/office/drawing/2014/main" id="{E1792971-7717-714E-A5CF-E4D6B773223E}"/>
              </a:ext>
            </a:extLst>
          </p:cNvPr>
          <p:cNvSpPr>
            <a:spLocks noGrp="1"/>
          </p:cNvSpPr>
          <p:nvPr>
            <p:ph idx="1"/>
          </p:nvPr>
        </p:nvSpPr>
        <p:spPr>
          <a:xfrm>
            <a:off x="2743200" y="1066800"/>
            <a:ext cx="5867400" cy="3200400"/>
          </a:xfrm>
        </p:spPr>
        <p:txBody>
          <a:bodyPr/>
          <a:lstStyle/>
          <a:p>
            <a:pPr eaLnBrk="1" hangingPunct="1">
              <a:lnSpc>
                <a:spcPts val="2975"/>
              </a:lnSpc>
            </a:pPr>
            <a:r>
              <a:rPr lang="en-US" altLang="en-US" b="1" dirty="0">
                <a:ea typeface="ＭＳ Ｐゴシック" panose="020B0600070205080204" pitchFamily="34" charset="-128"/>
              </a:rPr>
              <a:t>Disability: </a:t>
            </a:r>
            <a:r>
              <a:rPr lang="en-US" altLang="en-US" i="1" dirty="0">
                <a:ea typeface="ＭＳ Ｐゴシック" panose="020B0600070205080204" pitchFamily="34" charset="-128"/>
              </a:rPr>
              <a:t>natural part of human experience </a:t>
            </a:r>
            <a:r>
              <a:rPr lang="en-US" altLang="en-US" dirty="0">
                <a:ea typeface="ＭＳ Ｐゴシック" panose="020B0600070205080204" pitchFamily="34" charset="-128"/>
              </a:rPr>
              <a:t>that in no way diminishes a person</a:t>
            </a:r>
            <a:r>
              <a:rPr lang="ja-JP" altLang="en-US">
                <a:ea typeface="ＭＳ Ｐゴシック" panose="020B0600070205080204" pitchFamily="34" charset="-128"/>
              </a:rPr>
              <a:t>’</a:t>
            </a:r>
            <a:r>
              <a:rPr lang="en-US" altLang="ja-JP" dirty="0">
                <a:ea typeface="ＭＳ Ｐゴシック" panose="020B0600070205080204" pitchFamily="34" charset="-128"/>
              </a:rPr>
              <a:t>s right to fully participate in all aspects of life</a:t>
            </a:r>
            <a:br>
              <a:rPr lang="en-US" altLang="ja-JP" dirty="0">
                <a:ea typeface="ＭＳ Ｐゴシック" panose="020B0600070205080204" pitchFamily="34" charset="-128"/>
              </a:rPr>
            </a:br>
            <a:endParaRPr lang="en-US" altLang="ja-JP" dirty="0">
              <a:ea typeface="ＭＳ Ｐゴシック" panose="020B0600070205080204" pitchFamily="34" charset="-128"/>
            </a:endParaRPr>
          </a:p>
          <a:p>
            <a:pPr eaLnBrk="1" hangingPunct="1">
              <a:lnSpc>
                <a:spcPts val="2975"/>
              </a:lnSpc>
            </a:pPr>
            <a:r>
              <a:rPr lang="en-US" altLang="en-US" b="1" dirty="0">
                <a:ea typeface="ＭＳ Ｐゴシック" panose="020B0600070205080204" pitchFamily="34" charset="-128"/>
              </a:rPr>
              <a:t>Mission of public policy:</a:t>
            </a:r>
            <a:br>
              <a:rPr lang="en-US" altLang="en-US" b="1" dirty="0">
                <a:ea typeface="ＭＳ Ｐゴシック" panose="020B0600070205080204" pitchFamily="34" charset="-128"/>
              </a:rPr>
            </a:br>
            <a:r>
              <a:rPr lang="en-US" altLang="en-US" dirty="0">
                <a:ea typeface="ＭＳ Ｐゴシック" panose="020B0600070205080204" pitchFamily="34" charset="-128"/>
              </a:rPr>
              <a:t>Fix environment, </a:t>
            </a:r>
            <a:r>
              <a:rPr lang="en-US" altLang="en-US" i="1" dirty="0">
                <a:ea typeface="ＭＳ Ｐゴシック" panose="020B0600070205080204" pitchFamily="34" charset="-128"/>
              </a:rPr>
              <a:t>not individual</a:t>
            </a:r>
            <a:endParaRPr lang="en-US" altLang="en-US" i="1" dirty="0">
              <a:latin typeface="Times New Roman" panose="02020603050405020304" pitchFamily="18" charset="0"/>
              <a:ea typeface="ＭＳ Ｐゴシック" panose="020B0600070205080204" pitchFamily="34" charset="-128"/>
            </a:endParaRPr>
          </a:p>
        </p:txBody>
      </p:sp>
      <p:sp>
        <p:nvSpPr>
          <p:cNvPr id="20482" name="Text Box 5">
            <a:extLst>
              <a:ext uri="{FF2B5EF4-FFF2-40B4-BE49-F238E27FC236}">
                <a16:creationId xmlns:a16="http://schemas.microsoft.com/office/drawing/2014/main" id="{8F46D37C-CDA3-B547-B524-F0C92D142687}"/>
              </a:ext>
            </a:extLst>
          </p:cNvPr>
          <p:cNvSpPr txBox="1">
            <a:spLocks noChangeArrowheads="1"/>
          </p:cNvSpPr>
          <p:nvPr/>
        </p:nvSpPr>
        <p:spPr bwMode="auto">
          <a:xfrm>
            <a:off x="228600" y="6477000"/>
            <a:ext cx="71628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400">
                <a:solidFill>
                  <a:schemeClr val="tx1"/>
                </a:solidFill>
                <a:latin typeface="Book Antiqua" panose="02040602050305030304" pitchFamily="18" charset="0"/>
                <a:ea typeface="ＭＳ Ｐゴシック" panose="020B0600070205080204" pitchFamily="34" charset="-128"/>
              </a:defRPr>
            </a:lvl1pPr>
            <a:lvl2pPr marL="742950" indent="-285750">
              <a:defRPr sz="2400">
                <a:solidFill>
                  <a:schemeClr val="tx1"/>
                </a:solidFill>
                <a:latin typeface="Book Antiqua" panose="02040602050305030304" pitchFamily="18" charset="0"/>
                <a:ea typeface="ＭＳ Ｐゴシック" panose="020B0600070205080204" pitchFamily="34" charset="-128"/>
              </a:defRPr>
            </a:lvl2pPr>
            <a:lvl3pPr marL="1143000" indent="-228600">
              <a:defRPr sz="2400">
                <a:solidFill>
                  <a:schemeClr val="tx1"/>
                </a:solidFill>
                <a:latin typeface="Book Antiqua" panose="02040602050305030304" pitchFamily="18" charset="0"/>
                <a:ea typeface="ＭＳ Ｐゴシック" panose="020B0600070205080204" pitchFamily="34" charset="-128"/>
              </a:defRPr>
            </a:lvl3pPr>
            <a:lvl4pPr marL="1600200" indent="-228600">
              <a:defRPr sz="2400">
                <a:solidFill>
                  <a:schemeClr val="tx1"/>
                </a:solidFill>
                <a:latin typeface="Book Antiqua" panose="02040602050305030304" pitchFamily="18" charset="0"/>
                <a:ea typeface="ＭＳ Ｐゴシック" panose="020B0600070205080204" pitchFamily="34" charset="-128"/>
              </a:defRPr>
            </a:lvl4pPr>
            <a:lvl5pPr marL="2057400" indent="-228600">
              <a:defRPr sz="24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9pPr>
          </a:lstStyle>
          <a:p>
            <a:pPr>
              <a:spcBef>
                <a:spcPct val="50000"/>
              </a:spcBef>
            </a:pPr>
            <a:r>
              <a:rPr lang="en-US" altLang="en-US" sz="1000">
                <a:latin typeface="Arial" panose="020B0604020202020204" pitchFamily="34" charset="0"/>
              </a:rPr>
              <a:t>SOURCE: Robert Silverstein, </a:t>
            </a:r>
            <a:r>
              <a:rPr lang="en-US" altLang="en-US" sz="1000" i="1">
                <a:latin typeface="Arial" panose="020B0604020202020204" pitchFamily="34" charset="0"/>
              </a:rPr>
              <a:t>Emerging Disability Policy Framework</a:t>
            </a:r>
          </a:p>
        </p:txBody>
      </p:sp>
      <p:pic>
        <p:nvPicPr>
          <p:cNvPr id="20483" name="Picture 2" descr="408px-Disability_symbols.svg.png">
            <a:extLst>
              <a:ext uri="{FF2B5EF4-FFF2-40B4-BE49-F238E27FC236}">
                <a16:creationId xmlns:a16="http://schemas.microsoft.com/office/drawing/2014/main" id="{D911AF4B-FDAF-844D-9A13-EF2E6239670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4724400"/>
            <a:ext cx="17526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Pentagon 3">
            <a:extLst>
              <a:ext uri="{FF2B5EF4-FFF2-40B4-BE49-F238E27FC236}">
                <a16:creationId xmlns:a16="http://schemas.microsoft.com/office/drawing/2014/main" id="{A322BA48-2F98-0045-981E-79248FF59919}"/>
              </a:ext>
            </a:extLst>
          </p:cNvPr>
          <p:cNvSpPr/>
          <p:nvPr/>
        </p:nvSpPr>
        <p:spPr>
          <a:xfrm>
            <a:off x="152400" y="685800"/>
            <a:ext cx="2362200" cy="1295400"/>
          </a:xfrm>
          <a:prstGeom prst="homePlate">
            <a:avLst/>
          </a:prstGeom>
          <a:effectLst>
            <a:glow rad="139700">
              <a:schemeClr val="accent3">
                <a:satMod val="175000"/>
                <a:alpha val="40000"/>
              </a:schemeClr>
            </a:glow>
          </a:effectLst>
        </p:spPr>
        <p:style>
          <a:lnRef idx="1">
            <a:schemeClr val="accent6"/>
          </a:lnRef>
          <a:fillRef idx="2">
            <a:schemeClr val="accent6"/>
          </a:fillRef>
          <a:effectRef idx="1">
            <a:schemeClr val="accent6"/>
          </a:effectRef>
          <a:fontRef idx="minor">
            <a:schemeClr val="dk1"/>
          </a:fontRef>
        </p:style>
        <p:txBody>
          <a:bodyPr anchor="ctr"/>
          <a:lstStyle/>
          <a:p>
            <a:pPr>
              <a:defRPr/>
            </a:pPr>
            <a:r>
              <a:rPr lang="en-US" b="1" cap="small" dirty="0"/>
              <a:t>New Disability Paradigm</a:t>
            </a:r>
          </a:p>
        </p:txBody>
      </p:sp>
      <p:sp>
        <p:nvSpPr>
          <p:cNvPr id="20487" name="Slide Number Placeholder 4">
            <a:extLst>
              <a:ext uri="{FF2B5EF4-FFF2-40B4-BE49-F238E27FC236}">
                <a16:creationId xmlns:a16="http://schemas.microsoft.com/office/drawing/2014/main" id="{BCE6CAEB-85FF-A84E-91CF-20270A60BB4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Book Antiqua" panose="02040602050305030304" pitchFamily="18" charset="0"/>
                <a:ea typeface="ＭＳ Ｐゴシック" panose="020B0600070205080204" pitchFamily="34" charset="-128"/>
              </a:defRPr>
            </a:lvl1pPr>
            <a:lvl2pPr marL="742950" indent="-285750">
              <a:defRPr sz="2400">
                <a:solidFill>
                  <a:schemeClr val="tx1"/>
                </a:solidFill>
                <a:latin typeface="Book Antiqua" panose="02040602050305030304" pitchFamily="18" charset="0"/>
                <a:ea typeface="ＭＳ Ｐゴシック" panose="020B0600070205080204" pitchFamily="34" charset="-128"/>
              </a:defRPr>
            </a:lvl2pPr>
            <a:lvl3pPr marL="1143000" indent="-228600">
              <a:defRPr sz="2400">
                <a:solidFill>
                  <a:schemeClr val="tx1"/>
                </a:solidFill>
                <a:latin typeface="Book Antiqua" panose="02040602050305030304" pitchFamily="18" charset="0"/>
                <a:ea typeface="ＭＳ Ｐゴシック" panose="020B0600070205080204" pitchFamily="34" charset="-128"/>
              </a:defRPr>
            </a:lvl3pPr>
            <a:lvl4pPr marL="1600200" indent="-228600">
              <a:defRPr sz="2400">
                <a:solidFill>
                  <a:schemeClr val="tx1"/>
                </a:solidFill>
                <a:latin typeface="Book Antiqua" panose="02040602050305030304" pitchFamily="18" charset="0"/>
                <a:ea typeface="ＭＳ Ｐゴシック" panose="020B0600070205080204" pitchFamily="34" charset="-128"/>
              </a:defRPr>
            </a:lvl4pPr>
            <a:lvl5pPr marL="2057400" indent="-228600">
              <a:defRPr sz="24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9pPr>
          </a:lstStyle>
          <a:p>
            <a:fld id="{928B741D-534B-A445-BB3D-3312BF78BEE7}" type="slidenum">
              <a:rPr lang="en-US" altLang="en-US" sz="1400">
                <a:solidFill>
                  <a:srgbClr val="FFFFFF"/>
                </a:solidFill>
              </a:rPr>
              <a:pPr/>
              <a:t>8</a:t>
            </a:fld>
            <a:endParaRPr lang="en-US" altLang="en-US" sz="1400">
              <a:solidFill>
                <a:srgbClr val="FFFFFF"/>
              </a:solidFill>
            </a:endParaRPr>
          </a:p>
        </p:txBody>
      </p:sp>
    </p:spTree>
    <p:extLst>
      <p:ext uri="{BB962C8B-B14F-4D97-AF65-F5344CB8AC3E}">
        <p14:creationId xmlns:p14="http://schemas.microsoft.com/office/powerpoint/2010/main" val="605832151"/>
      </p:ext>
    </p:extLst>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F2CCD-2EA5-E34F-80C5-1B9DE4359CE1}"/>
              </a:ext>
            </a:extLst>
          </p:cNvPr>
          <p:cNvSpPr>
            <a:spLocks noGrp="1"/>
          </p:cNvSpPr>
          <p:nvPr>
            <p:ph type="title"/>
          </p:nvPr>
        </p:nvSpPr>
        <p:spPr>
          <a:xfrm>
            <a:off x="685800" y="1295400"/>
            <a:ext cx="8229600" cy="2438400"/>
          </a:xfrm>
          <a:effectLst>
            <a:glow rad="101600">
              <a:schemeClr val="accent3">
                <a:satMod val="175000"/>
                <a:alpha val="40000"/>
              </a:schemeClr>
            </a:glow>
            <a:outerShdw blurRad="38100" dist="25400" dir="2700000" algn="br" rotWithShape="0">
              <a:srgbClr val="000000">
                <a:alpha val="60000"/>
              </a:srgbClr>
            </a:outerShdw>
          </a:effectLst>
          <a:sp3d contourW="6350">
            <a:bevelT w="29210" h="12700" prst="divot"/>
            <a:contourClr>
              <a:schemeClr val="accent6">
                <a:shade val="30000"/>
                <a:satMod val="130000"/>
              </a:schemeClr>
            </a:contourClr>
          </a:sp3d>
        </p:spPr>
        <p:style>
          <a:lnRef idx="0">
            <a:schemeClr val="accent6"/>
          </a:lnRef>
          <a:fillRef idx="3">
            <a:schemeClr val="accent6"/>
          </a:fillRef>
          <a:effectRef idx="3">
            <a:schemeClr val="accent6"/>
          </a:effectRef>
          <a:fontRef idx="minor">
            <a:schemeClr val="lt1"/>
          </a:fontRef>
        </p:style>
        <p:txBody>
          <a:bodyPr wrap="square" numCol="1" anchorCtr="0" compatLnSpc="1">
            <a:prstTxWarp prst="textNoShape">
              <a:avLst/>
            </a:prstTxWarp>
          </a:bodyPr>
          <a:lstStyle>
            <a:lvl1pPr>
              <a:defRPr sz="2400">
                <a:solidFill>
                  <a:schemeClr val="tx1"/>
                </a:solidFill>
                <a:latin typeface="Book Antiqua" panose="02040602050305030304" pitchFamily="18" charset="0"/>
                <a:ea typeface="ＭＳ Ｐゴシック" panose="020B0600070205080204" pitchFamily="34" charset="-128"/>
              </a:defRPr>
            </a:lvl1pPr>
            <a:lvl2pPr marL="742950" indent="-285750">
              <a:defRPr sz="2400">
                <a:solidFill>
                  <a:schemeClr val="tx1"/>
                </a:solidFill>
                <a:latin typeface="Book Antiqua" panose="02040602050305030304" pitchFamily="18" charset="0"/>
                <a:ea typeface="ＭＳ Ｐゴシック" panose="020B0600070205080204" pitchFamily="34" charset="-128"/>
              </a:defRPr>
            </a:lvl2pPr>
            <a:lvl3pPr marL="1143000" indent="-228600">
              <a:defRPr sz="2400">
                <a:solidFill>
                  <a:schemeClr val="tx1"/>
                </a:solidFill>
                <a:latin typeface="Book Antiqua" panose="02040602050305030304" pitchFamily="18" charset="0"/>
                <a:ea typeface="ＭＳ Ｐゴシック" panose="020B0600070205080204" pitchFamily="34" charset="-128"/>
              </a:defRPr>
            </a:lvl3pPr>
            <a:lvl4pPr marL="1600200" indent="-228600">
              <a:defRPr sz="2400">
                <a:solidFill>
                  <a:schemeClr val="tx1"/>
                </a:solidFill>
                <a:latin typeface="Book Antiqua" panose="02040602050305030304" pitchFamily="18" charset="0"/>
                <a:ea typeface="ＭＳ Ｐゴシック" panose="020B0600070205080204" pitchFamily="34" charset="-128"/>
              </a:defRPr>
            </a:lvl4pPr>
            <a:lvl5pPr marL="2057400" indent="-228600">
              <a:defRPr sz="24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9pPr>
          </a:lstStyle>
          <a:p>
            <a:pPr algn="ctr">
              <a:defRPr/>
            </a:pPr>
            <a:r>
              <a:rPr lang="en-US" altLang="en-US" sz="3600">
                <a:solidFill>
                  <a:srgbClr val="FFFFFF"/>
                </a:solidFill>
                <a:latin typeface="Arial" panose="020B0604020202020204" pitchFamily="34" charset="0"/>
              </a:rPr>
              <a:t>“My disability exists</a:t>
            </a:r>
            <a:br>
              <a:rPr lang="en-US" altLang="en-US" sz="3600">
                <a:solidFill>
                  <a:srgbClr val="FFFFFF"/>
                </a:solidFill>
                <a:latin typeface="Arial" panose="020B0604020202020204" pitchFamily="34" charset="0"/>
              </a:rPr>
            </a:br>
            <a:r>
              <a:rPr lang="en-US" altLang="en-US" sz="3600">
                <a:solidFill>
                  <a:srgbClr val="FFFFFF"/>
                </a:solidFill>
                <a:latin typeface="Arial" panose="020B0604020202020204" pitchFamily="34" charset="0"/>
              </a:rPr>
              <a:t>not because I use a wheelchair,</a:t>
            </a:r>
            <a:br>
              <a:rPr lang="en-US" altLang="en-US" sz="3600">
                <a:solidFill>
                  <a:srgbClr val="FFFFFF"/>
                </a:solidFill>
                <a:latin typeface="Arial" panose="020B0604020202020204" pitchFamily="34" charset="0"/>
              </a:rPr>
            </a:br>
            <a:r>
              <a:rPr lang="en-US" altLang="en-US" sz="3600">
                <a:solidFill>
                  <a:srgbClr val="FFFFFF"/>
                </a:solidFill>
                <a:latin typeface="Arial" panose="020B0604020202020204" pitchFamily="34" charset="0"/>
              </a:rPr>
              <a:t>but because the broader environment </a:t>
            </a:r>
            <a:br>
              <a:rPr lang="en-US" altLang="en-US" sz="3600">
                <a:solidFill>
                  <a:srgbClr val="FFFFFF"/>
                </a:solidFill>
                <a:latin typeface="Arial" panose="020B0604020202020204" pitchFamily="34" charset="0"/>
              </a:rPr>
            </a:br>
            <a:r>
              <a:rPr lang="en-US" altLang="en-US" sz="3600">
                <a:solidFill>
                  <a:srgbClr val="FFFFFF"/>
                </a:solidFill>
                <a:latin typeface="Arial" panose="020B0604020202020204" pitchFamily="34" charset="0"/>
              </a:rPr>
              <a:t>isn't accessible.”</a:t>
            </a:r>
          </a:p>
        </p:txBody>
      </p:sp>
      <p:sp>
        <p:nvSpPr>
          <p:cNvPr id="22532" name="Content Placeholder 2">
            <a:extLst>
              <a:ext uri="{FF2B5EF4-FFF2-40B4-BE49-F238E27FC236}">
                <a16:creationId xmlns:a16="http://schemas.microsoft.com/office/drawing/2014/main" id="{436F8E08-67BF-E94E-B100-6D17C513A9BE}"/>
              </a:ext>
            </a:extLst>
          </p:cNvPr>
          <p:cNvSpPr>
            <a:spLocks noGrp="1"/>
          </p:cNvSpPr>
          <p:nvPr>
            <p:ph idx="1"/>
          </p:nvPr>
        </p:nvSpPr>
        <p:spPr>
          <a:xfrm>
            <a:off x="6019800" y="5562600"/>
            <a:ext cx="2362200" cy="685800"/>
          </a:xfrm>
        </p:spPr>
        <p:txBody>
          <a:bodyPr/>
          <a:lstStyle/>
          <a:p>
            <a:r>
              <a:rPr lang="en-US" altLang="en-US">
                <a:ea typeface="ＭＳ Ｐゴシック" panose="020B0600070205080204" pitchFamily="34" charset="-128"/>
              </a:rPr>
              <a:t>Stella Young</a:t>
            </a:r>
          </a:p>
        </p:txBody>
      </p:sp>
      <p:sp>
        <p:nvSpPr>
          <p:cNvPr id="22533" name="Slide Number Placeholder 3">
            <a:extLst>
              <a:ext uri="{FF2B5EF4-FFF2-40B4-BE49-F238E27FC236}">
                <a16:creationId xmlns:a16="http://schemas.microsoft.com/office/drawing/2014/main" id="{4801C224-953E-0545-9A19-F3A1FC72521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Book Antiqua" panose="02040602050305030304" pitchFamily="18" charset="0"/>
                <a:ea typeface="ＭＳ Ｐゴシック" panose="020B0600070205080204" pitchFamily="34" charset="-128"/>
              </a:defRPr>
            </a:lvl1pPr>
            <a:lvl2pPr marL="742950" indent="-285750">
              <a:defRPr sz="2400">
                <a:solidFill>
                  <a:schemeClr val="tx1"/>
                </a:solidFill>
                <a:latin typeface="Book Antiqua" panose="02040602050305030304" pitchFamily="18" charset="0"/>
                <a:ea typeface="ＭＳ Ｐゴシック" panose="020B0600070205080204" pitchFamily="34" charset="-128"/>
              </a:defRPr>
            </a:lvl2pPr>
            <a:lvl3pPr marL="1143000" indent="-228600">
              <a:defRPr sz="2400">
                <a:solidFill>
                  <a:schemeClr val="tx1"/>
                </a:solidFill>
                <a:latin typeface="Book Antiqua" panose="02040602050305030304" pitchFamily="18" charset="0"/>
                <a:ea typeface="ＭＳ Ｐゴシック" panose="020B0600070205080204" pitchFamily="34" charset="-128"/>
              </a:defRPr>
            </a:lvl3pPr>
            <a:lvl4pPr marL="1600200" indent="-228600">
              <a:defRPr sz="2400">
                <a:solidFill>
                  <a:schemeClr val="tx1"/>
                </a:solidFill>
                <a:latin typeface="Book Antiqua" panose="02040602050305030304" pitchFamily="18" charset="0"/>
                <a:ea typeface="ＭＳ Ｐゴシック" panose="020B0600070205080204" pitchFamily="34" charset="-128"/>
              </a:defRPr>
            </a:lvl4pPr>
            <a:lvl5pPr marL="2057400" indent="-228600">
              <a:defRPr sz="24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9pPr>
          </a:lstStyle>
          <a:p>
            <a:fld id="{2F3E9A9B-42A4-0D4D-9DEF-B5B96A231DF3}" type="slidenum">
              <a:rPr lang="en-US" altLang="en-US" sz="1400">
                <a:solidFill>
                  <a:srgbClr val="FFFFFF"/>
                </a:solidFill>
              </a:rPr>
              <a:pPr/>
              <a:t>9</a:t>
            </a:fld>
            <a:endParaRPr lang="en-US" altLang="en-US" sz="1400">
              <a:solidFill>
                <a:srgbClr val="FFFFFF"/>
              </a:solidFill>
            </a:endParaRPr>
          </a:p>
        </p:txBody>
      </p:sp>
      <p:pic>
        <p:nvPicPr>
          <p:cNvPr id="22534" name="Picture 5" descr="Unknown.jpeg">
            <a:extLst>
              <a:ext uri="{FF2B5EF4-FFF2-40B4-BE49-F238E27FC236}">
                <a16:creationId xmlns:a16="http://schemas.microsoft.com/office/drawing/2014/main" id="{58373726-B67D-3647-92CD-E98F223EAD4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4343400"/>
            <a:ext cx="37973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91439575"/>
      </p:ext>
    </p:extLst>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BB7A5F9-10F0-D04C-A223-8CF2AC6AA23C}"/>
              </a:ext>
            </a:extLst>
          </p:cNvPr>
          <p:cNvSpPr>
            <a:spLocks noGrp="1"/>
          </p:cNvSpPr>
          <p:nvPr>
            <p:ph type="sldNum" sz="quarter" idx="12"/>
          </p:nvPr>
        </p:nvSpPr>
        <p:spPr/>
        <p:txBody>
          <a:bodyPr/>
          <a:lstStyle/>
          <a:p>
            <a:pPr>
              <a:defRPr/>
            </a:pPr>
            <a:fld id="{6DFFECAE-5558-FC4F-A5D5-814DD6134961}" type="slidenum">
              <a:rPr lang="en-US" altLang="en-US" smtClean="0"/>
              <a:pPr>
                <a:defRPr/>
              </a:pPr>
              <a:t>10</a:t>
            </a:fld>
            <a:endParaRPr lang="en-US" altLang="en-US"/>
          </a:p>
        </p:txBody>
      </p:sp>
      <p:pic>
        <p:nvPicPr>
          <p:cNvPr id="6" name="Picture 5" descr="A close up of a sign&#10;&#10;Description automatically generated">
            <a:extLst>
              <a:ext uri="{FF2B5EF4-FFF2-40B4-BE49-F238E27FC236}">
                <a16:creationId xmlns:a16="http://schemas.microsoft.com/office/drawing/2014/main" id="{668E5C64-2715-D246-AB1E-D188EC70CE9B}"/>
              </a:ext>
            </a:extLst>
          </p:cNvPr>
          <p:cNvPicPr>
            <a:picLocks noChangeAspect="1"/>
          </p:cNvPicPr>
          <p:nvPr/>
        </p:nvPicPr>
        <p:blipFill>
          <a:blip r:embed="rId3"/>
          <a:stretch>
            <a:fillRect/>
          </a:stretch>
        </p:blipFill>
        <p:spPr>
          <a:xfrm>
            <a:off x="0" y="1554480"/>
            <a:ext cx="9144000" cy="3749040"/>
          </a:xfrm>
          <a:prstGeom prst="rect">
            <a:avLst/>
          </a:prstGeom>
        </p:spPr>
      </p:pic>
    </p:spTree>
    <p:extLst>
      <p:ext uri="{BB962C8B-B14F-4D97-AF65-F5344CB8AC3E}">
        <p14:creationId xmlns:p14="http://schemas.microsoft.com/office/powerpoint/2010/main" val="2527271436"/>
      </p:ext>
    </p:extLst>
  </p:cSld>
  <p:clrMapOvr>
    <a:masterClrMapping/>
  </p:clrMapOvr>
  <p:transition spd="med">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7" name="Picture 3" descr="1119230.jpg">
            <a:extLst>
              <a:ext uri="{FF2B5EF4-FFF2-40B4-BE49-F238E27FC236}">
                <a16:creationId xmlns:a16="http://schemas.microsoft.com/office/drawing/2014/main" id="{16C249D2-82D6-0A41-8254-176E6B9909D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219200"/>
            <a:ext cx="3673475"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78" name="Picture 4" descr="edcan-v53-n2-specht.png.jpeg">
            <a:extLst>
              <a:ext uri="{FF2B5EF4-FFF2-40B4-BE49-F238E27FC236}">
                <a16:creationId xmlns:a16="http://schemas.microsoft.com/office/drawing/2014/main" id="{3159625B-93FB-5243-992F-26D50464DE3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4800" y="4495800"/>
            <a:ext cx="382905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79" name="Picture 7" descr="disability-inclusion-football.ashx.jpeg">
            <a:extLst>
              <a:ext uri="{FF2B5EF4-FFF2-40B4-BE49-F238E27FC236}">
                <a16:creationId xmlns:a16="http://schemas.microsoft.com/office/drawing/2014/main" id="{72C13855-9B6F-6E49-9FA6-DC8B60E149AE}"/>
              </a:ext>
            </a:extLst>
          </p:cNvPr>
          <p:cNvPicPr>
            <a:picLocks noChangeAspect="1"/>
          </p:cNvPicPr>
          <p:nvPr/>
        </p:nvPicPr>
        <p:blipFill>
          <a:blip r:embed="rId4">
            <a:extLst>
              <a:ext uri="{28A0092B-C50C-407E-A947-70E740481C1C}">
                <a14:useLocalDpi xmlns:a14="http://schemas.microsoft.com/office/drawing/2010/main" val="0"/>
              </a:ext>
            </a:extLst>
          </a:blip>
          <a:srcRect b="5556"/>
          <a:stretch>
            <a:fillRect/>
          </a:stretch>
        </p:blipFill>
        <p:spPr bwMode="auto">
          <a:xfrm>
            <a:off x="4495800" y="3581400"/>
            <a:ext cx="4060825" cy="215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0" name="Picture 8" descr="iStock_000064305807_Large_Friedman.jpg.736x0_q85.jpg">
            <a:extLst>
              <a:ext uri="{FF2B5EF4-FFF2-40B4-BE49-F238E27FC236}">
                <a16:creationId xmlns:a16="http://schemas.microsoft.com/office/drawing/2014/main" id="{A9F9E909-B992-9947-A976-E7285F1AB648}"/>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800600" y="609600"/>
            <a:ext cx="3505200" cy="233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1" name="Slide Number Placeholder 9">
            <a:extLst>
              <a:ext uri="{FF2B5EF4-FFF2-40B4-BE49-F238E27FC236}">
                <a16:creationId xmlns:a16="http://schemas.microsoft.com/office/drawing/2014/main" id="{93C39389-775C-B041-96B8-9453BEE962A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Book Antiqua" panose="02040602050305030304" pitchFamily="18" charset="0"/>
                <a:ea typeface="ＭＳ Ｐゴシック" panose="020B0600070205080204" pitchFamily="34" charset="-128"/>
              </a:defRPr>
            </a:lvl1pPr>
            <a:lvl2pPr marL="742950" indent="-285750">
              <a:defRPr sz="2400">
                <a:solidFill>
                  <a:schemeClr val="tx1"/>
                </a:solidFill>
                <a:latin typeface="Book Antiqua" panose="02040602050305030304" pitchFamily="18" charset="0"/>
                <a:ea typeface="ＭＳ Ｐゴシック" panose="020B0600070205080204" pitchFamily="34" charset="-128"/>
              </a:defRPr>
            </a:lvl2pPr>
            <a:lvl3pPr marL="1143000" indent="-228600">
              <a:defRPr sz="2400">
                <a:solidFill>
                  <a:schemeClr val="tx1"/>
                </a:solidFill>
                <a:latin typeface="Book Antiqua" panose="02040602050305030304" pitchFamily="18" charset="0"/>
                <a:ea typeface="ＭＳ Ｐゴシック" panose="020B0600070205080204" pitchFamily="34" charset="-128"/>
              </a:defRPr>
            </a:lvl3pPr>
            <a:lvl4pPr marL="1600200" indent="-228600">
              <a:defRPr sz="2400">
                <a:solidFill>
                  <a:schemeClr val="tx1"/>
                </a:solidFill>
                <a:latin typeface="Book Antiqua" panose="02040602050305030304" pitchFamily="18" charset="0"/>
                <a:ea typeface="ＭＳ Ｐゴシック" panose="020B0600070205080204" pitchFamily="34" charset="-128"/>
              </a:defRPr>
            </a:lvl4pPr>
            <a:lvl5pPr marL="2057400" indent="-228600">
              <a:defRPr sz="24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9pPr>
          </a:lstStyle>
          <a:p>
            <a:fld id="{07E7755F-9E68-A14E-B759-1A4FDEF97162}" type="slidenum">
              <a:rPr lang="en-US" altLang="en-US" sz="1400">
                <a:solidFill>
                  <a:srgbClr val="FFFFFF"/>
                </a:solidFill>
              </a:rPr>
              <a:pPr/>
              <a:t>11</a:t>
            </a:fld>
            <a:endParaRPr lang="en-US" altLang="en-US" sz="1400">
              <a:solidFill>
                <a:srgbClr val="FFFFFF"/>
              </a:solidFill>
            </a:endParaRPr>
          </a:p>
        </p:txBody>
      </p:sp>
    </p:spTree>
    <p:extLst>
      <p:ext uri="{BB962C8B-B14F-4D97-AF65-F5344CB8AC3E}">
        <p14:creationId xmlns:p14="http://schemas.microsoft.com/office/powerpoint/2010/main" val="678567967"/>
      </p:ext>
    </p:extLst>
  </p:cSld>
  <p:clrMapOvr>
    <a:masterClrMapping/>
  </p:clrMapOvr>
  <p:transition spd="med">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1" name="Picture 3" descr="AchieveAus_038.jpg">
            <a:extLst>
              <a:ext uri="{FF2B5EF4-FFF2-40B4-BE49-F238E27FC236}">
                <a16:creationId xmlns:a16="http://schemas.microsoft.com/office/drawing/2014/main" id="{47352496-0DC8-E142-A319-EEB7F5B3B00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86400" y="3733800"/>
            <a:ext cx="3429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2" name="Picture 4" descr="workerdisability.jpg">
            <a:extLst>
              <a:ext uri="{FF2B5EF4-FFF2-40B4-BE49-F238E27FC236}">
                <a16:creationId xmlns:a16="http://schemas.microsoft.com/office/drawing/2014/main" id="{2343C801-A34C-5242-8F57-E36EF7EB0CB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3363" y="609600"/>
            <a:ext cx="3576637" cy="238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3" name="Picture 6" descr="forsaken4_dance1.jpg">
            <a:extLst>
              <a:ext uri="{FF2B5EF4-FFF2-40B4-BE49-F238E27FC236}">
                <a16:creationId xmlns:a16="http://schemas.microsoft.com/office/drawing/2014/main" id="{120C1961-9D62-DC4B-B68B-2DA703D88FC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914400" y="3733800"/>
            <a:ext cx="3352800" cy="2252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4" name="Slide Number Placeholder 7">
            <a:extLst>
              <a:ext uri="{FF2B5EF4-FFF2-40B4-BE49-F238E27FC236}">
                <a16:creationId xmlns:a16="http://schemas.microsoft.com/office/drawing/2014/main" id="{C8699055-7A7F-FC4C-80F3-CC0A252AF3D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Book Antiqua" panose="02040602050305030304" pitchFamily="18" charset="0"/>
                <a:ea typeface="ＭＳ Ｐゴシック" panose="020B0600070205080204" pitchFamily="34" charset="-128"/>
              </a:defRPr>
            </a:lvl1pPr>
            <a:lvl2pPr marL="742950" indent="-285750">
              <a:defRPr sz="2400">
                <a:solidFill>
                  <a:schemeClr val="tx1"/>
                </a:solidFill>
                <a:latin typeface="Book Antiqua" panose="02040602050305030304" pitchFamily="18" charset="0"/>
                <a:ea typeface="ＭＳ Ｐゴシック" panose="020B0600070205080204" pitchFamily="34" charset="-128"/>
              </a:defRPr>
            </a:lvl2pPr>
            <a:lvl3pPr marL="1143000" indent="-228600">
              <a:defRPr sz="2400">
                <a:solidFill>
                  <a:schemeClr val="tx1"/>
                </a:solidFill>
                <a:latin typeface="Book Antiqua" panose="02040602050305030304" pitchFamily="18" charset="0"/>
                <a:ea typeface="ＭＳ Ｐゴシック" panose="020B0600070205080204" pitchFamily="34" charset="-128"/>
              </a:defRPr>
            </a:lvl3pPr>
            <a:lvl4pPr marL="1600200" indent="-228600">
              <a:defRPr sz="2400">
                <a:solidFill>
                  <a:schemeClr val="tx1"/>
                </a:solidFill>
                <a:latin typeface="Book Antiqua" panose="02040602050305030304" pitchFamily="18" charset="0"/>
                <a:ea typeface="ＭＳ Ｐゴシック" panose="020B0600070205080204" pitchFamily="34" charset="-128"/>
              </a:defRPr>
            </a:lvl4pPr>
            <a:lvl5pPr marL="2057400" indent="-228600">
              <a:defRPr sz="24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9pPr>
          </a:lstStyle>
          <a:p>
            <a:fld id="{6DDC3F81-C9E0-3F43-9F9A-60C2F9BD06D8}" type="slidenum">
              <a:rPr lang="en-US" altLang="en-US" sz="1400">
                <a:solidFill>
                  <a:srgbClr val="FFFFFF"/>
                </a:solidFill>
              </a:rPr>
              <a:pPr/>
              <a:t>12</a:t>
            </a:fld>
            <a:endParaRPr lang="en-US" altLang="en-US" sz="1400">
              <a:solidFill>
                <a:srgbClr val="FFFFFF"/>
              </a:solidFill>
            </a:endParaRPr>
          </a:p>
        </p:txBody>
      </p:sp>
      <p:pic>
        <p:nvPicPr>
          <p:cNvPr id="25605" name="Picture 6" descr="Zachary_photo.jpg">
            <a:extLst>
              <a:ext uri="{FF2B5EF4-FFF2-40B4-BE49-F238E27FC236}">
                <a16:creationId xmlns:a16="http://schemas.microsoft.com/office/drawing/2014/main" id="{16F8EA9F-E4FD-E542-BDC1-F1D3D007CAD9}"/>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800600" y="990600"/>
            <a:ext cx="2895600" cy="217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03225890"/>
      </p:ext>
    </p:extLst>
  </p:cSld>
  <p:clrMapOvr>
    <a:masterClrMapping/>
  </p:clrMapOvr>
  <p:transition spd="med">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AC3181-B753-FD4D-89C1-227B2E2D9F08}"/>
              </a:ext>
            </a:extLst>
          </p:cNvPr>
          <p:cNvSpPr>
            <a:spLocks noGrp="1"/>
          </p:cNvSpPr>
          <p:nvPr>
            <p:ph idx="1"/>
          </p:nvPr>
        </p:nvSpPr>
        <p:spPr>
          <a:xfrm>
            <a:off x="381000" y="1752600"/>
            <a:ext cx="5638800" cy="5105400"/>
          </a:xfrm>
        </p:spPr>
        <p:txBody>
          <a:bodyPr/>
          <a:lstStyle/>
          <a:p>
            <a:pPr>
              <a:spcBef>
                <a:spcPts val="1776"/>
              </a:spcBef>
            </a:pPr>
            <a:r>
              <a:rPr lang="en-US" b="1" dirty="0"/>
              <a:t>12%</a:t>
            </a:r>
            <a:r>
              <a:rPr lang="en-US" dirty="0"/>
              <a:t> of people in Massachusetts identify as having a disability</a:t>
            </a:r>
          </a:p>
          <a:p>
            <a:pPr>
              <a:spcBef>
                <a:spcPts val="1776"/>
              </a:spcBef>
            </a:pPr>
            <a:r>
              <a:rPr lang="en-US" dirty="0"/>
              <a:t>Self-awareness and self-perception of disability varies</a:t>
            </a:r>
          </a:p>
          <a:p>
            <a:pPr>
              <a:spcBef>
                <a:spcPts val="1776"/>
              </a:spcBef>
            </a:pPr>
            <a:r>
              <a:rPr lang="en-US" dirty="0"/>
              <a:t>Many disabilities are non-apparent or “hidden”</a:t>
            </a:r>
          </a:p>
          <a:p>
            <a:pPr>
              <a:spcBef>
                <a:spcPts val="1776"/>
              </a:spcBef>
            </a:pPr>
            <a:r>
              <a:rPr lang="en-US" dirty="0"/>
              <a:t>Impact of disability on person’s life varies</a:t>
            </a:r>
          </a:p>
          <a:p>
            <a:endParaRPr lang="en-US" dirty="0"/>
          </a:p>
        </p:txBody>
      </p:sp>
      <p:sp>
        <p:nvSpPr>
          <p:cNvPr id="4" name="Slide Number Placeholder 3">
            <a:extLst>
              <a:ext uri="{FF2B5EF4-FFF2-40B4-BE49-F238E27FC236}">
                <a16:creationId xmlns:a16="http://schemas.microsoft.com/office/drawing/2014/main" id="{A10D9065-5AB3-F848-8CFA-69771A093A69}"/>
              </a:ext>
            </a:extLst>
          </p:cNvPr>
          <p:cNvSpPr>
            <a:spLocks noGrp="1"/>
          </p:cNvSpPr>
          <p:nvPr>
            <p:ph type="sldNum" sz="quarter" idx="12"/>
          </p:nvPr>
        </p:nvSpPr>
        <p:spPr/>
        <p:txBody>
          <a:bodyPr/>
          <a:lstStyle/>
          <a:p>
            <a:pPr>
              <a:defRPr/>
            </a:pPr>
            <a:fld id="{6DFFECAE-5558-FC4F-A5D5-814DD6134961}" type="slidenum">
              <a:rPr lang="en-US" altLang="en-US" smtClean="0"/>
              <a:pPr>
                <a:defRPr/>
              </a:pPr>
              <a:t>13</a:t>
            </a:fld>
            <a:endParaRPr lang="en-US" altLang="en-US"/>
          </a:p>
        </p:txBody>
      </p:sp>
      <p:pic>
        <p:nvPicPr>
          <p:cNvPr id="6" name="Picture 5" descr="A picture containing food, light&#10;&#10;Description automatically generated">
            <a:extLst>
              <a:ext uri="{FF2B5EF4-FFF2-40B4-BE49-F238E27FC236}">
                <a16:creationId xmlns:a16="http://schemas.microsoft.com/office/drawing/2014/main" id="{62FB6E3C-4DD0-2F42-943F-5220F3DD41E3}"/>
              </a:ext>
            </a:extLst>
          </p:cNvPr>
          <p:cNvPicPr>
            <a:picLocks noChangeAspect="1"/>
          </p:cNvPicPr>
          <p:nvPr/>
        </p:nvPicPr>
        <p:blipFill>
          <a:blip r:embed="rId2"/>
          <a:stretch>
            <a:fillRect/>
          </a:stretch>
        </p:blipFill>
        <p:spPr>
          <a:xfrm>
            <a:off x="5867400" y="347663"/>
            <a:ext cx="3058516" cy="3581400"/>
          </a:xfrm>
          <a:prstGeom prst="rect">
            <a:avLst/>
          </a:prstGeom>
        </p:spPr>
      </p:pic>
    </p:spTree>
    <p:extLst>
      <p:ext uri="{BB962C8B-B14F-4D97-AF65-F5344CB8AC3E}">
        <p14:creationId xmlns:p14="http://schemas.microsoft.com/office/powerpoint/2010/main" val="3288010178"/>
      </p:ext>
    </p:extLst>
  </p:cSld>
  <p:clrMapOvr>
    <a:masterClrMapping/>
  </p:clrMapOvr>
  <p:transition spd="med">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1D654BC-8C2B-8D46-86C2-42573626CE80}"/>
              </a:ext>
            </a:extLst>
          </p:cNvPr>
          <p:cNvSpPr>
            <a:spLocks noGrp="1"/>
          </p:cNvSpPr>
          <p:nvPr>
            <p:ph type="sldNum" sz="quarter" idx="12"/>
          </p:nvPr>
        </p:nvSpPr>
        <p:spPr/>
        <p:txBody>
          <a:bodyPr/>
          <a:lstStyle/>
          <a:p>
            <a:pPr>
              <a:defRPr/>
            </a:pPr>
            <a:fld id="{94330214-C1B0-274F-B99E-7FB2C7279437}" type="slidenum">
              <a:rPr lang="en-US" altLang="en-US" smtClean="0"/>
              <a:pPr>
                <a:defRPr/>
              </a:pPr>
              <a:t>14</a:t>
            </a:fld>
            <a:endParaRPr lang="en-US" altLang="en-US"/>
          </a:p>
        </p:txBody>
      </p:sp>
      <p:pic>
        <p:nvPicPr>
          <p:cNvPr id="6" name="Picture 5" descr="A picture containing indoor, small, sitting, white&#10;&#10;Description automatically generated">
            <a:extLst>
              <a:ext uri="{FF2B5EF4-FFF2-40B4-BE49-F238E27FC236}">
                <a16:creationId xmlns:a16="http://schemas.microsoft.com/office/drawing/2014/main" id="{585F5F59-2677-1649-B330-8958190B25B4}"/>
              </a:ext>
            </a:extLst>
          </p:cNvPr>
          <p:cNvPicPr>
            <a:picLocks noChangeAspect="1"/>
          </p:cNvPicPr>
          <p:nvPr/>
        </p:nvPicPr>
        <p:blipFill>
          <a:blip r:embed="rId2"/>
          <a:stretch>
            <a:fillRect/>
          </a:stretch>
        </p:blipFill>
        <p:spPr>
          <a:xfrm>
            <a:off x="351692" y="0"/>
            <a:ext cx="9003323" cy="7315200"/>
          </a:xfrm>
          <a:prstGeom prst="rect">
            <a:avLst/>
          </a:prstGeom>
        </p:spPr>
      </p:pic>
      <p:sp>
        <p:nvSpPr>
          <p:cNvPr id="7" name="TextBox 6">
            <a:extLst>
              <a:ext uri="{FF2B5EF4-FFF2-40B4-BE49-F238E27FC236}">
                <a16:creationId xmlns:a16="http://schemas.microsoft.com/office/drawing/2014/main" id="{BBCA10CB-23D3-D247-A57D-DE878066CA4B}"/>
              </a:ext>
            </a:extLst>
          </p:cNvPr>
          <p:cNvSpPr txBox="1"/>
          <p:nvPr/>
        </p:nvSpPr>
        <p:spPr>
          <a:xfrm>
            <a:off x="1981200" y="2209800"/>
            <a:ext cx="4038600" cy="3662541"/>
          </a:xfrm>
          <a:prstGeom prst="rect">
            <a:avLst/>
          </a:prstGeom>
          <a:noFill/>
        </p:spPr>
        <p:txBody>
          <a:bodyPr wrap="square" rtlCol="0">
            <a:spAutoFit/>
          </a:bodyPr>
          <a:lstStyle/>
          <a:p>
            <a:r>
              <a:rPr lang="en-US" sz="2800" dirty="0">
                <a:latin typeface="Marker Felt Thin" panose="02000400000000000000" pitchFamily="2" charset="77"/>
              </a:rPr>
              <a:t>People with Disabilities Are More Likely to Be: </a:t>
            </a:r>
          </a:p>
          <a:p>
            <a:r>
              <a:rPr lang="en-US" sz="1600" dirty="0">
                <a:latin typeface="Marker Felt Thin" panose="02000400000000000000" pitchFamily="2" charset="77"/>
              </a:rPr>
              <a:t> </a:t>
            </a:r>
          </a:p>
          <a:p>
            <a:pPr marL="342900" indent="-342900">
              <a:spcBef>
                <a:spcPts val="600"/>
              </a:spcBef>
              <a:buFont typeface="Arial" panose="020B0604020202020204" pitchFamily="34" charset="0"/>
              <a:buChar char="•"/>
            </a:pPr>
            <a:r>
              <a:rPr lang="en-US" sz="2800" dirty="0">
                <a:solidFill>
                  <a:srgbClr val="FF0000"/>
                </a:solidFill>
                <a:latin typeface="Marker Felt Thin" panose="02000400000000000000" pitchFamily="2" charset="77"/>
              </a:rPr>
              <a:t>Unemployed</a:t>
            </a:r>
          </a:p>
          <a:p>
            <a:pPr marL="342900" indent="-342900">
              <a:spcBef>
                <a:spcPts val="600"/>
              </a:spcBef>
              <a:buFont typeface="Arial" panose="020B0604020202020204" pitchFamily="34" charset="0"/>
              <a:buChar char="•"/>
            </a:pPr>
            <a:r>
              <a:rPr lang="en-US" sz="2800" dirty="0">
                <a:solidFill>
                  <a:srgbClr val="FF0000"/>
                </a:solidFill>
                <a:latin typeface="Marker Felt Thin" panose="02000400000000000000" pitchFamily="2" charset="77"/>
              </a:rPr>
              <a:t>Live in poverty</a:t>
            </a:r>
          </a:p>
          <a:p>
            <a:pPr marL="342900" indent="-342900">
              <a:spcBef>
                <a:spcPts val="600"/>
              </a:spcBef>
              <a:buFont typeface="Arial" panose="020B0604020202020204" pitchFamily="34" charset="0"/>
              <a:buChar char="•"/>
            </a:pPr>
            <a:r>
              <a:rPr lang="en-US" sz="2800" dirty="0">
                <a:solidFill>
                  <a:srgbClr val="FF0000"/>
                </a:solidFill>
                <a:latin typeface="Marker Felt Thin" panose="02000400000000000000" pitchFamily="2" charset="77"/>
              </a:rPr>
              <a:t>Poorly educated</a:t>
            </a:r>
          </a:p>
          <a:p>
            <a:pPr marL="342900" indent="-342900">
              <a:spcBef>
                <a:spcPts val="600"/>
              </a:spcBef>
              <a:buFont typeface="Arial" panose="020B0604020202020204" pitchFamily="34" charset="0"/>
              <a:buChar char="•"/>
            </a:pPr>
            <a:r>
              <a:rPr lang="en-US" sz="2800" dirty="0">
                <a:solidFill>
                  <a:srgbClr val="FF0000"/>
                </a:solidFill>
                <a:latin typeface="Marker Felt Thin" panose="02000400000000000000" pitchFamily="2" charset="77"/>
              </a:rPr>
              <a:t>Socially isolated</a:t>
            </a:r>
          </a:p>
          <a:p>
            <a:endParaRPr lang="en-US" sz="2800" dirty="0"/>
          </a:p>
        </p:txBody>
      </p:sp>
    </p:spTree>
    <p:extLst>
      <p:ext uri="{BB962C8B-B14F-4D97-AF65-F5344CB8AC3E}">
        <p14:creationId xmlns:p14="http://schemas.microsoft.com/office/powerpoint/2010/main" val="3946611738"/>
      </p:ext>
    </p:extLst>
  </p:cSld>
  <p:clrMapOvr>
    <a:masterClrMapping/>
  </p:clrMapOvr>
  <p:transition spd="med">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FCDFD0-647F-8647-A939-8A2729C64425}"/>
              </a:ext>
            </a:extLst>
          </p:cNvPr>
          <p:cNvSpPr>
            <a:spLocks noGrp="1"/>
          </p:cNvSpPr>
          <p:nvPr>
            <p:ph idx="1"/>
          </p:nvPr>
        </p:nvSpPr>
        <p:spPr>
          <a:xfrm>
            <a:off x="228600" y="1371600"/>
            <a:ext cx="5029200" cy="5943600"/>
          </a:xfrm>
        </p:spPr>
        <p:txBody>
          <a:bodyPr/>
          <a:lstStyle/>
          <a:p>
            <a:pPr marL="457200" indent="-457200">
              <a:buFont typeface="+mj-lt"/>
              <a:buAutoNum type="arabicPeriod"/>
            </a:pPr>
            <a:r>
              <a:rPr lang="en-US" dirty="0"/>
              <a:t>People are defined by their disability.</a:t>
            </a:r>
          </a:p>
          <a:p>
            <a:pPr marL="457200" indent="-457200">
              <a:buFont typeface="+mj-lt"/>
              <a:buAutoNum type="arabicPeriod"/>
            </a:pPr>
            <a:r>
              <a:rPr lang="en-US" dirty="0"/>
              <a:t>People with disabilities are “courageous”, “inspirational”.</a:t>
            </a:r>
          </a:p>
          <a:p>
            <a:pPr marL="457200" indent="-457200">
              <a:buFont typeface="+mj-lt"/>
              <a:buAutoNum type="arabicPeriod"/>
            </a:pPr>
            <a:r>
              <a:rPr lang="en-US" dirty="0"/>
              <a:t>People with intellectual disabilities are “eternal children”.</a:t>
            </a:r>
          </a:p>
          <a:p>
            <a:pPr marL="457200" indent="-457200">
              <a:buFont typeface="+mj-lt"/>
              <a:buAutoNum type="arabicPeriod"/>
            </a:pPr>
            <a:r>
              <a:rPr lang="en-US" dirty="0"/>
              <a:t>People with disabilities are “special”.</a:t>
            </a:r>
          </a:p>
          <a:p>
            <a:pPr marL="457200" indent="-457200">
              <a:buFont typeface="+mj-lt"/>
              <a:buAutoNum type="arabicPeriod"/>
            </a:pPr>
            <a:r>
              <a:rPr lang="en-US" dirty="0"/>
              <a:t>People with disabilities should be pitied.</a:t>
            </a:r>
          </a:p>
          <a:p>
            <a:pPr marL="457200" indent="-457200">
              <a:buFont typeface="+mj-lt"/>
              <a:buAutoNum type="arabicPeriod"/>
            </a:pPr>
            <a:r>
              <a:rPr lang="en-US" dirty="0"/>
              <a:t>People with mental health issues are dangerous.</a:t>
            </a:r>
          </a:p>
        </p:txBody>
      </p:sp>
      <p:sp>
        <p:nvSpPr>
          <p:cNvPr id="4" name="Slide Number Placeholder 3">
            <a:extLst>
              <a:ext uri="{FF2B5EF4-FFF2-40B4-BE49-F238E27FC236}">
                <a16:creationId xmlns:a16="http://schemas.microsoft.com/office/drawing/2014/main" id="{003E29D2-E657-C64F-BF05-BBAAA17EBDA6}"/>
              </a:ext>
            </a:extLst>
          </p:cNvPr>
          <p:cNvSpPr>
            <a:spLocks noGrp="1"/>
          </p:cNvSpPr>
          <p:nvPr>
            <p:ph type="sldNum" sz="quarter" idx="12"/>
          </p:nvPr>
        </p:nvSpPr>
        <p:spPr/>
        <p:txBody>
          <a:bodyPr/>
          <a:lstStyle/>
          <a:p>
            <a:pPr>
              <a:defRPr/>
            </a:pPr>
            <a:fld id="{6DFFECAE-5558-FC4F-A5D5-814DD6134961}" type="slidenum">
              <a:rPr lang="en-US" altLang="en-US" smtClean="0"/>
              <a:pPr>
                <a:defRPr/>
              </a:pPr>
              <a:t>15</a:t>
            </a:fld>
            <a:endParaRPr lang="en-US" altLang="en-US"/>
          </a:p>
        </p:txBody>
      </p:sp>
      <p:pic>
        <p:nvPicPr>
          <p:cNvPr id="5" name="Picture 4" descr="A close up of a sign&#10;&#10;Description automatically generated">
            <a:extLst>
              <a:ext uri="{FF2B5EF4-FFF2-40B4-BE49-F238E27FC236}">
                <a16:creationId xmlns:a16="http://schemas.microsoft.com/office/drawing/2014/main" id="{EC9E65C4-F7C7-DB45-81C1-9C03FF47291F}"/>
              </a:ext>
            </a:extLst>
          </p:cNvPr>
          <p:cNvPicPr>
            <a:picLocks noChangeAspect="1"/>
          </p:cNvPicPr>
          <p:nvPr/>
        </p:nvPicPr>
        <p:blipFill>
          <a:blip r:embed="rId3"/>
          <a:stretch>
            <a:fillRect/>
          </a:stretch>
        </p:blipFill>
        <p:spPr>
          <a:xfrm>
            <a:off x="4419600" y="533400"/>
            <a:ext cx="5029200" cy="3771900"/>
          </a:xfrm>
          <a:prstGeom prst="rect">
            <a:avLst/>
          </a:prstGeom>
        </p:spPr>
      </p:pic>
    </p:spTree>
    <p:extLst>
      <p:ext uri="{BB962C8B-B14F-4D97-AF65-F5344CB8AC3E}">
        <p14:creationId xmlns:p14="http://schemas.microsoft.com/office/powerpoint/2010/main" val="162591842"/>
      </p:ext>
    </p:extLst>
  </p:cSld>
  <p:clrMapOvr>
    <a:masterClrMapping/>
  </p:clrMapOvr>
  <p:transition spd="med">
    <p:pull/>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3B927-4BCE-A34D-B975-B05EA972F215}"/>
              </a:ext>
            </a:extLst>
          </p:cNvPr>
          <p:cNvSpPr>
            <a:spLocks noGrp="1"/>
          </p:cNvSpPr>
          <p:nvPr>
            <p:ph type="title"/>
          </p:nvPr>
        </p:nvSpPr>
        <p:spPr>
          <a:xfrm>
            <a:off x="1135192" y="347663"/>
            <a:ext cx="4627084" cy="1143000"/>
          </a:xfrm>
        </p:spPr>
        <p:style>
          <a:lnRef idx="0">
            <a:schemeClr val="accent6"/>
          </a:lnRef>
          <a:fillRef idx="3">
            <a:schemeClr val="accent6"/>
          </a:fillRef>
          <a:effectRef idx="3">
            <a:schemeClr val="accent6"/>
          </a:effectRef>
          <a:fontRef idx="minor">
            <a:schemeClr val="lt1"/>
          </a:fontRef>
        </p:style>
        <p:txBody>
          <a:bodyPr/>
          <a:lstStyle/>
          <a:p>
            <a:pPr algn="ctr"/>
            <a:r>
              <a:rPr lang="en-US" cap="small" dirty="0"/>
              <a:t>Basic Etiquette </a:t>
            </a:r>
          </a:p>
        </p:txBody>
      </p:sp>
      <p:sp>
        <p:nvSpPr>
          <p:cNvPr id="3" name="Content Placeholder 2">
            <a:extLst>
              <a:ext uri="{FF2B5EF4-FFF2-40B4-BE49-F238E27FC236}">
                <a16:creationId xmlns:a16="http://schemas.microsoft.com/office/drawing/2014/main" id="{1775A267-3532-A34A-AF68-6A6977D3CF0A}"/>
              </a:ext>
            </a:extLst>
          </p:cNvPr>
          <p:cNvSpPr>
            <a:spLocks noGrp="1"/>
          </p:cNvSpPr>
          <p:nvPr>
            <p:ph idx="1"/>
          </p:nvPr>
        </p:nvSpPr>
        <p:spPr>
          <a:xfrm>
            <a:off x="121186" y="1679843"/>
            <a:ext cx="6629400" cy="4648200"/>
          </a:xfrm>
        </p:spPr>
        <p:txBody>
          <a:bodyPr/>
          <a:lstStyle/>
          <a:p>
            <a:r>
              <a:rPr lang="en-US" dirty="0"/>
              <a:t>Avoid stereotypes</a:t>
            </a:r>
          </a:p>
          <a:p>
            <a:r>
              <a:rPr lang="en-US" dirty="0"/>
              <a:t>Don’t presume someone does or does not have a disability</a:t>
            </a:r>
          </a:p>
          <a:p>
            <a:r>
              <a:rPr lang="en-US" dirty="0"/>
              <a:t>Don’t presume what someone needs or doesn’t need</a:t>
            </a:r>
          </a:p>
          <a:p>
            <a:r>
              <a:rPr lang="en-US" dirty="0"/>
              <a:t>Assume capability</a:t>
            </a:r>
          </a:p>
          <a:p>
            <a:r>
              <a:rPr lang="en-US" dirty="0"/>
              <a:t>Ask before helping</a:t>
            </a:r>
          </a:p>
          <a:p>
            <a:r>
              <a:rPr lang="en-US" dirty="0"/>
              <a:t>Don’t hesitate to ask</a:t>
            </a:r>
          </a:p>
          <a:p>
            <a:r>
              <a:rPr lang="en-US" dirty="0"/>
              <a:t>Respect and connect with the person as an individual</a:t>
            </a:r>
          </a:p>
          <a:p>
            <a:r>
              <a:rPr lang="en-US" dirty="0"/>
              <a:t>Respect people’s privacy</a:t>
            </a:r>
          </a:p>
          <a:p>
            <a:r>
              <a:rPr lang="en-US" dirty="0"/>
              <a:t>Don’t be patronizing</a:t>
            </a:r>
          </a:p>
        </p:txBody>
      </p:sp>
      <p:sp>
        <p:nvSpPr>
          <p:cNvPr id="4" name="Slide Number Placeholder 3">
            <a:extLst>
              <a:ext uri="{FF2B5EF4-FFF2-40B4-BE49-F238E27FC236}">
                <a16:creationId xmlns:a16="http://schemas.microsoft.com/office/drawing/2014/main" id="{2C1C148D-690D-8D43-BD49-E5CB18A37BC3}"/>
              </a:ext>
            </a:extLst>
          </p:cNvPr>
          <p:cNvSpPr>
            <a:spLocks noGrp="1"/>
          </p:cNvSpPr>
          <p:nvPr>
            <p:ph type="sldNum" sz="quarter" idx="12"/>
          </p:nvPr>
        </p:nvSpPr>
        <p:spPr/>
        <p:txBody>
          <a:bodyPr/>
          <a:lstStyle/>
          <a:p>
            <a:pPr>
              <a:defRPr/>
            </a:pPr>
            <a:fld id="{6DFFECAE-5558-FC4F-A5D5-814DD6134961}" type="slidenum">
              <a:rPr lang="en-US" altLang="en-US" smtClean="0"/>
              <a:pPr>
                <a:defRPr/>
              </a:pPr>
              <a:t>16</a:t>
            </a:fld>
            <a:endParaRPr lang="en-US" altLang="en-US"/>
          </a:p>
        </p:txBody>
      </p:sp>
      <p:pic>
        <p:nvPicPr>
          <p:cNvPr id="6" name="Picture 5" descr="A picture containing small, posing, woman, white&#10;&#10;Description automatically generated">
            <a:extLst>
              <a:ext uri="{FF2B5EF4-FFF2-40B4-BE49-F238E27FC236}">
                <a16:creationId xmlns:a16="http://schemas.microsoft.com/office/drawing/2014/main" id="{F43C30F8-BB64-4848-B96E-002E3C7F524C}"/>
              </a:ext>
            </a:extLst>
          </p:cNvPr>
          <p:cNvPicPr>
            <a:picLocks noChangeAspect="1"/>
          </p:cNvPicPr>
          <p:nvPr/>
        </p:nvPicPr>
        <p:blipFill>
          <a:blip r:embed="rId3"/>
          <a:stretch>
            <a:fillRect/>
          </a:stretch>
        </p:blipFill>
        <p:spPr>
          <a:xfrm>
            <a:off x="6459219" y="1295400"/>
            <a:ext cx="2532381" cy="2374107"/>
          </a:xfrm>
          <a:prstGeom prst="rect">
            <a:avLst/>
          </a:prstGeom>
        </p:spPr>
      </p:pic>
      <p:pic>
        <p:nvPicPr>
          <p:cNvPr id="8" name="Picture 7" descr="A person in a red shirt&#10;&#10;Description automatically generated">
            <a:extLst>
              <a:ext uri="{FF2B5EF4-FFF2-40B4-BE49-F238E27FC236}">
                <a16:creationId xmlns:a16="http://schemas.microsoft.com/office/drawing/2014/main" id="{0869577B-163B-A548-8596-30459A4FED35}"/>
              </a:ext>
            </a:extLst>
          </p:cNvPr>
          <p:cNvPicPr>
            <a:picLocks noChangeAspect="1"/>
          </p:cNvPicPr>
          <p:nvPr/>
        </p:nvPicPr>
        <p:blipFill>
          <a:blip r:embed="rId4"/>
          <a:stretch>
            <a:fillRect/>
          </a:stretch>
        </p:blipFill>
        <p:spPr>
          <a:xfrm>
            <a:off x="0" y="13771"/>
            <a:ext cx="1135192" cy="1633021"/>
          </a:xfrm>
          <a:prstGeom prst="rect">
            <a:avLst/>
          </a:prstGeom>
        </p:spPr>
      </p:pic>
    </p:spTree>
    <p:extLst>
      <p:ext uri="{BB962C8B-B14F-4D97-AF65-F5344CB8AC3E}">
        <p14:creationId xmlns:p14="http://schemas.microsoft.com/office/powerpoint/2010/main" val="1587529998"/>
      </p:ext>
    </p:extLst>
  </p:cSld>
  <p:clrMapOvr>
    <a:masterClrMapping/>
  </p:clrMapOvr>
  <p:transition spd="med">
    <p:pull/>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8BE77-3391-7043-999C-DCD50BB3243A}"/>
              </a:ext>
            </a:extLst>
          </p:cNvPr>
          <p:cNvSpPr>
            <a:spLocks noGrp="1"/>
          </p:cNvSpPr>
          <p:nvPr>
            <p:ph type="ctrTitle"/>
          </p:nvPr>
        </p:nvSpPr>
        <p:spPr>
          <a:xfrm>
            <a:off x="838200" y="1752600"/>
            <a:ext cx="6270922" cy="1573670"/>
          </a:xfrm>
        </p:spPr>
        <p:txBody>
          <a:bodyPr/>
          <a:lstStyle/>
          <a:p>
            <a:pPr algn="ctr">
              <a:lnSpc>
                <a:spcPct val="100000"/>
              </a:lnSpc>
            </a:pPr>
            <a:r>
              <a:rPr lang="en-US" sz="4500" b="1" i="1" dirty="0"/>
              <a:t>Language:</a:t>
            </a:r>
            <a:br>
              <a:rPr lang="en-US" sz="4500" dirty="0"/>
            </a:br>
            <a:r>
              <a:rPr lang="en-US" sz="4500" dirty="0"/>
              <a:t>People First</a:t>
            </a:r>
            <a:br>
              <a:rPr lang="en-US" sz="4500" dirty="0"/>
            </a:br>
            <a:r>
              <a:rPr lang="en-US" sz="4500" cap="none" dirty="0"/>
              <a:t>vs.</a:t>
            </a:r>
            <a:br>
              <a:rPr lang="en-US" sz="4500" dirty="0"/>
            </a:br>
            <a:r>
              <a:rPr lang="en-US" sz="4500" dirty="0"/>
              <a:t>Identity First</a:t>
            </a:r>
          </a:p>
        </p:txBody>
      </p:sp>
      <p:pic>
        <p:nvPicPr>
          <p:cNvPr id="7" name="Picture 6">
            <a:extLst>
              <a:ext uri="{FF2B5EF4-FFF2-40B4-BE49-F238E27FC236}">
                <a16:creationId xmlns:a16="http://schemas.microsoft.com/office/drawing/2014/main" id="{1B8A06A3-7027-2A4C-BA9E-1E6B2853AE6D}"/>
              </a:ext>
            </a:extLst>
          </p:cNvPr>
          <p:cNvPicPr>
            <a:picLocks noChangeAspect="1"/>
          </p:cNvPicPr>
          <p:nvPr/>
        </p:nvPicPr>
        <p:blipFill>
          <a:blip r:embed="rId2"/>
          <a:stretch>
            <a:fillRect/>
          </a:stretch>
        </p:blipFill>
        <p:spPr>
          <a:xfrm>
            <a:off x="6730931" y="1219200"/>
            <a:ext cx="1778138" cy="1896681"/>
          </a:xfrm>
          <a:prstGeom prst="rect">
            <a:avLst/>
          </a:prstGeom>
        </p:spPr>
      </p:pic>
      <p:sp>
        <p:nvSpPr>
          <p:cNvPr id="8" name="Slide Number Placeholder 7">
            <a:extLst>
              <a:ext uri="{FF2B5EF4-FFF2-40B4-BE49-F238E27FC236}">
                <a16:creationId xmlns:a16="http://schemas.microsoft.com/office/drawing/2014/main" id="{BA19F35D-0043-3C42-BAC3-F505E227132E}"/>
              </a:ext>
            </a:extLst>
          </p:cNvPr>
          <p:cNvSpPr>
            <a:spLocks noGrp="1"/>
          </p:cNvSpPr>
          <p:nvPr>
            <p:ph type="sldNum" sz="quarter" idx="12"/>
          </p:nvPr>
        </p:nvSpPr>
        <p:spPr/>
        <p:txBody>
          <a:bodyPr/>
          <a:lstStyle/>
          <a:p>
            <a:fld id="{69E57DC2-970A-4B3E-BB1C-7A09969E49DF}" type="slidenum">
              <a:rPr lang="en-US" smtClean="0"/>
              <a:pPr/>
              <a:t>17</a:t>
            </a:fld>
            <a:endParaRPr lang="en-US" dirty="0"/>
          </a:p>
        </p:txBody>
      </p:sp>
      <p:pic>
        <p:nvPicPr>
          <p:cNvPr id="4" name="Picture 3" descr="A picture containing indoor, sitting, table, small&#10;&#10;Description automatically generated">
            <a:extLst>
              <a:ext uri="{FF2B5EF4-FFF2-40B4-BE49-F238E27FC236}">
                <a16:creationId xmlns:a16="http://schemas.microsoft.com/office/drawing/2014/main" id="{FD801EFC-9D76-3540-969B-FDE068CDAA61}"/>
              </a:ext>
            </a:extLst>
          </p:cNvPr>
          <p:cNvPicPr>
            <a:picLocks noChangeAspect="1"/>
          </p:cNvPicPr>
          <p:nvPr/>
        </p:nvPicPr>
        <p:blipFill>
          <a:blip r:embed="rId3"/>
          <a:stretch>
            <a:fillRect/>
          </a:stretch>
        </p:blipFill>
        <p:spPr>
          <a:xfrm>
            <a:off x="347959" y="3962400"/>
            <a:ext cx="3657600" cy="2057400"/>
          </a:xfrm>
          <a:prstGeom prst="rect">
            <a:avLst/>
          </a:prstGeom>
        </p:spPr>
      </p:pic>
    </p:spTree>
    <p:extLst>
      <p:ext uri="{BB962C8B-B14F-4D97-AF65-F5344CB8AC3E}">
        <p14:creationId xmlns:p14="http://schemas.microsoft.com/office/powerpoint/2010/main" val="342871398"/>
      </p:ext>
    </p:extLst>
  </p:cSld>
  <p:clrMapOvr>
    <a:masterClrMapping/>
  </p:clrMapOvr>
  <p:transition spd="med">
    <p:pull/>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E5DE4-74B9-7E48-9364-E26C0A50173E}"/>
              </a:ext>
            </a:extLst>
          </p:cNvPr>
          <p:cNvSpPr>
            <a:spLocks noGrp="1"/>
          </p:cNvSpPr>
          <p:nvPr>
            <p:ph type="title"/>
          </p:nvPr>
        </p:nvSpPr>
        <p:spPr>
          <a:xfrm>
            <a:off x="696462" y="533399"/>
            <a:ext cx="7990338" cy="3261911"/>
          </a:xfrm>
        </p:spPr>
        <p:style>
          <a:lnRef idx="1">
            <a:schemeClr val="accent2"/>
          </a:lnRef>
          <a:fillRef idx="3">
            <a:schemeClr val="accent2"/>
          </a:fillRef>
          <a:effectRef idx="2">
            <a:schemeClr val="accent2"/>
          </a:effectRef>
          <a:fontRef idx="minor">
            <a:schemeClr val="lt1"/>
          </a:fontRef>
        </p:style>
        <p:txBody>
          <a:bodyPr anchor="ctr" anchorCtr="0">
            <a:normAutofit/>
          </a:bodyPr>
          <a:lstStyle/>
          <a:p>
            <a:pPr algn="ctr"/>
            <a:r>
              <a:rPr lang="en-US" sz="3200" b="1" i="1" cap="none" dirty="0"/>
              <a:t>"The difference between</a:t>
            </a:r>
            <a:br>
              <a:rPr lang="en-US" sz="3200" b="1" i="1" cap="none" dirty="0"/>
            </a:br>
            <a:r>
              <a:rPr lang="en-US" sz="3200" b="1" i="1" cap="none" dirty="0"/>
              <a:t>the right word and the almost-right word</a:t>
            </a:r>
            <a:br>
              <a:rPr lang="en-US" sz="3200" b="1" i="1" cap="none" dirty="0"/>
            </a:br>
            <a:r>
              <a:rPr lang="en-US" sz="3200" b="1" i="1" cap="none" dirty="0"/>
              <a:t>is the difference between</a:t>
            </a:r>
            <a:br>
              <a:rPr lang="en-US" sz="3200" b="1" i="1" cap="none" dirty="0"/>
            </a:br>
            <a:r>
              <a:rPr lang="en-US" sz="3200" b="1" i="1" cap="none" dirty="0"/>
              <a:t>lightning and the lightning bug."</a:t>
            </a:r>
          </a:p>
        </p:txBody>
      </p:sp>
      <p:sp>
        <p:nvSpPr>
          <p:cNvPr id="3" name="Content Placeholder 2">
            <a:extLst>
              <a:ext uri="{FF2B5EF4-FFF2-40B4-BE49-F238E27FC236}">
                <a16:creationId xmlns:a16="http://schemas.microsoft.com/office/drawing/2014/main" id="{E3FE4F56-CDBA-6A44-BCB9-EBB4550EABD8}"/>
              </a:ext>
            </a:extLst>
          </p:cNvPr>
          <p:cNvSpPr>
            <a:spLocks noGrp="1"/>
          </p:cNvSpPr>
          <p:nvPr>
            <p:ph idx="1"/>
          </p:nvPr>
        </p:nvSpPr>
        <p:spPr>
          <a:xfrm>
            <a:off x="5448916" y="4142181"/>
            <a:ext cx="2596308" cy="838200"/>
          </a:xfrm>
        </p:spPr>
        <p:txBody>
          <a:bodyPr>
            <a:normAutofit/>
          </a:bodyPr>
          <a:lstStyle/>
          <a:p>
            <a:r>
              <a:rPr lang="en-US" sz="2100" dirty="0"/>
              <a:t>Mark Twain</a:t>
            </a:r>
          </a:p>
        </p:txBody>
      </p:sp>
      <p:sp>
        <p:nvSpPr>
          <p:cNvPr id="12" name="Slide Number Placeholder 11">
            <a:extLst>
              <a:ext uri="{FF2B5EF4-FFF2-40B4-BE49-F238E27FC236}">
                <a16:creationId xmlns:a16="http://schemas.microsoft.com/office/drawing/2014/main" id="{F2F9A9D6-C50F-4540-B289-6B9368E364A3}"/>
              </a:ext>
            </a:extLst>
          </p:cNvPr>
          <p:cNvSpPr>
            <a:spLocks noGrp="1"/>
          </p:cNvSpPr>
          <p:nvPr>
            <p:ph type="sldNum" sz="quarter" idx="12"/>
          </p:nvPr>
        </p:nvSpPr>
        <p:spPr/>
        <p:txBody>
          <a:bodyPr/>
          <a:lstStyle/>
          <a:p>
            <a:fld id="{69E57DC2-970A-4B3E-BB1C-7A09969E49DF}" type="slidenum">
              <a:rPr lang="en-US" smtClean="0"/>
              <a:pPr/>
              <a:t>18</a:t>
            </a:fld>
            <a:endParaRPr lang="en-US" dirty="0"/>
          </a:p>
        </p:txBody>
      </p:sp>
      <p:pic>
        <p:nvPicPr>
          <p:cNvPr id="5" name="Picture 4">
            <a:extLst>
              <a:ext uri="{FF2B5EF4-FFF2-40B4-BE49-F238E27FC236}">
                <a16:creationId xmlns:a16="http://schemas.microsoft.com/office/drawing/2014/main" id="{CAF270DA-6DFD-5141-94A1-1C033AA5B401}"/>
              </a:ext>
            </a:extLst>
          </p:cNvPr>
          <p:cNvPicPr>
            <a:picLocks noChangeAspect="1"/>
          </p:cNvPicPr>
          <p:nvPr/>
        </p:nvPicPr>
        <p:blipFill>
          <a:blip r:embed="rId2"/>
          <a:stretch>
            <a:fillRect/>
          </a:stretch>
        </p:blipFill>
        <p:spPr>
          <a:xfrm>
            <a:off x="7443094" y="3293761"/>
            <a:ext cx="1208538" cy="1691954"/>
          </a:xfrm>
          <a:prstGeom prst="rect">
            <a:avLst/>
          </a:prstGeom>
        </p:spPr>
      </p:pic>
      <p:pic>
        <p:nvPicPr>
          <p:cNvPr id="7" name="Picture 6">
            <a:extLst>
              <a:ext uri="{FF2B5EF4-FFF2-40B4-BE49-F238E27FC236}">
                <a16:creationId xmlns:a16="http://schemas.microsoft.com/office/drawing/2014/main" id="{292C33C6-3881-5A4E-BA6D-632EBBFFD39E}"/>
              </a:ext>
            </a:extLst>
          </p:cNvPr>
          <p:cNvPicPr>
            <a:picLocks noChangeAspect="1"/>
          </p:cNvPicPr>
          <p:nvPr/>
        </p:nvPicPr>
        <p:blipFill>
          <a:blip r:embed="rId3"/>
          <a:stretch>
            <a:fillRect/>
          </a:stretch>
        </p:blipFill>
        <p:spPr>
          <a:xfrm>
            <a:off x="2819400" y="4123502"/>
            <a:ext cx="1393762" cy="1713759"/>
          </a:xfrm>
          <a:prstGeom prst="rect">
            <a:avLst/>
          </a:prstGeom>
        </p:spPr>
      </p:pic>
      <p:pic>
        <p:nvPicPr>
          <p:cNvPr id="11" name="Picture 10">
            <a:extLst>
              <a:ext uri="{FF2B5EF4-FFF2-40B4-BE49-F238E27FC236}">
                <a16:creationId xmlns:a16="http://schemas.microsoft.com/office/drawing/2014/main" id="{B40D6487-703F-334B-8816-8A15DAB1C6EC}"/>
              </a:ext>
            </a:extLst>
          </p:cNvPr>
          <p:cNvPicPr>
            <a:picLocks noChangeAspect="1"/>
          </p:cNvPicPr>
          <p:nvPr/>
        </p:nvPicPr>
        <p:blipFill>
          <a:blip r:embed="rId4"/>
          <a:stretch>
            <a:fillRect/>
          </a:stretch>
        </p:blipFill>
        <p:spPr>
          <a:xfrm>
            <a:off x="380995" y="4755819"/>
            <a:ext cx="1837989" cy="1837989"/>
          </a:xfrm>
          <a:prstGeom prst="rect">
            <a:avLst/>
          </a:prstGeom>
        </p:spPr>
      </p:pic>
    </p:spTree>
    <p:extLst>
      <p:ext uri="{BB962C8B-B14F-4D97-AF65-F5344CB8AC3E}">
        <p14:creationId xmlns:p14="http://schemas.microsoft.com/office/powerpoint/2010/main" val="1481889966"/>
      </p:ext>
    </p:extLst>
  </p:cSld>
  <p:clrMapOvr>
    <a:masterClrMapping/>
  </p:clrMapOvr>
  <p:transition spd="med">
    <p:pull/>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27A195-B3F5-F740-9BD5-F739045490FE}"/>
              </a:ext>
            </a:extLst>
          </p:cNvPr>
          <p:cNvSpPr>
            <a:spLocks noGrp="1"/>
          </p:cNvSpPr>
          <p:nvPr>
            <p:ph idx="1"/>
          </p:nvPr>
        </p:nvSpPr>
        <p:spPr>
          <a:xfrm>
            <a:off x="3370307" y="1143000"/>
            <a:ext cx="5316493" cy="5562600"/>
          </a:xfrm>
        </p:spPr>
        <p:txBody>
          <a:bodyPr>
            <a:normAutofit/>
          </a:bodyPr>
          <a:lstStyle/>
          <a:p>
            <a:r>
              <a:rPr lang="en-US" dirty="0"/>
              <a:t>Use </a:t>
            </a:r>
            <a:r>
              <a:rPr lang="en-US" b="1" dirty="0"/>
              <a:t>person first </a:t>
            </a:r>
            <a:r>
              <a:rPr lang="en-US" dirty="0"/>
              <a:t>in a phrase</a:t>
            </a:r>
          </a:p>
          <a:p>
            <a:pPr>
              <a:spcBef>
                <a:spcPts val="1650"/>
              </a:spcBef>
            </a:pPr>
            <a:r>
              <a:rPr lang="en-US" dirty="0"/>
              <a:t>Disability as a </a:t>
            </a:r>
            <a:r>
              <a:rPr lang="en-US" b="1" dirty="0"/>
              <a:t>secondary</a:t>
            </a:r>
            <a:r>
              <a:rPr lang="en-US" dirty="0"/>
              <a:t> aspect of a person</a:t>
            </a:r>
          </a:p>
          <a:p>
            <a:pPr>
              <a:spcBef>
                <a:spcPts val="1650"/>
              </a:spcBef>
            </a:pPr>
            <a:r>
              <a:rPr lang="en-US" b="1" dirty="0"/>
              <a:t>Examples:</a:t>
            </a:r>
          </a:p>
          <a:p>
            <a:pPr lvl="1">
              <a:buFont typeface="Wingdings" pitchFamily="2" charset="2"/>
              <a:buChar char="Ø"/>
            </a:pPr>
            <a:r>
              <a:rPr lang="en-US" sz="2400" dirty="0"/>
              <a:t>”Person with a disability”</a:t>
            </a:r>
          </a:p>
          <a:p>
            <a:pPr lvl="1">
              <a:buFont typeface="Wingdings" pitchFamily="2" charset="2"/>
              <a:buChar char="Ø"/>
            </a:pPr>
            <a:r>
              <a:rPr lang="en-US" sz="2400" dirty="0"/>
              <a:t>“Woman with cerebral palsy”</a:t>
            </a:r>
          </a:p>
          <a:p>
            <a:pPr lvl="1">
              <a:buFont typeface="Wingdings" pitchFamily="2" charset="2"/>
              <a:buChar char="Ø"/>
            </a:pPr>
            <a:r>
              <a:rPr lang="en-US" sz="2400" dirty="0"/>
              <a:t>”Student with an intellectual disability”</a:t>
            </a:r>
          </a:p>
          <a:p>
            <a:pPr>
              <a:spcBef>
                <a:spcPts val="1650"/>
              </a:spcBef>
              <a:buFont typeface="Wingdings" pitchFamily="2" charset="2"/>
              <a:buChar char="Ø"/>
            </a:pPr>
            <a:r>
              <a:rPr lang="en-US" dirty="0"/>
              <a:t>Affirms person has value and worth, and disability is separate from self-worth</a:t>
            </a:r>
          </a:p>
        </p:txBody>
      </p:sp>
      <p:sp>
        <p:nvSpPr>
          <p:cNvPr id="4" name="Pentagon 3">
            <a:extLst>
              <a:ext uri="{FF2B5EF4-FFF2-40B4-BE49-F238E27FC236}">
                <a16:creationId xmlns:a16="http://schemas.microsoft.com/office/drawing/2014/main" id="{66D7704C-50E0-9444-B696-DA99A7E0A05F}"/>
              </a:ext>
            </a:extLst>
          </p:cNvPr>
          <p:cNvSpPr/>
          <p:nvPr/>
        </p:nvSpPr>
        <p:spPr>
          <a:xfrm>
            <a:off x="566382" y="838200"/>
            <a:ext cx="2298357" cy="1237220"/>
          </a:xfrm>
          <a:prstGeom prst="homePlate">
            <a:avLst/>
          </a:prstGeom>
          <a:scene3d>
            <a:camera prst="orthographicFront"/>
            <a:lightRig rig="threePt" dir="t"/>
          </a:scene3d>
          <a:sp3d>
            <a:bevelT prst="angle"/>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b="1" cap="small" dirty="0"/>
              <a:t>Person First Language</a:t>
            </a:r>
          </a:p>
        </p:txBody>
      </p:sp>
      <p:sp>
        <p:nvSpPr>
          <p:cNvPr id="5" name="Slide Number Placeholder 4">
            <a:extLst>
              <a:ext uri="{FF2B5EF4-FFF2-40B4-BE49-F238E27FC236}">
                <a16:creationId xmlns:a16="http://schemas.microsoft.com/office/drawing/2014/main" id="{A548FC7A-8E99-5C40-8DC3-76188E585B25}"/>
              </a:ext>
            </a:extLst>
          </p:cNvPr>
          <p:cNvSpPr>
            <a:spLocks noGrp="1"/>
          </p:cNvSpPr>
          <p:nvPr>
            <p:ph type="sldNum" sz="quarter" idx="12"/>
          </p:nvPr>
        </p:nvSpPr>
        <p:spPr/>
        <p:txBody>
          <a:bodyPr/>
          <a:lstStyle/>
          <a:p>
            <a:fld id="{69E57DC2-970A-4B3E-BB1C-7A09969E49DF}" type="slidenum">
              <a:rPr lang="en-US" smtClean="0"/>
              <a:t>19</a:t>
            </a:fld>
            <a:endParaRPr lang="en-US" dirty="0"/>
          </a:p>
        </p:txBody>
      </p:sp>
    </p:spTree>
    <p:extLst>
      <p:ext uri="{BB962C8B-B14F-4D97-AF65-F5344CB8AC3E}">
        <p14:creationId xmlns:p14="http://schemas.microsoft.com/office/powerpoint/2010/main" val="3858116797"/>
      </p:ext>
    </p:extLst>
  </p:cSld>
  <p:clrMapOvr>
    <a:masterClrMapping/>
  </p:clrMapOvr>
  <p:transition spd="med">
    <p:pull/>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27A195-B3F5-F740-9BD5-F739045490FE}"/>
              </a:ext>
            </a:extLst>
          </p:cNvPr>
          <p:cNvSpPr>
            <a:spLocks noGrp="1"/>
          </p:cNvSpPr>
          <p:nvPr>
            <p:ph idx="1"/>
          </p:nvPr>
        </p:nvSpPr>
        <p:spPr>
          <a:xfrm>
            <a:off x="3145119" y="1219200"/>
            <a:ext cx="5541681" cy="4876800"/>
          </a:xfrm>
        </p:spPr>
        <p:txBody>
          <a:bodyPr>
            <a:noAutofit/>
          </a:bodyPr>
          <a:lstStyle/>
          <a:p>
            <a:r>
              <a:rPr lang="en-US" dirty="0"/>
              <a:t>Use </a:t>
            </a:r>
            <a:r>
              <a:rPr lang="en-US" b="1" dirty="0"/>
              <a:t>disability first </a:t>
            </a:r>
            <a:r>
              <a:rPr lang="en-US" dirty="0"/>
              <a:t>in a phrase</a:t>
            </a:r>
          </a:p>
          <a:p>
            <a:pPr>
              <a:spcBef>
                <a:spcPts val="1650"/>
              </a:spcBef>
            </a:pPr>
            <a:r>
              <a:rPr lang="en-US" dirty="0"/>
              <a:t>Disability as an </a:t>
            </a:r>
            <a:r>
              <a:rPr lang="en-US" b="1" dirty="0"/>
              <a:t>inherent aspect </a:t>
            </a:r>
            <a:r>
              <a:rPr lang="en-US" dirty="0"/>
              <a:t>of a person</a:t>
            </a:r>
          </a:p>
          <a:p>
            <a:pPr>
              <a:spcBef>
                <a:spcPts val="1650"/>
              </a:spcBef>
            </a:pPr>
            <a:r>
              <a:rPr lang="en-US" b="1" dirty="0"/>
              <a:t>Examples:</a:t>
            </a:r>
          </a:p>
          <a:p>
            <a:pPr lvl="1">
              <a:buFont typeface="Wingdings" pitchFamily="2" charset="2"/>
              <a:buChar char="Ø"/>
            </a:pPr>
            <a:r>
              <a:rPr lang="en-US" sz="2400" dirty="0"/>
              <a:t>”A disabled person”</a:t>
            </a:r>
          </a:p>
          <a:p>
            <a:pPr lvl="1">
              <a:buFont typeface="Wingdings" pitchFamily="2" charset="2"/>
              <a:buChar char="Ø"/>
            </a:pPr>
            <a:r>
              <a:rPr lang="en-US" sz="2400" dirty="0"/>
              <a:t>“Autistic person”</a:t>
            </a:r>
          </a:p>
          <a:p>
            <a:pPr lvl="1">
              <a:buFont typeface="Wingdings" pitchFamily="2" charset="2"/>
              <a:buChar char="Ø"/>
            </a:pPr>
            <a:r>
              <a:rPr lang="en-US" sz="2400" dirty="0"/>
              <a:t>”Deaf person”</a:t>
            </a:r>
          </a:p>
          <a:p>
            <a:pPr lvl="1">
              <a:buFont typeface="Wingdings" pitchFamily="2" charset="2"/>
              <a:buChar char="Ø"/>
            </a:pPr>
            <a:r>
              <a:rPr lang="en-US" sz="2400" dirty="0"/>
              <a:t>“I’m bipolar”</a:t>
            </a:r>
          </a:p>
          <a:p>
            <a:pPr>
              <a:spcBef>
                <a:spcPts val="1650"/>
              </a:spcBef>
              <a:buFont typeface="Wingdings" pitchFamily="2" charset="2"/>
              <a:buChar char="Ø"/>
            </a:pPr>
            <a:r>
              <a:rPr lang="en-US" dirty="0"/>
              <a:t>Recognizes, affirms, validates an individual’s identity as a disabled person</a:t>
            </a:r>
          </a:p>
        </p:txBody>
      </p:sp>
      <p:sp>
        <p:nvSpPr>
          <p:cNvPr id="4" name="Pentagon 3">
            <a:extLst>
              <a:ext uri="{FF2B5EF4-FFF2-40B4-BE49-F238E27FC236}">
                <a16:creationId xmlns:a16="http://schemas.microsoft.com/office/drawing/2014/main" id="{66D7704C-50E0-9444-B696-DA99A7E0A05F}"/>
              </a:ext>
            </a:extLst>
          </p:cNvPr>
          <p:cNvSpPr/>
          <p:nvPr/>
        </p:nvSpPr>
        <p:spPr>
          <a:xfrm>
            <a:off x="457200" y="980046"/>
            <a:ext cx="2298357" cy="1237220"/>
          </a:xfrm>
          <a:prstGeom prst="homePlate">
            <a:avLst/>
          </a:prstGeom>
          <a:effectLst>
            <a:glow rad="139700">
              <a:schemeClr val="accent4">
                <a:satMod val="175000"/>
                <a:alpha val="40000"/>
              </a:schemeClr>
            </a:glo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b="1" i="1" dirty="0"/>
              <a:t>Identity First Language</a:t>
            </a:r>
          </a:p>
        </p:txBody>
      </p:sp>
      <p:sp>
        <p:nvSpPr>
          <p:cNvPr id="5" name="Slide Number Placeholder 4">
            <a:extLst>
              <a:ext uri="{FF2B5EF4-FFF2-40B4-BE49-F238E27FC236}">
                <a16:creationId xmlns:a16="http://schemas.microsoft.com/office/drawing/2014/main" id="{F8C172B5-194A-8943-B5B4-2981B90C35D9}"/>
              </a:ext>
            </a:extLst>
          </p:cNvPr>
          <p:cNvSpPr>
            <a:spLocks noGrp="1"/>
          </p:cNvSpPr>
          <p:nvPr>
            <p:ph type="sldNum" sz="quarter" idx="12"/>
          </p:nvPr>
        </p:nvSpPr>
        <p:spPr/>
        <p:txBody>
          <a:bodyPr/>
          <a:lstStyle/>
          <a:p>
            <a:fld id="{69E57DC2-970A-4B3E-BB1C-7A09969E49DF}" type="slidenum">
              <a:rPr lang="en-US" smtClean="0"/>
              <a:t>20</a:t>
            </a:fld>
            <a:endParaRPr lang="en-US" dirty="0"/>
          </a:p>
        </p:txBody>
      </p:sp>
    </p:spTree>
    <p:extLst>
      <p:ext uri="{BB962C8B-B14F-4D97-AF65-F5344CB8AC3E}">
        <p14:creationId xmlns:p14="http://schemas.microsoft.com/office/powerpoint/2010/main" val="2329559331"/>
      </p:ext>
    </p:extLst>
  </p:cSld>
  <p:clrMapOvr>
    <a:masterClrMapping/>
  </p:clrMapOvr>
  <p:transition spd="med">
    <p:pull/>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5627A32-1284-9643-B918-2AA19F26B76F}"/>
              </a:ext>
            </a:extLst>
          </p:cNvPr>
          <p:cNvPicPr>
            <a:picLocks noChangeAspect="1"/>
          </p:cNvPicPr>
          <p:nvPr/>
        </p:nvPicPr>
        <p:blipFill>
          <a:blip r:embed="rId2"/>
          <a:stretch>
            <a:fillRect/>
          </a:stretch>
        </p:blipFill>
        <p:spPr>
          <a:xfrm>
            <a:off x="1316620" y="857250"/>
            <a:ext cx="6510760" cy="5143500"/>
          </a:xfrm>
          <a:prstGeom prst="rect">
            <a:avLst/>
          </a:prstGeom>
        </p:spPr>
      </p:pic>
      <p:sp>
        <p:nvSpPr>
          <p:cNvPr id="8" name="Slide Number Placeholder 7">
            <a:extLst>
              <a:ext uri="{FF2B5EF4-FFF2-40B4-BE49-F238E27FC236}">
                <a16:creationId xmlns:a16="http://schemas.microsoft.com/office/drawing/2014/main" id="{A0A50D75-13C2-F249-A89F-47FA77A0A570}"/>
              </a:ext>
            </a:extLst>
          </p:cNvPr>
          <p:cNvSpPr>
            <a:spLocks noGrp="1"/>
          </p:cNvSpPr>
          <p:nvPr>
            <p:ph type="sldNum" sz="quarter" idx="12"/>
          </p:nvPr>
        </p:nvSpPr>
        <p:spPr/>
        <p:txBody>
          <a:bodyPr/>
          <a:lstStyle/>
          <a:p>
            <a:fld id="{69E57DC2-970A-4B3E-BB1C-7A09969E49DF}" type="slidenum">
              <a:rPr lang="en-US" smtClean="0"/>
              <a:t>21</a:t>
            </a:fld>
            <a:endParaRPr lang="en-US" dirty="0"/>
          </a:p>
        </p:txBody>
      </p:sp>
    </p:spTree>
    <p:extLst>
      <p:ext uri="{BB962C8B-B14F-4D97-AF65-F5344CB8AC3E}">
        <p14:creationId xmlns:p14="http://schemas.microsoft.com/office/powerpoint/2010/main" val="1205377779"/>
      </p:ext>
    </p:extLst>
  </p:cSld>
  <p:clrMapOvr>
    <a:masterClrMapping/>
  </p:clrMapOvr>
  <p:transition spd="med">
    <p:pull/>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95884-4C98-EF4E-AB49-64D256748771}"/>
              </a:ext>
            </a:extLst>
          </p:cNvPr>
          <p:cNvSpPr>
            <a:spLocks noGrp="1"/>
          </p:cNvSpPr>
          <p:nvPr>
            <p:ph type="title"/>
          </p:nvPr>
        </p:nvSpPr>
        <p:spPr>
          <a:xfrm>
            <a:off x="2140729" y="1247181"/>
            <a:ext cx="4381784" cy="792482"/>
          </a:xfrm>
        </p:spPr>
        <p:style>
          <a:lnRef idx="2">
            <a:schemeClr val="accent1">
              <a:shade val="50000"/>
            </a:schemeClr>
          </a:lnRef>
          <a:fillRef idx="1">
            <a:schemeClr val="accent1"/>
          </a:fillRef>
          <a:effectRef idx="0">
            <a:schemeClr val="accent1"/>
          </a:effectRef>
          <a:fontRef idx="minor">
            <a:schemeClr val="lt1"/>
          </a:fontRef>
        </p:style>
        <p:txBody>
          <a:bodyPr anchor="ctr" anchorCtr="0">
            <a:normAutofit fontScale="90000"/>
          </a:bodyPr>
          <a:lstStyle/>
          <a:p>
            <a:pPr algn="ctr"/>
            <a:r>
              <a:rPr lang="en-US" b="1" dirty="0"/>
              <a:t>Tips for Navigating</a:t>
            </a:r>
          </a:p>
        </p:txBody>
      </p:sp>
      <p:pic>
        <p:nvPicPr>
          <p:cNvPr id="5" name="Picture 4">
            <a:extLst>
              <a:ext uri="{FF2B5EF4-FFF2-40B4-BE49-F238E27FC236}">
                <a16:creationId xmlns:a16="http://schemas.microsoft.com/office/drawing/2014/main" id="{D84C31ED-942A-A14F-A34B-4527D4A83ECD}"/>
              </a:ext>
            </a:extLst>
          </p:cNvPr>
          <p:cNvPicPr>
            <a:picLocks noChangeAspect="1"/>
          </p:cNvPicPr>
          <p:nvPr/>
        </p:nvPicPr>
        <p:blipFill>
          <a:blip r:embed="rId2"/>
          <a:stretch>
            <a:fillRect/>
          </a:stretch>
        </p:blipFill>
        <p:spPr>
          <a:xfrm>
            <a:off x="3063039" y="2317531"/>
            <a:ext cx="3017922" cy="3653659"/>
          </a:xfrm>
          <a:prstGeom prst="rect">
            <a:avLst/>
          </a:prstGeom>
        </p:spPr>
      </p:pic>
      <p:sp>
        <p:nvSpPr>
          <p:cNvPr id="10" name="Slide Number Placeholder 9">
            <a:extLst>
              <a:ext uri="{FF2B5EF4-FFF2-40B4-BE49-F238E27FC236}">
                <a16:creationId xmlns:a16="http://schemas.microsoft.com/office/drawing/2014/main" id="{61CDDD1E-82A0-4E4D-B1DB-6B582685DEF3}"/>
              </a:ext>
            </a:extLst>
          </p:cNvPr>
          <p:cNvSpPr>
            <a:spLocks noGrp="1"/>
          </p:cNvSpPr>
          <p:nvPr>
            <p:ph type="sldNum" sz="quarter" idx="12"/>
          </p:nvPr>
        </p:nvSpPr>
        <p:spPr/>
        <p:txBody>
          <a:bodyPr/>
          <a:lstStyle/>
          <a:p>
            <a:fld id="{69E57DC2-970A-4B3E-BB1C-7A09969E49DF}" type="slidenum">
              <a:rPr lang="en-US" smtClean="0"/>
              <a:t>22</a:t>
            </a:fld>
            <a:endParaRPr lang="en-US" dirty="0"/>
          </a:p>
        </p:txBody>
      </p:sp>
    </p:spTree>
    <p:extLst>
      <p:ext uri="{BB962C8B-B14F-4D97-AF65-F5344CB8AC3E}">
        <p14:creationId xmlns:p14="http://schemas.microsoft.com/office/powerpoint/2010/main" val="1560705293"/>
      </p:ext>
    </p:extLst>
  </p:cSld>
  <p:clrMapOvr>
    <a:masterClrMapping/>
  </p:clrMapOvr>
  <p:transition spd="med">
    <p:pull/>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185E5-357F-1449-82E7-1CBFDB7AFF9B}"/>
              </a:ext>
            </a:extLst>
          </p:cNvPr>
          <p:cNvSpPr>
            <a:spLocks noGrp="1"/>
          </p:cNvSpPr>
          <p:nvPr>
            <p:ph type="title"/>
          </p:nvPr>
        </p:nvSpPr>
        <p:spPr>
          <a:xfrm>
            <a:off x="609600" y="1166883"/>
            <a:ext cx="2614683" cy="2871717"/>
          </a:xfrm>
          <a:scene3d>
            <a:camera prst="orthographicFront"/>
            <a:lightRig rig="threePt" dir="t"/>
          </a:scene3d>
          <a:sp3d>
            <a:bevelT prst="angle"/>
          </a:sp3d>
        </p:spPr>
        <p:style>
          <a:lnRef idx="2">
            <a:schemeClr val="accent6">
              <a:shade val="50000"/>
            </a:schemeClr>
          </a:lnRef>
          <a:fillRef idx="1">
            <a:schemeClr val="accent6"/>
          </a:fillRef>
          <a:effectRef idx="0">
            <a:schemeClr val="accent6"/>
          </a:effectRef>
          <a:fontRef idx="minor">
            <a:schemeClr val="lt1"/>
          </a:fontRef>
        </p:style>
        <p:txBody>
          <a:bodyPr anchor="ctr" anchorCtr="0">
            <a:normAutofit fontScale="90000"/>
          </a:bodyPr>
          <a:lstStyle/>
          <a:p>
            <a:pPr algn="ctr"/>
            <a:r>
              <a:rPr lang="en-US" cap="small" dirty="0"/>
              <a:t>There Is No </a:t>
            </a:r>
            <a:r>
              <a:rPr lang="en-US" b="1" i="1" cap="small" dirty="0"/>
              <a:t>“One Size</a:t>
            </a:r>
            <a:br>
              <a:rPr lang="en-US" b="1" i="1" cap="small" dirty="0"/>
            </a:br>
            <a:r>
              <a:rPr lang="en-US" b="1" i="1" cap="small" dirty="0"/>
              <a:t>Fits All”</a:t>
            </a:r>
            <a:br>
              <a:rPr lang="en-US" b="1" cap="small" dirty="0"/>
            </a:br>
            <a:r>
              <a:rPr lang="en-US" cap="small" dirty="0"/>
              <a:t>Approach</a:t>
            </a:r>
          </a:p>
        </p:txBody>
      </p:sp>
      <p:sp>
        <p:nvSpPr>
          <p:cNvPr id="3" name="Content Placeholder 2">
            <a:extLst>
              <a:ext uri="{FF2B5EF4-FFF2-40B4-BE49-F238E27FC236}">
                <a16:creationId xmlns:a16="http://schemas.microsoft.com/office/drawing/2014/main" id="{D50DC265-3CD8-3349-B3D4-8683586A19F1}"/>
              </a:ext>
            </a:extLst>
          </p:cNvPr>
          <p:cNvSpPr>
            <a:spLocks noGrp="1"/>
          </p:cNvSpPr>
          <p:nvPr>
            <p:ph idx="1"/>
          </p:nvPr>
        </p:nvSpPr>
        <p:spPr>
          <a:xfrm>
            <a:off x="4084093" y="1633040"/>
            <a:ext cx="4602707" cy="4234360"/>
          </a:xfrm>
        </p:spPr>
        <p:txBody>
          <a:bodyPr>
            <a:noAutofit/>
          </a:bodyPr>
          <a:lstStyle/>
          <a:p>
            <a:pPr>
              <a:spcBef>
                <a:spcPts val="1650"/>
              </a:spcBef>
            </a:pPr>
            <a:r>
              <a:rPr lang="en-US" dirty="0"/>
              <a:t>Don’t presume</a:t>
            </a:r>
          </a:p>
          <a:p>
            <a:pPr>
              <a:spcBef>
                <a:spcPts val="1650"/>
              </a:spcBef>
            </a:pPr>
            <a:r>
              <a:rPr lang="en-US" dirty="0"/>
              <a:t>Set </a:t>
            </a:r>
            <a:r>
              <a:rPr lang="en-US" b="1" dirty="0"/>
              <a:t>ground rules </a:t>
            </a:r>
            <a:r>
              <a:rPr lang="en-US" dirty="0"/>
              <a:t>for equal participation</a:t>
            </a:r>
          </a:p>
          <a:p>
            <a:pPr>
              <a:spcBef>
                <a:spcPts val="1650"/>
              </a:spcBef>
            </a:pPr>
            <a:r>
              <a:rPr lang="en-US" dirty="0"/>
              <a:t>Cultivate a </a:t>
            </a:r>
            <a:r>
              <a:rPr lang="en-US" b="1" dirty="0"/>
              <a:t>safe space </a:t>
            </a:r>
            <a:r>
              <a:rPr lang="en-US" dirty="0"/>
              <a:t>for voicing and respecting different perspectives</a:t>
            </a:r>
          </a:p>
          <a:p>
            <a:pPr>
              <a:spcBef>
                <a:spcPts val="1650"/>
              </a:spcBef>
            </a:pPr>
            <a:r>
              <a:rPr lang="en-US" dirty="0"/>
              <a:t>If there are varying opinions, </a:t>
            </a:r>
            <a:r>
              <a:rPr lang="en-US" b="1" dirty="0"/>
              <a:t>alternate facilitation language </a:t>
            </a:r>
            <a:r>
              <a:rPr lang="en-US" dirty="0"/>
              <a:t>frequently</a:t>
            </a:r>
          </a:p>
        </p:txBody>
      </p:sp>
      <p:sp>
        <p:nvSpPr>
          <p:cNvPr id="4" name="Slide Number Placeholder 3">
            <a:extLst>
              <a:ext uri="{FF2B5EF4-FFF2-40B4-BE49-F238E27FC236}">
                <a16:creationId xmlns:a16="http://schemas.microsoft.com/office/drawing/2014/main" id="{358D6E3B-BB8A-C444-BF8D-558632061EED}"/>
              </a:ext>
            </a:extLst>
          </p:cNvPr>
          <p:cNvSpPr>
            <a:spLocks noGrp="1"/>
          </p:cNvSpPr>
          <p:nvPr>
            <p:ph type="sldNum" sz="quarter" idx="12"/>
          </p:nvPr>
        </p:nvSpPr>
        <p:spPr/>
        <p:txBody>
          <a:bodyPr/>
          <a:lstStyle/>
          <a:p>
            <a:fld id="{69E57DC2-970A-4B3E-BB1C-7A09969E49DF}" type="slidenum">
              <a:rPr lang="en-US" smtClean="0"/>
              <a:t>23</a:t>
            </a:fld>
            <a:endParaRPr lang="en-US" dirty="0"/>
          </a:p>
        </p:txBody>
      </p:sp>
    </p:spTree>
    <p:extLst>
      <p:ext uri="{BB962C8B-B14F-4D97-AF65-F5344CB8AC3E}">
        <p14:creationId xmlns:p14="http://schemas.microsoft.com/office/powerpoint/2010/main" val="1957765000"/>
      </p:ext>
    </p:extLst>
  </p:cSld>
  <p:clrMapOvr>
    <a:masterClrMapping/>
  </p:clrMapOvr>
  <p:transition spd="med">
    <p:pull/>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997065-33DD-DB4A-824C-4AC71388846D}"/>
              </a:ext>
            </a:extLst>
          </p:cNvPr>
          <p:cNvSpPr>
            <a:spLocks noGrp="1"/>
          </p:cNvSpPr>
          <p:nvPr>
            <p:ph idx="1"/>
          </p:nvPr>
        </p:nvSpPr>
        <p:spPr>
          <a:xfrm>
            <a:off x="4299767" y="1676400"/>
            <a:ext cx="4576156" cy="4214553"/>
          </a:xfrm>
        </p:spPr>
        <p:txBody>
          <a:bodyPr>
            <a:normAutofit/>
          </a:bodyPr>
          <a:lstStyle/>
          <a:p>
            <a:pPr>
              <a:spcBef>
                <a:spcPts val="1650"/>
              </a:spcBef>
            </a:pPr>
            <a:r>
              <a:rPr lang="en-US" sz="2700" dirty="0"/>
              <a:t>“Handicap”</a:t>
            </a:r>
          </a:p>
          <a:p>
            <a:pPr>
              <a:spcBef>
                <a:spcPts val="1650"/>
              </a:spcBef>
            </a:pPr>
            <a:r>
              <a:rPr lang="en-US" sz="2700" dirty="0"/>
              <a:t>“Impaired”</a:t>
            </a:r>
          </a:p>
          <a:p>
            <a:pPr>
              <a:spcBef>
                <a:spcPts val="1650"/>
              </a:spcBef>
            </a:pPr>
            <a:r>
              <a:rPr lang="en-US" sz="2700" dirty="0"/>
              <a:t>“Wheelchair bound” or “Confined to a wheelchair”</a:t>
            </a:r>
          </a:p>
          <a:p>
            <a:pPr>
              <a:spcBef>
                <a:spcPts val="1650"/>
              </a:spcBef>
            </a:pPr>
            <a:r>
              <a:rPr lang="en-US" sz="2700" dirty="0"/>
              <a:t>“Suffers from” </a:t>
            </a:r>
          </a:p>
          <a:p>
            <a:pPr>
              <a:spcBef>
                <a:spcPts val="1650"/>
              </a:spcBef>
            </a:pPr>
            <a:r>
              <a:rPr lang="en-US" sz="2700" dirty="0"/>
              <a:t>The “R” word</a:t>
            </a:r>
          </a:p>
        </p:txBody>
      </p:sp>
      <p:sp>
        <p:nvSpPr>
          <p:cNvPr id="4" name="Pentagon 3">
            <a:extLst>
              <a:ext uri="{FF2B5EF4-FFF2-40B4-BE49-F238E27FC236}">
                <a16:creationId xmlns:a16="http://schemas.microsoft.com/office/drawing/2014/main" id="{53E252F3-EADC-B047-925D-E4341320A064}"/>
              </a:ext>
            </a:extLst>
          </p:cNvPr>
          <p:cNvSpPr/>
          <p:nvPr/>
        </p:nvSpPr>
        <p:spPr>
          <a:xfrm>
            <a:off x="304800" y="1066800"/>
            <a:ext cx="3574615" cy="1945071"/>
          </a:xfrm>
          <a:prstGeom prst="homePlate">
            <a:avLst/>
          </a:prstGeom>
          <a:scene3d>
            <a:camera prst="orthographicFront"/>
            <a:lightRig rig="threePt" dir="t"/>
          </a:scene3d>
          <a:sp3d>
            <a:bevelT prst="angle"/>
          </a:sp3d>
        </p:spPr>
        <p:style>
          <a:lnRef idx="1">
            <a:schemeClr val="accent6"/>
          </a:lnRef>
          <a:fillRef idx="2">
            <a:schemeClr val="accent6"/>
          </a:fillRef>
          <a:effectRef idx="1">
            <a:schemeClr val="accent6"/>
          </a:effectRef>
          <a:fontRef idx="minor">
            <a:schemeClr val="dk1"/>
          </a:fontRef>
        </p:style>
        <p:txBody>
          <a:bodyPr rtlCol="0" anchor="ctr"/>
          <a:lstStyle/>
          <a:p>
            <a:r>
              <a:rPr lang="en-US" sz="2800" cap="small" dirty="0"/>
              <a:t>Language That Should</a:t>
            </a:r>
            <a:br>
              <a:rPr lang="en-US" sz="2800" cap="small" dirty="0"/>
            </a:br>
            <a:r>
              <a:rPr lang="en-US" sz="2800" b="1" i="1" cap="small" dirty="0"/>
              <a:t>NEVER</a:t>
            </a:r>
            <a:br>
              <a:rPr lang="en-US" sz="2800" b="1" cap="small" dirty="0"/>
            </a:br>
            <a:r>
              <a:rPr lang="en-US" sz="2800" cap="small" dirty="0"/>
              <a:t>Be Used</a:t>
            </a:r>
          </a:p>
        </p:txBody>
      </p:sp>
      <p:sp>
        <p:nvSpPr>
          <p:cNvPr id="10" name="Slide Number Placeholder 9">
            <a:extLst>
              <a:ext uri="{FF2B5EF4-FFF2-40B4-BE49-F238E27FC236}">
                <a16:creationId xmlns:a16="http://schemas.microsoft.com/office/drawing/2014/main" id="{41941E46-B42E-3F48-81E6-3C5473BACCBE}"/>
              </a:ext>
            </a:extLst>
          </p:cNvPr>
          <p:cNvSpPr>
            <a:spLocks noGrp="1"/>
          </p:cNvSpPr>
          <p:nvPr>
            <p:ph type="sldNum" sz="quarter" idx="12"/>
          </p:nvPr>
        </p:nvSpPr>
        <p:spPr/>
        <p:txBody>
          <a:bodyPr/>
          <a:lstStyle/>
          <a:p>
            <a:fld id="{69E57DC2-970A-4B3E-BB1C-7A09969E49DF}" type="slidenum">
              <a:rPr lang="en-US" smtClean="0"/>
              <a:t>24</a:t>
            </a:fld>
            <a:endParaRPr lang="en-US" dirty="0"/>
          </a:p>
        </p:txBody>
      </p:sp>
      <p:pic>
        <p:nvPicPr>
          <p:cNvPr id="5" name="Picture 4" descr="A close up of a logo&#10;&#10;Description automatically generated">
            <a:extLst>
              <a:ext uri="{FF2B5EF4-FFF2-40B4-BE49-F238E27FC236}">
                <a16:creationId xmlns:a16="http://schemas.microsoft.com/office/drawing/2014/main" id="{F7ADC7DE-A8AB-5D41-826F-4179621F909E}"/>
              </a:ext>
            </a:extLst>
          </p:cNvPr>
          <p:cNvPicPr>
            <a:picLocks noChangeAspect="1"/>
          </p:cNvPicPr>
          <p:nvPr/>
        </p:nvPicPr>
        <p:blipFill>
          <a:blip r:embed="rId2"/>
          <a:stretch>
            <a:fillRect/>
          </a:stretch>
        </p:blipFill>
        <p:spPr>
          <a:xfrm>
            <a:off x="457200" y="3429000"/>
            <a:ext cx="2971800" cy="2971800"/>
          </a:xfrm>
          <a:prstGeom prst="rect">
            <a:avLst/>
          </a:prstGeom>
        </p:spPr>
      </p:pic>
    </p:spTree>
    <p:extLst>
      <p:ext uri="{BB962C8B-B14F-4D97-AF65-F5344CB8AC3E}">
        <p14:creationId xmlns:p14="http://schemas.microsoft.com/office/powerpoint/2010/main" val="1511150619"/>
      </p:ext>
    </p:extLst>
  </p:cSld>
  <p:clrMapOvr>
    <a:masterClrMapping/>
  </p:clrMapOvr>
  <p:transition spd="med">
    <p:pull/>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F48CB-AC8A-0A4E-9D77-648C54667EBA}"/>
              </a:ext>
            </a:extLst>
          </p:cNvPr>
          <p:cNvSpPr>
            <a:spLocks noGrp="1"/>
          </p:cNvSpPr>
          <p:nvPr>
            <p:ph type="title"/>
          </p:nvPr>
        </p:nvSpPr>
        <p:spPr>
          <a:xfrm>
            <a:off x="212835" y="762000"/>
            <a:ext cx="8489731" cy="2914650"/>
          </a:xfrm>
          <a:scene3d>
            <a:camera prst="orthographicFront"/>
            <a:lightRig rig="threePt" dir="t"/>
          </a:scene3d>
          <a:sp3d>
            <a:bevelT/>
          </a:sp3d>
        </p:spPr>
        <p:style>
          <a:lnRef idx="2">
            <a:schemeClr val="accent4">
              <a:shade val="50000"/>
            </a:schemeClr>
          </a:lnRef>
          <a:fillRef idx="1">
            <a:schemeClr val="accent4"/>
          </a:fillRef>
          <a:effectRef idx="0">
            <a:schemeClr val="accent4"/>
          </a:effectRef>
          <a:fontRef idx="minor">
            <a:schemeClr val="lt1"/>
          </a:fontRef>
        </p:style>
        <p:txBody>
          <a:bodyPr anchor="ctr" anchorCtr="0">
            <a:normAutofit/>
          </a:bodyPr>
          <a:lstStyle/>
          <a:p>
            <a:pPr algn="ctr">
              <a:lnSpc>
                <a:spcPts val="3540"/>
              </a:lnSpc>
            </a:pPr>
            <a:r>
              <a:rPr lang="en-US" sz="2700" dirty="0"/>
              <a:t>“I have a number of physical disabilities,</a:t>
            </a:r>
            <a:br>
              <a:rPr lang="en-US" sz="2700" dirty="0"/>
            </a:br>
            <a:r>
              <a:rPr lang="en-US" sz="2700" dirty="0"/>
              <a:t>and I have no preference.</a:t>
            </a:r>
            <a:br>
              <a:rPr lang="en-US" sz="2700" dirty="0"/>
            </a:br>
            <a:r>
              <a:rPr lang="en-US" sz="2700" dirty="0"/>
              <a:t>What matters to me is that the surrounding conversation indicates that whoever I’m talking with sees me as a person and respects me fully as such.”</a:t>
            </a:r>
          </a:p>
        </p:txBody>
      </p:sp>
      <p:sp>
        <p:nvSpPr>
          <p:cNvPr id="3" name="Content Placeholder 2">
            <a:extLst>
              <a:ext uri="{FF2B5EF4-FFF2-40B4-BE49-F238E27FC236}">
                <a16:creationId xmlns:a16="http://schemas.microsoft.com/office/drawing/2014/main" id="{ED04A4CE-3706-9441-AB37-5F350ADE1A25}"/>
              </a:ext>
            </a:extLst>
          </p:cNvPr>
          <p:cNvSpPr>
            <a:spLocks noGrp="1"/>
          </p:cNvSpPr>
          <p:nvPr>
            <p:ph idx="1"/>
          </p:nvPr>
        </p:nvSpPr>
        <p:spPr>
          <a:xfrm>
            <a:off x="6503276" y="4954314"/>
            <a:ext cx="2199290" cy="532086"/>
          </a:xfrm>
        </p:spPr>
        <p:txBody>
          <a:bodyPr>
            <a:noAutofit/>
          </a:bodyPr>
          <a:lstStyle/>
          <a:p>
            <a:r>
              <a:rPr lang="en-US" sz="2100" dirty="0"/>
              <a:t>Irina Greenman</a:t>
            </a:r>
          </a:p>
        </p:txBody>
      </p:sp>
      <p:pic>
        <p:nvPicPr>
          <p:cNvPr id="5" name="Picture 4">
            <a:extLst>
              <a:ext uri="{FF2B5EF4-FFF2-40B4-BE49-F238E27FC236}">
                <a16:creationId xmlns:a16="http://schemas.microsoft.com/office/drawing/2014/main" id="{231B93AD-34E1-B545-B4EE-0BDE9552B99F}"/>
              </a:ext>
            </a:extLst>
          </p:cNvPr>
          <p:cNvPicPr>
            <a:picLocks noChangeAspect="1"/>
          </p:cNvPicPr>
          <p:nvPr/>
        </p:nvPicPr>
        <p:blipFill>
          <a:blip r:embed="rId2"/>
          <a:stretch>
            <a:fillRect/>
          </a:stretch>
        </p:blipFill>
        <p:spPr>
          <a:xfrm>
            <a:off x="4572000" y="4073416"/>
            <a:ext cx="1848508" cy="2464677"/>
          </a:xfrm>
          <a:prstGeom prst="rect">
            <a:avLst/>
          </a:prstGeom>
        </p:spPr>
      </p:pic>
      <p:sp>
        <p:nvSpPr>
          <p:cNvPr id="6" name="Slide Number Placeholder 5">
            <a:extLst>
              <a:ext uri="{FF2B5EF4-FFF2-40B4-BE49-F238E27FC236}">
                <a16:creationId xmlns:a16="http://schemas.microsoft.com/office/drawing/2014/main" id="{AA306DC9-6C57-B647-B75F-3DE1F439EEDB}"/>
              </a:ext>
            </a:extLst>
          </p:cNvPr>
          <p:cNvSpPr>
            <a:spLocks noGrp="1"/>
          </p:cNvSpPr>
          <p:nvPr>
            <p:ph type="sldNum" sz="quarter" idx="12"/>
          </p:nvPr>
        </p:nvSpPr>
        <p:spPr/>
        <p:txBody>
          <a:bodyPr/>
          <a:lstStyle/>
          <a:p>
            <a:fld id="{69E57DC2-970A-4B3E-BB1C-7A09969E49DF}" type="slidenum">
              <a:rPr lang="en-US" smtClean="0"/>
              <a:t>25</a:t>
            </a:fld>
            <a:endParaRPr lang="en-US" dirty="0"/>
          </a:p>
        </p:txBody>
      </p:sp>
    </p:spTree>
    <p:extLst>
      <p:ext uri="{BB962C8B-B14F-4D97-AF65-F5344CB8AC3E}">
        <p14:creationId xmlns:p14="http://schemas.microsoft.com/office/powerpoint/2010/main" val="409330784"/>
      </p:ext>
    </p:extLst>
  </p:cSld>
  <p:clrMapOvr>
    <a:masterClrMapping/>
  </p:clrMapOvr>
  <p:transition spd="med">
    <p:pull/>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41DE9-F76D-7545-8A2F-D5E341249D94}"/>
              </a:ext>
            </a:extLst>
          </p:cNvPr>
          <p:cNvSpPr>
            <a:spLocks noGrp="1"/>
          </p:cNvSpPr>
          <p:nvPr>
            <p:ph type="title"/>
          </p:nvPr>
        </p:nvSpPr>
        <p:spPr>
          <a:xfrm>
            <a:off x="762000" y="1371600"/>
            <a:ext cx="8229600" cy="990600"/>
          </a:xfrm>
        </p:spPr>
        <p:txBody>
          <a:bodyPr>
            <a:normAutofit fontScale="90000"/>
          </a:bodyPr>
          <a:lstStyle/>
          <a:p>
            <a:pPr algn="ctr"/>
            <a:r>
              <a:rPr lang="en-US" b="1" i="1" dirty="0"/>
              <a:t>The Best Term to Use to Describe Someone With a Disability?</a:t>
            </a:r>
          </a:p>
        </p:txBody>
      </p:sp>
      <p:sp>
        <p:nvSpPr>
          <p:cNvPr id="4" name="Title 1">
            <a:extLst>
              <a:ext uri="{FF2B5EF4-FFF2-40B4-BE49-F238E27FC236}">
                <a16:creationId xmlns:a16="http://schemas.microsoft.com/office/drawing/2014/main" id="{B1C78A51-DCF5-044C-99C0-CFA1467A6B4A}"/>
              </a:ext>
            </a:extLst>
          </p:cNvPr>
          <p:cNvSpPr txBox="1">
            <a:spLocks/>
          </p:cNvSpPr>
          <p:nvPr/>
        </p:nvSpPr>
        <p:spPr>
          <a:xfrm>
            <a:off x="1974631" y="3590596"/>
            <a:ext cx="5510049" cy="1114425"/>
          </a:xfrm>
          <a:prstGeom prst="rect">
            <a:avLst/>
          </a:prstGeom>
        </p:spPr>
        <p:txBody>
          <a:bodyPr vert="horz" lIns="68580" tIns="34290" rIns="68580" bIns="34290" rtlCol="0" anchor="t">
            <a:noAutofit/>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pPr algn="ctr"/>
            <a:r>
              <a:rPr lang="en-US" sz="7200" b="1"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Their Name</a:t>
            </a:r>
          </a:p>
        </p:txBody>
      </p:sp>
      <p:sp>
        <p:nvSpPr>
          <p:cNvPr id="5" name="Slide Number Placeholder 4">
            <a:extLst>
              <a:ext uri="{FF2B5EF4-FFF2-40B4-BE49-F238E27FC236}">
                <a16:creationId xmlns:a16="http://schemas.microsoft.com/office/drawing/2014/main" id="{A12B1465-5F0E-1C45-B1F4-9FD2586CD5AB}"/>
              </a:ext>
            </a:extLst>
          </p:cNvPr>
          <p:cNvSpPr>
            <a:spLocks noGrp="1"/>
          </p:cNvSpPr>
          <p:nvPr>
            <p:ph type="sldNum" sz="quarter" idx="12"/>
          </p:nvPr>
        </p:nvSpPr>
        <p:spPr/>
        <p:txBody>
          <a:bodyPr/>
          <a:lstStyle/>
          <a:p>
            <a:fld id="{69E57DC2-970A-4B3E-BB1C-7A09969E49DF}" type="slidenum">
              <a:rPr lang="en-US" smtClean="0"/>
              <a:t>26</a:t>
            </a:fld>
            <a:endParaRPr lang="en-US" dirty="0"/>
          </a:p>
        </p:txBody>
      </p:sp>
    </p:spTree>
    <p:extLst>
      <p:ext uri="{BB962C8B-B14F-4D97-AF65-F5344CB8AC3E}">
        <p14:creationId xmlns:p14="http://schemas.microsoft.com/office/powerpoint/2010/main" val="233078919"/>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86D1B-9386-3A49-AA79-EAE5E2129029}"/>
              </a:ext>
            </a:extLst>
          </p:cNvPr>
          <p:cNvSpPr>
            <a:spLocks noGrp="1"/>
          </p:cNvSpPr>
          <p:nvPr>
            <p:ph type="title"/>
          </p:nvPr>
        </p:nvSpPr>
        <p:spPr>
          <a:xfrm>
            <a:off x="457200" y="195059"/>
            <a:ext cx="8229600" cy="990600"/>
          </a:xfrm>
        </p:spPr>
        <p:txBody>
          <a:bodyPr>
            <a:normAutofit fontScale="90000"/>
          </a:bodyPr>
          <a:lstStyle/>
          <a:p>
            <a:r>
              <a:rPr lang="en-US" b="1" cap="small" dirty="0"/>
              <a:t>Issues Regarding Specific Disabilities</a:t>
            </a:r>
          </a:p>
        </p:txBody>
      </p:sp>
      <p:sp>
        <p:nvSpPr>
          <p:cNvPr id="3" name="Content Placeholder 2">
            <a:extLst>
              <a:ext uri="{FF2B5EF4-FFF2-40B4-BE49-F238E27FC236}">
                <a16:creationId xmlns:a16="http://schemas.microsoft.com/office/drawing/2014/main" id="{5C11A32B-9FDE-A74F-AA40-DC4863B2A475}"/>
              </a:ext>
            </a:extLst>
          </p:cNvPr>
          <p:cNvSpPr>
            <a:spLocks noGrp="1"/>
          </p:cNvSpPr>
          <p:nvPr>
            <p:ph idx="1"/>
          </p:nvPr>
        </p:nvSpPr>
        <p:spPr>
          <a:xfrm>
            <a:off x="1447800" y="1124302"/>
            <a:ext cx="7467600" cy="4360886"/>
          </a:xfrm>
        </p:spPr>
        <p:txBody>
          <a:bodyPr/>
          <a:lstStyle/>
          <a:p>
            <a:pPr>
              <a:buFont typeface="Wingdings" pitchFamily="2" charset="2"/>
              <a:buChar char="Ø"/>
            </a:pPr>
            <a:r>
              <a:rPr lang="en-US" sz="2800" dirty="0"/>
              <a:t> Conduct research online</a:t>
            </a:r>
          </a:p>
          <a:p>
            <a:pPr>
              <a:buFont typeface="Wingdings" pitchFamily="2" charset="2"/>
              <a:buChar char="Ø"/>
            </a:pPr>
            <a:r>
              <a:rPr lang="en-US" sz="2800" dirty="0"/>
              <a:t> There is an association for everything</a:t>
            </a:r>
          </a:p>
          <a:p>
            <a:pPr>
              <a:buFont typeface="Wingdings" pitchFamily="2" charset="2"/>
              <a:buChar char="Ø"/>
            </a:pPr>
            <a:r>
              <a:rPr lang="en-US" sz="2800" dirty="0"/>
              <a:t> Use state and local resources</a:t>
            </a:r>
          </a:p>
          <a:p>
            <a:endParaRPr lang="en-US" sz="2800" dirty="0"/>
          </a:p>
        </p:txBody>
      </p:sp>
      <p:sp>
        <p:nvSpPr>
          <p:cNvPr id="4" name="Slide Number Placeholder 3">
            <a:extLst>
              <a:ext uri="{FF2B5EF4-FFF2-40B4-BE49-F238E27FC236}">
                <a16:creationId xmlns:a16="http://schemas.microsoft.com/office/drawing/2014/main" id="{F5CEF23E-9974-034E-8B12-FFA1271099A2}"/>
              </a:ext>
            </a:extLst>
          </p:cNvPr>
          <p:cNvSpPr>
            <a:spLocks noGrp="1"/>
          </p:cNvSpPr>
          <p:nvPr>
            <p:ph type="sldNum" sz="quarter" idx="12"/>
          </p:nvPr>
        </p:nvSpPr>
        <p:spPr/>
        <p:txBody>
          <a:bodyPr/>
          <a:lstStyle/>
          <a:p>
            <a:pPr>
              <a:defRPr/>
            </a:pPr>
            <a:fld id="{6DFFECAE-5558-FC4F-A5D5-814DD6134961}" type="slidenum">
              <a:rPr lang="en-US" altLang="en-US" smtClean="0"/>
              <a:pPr>
                <a:defRPr/>
              </a:pPr>
              <a:t>27</a:t>
            </a:fld>
            <a:endParaRPr lang="en-US" altLang="en-US"/>
          </a:p>
        </p:txBody>
      </p:sp>
      <p:pic>
        <p:nvPicPr>
          <p:cNvPr id="6" name="Picture 5" descr="A screenshot of a social media post&#10;&#10;Description automatically generated">
            <a:extLst>
              <a:ext uri="{FF2B5EF4-FFF2-40B4-BE49-F238E27FC236}">
                <a16:creationId xmlns:a16="http://schemas.microsoft.com/office/drawing/2014/main" id="{8216F809-0C96-B942-B894-7F4124270344}"/>
              </a:ext>
            </a:extLst>
          </p:cNvPr>
          <p:cNvPicPr>
            <a:picLocks noChangeAspect="1"/>
          </p:cNvPicPr>
          <p:nvPr/>
        </p:nvPicPr>
        <p:blipFill rotWithShape="1">
          <a:blip r:embed="rId3"/>
          <a:srcRect l="6444" t="10000" r="7334" b="4444"/>
          <a:stretch/>
        </p:blipFill>
        <p:spPr>
          <a:xfrm>
            <a:off x="3183141" y="4755227"/>
            <a:ext cx="2433452" cy="1931709"/>
          </a:xfrm>
          <a:prstGeom prst="rect">
            <a:avLst/>
          </a:prstGeom>
          <a:ln>
            <a:solidFill>
              <a:schemeClr val="tx1"/>
            </a:solidFill>
          </a:ln>
        </p:spPr>
      </p:pic>
      <p:pic>
        <p:nvPicPr>
          <p:cNvPr id="8" name="Picture 7" descr="A screenshot of a social media post&#10;&#10;Description automatically generated">
            <a:extLst>
              <a:ext uri="{FF2B5EF4-FFF2-40B4-BE49-F238E27FC236}">
                <a16:creationId xmlns:a16="http://schemas.microsoft.com/office/drawing/2014/main" id="{47108C09-099A-3A43-A9EC-89E63963BCCC}"/>
              </a:ext>
            </a:extLst>
          </p:cNvPr>
          <p:cNvPicPr>
            <a:picLocks noChangeAspect="1"/>
          </p:cNvPicPr>
          <p:nvPr/>
        </p:nvPicPr>
        <p:blipFill rotWithShape="1">
          <a:blip r:embed="rId4"/>
          <a:srcRect l="10000" t="10000" r="6444"/>
          <a:stretch/>
        </p:blipFill>
        <p:spPr>
          <a:xfrm>
            <a:off x="367042" y="3561568"/>
            <a:ext cx="2397257" cy="2065722"/>
          </a:xfrm>
          <a:prstGeom prst="rect">
            <a:avLst/>
          </a:prstGeom>
          <a:ln>
            <a:solidFill>
              <a:schemeClr val="tx1"/>
            </a:solidFill>
          </a:ln>
        </p:spPr>
      </p:pic>
      <p:pic>
        <p:nvPicPr>
          <p:cNvPr id="16" name="Picture 15" descr="A screenshot of a social media post&#10;&#10;Description automatically generated">
            <a:extLst>
              <a:ext uri="{FF2B5EF4-FFF2-40B4-BE49-F238E27FC236}">
                <a16:creationId xmlns:a16="http://schemas.microsoft.com/office/drawing/2014/main" id="{480598D3-2168-9D48-8860-065E7942C5AA}"/>
              </a:ext>
            </a:extLst>
          </p:cNvPr>
          <p:cNvPicPr>
            <a:picLocks noChangeAspect="1"/>
          </p:cNvPicPr>
          <p:nvPr/>
        </p:nvPicPr>
        <p:blipFill rotWithShape="1">
          <a:blip r:embed="rId5"/>
          <a:srcRect l="5555" t="20001" r="2000" b="10696"/>
          <a:stretch/>
        </p:blipFill>
        <p:spPr>
          <a:xfrm>
            <a:off x="6226193" y="5197908"/>
            <a:ext cx="2482814" cy="1489028"/>
          </a:xfrm>
          <a:prstGeom prst="rect">
            <a:avLst/>
          </a:prstGeom>
          <a:ln>
            <a:solidFill>
              <a:schemeClr val="tx1"/>
            </a:solidFill>
          </a:ln>
        </p:spPr>
      </p:pic>
      <p:pic>
        <p:nvPicPr>
          <p:cNvPr id="18" name="Picture 17" descr="A screenshot of a social media post&#10;&#10;Description automatically generated">
            <a:extLst>
              <a:ext uri="{FF2B5EF4-FFF2-40B4-BE49-F238E27FC236}">
                <a16:creationId xmlns:a16="http://schemas.microsoft.com/office/drawing/2014/main" id="{47BA011D-CAFC-1D4A-8A82-7FF93E45AA7B}"/>
              </a:ext>
            </a:extLst>
          </p:cNvPr>
          <p:cNvPicPr>
            <a:picLocks noChangeAspect="1"/>
          </p:cNvPicPr>
          <p:nvPr/>
        </p:nvPicPr>
        <p:blipFill rotWithShape="1">
          <a:blip r:embed="rId6"/>
          <a:srcRect l="10890" t="14445" r="4666" b="18889"/>
          <a:stretch/>
        </p:blipFill>
        <p:spPr>
          <a:xfrm>
            <a:off x="5805944" y="3098632"/>
            <a:ext cx="2590800" cy="1636295"/>
          </a:xfrm>
          <a:prstGeom prst="rect">
            <a:avLst/>
          </a:prstGeom>
          <a:ln>
            <a:solidFill>
              <a:schemeClr val="tx1"/>
            </a:solidFill>
          </a:ln>
        </p:spPr>
      </p:pic>
    </p:spTree>
    <p:extLst>
      <p:ext uri="{BB962C8B-B14F-4D97-AF65-F5344CB8AC3E}">
        <p14:creationId xmlns:p14="http://schemas.microsoft.com/office/powerpoint/2010/main" val="3839736619"/>
      </p:ext>
    </p:extLst>
  </p:cSld>
  <p:clrMapOvr>
    <a:masterClrMapping/>
  </p:clrMapOvr>
  <p:transition spd="med">
    <p:pull/>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E6A96A-E159-3148-95D6-B0C0E323FECE}"/>
              </a:ext>
            </a:extLst>
          </p:cNvPr>
          <p:cNvSpPr>
            <a:spLocks noGrp="1"/>
          </p:cNvSpPr>
          <p:nvPr>
            <p:ph idx="1"/>
          </p:nvPr>
        </p:nvSpPr>
        <p:spPr>
          <a:xfrm>
            <a:off x="4876800" y="1676400"/>
            <a:ext cx="3962400" cy="5815013"/>
          </a:xfrm>
        </p:spPr>
        <p:txBody>
          <a:bodyPr/>
          <a:lstStyle/>
          <a:p>
            <a:r>
              <a:rPr lang="en-US" dirty="0"/>
              <a:t>Create an atmosphere of general openness and welcoming to all</a:t>
            </a:r>
          </a:p>
          <a:p>
            <a:pPr>
              <a:spcBef>
                <a:spcPts val="1776"/>
              </a:spcBef>
            </a:pPr>
            <a:r>
              <a:rPr lang="en-US" dirty="0"/>
              <a:t>Don’t be afraid of saying or doing the wrong thing</a:t>
            </a:r>
            <a:br>
              <a:rPr lang="en-US" dirty="0"/>
            </a:br>
            <a:endParaRPr lang="en-US" dirty="0"/>
          </a:p>
          <a:p>
            <a:pPr>
              <a:spcBef>
                <a:spcPts val="1776"/>
              </a:spcBef>
            </a:pPr>
            <a:r>
              <a:rPr lang="en-US" b="1" i="1" dirty="0"/>
              <a:t>Remember: </a:t>
            </a:r>
            <a:r>
              <a:rPr lang="en-US" dirty="0"/>
              <a:t>the individual is the best source of information</a:t>
            </a:r>
          </a:p>
        </p:txBody>
      </p:sp>
      <p:sp>
        <p:nvSpPr>
          <p:cNvPr id="4" name="Slide Number Placeholder 3">
            <a:extLst>
              <a:ext uri="{FF2B5EF4-FFF2-40B4-BE49-F238E27FC236}">
                <a16:creationId xmlns:a16="http://schemas.microsoft.com/office/drawing/2014/main" id="{CBB68ED6-86BC-7943-8E22-5DBB1BC60861}"/>
              </a:ext>
            </a:extLst>
          </p:cNvPr>
          <p:cNvSpPr>
            <a:spLocks noGrp="1"/>
          </p:cNvSpPr>
          <p:nvPr>
            <p:ph type="sldNum" sz="quarter" idx="12"/>
          </p:nvPr>
        </p:nvSpPr>
        <p:spPr/>
        <p:txBody>
          <a:bodyPr/>
          <a:lstStyle/>
          <a:p>
            <a:pPr>
              <a:defRPr/>
            </a:pPr>
            <a:fld id="{6DFFECAE-5558-FC4F-A5D5-814DD6134961}" type="slidenum">
              <a:rPr lang="en-US" altLang="en-US" smtClean="0"/>
              <a:pPr>
                <a:defRPr/>
              </a:pPr>
              <a:t>28</a:t>
            </a:fld>
            <a:endParaRPr lang="en-US" altLang="en-US"/>
          </a:p>
        </p:txBody>
      </p:sp>
      <p:pic>
        <p:nvPicPr>
          <p:cNvPr id="8" name="Picture 7" descr="A close up of a logo&#10;&#10;Description automatically generated">
            <a:extLst>
              <a:ext uri="{FF2B5EF4-FFF2-40B4-BE49-F238E27FC236}">
                <a16:creationId xmlns:a16="http://schemas.microsoft.com/office/drawing/2014/main" id="{920A5636-6C3A-2B47-ABF4-0D2880BF4683}"/>
              </a:ext>
            </a:extLst>
          </p:cNvPr>
          <p:cNvPicPr>
            <a:picLocks noChangeAspect="1"/>
          </p:cNvPicPr>
          <p:nvPr/>
        </p:nvPicPr>
        <p:blipFill>
          <a:blip r:embed="rId2"/>
          <a:stretch>
            <a:fillRect/>
          </a:stretch>
        </p:blipFill>
        <p:spPr>
          <a:xfrm>
            <a:off x="-609600" y="347663"/>
            <a:ext cx="5901070" cy="4059936"/>
          </a:xfrm>
          <a:prstGeom prst="rect">
            <a:avLst/>
          </a:prstGeom>
        </p:spPr>
      </p:pic>
      <p:pic>
        <p:nvPicPr>
          <p:cNvPr id="5" name="Picture 4" descr="A picture containing light&#10;&#10;Description automatically generated">
            <a:extLst>
              <a:ext uri="{FF2B5EF4-FFF2-40B4-BE49-F238E27FC236}">
                <a16:creationId xmlns:a16="http://schemas.microsoft.com/office/drawing/2014/main" id="{90A2632D-9F1C-6C43-BD67-A138BA3EBA06}"/>
              </a:ext>
            </a:extLst>
          </p:cNvPr>
          <p:cNvPicPr>
            <a:picLocks noChangeAspect="1"/>
          </p:cNvPicPr>
          <p:nvPr/>
        </p:nvPicPr>
        <p:blipFill>
          <a:blip r:embed="rId3"/>
          <a:stretch>
            <a:fillRect/>
          </a:stretch>
        </p:blipFill>
        <p:spPr>
          <a:xfrm>
            <a:off x="7353300" y="5029200"/>
            <a:ext cx="1600200" cy="1600200"/>
          </a:xfrm>
          <a:prstGeom prst="rect">
            <a:avLst/>
          </a:prstGeom>
        </p:spPr>
      </p:pic>
    </p:spTree>
    <p:extLst>
      <p:ext uri="{BB962C8B-B14F-4D97-AF65-F5344CB8AC3E}">
        <p14:creationId xmlns:p14="http://schemas.microsoft.com/office/powerpoint/2010/main" val="4096326706"/>
      </p:ext>
    </p:extLst>
  </p:cSld>
  <p:clrMapOvr>
    <a:masterClrMapping/>
  </p:clrMapOvr>
  <p:transition spd="med">
    <p:pull/>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6FD88-AEA3-7B44-964F-563177AEB7E3}"/>
              </a:ext>
            </a:extLst>
          </p:cNvPr>
          <p:cNvSpPr>
            <a:spLocks noGrp="1"/>
          </p:cNvSpPr>
          <p:nvPr>
            <p:ph type="title"/>
          </p:nvPr>
        </p:nvSpPr>
        <p:spPr>
          <a:xfrm>
            <a:off x="492303" y="533400"/>
            <a:ext cx="8229600" cy="1600200"/>
          </a:xfrm>
          <a:effectLst>
            <a:glow rad="139700">
              <a:schemeClr val="accent4">
                <a:satMod val="175000"/>
                <a:alpha val="40000"/>
              </a:schemeClr>
            </a:glow>
            <a:outerShdw blurRad="38100" dist="25400" dir="2700000" algn="br" rotWithShape="0">
              <a:srgbClr val="000000">
                <a:alpha val="60000"/>
              </a:srgbClr>
            </a:outerShdw>
          </a:effectLst>
          <a:scene3d>
            <a:camera prst="orthographicFront"/>
            <a:lightRig rig="threePt" dir="t"/>
          </a:scene3d>
          <a:sp3d>
            <a:bevelT prst="angle"/>
          </a:sp3d>
        </p:spPr>
        <p:style>
          <a:lnRef idx="1">
            <a:schemeClr val="accent4"/>
          </a:lnRef>
          <a:fillRef idx="3">
            <a:schemeClr val="accent4"/>
          </a:fillRef>
          <a:effectRef idx="2">
            <a:schemeClr val="accent4"/>
          </a:effectRef>
          <a:fontRef idx="minor">
            <a:schemeClr val="lt1"/>
          </a:fontRef>
        </p:style>
        <p:txBody>
          <a:bodyPr>
            <a:normAutofit fontScale="90000"/>
          </a:bodyPr>
          <a:lstStyle/>
          <a:p>
            <a:pPr algn="ctr"/>
            <a:r>
              <a:rPr lang="en-US" b="1" i="1" dirty="0"/>
              <a:t>Discussion:</a:t>
            </a:r>
            <a:br>
              <a:rPr lang="en-US" b="1" i="1" dirty="0"/>
            </a:br>
            <a:r>
              <a:rPr lang="en-US" dirty="0"/>
              <a:t>Creating a Welcoming Atmosphere in the Classroom</a:t>
            </a:r>
          </a:p>
        </p:txBody>
      </p:sp>
      <p:sp>
        <p:nvSpPr>
          <p:cNvPr id="4" name="Slide Number Placeholder 3">
            <a:extLst>
              <a:ext uri="{FF2B5EF4-FFF2-40B4-BE49-F238E27FC236}">
                <a16:creationId xmlns:a16="http://schemas.microsoft.com/office/drawing/2014/main" id="{1264971B-ECEE-BC4A-9EF5-1281B713283D}"/>
              </a:ext>
            </a:extLst>
          </p:cNvPr>
          <p:cNvSpPr>
            <a:spLocks noGrp="1"/>
          </p:cNvSpPr>
          <p:nvPr>
            <p:ph type="sldNum" sz="quarter" idx="12"/>
          </p:nvPr>
        </p:nvSpPr>
        <p:spPr/>
        <p:txBody>
          <a:bodyPr/>
          <a:lstStyle/>
          <a:p>
            <a:pPr>
              <a:defRPr/>
            </a:pPr>
            <a:fld id="{6DFFECAE-5558-FC4F-A5D5-814DD6134961}" type="slidenum">
              <a:rPr lang="en-US" altLang="en-US" smtClean="0"/>
              <a:pPr>
                <a:defRPr/>
              </a:pPr>
              <a:t>29</a:t>
            </a:fld>
            <a:endParaRPr lang="en-US" altLang="en-US"/>
          </a:p>
        </p:txBody>
      </p:sp>
      <p:pic>
        <p:nvPicPr>
          <p:cNvPr id="8" name="Picture 7" descr="A close up of a sign&#10;&#10;Description automatically generated">
            <a:extLst>
              <a:ext uri="{FF2B5EF4-FFF2-40B4-BE49-F238E27FC236}">
                <a16:creationId xmlns:a16="http://schemas.microsoft.com/office/drawing/2014/main" id="{38B1C27F-9BEA-5341-B8A7-2F6696D67FC1}"/>
              </a:ext>
            </a:extLst>
          </p:cNvPr>
          <p:cNvPicPr>
            <a:picLocks noChangeAspect="1"/>
          </p:cNvPicPr>
          <p:nvPr/>
        </p:nvPicPr>
        <p:blipFill>
          <a:blip r:embed="rId2"/>
          <a:stretch>
            <a:fillRect/>
          </a:stretch>
        </p:blipFill>
        <p:spPr>
          <a:xfrm>
            <a:off x="1752600" y="2590800"/>
            <a:ext cx="5453349" cy="1963206"/>
          </a:xfrm>
          <a:prstGeom prst="rect">
            <a:avLst/>
          </a:prstGeom>
        </p:spPr>
      </p:pic>
      <p:pic>
        <p:nvPicPr>
          <p:cNvPr id="5" name="Picture 4" descr="A close up of a decorated cake on a table&#10;&#10;Description automatically generated">
            <a:extLst>
              <a:ext uri="{FF2B5EF4-FFF2-40B4-BE49-F238E27FC236}">
                <a16:creationId xmlns:a16="http://schemas.microsoft.com/office/drawing/2014/main" id="{5D2C7523-4D9A-B447-83EA-C843B4786B7D}"/>
              </a:ext>
            </a:extLst>
          </p:cNvPr>
          <p:cNvPicPr>
            <a:picLocks noChangeAspect="1"/>
          </p:cNvPicPr>
          <p:nvPr/>
        </p:nvPicPr>
        <p:blipFill>
          <a:blip r:embed="rId3"/>
          <a:stretch>
            <a:fillRect/>
          </a:stretch>
        </p:blipFill>
        <p:spPr>
          <a:xfrm>
            <a:off x="1420908" y="4048354"/>
            <a:ext cx="6302183" cy="2757205"/>
          </a:xfrm>
          <a:prstGeom prst="rect">
            <a:avLst/>
          </a:prstGeom>
        </p:spPr>
      </p:pic>
    </p:spTree>
    <p:extLst>
      <p:ext uri="{BB962C8B-B14F-4D97-AF65-F5344CB8AC3E}">
        <p14:creationId xmlns:p14="http://schemas.microsoft.com/office/powerpoint/2010/main" val="2724460582"/>
      </p:ext>
    </p:extLst>
  </p:cSld>
  <p:clrMapOvr>
    <a:masterClrMapping/>
  </p:clrMapOvr>
  <p:transition spd="med">
    <p:pull/>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B90FA5A-750E-3B4C-A8BA-88123D3BAF3F}"/>
              </a:ext>
            </a:extLst>
          </p:cNvPr>
          <p:cNvSpPr>
            <a:spLocks noGrp="1"/>
          </p:cNvSpPr>
          <p:nvPr>
            <p:ph type="sldNum" sz="quarter" idx="12"/>
          </p:nvPr>
        </p:nvSpPr>
        <p:spPr/>
        <p:txBody>
          <a:bodyPr/>
          <a:lstStyle/>
          <a:p>
            <a:pPr>
              <a:defRPr/>
            </a:pPr>
            <a:fld id="{6DFFECAE-5558-FC4F-A5D5-814DD6134961}" type="slidenum">
              <a:rPr lang="en-US" altLang="en-US" smtClean="0"/>
              <a:pPr>
                <a:defRPr/>
              </a:pPr>
              <a:t>30</a:t>
            </a:fld>
            <a:endParaRPr lang="en-US" altLang="en-US"/>
          </a:p>
        </p:txBody>
      </p:sp>
      <p:pic>
        <p:nvPicPr>
          <p:cNvPr id="6" name="Picture 5">
            <a:extLst>
              <a:ext uri="{FF2B5EF4-FFF2-40B4-BE49-F238E27FC236}">
                <a16:creationId xmlns:a16="http://schemas.microsoft.com/office/drawing/2014/main" id="{0316A2D4-58F0-7F41-A87D-370ED5C8F7C5}"/>
              </a:ext>
            </a:extLst>
          </p:cNvPr>
          <p:cNvPicPr>
            <a:picLocks noChangeAspect="1"/>
          </p:cNvPicPr>
          <p:nvPr/>
        </p:nvPicPr>
        <p:blipFill>
          <a:blip r:embed="rId2"/>
          <a:stretch>
            <a:fillRect/>
          </a:stretch>
        </p:blipFill>
        <p:spPr>
          <a:xfrm>
            <a:off x="1643634" y="0"/>
            <a:ext cx="5856732" cy="6858000"/>
          </a:xfrm>
          <a:prstGeom prst="rect">
            <a:avLst/>
          </a:prstGeom>
        </p:spPr>
      </p:pic>
    </p:spTree>
    <p:extLst>
      <p:ext uri="{BB962C8B-B14F-4D97-AF65-F5344CB8AC3E}">
        <p14:creationId xmlns:p14="http://schemas.microsoft.com/office/powerpoint/2010/main" val="3825263964"/>
      </p:ext>
    </p:extLst>
  </p:cSld>
  <p:clrMapOvr>
    <a:masterClrMapping/>
  </p:clrMapOvr>
  <p:transition spd="med">
    <p:pull/>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303E0-237D-8A49-9E91-FDA74FD2B6BA}"/>
              </a:ext>
            </a:extLst>
          </p:cNvPr>
          <p:cNvSpPr>
            <a:spLocks noGrp="1"/>
          </p:cNvSpPr>
          <p:nvPr>
            <p:ph type="title"/>
          </p:nvPr>
        </p:nvSpPr>
        <p:spPr>
          <a:xfrm>
            <a:off x="50721" y="609600"/>
            <a:ext cx="2819400" cy="914400"/>
          </a:xfrm>
          <a:scene3d>
            <a:camera prst="isometricOffAxis1Right"/>
            <a:lightRig rig="balanced" dir="t">
              <a:rot lat="0" lon="0" rev="5100000"/>
            </a:lightRig>
          </a:scene3d>
          <a:sp3d contourW="6350">
            <a:bevelT w="29210" h="12700" prst="angle"/>
            <a:contourClr>
              <a:schemeClr val="accent2">
                <a:shade val="30000"/>
                <a:satMod val="130000"/>
              </a:schemeClr>
            </a:contourClr>
          </a:sp3d>
        </p:spPr>
        <p:style>
          <a:lnRef idx="0">
            <a:schemeClr val="accent2"/>
          </a:lnRef>
          <a:fillRef idx="3">
            <a:schemeClr val="accent2"/>
          </a:fillRef>
          <a:effectRef idx="3">
            <a:schemeClr val="accent2"/>
          </a:effectRef>
          <a:fontRef idx="minor">
            <a:schemeClr val="lt1"/>
          </a:fontRef>
        </p:style>
        <p:txBody>
          <a:bodyPr/>
          <a:lstStyle/>
          <a:p>
            <a:pPr algn="ctr"/>
            <a:r>
              <a:rPr lang="en-US" b="1" cap="small" dirty="0"/>
              <a:t>Handouts</a:t>
            </a:r>
          </a:p>
        </p:txBody>
      </p:sp>
      <p:sp>
        <p:nvSpPr>
          <p:cNvPr id="3" name="Content Placeholder 2">
            <a:extLst>
              <a:ext uri="{FF2B5EF4-FFF2-40B4-BE49-F238E27FC236}">
                <a16:creationId xmlns:a16="http://schemas.microsoft.com/office/drawing/2014/main" id="{D7978C5F-D008-0241-8B14-A9F15C2C4145}"/>
              </a:ext>
            </a:extLst>
          </p:cNvPr>
          <p:cNvSpPr>
            <a:spLocks noGrp="1"/>
          </p:cNvSpPr>
          <p:nvPr>
            <p:ph idx="1"/>
          </p:nvPr>
        </p:nvSpPr>
        <p:spPr>
          <a:xfrm>
            <a:off x="28460" y="1872066"/>
            <a:ext cx="5381740" cy="4985933"/>
          </a:xfrm>
        </p:spPr>
        <p:txBody>
          <a:bodyPr/>
          <a:lstStyle/>
          <a:p>
            <a:pPr marL="457200" indent="-457200">
              <a:buFont typeface="+mj-lt"/>
              <a:buAutoNum type="arabicPeriod"/>
            </a:pPr>
            <a:r>
              <a:rPr lang="en-US" dirty="0"/>
              <a:t>PowerPoint</a:t>
            </a:r>
          </a:p>
          <a:p>
            <a:pPr marL="457200" indent="-457200">
              <a:buFont typeface="+mj-lt"/>
              <a:buAutoNum type="arabicPeriod"/>
            </a:pPr>
            <a:r>
              <a:rPr lang="en-US" dirty="0"/>
              <a:t>Common Myths and Misperceptions About Disability</a:t>
            </a:r>
          </a:p>
          <a:p>
            <a:pPr marL="457200" indent="-457200">
              <a:buFont typeface="+mj-lt"/>
              <a:buAutoNum type="arabicPeriod"/>
            </a:pPr>
            <a:r>
              <a:rPr lang="en-US" dirty="0"/>
              <a:t>Disability: What do we mean?</a:t>
            </a:r>
          </a:p>
          <a:p>
            <a:pPr marL="457200" indent="-457200">
              <a:buFont typeface="+mj-lt"/>
              <a:buAutoNum type="arabicPeriod"/>
            </a:pPr>
            <a:r>
              <a:rPr lang="en-US" dirty="0"/>
              <a:t>Disability: Basic Etiquette</a:t>
            </a:r>
          </a:p>
          <a:p>
            <a:pPr marL="457200" indent="-457200">
              <a:buFont typeface="+mj-lt"/>
              <a:buAutoNum type="arabicPeriod"/>
            </a:pPr>
            <a:r>
              <a:rPr lang="en-US" dirty="0"/>
              <a:t>Disability language guide</a:t>
            </a:r>
          </a:p>
          <a:p>
            <a:pPr marL="457200" indent="-457200">
              <a:buFont typeface="+mj-lt"/>
              <a:buAutoNum type="arabicPeriod"/>
            </a:pPr>
            <a:r>
              <a:rPr lang="en-US" dirty="0"/>
              <a:t>People First vs. Identity First </a:t>
            </a:r>
          </a:p>
          <a:p>
            <a:pPr marL="457200" indent="-457200">
              <a:buFont typeface="+mj-lt"/>
              <a:buAutoNum type="arabicPeriod"/>
            </a:pPr>
            <a:r>
              <a:rPr lang="en-US" dirty="0"/>
              <a:t>Article: </a:t>
            </a:r>
            <a:r>
              <a:rPr lang="en-US" i="1" dirty="0"/>
              <a:t>How to Avoid Inspiration Porn</a:t>
            </a:r>
          </a:p>
          <a:p>
            <a:pPr marL="457200" indent="-457200">
              <a:buFont typeface="+mj-lt"/>
              <a:buAutoNum type="arabicPeriod"/>
            </a:pPr>
            <a:r>
              <a:rPr lang="en-US" dirty="0"/>
              <a:t>Article: </a:t>
            </a:r>
            <a:r>
              <a:rPr lang="en-US" i="1" dirty="0"/>
              <a:t>Addressing Mental Health Concerns in the Classroom</a:t>
            </a:r>
          </a:p>
        </p:txBody>
      </p:sp>
      <p:sp>
        <p:nvSpPr>
          <p:cNvPr id="4" name="Slide Number Placeholder 3">
            <a:extLst>
              <a:ext uri="{FF2B5EF4-FFF2-40B4-BE49-F238E27FC236}">
                <a16:creationId xmlns:a16="http://schemas.microsoft.com/office/drawing/2014/main" id="{5CA2573E-361E-DE48-A8D2-296D0E712447}"/>
              </a:ext>
            </a:extLst>
          </p:cNvPr>
          <p:cNvSpPr>
            <a:spLocks noGrp="1"/>
          </p:cNvSpPr>
          <p:nvPr>
            <p:ph type="sldNum" sz="quarter" idx="12"/>
          </p:nvPr>
        </p:nvSpPr>
        <p:spPr/>
        <p:txBody>
          <a:bodyPr/>
          <a:lstStyle/>
          <a:p>
            <a:pPr>
              <a:defRPr/>
            </a:pPr>
            <a:fld id="{6DFFECAE-5558-FC4F-A5D5-814DD6134961}" type="slidenum">
              <a:rPr lang="en-US" altLang="en-US" smtClean="0"/>
              <a:pPr>
                <a:defRPr/>
              </a:pPr>
              <a:t>31</a:t>
            </a:fld>
            <a:endParaRPr lang="en-US" altLang="en-US"/>
          </a:p>
        </p:txBody>
      </p:sp>
      <p:pic>
        <p:nvPicPr>
          <p:cNvPr id="6" name="Picture 5">
            <a:extLst>
              <a:ext uri="{FF2B5EF4-FFF2-40B4-BE49-F238E27FC236}">
                <a16:creationId xmlns:a16="http://schemas.microsoft.com/office/drawing/2014/main" id="{A9A8047F-3ABA-E844-B30E-4EE40709BA14}"/>
              </a:ext>
            </a:extLst>
          </p:cNvPr>
          <p:cNvPicPr>
            <a:picLocks noChangeAspect="1"/>
          </p:cNvPicPr>
          <p:nvPr/>
        </p:nvPicPr>
        <p:blipFill>
          <a:blip r:embed="rId2"/>
          <a:stretch>
            <a:fillRect/>
          </a:stretch>
        </p:blipFill>
        <p:spPr>
          <a:xfrm>
            <a:off x="4343400" y="1981200"/>
            <a:ext cx="4549589" cy="3515591"/>
          </a:xfrm>
          <a:prstGeom prst="rect">
            <a:avLst/>
          </a:prstGeom>
          <a:ln>
            <a:solidFill>
              <a:schemeClr val="tx1"/>
            </a:solidFill>
          </a:ln>
        </p:spPr>
      </p:pic>
      <p:pic>
        <p:nvPicPr>
          <p:cNvPr id="10" name="Picture 9">
            <a:extLst>
              <a:ext uri="{FF2B5EF4-FFF2-40B4-BE49-F238E27FC236}">
                <a16:creationId xmlns:a16="http://schemas.microsoft.com/office/drawing/2014/main" id="{412A39AE-1330-0D48-B44F-F926E9142CB4}"/>
              </a:ext>
            </a:extLst>
          </p:cNvPr>
          <p:cNvPicPr>
            <a:picLocks noChangeAspect="1"/>
          </p:cNvPicPr>
          <p:nvPr/>
        </p:nvPicPr>
        <p:blipFill>
          <a:blip r:embed="rId3"/>
          <a:stretch>
            <a:fillRect/>
          </a:stretch>
        </p:blipFill>
        <p:spPr>
          <a:xfrm>
            <a:off x="5112192" y="1045345"/>
            <a:ext cx="3953456" cy="5116236"/>
          </a:xfrm>
          <a:prstGeom prst="rect">
            <a:avLst/>
          </a:prstGeom>
          <a:ln>
            <a:solidFill>
              <a:schemeClr val="tx1"/>
            </a:solidFill>
          </a:ln>
        </p:spPr>
      </p:pic>
      <p:pic>
        <p:nvPicPr>
          <p:cNvPr id="12" name="Picture 11">
            <a:extLst>
              <a:ext uri="{FF2B5EF4-FFF2-40B4-BE49-F238E27FC236}">
                <a16:creationId xmlns:a16="http://schemas.microsoft.com/office/drawing/2014/main" id="{CEB63E8E-693A-B842-9F92-AAD361D3A718}"/>
              </a:ext>
            </a:extLst>
          </p:cNvPr>
          <p:cNvPicPr>
            <a:picLocks noChangeAspect="1"/>
          </p:cNvPicPr>
          <p:nvPr/>
        </p:nvPicPr>
        <p:blipFill>
          <a:blip r:embed="rId4"/>
          <a:stretch>
            <a:fillRect/>
          </a:stretch>
        </p:blipFill>
        <p:spPr>
          <a:xfrm>
            <a:off x="4953000" y="805270"/>
            <a:ext cx="4135620" cy="5351980"/>
          </a:xfrm>
          <a:prstGeom prst="rect">
            <a:avLst/>
          </a:prstGeom>
          <a:ln>
            <a:solidFill>
              <a:schemeClr val="tx1"/>
            </a:solidFill>
          </a:ln>
        </p:spPr>
      </p:pic>
      <p:pic>
        <p:nvPicPr>
          <p:cNvPr id="14" name="Picture 13">
            <a:extLst>
              <a:ext uri="{FF2B5EF4-FFF2-40B4-BE49-F238E27FC236}">
                <a16:creationId xmlns:a16="http://schemas.microsoft.com/office/drawing/2014/main" id="{F8DE0249-7F5B-8849-A008-D7AA00BF9A31}"/>
              </a:ext>
            </a:extLst>
          </p:cNvPr>
          <p:cNvPicPr>
            <a:picLocks noChangeAspect="1"/>
          </p:cNvPicPr>
          <p:nvPr/>
        </p:nvPicPr>
        <p:blipFill>
          <a:blip r:embed="rId5"/>
          <a:stretch>
            <a:fillRect/>
          </a:stretch>
        </p:blipFill>
        <p:spPr>
          <a:xfrm>
            <a:off x="4873302" y="676777"/>
            <a:ext cx="4135622" cy="5351981"/>
          </a:xfrm>
          <a:prstGeom prst="rect">
            <a:avLst/>
          </a:prstGeom>
          <a:ln>
            <a:solidFill>
              <a:schemeClr val="tx1"/>
            </a:solidFill>
          </a:ln>
        </p:spPr>
      </p:pic>
      <p:pic>
        <p:nvPicPr>
          <p:cNvPr id="16" name="Picture 15">
            <a:extLst>
              <a:ext uri="{FF2B5EF4-FFF2-40B4-BE49-F238E27FC236}">
                <a16:creationId xmlns:a16="http://schemas.microsoft.com/office/drawing/2014/main" id="{D3C236C8-D8AB-ED48-8B3E-55AA96DE7539}"/>
              </a:ext>
            </a:extLst>
          </p:cNvPr>
          <p:cNvPicPr>
            <a:picLocks noChangeAspect="1"/>
          </p:cNvPicPr>
          <p:nvPr/>
        </p:nvPicPr>
        <p:blipFill>
          <a:blip r:embed="rId6"/>
          <a:stretch>
            <a:fillRect/>
          </a:stretch>
        </p:blipFill>
        <p:spPr>
          <a:xfrm>
            <a:off x="4802438" y="786384"/>
            <a:ext cx="4121728" cy="5334000"/>
          </a:xfrm>
          <a:prstGeom prst="rect">
            <a:avLst/>
          </a:prstGeom>
          <a:ln>
            <a:solidFill>
              <a:schemeClr val="tx1"/>
            </a:solidFill>
          </a:ln>
        </p:spPr>
      </p:pic>
      <p:pic>
        <p:nvPicPr>
          <p:cNvPr id="18" name="Picture 17">
            <a:extLst>
              <a:ext uri="{FF2B5EF4-FFF2-40B4-BE49-F238E27FC236}">
                <a16:creationId xmlns:a16="http://schemas.microsoft.com/office/drawing/2014/main" id="{21FD1D72-3290-864F-866C-1F954D4DB00D}"/>
              </a:ext>
            </a:extLst>
          </p:cNvPr>
          <p:cNvPicPr>
            <a:picLocks noChangeAspect="1"/>
          </p:cNvPicPr>
          <p:nvPr/>
        </p:nvPicPr>
        <p:blipFill>
          <a:blip r:embed="rId7"/>
          <a:stretch>
            <a:fillRect/>
          </a:stretch>
        </p:blipFill>
        <p:spPr>
          <a:xfrm>
            <a:off x="6462388" y="515392"/>
            <a:ext cx="2410180" cy="6025449"/>
          </a:xfrm>
          <a:prstGeom prst="rect">
            <a:avLst/>
          </a:prstGeom>
          <a:ln>
            <a:solidFill>
              <a:schemeClr val="tx1"/>
            </a:solidFill>
          </a:ln>
        </p:spPr>
      </p:pic>
      <p:pic>
        <p:nvPicPr>
          <p:cNvPr id="20" name="Picture 19">
            <a:extLst>
              <a:ext uri="{FF2B5EF4-FFF2-40B4-BE49-F238E27FC236}">
                <a16:creationId xmlns:a16="http://schemas.microsoft.com/office/drawing/2014/main" id="{63FEBD46-BC17-D94B-B96A-363DE8D0F03A}"/>
              </a:ext>
            </a:extLst>
          </p:cNvPr>
          <p:cNvPicPr>
            <a:picLocks noChangeAspect="1"/>
          </p:cNvPicPr>
          <p:nvPr/>
        </p:nvPicPr>
        <p:blipFill>
          <a:blip r:embed="rId8"/>
          <a:stretch>
            <a:fillRect/>
          </a:stretch>
        </p:blipFill>
        <p:spPr>
          <a:xfrm>
            <a:off x="5049013" y="760469"/>
            <a:ext cx="3953455" cy="5116235"/>
          </a:xfrm>
          <a:prstGeom prst="rect">
            <a:avLst/>
          </a:prstGeom>
          <a:ln>
            <a:solidFill>
              <a:schemeClr val="tx1"/>
            </a:solidFill>
          </a:ln>
        </p:spPr>
      </p:pic>
      <p:pic>
        <p:nvPicPr>
          <p:cNvPr id="22" name="Picture 21">
            <a:extLst>
              <a:ext uri="{FF2B5EF4-FFF2-40B4-BE49-F238E27FC236}">
                <a16:creationId xmlns:a16="http://schemas.microsoft.com/office/drawing/2014/main" id="{7B0741FC-869E-E841-BD43-C272E5B8EFDA}"/>
              </a:ext>
            </a:extLst>
          </p:cNvPr>
          <p:cNvPicPr>
            <a:picLocks noChangeAspect="1"/>
          </p:cNvPicPr>
          <p:nvPr/>
        </p:nvPicPr>
        <p:blipFill>
          <a:blip r:embed="rId9"/>
          <a:stretch>
            <a:fillRect/>
          </a:stretch>
        </p:blipFill>
        <p:spPr>
          <a:xfrm>
            <a:off x="5260429" y="1140208"/>
            <a:ext cx="3655038" cy="4730049"/>
          </a:xfrm>
          <a:prstGeom prst="rect">
            <a:avLst/>
          </a:prstGeom>
          <a:ln>
            <a:solidFill>
              <a:schemeClr val="tx1"/>
            </a:solidFill>
          </a:ln>
        </p:spPr>
      </p:pic>
    </p:spTree>
    <p:extLst>
      <p:ext uri="{BB962C8B-B14F-4D97-AF65-F5344CB8AC3E}">
        <p14:creationId xmlns:p14="http://schemas.microsoft.com/office/powerpoint/2010/main" val="223976894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53" presetClass="entr" presetSubtype="16" fill="hold" nodeType="withEffect">
                                  <p:stCondLst>
                                    <p:cond delay="0"/>
                                  </p:stCondLst>
                                  <p:childTnLst>
                                    <p:set>
                                      <p:cBhvr>
                                        <p:cTn id="8" dur="1" fill="hold">
                                          <p:stCondLst>
                                            <p:cond delay="0"/>
                                          </p:stCondLst>
                                        </p:cTn>
                                        <p:tgtEl>
                                          <p:spTgt spid="6"/>
                                        </p:tgtEl>
                                        <p:attrNameLst>
                                          <p:attrName>style.visibility</p:attrName>
                                        </p:attrNameLst>
                                      </p:cBhvr>
                                      <p:to>
                                        <p:strVal val="visible"/>
                                      </p:to>
                                    </p:set>
                                    <p:anim calcmode="lin" valueType="num">
                                      <p:cBhvr>
                                        <p:cTn id="9" dur="500" fill="hold"/>
                                        <p:tgtEl>
                                          <p:spTgt spid="6"/>
                                        </p:tgtEl>
                                        <p:attrNameLst>
                                          <p:attrName>ppt_w</p:attrName>
                                        </p:attrNameLst>
                                      </p:cBhvr>
                                      <p:tavLst>
                                        <p:tav tm="0">
                                          <p:val>
                                            <p:fltVal val="0"/>
                                          </p:val>
                                        </p:tav>
                                        <p:tav tm="100000">
                                          <p:val>
                                            <p:strVal val="#ppt_w"/>
                                          </p:val>
                                        </p:tav>
                                      </p:tavLst>
                                    </p:anim>
                                    <p:anim calcmode="lin" valueType="num">
                                      <p:cBhvr>
                                        <p:cTn id="10" dur="500" fill="hold"/>
                                        <p:tgtEl>
                                          <p:spTgt spid="6"/>
                                        </p:tgtEl>
                                        <p:attrNameLst>
                                          <p:attrName>ppt_h</p:attrName>
                                        </p:attrNameLst>
                                      </p:cBhvr>
                                      <p:tavLst>
                                        <p:tav tm="0">
                                          <p:val>
                                            <p:fltVal val="0"/>
                                          </p:val>
                                        </p:tav>
                                        <p:tav tm="100000">
                                          <p:val>
                                            <p:strVal val="#ppt_h"/>
                                          </p:val>
                                        </p:tav>
                                      </p:tavLst>
                                    </p:anim>
                                    <p:animEffect transition="in" filter="fade">
                                      <p:cBhvr>
                                        <p:cTn id="11"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childTnLst>
                                </p:cTn>
                              </p:par>
                              <p:par>
                                <p:cTn id="16" presetID="53" presetClass="entr" presetSubtype="16"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 calcmode="lin" valueType="num">
                                      <p:cBhvr>
                                        <p:cTn id="18" dur="500" fill="hold"/>
                                        <p:tgtEl>
                                          <p:spTgt spid="10"/>
                                        </p:tgtEl>
                                        <p:attrNameLst>
                                          <p:attrName>ppt_w</p:attrName>
                                        </p:attrNameLst>
                                      </p:cBhvr>
                                      <p:tavLst>
                                        <p:tav tm="0">
                                          <p:val>
                                            <p:fltVal val="0"/>
                                          </p:val>
                                        </p:tav>
                                        <p:tav tm="100000">
                                          <p:val>
                                            <p:strVal val="#ppt_w"/>
                                          </p:val>
                                        </p:tav>
                                      </p:tavLst>
                                    </p:anim>
                                    <p:anim calcmode="lin" valueType="num">
                                      <p:cBhvr>
                                        <p:cTn id="19" dur="500" fill="hold"/>
                                        <p:tgtEl>
                                          <p:spTgt spid="10"/>
                                        </p:tgtEl>
                                        <p:attrNameLst>
                                          <p:attrName>ppt_h</p:attrName>
                                        </p:attrNameLst>
                                      </p:cBhvr>
                                      <p:tavLst>
                                        <p:tav tm="0">
                                          <p:val>
                                            <p:fltVal val="0"/>
                                          </p:val>
                                        </p:tav>
                                        <p:tav tm="100000">
                                          <p:val>
                                            <p:strVal val="#ppt_h"/>
                                          </p:val>
                                        </p:tav>
                                      </p:tavLst>
                                    </p:anim>
                                    <p:animEffect transition="in" filter="fade">
                                      <p:cBhvr>
                                        <p:cTn id="20" dur="500"/>
                                        <p:tgtEl>
                                          <p:spTgt spid="10"/>
                                        </p:tgtEl>
                                      </p:cBhvr>
                                    </p:animEffec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childTnLst>
                                </p:cTn>
                              </p:par>
                              <p:par>
                                <p:cTn id="25" presetID="53" presetClass="entr" presetSubtype="16"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p:cTn id="27" dur="500" fill="hold"/>
                                        <p:tgtEl>
                                          <p:spTgt spid="12"/>
                                        </p:tgtEl>
                                        <p:attrNameLst>
                                          <p:attrName>ppt_w</p:attrName>
                                        </p:attrNameLst>
                                      </p:cBhvr>
                                      <p:tavLst>
                                        <p:tav tm="0">
                                          <p:val>
                                            <p:fltVal val="0"/>
                                          </p:val>
                                        </p:tav>
                                        <p:tav tm="100000">
                                          <p:val>
                                            <p:strVal val="#ppt_w"/>
                                          </p:val>
                                        </p:tav>
                                      </p:tavLst>
                                    </p:anim>
                                    <p:anim calcmode="lin" valueType="num">
                                      <p:cBhvr>
                                        <p:cTn id="28" dur="500" fill="hold"/>
                                        <p:tgtEl>
                                          <p:spTgt spid="12"/>
                                        </p:tgtEl>
                                        <p:attrNameLst>
                                          <p:attrName>ppt_h</p:attrName>
                                        </p:attrNameLst>
                                      </p:cBhvr>
                                      <p:tavLst>
                                        <p:tav tm="0">
                                          <p:val>
                                            <p:fltVal val="0"/>
                                          </p:val>
                                        </p:tav>
                                        <p:tav tm="100000">
                                          <p:val>
                                            <p:strVal val="#ppt_h"/>
                                          </p:val>
                                        </p:tav>
                                      </p:tavLst>
                                    </p:anim>
                                    <p:animEffect transition="in" filter="fade">
                                      <p:cBhvr>
                                        <p:cTn id="29" dur="500"/>
                                        <p:tgtEl>
                                          <p:spTgt spid="12"/>
                                        </p:tgtEl>
                                      </p:cBhvr>
                                    </p:animEffec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childTnLst>
                                </p:cTn>
                              </p:par>
                              <p:par>
                                <p:cTn id="34" presetID="53" presetClass="entr" presetSubtype="16"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p:cTn id="36" dur="500" fill="hold"/>
                                        <p:tgtEl>
                                          <p:spTgt spid="14"/>
                                        </p:tgtEl>
                                        <p:attrNameLst>
                                          <p:attrName>ppt_w</p:attrName>
                                        </p:attrNameLst>
                                      </p:cBhvr>
                                      <p:tavLst>
                                        <p:tav tm="0">
                                          <p:val>
                                            <p:fltVal val="0"/>
                                          </p:val>
                                        </p:tav>
                                        <p:tav tm="100000">
                                          <p:val>
                                            <p:strVal val="#ppt_w"/>
                                          </p:val>
                                        </p:tav>
                                      </p:tavLst>
                                    </p:anim>
                                    <p:anim calcmode="lin" valueType="num">
                                      <p:cBhvr>
                                        <p:cTn id="37" dur="500" fill="hold"/>
                                        <p:tgtEl>
                                          <p:spTgt spid="14"/>
                                        </p:tgtEl>
                                        <p:attrNameLst>
                                          <p:attrName>ppt_h</p:attrName>
                                        </p:attrNameLst>
                                      </p:cBhvr>
                                      <p:tavLst>
                                        <p:tav tm="0">
                                          <p:val>
                                            <p:fltVal val="0"/>
                                          </p:val>
                                        </p:tav>
                                        <p:tav tm="100000">
                                          <p:val>
                                            <p:strVal val="#ppt_h"/>
                                          </p:val>
                                        </p:tav>
                                      </p:tavLst>
                                    </p:anim>
                                    <p:animEffect transition="in" filter="fade">
                                      <p:cBhvr>
                                        <p:cTn id="38" dur="500"/>
                                        <p:tgtEl>
                                          <p:spTgt spid="14"/>
                                        </p:tgtEl>
                                      </p:cBhvr>
                                    </p:animEffec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4" end="4"/>
                                            </p:txEl>
                                          </p:spTgt>
                                        </p:tgtEl>
                                        <p:attrNameLst>
                                          <p:attrName>style.visibility</p:attrName>
                                        </p:attrNameLst>
                                      </p:cBhvr>
                                      <p:to>
                                        <p:strVal val="visible"/>
                                      </p:to>
                                    </p:set>
                                  </p:childTnLst>
                                </p:cTn>
                              </p:par>
                              <p:par>
                                <p:cTn id="43" presetID="53" presetClass="entr" presetSubtype="16" fill="hold" nodeType="withEffect">
                                  <p:stCondLst>
                                    <p:cond delay="0"/>
                                  </p:stCondLst>
                                  <p:childTnLst>
                                    <p:set>
                                      <p:cBhvr>
                                        <p:cTn id="44" dur="1" fill="hold">
                                          <p:stCondLst>
                                            <p:cond delay="0"/>
                                          </p:stCondLst>
                                        </p:cTn>
                                        <p:tgtEl>
                                          <p:spTgt spid="16"/>
                                        </p:tgtEl>
                                        <p:attrNameLst>
                                          <p:attrName>style.visibility</p:attrName>
                                        </p:attrNameLst>
                                      </p:cBhvr>
                                      <p:to>
                                        <p:strVal val="visible"/>
                                      </p:to>
                                    </p:set>
                                    <p:anim calcmode="lin" valueType="num">
                                      <p:cBhvr>
                                        <p:cTn id="45" dur="500" fill="hold"/>
                                        <p:tgtEl>
                                          <p:spTgt spid="16"/>
                                        </p:tgtEl>
                                        <p:attrNameLst>
                                          <p:attrName>ppt_w</p:attrName>
                                        </p:attrNameLst>
                                      </p:cBhvr>
                                      <p:tavLst>
                                        <p:tav tm="0">
                                          <p:val>
                                            <p:fltVal val="0"/>
                                          </p:val>
                                        </p:tav>
                                        <p:tav tm="100000">
                                          <p:val>
                                            <p:strVal val="#ppt_w"/>
                                          </p:val>
                                        </p:tav>
                                      </p:tavLst>
                                    </p:anim>
                                    <p:anim calcmode="lin" valueType="num">
                                      <p:cBhvr>
                                        <p:cTn id="46" dur="500" fill="hold"/>
                                        <p:tgtEl>
                                          <p:spTgt spid="16"/>
                                        </p:tgtEl>
                                        <p:attrNameLst>
                                          <p:attrName>ppt_h</p:attrName>
                                        </p:attrNameLst>
                                      </p:cBhvr>
                                      <p:tavLst>
                                        <p:tav tm="0">
                                          <p:val>
                                            <p:fltVal val="0"/>
                                          </p:val>
                                        </p:tav>
                                        <p:tav tm="100000">
                                          <p:val>
                                            <p:strVal val="#ppt_h"/>
                                          </p:val>
                                        </p:tav>
                                      </p:tavLst>
                                    </p:anim>
                                    <p:animEffect transition="in" filter="fade">
                                      <p:cBhvr>
                                        <p:cTn id="47" dur="500"/>
                                        <p:tgtEl>
                                          <p:spTgt spid="16"/>
                                        </p:tgtEl>
                                      </p:cBhvr>
                                    </p:animEffec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3">
                                            <p:txEl>
                                              <p:pRg st="5" end="5"/>
                                            </p:txEl>
                                          </p:spTgt>
                                        </p:tgtEl>
                                        <p:attrNameLst>
                                          <p:attrName>style.visibility</p:attrName>
                                        </p:attrNameLst>
                                      </p:cBhvr>
                                      <p:to>
                                        <p:strVal val="visible"/>
                                      </p:to>
                                    </p:set>
                                  </p:childTnLst>
                                </p:cTn>
                              </p:par>
                              <p:par>
                                <p:cTn id="52" presetID="53" presetClass="entr" presetSubtype="16" fill="hold" nodeType="withEffect">
                                  <p:stCondLst>
                                    <p:cond delay="0"/>
                                  </p:stCondLst>
                                  <p:childTnLst>
                                    <p:set>
                                      <p:cBhvr>
                                        <p:cTn id="53" dur="1" fill="hold">
                                          <p:stCondLst>
                                            <p:cond delay="0"/>
                                          </p:stCondLst>
                                        </p:cTn>
                                        <p:tgtEl>
                                          <p:spTgt spid="18"/>
                                        </p:tgtEl>
                                        <p:attrNameLst>
                                          <p:attrName>style.visibility</p:attrName>
                                        </p:attrNameLst>
                                      </p:cBhvr>
                                      <p:to>
                                        <p:strVal val="visible"/>
                                      </p:to>
                                    </p:set>
                                    <p:anim calcmode="lin" valueType="num">
                                      <p:cBhvr>
                                        <p:cTn id="54" dur="500" fill="hold"/>
                                        <p:tgtEl>
                                          <p:spTgt spid="18"/>
                                        </p:tgtEl>
                                        <p:attrNameLst>
                                          <p:attrName>ppt_w</p:attrName>
                                        </p:attrNameLst>
                                      </p:cBhvr>
                                      <p:tavLst>
                                        <p:tav tm="0">
                                          <p:val>
                                            <p:fltVal val="0"/>
                                          </p:val>
                                        </p:tav>
                                        <p:tav tm="100000">
                                          <p:val>
                                            <p:strVal val="#ppt_w"/>
                                          </p:val>
                                        </p:tav>
                                      </p:tavLst>
                                    </p:anim>
                                    <p:anim calcmode="lin" valueType="num">
                                      <p:cBhvr>
                                        <p:cTn id="55" dur="500" fill="hold"/>
                                        <p:tgtEl>
                                          <p:spTgt spid="18"/>
                                        </p:tgtEl>
                                        <p:attrNameLst>
                                          <p:attrName>ppt_h</p:attrName>
                                        </p:attrNameLst>
                                      </p:cBhvr>
                                      <p:tavLst>
                                        <p:tav tm="0">
                                          <p:val>
                                            <p:fltVal val="0"/>
                                          </p:val>
                                        </p:tav>
                                        <p:tav tm="100000">
                                          <p:val>
                                            <p:strVal val="#ppt_h"/>
                                          </p:val>
                                        </p:tav>
                                      </p:tavLst>
                                    </p:anim>
                                    <p:animEffect transition="in" filter="fade">
                                      <p:cBhvr>
                                        <p:cTn id="56" dur="500"/>
                                        <p:tgtEl>
                                          <p:spTgt spid="18"/>
                                        </p:tgtEl>
                                      </p:cBhvr>
                                    </p:animEffect>
                                  </p:childTnLst>
                                  <p:subTnLst>
                                    <p:set>
                                      <p:cBhvr override="childStyle">
                                        <p:cTn dur="1" fill="hold" display="0" masterRel="nextClick" afterEffect="1"/>
                                        <p:tgtEl>
                                          <p:spTgt spid="18"/>
                                        </p:tgtEl>
                                        <p:attrNameLst>
                                          <p:attrName>style.visibility</p:attrName>
                                        </p:attrNameLst>
                                      </p:cBhvr>
                                      <p:to>
                                        <p:strVal val="hidden"/>
                                      </p:to>
                                    </p:set>
                                  </p:sub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
                                            <p:txEl>
                                              <p:pRg st="6" end="6"/>
                                            </p:txEl>
                                          </p:spTgt>
                                        </p:tgtEl>
                                        <p:attrNameLst>
                                          <p:attrName>style.visibility</p:attrName>
                                        </p:attrNameLst>
                                      </p:cBhvr>
                                      <p:to>
                                        <p:strVal val="visible"/>
                                      </p:to>
                                    </p:set>
                                  </p:childTnLst>
                                </p:cTn>
                              </p:par>
                              <p:par>
                                <p:cTn id="61" presetID="53" presetClass="entr" presetSubtype="16" fill="hold" nodeType="withEffect">
                                  <p:stCondLst>
                                    <p:cond delay="0"/>
                                  </p:stCondLst>
                                  <p:childTnLst>
                                    <p:set>
                                      <p:cBhvr>
                                        <p:cTn id="62" dur="1" fill="hold">
                                          <p:stCondLst>
                                            <p:cond delay="0"/>
                                          </p:stCondLst>
                                        </p:cTn>
                                        <p:tgtEl>
                                          <p:spTgt spid="20"/>
                                        </p:tgtEl>
                                        <p:attrNameLst>
                                          <p:attrName>style.visibility</p:attrName>
                                        </p:attrNameLst>
                                      </p:cBhvr>
                                      <p:to>
                                        <p:strVal val="visible"/>
                                      </p:to>
                                    </p:set>
                                    <p:anim calcmode="lin" valueType="num">
                                      <p:cBhvr>
                                        <p:cTn id="63" dur="500" fill="hold"/>
                                        <p:tgtEl>
                                          <p:spTgt spid="20"/>
                                        </p:tgtEl>
                                        <p:attrNameLst>
                                          <p:attrName>ppt_w</p:attrName>
                                        </p:attrNameLst>
                                      </p:cBhvr>
                                      <p:tavLst>
                                        <p:tav tm="0">
                                          <p:val>
                                            <p:fltVal val="0"/>
                                          </p:val>
                                        </p:tav>
                                        <p:tav tm="100000">
                                          <p:val>
                                            <p:strVal val="#ppt_w"/>
                                          </p:val>
                                        </p:tav>
                                      </p:tavLst>
                                    </p:anim>
                                    <p:anim calcmode="lin" valueType="num">
                                      <p:cBhvr>
                                        <p:cTn id="64" dur="500" fill="hold"/>
                                        <p:tgtEl>
                                          <p:spTgt spid="20"/>
                                        </p:tgtEl>
                                        <p:attrNameLst>
                                          <p:attrName>ppt_h</p:attrName>
                                        </p:attrNameLst>
                                      </p:cBhvr>
                                      <p:tavLst>
                                        <p:tav tm="0">
                                          <p:val>
                                            <p:fltVal val="0"/>
                                          </p:val>
                                        </p:tav>
                                        <p:tav tm="100000">
                                          <p:val>
                                            <p:strVal val="#ppt_h"/>
                                          </p:val>
                                        </p:tav>
                                      </p:tavLst>
                                    </p:anim>
                                    <p:animEffect transition="in" filter="fade">
                                      <p:cBhvr>
                                        <p:cTn id="65" dur="500"/>
                                        <p:tgtEl>
                                          <p:spTgt spid="20"/>
                                        </p:tgtEl>
                                      </p:cBhvr>
                                    </p:animEffect>
                                  </p:childTnLst>
                                  <p:subTnLst>
                                    <p:set>
                                      <p:cBhvr override="childStyle">
                                        <p:cTn dur="1" fill="hold" display="0" masterRel="nextClick" afterEffect="1"/>
                                        <p:tgtEl>
                                          <p:spTgt spid="20"/>
                                        </p:tgtEl>
                                        <p:attrNameLst>
                                          <p:attrName>style.visibility</p:attrName>
                                        </p:attrNameLst>
                                      </p:cBhvr>
                                      <p:to>
                                        <p:strVal val="hidden"/>
                                      </p:to>
                                    </p:set>
                                  </p:subTnLst>
                                </p:cTn>
                              </p:par>
                            </p:childTnLst>
                          </p:cTn>
                        </p:par>
                      </p:childTnLst>
                    </p:cTn>
                  </p:par>
                  <p:par>
                    <p:cTn id="66" fill="hold">
                      <p:stCondLst>
                        <p:cond delay="indefinite"/>
                      </p:stCondLst>
                      <p:childTnLst>
                        <p:par>
                          <p:cTn id="67" fill="hold">
                            <p:stCondLst>
                              <p:cond delay="0"/>
                            </p:stCondLst>
                            <p:childTnLst>
                              <p:par>
                                <p:cTn id="68" presetID="1" presetClass="entr" presetSubtype="0" fill="hold" nodeType="clickEffect">
                                  <p:stCondLst>
                                    <p:cond delay="0"/>
                                  </p:stCondLst>
                                  <p:childTnLst>
                                    <p:set>
                                      <p:cBhvr>
                                        <p:cTn id="69" dur="1" fill="hold">
                                          <p:stCondLst>
                                            <p:cond delay="0"/>
                                          </p:stCondLst>
                                        </p:cTn>
                                        <p:tgtEl>
                                          <p:spTgt spid="3">
                                            <p:txEl>
                                              <p:pRg st="7" end="7"/>
                                            </p:txEl>
                                          </p:spTgt>
                                        </p:tgtEl>
                                        <p:attrNameLst>
                                          <p:attrName>style.visibility</p:attrName>
                                        </p:attrNameLst>
                                      </p:cBhvr>
                                      <p:to>
                                        <p:strVal val="visible"/>
                                      </p:to>
                                    </p:set>
                                  </p:childTnLst>
                                </p:cTn>
                              </p:par>
                              <p:par>
                                <p:cTn id="70" presetID="53" presetClass="entr" presetSubtype="16" fill="hold" nodeType="withEffect">
                                  <p:stCondLst>
                                    <p:cond delay="0"/>
                                  </p:stCondLst>
                                  <p:childTnLst>
                                    <p:set>
                                      <p:cBhvr>
                                        <p:cTn id="71" dur="1" fill="hold">
                                          <p:stCondLst>
                                            <p:cond delay="0"/>
                                          </p:stCondLst>
                                        </p:cTn>
                                        <p:tgtEl>
                                          <p:spTgt spid="22"/>
                                        </p:tgtEl>
                                        <p:attrNameLst>
                                          <p:attrName>style.visibility</p:attrName>
                                        </p:attrNameLst>
                                      </p:cBhvr>
                                      <p:to>
                                        <p:strVal val="visible"/>
                                      </p:to>
                                    </p:set>
                                    <p:anim calcmode="lin" valueType="num">
                                      <p:cBhvr>
                                        <p:cTn id="72" dur="500" fill="hold"/>
                                        <p:tgtEl>
                                          <p:spTgt spid="22"/>
                                        </p:tgtEl>
                                        <p:attrNameLst>
                                          <p:attrName>ppt_w</p:attrName>
                                        </p:attrNameLst>
                                      </p:cBhvr>
                                      <p:tavLst>
                                        <p:tav tm="0">
                                          <p:val>
                                            <p:fltVal val="0"/>
                                          </p:val>
                                        </p:tav>
                                        <p:tav tm="100000">
                                          <p:val>
                                            <p:strVal val="#ppt_w"/>
                                          </p:val>
                                        </p:tav>
                                      </p:tavLst>
                                    </p:anim>
                                    <p:anim calcmode="lin" valueType="num">
                                      <p:cBhvr>
                                        <p:cTn id="73" dur="500" fill="hold"/>
                                        <p:tgtEl>
                                          <p:spTgt spid="22"/>
                                        </p:tgtEl>
                                        <p:attrNameLst>
                                          <p:attrName>ppt_h</p:attrName>
                                        </p:attrNameLst>
                                      </p:cBhvr>
                                      <p:tavLst>
                                        <p:tav tm="0">
                                          <p:val>
                                            <p:fltVal val="0"/>
                                          </p:val>
                                        </p:tav>
                                        <p:tav tm="100000">
                                          <p:val>
                                            <p:strVal val="#ppt_h"/>
                                          </p:val>
                                        </p:tav>
                                      </p:tavLst>
                                    </p:anim>
                                    <p:animEffect transition="in" filter="fade">
                                      <p:cBhvr>
                                        <p:cTn id="7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Rectangle 2"/>
          <p:cNvSpPr>
            <a:spLocks noChangeArrowheads="1"/>
          </p:cNvSpPr>
          <p:nvPr/>
        </p:nvSpPr>
        <p:spPr bwMode="auto">
          <a:xfrm>
            <a:off x="457200" y="846495"/>
            <a:ext cx="8001000" cy="4089709"/>
          </a:xfrm>
          <a:prstGeom prst="rect">
            <a:avLst/>
          </a:prstGeom>
          <a:solidFill>
            <a:schemeClr val="tx2"/>
          </a:solidFill>
          <a:ln w="57150" cmpd="thinThick">
            <a:solidFill>
              <a:schemeClr val="tx1"/>
            </a:solidFill>
            <a:miter lim="800000"/>
            <a:headEnd/>
            <a:tailEnd/>
          </a:ln>
          <a:effectLst>
            <a:glow rad="139700">
              <a:schemeClr val="accent2">
                <a:satMod val="175000"/>
                <a:alpha val="40000"/>
              </a:schemeClr>
            </a:glow>
            <a:outerShdw blurRad="63500" dist="38099" dir="2700000" algn="ctr" rotWithShape="0">
              <a:schemeClr val="bg2">
                <a:alpha val="74998"/>
              </a:schemeClr>
            </a:outerShdw>
          </a:effectLst>
          <a:scene3d>
            <a:camera prst="orthographicFront"/>
            <a:lightRig rig="threePt" dir="t"/>
          </a:scene3d>
          <a:sp3d>
            <a:bevelT w="139700" h="139700" prst="divot"/>
          </a:sp3d>
        </p:spPr>
        <p:txBody>
          <a:bodyPr wrap="square" anchor="ctr" anchorCtr="0">
            <a:spAutoFit/>
          </a:bodyPr>
          <a:lstStyle/>
          <a:p>
            <a:pPr algn="ctr">
              <a:lnSpc>
                <a:spcPts val="3460"/>
              </a:lnSpc>
              <a:defRPr/>
            </a:pPr>
            <a:r>
              <a:rPr lang="ja-JP" altLang="en-US" dirty="0">
                <a:solidFill>
                  <a:srgbClr val="FFFFFF"/>
                </a:solidFill>
                <a:latin typeface="Arial" panose="020B0604020202020204" pitchFamily="34" charset="0"/>
                <a:cs typeface="Arial" panose="020B0604020202020204" pitchFamily="34" charset="0"/>
              </a:rPr>
              <a:t>“</a:t>
            </a:r>
            <a:r>
              <a:rPr lang="en-US" dirty="0">
                <a:solidFill>
                  <a:srgbClr val="FFFFFF"/>
                </a:solidFill>
                <a:latin typeface="Arial" panose="020B0604020202020204" pitchFamily="34" charset="0"/>
                <a:cs typeface="Arial" panose="020B0604020202020204" pitchFamily="34" charset="0"/>
              </a:rPr>
              <a:t>We deal with people that are struggling with mental illness, developmental delays, or different ways of being, and we still largely have [this idea] in our collective consciousness that they're to be put off to the side.</a:t>
            </a:r>
            <a:br>
              <a:rPr lang="en-US" dirty="0">
                <a:solidFill>
                  <a:srgbClr val="FFFFFF"/>
                </a:solidFill>
                <a:latin typeface="Arial" panose="020B0604020202020204" pitchFamily="34" charset="0"/>
                <a:cs typeface="Arial" panose="020B0604020202020204" pitchFamily="34" charset="0"/>
              </a:rPr>
            </a:br>
            <a:r>
              <a:rPr lang="en-US" dirty="0">
                <a:solidFill>
                  <a:srgbClr val="FFFFFF"/>
                </a:solidFill>
                <a:latin typeface="Arial" panose="020B0604020202020204" pitchFamily="34" charset="0"/>
                <a:cs typeface="Arial" panose="020B0604020202020204" pitchFamily="34" charset="0"/>
              </a:rPr>
              <a:t>I know that by making a conscious decision to be present with these people and to support them, to go the extra mile, and to spend time with them helping them process things...I know that that works.</a:t>
            </a:r>
            <a:br>
              <a:rPr lang="en-US" dirty="0">
                <a:solidFill>
                  <a:srgbClr val="FFFFFF"/>
                </a:solidFill>
                <a:latin typeface="Arial" panose="020B0604020202020204" pitchFamily="34" charset="0"/>
                <a:cs typeface="Arial" panose="020B0604020202020204" pitchFamily="34" charset="0"/>
              </a:rPr>
            </a:br>
            <a:r>
              <a:rPr lang="en-US" dirty="0">
                <a:solidFill>
                  <a:srgbClr val="FFFFFF"/>
                </a:solidFill>
                <a:latin typeface="Arial" panose="020B0604020202020204" pitchFamily="34" charset="0"/>
                <a:cs typeface="Arial" panose="020B0604020202020204" pitchFamily="34" charset="0"/>
              </a:rPr>
              <a:t>I know that people get led to their lives that way.”</a:t>
            </a:r>
          </a:p>
        </p:txBody>
      </p:sp>
      <p:sp>
        <p:nvSpPr>
          <p:cNvPr id="328707" name="Text Box 3"/>
          <p:cNvSpPr txBox="1">
            <a:spLocks noChangeArrowheads="1"/>
          </p:cNvSpPr>
          <p:nvPr/>
        </p:nvSpPr>
        <p:spPr bwMode="auto">
          <a:xfrm>
            <a:off x="4953000" y="6172200"/>
            <a:ext cx="5029200"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buClr>
                <a:schemeClr val="tx2"/>
              </a:buClr>
              <a:buFont typeface="Wingdings" charset="0"/>
              <a:buChar char="§"/>
              <a:defRPr/>
            </a:pPr>
            <a:r>
              <a:rPr lang="en-US" sz="2400" b="1" dirty="0">
                <a:solidFill>
                  <a:schemeClr val="tx1"/>
                </a:solidFill>
                <a:cs typeface="+mn-cs"/>
              </a:rPr>
              <a:t> </a:t>
            </a:r>
            <a:r>
              <a:rPr lang="en-US" sz="2400" dirty="0">
                <a:solidFill>
                  <a:schemeClr val="tx1"/>
                </a:solidFill>
                <a:latin typeface="+mn-lt"/>
                <a:cs typeface="+mn-cs"/>
              </a:rPr>
              <a:t>Michael Harney, </a:t>
            </a:r>
            <a:r>
              <a:rPr lang="en-US" sz="2400" i="1" dirty="0">
                <a:solidFill>
                  <a:schemeClr val="tx1"/>
                </a:solidFill>
                <a:latin typeface="+mn-lt"/>
                <a:cs typeface="+mn-cs"/>
              </a:rPr>
              <a:t>Actor</a:t>
            </a:r>
          </a:p>
        </p:txBody>
      </p:sp>
      <p:pic>
        <p:nvPicPr>
          <p:cNvPr id="2" name="Picture 1" descr="MAm1rzrRTVVl.jpg"/>
          <p:cNvPicPr>
            <a:picLocks noChangeAspect="1"/>
          </p:cNvPicPr>
          <p:nvPr/>
        </p:nvPicPr>
        <p:blipFill rotWithShape="1">
          <a:blip r:embed="rId3">
            <a:extLst>
              <a:ext uri="{28A0092B-C50C-407E-A947-70E740481C1C}">
                <a14:useLocalDpi xmlns:a14="http://schemas.microsoft.com/office/drawing/2010/main" val="0"/>
              </a:ext>
            </a:extLst>
          </a:blip>
          <a:srcRect l="21590" t="1136" r="22727" b="14773"/>
          <a:stretch/>
        </p:blipFill>
        <p:spPr>
          <a:xfrm>
            <a:off x="3352800" y="5562600"/>
            <a:ext cx="1210962" cy="1219200"/>
          </a:xfrm>
          <a:prstGeom prst="rect">
            <a:avLst/>
          </a:prstGeom>
        </p:spPr>
      </p:pic>
    </p:spTree>
    <p:extLst>
      <p:ext uri="{BB962C8B-B14F-4D97-AF65-F5344CB8AC3E}">
        <p14:creationId xmlns:p14="http://schemas.microsoft.com/office/powerpoint/2010/main" val="235474400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Clarity.thmx</Template>
  <TotalTime>4440</TotalTime>
  <Pages>18</Pages>
  <Words>912</Words>
  <Application>Microsoft Macintosh PowerPoint</Application>
  <PresentationFormat>On-screen Show (4:3)</PresentationFormat>
  <Paragraphs>148</Paragraphs>
  <Slides>32</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Arial</vt:lpstr>
      <vt:lpstr>Arial Narrow</vt:lpstr>
      <vt:lpstr>Book Antiqua</vt:lpstr>
      <vt:lpstr>Marker Felt Thin</vt:lpstr>
      <vt:lpstr>Times New Roman</vt:lpstr>
      <vt:lpstr>Wingdings</vt:lpstr>
      <vt:lpstr>Clarity</vt:lpstr>
      <vt:lpstr> David Hoff Maria Paiewonsky Institute for Community Inclusion University of Massachusetts, Boston www.communityinclusion.org    </vt:lpstr>
      <vt:lpstr>Part 2 of a 3-Part Webinar Series</vt:lpstr>
      <vt:lpstr>PowerPoint Presentation</vt:lpstr>
      <vt:lpstr>PowerPoint Presentation</vt:lpstr>
      <vt:lpstr>PowerPoint Presentation</vt:lpstr>
      <vt:lpstr>PowerPoint Presentation</vt:lpstr>
      <vt:lpstr>PowerPoint Presentation</vt:lpstr>
      <vt:lpstr>PowerPoint Presentation</vt:lpstr>
      <vt:lpstr>“My disability exists not because I use a wheelchair, but because the broader environment  isn't accessible.”</vt:lpstr>
      <vt:lpstr>PowerPoint Presentation</vt:lpstr>
      <vt:lpstr>PowerPoint Presentation</vt:lpstr>
      <vt:lpstr>PowerPoint Presentation</vt:lpstr>
      <vt:lpstr>PowerPoint Presentation</vt:lpstr>
      <vt:lpstr>PowerPoint Presentation</vt:lpstr>
      <vt:lpstr>PowerPoint Presentation</vt:lpstr>
      <vt:lpstr>Basic Etiquette </vt:lpstr>
      <vt:lpstr>Language: People First vs. Identity First</vt:lpstr>
      <vt:lpstr>"The difference between the right word and the almost-right word is the difference between lightning and the lightning bug."</vt:lpstr>
      <vt:lpstr>PowerPoint Presentation</vt:lpstr>
      <vt:lpstr>PowerPoint Presentation</vt:lpstr>
      <vt:lpstr>PowerPoint Presentation</vt:lpstr>
      <vt:lpstr>Tips for Navigating</vt:lpstr>
      <vt:lpstr>There Is No “One Size Fits All” Approach</vt:lpstr>
      <vt:lpstr>PowerPoint Presentation</vt:lpstr>
      <vt:lpstr>“I have a number of physical disabilities, and I have no preference. What matters to me is that the surrounding conversation indicates that whoever I’m talking with sees me as a person and respects me fully as such.”</vt:lpstr>
      <vt:lpstr>The Best Term to Use to Describe Someone With a Disability?</vt:lpstr>
      <vt:lpstr>Issues Regarding Specific Disabilities</vt:lpstr>
      <vt:lpstr>PowerPoint Presentation</vt:lpstr>
      <vt:lpstr>Discussion: Creating a Welcoming Atmosphere in the Classroom</vt:lpstr>
      <vt:lpstr>PowerPoint Presentation</vt:lpstr>
      <vt:lpstr>Handouts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AMERICAN’S WITH DISBAILITIES ACT (ADA)</dc:title>
  <dc:subject/>
  <dc:creator>Microsoft Select</dc:creator>
  <cp:keywords/>
  <dc:description/>
  <cp:lastModifiedBy>David Hoff</cp:lastModifiedBy>
  <cp:revision>320</cp:revision>
  <cp:lastPrinted>2019-03-21T02:22:29Z</cp:lastPrinted>
  <dcterms:created xsi:type="dcterms:W3CDTF">2009-01-30T12:45:21Z</dcterms:created>
  <dcterms:modified xsi:type="dcterms:W3CDTF">2020-07-06T11:51:24Z</dcterms:modified>
</cp:coreProperties>
</file>