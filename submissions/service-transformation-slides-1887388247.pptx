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sldIdLst>
    <p:sldId id="256" r:id="rId5"/>
    <p:sldId id="264" r:id="rId6"/>
    <p:sldId id="257" r:id="rId7"/>
    <p:sldId id="261" r:id="rId8"/>
    <p:sldId id="259" r:id="rId9"/>
    <p:sldId id="265" r:id="rId10"/>
    <p:sldId id="262" r:id="rId11"/>
    <p:sldId id="266" r:id="rId12"/>
    <p:sldId id="258" r:id="rId13"/>
    <p:sldId id="260" r:id="rId14"/>
    <p:sldId id="26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65179" autoAdjust="0"/>
  </p:normalViewPr>
  <p:slideViewPr>
    <p:cSldViewPr snapToGrid="0">
      <p:cViewPr varScale="1">
        <p:scale>
          <a:sx n="74" d="100"/>
          <a:sy n="74" d="100"/>
        </p:scale>
        <p:origin x="19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nise Johnson" userId="6bd09ee2-0241-4d7c-bfc6-19b2cde50a5c" providerId="ADAL" clId="{4180C9BA-A1D5-446C-B6CD-95CEFF237C91}"/>
    <pc:docChg chg="undo custSel addSld modSld">
      <pc:chgData name="Denise Johnson" userId="6bd09ee2-0241-4d7c-bfc6-19b2cde50a5c" providerId="ADAL" clId="{4180C9BA-A1D5-446C-B6CD-95CEFF237C91}" dt="2021-10-05T20:09:23.952" v="6223" actId="20577"/>
      <pc:docMkLst>
        <pc:docMk/>
      </pc:docMkLst>
      <pc:sldChg chg="modSp">
        <pc:chgData name="Denise Johnson" userId="6bd09ee2-0241-4d7c-bfc6-19b2cde50a5c" providerId="ADAL" clId="{4180C9BA-A1D5-446C-B6CD-95CEFF237C91}" dt="2021-10-04T20:31:59.232" v="1" actId="207"/>
        <pc:sldMkLst>
          <pc:docMk/>
          <pc:sldMk cId="854677189" sldId="256"/>
        </pc:sldMkLst>
        <pc:spChg chg="mod">
          <ac:chgData name="Denise Johnson" userId="6bd09ee2-0241-4d7c-bfc6-19b2cde50a5c" providerId="ADAL" clId="{4180C9BA-A1D5-446C-B6CD-95CEFF237C91}" dt="2021-10-04T20:31:59.232" v="1" actId="207"/>
          <ac:spMkLst>
            <pc:docMk/>
            <pc:sldMk cId="854677189" sldId="256"/>
            <ac:spMk id="2" creationId="{6F7CAFCE-77C6-4E2A-876F-82CA7B1F3825}"/>
          </ac:spMkLst>
        </pc:spChg>
        <pc:spChg chg="mod">
          <ac:chgData name="Denise Johnson" userId="6bd09ee2-0241-4d7c-bfc6-19b2cde50a5c" providerId="ADAL" clId="{4180C9BA-A1D5-446C-B6CD-95CEFF237C91}" dt="2021-10-04T20:31:55.073" v="0" actId="207"/>
          <ac:spMkLst>
            <pc:docMk/>
            <pc:sldMk cId="854677189" sldId="256"/>
            <ac:spMk id="3" creationId="{D02B56C6-CE45-4C49-A788-2B47D4027E52}"/>
          </ac:spMkLst>
        </pc:spChg>
      </pc:sldChg>
      <pc:sldChg chg="modSp">
        <pc:chgData name="Denise Johnson" userId="6bd09ee2-0241-4d7c-bfc6-19b2cde50a5c" providerId="ADAL" clId="{4180C9BA-A1D5-446C-B6CD-95CEFF237C91}" dt="2021-10-05T20:03:00.259" v="6160" actId="6549"/>
        <pc:sldMkLst>
          <pc:docMk/>
          <pc:sldMk cId="1819012312" sldId="257"/>
        </pc:sldMkLst>
        <pc:spChg chg="mod">
          <ac:chgData name="Denise Johnson" userId="6bd09ee2-0241-4d7c-bfc6-19b2cde50a5c" providerId="ADAL" clId="{4180C9BA-A1D5-446C-B6CD-95CEFF237C91}" dt="2021-10-05T15:12:06.145" v="31" actId="1076"/>
          <ac:spMkLst>
            <pc:docMk/>
            <pc:sldMk cId="1819012312" sldId="257"/>
            <ac:spMk id="2" creationId="{8CB2443B-F286-43D6-B8E9-4C5C978EB44C}"/>
          </ac:spMkLst>
        </pc:spChg>
        <pc:spChg chg="mod">
          <ac:chgData name="Denise Johnson" userId="6bd09ee2-0241-4d7c-bfc6-19b2cde50a5c" providerId="ADAL" clId="{4180C9BA-A1D5-446C-B6CD-95CEFF237C91}" dt="2021-10-05T20:03:00.259" v="6160" actId="6549"/>
          <ac:spMkLst>
            <pc:docMk/>
            <pc:sldMk cId="1819012312" sldId="257"/>
            <ac:spMk id="3" creationId="{8852382D-4624-4A67-A019-E78D12DE798F}"/>
          </ac:spMkLst>
        </pc:spChg>
      </pc:sldChg>
      <pc:sldChg chg="addSp delSp modSp">
        <pc:chgData name="Denise Johnson" userId="6bd09ee2-0241-4d7c-bfc6-19b2cde50a5c" providerId="ADAL" clId="{4180C9BA-A1D5-446C-B6CD-95CEFF237C91}" dt="2021-10-05T19:45:21.388" v="5356" actId="20577"/>
        <pc:sldMkLst>
          <pc:docMk/>
          <pc:sldMk cId="2476472527" sldId="258"/>
        </pc:sldMkLst>
        <pc:spChg chg="mod">
          <ac:chgData name="Denise Johnson" userId="6bd09ee2-0241-4d7c-bfc6-19b2cde50a5c" providerId="ADAL" clId="{4180C9BA-A1D5-446C-B6CD-95CEFF237C91}" dt="2021-10-04T20:32:38.033" v="7" actId="207"/>
          <ac:spMkLst>
            <pc:docMk/>
            <pc:sldMk cId="2476472527" sldId="258"/>
            <ac:spMk id="2" creationId="{C977FBCF-9F24-4BD1-BBBC-704A4EF945D8}"/>
          </ac:spMkLst>
        </pc:spChg>
        <pc:spChg chg="del">
          <ac:chgData name="Denise Johnson" userId="6bd09ee2-0241-4d7c-bfc6-19b2cde50a5c" providerId="ADAL" clId="{4180C9BA-A1D5-446C-B6CD-95CEFF237C91}" dt="2021-10-05T19:35:54.685" v="4839" actId="1032"/>
          <ac:spMkLst>
            <pc:docMk/>
            <pc:sldMk cId="2476472527" sldId="258"/>
            <ac:spMk id="3" creationId="{AF5E84B0-99E7-4DE4-AF7E-F491CBCBCF76}"/>
          </ac:spMkLst>
        </pc:spChg>
        <pc:graphicFrameChg chg="add mod">
          <ac:chgData name="Denise Johnson" userId="6bd09ee2-0241-4d7c-bfc6-19b2cde50a5c" providerId="ADAL" clId="{4180C9BA-A1D5-446C-B6CD-95CEFF237C91}" dt="2021-10-05T19:45:21.388" v="5356" actId="20577"/>
          <ac:graphicFrameMkLst>
            <pc:docMk/>
            <pc:sldMk cId="2476472527" sldId="258"/>
            <ac:graphicFrameMk id="4" creationId="{F1801C78-5C6A-4D40-972A-53D35665B631}"/>
          </ac:graphicFrameMkLst>
        </pc:graphicFrameChg>
      </pc:sldChg>
      <pc:sldChg chg="modSp">
        <pc:chgData name="Denise Johnson" userId="6bd09ee2-0241-4d7c-bfc6-19b2cde50a5c" providerId="ADAL" clId="{4180C9BA-A1D5-446C-B6CD-95CEFF237C91}" dt="2021-10-05T20:05:34.477" v="6190" actId="20577"/>
        <pc:sldMkLst>
          <pc:docMk/>
          <pc:sldMk cId="965100664" sldId="259"/>
        </pc:sldMkLst>
        <pc:spChg chg="mod">
          <ac:chgData name="Denise Johnson" userId="6bd09ee2-0241-4d7c-bfc6-19b2cde50a5c" providerId="ADAL" clId="{4180C9BA-A1D5-446C-B6CD-95CEFF237C91}" dt="2021-10-04T20:32:21.782" v="5" actId="207"/>
          <ac:spMkLst>
            <pc:docMk/>
            <pc:sldMk cId="965100664" sldId="259"/>
            <ac:spMk id="2" creationId="{755ED4DD-F60A-4FB3-BEAD-E887777A9FDD}"/>
          </ac:spMkLst>
        </pc:spChg>
        <pc:spChg chg="mod">
          <ac:chgData name="Denise Johnson" userId="6bd09ee2-0241-4d7c-bfc6-19b2cde50a5c" providerId="ADAL" clId="{4180C9BA-A1D5-446C-B6CD-95CEFF237C91}" dt="2021-10-05T20:05:34.477" v="6190" actId="20577"/>
          <ac:spMkLst>
            <pc:docMk/>
            <pc:sldMk cId="965100664" sldId="259"/>
            <ac:spMk id="3" creationId="{737CB3EB-D15A-4E4D-81CB-DA7BF305DDF0}"/>
          </ac:spMkLst>
        </pc:spChg>
      </pc:sldChg>
      <pc:sldChg chg="modSp">
        <pc:chgData name="Denise Johnson" userId="6bd09ee2-0241-4d7c-bfc6-19b2cde50a5c" providerId="ADAL" clId="{4180C9BA-A1D5-446C-B6CD-95CEFF237C91}" dt="2021-10-05T20:07:11.333" v="6218" actId="20577"/>
        <pc:sldMkLst>
          <pc:docMk/>
          <pc:sldMk cId="1385007420" sldId="260"/>
        </pc:sldMkLst>
        <pc:spChg chg="mod">
          <ac:chgData name="Denise Johnson" userId="6bd09ee2-0241-4d7c-bfc6-19b2cde50a5c" providerId="ADAL" clId="{4180C9BA-A1D5-446C-B6CD-95CEFF237C91}" dt="2021-10-04T20:32:47.782" v="9" actId="207"/>
          <ac:spMkLst>
            <pc:docMk/>
            <pc:sldMk cId="1385007420" sldId="260"/>
            <ac:spMk id="2" creationId="{B58AEC87-E618-4696-83FC-8053F01B0BEB}"/>
          </ac:spMkLst>
        </pc:spChg>
        <pc:spChg chg="mod">
          <ac:chgData name="Denise Johnson" userId="6bd09ee2-0241-4d7c-bfc6-19b2cde50a5c" providerId="ADAL" clId="{4180C9BA-A1D5-446C-B6CD-95CEFF237C91}" dt="2021-10-05T20:07:11.333" v="6218" actId="20577"/>
          <ac:spMkLst>
            <pc:docMk/>
            <pc:sldMk cId="1385007420" sldId="260"/>
            <ac:spMk id="3" creationId="{C782908F-23FB-4E77-9755-64A43C66A429}"/>
          </ac:spMkLst>
        </pc:spChg>
      </pc:sldChg>
      <pc:sldChg chg="modSp">
        <pc:chgData name="Denise Johnson" userId="6bd09ee2-0241-4d7c-bfc6-19b2cde50a5c" providerId="ADAL" clId="{4180C9BA-A1D5-446C-B6CD-95CEFF237C91}" dt="2021-10-05T16:29:32.769" v="1945" actId="20577"/>
        <pc:sldMkLst>
          <pc:docMk/>
          <pc:sldMk cId="3367268395" sldId="261"/>
        </pc:sldMkLst>
        <pc:spChg chg="mod">
          <ac:chgData name="Denise Johnson" userId="6bd09ee2-0241-4d7c-bfc6-19b2cde50a5c" providerId="ADAL" clId="{4180C9BA-A1D5-446C-B6CD-95CEFF237C91}" dt="2021-10-04T20:32:16.799" v="4" actId="207"/>
          <ac:spMkLst>
            <pc:docMk/>
            <pc:sldMk cId="3367268395" sldId="261"/>
            <ac:spMk id="2" creationId="{846C1CF3-1456-45B6-AF6F-2A4E1C74BBC5}"/>
          </ac:spMkLst>
        </pc:spChg>
        <pc:spChg chg="mod">
          <ac:chgData name="Denise Johnson" userId="6bd09ee2-0241-4d7c-bfc6-19b2cde50a5c" providerId="ADAL" clId="{4180C9BA-A1D5-446C-B6CD-95CEFF237C91}" dt="2021-10-05T16:29:32.769" v="1945" actId="20577"/>
          <ac:spMkLst>
            <pc:docMk/>
            <pc:sldMk cId="3367268395" sldId="261"/>
            <ac:spMk id="3" creationId="{A91AF3DE-4154-440A-A31B-906D308FB6CF}"/>
          </ac:spMkLst>
        </pc:spChg>
      </pc:sldChg>
      <pc:sldChg chg="modSp">
        <pc:chgData name="Denise Johnson" userId="6bd09ee2-0241-4d7c-bfc6-19b2cde50a5c" providerId="ADAL" clId="{4180C9BA-A1D5-446C-B6CD-95CEFF237C91}" dt="2021-10-05T20:09:23.952" v="6223" actId="20577"/>
        <pc:sldMkLst>
          <pc:docMk/>
          <pc:sldMk cId="2002149867" sldId="262"/>
        </pc:sldMkLst>
        <pc:spChg chg="mod">
          <ac:chgData name="Denise Johnson" userId="6bd09ee2-0241-4d7c-bfc6-19b2cde50a5c" providerId="ADAL" clId="{4180C9BA-A1D5-446C-B6CD-95CEFF237C91}" dt="2021-10-04T20:32:28.066" v="6" actId="207"/>
          <ac:spMkLst>
            <pc:docMk/>
            <pc:sldMk cId="2002149867" sldId="262"/>
            <ac:spMk id="2" creationId="{DF6E319D-2FB8-443A-BCAB-43D670BB850C}"/>
          </ac:spMkLst>
        </pc:spChg>
        <pc:spChg chg="mod">
          <ac:chgData name="Denise Johnson" userId="6bd09ee2-0241-4d7c-bfc6-19b2cde50a5c" providerId="ADAL" clId="{4180C9BA-A1D5-446C-B6CD-95CEFF237C91}" dt="2021-10-05T20:09:23.952" v="6223" actId="20577"/>
          <ac:spMkLst>
            <pc:docMk/>
            <pc:sldMk cId="2002149867" sldId="262"/>
            <ac:spMk id="3" creationId="{6C38D075-204B-46DE-AC95-8006F6465774}"/>
          </ac:spMkLst>
        </pc:spChg>
      </pc:sldChg>
      <pc:sldChg chg="modSp add">
        <pc:chgData name="Denise Johnson" userId="6bd09ee2-0241-4d7c-bfc6-19b2cde50a5c" providerId="ADAL" clId="{4180C9BA-A1D5-446C-B6CD-95CEFF237C91}" dt="2021-10-05T20:02:25.450" v="6159" actId="20577"/>
        <pc:sldMkLst>
          <pc:docMk/>
          <pc:sldMk cId="717104617" sldId="263"/>
        </pc:sldMkLst>
        <pc:spChg chg="mod">
          <ac:chgData name="Denise Johnson" userId="6bd09ee2-0241-4d7c-bfc6-19b2cde50a5c" providerId="ADAL" clId="{4180C9BA-A1D5-446C-B6CD-95CEFF237C91}" dt="2021-10-04T20:33:07.583" v="29" actId="207"/>
          <ac:spMkLst>
            <pc:docMk/>
            <pc:sldMk cId="717104617" sldId="263"/>
            <ac:spMk id="2" creationId="{4233FC4E-2EFC-4A3D-9007-E73BF0B22061}"/>
          </ac:spMkLst>
        </pc:spChg>
        <pc:spChg chg="mod">
          <ac:chgData name="Denise Johnson" userId="6bd09ee2-0241-4d7c-bfc6-19b2cde50a5c" providerId="ADAL" clId="{4180C9BA-A1D5-446C-B6CD-95CEFF237C91}" dt="2021-10-05T20:02:25.450" v="6159" actId="20577"/>
          <ac:spMkLst>
            <pc:docMk/>
            <pc:sldMk cId="717104617" sldId="263"/>
            <ac:spMk id="3" creationId="{36B8C739-4602-4A2F-9C90-0C4BB96A4653}"/>
          </ac:spMkLst>
        </pc:spChg>
      </pc:sldChg>
      <pc:sldChg chg="modSp add">
        <pc:chgData name="Denise Johnson" userId="6bd09ee2-0241-4d7c-bfc6-19b2cde50a5c" providerId="ADAL" clId="{4180C9BA-A1D5-446C-B6CD-95CEFF237C91}" dt="2021-10-05T15:30:41.271" v="351" actId="20577"/>
        <pc:sldMkLst>
          <pc:docMk/>
          <pc:sldMk cId="1265628869" sldId="264"/>
        </pc:sldMkLst>
        <pc:spChg chg="mod">
          <ac:chgData name="Denise Johnson" userId="6bd09ee2-0241-4d7c-bfc6-19b2cde50a5c" providerId="ADAL" clId="{4180C9BA-A1D5-446C-B6CD-95CEFF237C91}" dt="2021-10-05T15:18:20.433" v="76" actId="20577"/>
          <ac:spMkLst>
            <pc:docMk/>
            <pc:sldMk cId="1265628869" sldId="264"/>
            <ac:spMk id="2" creationId="{8514253E-D686-493D-8463-A3B1B2AE5689}"/>
          </ac:spMkLst>
        </pc:spChg>
        <pc:spChg chg="mod">
          <ac:chgData name="Denise Johnson" userId="6bd09ee2-0241-4d7c-bfc6-19b2cde50a5c" providerId="ADAL" clId="{4180C9BA-A1D5-446C-B6CD-95CEFF237C91}" dt="2021-10-05T15:30:41.271" v="351" actId="20577"/>
          <ac:spMkLst>
            <pc:docMk/>
            <pc:sldMk cId="1265628869" sldId="264"/>
            <ac:spMk id="3" creationId="{95614C9B-CE29-4562-B0FE-1902235E3B2A}"/>
          </ac:spMkLst>
        </pc:spChg>
      </pc:sldChg>
      <pc:sldChg chg="modSp add">
        <pc:chgData name="Denise Johnson" userId="6bd09ee2-0241-4d7c-bfc6-19b2cde50a5c" providerId="ADAL" clId="{4180C9BA-A1D5-446C-B6CD-95CEFF237C91}" dt="2021-10-05T20:06:04.063" v="6191" actId="313"/>
        <pc:sldMkLst>
          <pc:docMk/>
          <pc:sldMk cId="2060716874" sldId="265"/>
        </pc:sldMkLst>
        <pc:spChg chg="mod">
          <ac:chgData name="Denise Johnson" userId="6bd09ee2-0241-4d7c-bfc6-19b2cde50a5c" providerId="ADAL" clId="{4180C9BA-A1D5-446C-B6CD-95CEFF237C91}" dt="2021-10-05T20:06:04.063" v="6191" actId="313"/>
          <ac:spMkLst>
            <pc:docMk/>
            <pc:sldMk cId="2060716874" sldId="265"/>
            <ac:spMk id="2" creationId="{D5ECABB1-95A9-4477-9E33-FF88B4154C85}"/>
          </ac:spMkLst>
        </pc:spChg>
        <pc:spChg chg="mod">
          <ac:chgData name="Denise Johnson" userId="6bd09ee2-0241-4d7c-bfc6-19b2cde50a5c" providerId="ADAL" clId="{4180C9BA-A1D5-446C-B6CD-95CEFF237C91}" dt="2021-10-05T17:23:20.665" v="4046" actId="20577"/>
          <ac:spMkLst>
            <pc:docMk/>
            <pc:sldMk cId="2060716874" sldId="265"/>
            <ac:spMk id="3" creationId="{38D68740-75B8-4B13-8BBC-2B5BE58A4CA5}"/>
          </ac:spMkLst>
        </pc:spChg>
      </pc:sldChg>
      <pc:sldChg chg="modSp add">
        <pc:chgData name="Denise Johnson" userId="6bd09ee2-0241-4d7c-bfc6-19b2cde50a5c" providerId="ADAL" clId="{4180C9BA-A1D5-446C-B6CD-95CEFF237C91}" dt="2021-10-05T20:04:00.916" v="6186" actId="20577"/>
        <pc:sldMkLst>
          <pc:docMk/>
          <pc:sldMk cId="4012791940" sldId="266"/>
        </pc:sldMkLst>
        <pc:spChg chg="mod">
          <ac:chgData name="Denise Johnson" userId="6bd09ee2-0241-4d7c-bfc6-19b2cde50a5c" providerId="ADAL" clId="{4180C9BA-A1D5-446C-B6CD-95CEFF237C91}" dt="2021-10-05T20:04:00.916" v="6186" actId="20577"/>
          <ac:spMkLst>
            <pc:docMk/>
            <pc:sldMk cId="4012791940" sldId="266"/>
            <ac:spMk id="2" creationId="{03E6435E-F46A-473B-A685-2F40705F3C70}"/>
          </ac:spMkLst>
        </pc:spChg>
        <pc:spChg chg="mod">
          <ac:chgData name="Denise Johnson" userId="6bd09ee2-0241-4d7c-bfc6-19b2cde50a5c" providerId="ADAL" clId="{4180C9BA-A1D5-446C-B6CD-95CEFF237C91}" dt="2021-10-05T19:57:34.516" v="5870" actId="20577"/>
          <ac:spMkLst>
            <pc:docMk/>
            <pc:sldMk cId="4012791940" sldId="266"/>
            <ac:spMk id="3" creationId="{1495402D-5987-463D-9C09-FC36ED5F82D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56C737-4FC4-4BA7-90B2-FC2DF8C84342}" type="doc">
      <dgm:prSet loTypeId="urn:microsoft.com/office/officeart/2005/8/layout/hChevron3" loCatId="process" qsTypeId="urn:microsoft.com/office/officeart/2005/8/quickstyle/simple1" qsCatId="simple" csTypeId="urn:microsoft.com/office/officeart/2005/8/colors/accent1_2" csCatId="accent1" phldr="1"/>
      <dgm:spPr/>
    </dgm:pt>
    <dgm:pt modelId="{D8F2E8E8-2CF6-42EB-BD5C-D8E619EC1F20}">
      <dgm:prSet phldrT="[Text]"/>
      <dgm:spPr/>
      <dgm:t>
        <a:bodyPr/>
        <a:lstStyle/>
        <a:p>
          <a:r>
            <a:rPr lang="en-US" dirty="0"/>
            <a:t>Oct 2021</a:t>
          </a:r>
        </a:p>
        <a:p>
          <a:r>
            <a:rPr lang="en-US" dirty="0"/>
            <a:t>Launch Pilots</a:t>
          </a:r>
        </a:p>
      </dgm:t>
    </dgm:pt>
    <dgm:pt modelId="{2C447335-3671-47E3-B872-8A4AAF178DE3}" type="parTrans" cxnId="{DA757ADC-783E-48B2-9B95-084877475D09}">
      <dgm:prSet/>
      <dgm:spPr/>
      <dgm:t>
        <a:bodyPr/>
        <a:lstStyle/>
        <a:p>
          <a:endParaRPr lang="en-US"/>
        </a:p>
      </dgm:t>
    </dgm:pt>
    <dgm:pt modelId="{CFCDE893-E6D3-48B5-A5A2-41791F0BECC5}" type="sibTrans" cxnId="{DA757ADC-783E-48B2-9B95-084877475D09}">
      <dgm:prSet/>
      <dgm:spPr/>
      <dgm:t>
        <a:bodyPr/>
        <a:lstStyle/>
        <a:p>
          <a:endParaRPr lang="en-US"/>
        </a:p>
      </dgm:t>
    </dgm:pt>
    <dgm:pt modelId="{9E659BA4-BEF9-4165-B369-0F977B32B0F7}">
      <dgm:prSet phldrT="[Text]"/>
      <dgm:spPr/>
      <dgm:t>
        <a:bodyPr/>
        <a:lstStyle/>
        <a:p>
          <a:r>
            <a:rPr lang="en-US" dirty="0"/>
            <a:t>Nov 2021</a:t>
          </a:r>
        </a:p>
        <a:p>
          <a:r>
            <a:rPr lang="en-US" dirty="0"/>
            <a:t>DSP Job Coaching         1:1		</a:t>
          </a:r>
        </a:p>
      </dgm:t>
    </dgm:pt>
    <dgm:pt modelId="{145FFFE6-35D4-4A12-89D7-30A43E59138D}" type="parTrans" cxnId="{E56C61D2-1C08-453F-9F3E-F88DA9AE5E57}">
      <dgm:prSet/>
      <dgm:spPr/>
      <dgm:t>
        <a:bodyPr/>
        <a:lstStyle/>
        <a:p>
          <a:endParaRPr lang="en-US"/>
        </a:p>
      </dgm:t>
    </dgm:pt>
    <dgm:pt modelId="{06EF9A5F-EE97-4D8C-A034-9014138B0E89}" type="sibTrans" cxnId="{E56C61D2-1C08-453F-9F3E-F88DA9AE5E57}">
      <dgm:prSet/>
      <dgm:spPr/>
      <dgm:t>
        <a:bodyPr/>
        <a:lstStyle/>
        <a:p>
          <a:endParaRPr lang="en-US"/>
        </a:p>
      </dgm:t>
    </dgm:pt>
    <dgm:pt modelId="{72555E86-6F95-41B1-A366-79300D28FB6B}">
      <dgm:prSet phldrT="[Text]"/>
      <dgm:spPr/>
      <dgm:t>
        <a:bodyPr/>
        <a:lstStyle/>
        <a:p>
          <a:r>
            <a:rPr lang="en-US" dirty="0"/>
            <a:t>Dec 2021</a:t>
          </a:r>
        </a:p>
        <a:p>
          <a:r>
            <a:rPr lang="en-US" dirty="0"/>
            <a:t>Review pilots and plan to expand</a:t>
          </a:r>
        </a:p>
      </dgm:t>
    </dgm:pt>
    <dgm:pt modelId="{63B0D808-C0B6-487F-B671-DB496B019022}" type="parTrans" cxnId="{3120781B-E121-4662-8F68-278C08B24E81}">
      <dgm:prSet/>
      <dgm:spPr/>
      <dgm:t>
        <a:bodyPr/>
        <a:lstStyle/>
        <a:p>
          <a:endParaRPr lang="en-US"/>
        </a:p>
      </dgm:t>
    </dgm:pt>
    <dgm:pt modelId="{5774DAC5-0485-4F1E-9903-4A6464B0C675}" type="sibTrans" cxnId="{3120781B-E121-4662-8F68-278C08B24E81}">
      <dgm:prSet/>
      <dgm:spPr/>
      <dgm:t>
        <a:bodyPr/>
        <a:lstStyle/>
        <a:p>
          <a:endParaRPr lang="en-US"/>
        </a:p>
      </dgm:t>
    </dgm:pt>
    <dgm:pt modelId="{F632396B-7041-4728-9D2F-71F9267CBEFA}">
      <dgm:prSet phldrT="[Text]"/>
      <dgm:spPr/>
      <dgm:t>
        <a:bodyPr/>
        <a:lstStyle/>
        <a:p>
          <a:r>
            <a:rPr lang="en-US" dirty="0"/>
            <a:t>March 2022                                      Expand pilots to all sites</a:t>
          </a:r>
        </a:p>
      </dgm:t>
    </dgm:pt>
    <dgm:pt modelId="{596F16B8-26E7-4E8F-A2B6-75D8AB35FC31}" type="parTrans" cxnId="{7B314D88-542A-450E-88F3-F5D5C1815336}">
      <dgm:prSet/>
      <dgm:spPr/>
      <dgm:t>
        <a:bodyPr/>
        <a:lstStyle/>
        <a:p>
          <a:endParaRPr lang="en-US"/>
        </a:p>
      </dgm:t>
    </dgm:pt>
    <dgm:pt modelId="{904A5B66-821A-47FC-B928-AE19874B3C1E}" type="sibTrans" cxnId="{7B314D88-542A-450E-88F3-F5D5C1815336}">
      <dgm:prSet/>
      <dgm:spPr/>
      <dgm:t>
        <a:bodyPr/>
        <a:lstStyle/>
        <a:p>
          <a:endParaRPr lang="en-US"/>
        </a:p>
      </dgm:t>
    </dgm:pt>
    <dgm:pt modelId="{09292B2E-F948-4F2D-875B-5013B0C049EA}">
      <dgm:prSet phldrT="[Text]"/>
      <dgm:spPr/>
      <dgm:t>
        <a:bodyPr/>
        <a:lstStyle/>
        <a:p>
          <a:r>
            <a:rPr lang="en-US" dirty="0"/>
            <a:t>Dec 2022                                          Service Transformation</a:t>
          </a:r>
        </a:p>
      </dgm:t>
    </dgm:pt>
    <dgm:pt modelId="{CA8D21E9-9584-4FA0-BE47-9C474209608B}" type="parTrans" cxnId="{EBD9E95C-F091-47AE-869B-D2D44D92C24D}">
      <dgm:prSet/>
      <dgm:spPr/>
      <dgm:t>
        <a:bodyPr/>
        <a:lstStyle/>
        <a:p>
          <a:endParaRPr lang="en-US"/>
        </a:p>
      </dgm:t>
    </dgm:pt>
    <dgm:pt modelId="{04C304BD-C430-497F-9826-35A33E55EEF1}" type="sibTrans" cxnId="{EBD9E95C-F091-47AE-869B-D2D44D92C24D}">
      <dgm:prSet/>
      <dgm:spPr/>
      <dgm:t>
        <a:bodyPr/>
        <a:lstStyle/>
        <a:p>
          <a:endParaRPr lang="en-US"/>
        </a:p>
      </dgm:t>
    </dgm:pt>
    <dgm:pt modelId="{D273A4B0-DB21-4D67-A64A-19BC2E258AE9}">
      <dgm:prSet phldrT="[Text]"/>
      <dgm:spPr/>
      <dgm:t>
        <a:bodyPr/>
        <a:lstStyle/>
        <a:p>
          <a:r>
            <a:rPr lang="en-US" dirty="0"/>
            <a:t>June 2022                                         Enhanced skills </a:t>
          </a:r>
        </a:p>
        <a:p>
          <a:endParaRPr lang="en-US" dirty="0"/>
        </a:p>
      </dgm:t>
    </dgm:pt>
    <dgm:pt modelId="{86970BD5-E093-4748-841C-AC160790E9A1}" type="parTrans" cxnId="{B567F643-648D-4801-99DB-B70A60F54FD7}">
      <dgm:prSet/>
      <dgm:spPr/>
      <dgm:t>
        <a:bodyPr/>
        <a:lstStyle/>
        <a:p>
          <a:endParaRPr lang="en-US"/>
        </a:p>
      </dgm:t>
    </dgm:pt>
    <dgm:pt modelId="{F8018AAB-4382-4153-A185-0299ECA036B3}" type="sibTrans" cxnId="{B567F643-648D-4801-99DB-B70A60F54FD7}">
      <dgm:prSet/>
      <dgm:spPr/>
      <dgm:t>
        <a:bodyPr/>
        <a:lstStyle/>
        <a:p>
          <a:endParaRPr lang="en-US"/>
        </a:p>
      </dgm:t>
    </dgm:pt>
    <dgm:pt modelId="{D098965C-2DEA-4564-875B-A4A8FE02E7D1}" type="pres">
      <dgm:prSet presAssocID="{6456C737-4FC4-4BA7-90B2-FC2DF8C84342}" presName="Name0" presStyleCnt="0">
        <dgm:presLayoutVars>
          <dgm:dir/>
          <dgm:resizeHandles val="exact"/>
        </dgm:presLayoutVars>
      </dgm:prSet>
      <dgm:spPr/>
    </dgm:pt>
    <dgm:pt modelId="{E2496123-727D-442E-8F72-FB7F5687A67A}" type="pres">
      <dgm:prSet presAssocID="{D8F2E8E8-2CF6-42EB-BD5C-D8E619EC1F20}" presName="parTxOnly" presStyleLbl="node1" presStyleIdx="0" presStyleCnt="6">
        <dgm:presLayoutVars>
          <dgm:bulletEnabled val="1"/>
        </dgm:presLayoutVars>
      </dgm:prSet>
      <dgm:spPr/>
    </dgm:pt>
    <dgm:pt modelId="{D06C3600-3FF5-42D5-AB4C-BF51C84221B9}" type="pres">
      <dgm:prSet presAssocID="{CFCDE893-E6D3-48B5-A5A2-41791F0BECC5}" presName="parSpace" presStyleCnt="0"/>
      <dgm:spPr/>
    </dgm:pt>
    <dgm:pt modelId="{D696741B-66C1-44F8-B63A-883C8F563119}" type="pres">
      <dgm:prSet presAssocID="{9E659BA4-BEF9-4165-B369-0F977B32B0F7}" presName="parTxOnly" presStyleLbl="node1" presStyleIdx="1" presStyleCnt="6">
        <dgm:presLayoutVars>
          <dgm:bulletEnabled val="1"/>
        </dgm:presLayoutVars>
      </dgm:prSet>
      <dgm:spPr/>
    </dgm:pt>
    <dgm:pt modelId="{1B95C4A9-FCF6-445B-82D6-DD7683733698}" type="pres">
      <dgm:prSet presAssocID="{06EF9A5F-EE97-4D8C-A034-9014138B0E89}" presName="parSpace" presStyleCnt="0"/>
      <dgm:spPr/>
    </dgm:pt>
    <dgm:pt modelId="{1525A63C-D0E2-454F-820A-7EB96D0739F6}" type="pres">
      <dgm:prSet presAssocID="{72555E86-6F95-41B1-A366-79300D28FB6B}" presName="parTxOnly" presStyleLbl="node1" presStyleIdx="2" presStyleCnt="6">
        <dgm:presLayoutVars>
          <dgm:bulletEnabled val="1"/>
        </dgm:presLayoutVars>
      </dgm:prSet>
      <dgm:spPr/>
    </dgm:pt>
    <dgm:pt modelId="{E79123A6-A297-492F-BA0D-F75B0C658740}" type="pres">
      <dgm:prSet presAssocID="{5774DAC5-0485-4F1E-9903-4A6464B0C675}" presName="parSpace" presStyleCnt="0"/>
      <dgm:spPr/>
    </dgm:pt>
    <dgm:pt modelId="{0A93716A-60BF-453F-A5B7-B03D1C09DF40}" type="pres">
      <dgm:prSet presAssocID="{F632396B-7041-4728-9D2F-71F9267CBEFA}" presName="parTxOnly" presStyleLbl="node1" presStyleIdx="3" presStyleCnt="6">
        <dgm:presLayoutVars>
          <dgm:bulletEnabled val="1"/>
        </dgm:presLayoutVars>
      </dgm:prSet>
      <dgm:spPr/>
    </dgm:pt>
    <dgm:pt modelId="{C10125DC-C2A8-4551-9E56-0A878409FA41}" type="pres">
      <dgm:prSet presAssocID="{904A5B66-821A-47FC-B928-AE19874B3C1E}" presName="parSpace" presStyleCnt="0"/>
      <dgm:spPr/>
    </dgm:pt>
    <dgm:pt modelId="{90A02843-6A95-4E36-9C90-39FCA007BD2D}" type="pres">
      <dgm:prSet presAssocID="{D273A4B0-DB21-4D67-A64A-19BC2E258AE9}" presName="parTxOnly" presStyleLbl="node1" presStyleIdx="4" presStyleCnt="6">
        <dgm:presLayoutVars>
          <dgm:bulletEnabled val="1"/>
        </dgm:presLayoutVars>
      </dgm:prSet>
      <dgm:spPr/>
    </dgm:pt>
    <dgm:pt modelId="{CA190BE6-5F3D-4C5D-B69B-9CF403721219}" type="pres">
      <dgm:prSet presAssocID="{F8018AAB-4382-4153-A185-0299ECA036B3}" presName="parSpace" presStyleCnt="0"/>
      <dgm:spPr/>
    </dgm:pt>
    <dgm:pt modelId="{1FCB7C0C-C211-4464-91CF-56164545C76C}" type="pres">
      <dgm:prSet presAssocID="{09292B2E-F948-4F2D-875B-5013B0C049EA}" presName="parTxOnly" presStyleLbl="node1" presStyleIdx="5" presStyleCnt="6">
        <dgm:presLayoutVars>
          <dgm:bulletEnabled val="1"/>
        </dgm:presLayoutVars>
      </dgm:prSet>
      <dgm:spPr/>
    </dgm:pt>
  </dgm:ptLst>
  <dgm:cxnLst>
    <dgm:cxn modelId="{870FA609-F125-4598-AC95-1EA4E39457F6}" type="presOf" srcId="{6456C737-4FC4-4BA7-90B2-FC2DF8C84342}" destId="{D098965C-2DEA-4564-875B-A4A8FE02E7D1}" srcOrd="0" destOrd="0" presId="urn:microsoft.com/office/officeart/2005/8/layout/hChevron3"/>
    <dgm:cxn modelId="{3120781B-E121-4662-8F68-278C08B24E81}" srcId="{6456C737-4FC4-4BA7-90B2-FC2DF8C84342}" destId="{72555E86-6F95-41B1-A366-79300D28FB6B}" srcOrd="2" destOrd="0" parTransId="{63B0D808-C0B6-487F-B671-DB496B019022}" sibTransId="{5774DAC5-0485-4F1E-9903-4A6464B0C675}"/>
    <dgm:cxn modelId="{A696D329-1C2A-4158-9ADB-E7C2C181F524}" type="presOf" srcId="{72555E86-6F95-41B1-A366-79300D28FB6B}" destId="{1525A63C-D0E2-454F-820A-7EB96D0739F6}" srcOrd="0" destOrd="0" presId="urn:microsoft.com/office/officeart/2005/8/layout/hChevron3"/>
    <dgm:cxn modelId="{EBD9E95C-F091-47AE-869B-D2D44D92C24D}" srcId="{6456C737-4FC4-4BA7-90B2-FC2DF8C84342}" destId="{09292B2E-F948-4F2D-875B-5013B0C049EA}" srcOrd="5" destOrd="0" parTransId="{CA8D21E9-9584-4FA0-BE47-9C474209608B}" sibTransId="{04C304BD-C430-497F-9826-35A33E55EEF1}"/>
    <dgm:cxn modelId="{C5F7BF62-70CB-419F-8BAA-52A1C27F41B8}" type="presOf" srcId="{9E659BA4-BEF9-4165-B369-0F977B32B0F7}" destId="{D696741B-66C1-44F8-B63A-883C8F563119}" srcOrd="0" destOrd="0" presId="urn:microsoft.com/office/officeart/2005/8/layout/hChevron3"/>
    <dgm:cxn modelId="{B567F643-648D-4801-99DB-B70A60F54FD7}" srcId="{6456C737-4FC4-4BA7-90B2-FC2DF8C84342}" destId="{D273A4B0-DB21-4D67-A64A-19BC2E258AE9}" srcOrd="4" destOrd="0" parTransId="{86970BD5-E093-4748-841C-AC160790E9A1}" sibTransId="{F8018AAB-4382-4153-A185-0299ECA036B3}"/>
    <dgm:cxn modelId="{D8415455-A398-4D6B-AD6F-FFBE52DD920C}" type="presOf" srcId="{D8F2E8E8-2CF6-42EB-BD5C-D8E619EC1F20}" destId="{E2496123-727D-442E-8F72-FB7F5687A67A}" srcOrd="0" destOrd="0" presId="urn:microsoft.com/office/officeart/2005/8/layout/hChevron3"/>
    <dgm:cxn modelId="{C6062157-80F4-4F9E-8BDF-850867A9B32C}" type="presOf" srcId="{D273A4B0-DB21-4D67-A64A-19BC2E258AE9}" destId="{90A02843-6A95-4E36-9C90-39FCA007BD2D}" srcOrd="0" destOrd="0" presId="urn:microsoft.com/office/officeart/2005/8/layout/hChevron3"/>
    <dgm:cxn modelId="{7B314D88-542A-450E-88F3-F5D5C1815336}" srcId="{6456C737-4FC4-4BA7-90B2-FC2DF8C84342}" destId="{F632396B-7041-4728-9D2F-71F9267CBEFA}" srcOrd="3" destOrd="0" parTransId="{596F16B8-26E7-4E8F-A2B6-75D8AB35FC31}" sibTransId="{904A5B66-821A-47FC-B928-AE19874B3C1E}"/>
    <dgm:cxn modelId="{051B0FD0-DFCA-4E0E-8A5D-73F160509E1E}" type="presOf" srcId="{F632396B-7041-4728-9D2F-71F9267CBEFA}" destId="{0A93716A-60BF-453F-A5B7-B03D1C09DF40}" srcOrd="0" destOrd="0" presId="urn:microsoft.com/office/officeart/2005/8/layout/hChevron3"/>
    <dgm:cxn modelId="{E56C61D2-1C08-453F-9F3E-F88DA9AE5E57}" srcId="{6456C737-4FC4-4BA7-90B2-FC2DF8C84342}" destId="{9E659BA4-BEF9-4165-B369-0F977B32B0F7}" srcOrd="1" destOrd="0" parTransId="{145FFFE6-35D4-4A12-89D7-30A43E59138D}" sibTransId="{06EF9A5F-EE97-4D8C-A034-9014138B0E89}"/>
    <dgm:cxn modelId="{DA757ADC-783E-48B2-9B95-084877475D09}" srcId="{6456C737-4FC4-4BA7-90B2-FC2DF8C84342}" destId="{D8F2E8E8-2CF6-42EB-BD5C-D8E619EC1F20}" srcOrd="0" destOrd="0" parTransId="{2C447335-3671-47E3-B872-8A4AAF178DE3}" sibTransId="{CFCDE893-E6D3-48B5-A5A2-41791F0BECC5}"/>
    <dgm:cxn modelId="{628F91E5-B4C5-49B3-89D6-39A097406BCC}" type="presOf" srcId="{09292B2E-F948-4F2D-875B-5013B0C049EA}" destId="{1FCB7C0C-C211-4464-91CF-56164545C76C}" srcOrd="0" destOrd="0" presId="urn:microsoft.com/office/officeart/2005/8/layout/hChevron3"/>
    <dgm:cxn modelId="{E75E35B0-C181-42F7-8CEE-F3EC797D04C2}" type="presParOf" srcId="{D098965C-2DEA-4564-875B-A4A8FE02E7D1}" destId="{E2496123-727D-442E-8F72-FB7F5687A67A}" srcOrd="0" destOrd="0" presId="urn:microsoft.com/office/officeart/2005/8/layout/hChevron3"/>
    <dgm:cxn modelId="{841D7E23-1CFC-421F-B67F-86A818EB71DF}" type="presParOf" srcId="{D098965C-2DEA-4564-875B-A4A8FE02E7D1}" destId="{D06C3600-3FF5-42D5-AB4C-BF51C84221B9}" srcOrd="1" destOrd="0" presId="urn:microsoft.com/office/officeart/2005/8/layout/hChevron3"/>
    <dgm:cxn modelId="{2020B96D-69A0-4FC2-8787-FADF37D51AD0}" type="presParOf" srcId="{D098965C-2DEA-4564-875B-A4A8FE02E7D1}" destId="{D696741B-66C1-44F8-B63A-883C8F563119}" srcOrd="2" destOrd="0" presId="urn:microsoft.com/office/officeart/2005/8/layout/hChevron3"/>
    <dgm:cxn modelId="{8D4ED859-A4CA-4B09-8D18-DA91F6B3798E}" type="presParOf" srcId="{D098965C-2DEA-4564-875B-A4A8FE02E7D1}" destId="{1B95C4A9-FCF6-445B-82D6-DD7683733698}" srcOrd="3" destOrd="0" presId="urn:microsoft.com/office/officeart/2005/8/layout/hChevron3"/>
    <dgm:cxn modelId="{681029E7-B677-45DA-97C8-8BB7FF8B1977}" type="presParOf" srcId="{D098965C-2DEA-4564-875B-A4A8FE02E7D1}" destId="{1525A63C-D0E2-454F-820A-7EB96D0739F6}" srcOrd="4" destOrd="0" presId="urn:microsoft.com/office/officeart/2005/8/layout/hChevron3"/>
    <dgm:cxn modelId="{BEB1D4EF-5CD2-49AB-A3A7-692723B1E061}" type="presParOf" srcId="{D098965C-2DEA-4564-875B-A4A8FE02E7D1}" destId="{E79123A6-A297-492F-BA0D-F75B0C658740}" srcOrd="5" destOrd="0" presId="urn:microsoft.com/office/officeart/2005/8/layout/hChevron3"/>
    <dgm:cxn modelId="{0A78C425-5845-4F8E-A341-46674B1D5FEF}" type="presParOf" srcId="{D098965C-2DEA-4564-875B-A4A8FE02E7D1}" destId="{0A93716A-60BF-453F-A5B7-B03D1C09DF40}" srcOrd="6" destOrd="0" presId="urn:microsoft.com/office/officeart/2005/8/layout/hChevron3"/>
    <dgm:cxn modelId="{F1A43AAA-E97A-4511-B0CB-31DCD24763D6}" type="presParOf" srcId="{D098965C-2DEA-4564-875B-A4A8FE02E7D1}" destId="{C10125DC-C2A8-4551-9E56-0A878409FA41}" srcOrd="7" destOrd="0" presId="urn:microsoft.com/office/officeart/2005/8/layout/hChevron3"/>
    <dgm:cxn modelId="{45133CE5-5BFA-4A0D-B19A-2F3AC80C7B82}" type="presParOf" srcId="{D098965C-2DEA-4564-875B-A4A8FE02E7D1}" destId="{90A02843-6A95-4E36-9C90-39FCA007BD2D}" srcOrd="8" destOrd="0" presId="urn:microsoft.com/office/officeart/2005/8/layout/hChevron3"/>
    <dgm:cxn modelId="{D0A86B92-F980-4FF0-9900-9A92B6D3183D}" type="presParOf" srcId="{D098965C-2DEA-4564-875B-A4A8FE02E7D1}" destId="{CA190BE6-5F3D-4C5D-B69B-9CF403721219}" srcOrd="9" destOrd="0" presId="urn:microsoft.com/office/officeart/2005/8/layout/hChevron3"/>
    <dgm:cxn modelId="{7CB4558E-E510-48A6-98C4-54BEBF1EFE59}" type="presParOf" srcId="{D098965C-2DEA-4564-875B-A4A8FE02E7D1}" destId="{1FCB7C0C-C211-4464-91CF-56164545C76C}" srcOrd="10"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496123-727D-442E-8F72-FB7F5687A67A}">
      <dsp:nvSpPr>
        <dsp:cNvPr id="0" name=""/>
        <dsp:cNvSpPr/>
      </dsp:nvSpPr>
      <dsp:spPr>
        <a:xfrm>
          <a:off x="1283" y="1755147"/>
          <a:ext cx="2102606" cy="841042"/>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342"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Oct 2021</a:t>
          </a:r>
        </a:p>
        <a:p>
          <a:pPr marL="0" lvl="0" indent="0" algn="ctr" defTabSz="577850">
            <a:lnSpc>
              <a:spcPct val="90000"/>
            </a:lnSpc>
            <a:spcBef>
              <a:spcPct val="0"/>
            </a:spcBef>
            <a:spcAft>
              <a:spcPct val="35000"/>
            </a:spcAft>
            <a:buNone/>
          </a:pPr>
          <a:r>
            <a:rPr lang="en-US" sz="1300" kern="1200" dirty="0"/>
            <a:t>Launch Pilots</a:t>
          </a:r>
        </a:p>
      </dsp:txBody>
      <dsp:txXfrm>
        <a:off x="1283" y="1755147"/>
        <a:ext cx="1892346" cy="841042"/>
      </dsp:txXfrm>
    </dsp:sp>
    <dsp:sp modelId="{D696741B-66C1-44F8-B63A-883C8F563119}">
      <dsp:nvSpPr>
        <dsp:cNvPr id="0" name=""/>
        <dsp:cNvSpPr/>
      </dsp:nvSpPr>
      <dsp:spPr>
        <a:xfrm>
          <a:off x="1683368" y="1755147"/>
          <a:ext cx="2102606" cy="841042"/>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Nov 2021</a:t>
          </a:r>
        </a:p>
        <a:p>
          <a:pPr marL="0" lvl="0" indent="0" algn="ctr" defTabSz="577850">
            <a:lnSpc>
              <a:spcPct val="90000"/>
            </a:lnSpc>
            <a:spcBef>
              <a:spcPct val="0"/>
            </a:spcBef>
            <a:spcAft>
              <a:spcPct val="35000"/>
            </a:spcAft>
            <a:buNone/>
          </a:pPr>
          <a:r>
            <a:rPr lang="en-US" sz="1300" kern="1200" dirty="0"/>
            <a:t>DSP Job Coaching         1:1		</a:t>
          </a:r>
        </a:p>
      </dsp:txBody>
      <dsp:txXfrm>
        <a:off x="2103889" y="1755147"/>
        <a:ext cx="1261564" cy="841042"/>
      </dsp:txXfrm>
    </dsp:sp>
    <dsp:sp modelId="{1525A63C-D0E2-454F-820A-7EB96D0739F6}">
      <dsp:nvSpPr>
        <dsp:cNvPr id="0" name=""/>
        <dsp:cNvSpPr/>
      </dsp:nvSpPr>
      <dsp:spPr>
        <a:xfrm>
          <a:off x="3365454" y="1755147"/>
          <a:ext cx="2102606" cy="841042"/>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Dec 2021</a:t>
          </a:r>
        </a:p>
        <a:p>
          <a:pPr marL="0" lvl="0" indent="0" algn="ctr" defTabSz="577850">
            <a:lnSpc>
              <a:spcPct val="90000"/>
            </a:lnSpc>
            <a:spcBef>
              <a:spcPct val="0"/>
            </a:spcBef>
            <a:spcAft>
              <a:spcPct val="35000"/>
            </a:spcAft>
            <a:buNone/>
          </a:pPr>
          <a:r>
            <a:rPr lang="en-US" sz="1300" kern="1200" dirty="0"/>
            <a:t>Review pilots and plan to expand</a:t>
          </a:r>
        </a:p>
      </dsp:txBody>
      <dsp:txXfrm>
        <a:off x="3785975" y="1755147"/>
        <a:ext cx="1261564" cy="841042"/>
      </dsp:txXfrm>
    </dsp:sp>
    <dsp:sp modelId="{0A93716A-60BF-453F-A5B7-B03D1C09DF40}">
      <dsp:nvSpPr>
        <dsp:cNvPr id="0" name=""/>
        <dsp:cNvSpPr/>
      </dsp:nvSpPr>
      <dsp:spPr>
        <a:xfrm>
          <a:off x="5047539" y="1755147"/>
          <a:ext cx="2102606" cy="841042"/>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March 2022                                      Expand pilots to all sites</a:t>
          </a:r>
        </a:p>
      </dsp:txBody>
      <dsp:txXfrm>
        <a:off x="5468060" y="1755147"/>
        <a:ext cx="1261564" cy="841042"/>
      </dsp:txXfrm>
    </dsp:sp>
    <dsp:sp modelId="{90A02843-6A95-4E36-9C90-39FCA007BD2D}">
      <dsp:nvSpPr>
        <dsp:cNvPr id="0" name=""/>
        <dsp:cNvSpPr/>
      </dsp:nvSpPr>
      <dsp:spPr>
        <a:xfrm>
          <a:off x="6729624" y="1755147"/>
          <a:ext cx="2102606" cy="841042"/>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June 2022                                         Enhanced skills </a:t>
          </a:r>
        </a:p>
        <a:p>
          <a:pPr marL="0" lvl="0" indent="0" algn="ctr" defTabSz="577850">
            <a:lnSpc>
              <a:spcPct val="90000"/>
            </a:lnSpc>
            <a:spcBef>
              <a:spcPct val="0"/>
            </a:spcBef>
            <a:spcAft>
              <a:spcPct val="35000"/>
            </a:spcAft>
            <a:buNone/>
          </a:pPr>
          <a:endParaRPr lang="en-US" sz="1300" kern="1200" dirty="0"/>
        </a:p>
      </dsp:txBody>
      <dsp:txXfrm>
        <a:off x="7150145" y="1755147"/>
        <a:ext cx="1261564" cy="841042"/>
      </dsp:txXfrm>
    </dsp:sp>
    <dsp:sp modelId="{1FCB7C0C-C211-4464-91CF-56164545C76C}">
      <dsp:nvSpPr>
        <dsp:cNvPr id="0" name=""/>
        <dsp:cNvSpPr/>
      </dsp:nvSpPr>
      <dsp:spPr>
        <a:xfrm>
          <a:off x="8411709" y="1755147"/>
          <a:ext cx="2102606" cy="841042"/>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Dec 2022                                          Service Transformation</a:t>
          </a:r>
        </a:p>
      </dsp:txBody>
      <dsp:txXfrm>
        <a:off x="8832230" y="1755147"/>
        <a:ext cx="1261564" cy="841042"/>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E41F4A-A891-44B0-8A7E-F776A519991E}" type="datetimeFigureOut">
              <a:rPr lang="en-US" smtClean="0"/>
              <a:t>10/5/2021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83771B-D452-410D-BFF0-DA1FC79B7ECB}" type="slidenum">
              <a:rPr lang="en-US" smtClean="0"/>
              <a:t>‹#›</a:t>
            </a:fld>
            <a:endParaRPr lang="en-US"/>
          </a:p>
        </p:txBody>
      </p:sp>
    </p:spTree>
    <p:extLst>
      <p:ext uri="{BB962C8B-B14F-4D97-AF65-F5344CB8AC3E}">
        <p14:creationId xmlns:p14="http://schemas.microsoft.com/office/powerpoint/2010/main" val="555410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83771B-D452-410D-BFF0-DA1FC79B7ECB}" type="slidenum">
              <a:rPr lang="en-US" smtClean="0"/>
              <a:t>3</a:t>
            </a:fld>
            <a:endParaRPr lang="en-US"/>
          </a:p>
        </p:txBody>
      </p:sp>
    </p:spTree>
    <p:extLst>
      <p:ext uri="{BB962C8B-B14F-4D97-AF65-F5344CB8AC3E}">
        <p14:creationId xmlns:p14="http://schemas.microsoft.com/office/powerpoint/2010/main" val="4211641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FB35E-843F-4483-907C-AEA9C3468F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609A1A-45DA-4F70-897F-00E0F0C6A6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88DCD4-6E1A-40E2-92EE-8A074B764526}"/>
              </a:ext>
            </a:extLst>
          </p:cNvPr>
          <p:cNvSpPr>
            <a:spLocks noGrp="1"/>
          </p:cNvSpPr>
          <p:nvPr>
            <p:ph type="dt" sz="half" idx="10"/>
          </p:nvPr>
        </p:nvSpPr>
        <p:spPr/>
        <p:txBody>
          <a:bodyPr/>
          <a:lstStyle/>
          <a:p>
            <a:fld id="{3415E689-C7F8-4787-8432-177EAEF6E636}" type="datetimeFigureOut">
              <a:rPr lang="en-US" smtClean="0"/>
              <a:t>10/5/2021</a:t>
            </a:fld>
            <a:endParaRPr lang="en-US"/>
          </a:p>
        </p:txBody>
      </p:sp>
      <p:sp>
        <p:nvSpPr>
          <p:cNvPr id="5" name="Footer Placeholder 4">
            <a:extLst>
              <a:ext uri="{FF2B5EF4-FFF2-40B4-BE49-F238E27FC236}">
                <a16:creationId xmlns:a16="http://schemas.microsoft.com/office/drawing/2014/main" id="{9106802F-5247-435C-A9F2-1624B8A98F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7FF820-116A-4E9A-B2C6-D881958AFCC0}"/>
              </a:ext>
            </a:extLst>
          </p:cNvPr>
          <p:cNvSpPr>
            <a:spLocks noGrp="1"/>
          </p:cNvSpPr>
          <p:nvPr>
            <p:ph type="sldNum" sz="quarter" idx="12"/>
          </p:nvPr>
        </p:nvSpPr>
        <p:spPr/>
        <p:txBody>
          <a:bodyPr/>
          <a:lstStyle/>
          <a:p>
            <a:fld id="{74068320-0153-4CDB-8C39-891A661F2190}" type="slidenum">
              <a:rPr lang="en-US" smtClean="0"/>
              <a:t>‹#›</a:t>
            </a:fld>
            <a:endParaRPr lang="en-US"/>
          </a:p>
        </p:txBody>
      </p:sp>
    </p:spTree>
    <p:extLst>
      <p:ext uri="{BB962C8B-B14F-4D97-AF65-F5344CB8AC3E}">
        <p14:creationId xmlns:p14="http://schemas.microsoft.com/office/powerpoint/2010/main" val="76416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9AA07-E5F0-41A1-B58E-77EA106993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C7A9E3-922B-4C56-BB97-86341BD5493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C46B26-D3AB-4FB9-8D11-ADF8012E7923}"/>
              </a:ext>
            </a:extLst>
          </p:cNvPr>
          <p:cNvSpPr>
            <a:spLocks noGrp="1"/>
          </p:cNvSpPr>
          <p:nvPr>
            <p:ph type="dt" sz="half" idx="10"/>
          </p:nvPr>
        </p:nvSpPr>
        <p:spPr/>
        <p:txBody>
          <a:bodyPr/>
          <a:lstStyle/>
          <a:p>
            <a:fld id="{3415E689-C7F8-4787-8432-177EAEF6E636}" type="datetimeFigureOut">
              <a:rPr lang="en-US" smtClean="0"/>
              <a:t>10/5/2021</a:t>
            </a:fld>
            <a:endParaRPr lang="en-US"/>
          </a:p>
        </p:txBody>
      </p:sp>
      <p:sp>
        <p:nvSpPr>
          <p:cNvPr id="5" name="Footer Placeholder 4">
            <a:extLst>
              <a:ext uri="{FF2B5EF4-FFF2-40B4-BE49-F238E27FC236}">
                <a16:creationId xmlns:a16="http://schemas.microsoft.com/office/drawing/2014/main" id="{D0CFD125-150E-4C1D-8E2A-42DC33F5E6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9E4539-BD30-48FA-AE0F-DF7A1FF36627}"/>
              </a:ext>
            </a:extLst>
          </p:cNvPr>
          <p:cNvSpPr>
            <a:spLocks noGrp="1"/>
          </p:cNvSpPr>
          <p:nvPr>
            <p:ph type="sldNum" sz="quarter" idx="12"/>
          </p:nvPr>
        </p:nvSpPr>
        <p:spPr/>
        <p:txBody>
          <a:bodyPr/>
          <a:lstStyle/>
          <a:p>
            <a:fld id="{74068320-0153-4CDB-8C39-891A661F2190}" type="slidenum">
              <a:rPr lang="en-US" smtClean="0"/>
              <a:t>‹#›</a:t>
            </a:fld>
            <a:endParaRPr lang="en-US"/>
          </a:p>
        </p:txBody>
      </p:sp>
    </p:spTree>
    <p:extLst>
      <p:ext uri="{BB962C8B-B14F-4D97-AF65-F5344CB8AC3E}">
        <p14:creationId xmlns:p14="http://schemas.microsoft.com/office/powerpoint/2010/main" val="3212939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147D1-0AC5-455F-B6AE-DEEAEF17E0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8EAFE2-AD29-41BC-83F2-60CB34E37F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785CDEA-E67A-4CD3-B3F1-A8C394A7727F}"/>
              </a:ext>
            </a:extLst>
          </p:cNvPr>
          <p:cNvSpPr>
            <a:spLocks noGrp="1"/>
          </p:cNvSpPr>
          <p:nvPr>
            <p:ph type="dt" sz="half" idx="10"/>
          </p:nvPr>
        </p:nvSpPr>
        <p:spPr/>
        <p:txBody>
          <a:bodyPr/>
          <a:lstStyle/>
          <a:p>
            <a:fld id="{3415E689-C7F8-4787-8432-177EAEF6E636}" type="datetimeFigureOut">
              <a:rPr lang="en-US" smtClean="0"/>
              <a:t>10/5/2021</a:t>
            </a:fld>
            <a:endParaRPr lang="en-US"/>
          </a:p>
        </p:txBody>
      </p:sp>
      <p:sp>
        <p:nvSpPr>
          <p:cNvPr id="5" name="Footer Placeholder 4">
            <a:extLst>
              <a:ext uri="{FF2B5EF4-FFF2-40B4-BE49-F238E27FC236}">
                <a16:creationId xmlns:a16="http://schemas.microsoft.com/office/drawing/2014/main" id="{186109CA-066C-47D8-A7F9-28B21633D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8816B3-4CF1-4B7C-9BEC-EA0F2B735E8E}"/>
              </a:ext>
            </a:extLst>
          </p:cNvPr>
          <p:cNvSpPr>
            <a:spLocks noGrp="1"/>
          </p:cNvSpPr>
          <p:nvPr>
            <p:ph type="sldNum" sz="quarter" idx="12"/>
          </p:nvPr>
        </p:nvSpPr>
        <p:spPr/>
        <p:txBody>
          <a:bodyPr/>
          <a:lstStyle/>
          <a:p>
            <a:fld id="{74068320-0153-4CDB-8C39-891A661F2190}" type="slidenum">
              <a:rPr lang="en-US" smtClean="0"/>
              <a:t>‹#›</a:t>
            </a:fld>
            <a:endParaRPr lang="en-US"/>
          </a:p>
        </p:txBody>
      </p:sp>
    </p:spTree>
    <p:extLst>
      <p:ext uri="{BB962C8B-B14F-4D97-AF65-F5344CB8AC3E}">
        <p14:creationId xmlns:p14="http://schemas.microsoft.com/office/powerpoint/2010/main" val="2519720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95D20-D71F-40BB-979B-FCCAF80301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168650-7C82-4442-843E-B17FB841639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3CB77-2FFE-4D44-99F8-F79F1A08797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F3C92F-5F65-4739-B448-C754E5D328D8}"/>
              </a:ext>
            </a:extLst>
          </p:cNvPr>
          <p:cNvSpPr>
            <a:spLocks noGrp="1"/>
          </p:cNvSpPr>
          <p:nvPr>
            <p:ph type="dt" sz="half" idx="10"/>
          </p:nvPr>
        </p:nvSpPr>
        <p:spPr/>
        <p:txBody>
          <a:bodyPr/>
          <a:lstStyle/>
          <a:p>
            <a:fld id="{3415E689-C7F8-4787-8432-177EAEF6E636}" type="datetimeFigureOut">
              <a:rPr lang="en-US" smtClean="0"/>
              <a:t>10/5/2021</a:t>
            </a:fld>
            <a:endParaRPr lang="en-US"/>
          </a:p>
        </p:txBody>
      </p:sp>
      <p:sp>
        <p:nvSpPr>
          <p:cNvPr id="6" name="Footer Placeholder 5">
            <a:extLst>
              <a:ext uri="{FF2B5EF4-FFF2-40B4-BE49-F238E27FC236}">
                <a16:creationId xmlns:a16="http://schemas.microsoft.com/office/drawing/2014/main" id="{39A5E0E2-DFDF-44D8-980E-FABE2D72D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BCF569-5973-4C39-A56A-853450850097}"/>
              </a:ext>
            </a:extLst>
          </p:cNvPr>
          <p:cNvSpPr>
            <a:spLocks noGrp="1"/>
          </p:cNvSpPr>
          <p:nvPr>
            <p:ph type="sldNum" sz="quarter" idx="12"/>
          </p:nvPr>
        </p:nvSpPr>
        <p:spPr/>
        <p:txBody>
          <a:bodyPr/>
          <a:lstStyle/>
          <a:p>
            <a:fld id="{74068320-0153-4CDB-8C39-891A661F2190}" type="slidenum">
              <a:rPr lang="en-US" smtClean="0"/>
              <a:t>‹#›</a:t>
            </a:fld>
            <a:endParaRPr lang="en-US"/>
          </a:p>
        </p:txBody>
      </p:sp>
    </p:spTree>
    <p:extLst>
      <p:ext uri="{BB962C8B-B14F-4D97-AF65-F5344CB8AC3E}">
        <p14:creationId xmlns:p14="http://schemas.microsoft.com/office/powerpoint/2010/main" val="2572787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D19F3-2CEB-4B64-864D-DAB787B330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301E2E-B57F-474D-AC8D-20F57E7B01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9FE1F5A-1D07-4EFA-B452-3A14D7CED55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3817421-BF13-4F5F-A3A2-76F8D5336F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0112C21-FD6C-4B5B-889F-29D11902387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7D87C9-FF7E-4D43-947E-F2AA59D23B44}"/>
              </a:ext>
            </a:extLst>
          </p:cNvPr>
          <p:cNvSpPr>
            <a:spLocks noGrp="1"/>
          </p:cNvSpPr>
          <p:nvPr>
            <p:ph type="dt" sz="half" idx="10"/>
          </p:nvPr>
        </p:nvSpPr>
        <p:spPr/>
        <p:txBody>
          <a:bodyPr/>
          <a:lstStyle/>
          <a:p>
            <a:fld id="{3415E689-C7F8-4787-8432-177EAEF6E636}" type="datetimeFigureOut">
              <a:rPr lang="en-US" smtClean="0"/>
              <a:t>10/5/2021</a:t>
            </a:fld>
            <a:endParaRPr lang="en-US"/>
          </a:p>
        </p:txBody>
      </p:sp>
      <p:sp>
        <p:nvSpPr>
          <p:cNvPr id="8" name="Footer Placeholder 7">
            <a:extLst>
              <a:ext uri="{FF2B5EF4-FFF2-40B4-BE49-F238E27FC236}">
                <a16:creationId xmlns:a16="http://schemas.microsoft.com/office/drawing/2014/main" id="{18825F63-3D86-4367-8891-DC06B82B4F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F1C0F5-84E4-4F6D-85B7-B86CEC881A61}"/>
              </a:ext>
            </a:extLst>
          </p:cNvPr>
          <p:cNvSpPr>
            <a:spLocks noGrp="1"/>
          </p:cNvSpPr>
          <p:nvPr>
            <p:ph type="sldNum" sz="quarter" idx="12"/>
          </p:nvPr>
        </p:nvSpPr>
        <p:spPr/>
        <p:txBody>
          <a:bodyPr/>
          <a:lstStyle/>
          <a:p>
            <a:fld id="{74068320-0153-4CDB-8C39-891A661F2190}" type="slidenum">
              <a:rPr lang="en-US" smtClean="0"/>
              <a:t>‹#›</a:t>
            </a:fld>
            <a:endParaRPr lang="en-US"/>
          </a:p>
        </p:txBody>
      </p:sp>
    </p:spTree>
    <p:extLst>
      <p:ext uri="{BB962C8B-B14F-4D97-AF65-F5344CB8AC3E}">
        <p14:creationId xmlns:p14="http://schemas.microsoft.com/office/powerpoint/2010/main" val="988230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EF80F-B3D6-4F0D-AAA8-8A676B40575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D98EDC-B8A0-4340-AA00-0C0BA1377BA5}"/>
              </a:ext>
            </a:extLst>
          </p:cNvPr>
          <p:cNvSpPr>
            <a:spLocks noGrp="1"/>
          </p:cNvSpPr>
          <p:nvPr>
            <p:ph type="dt" sz="half" idx="10"/>
          </p:nvPr>
        </p:nvSpPr>
        <p:spPr/>
        <p:txBody>
          <a:bodyPr/>
          <a:lstStyle/>
          <a:p>
            <a:fld id="{3415E689-C7F8-4787-8432-177EAEF6E636}" type="datetimeFigureOut">
              <a:rPr lang="en-US" smtClean="0"/>
              <a:t>10/5/2021</a:t>
            </a:fld>
            <a:endParaRPr lang="en-US"/>
          </a:p>
        </p:txBody>
      </p:sp>
      <p:sp>
        <p:nvSpPr>
          <p:cNvPr id="4" name="Footer Placeholder 3">
            <a:extLst>
              <a:ext uri="{FF2B5EF4-FFF2-40B4-BE49-F238E27FC236}">
                <a16:creationId xmlns:a16="http://schemas.microsoft.com/office/drawing/2014/main" id="{F1939AF8-3AA4-411D-8BB0-F3F35B72E7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6AA1CF-7F80-49B0-B0D8-BFD69361C865}"/>
              </a:ext>
            </a:extLst>
          </p:cNvPr>
          <p:cNvSpPr>
            <a:spLocks noGrp="1"/>
          </p:cNvSpPr>
          <p:nvPr>
            <p:ph type="sldNum" sz="quarter" idx="12"/>
          </p:nvPr>
        </p:nvSpPr>
        <p:spPr/>
        <p:txBody>
          <a:bodyPr/>
          <a:lstStyle/>
          <a:p>
            <a:fld id="{74068320-0153-4CDB-8C39-891A661F2190}" type="slidenum">
              <a:rPr lang="en-US" smtClean="0"/>
              <a:t>‹#›</a:t>
            </a:fld>
            <a:endParaRPr lang="en-US"/>
          </a:p>
        </p:txBody>
      </p:sp>
    </p:spTree>
    <p:extLst>
      <p:ext uri="{BB962C8B-B14F-4D97-AF65-F5344CB8AC3E}">
        <p14:creationId xmlns:p14="http://schemas.microsoft.com/office/powerpoint/2010/main" val="3884902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42BAA2-268A-4C9E-BC72-A246101BADFB}"/>
              </a:ext>
            </a:extLst>
          </p:cNvPr>
          <p:cNvSpPr>
            <a:spLocks noGrp="1"/>
          </p:cNvSpPr>
          <p:nvPr>
            <p:ph type="dt" sz="half" idx="10"/>
          </p:nvPr>
        </p:nvSpPr>
        <p:spPr/>
        <p:txBody>
          <a:bodyPr/>
          <a:lstStyle/>
          <a:p>
            <a:fld id="{3415E689-C7F8-4787-8432-177EAEF6E636}" type="datetimeFigureOut">
              <a:rPr lang="en-US" smtClean="0"/>
              <a:t>10/5/2021</a:t>
            </a:fld>
            <a:endParaRPr lang="en-US"/>
          </a:p>
        </p:txBody>
      </p:sp>
      <p:sp>
        <p:nvSpPr>
          <p:cNvPr id="3" name="Footer Placeholder 2">
            <a:extLst>
              <a:ext uri="{FF2B5EF4-FFF2-40B4-BE49-F238E27FC236}">
                <a16:creationId xmlns:a16="http://schemas.microsoft.com/office/drawing/2014/main" id="{980794A0-E9D4-4146-A9AF-A4DE61018D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1F1863-1A50-4F08-B3ED-57A1C84F86C1}"/>
              </a:ext>
            </a:extLst>
          </p:cNvPr>
          <p:cNvSpPr>
            <a:spLocks noGrp="1"/>
          </p:cNvSpPr>
          <p:nvPr>
            <p:ph type="sldNum" sz="quarter" idx="12"/>
          </p:nvPr>
        </p:nvSpPr>
        <p:spPr/>
        <p:txBody>
          <a:bodyPr/>
          <a:lstStyle/>
          <a:p>
            <a:fld id="{74068320-0153-4CDB-8C39-891A661F2190}" type="slidenum">
              <a:rPr lang="en-US" smtClean="0"/>
              <a:t>‹#›</a:t>
            </a:fld>
            <a:endParaRPr lang="en-US"/>
          </a:p>
        </p:txBody>
      </p:sp>
    </p:spTree>
    <p:extLst>
      <p:ext uri="{BB962C8B-B14F-4D97-AF65-F5344CB8AC3E}">
        <p14:creationId xmlns:p14="http://schemas.microsoft.com/office/powerpoint/2010/main" val="993302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B72F1-D24B-437D-B0B3-DC77D4626A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04AE4A-1E1F-43CB-BD7C-FA4F1038F3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B6C82-8A07-4457-BFE8-49F19B8B5E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E1C8A51-368E-4B48-8337-09E44757C574}"/>
              </a:ext>
            </a:extLst>
          </p:cNvPr>
          <p:cNvSpPr>
            <a:spLocks noGrp="1"/>
          </p:cNvSpPr>
          <p:nvPr>
            <p:ph type="dt" sz="half" idx="10"/>
          </p:nvPr>
        </p:nvSpPr>
        <p:spPr/>
        <p:txBody>
          <a:bodyPr/>
          <a:lstStyle/>
          <a:p>
            <a:fld id="{3415E689-C7F8-4787-8432-177EAEF6E636}" type="datetimeFigureOut">
              <a:rPr lang="en-US" smtClean="0"/>
              <a:t>10/5/2021</a:t>
            </a:fld>
            <a:endParaRPr lang="en-US"/>
          </a:p>
        </p:txBody>
      </p:sp>
      <p:sp>
        <p:nvSpPr>
          <p:cNvPr id="6" name="Footer Placeholder 5">
            <a:extLst>
              <a:ext uri="{FF2B5EF4-FFF2-40B4-BE49-F238E27FC236}">
                <a16:creationId xmlns:a16="http://schemas.microsoft.com/office/drawing/2014/main" id="{D9EE9E9E-2695-4452-8979-CFCB7BDC23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C5FFB5-B962-4F69-99AD-368F7D500ADB}"/>
              </a:ext>
            </a:extLst>
          </p:cNvPr>
          <p:cNvSpPr>
            <a:spLocks noGrp="1"/>
          </p:cNvSpPr>
          <p:nvPr>
            <p:ph type="sldNum" sz="quarter" idx="12"/>
          </p:nvPr>
        </p:nvSpPr>
        <p:spPr/>
        <p:txBody>
          <a:bodyPr/>
          <a:lstStyle/>
          <a:p>
            <a:fld id="{74068320-0153-4CDB-8C39-891A661F2190}" type="slidenum">
              <a:rPr lang="en-US" smtClean="0"/>
              <a:t>‹#›</a:t>
            </a:fld>
            <a:endParaRPr lang="en-US"/>
          </a:p>
        </p:txBody>
      </p:sp>
    </p:spTree>
    <p:extLst>
      <p:ext uri="{BB962C8B-B14F-4D97-AF65-F5344CB8AC3E}">
        <p14:creationId xmlns:p14="http://schemas.microsoft.com/office/powerpoint/2010/main" val="2350935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4A4D6-2505-4512-BF0F-A438D29D64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91A3BB-E58D-483E-AEBB-0E75E4BBE6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58741D-3733-46C3-97AA-AC0D90A26E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F176EA-FB2B-43D8-AC85-D0CA0D82A916}"/>
              </a:ext>
            </a:extLst>
          </p:cNvPr>
          <p:cNvSpPr>
            <a:spLocks noGrp="1"/>
          </p:cNvSpPr>
          <p:nvPr>
            <p:ph type="dt" sz="half" idx="10"/>
          </p:nvPr>
        </p:nvSpPr>
        <p:spPr/>
        <p:txBody>
          <a:bodyPr/>
          <a:lstStyle/>
          <a:p>
            <a:fld id="{3415E689-C7F8-4787-8432-177EAEF6E636}" type="datetimeFigureOut">
              <a:rPr lang="en-US" smtClean="0"/>
              <a:t>10/5/2021</a:t>
            </a:fld>
            <a:endParaRPr lang="en-US"/>
          </a:p>
        </p:txBody>
      </p:sp>
      <p:sp>
        <p:nvSpPr>
          <p:cNvPr id="6" name="Footer Placeholder 5">
            <a:extLst>
              <a:ext uri="{FF2B5EF4-FFF2-40B4-BE49-F238E27FC236}">
                <a16:creationId xmlns:a16="http://schemas.microsoft.com/office/drawing/2014/main" id="{48C3F943-3050-4D07-87C2-0789BC17C5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FDAEFA-E50F-499D-B6BB-CD8DBE316F59}"/>
              </a:ext>
            </a:extLst>
          </p:cNvPr>
          <p:cNvSpPr>
            <a:spLocks noGrp="1"/>
          </p:cNvSpPr>
          <p:nvPr>
            <p:ph type="sldNum" sz="quarter" idx="12"/>
          </p:nvPr>
        </p:nvSpPr>
        <p:spPr/>
        <p:txBody>
          <a:bodyPr/>
          <a:lstStyle/>
          <a:p>
            <a:fld id="{74068320-0153-4CDB-8C39-891A661F2190}" type="slidenum">
              <a:rPr lang="en-US" smtClean="0"/>
              <a:t>‹#›</a:t>
            </a:fld>
            <a:endParaRPr lang="en-US"/>
          </a:p>
        </p:txBody>
      </p:sp>
    </p:spTree>
    <p:extLst>
      <p:ext uri="{BB962C8B-B14F-4D97-AF65-F5344CB8AC3E}">
        <p14:creationId xmlns:p14="http://schemas.microsoft.com/office/powerpoint/2010/main" val="1618146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6D138-6E4C-46FF-85EE-9AC7CDF182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54D383-E3AC-416B-8B13-A816B151CDF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E05677-2D36-419F-9221-01C2EA0BA22E}"/>
              </a:ext>
            </a:extLst>
          </p:cNvPr>
          <p:cNvSpPr>
            <a:spLocks noGrp="1"/>
          </p:cNvSpPr>
          <p:nvPr>
            <p:ph type="dt" sz="half" idx="10"/>
          </p:nvPr>
        </p:nvSpPr>
        <p:spPr/>
        <p:txBody>
          <a:bodyPr/>
          <a:lstStyle/>
          <a:p>
            <a:fld id="{3415E689-C7F8-4787-8432-177EAEF6E636}" type="datetimeFigureOut">
              <a:rPr lang="en-US" smtClean="0"/>
              <a:t>10/5/2021</a:t>
            </a:fld>
            <a:endParaRPr lang="en-US"/>
          </a:p>
        </p:txBody>
      </p:sp>
      <p:sp>
        <p:nvSpPr>
          <p:cNvPr id="5" name="Footer Placeholder 4">
            <a:extLst>
              <a:ext uri="{FF2B5EF4-FFF2-40B4-BE49-F238E27FC236}">
                <a16:creationId xmlns:a16="http://schemas.microsoft.com/office/drawing/2014/main" id="{29811247-97D7-4738-87FC-3522D99C27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6411E6-0AA3-4184-9E5F-F0BD4134FADA}"/>
              </a:ext>
            </a:extLst>
          </p:cNvPr>
          <p:cNvSpPr>
            <a:spLocks noGrp="1"/>
          </p:cNvSpPr>
          <p:nvPr>
            <p:ph type="sldNum" sz="quarter" idx="12"/>
          </p:nvPr>
        </p:nvSpPr>
        <p:spPr/>
        <p:txBody>
          <a:bodyPr/>
          <a:lstStyle/>
          <a:p>
            <a:fld id="{74068320-0153-4CDB-8C39-891A661F2190}" type="slidenum">
              <a:rPr lang="en-US" smtClean="0"/>
              <a:t>‹#›</a:t>
            </a:fld>
            <a:endParaRPr lang="en-US"/>
          </a:p>
        </p:txBody>
      </p:sp>
    </p:spTree>
    <p:extLst>
      <p:ext uri="{BB962C8B-B14F-4D97-AF65-F5344CB8AC3E}">
        <p14:creationId xmlns:p14="http://schemas.microsoft.com/office/powerpoint/2010/main" val="4128981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4BA39D-5175-484E-AB09-F92ACAEF75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3ADCCB6-8214-4EC9-9BA5-26860D44BF4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63016C-2B7F-4930-8803-D8748FECE2C3}"/>
              </a:ext>
            </a:extLst>
          </p:cNvPr>
          <p:cNvSpPr>
            <a:spLocks noGrp="1"/>
          </p:cNvSpPr>
          <p:nvPr>
            <p:ph type="dt" sz="half" idx="10"/>
          </p:nvPr>
        </p:nvSpPr>
        <p:spPr/>
        <p:txBody>
          <a:bodyPr/>
          <a:lstStyle/>
          <a:p>
            <a:fld id="{3415E689-C7F8-4787-8432-177EAEF6E636}" type="datetimeFigureOut">
              <a:rPr lang="en-US" smtClean="0"/>
              <a:t>10/5/2021</a:t>
            </a:fld>
            <a:endParaRPr lang="en-US"/>
          </a:p>
        </p:txBody>
      </p:sp>
      <p:sp>
        <p:nvSpPr>
          <p:cNvPr id="5" name="Footer Placeholder 4">
            <a:extLst>
              <a:ext uri="{FF2B5EF4-FFF2-40B4-BE49-F238E27FC236}">
                <a16:creationId xmlns:a16="http://schemas.microsoft.com/office/drawing/2014/main" id="{4C6F53FB-125C-4023-AB98-0BCACD5809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97DE0E-C26C-403F-A8B7-D6CAE1BA8B2E}"/>
              </a:ext>
            </a:extLst>
          </p:cNvPr>
          <p:cNvSpPr>
            <a:spLocks noGrp="1"/>
          </p:cNvSpPr>
          <p:nvPr>
            <p:ph type="sldNum" sz="quarter" idx="12"/>
          </p:nvPr>
        </p:nvSpPr>
        <p:spPr/>
        <p:txBody>
          <a:bodyPr/>
          <a:lstStyle/>
          <a:p>
            <a:fld id="{74068320-0153-4CDB-8C39-891A661F2190}" type="slidenum">
              <a:rPr lang="en-US" smtClean="0"/>
              <a:t>‹#›</a:t>
            </a:fld>
            <a:endParaRPr lang="en-US"/>
          </a:p>
        </p:txBody>
      </p:sp>
    </p:spTree>
    <p:extLst>
      <p:ext uri="{BB962C8B-B14F-4D97-AF65-F5344CB8AC3E}">
        <p14:creationId xmlns:p14="http://schemas.microsoft.com/office/powerpoint/2010/main" val="3643631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4C68DC-C535-41EC-BE4F-7ED60328B1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CC9263-A286-42DB-A208-1AA4EE941F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990F30-F0B7-4A27-97CB-6DA0ED8D49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15E689-C7F8-4787-8432-177EAEF6E636}" type="datetimeFigureOut">
              <a:rPr lang="en-US" smtClean="0"/>
              <a:t>10/5/2021</a:t>
            </a:fld>
            <a:endParaRPr lang="en-US"/>
          </a:p>
        </p:txBody>
      </p:sp>
      <p:sp>
        <p:nvSpPr>
          <p:cNvPr id="5" name="Footer Placeholder 4">
            <a:extLst>
              <a:ext uri="{FF2B5EF4-FFF2-40B4-BE49-F238E27FC236}">
                <a16:creationId xmlns:a16="http://schemas.microsoft.com/office/drawing/2014/main" id="{48183576-46A6-4745-928B-FD793D8584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0422D7C-6905-46C9-8D86-C629F51D8D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068320-0153-4CDB-8C39-891A661F2190}" type="slidenum">
              <a:rPr lang="en-US" smtClean="0"/>
              <a:t>‹#›</a:t>
            </a:fld>
            <a:endParaRPr lang="en-US"/>
          </a:p>
        </p:txBody>
      </p:sp>
    </p:spTree>
    <p:extLst>
      <p:ext uri="{BB962C8B-B14F-4D97-AF65-F5344CB8AC3E}">
        <p14:creationId xmlns:p14="http://schemas.microsoft.com/office/powerpoint/2010/main" val="3500623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CAFCE-77C6-4E2A-876F-82CA7B1F3825}"/>
              </a:ext>
            </a:extLst>
          </p:cNvPr>
          <p:cNvSpPr>
            <a:spLocks noGrp="1"/>
          </p:cNvSpPr>
          <p:nvPr>
            <p:ph type="ctrTitle"/>
          </p:nvPr>
        </p:nvSpPr>
        <p:spPr/>
        <p:txBody>
          <a:bodyPr>
            <a:normAutofit fontScale="90000"/>
          </a:bodyPr>
          <a:lstStyle/>
          <a:p>
            <a:br>
              <a:rPr lang="en-US" b="1" dirty="0"/>
            </a:br>
            <a:r>
              <a:rPr lang="en-US" b="1" dirty="0">
                <a:solidFill>
                  <a:schemeClr val="accent1">
                    <a:lumMod val="75000"/>
                  </a:schemeClr>
                </a:solidFill>
              </a:rPr>
              <a:t>Service Transformation</a:t>
            </a:r>
            <a:br>
              <a:rPr lang="en-US" b="1" dirty="0">
                <a:solidFill>
                  <a:schemeClr val="accent1">
                    <a:lumMod val="75000"/>
                  </a:schemeClr>
                </a:solidFill>
              </a:rPr>
            </a:br>
            <a:r>
              <a:rPr lang="en-US" b="1" dirty="0">
                <a:solidFill>
                  <a:schemeClr val="accent1">
                    <a:lumMod val="75000"/>
                  </a:schemeClr>
                </a:solidFill>
              </a:rPr>
              <a:t>PHASE-Industries</a:t>
            </a:r>
            <a:br>
              <a:rPr lang="en-US" dirty="0">
                <a:solidFill>
                  <a:schemeClr val="accent1">
                    <a:lumMod val="75000"/>
                  </a:schemeClr>
                </a:solidFill>
              </a:rPr>
            </a:br>
            <a:r>
              <a:rPr lang="en-US" sz="4400" dirty="0">
                <a:solidFill>
                  <a:schemeClr val="accent1">
                    <a:lumMod val="75000"/>
                  </a:schemeClr>
                </a:solidFill>
              </a:rPr>
              <a:t>Day and Employment Services</a:t>
            </a:r>
          </a:p>
        </p:txBody>
      </p:sp>
      <p:sp>
        <p:nvSpPr>
          <p:cNvPr id="3" name="Subtitle 2">
            <a:extLst>
              <a:ext uri="{FF2B5EF4-FFF2-40B4-BE49-F238E27FC236}">
                <a16:creationId xmlns:a16="http://schemas.microsoft.com/office/drawing/2014/main" id="{D02B56C6-CE45-4C49-A788-2B47D4027E52}"/>
              </a:ext>
            </a:extLst>
          </p:cNvPr>
          <p:cNvSpPr>
            <a:spLocks noGrp="1"/>
          </p:cNvSpPr>
          <p:nvPr>
            <p:ph type="subTitle" idx="1"/>
          </p:nvPr>
        </p:nvSpPr>
        <p:spPr/>
        <p:txBody>
          <a:bodyPr/>
          <a:lstStyle/>
          <a:p>
            <a:endParaRPr lang="en-US" dirty="0">
              <a:solidFill>
                <a:schemeClr val="accent1">
                  <a:lumMod val="75000"/>
                </a:schemeClr>
              </a:solidFill>
            </a:endParaRPr>
          </a:p>
          <a:p>
            <a:r>
              <a:rPr lang="en-US" dirty="0">
                <a:solidFill>
                  <a:schemeClr val="accent1">
                    <a:lumMod val="75000"/>
                  </a:schemeClr>
                </a:solidFill>
              </a:rPr>
              <a:t>Denise Johnson, Employment and Development Director</a:t>
            </a:r>
          </a:p>
          <a:p>
            <a:r>
              <a:rPr lang="en-US" dirty="0">
                <a:solidFill>
                  <a:schemeClr val="accent1">
                    <a:lumMod val="75000"/>
                  </a:schemeClr>
                </a:solidFill>
              </a:rPr>
              <a:t>10/8/21</a:t>
            </a:r>
          </a:p>
          <a:p>
            <a:endParaRPr lang="en-US" dirty="0"/>
          </a:p>
        </p:txBody>
      </p:sp>
    </p:spTree>
    <p:extLst>
      <p:ext uri="{BB962C8B-B14F-4D97-AF65-F5344CB8AC3E}">
        <p14:creationId xmlns:p14="http://schemas.microsoft.com/office/powerpoint/2010/main" val="85467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4253E-D686-493D-8463-A3B1B2AE5689}"/>
              </a:ext>
            </a:extLst>
          </p:cNvPr>
          <p:cNvSpPr>
            <a:spLocks noGrp="1"/>
          </p:cNvSpPr>
          <p:nvPr>
            <p:ph type="title"/>
          </p:nvPr>
        </p:nvSpPr>
        <p:spPr/>
        <p:txBody>
          <a:bodyPr>
            <a:normAutofit/>
          </a:bodyPr>
          <a:lstStyle/>
          <a:p>
            <a:r>
              <a:rPr lang="en-US" sz="5400" b="1" dirty="0">
                <a:solidFill>
                  <a:schemeClr val="accent1">
                    <a:lumMod val="75000"/>
                  </a:schemeClr>
                </a:solidFill>
              </a:rPr>
              <a:t>What Is Service Transformation?</a:t>
            </a:r>
          </a:p>
        </p:txBody>
      </p:sp>
      <p:sp>
        <p:nvSpPr>
          <p:cNvPr id="3" name="Content Placeholder 2">
            <a:extLst>
              <a:ext uri="{FF2B5EF4-FFF2-40B4-BE49-F238E27FC236}">
                <a16:creationId xmlns:a16="http://schemas.microsoft.com/office/drawing/2014/main" id="{95614C9B-CE29-4562-B0FE-1902235E3B2A}"/>
              </a:ext>
            </a:extLst>
          </p:cNvPr>
          <p:cNvSpPr>
            <a:spLocks noGrp="1"/>
          </p:cNvSpPr>
          <p:nvPr>
            <p:ph idx="1"/>
          </p:nvPr>
        </p:nvSpPr>
        <p:spPr/>
        <p:txBody>
          <a:bodyPr/>
          <a:lstStyle/>
          <a:p>
            <a:r>
              <a:rPr lang="en-US" dirty="0">
                <a:solidFill>
                  <a:schemeClr val="accent1">
                    <a:lumMod val="75000"/>
                  </a:schemeClr>
                </a:solidFill>
              </a:rPr>
              <a:t>High Level Overview </a:t>
            </a:r>
            <a:endParaRPr lang="en-US" dirty="0"/>
          </a:p>
          <a:p>
            <a:r>
              <a:rPr lang="en-US" dirty="0">
                <a:solidFill>
                  <a:schemeClr val="accent1">
                    <a:lumMod val="75000"/>
                  </a:schemeClr>
                </a:solidFill>
              </a:rPr>
              <a:t>Day Services</a:t>
            </a:r>
          </a:p>
          <a:p>
            <a:r>
              <a:rPr lang="en-US" dirty="0">
                <a:solidFill>
                  <a:schemeClr val="accent1">
                    <a:lumMod val="75000"/>
                  </a:schemeClr>
                </a:solidFill>
              </a:rPr>
              <a:t>Employment Services</a:t>
            </a:r>
          </a:p>
          <a:p>
            <a:r>
              <a:rPr lang="en-US" dirty="0">
                <a:solidFill>
                  <a:schemeClr val="accent1">
                    <a:lumMod val="75000"/>
                  </a:schemeClr>
                </a:solidFill>
              </a:rPr>
              <a:t>Blending the two </a:t>
            </a:r>
          </a:p>
          <a:p>
            <a:endParaRPr lang="en-US" dirty="0"/>
          </a:p>
        </p:txBody>
      </p:sp>
    </p:spTree>
    <p:extLst>
      <p:ext uri="{BB962C8B-B14F-4D97-AF65-F5344CB8AC3E}">
        <p14:creationId xmlns:p14="http://schemas.microsoft.com/office/powerpoint/2010/main" val="1265628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2443B-F286-43D6-B8E9-4C5C978EB44C}"/>
              </a:ext>
            </a:extLst>
          </p:cNvPr>
          <p:cNvSpPr>
            <a:spLocks noGrp="1"/>
          </p:cNvSpPr>
          <p:nvPr>
            <p:ph type="title"/>
          </p:nvPr>
        </p:nvSpPr>
        <p:spPr>
          <a:xfrm>
            <a:off x="781455" y="287304"/>
            <a:ext cx="10515600" cy="1325563"/>
          </a:xfrm>
        </p:spPr>
        <p:txBody>
          <a:bodyPr>
            <a:normAutofit/>
          </a:bodyPr>
          <a:lstStyle/>
          <a:p>
            <a:r>
              <a:rPr lang="en-US" sz="5400" b="1" dirty="0">
                <a:solidFill>
                  <a:schemeClr val="accent1">
                    <a:lumMod val="75000"/>
                  </a:schemeClr>
                </a:solidFill>
              </a:rPr>
              <a:t>Where We’ve Been</a:t>
            </a:r>
          </a:p>
        </p:txBody>
      </p:sp>
      <p:sp>
        <p:nvSpPr>
          <p:cNvPr id="3" name="Content Placeholder 2">
            <a:extLst>
              <a:ext uri="{FF2B5EF4-FFF2-40B4-BE49-F238E27FC236}">
                <a16:creationId xmlns:a16="http://schemas.microsoft.com/office/drawing/2014/main" id="{8852382D-4624-4A67-A019-E78D12DE798F}"/>
              </a:ext>
            </a:extLst>
          </p:cNvPr>
          <p:cNvSpPr>
            <a:spLocks noGrp="1"/>
          </p:cNvSpPr>
          <p:nvPr>
            <p:ph idx="1"/>
          </p:nvPr>
        </p:nvSpPr>
        <p:spPr/>
        <p:txBody>
          <a:bodyPr>
            <a:normAutofit/>
          </a:bodyPr>
          <a:lstStyle/>
          <a:p>
            <a:r>
              <a:rPr lang="en-US" dirty="0">
                <a:solidFill>
                  <a:schemeClr val="accent1">
                    <a:lumMod val="75000"/>
                  </a:schemeClr>
                </a:solidFill>
              </a:rPr>
              <a:t>We’ve come a long way</a:t>
            </a:r>
          </a:p>
          <a:p>
            <a:r>
              <a:rPr lang="en-US" dirty="0">
                <a:solidFill>
                  <a:schemeClr val="accent1">
                    <a:lumMod val="75000"/>
                  </a:schemeClr>
                </a:solidFill>
              </a:rPr>
              <a:t>Institutionalization / State Hospitals</a:t>
            </a:r>
          </a:p>
          <a:p>
            <a:r>
              <a:rPr lang="en-US" dirty="0">
                <a:solidFill>
                  <a:schemeClr val="accent1">
                    <a:lumMod val="75000"/>
                  </a:schemeClr>
                </a:solidFill>
              </a:rPr>
              <a:t>Movement out of institutions  and into group homes</a:t>
            </a:r>
          </a:p>
          <a:p>
            <a:r>
              <a:rPr lang="en-US" dirty="0">
                <a:solidFill>
                  <a:schemeClr val="accent1">
                    <a:lumMod val="75000"/>
                  </a:schemeClr>
                </a:solidFill>
              </a:rPr>
              <a:t>Movement to Day Services</a:t>
            </a:r>
          </a:p>
          <a:p>
            <a:r>
              <a:rPr lang="en-US" dirty="0">
                <a:solidFill>
                  <a:schemeClr val="accent1">
                    <a:lumMod val="75000"/>
                  </a:schemeClr>
                </a:solidFill>
              </a:rPr>
              <a:t>Increased independence </a:t>
            </a:r>
          </a:p>
          <a:p>
            <a:endParaRPr lang="en-US" dirty="0">
              <a:solidFill>
                <a:schemeClr val="accent1">
                  <a:lumMod val="75000"/>
                </a:schemeClr>
              </a:solidFill>
            </a:endParaRPr>
          </a:p>
          <a:p>
            <a:endParaRPr lang="en-US" dirty="0">
              <a:solidFill>
                <a:schemeClr val="accent1">
                  <a:lumMod val="75000"/>
                </a:schemeClr>
              </a:solidFill>
            </a:endParaRPr>
          </a:p>
          <a:p>
            <a:endParaRPr lang="en-US" dirty="0">
              <a:solidFill>
                <a:schemeClr val="accent1">
                  <a:lumMod val="75000"/>
                </a:schemeClr>
              </a:solidFill>
            </a:endParaRPr>
          </a:p>
          <a:p>
            <a:endParaRPr lang="en-US" dirty="0">
              <a:solidFill>
                <a:schemeClr val="accent1">
                  <a:lumMod val="75000"/>
                </a:schemeClr>
              </a:solidFill>
            </a:endParaRPr>
          </a:p>
        </p:txBody>
      </p:sp>
    </p:spTree>
    <p:extLst>
      <p:ext uri="{BB962C8B-B14F-4D97-AF65-F5344CB8AC3E}">
        <p14:creationId xmlns:p14="http://schemas.microsoft.com/office/powerpoint/2010/main" val="1819012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C1CF3-1456-45B6-AF6F-2A4E1C74BBC5}"/>
              </a:ext>
            </a:extLst>
          </p:cNvPr>
          <p:cNvSpPr>
            <a:spLocks noGrp="1"/>
          </p:cNvSpPr>
          <p:nvPr>
            <p:ph type="title"/>
          </p:nvPr>
        </p:nvSpPr>
        <p:spPr/>
        <p:txBody>
          <a:bodyPr>
            <a:normAutofit/>
          </a:bodyPr>
          <a:lstStyle/>
          <a:p>
            <a:r>
              <a:rPr lang="en-US" sz="5400" b="1" dirty="0">
                <a:solidFill>
                  <a:schemeClr val="accent1">
                    <a:lumMod val="75000"/>
                  </a:schemeClr>
                </a:solidFill>
              </a:rPr>
              <a:t>Where We Are</a:t>
            </a:r>
          </a:p>
        </p:txBody>
      </p:sp>
      <p:sp>
        <p:nvSpPr>
          <p:cNvPr id="3" name="Content Placeholder 2">
            <a:extLst>
              <a:ext uri="{FF2B5EF4-FFF2-40B4-BE49-F238E27FC236}">
                <a16:creationId xmlns:a16="http://schemas.microsoft.com/office/drawing/2014/main" id="{A91AF3DE-4154-440A-A31B-906D308FB6CF}"/>
              </a:ext>
            </a:extLst>
          </p:cNvPr>
          <p:cNvSpPr>
            <a:spLocks noGrp="1"/>
          </p:cNvSpPr>
          <p:nvPr>
            <p:ph idx="1"/>
          </p:nvPr>
        </p:nvSpPr>
        <p:spPr/>
        <p:txBody>
          <a:bodyPr/>
          <a:lstStyle/>
          <a:p>
            <a:pPr lvl="0"/>
            <a:r>
              <a:rPr lang="en-US" sz="2800" dirty="0">
                <a:solidFill>
                  <a:srgbClr val="4472C4">
                    <a:lumMod val="75000"/>
                  </a:srgbClr>
                </a:solidFill>
              </a:rPr>
              <a:t>Increased community work and community experiences in Day Services</a:t>
            </a:r>
          </a:p>
          <a:p>
            <a:pPr lvl="0"/>
            <a:r>
              <a:rPr lang="en-US" dirty="0">
                <a:solidFill>
                  <a:srgbClr val="4472C4">
                    <a:lumMod val="75000"/>
                  </a:srgbClr>
                </a:solidFill>
              </a:rPr>
              <a:t>Increased number of participants from Day Services seeking competitive integrated employment with Employment Services</a:t>
            </a:r>
          </a:p>
          <a:p>
            <a:pPr lvl="0"/>
            <a:r>
              <a:rPr lang="en-US" sz="2800" dirty="0">
                <a:solidFill>
                  <a:srgbClr val="4472C4">
                    <a:lumMod val="75000"/>
                  </a:srgbClr>
                </a:solidFill>
              </a:rPr>
              <a:t>Increased number of people not served in </a:t>
            </a:r>
            <a:r>
              <a:rPr lang="en-US" dirty="0">
                <a:solidFill>
                  <a:srgbClr val="4472C4">
                    <a:lumMod val="75000"/>
                  </a:srgbClr>
                </a:solidFill>
              </a:rPr>
              <a:t>Day Services seeking employment</a:t>
            </a:r>
          </a:p>
          <a:p>
            <a:pPr lvl="0"/>
            <a:r>
              <a:rPr lang="en-US" sz="2800" dirty="0">
                <a:solidFill>
                  <a:srgbClr val="4472C4">
                    <a:lumMod val="75000"/>
                  </a:srgbClr>
                </a:solidFill>
              </a:rPr>
              <a:t>Increased number of transition students seeking employment and employment skills development</a:t>
            </a:r>
          </a:p>
          <a:p>
            <a:pPr lvl="0"/>
            <a:r>
              <a:rPr lang="en-US" sz="2800" dirty="0">
                <a:solidFill>
                  <a:srgbClr val="4472C4">
                    <a:lumMod val="75000"/>
                  </a:srgbClr>
                </a:solidFill>
              </a:rPr>
              <a:t>Day and Employment Services working together more frequently</a:t>
            </a:r>
          </a:p>
          <a:p>
            <a:pPr marL="457200" lvl="1" indent="0">
              <a:buNone/>
            </a:pPr>
            <a:endParaRPr lang="en-US" dirty="0">
              <a:solidFill>
                <a:schemeClr val="accent1">
                  <a:lumMod val="75000"/>
                </a:schemeClr>
              </a:solidFill>
            </a:endParaRPr>
          </a:p>
          <a:p>
            <a:pPr lvl="0"/>
            <a:endParaRPr lang="en-US" sz="2800" dirty="0">
              <a:solidFill>
                <a:srgbClr val="4472C4">
                  <a:lumMod val="75000"/>
                </a:srgbClr>
              </a:solidFill>
            </a:endParaRPr>
          </a:p>
          <a:p>
            <a:endParaRPr lang="en-US" dirty="0"/>
          </a:p>
        </p:txBody>
      </p:sp>
    </p:spTree>
    <p:extLst>
      <p:ext uri="{BB962C8B-B14F-4D97-AF65-F5344CB8AC3E}">
        <p14:creationId xmlns:p14="http://schemas.microsoft.com/office/powerpoint/2010/main" val="3367268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ED4DD-F60A-4FB3-BEAD-E887777A9FDD}"/>
              </a:ext>
            </a:extLst>
          </p:cNvPr>
          <p:cNvSpPr>
            <a:spLocks noGrp="1"/>
          </p:cNvSpPr>
          <p:nvPr>
            <p:ph type="title"/>
          </p:nvPr>
        </p:nvSpPr>
        <p:spPr/>
        <p:txBody>
          <a:bodyPr>
            <a:normAutofit/>
          </a:bodyPr>
          <a:lstStyle/>
          <a:p>
            <a:r>
              <a:rPr lang="en-US" sz="5400" b="1" dirty="0">
                <a:solidFill>
                  <a:schemeClr val="accent1">
                    <a:lumMod val="75000"/>
                  </a:schemeClr>
                </a:solidFill>
              </a:rPr>
              <a:t>Our Vision For The Future</a:t>
            </a:r>
          </a:p>
        </p:txBody>
      </p:sp>
      <p:sp>
        <p:nvSpPr>
          <p:cNvPr id="3" name="Content Placeholder 2">
            <a:extLst>
              <a:ext uri="{FF2B5EF4-FFF2-40B4-BE49-F238E27FC236}">
                <a16:creationId xmlns:a16="http://schemas.microsoft.com/office/drawing/2014/main" id="{737CB3EB-D15A-4E4D-81CB-DA7BF305DDF0}"/>
              </a:ext>
            </a:extLst>
          </p:cNvPr>
          <p:cNvSpPr>
            <a:spLocks noGrp="1"/>
          </p:cNvSpPr>
          <p:nvPr>
            <p:ph idx="1"/>
          </p:nvPr>
        </p:nvSpPr>
        <p:spPr/>
        <p:txBody>
          <a:bodyPr>
            <a:normAutofit/>
          </a:bodyPr>
          <a:lstStyle/>
          <a:p>
            <a:r>
              <a:rPr lang="en-US" dirty="0">
                <a:solidFill>
                  <a:schemeClr val="accent1">
                    <a:lumMod val="75000"/>
                  </a:schemeClr>
                </a:solidFill>
              </a:rPr>
              <a:t>Imagine never knowing anything about disability services except that you wanted to help people with disabilities discover and achieve their dreams.  What would that look like?  </a:t>
            </a:r>
          </a:p>
          <a:p>
            <a:r>
              <a:rPr lang="en-US" dirty="0">
                <a:solidFill>
                  <a:schemeClr val="accent1">
                    <a:lumMod val="75000"/>
                  </a:schemeClr>
                </a:solidFill>
              </a:rPr>
              <a:t>Explore and understand occupational goals  </a:t>
            </a:r>
          </a:p>
          <a:p>
            <a:r>
              <a:rPr lang="en-US" dirty="0">
                <a:solidFill>
                  <a:schemeClr val="accent1">
                    <a:lumMod val="75000"/>
                  </a:schemeClr>
                </a:solidFill>
              </a:rPr>
              <a:t>True community inclusion</a:t>
            </a:r>
          </a:p>
          <a:p>
            <a:r>
              <a:rPr lang="en-US" dirty="0">
                <a:solidFill>
                  <a:schemeClr val="accent1">
                    <a:lumMod val="75000"/>
                  </a:schemeClr>
                </a:solidFill>
              </a:rPr>
              <a:t>Competitive integrated employment for everyone that wants it</a:t>
            </a:r>
          </a:p>
          <a:p>
            <a:r>
              <a:rPr lang="en-US" dirty="0">
                <a:solidFill>
                  <a:schemeClr val="accent1">
                    <a:lumMod val="75000"/>
                  </a:schemeClr>
                </a:solidFill>
              </a:rPr>
              <a:t>Continue to provide peer supports for those working</a:t>
            </a:r>
          </a:p>
          <a:p>
            <a:r>
              <a:rPr lang="en-US" dirty="0">
                <a:solidFill>
                  <a:schemeClr val="accent1">
                    <a:lumMod val="75000"/>
                  </a:schemeClr>
                </a:solidFill>
              </a:rPr>
              <a:t>Continue to provide center-based services for those choosing it</a:t>
            </a:r>
          </a:p>
          <a:p>
            <a:r>
              <a:rPr lang="en-US" dirty="0">
                <a:solidFill>
                  <a:schemeClr val="accent1">
                    <a:lumMod val="75000"/>
                  </a:schemeClr>
                </a:solidFill>
              </a:rPr>
              <a:t>Integrating Day and Employment Services.  </a:t>
            </a:r>
            <a:endParaRPr lang="en-US" dirty="0"/>
          </a:p>
        </p:txBody>
      </p:sp>
    </p:spTree>
    <p:extLst>
      <p:ext uri="{BB962C8B-B14F-4D97-AF65-F5344CB8AC3E}">
        <p14:creationId xmlns:p14="http://schemas.microsoft.com/office/powerpoint/2010/main" val="965100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CABB1-95A9-4477-9E33-FF88B4154C85}"/>
              </a:ext>
            </a:extLst>
          </p:cNvPr>
          <p:cNvSpPr>
            <a:spLocks noGrp="1"/>
          </p:cNvSpPr>
          <p:nvPr>
            <p:ph type="title"/>
          </p:nvPr>
        </p:nvSpPr>
        <p:spPr/>
        <p:txBody>
          <a:bodyPr/>
          <a:lstStyle/>
          <a:p>
            <a:r>
              <a:rPr lang="en-US" b="1" dirty="0">
                <a:solidFill>
                  <a:schemeClr val="accent1">
                    <a:lumMod val="75000"/>
                  </a:schemeClr>
                </a:solidFill>
              </a:rPr>
              <a:t>Our Vision For The Future continued</a:t>
            </a:r>
            <a:endParaRPr lang="en-US" dirty="0"/>
          </a:p>
        </p:txBody>
      </p:sp>
      <p:sp>
        <p:nvSpPr>
          <p:cNvPr id="3" name="Content Placeholder 2">
            <a:extLst>
              <a:ext uri="{FF2B5EF4-FFF2-40B4-BE49-F238E27FC236}">
                <a16:creationId xmlns:a16="http://schemas.microsoft.com/office/drawing/2014/main" id="{38D68740-75B8-4B13-8BBC-2B5BE58A4CA5}"/>
              </a:ext>
            </a:extLst>
          </p:cNvPr>
          <p:cNvSpPr>
            <a:spLocks noGrp="1"/>
          </p:cNvSpPr>
          <p:nvPr>
            <p:ph idx="1"/>
          </p:nvPr>
        </p:nvSpPr>
        <p:spPr/>
        <p:txBody>
          <a:bodyPr/>
          <a:lstStyle/>
          <a:p>
            <a:r>
              <a:rPr lang="en-US" dirty="0">
                <a:solidFill>
                  <a:schemeClr val="accent1">
                    <a:lumMod val="75000"/>
                  </a:schemeClr>
                </a:solidFill>
              </a:rPr>
              <a:t>Bringing DSP’s into job coaching for those competitively employed</a:t>
            </a:r>
          </a:p>
          <a:p>
            <a:r>
              <a:rPr lang="en-US" dirty="0">
                <a:solidFill>
                  <a:schemeClr val="accent1">
                    <a:lumMod val="75000"/>
                  </a:schemeClr>
                </a:solidFill>
              </a:rPr>
              <a:t>Engaging and meaningful skill development and exploration with staff and participants.  The how. </a:t>
            </a:r>
          </a:p>
          <a:p>
            <a:r>
              <a:rPr lang="en-US" dirty="0">
                <a:solidFill>
                  <a:schemeClr val="accent1">
                    <a:lumMod val="75000"/>
                  </a:schemeClr>
                </a:solidFill>
              </a:rPr>
              <a:t>Experts provide services so everyone doesn’t have to know everything</a:t>
            </a:r>
          </a:p>
          <a:p>
            <a:endParaRPr lang="en-US" dirty="0">
              <a:solidFill>
                <a:schemeClr val="accent1">
                  <a:lumMod val="75000"/>
                </a:schemeClr>
              </a:solidFill>
            </a:endParaRPr>
          </a:p>
          <a:p>
            <a:pPr marL="0" indent="0">
              <a:buNone/>
            </a:pPr>
            <a:r>
              <a:rPr lang="en-US" dirty="0">
                <a:solidFill>
                  <a:schemeClr val="accent1">
                    <a:lumMod val="75000"/>
                  </a:schemeClr>
                </a:solidFill>
              </a:rPr>
              <a:t>It’s important to know that our changes are not coming because you or we haven’t done “something”.   We’ve learned more. We know more. And we understand more now.  So we’ll do things differently. </a:t>
            </a:r>
          </a:p>
          <a:p>
            <a:endParaRPr lang="en-US" dirty="0"/>
          </a:p>
        </p:txBody>
      </p:sp>
    </p:spTree>
    <p:extLst>
      <p:ext uri="{BB962C8B-B14F-4D97-AF65-F5344CB8AC3E}">
        <p14:creationId xmlns:p14="http://schemas.microsoft.com/office/powerpoint/2010/main" val="2060716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E319D-2FB8-443A-BCAB-43D670BB850C}"/>
              </a:ext>
            </a:extLst>
          </p:cNvPr>
          <p:cNvSpPr>
            <a:spLocks noGrp="1"/>
          </p:cNvSpPr>
          <p:nvPr>
            <p:ph type="title"/>
          </p:nvPr>
        </p:nvSpPr>
        <p:spPr/>
        <p:txBody>
          <a:bodyPr>
            <a:normAutofit/>
          </a:bodyPr>
          <a:lstStyle/>
          <a:p>
            <a:r>
              <a:rPr lang="en-US" sz="5400" b="1" dirty="0">
                <a:solidFill>
                  <a:schemeClr val="accent1">
                    <a:lumMod val="75000"/>
                  </a:schemeClr>
                </a:solidFill>
              </a:rPr>
              <a:t>How Will We Make This Happen?</a:t>
            </a:r>
          </a:p>
        </p:txBody>
      </p:sp>
      <p:sp>
        <p:nvSpPr>
          <p:cNvPr id="3" name="Content Placeholder 2">
            <a:extLst>
              <a:ext uri="{FF2B5EF4-FFF2-40B4-BE49-F238E27FC236}">
                <a16:creationId xmlns:a16="http://schemas.microsoft.com/office/drawing/2014/main" id="{6C38D075-204B-46DE-AC95-8006F6465774}"/>
              </a:ext>
            </a:extLst>
          </p:cNvPr>
          <p:cNvSpPr>
            <a:spLocks noGrp="1"/>
          </p:cNvSpPr>
          <p:nvPr>
            <p:ph idx="1"/>
          </p:nvPr>
        </p:nvSpPr>
        <p:spPr/>
        <p:txBody>
          <a:bodyPr>
            <a:normAutofit lnSpcReduction="10000"/>
          </a:bodyPr>
          <a:lstStyle/>
          <a:p>
            <a:r>
              <a:rPr lang="en-US" dirty="0">
                <a:solidFill>
                  <a:schemeClr val="accent1">
                    <a:lumMod val="75000"/>
                  </a:schemeClr>
                </a:solidFill>
              </a:rPr>
              <a:t>Pilot – Staff and Participant Engagement.  This is the how to get participants excited about meaningful services -  Elle Weston and Liz Scott</a:t>
            </a:r>
          </a:p>
          <a:p>
            <a:r>
              <a:rPr lang="en-US" dirty="0">
                <a:solidFill>
                  <a:schemeClr val="accent1">
                    <a:lumMod val="75000"/>
                  </a:schemeClr>
                </a:solidFill>
              </a:rPr>
              <a:t>Pilot – Employment Exploration -  Having experts in the services delivered with supports utilizing MN DEED and DHS endorsed curriculum – Katie Holmberg and </a:t>
            </a:r>
            <a:r>
              <a:rPr lang="en-US">
                <a:solidFill>
                  <a:schemeClr val="accent1">
                    <a:lumMod val="75000"/>
                  </a:schemeClr>
                </a:solidFill>
              </a:rPr>
              <a:t>Arika Faber</a:t>
            </a:r>
            <a:endParaRPr lang="en-US" dirty="0">
              <a:solidFill>
                <a:schemeClr val="accent1">
                  <a:lumMod val="75000"/>
                </a:schemeClr>
              </a:solidFill>
            </a:endParaRPr>
          </a:p>
          <a:p>
            <a:r>
              <a:rPr lang="en-US" dirty="0">
                <a:solidFill>
                  <a:schemeClr val="accent1">
                    <a:lumMod val="75000"/>
                  </a:schemeClr>
                </a:solidFill>
              </a:rPr>
              <a:t>DSP / Employment Services – DSP’s providing job coaching with for participants competitively employed</a:t>
            </a:r>
          </a:p>
          <a:p>
            <a:r>
              <a:rPr lang="en-US" dirty="0">
                <a:solidFill>
                  <a:schemeClr val="accent1">
                    <a:lumMod val="75000"/>
                  </a:schemeClr>
                </a:solidFill>
              </a:rPr>
              <a:t>Services provided in the community – not just outings</a:t>
            </a:r>
          </a:p>
          <a:p>
            <a:r>
              <a:rPr lang="en-US" dirty="0">
                <a:solidFill>
                  <a:schemeClr val="accent1">
                    <a:lumMod val="75000"/>
                  </a:schemeClr>
                </a:solidFill>
              </a:rPr>
              <a:t>Expand organizational wide</a:t>
            </a:r>
          </a:p>
          <a:p>
            <a:pPr marL="0" indent="0">
              <a:buNone/>
            </a:pPr>
            <a:endParaRPr lang="en-US" dirty="0">
              <a:solidFill>
                <a:schemeClr val="accent1">
                  <a:lumMod val="75000"/>
                </a:schemeClr>
              </a:solidFill>
            </a:endParaRPr>
          </a:p>
        </p:txBody>
      </p:sp>
    </p:spTree>
    <p:extLst>
      <p:ext uri="{BB962C8B-B14F-4D97-AF65-F5344CB8AC3E}">
        <p14:creationId xmlns:p14="http://schemas.microsoft.com/office/powerpoint/2010/main" val="2002149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6435E-F46A-473B-A685-2F40705F3C70}"/>
              </a:ext>
            </a:extLst>
          </p:cNvPr>
          <p:cNvSpPr>
            <a:spLocks noGrp="1"/>
          </p:cNvSpPr>
          <p:nvPr>
            <p:ph type="title"/>
          </p:nvPr>
        </p:nvSpPr>
        <p:spPr/>
        <p:txBody>
          <a:bodyPr/>
          <a:lstStyle/>
          <a:p>
            <a:r>
              <a:rPr lang="en-US" b="1" dirty="0">
                <a:solidFill>
                  <a:schemeClr val="accent1">
                    <a:lumMod val="75000"/>
                  </a:schemeClr>
                </a:solidFill>
              </a:rPr>
              <a:t>How Will We Make This Happen continued</a:t>
            </a:r>
            <a:endParaRPr lang="en-US" dirty="0"/>
          </a:p>
        </p:txBody>
      </p:sp>
      <p:sp>
        <p:nvSpPr>
          <p:cNvPr id="3" name="Content Placeholder 2">
            <a:extLst>
              <a:ext uri="{FF2B5EF4-FFF2-40B4-BE49-F238E27FC236}">
                <a16:creationId xmlns:a16="http://schemas.microsoft.com/office/drawing/2014/main" id="{1495402D-5987-463D-9C09-FC36ED5F82DE}"/>
              </a:ext>
            </a:extLst>
          </p:cNvPr>
          <p:cNvSpPr>
            <a:spLocks noGrp="1"/>
          </p:cNvSpPr>
          <p:nvPr>
            <p:ph idx="1"/>
          </p:nvPr>
        </p:nvSpPr>
        <p:spPr/>
        <p:txBody>
          <a:bodyPr/>
          <a:lstStyle/>
          <a:p>
            <a:r>
              <a:rPr lang="en-US" dirty="0">
                <a:solidFill>
                  <a:schemeClr val="accent1">
                    <a:lumMod val="75000"/>
                  </a:schemeClr>
                </a:solidFill>
              </a:rPr>
              <a:t>Utilize tools and resources from Disability Hub MN</a:t>
            </a:r>
          </a:p>
          <a:p>
            <a:r>
              <a:rPr lang="en-US" dirty="0">
                <a:solidFill>
                  <a:schemeClr val="accent1">
                    <a:lumMod val="75000"/>
                  </a:schemeClr>
                </a:solidFill>
              </a:rPr>
              <a:t>Oct 26 - Management and Service Transformation Team learning in more detail about the tools in Disability Hub including The Vault</a:t>
            </a:r>
          </a:p>
          <a:p>
            <a:r>
              <a:rPr lang="en-US" dirty="0">
                <a:solidFill>
                  <a:schemeClr val="accent1">
                    <a:lumMod val="75000"/>
                  </a:schemeClr>
                </a:solidFill>
              </a:rPr>
              <a:t>Oct 28 – Disability Hub presenting to SLT more specific to their roles</a:t>
            </a:r>
          </a:p>
          <a:p>
            <a:endParaRPr lang="en-US" dirty="0">
              <a:solidFill>
                <a:schemeClr val="accent1">
                  <a:lumMod val="75000"/>
                </a:schemeClr>
              </a:solidFill>
            </a:endParaRPr>
          </a:p>
        </p:txBody>
      </p:sp>
    </p:spTree>
    <p:extLst>
      <p:ext uri="{BB962C8B-B14F-4D97-AF65-F5344CB8AC3E}">
        <p14:creationId xmlns:p14="http://schemas.microsoft.com/office/powerpoint/2010/main" val="4012791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7FBCF-9F24-4BD1-BBBC-704A4EF945D8}"/>
              </a:ext>
            </a:extLst>
          </p:cNvPr>
          <p:cNvSpPr>
            <a:spLocks noGrp="1"/>
          </p:cNvSpPr>
          <p:nvPr>
            <p:ph type="title"/>
          </p:nvPr>
        </p:nvSpPr>
        <p:spPr/>
        <p:txBody>
          <a:bodyPr>
            <a:normAutofit/>
          </a:bodyPr>
          <a:lstStyle/>
          <a:p>
            <a:r>
              <a:rPr lang="en-US" sz="5400" b="1" dirty="0">
                <a:solidFill>
                  <a:schemeClr val="accent1">
                    <a:lumMod val="75000"/>
                  </a:schemeClr>
                </a:solidFill>
              </a:rPr>
              <a:t>Timeline</a:t>
            </a:r>
          </a:p>
        </p:txBody>
      </p:sp>
      <p:graphicFrame>
        <p:nvGraphicFramePr>
          <p:cNvPr id="4" name="Content Placeholder 3">
            <a:extLst>
              <a:ext uri="{FF2B5EF4-FFF2-40B4-BE49-F238E27FC236}">
                <a16:creationId xmlns:a16="http://schemas.microsoft.com/office/drawing/2014/main" id="{F1801C78-5C6A-4D40-972A-53D35665B631}"/>
              </a:ext>
            </a:extLst>
          </p:cNvPr>
          <p:cNvGraphicFramePr>
            <a:graphicFrameLocks noGrp="1"/>
          </p:cNvGraphicFramePr>
          <p:nvPr>
            <p:ph idx="1"/>
            <p:extLst>
              <p:ext uri="{D42A27DB-BD31-4B8C-83A1-F6EECF244321}">
                <p14:modId xmlns:p14="http://schemas.microsoft.com/office/powerpoint/2010/main" val="225703384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6472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AEC87-E618-4696-83FC-8053F01B0BEB}"/>
              </a:ext>
            </a:extLst>
          </p:cNvPr>
          <p:cNvSpPr>
            <a:spLocks noGrp="1"/>
          </p:cNvSpPr>
          <p:nvPr>
            <p:ph type="title"/>
          </p:nvPr>
        </p:nvSpPr>
        <p:spPr/>
        <p:txBody>
          <a:bodyPr>
            <a:normAutofit/>
          </a:bodyPr>
          <a:lstStyle/>
          <a:p>
            <a:r>
              <a:rPr lang="en-US" sz="6000" b="1" dirty="0">
                <a:solidFill>
                  <a:schemeClr val="accent1">
                    <a:lumMod val="75000"/>
                  </a:schemeClr>
                </a:solidFill>
              </a:rPr>
              <a:t>What Does This Mean For You?</a:t>
            </a:r>
          </a:p>
        </p:txBody>
      </p:sp>
      <p:sp>
        <p:nvSpPr>
          <p:cNvPr id="3" name="Content Placeholder 2">
            <a:extLst>
              <a:ext uri="{FF2B5EF4-FFF2-40B4-BE49-F238E27FC236}">
                <a16:creationId xmlns:a16="http://schemas.microsoft.com/office/drawing/2014/main" id="{C782908F-23FB-4E77-9755-64A43C66A429}"/>
              </a:ext>
            </a:extLst>
          </p:cNvPr>
          <p:cNvSpPr>
            <a:spLocks noGrp="1"/>
          </p:cNvSpPr>
          <p:nvPr>
            <p:ph idx="1"/>
          </p:nvPr>
        </p:nvSpPr>
        <p:spPr/>
        <p:txBody>
          <a:bodyPr>
            <a:normAutofit/>
          </a:bodyPr>
          <a:lstStyle/>
          <a:p>
            <a:r>
              <a:rPr lang="en-US" b="1" dirty="0">
                <a:solidFill>
                  <a:schemeClr val="accent1">
                    <a:lumMod val="75000"/>
                  </a:schemeClr>
                </a:solidFill>
              </a:rPr>
              <a:t>DSP’s </a:t>
            </a:r>
            <a:r>
              <a:rPr lang="en-US" dirty="0">
                <a:solidFill>
                  <a:schemeClr val="accent1">
                    <a:lumMod val="75000"/>
                  </a:schemeClr>
                </a:solidFill>
              </a:rPr>
              <a:t>– you won’t have to be the experts at everything  </a:t>
            </a:r>
          </a:p>
          <a:p>
            <a:r>
              <a:rPr lang="en-US" b="1" dirty="0">
                <a:solidFill>
                  <a:schemeClr val="accent1">
                    <a:lumMod val="75000"/>
                  </a:schemeClr>
                </a:solidFill>
              </a:rPr>
              <a:t>Managers</a:t>
            </a:r>
            <a:r>
              <a:rPr lang="en-US" dirty="0">
                <a:solidFill>
                  <a:schemeClr val="accent1">
                    <a:lumMod val="75000"/>
                  </a:schemeClr>
                </a:solidFill>
              </a:rPr>
              <a:t> – you’ll have more resources</a:t>
            </a:r>
          </a:p>
          <a:p>
            <a:r>
              <a:rPr lang="en-US" b="1" dirty="0">
                <a:solidFill>
                  <a:schemeClr val="accent1">
                    <a:lumMod val="75000"/>
                  </a:schemeClr>
                </a:solidFill>
              </a:rPr>
              <a:t>Senior Leaders </a:t>
            </a:r>
            <a:r>
              <a:rPr lang="en-US" dirty="0">
                <a:solidFill>
                  <a:schemeClr val="accent1">
                    <a:lumMod val="75000"/>
                  </a:schemeClr>
                </a:solidFill>
              </a:rPr>
              <a:t>– you’ll have an understanding of service transformation </a:t>
            </a:r>
          </a:p>
        </p:txBody>
      </p:sp>
    </p:spTree>
    <p:extLst>
      <p:ext uri="{BB962C8B-B14F-4D97-AF65-F5344CB8AC3E}">
        <p14:creationId xmlns:p14="http://schemas.microsoft.com/office/powerpoint/2010/main" val="1385007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3FC4E-2EFC-4A3D-9007-E73BF0B22061}"/>
              </a:ext>
            </a:extLst>
          </p:cNvPr>
          <p:cNvSpPr>
            <a:spLocks noGrp="1"/>
          </p:cNvSpPr>
          <p:nvPr>
            <p:ph type="title"/>
          </p:nvPr>
        </p:nvSpPr>
        <p:spPr/>
        <p:txBody>
          <a:bodyPr>
            <a:normAutofit/>
          </a:bodyPr>
          <a:lstStyle/>
          <a:p>
            <a:r>
              <a:rPr lang="en-US" sz="5400" b="1" dirty="0">
                <a:solidFill>
                  <a:schemeClr val="accent1">
                    <a:lumMod val="75000"/>
                  </a:schemeClr>
                </a:solidFill>
              </a:rPr>
              <a:t>QUESTIONS?</a:t>
            </a:r>
          </a:p>
        </p:txBody>
      </p:sp>
      <p:sp>
        <p:nvSpPr>
          <p:cNvPr id="3" name="Content Placeholder 2">
            <a:extLst>
              <a:ext uri="{FF2B5EF4-FFF2-40B4-BE49-F238E27FC236}">
                <a16:creationId xmlns:a16="http://schemas.microsoft.com/office/drawing/2014/main" id="{36B8C739-4602-4A2F-9C90-0C4BB96A4653}"/>
              </a:ext>
            </a:extLst>
          </p:cNvPr>
          <p:cNvSpPr>
            <a:spLocks noGrp="1"/>
          </p:cNvSpPr>
          <p:nvPr>
            <p:ph idx="1"/>
          </p:nvPr>
        </p:nvSpPr>
        <p:spPr/>
        <p:txBody>
          <a:bodyPr/>
          <a:lstStyle/>
          <a:p>
            <a:r>
              <a:rPr lang="en-US" dirty="0">
                <a:solidFill>
                  <a:schemeClr val="accent1">
                    <a:lumMod val="75000"/>
                  </a:schemeClr>
                </a:solidFill>
              </a:rPr>
              <a:t>Next up are presentations of the two pilots </a:t>
            </a:r>
          </a:p>
          <a:p>
            <a:r>
              <a:rPr lang="en-US" dirty="0">
                <a:solidFill>
                  <a:schemeClr val="accent1">
                    <a:lumMod val="75000"/>
                  </a:schemeClr>
                </a:solidFill>
              </a:rPr>
              <a:t>We’ll open it up for questions when they are done</a:t>
            </a:r>
          </a:p>
        </p:txBody>
      </p:sp>
    </p:spTree>
    <p:extLst>
      <p:ext uri="{BB962C8B-B14F-4D97-AF65-F5344CB8AC3E}">
        <p14:creationId xmlns:p14="http://schemas.microsoft.com/office/powerpoint/2010/main" val="717104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70A6BDCF9EDE429F30368D7F34C74C" ma:contentTypeVersion="8" ma:contentTypeDescription="Create a new document." ma:contentTypeScope="" ma:versionID="90e2959f7ede8bf6ad6e7ec9bccdd909">
  <xsd:schema xmlns:xsd="http://www.w3.org/2001/XMLSchema" xmlns:xs="http://www.w3.org/2001/XMLSchema" xmlns:p="http://schemas.microsoft.com/office/2006/metadata/properties" xmlns:ns2="2ba670d5-100b-44a8-b60c-b9ae61acdd03" xmlns:ns3="97ef7c57-f98b-4bbf-abe5-0dccd9ed8267" targetNamespace="http://schemas.microsoft.com/office/2006/metadata/properties" ma:root="true" ma:fieldsID="c7705e0506eb033bd23cd490c837d094" ns2:_="" ns3:_="">
    <xsd:import namespace="2ba670d5-100b-44a8-b60c-b9ae61acdd03"/>
    <xsd:import namespace="97ef7c57-f98b-4bbf-abe5-0dccd9ed826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a670d5-100b-44a8-b60c-b9ae61acdd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ef7c57-f98b-4bbf-abe5-0dccd9ed826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97ef7c57-f98b-4bbf-abe5-0dccd9ed8267">
      <UserInfo>
        <DisplayName/>
        <AccountId xsi:nil="true"/>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C7F2F47-688F-420D-8C15-BC6B1BE31E04}"/>
</file>

<file path=customXml/itemProps2.xml><?xml version="1.0" encoding="utf-8"?>
<ds:datastoreItem xmlns:ds="http://schemas.openxmlformats.org/officeDocument/2006/customXml" ds:itemID="{01D6D49F-AFD1-46F6-9D57-5F11183AD038}">
  <ds:schemaRefs>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1e0e84c4-f330-4d2c-875a-a25837946e89"/>
    <ds:schemaRef ds:uri="76f7cdd3-ac54-49a5-b137-57b18de43852"/>
    <ds:schemaRef ds:uri="http://www.w3.org/XML/1998/namespace"/>
  </ds:schemaRefs>
</ds:datastoreItem>
</file>

<file path=customXml/itemProps3.xml><?xml version="1.0" encoding="utf-8"?>
<ds:datastoreItem xmlns:ds="http://schemas.openxmlformats.org/officeDocument/2006/customXml" ds:itemID="{8B54E922-823D-414B-BE90-E8679FC2E83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1552</TotalTime>
  <Words>489</Words>
  <Application>Microsoft Office PowerPoint</Application>
  <PresentationFormat>Widescreen</PresentationFormat>
  <Paragraphs>66</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 Service Transformation PHASE-Industries Day and Employment Services</vt:lpstr>
      <vt:lpstr>What Is Service Transformation?</vt:lpstr>
      <vt:lpstr>Where We’ve Been</vt:lpstr>
      <vt:lpstr>Where We Are</vt:lpstr>
      <vt:lpstr>Our Vision For The Future</vt:lpstr>
      <vt:lpstr>Our Vision For The Future continued</vt:lpstr>
      <vt:lpstr>How Will We Make This Happen?</vt:lpstr>
      <vt:lpstr>How Will We Make This Happen continued</vt:lpstr>
      <vt:lpstr>Timeline</vt:lpstr>
      <vt:lpstr>What Does This Mean For You?</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 Transformation</dc:title>
  <dc:creator>Denise Johnson</dc:creator>
  <cp:lastModifiedBy>Denise Johnson</cp:lastModifiedBy>
  <cp:revision>14</cp:revision>
  <dcterms:created xsi:type="dcterms:W3CDTF">2021-10-04T18:14:39Z</dcterms:created>
  <dcterms:modified xsi:type="dcterms:W3CDTF">2021-10-05T20:09:27Z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0x0101008270A6BDCF9EDE429F30368D7F34C74C</vt:lpwstr>
  </property>
  <property fmtid="{D5CDD505-2E9C-101B-9397-08002B2CF9AE}" pid="3" name="Order">
    <vt:r8>1600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