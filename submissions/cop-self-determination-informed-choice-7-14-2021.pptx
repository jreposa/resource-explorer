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99" r:id="rId4"/>
    <p:sldMasterId id="2147483732" r:id="rId5"/>
  </p:sldMasterIdLst>
  <p:notesMasterIdLst>
    <p:notesMasterId r:id="rId28"/>
  </p:notesMasterIdLst>
  <p:handoutMasterIdLst>
    <p:handoutMasterId r:id="rId29"/>
  </p:handoutMasterIdLst>
  <p:sldIdLst>
    <p:sldId id="362" r:id="rId6"/>
    <p:sldId id="365" r:id="rId7"/>
    <p:sldId id="411" r:id="rId8"/>
    <p:sldId id="393" r:id="rId9"/>
    <p:sldId id="394" r:id="rId10"/>
    <p:sldId id="382" r:id="rId11"/>
    <p:sldId id="389" r:id="rId12"/>
    <p:sldId id="392" r:id="rId13"/>
    <p:sldId id="410" r:id="rId14"/>
    <p:sldId id="396" r:id="rId15"/>
    <p:sldId id="397" r:id="rId16"/>
    <p:sldId id="395" r:id="rId17"/>
    <p:sldId id="403" r:id="rId18"/>
    <p:sldId id="408" r:id="rId19"/>
    <p:sldId id="398" r:id="rId20"/>
    <p:sldId id="406" r:id="rId21"/>
    <p:sldId id="399" r:id="rId22"/>
    <p:sldId id="401" r:id="rId23"/>
    <p:sldId id="402" r:id="rId24"/>
    <p:sldId id="405" r:id="rId25"/>
    <p:sldId id="409" r:id="rId26"/>
    <p:sldId id="387" r:id="rId27"/>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6pPr>
    <a:lvl7pPr marL="27432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7pPr>
    <a:lvl8pPr marL="32004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8pPr>
    <a:lvl9pPr marL="3657600" algn="l" defTabSz="914400" rtl="0" eaLnBrk="1" latinLnBrk="0" hangingPunct="1">
      <a:defRPr sz="2400" kern="1200">
        <a:solidFill>
          <a:schemeClr val="tx1"/>
        </a:solidFill>
        <a:latin typeface="Arial" panose="020B0604020202020204" pitchFamily="34" charset="0"/>
        <a:ea typeface="Geneva" panose="020B0503030404040204" pitchFamily="34"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003399"/>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BEFD11-36B3-4075-B268-E222D6A6F061}" v="2160" dt="2021-05-12T19:11:52.9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76" autoAdjust="0"/>
    <p:restoredTop sz="96327" autoAdjust="0"/>
  </p:normalViewPr>
  <p:slideViewPr>
    <p:cSldViewPr>
      <p:cViewPr varScale="1">
        <p:scale>
          <a:sx n="117" d="100"/>
          <a:sy n="117" d="100"/>
        </p:scale>
        <p:origin x="192" y="4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notesViewPr>
    <p:cSldViewPr>
      <p:cViewPr varScale="1">
        <p:scale>
          <a:sx n="80" d="100"/>
          <a:sy n="80" d="100"/>
        </p:scale>
        <p:origin x="2200" y="1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 K DiBiase" userId="S::mary.dibiase@umb.edu::8d2643bd-3f5a-49b8-bd29-b326e929dd25" providerId="AD" clId="Web-{9E5CAE8B-F621-4363-9AF0-6B46A8AF5BD5}"/>
    <pc:docChg chg="addSld modSld">
      <pc:chgData name="Mary K DiBiase" userId="S::mary.dibiase@umb.edu::8d2643bd-3f5a-49b8-bd29-b326e929dd25" providerId="AD" clId="Web-{9E5CAE8B-F621-4363-9AF0-6B46A8AF5BD5}" dt="2021-05-10T19:10:25.965" v="182" actId="20577"/>
      <pc:docMkLst>
        <pc:docMk/>
      </pc:docMkLst>
      <pc:sldChg chg="modSp new">
        <pc:chgData name="Mary K DiBiase" userId="S::mary.dibiase@umb.edu::8d2643bd-3f5a-49b8-bd29-b326e929dd25" providerId="AD" clId="Web-{9E5CAE8B-F621-4363-9AF0-6B46A8AF5BD5}" dt="2021-05-10T19:10:25.965" v="182" actId="20577"/>
        <pc:sldMkLst>
          <pc:docMk/>
          <pc:sldMk cId="551054" sldId="394"/>
        </pc:sldMkLst>
        <pc:spChg chg="mod">
          <ac:chgData name="Mary K DiBiase" userId="S::mary.dibiase@umb.edu::8d2643bd-3f5a-49b8-bd29-b326e929dd25" providerId="AD" clId="Web-{9E5CAE8B-F621-4363-9AF0-6B46A8AF5BD5}" dt="2021-05-10T19:10:25.965" v="182" actId="20577"/>
          <ac:spMkLst>
            <pc:docMk/>
            <pc:sldMk cId="551054" sldId="394"/>
            <ac:spMk id="3" creationId="{821D1523-25F1-4C47-BE6C-62480ED67BBA}"/>
          </ac:spMkLst>
        </pc:spChg>
      </pc:sldChg>
    </pc:docChg>
  </pc:docChgLst>
  <pc:docChgLst>
    <pc:chgData name="Russell J Thelin" userId="S::russell.thelin@umb.edu::9a2d4b09-bd2f-4650-9968-8237c2564771" providerId="AD" clId="Web-{C3E79AAC-EE6A-44AA-9E70-5DAF6470A62E}"/>
    <pc:docChg chg="modSld">
      <pc:chgData name="Russell J Thelin" userId="S::russell.thelin@umb.edu::9a2d4b09-bd2f-4650-9968-8237c2564771" providerId="AD" clId="Web-{C3E79AAC-EE6A-44AA-9E70-5DAF6470A62E}" dt="2021-05-11T16:15:28.028" v="4" actId="14100"/>
      <pc:docMkLst>
        <pc:docMk/>
      </pc:docMkLst>
      <pc:sldChg chg="modSp">
        <pc:chgData name="Russell J Thelin" userId="S::russell.thelin@umb.edu::9a2d4b09-bd2f-4650-9968-8237c2564771" providerId="AD" clId="Web-{C3E79AAC-EE6A-44AA-9E70-5DAF6470A62E}" dt="2021-05-11T16:15:28.028" v="4" actId="14100"/>
        <pc:sldMkLst>
          <pc:docMk/>
          <pc:sldMk cId="3654072342" sldId="393"/>
        </pc:sldMkLst>
        <pc:spChg chg="mod">
          <ac:chgData name="Russell J Thelin" userId="S::russell.thelin@umb.edu::9a2d4b09-bd2f-4650-9968-8237c2564771" providerId="AD" clId="Web-{C3E79AAC-EE6A-44AA-9E70-5DAF6470A62E}" dt="2021-05-11T16:15:07.465" v="1" actId="1076"/>
          <ac:spMkLst>
            <pc:docMk/>
            <pc:sldMk cId="3654072342" sldId="393"/>
            <ac:spMk id="2" creationId="{E79500EA-2434-45C9-9FDB-0761F471190F}"/>
          </ac:spMkLst>
        </pc:spChg>
        <pc:picChg chg="mod">
          <ac:chgData name="Russell J Thelin" userId="S::russell.thelin@umb.edu::9a2d4b09-bd2f-4650-9968-8237c2564771" providerId="AD" clId="Web-{C3E79AAC-EE6A-44AA-9E70-5DAF6470A62E}" dt="2021-05-11T16:15:28.028" v="4" actId="14100"/>
          <ac:picMkLst>
            <pc:docMk/>
            <pc:sldMk cId="3654072342" sldId="393"/>
            <ac:picMk id="3" creationId="{1CFEFA34-699A-4C84-B2B9-A01C505CB911}"/>
          </ac:picMkLst>
        </pc:picChg>
      </pc:sldChg>
    </pc:docChg>
  </pc:docChgLst>
  <pc:docChgLst>
    <pc:chgData name="Mary K DiBiase" userId="8d2643bd-3f5a-49b8-bd29-b326e929dd25" providerId="ADAL" clId="{DFBEFD11-36B3-4075-B268-E222D6A6F061}"/>
    <pc:docChg chg="undo custSel addSld delSld modSld sldOrd">
      <pc:chgData name="Mary K DiBiase" userId="8d2643bd-3f5a-49b8-bd29-b326e929dd25" providerId="ADAL" clId="{DFBEFD11-36B3-4075-B268-E222D6A6F061}" dt="2021-05-27T19:42:48.310" v="33809" actId="313"/>
      <pc:docMkLst>
        <pc:docMk/>
      </pc:docMkLst>
      <pc:sldChg chg="addSp modSp mod">
        <pc:chgData name="Mary K DiBiase" userId="8d2643bd-3f5a-49b8-bd29-b326e929dd25" providerId="ADAL" clId="{DFBEFD11-36B3-4075-B268-E222D6A6F061}" dt="2021-05-10T02:13:40.328" v="2049" actId="1076"/>
        <pc:sldMkLst>
          <pc:docMk/>
          <pc:sldMk cId="1271619082" sldId="365"/>
        </pc:sldMkLst>
        <pc:spChg chg="mod">
          <ac:chgData name="Mary K DiBiase" userId="8d2643bd-3f5a-49b8-bd29-b326e929dd25" providerId="ADAL" clId="{DFBEFD11-36B3-4075-B268-E222D6A6F061}" dt="2021-05-10T02:13:40.328" v="2049" actId="1076"/>
          <ac:spMkLst>
            <pc:docMk/>
            <pc:sldMk cId="1271619082" sldId="365"/>
            <ac:spMk id="4" creationId="{00000000-0000-0000-0000-000000000000}"/>
          </ac:spMkLst>
        </pc:spChg>
        <pc:spChg chg="add mod">
          <ac:chgData name="Mary K DiBiase" userId="8d2643bd-3f5a-49b8-bd29-b326e929dd25" providerId="ADAL" clId="{DFBEFD11-36B3-4075-B268-E222D6A6F061}" dt="2021-05-10T02:13:34.521" v="2048" actId="1076"/>
          <ac:spMkLst>
            <pc:docMk/>
            <pc:sldMk cId="1271619082" sldId="365"/>
            <ac:spMk id="6" creationId="{6F33F70A-5C39-4FDE-8C33-940DEAB8529B}"/>
          </ac:spMkLst>
        </pc:spChg>
      </pc:sldChg>
      <pc:sldChg chg="modSp mod modNotesTx">
        <pc:chgData name="Mary K DiBiase" userId="8d2643bd-3f5a-49b8-bd29-b326e929dd25" providerId="ADAL" clId="{DFBEFD11-36B3-4075-B268-E222D6A6F061}" dt="2021-05-12T18:52:39.974" v="30094" actId="20577"/>
        <pc:sldMkLst>
          <pc:docMk/>
          <pc:sldMk cId="330592266" sldId="366"/>
        </pc:sldMkLst>
        <pc:spChg chg="mod">
          <ac:chgData name="Mary K DiBiase" userId="8d2643bd-3f5a-49b8-bd29-b326e929dd25" providerId="ADAL" clId="{DFBEFD11-36B3-4075-B268-E222D6A6F061}" dt="2021-05-12T18:52:39.974" v="30094" actId="20577"/>
          <ac:spMkLst>
            <pc:docMk/>
            <pc:sldMk cId="330592266" sldId="366"/>
            <ac:spMk id="2" creationId="{00000000-0000-0000-0000-000000000000}"/>
          </ac:spMkLst>
        </pc:spChg>
      </pc:sldChg>
      <pc:sldChg chg="modSp mod modNotesTx">
        <pc:chgData name="Mary K DiBiase" userId="8d2643bd-3f5a-49b8-bd29-b326e929dd25" providerId="ADAL" clId="{DFBEFD11-36B3-4075-B268-E222D6A6F061}" dt="2021-05-12T18:54:58.637" v="30199" actId="20577"/>
        <pc:sldMkLst>
          <pc:docMk/>
          <pc:sldMk cId="2678687818" sldId="367"/>
        </pc:sldMkLst>
        <pc:spChg chg="mod">
          <ac:chgData name="Mary K DiBiase" userId="8d2643bd-3f5a-49b8-bd29-b326e929dd25" providerId="ADAL" clId="{DFBEFD11-36B3-4075-B268-E222D6A6F061}" dt="2021-05-12T17:47:25.206" v="26123"/>
          <ac:spMkLst>
            <pc:docMk/>
            <pc:sldMk cId="2678687818" sldId="367"/>
            <ac:spMk id="2" creationId="{00000000-0000-0000-0000-000000000000}"/>
          </ac:spMkLst>
        </pc:spChg>
        <pc:spChg chg="mod">
          <ac:chgData name="Mary K DiBiase" userId="8d2643bd-3f5a-49b8-bd29-b326e929dd25" providerId="ADAL" clId="{DFBEFD11-36B3-4075-B268-E222D6A6F061}" dt="2021-05-12T17:47:06.868" v="26121" actId="14100"/>
          <ac:spMkLst>
            <pc:docMk/>
            <pc:sldMk cId="2678687818" sldId="367"/>
            <ac:spMk id="3" creationId="{00000000-0000-0000-0000-000000000000}"/>
          </ac:spMkLst>
        </pc:spChg>
      </pc:sldChg>
      <pc:sldChg chg="ord modNotesTx">
        <pc:chgData name="Mary K DiBiase" userId="8d2643bd-3f5a-49b8-bd29-b326e929dd25" providerId="ADAL" clId="{DFBEFD11-36B3-4075-B268-E222D6A6F061}" dt="2021-05-12T19:22:54.043" v="31477" actId="20577"/>
        <pc:sldMkLst>
          <pc:docMk/>
          <pc:sldMk cId="732501637" sldId="368"/>
        </pc:sldMkLst>
      </pc:sldChg>
      <pc:sldChg chg="addSp delSp modSp mod modNotesTx">
        <pc:chgData name="Mary K DiBiase" userId="8d2643bd-3f5a-49b8-bd29-b326e929dd25" providerId="ADAL" clId="{DFBEFD11-36B3-4075-B268-E222D6A6F061}" dt="2021-05-11T15:44:32.043" v="5885" actId="20577"/>
        <pc:sldMkLst>
          <pc:docMk/>
          <pc:sldMk cId="652587377" sldId="369"/>
        </pc:sldMkLst>
        <pc:spChg chg="mod">
          <ac:chgData name="Mary K DiBiase" userId="8d2643bd-3f5a-49b8-bd29-b326e929dd25" providerId="ADAL" clId="{DFBEFD11-36B3-4075-B268-E222D6A6F061}" dt="2021-05-07T19:26:26.533" v="242" actId="255"/>
          <ac:spMkLst>
            <pc:docMk/>
            <pc:sldMk cId="652587377" sldId="369"/>
            <ac:spMk id="2" creationId="{00000000-0000-0000-0000-000000000000}"/>
          </ac:spMkLst>
        </pc:spChg>
        <pc:spChg chg="mod">
          <ac:chgData name="Mary K DiBiase" userId="8d2643bd-3f5a-49b8-bd29-b326e929dd25" providerId="ADAL" clId="{DFBEFD11-36B3-4075-B268-E222D6A6F061}" dt="2021-05-07T20:30:49.532" v="1389" actId="14100"/>
          <ac:spMkLst>
            <pc:docMk/>
            <pc:sldMk cId="652587377" sldId="369"/>
            <ac:spMk id="4" creationId="{00000000-0000-0000-0000-000000000000}"/>
          </ac:spMkLst>
        </pc:spChg>
        <pc:spChg chg="del">
          <ac:chgData name="Mary K DiBiase" userId="8d2643bd-3f5a-49b8-bd29-b326e929dd25" providerId="ADAL" clId="{DFBEFD11-36B3-4075-B268-E222D6A6F061}" dt="2021-05-07T19:25:51.266" v="238" actId="26606"/>
          <ac:spMkLst>
            <pc:docMk/>
            <pc:sldMk cId="652587377" sldId="369"/>
            <ac:spMk id="9" creationId="{09588DA8-065E-4F6F-8EFD-43104AB2E0CF}"/>
          </ac:spMkLst>
        </pc:spChg>
        <pc:spChg chg="del">
          <ac:chgData name="Mary K DiBiase" userId="8d2643bd-3f5a-49b8-bd29-b326e929dd25" providerId="ADAL" clId="{DFBEFD11-36B3-4075-B268-E222D6A6F061}" dt="2021-05-07T19:25:51.266" v="238" actId="26606"/>
          <ac:spMkLst>
            <pc:docMk/>
            <pc:sldMk cId="652587377" sldId="369"/>
            <ac:spMk id="11" creationId="{C4285719-470E-454C-AF62-8323075F1F5B}"/>
          </ac:spMkLst>
        </pc:spChg>
        <pc:spChg chg="del">
          <ac:chgData name="Mary K DiBiase" userId="8d2643bd-3f5a-49b8-bd29-b326e929dd25" providerId="ADAL" clId="{DFBEFD11-36B3-4075-B268-E222D6A6F061}" dt="2021-05-07T19:25:51.266" v="238" actId="26606"/>
          <ac:spMkLst>
            <pc:docMk/>
            <pc:sldMk cId="652587377" sldId="369"/>
            <ac:spMk id="13" creationId="{CD9FE4EF-C4D8-49A0-B2FF-81D8DB7D8A24}"/>
          </ac:spMkLst>
        </pc:spChg>
        <pc:spChg chg="del">
          <ac:chgData name="Mary K DiBiase" userId="8d2643bd-3f5a-49b8-bd29-b326e929dd25" providerId="ADAL" clId="{DFBEFD11-36B3-4075-B268-E222D6A6F061}" dt="2021-05-07T19:25:51.266" v="238" actId="26606"/>
          <ac:spMkLst>
            <pc:docMk/>
            <pc:sldMk cId="652587377" sldId="369"/>
            <ac:spMk id="15" creationId="{4300840D-0A0B-4512-BACA-B439D5B9C57C}"/>
          </ac:spMkLst>
        </pc:spChg>
        <pc:spChg chg="del">
          <ac:chgData name="Mary K DiBiase" userId="8d2643bd-3f5a-49b8-bd29-b326e929dd25" providerId="ADAL" clId="{DFBEFD11-36B3-4075-B268-E222D6A6F061}" dt="2021-05-07T19:25:51.266" v="238" actId="26606"/>
          <ac:spMkLst>
            <pc:docMk/>
            <pc:sldMk cId="652587377" sldId="369"/>
            <ac:spMk id="17" creationId="{D2B78728-A580-49A7-84F9-6EF6F583ADE0}"/>
          </ac:spMkLst>
        </pc:spChg>
        <pc:spChg chg="del">
          <ac:chgData name="Mary K DiBiase" userId="8d2643bd-3f5a-49b8-bd29-b326e929dd25" providerId="ADAL" clId="{DFBEFD11-36B3-4075-B268-E222D6A6F061}" dt="2021-05-07T19:25:51.266" v="238" actId="26606"/>
          <ac:spMkLst>
            <pc:docMk/>
            <pc:sldMk cId="652587377" sldId="369"/>
            <ac:spMk id="19" creationId="{38FAA1A1-D861-433F-88FA-1E9D6FD31D11}"/>
          </ac:spMkLst>
        </pc:spChg>
        <pc:spChg chg="del">
          <ac:chgData name="Mary K DiBiase" userId="8d2643bd-3f5a-49b8-bd29-b326e929dd25" providerId="ADAL" clId="{DFBEFD11-36B3-4075-B268-E222D6A6F061}" dt="2021-05-07T19:25:51.266" v="238" actId="26606"/>
          <ac:spMkLst>
            <pc:docMk/>
            <pc:sldMk cId="652587377" sldId="369"/>
            <ac:spMk id="21" creationId="{8D71EDA1-87BF-4D5D-AB79-F346FD19278A}"/>
          </ac:spMkLst>
        </pc:spChg>
        <pc:picChg chg="add mod">
          <ac:chgData name="Mary K DiBiase" userId="8d2643bd-3f5a-49b8-bd29-b326e929dd25" providerId="ADAL" clId="{DFBEFD11-36B3-4075-B268-E222D6A6F061}" dt="2021-05-07T19:25:59.686" v="239" actId="14100"/>
          <ac:picMkLst>
            <pc:docMk/>
            <pc:sldMk cId="652587377" sldId="369"/>
            <ac:picMk id="1026" creationId="{2F667BD9-16FC-4D3A-845D-79396A64D280}"/>
          </ac:picMkLst>
        </pc:picChg>
        <pc:cxnChg chg="add">
          <ac:chgData name="Mary K DiBiase" userId="8d2643bd-3f5a-49b8-bd29-b326e929dd25" providerId="ADAL" clId="{DFBEFD11-36B3-4075-B268-E222D6A6F061}" dt="2021-05-07T19:25:51.266" v="238" actId="26606"/>
          <ac:cxnSpMkLst>
            <pc:docMk/>
            <pc:sldMk cId="652587377" sldId="369"/>
            <ac:cxnSpMk id="71" creationId="{A7F400EE-A8A5-48AF-B4D6-291B52C6F0B0}"/>
          </ac:cxnSpMkLst>
        </pc:cxnChg>
      </pc:sldChg>
      <pc:sldChg chg="delSp modSp del mod">
        <pc:chgData name="Mary K DiBiase" userId="8d2643bd-3f5a-49b8-bd29-b326e929dd25" providerId="ADAL" clId="{DFBEFD11-36B3-4075-B268-E222D6A6F061}" dt="2021-05-10T04:10:44.410" v="2135" actId="2696"/>
        <pc:sldMkLst>
          <pc:docMk/>
          <pc:sldMk cId="708756385" sldId="370"/>
        </pc:sldMkLst>
        <pc:spChg chg="mod">
          <ac:chgData name="Mary K DiBiase" userId="8d2643bd-3f5a-49b8-bd29-b326e929dd25" providerId="ADAL" clId="{DFBEFD11-36B3-4075-B268-E222D6A6F061}" dt="2021-05-10T02:12:33.587" v="2040" actId="20577"/>
          <ac:spMkLst>
            <pc:docMk/>
            <pc:sldMk cId="708756385" sldId="370"/>
            <ac:spMk id="3" creationId="{8CA2932D-90C5-4F69-B8B4-E514443082B6}"/>
          </ac:spMkLst>
        </pc:spChg>
        <pc:picChg chg="del">
          <ac:chgData name="Mary K DiBiase" userId="8d2643bd-3f5a-49b8-bd29-b326e929dd25" providerId="ADAL" clId="{DFBEFD11-36B3-4075-B268-E222D6A6F061}" dt="2021-05-10T02:12:22.960" v="2038" actId="478"/>
          <ac:picMkLst>
            <pc:docMk/>
            <pc:sldMk cId="708756385" sldId="370"/>
            <ac:picMk id="7" creationId="{24FB70F2-C19B-4A58-AF9E-D9A95350574D}"/>
          </ac:picMkLst>
        </pc:picChg>
      </pc:sldChg>
      <pc:sldChg chg="modSp mod modNotesTx">
        <pc:chgData name="Mary K DiBiase" userId="8d2643bd-3f5a-49b8-bd29-b326e929dd25" providerId="ADAL" clId="{DFBEFD11-36B3-4075-B268-E222D6A6F061}" dt="2021-05-11T15:38:33.587" v="5261" actId="20577"/>
        <pc:sldMkLst>
          <pc:docMk/>
          <pc:sldMk cId="3087367928" sldId="371"/>
        </pc:sldMkLst>
        <pc:spChg chg="mod">
          <ac:chgData name="Mary K DiBiase" userId="8d2643bd-3f5a-49b8-bd29-b326e929dd25" providerId="ADAL" clId="{DFBEFD11-36B3-4075-B268-E222D6A6F061}" dt="2021-05-10T04:12:48.865" v="2500" actId="20577"/>
          <ac:spMkLst>
            <pc:docMk/>
            <pc:sldMk cId="3087367928" sldId="371"/>
            <ac:spMk id="4" creationId="{25A9C26D-0820-4D4A-B92F-67B4B7D772D2}"/>
          </ac:spMkLst>
        </pc:spChg>
      </pc:sldChg>
      <pc:sldChg chg="modSp mod modNotesTx">
        <pc:chgData name="Mary K DiBiase" userId="8d2643bd-3f5a-49b8-bd29-b326e929dd25" providerId="ADAL" clId="{DFBEFD11-36B3-4075-B268-E222D6A6F061}" dt="2021-05-12T18:59:05.309" v="30261" actId="20577"/>
        <pc:sldMkLst>
          <pc:docMk/>
          <pc:sldMk cId="391031277" sldId="372"/>
        </pc:sldMkLst>
        <pc:spChg chg="mod">
          <ac:chgData name="Mary K DiBiase" userId="8d2643bd-3f5a-49b8-bd29-b326e929dd25" providerId="ADAL" clId="{DFBEFD11-36B3-4075-B268-E222D6A6F061}" dt="2021-05-10T04:14:54.529" v="2512" actId="1076"/>
          <ac:spMkLst>
            <pc:docMk/>
            <pc:sldMk cId="391031277" sldId="372"/>
            <ac:spMk id="4" creationId="{25A9C26D-0820-4D4A-B92F-67B4B7D772D2}"/>
          </ac:spMkLst>
        </pc:spChg>
      </pc:sldChg>
      <pc:sldChg chg="addSp modSp mod setBg modNotesTx">
        <pc:chgData name="Mary K DiBiase" userId="8d2643bd-3f5a-49b8-bd29-b326e929dd25" providerId="ADAL" clId="{DFBEFD11-36B3-4075-B268-E222D6A6F061}" dt="2021-05-12T18:58:12.342" v="30204"/>
        <pc:sldMkLst>
          <pc:docMk/>
          <pc:sldMk cId="252705292" sldId="373"/>
        </pc:sldMkLst>
        <pc:spChg chg="mod">
          <ac:chgData name="Mary K DiBiase" userId="8d2643bd-3f5a-49b8-bd29-b326e929dd25" providerId="ADAL" clId="{DFBEFD11-36B3-4075-B268-E222D6A6F061}" dt="2021-05-11T15:41:52.332" v="5580" actId="207"/>
          <ac:spMkLst>
            <pc:docMk/>
            <pc:sldMk cId="252705292" sldId="373"/>
            <ac:spMk id="2" creationId="{D64DBF3D-1F83-4E6B-9587-76D7F297E635}"/>
          </ac:spMkLst>
        </pc:spChg>
        <pc:spChg chg="mod">
          <ac:chgData name="Mary K DiBiase" userId="8d2643bd-3f5a-49b8-bd29-b326e929dd25" providerId="ADAL" clId="{DFBEFD11-36B3-4075-B268-E222D6A6F061}" dt="2021-05-12T17:50:35.578" v="26499" actId="14100"/>
          <ac:spMkLst>
            <pc:docMk/>
            <pc:sldMk cId="252705292" sldId="373"/>
            <ac:spMk id="4" creationId="{25A9C26D-0820-4D4A-B92F-67B4B7D772D2}"/>
          </ac:spMkLst>
        </pc:spChg>
        <pc:spChg chg="add">
          <ac:chgData name="Mary K DiBiase" userId="8d2643bd-3f5a-49b8-bd29-b326e929dd25" providerId="ADAL" clId="{DFBEFD11-36B3-4075-B268-E222D6A6F061}" dt="2021-05-10T04:13:26.855" v="2501" actId="26606"/>
          <ac:spMkLst>
            <pc:docMk/>
            <pc:sldMk cId="252705292" sldId="373"/>
            <ac:spMk id="10" creationId="{058A14AF-9FB5-4CC7-BA35-E8E85D3EDF0E}"/>
          </ac:spMkLst>
        </pc:spChg>
        <pc:spChg chg="add">
          <ac:chgData name="Mary K DiBiase" userId="8d2643bd-3f5a-49b8-bd29-b326e929dd25" providerId="ADAL" clId="{DFBEFD11-36B3-4075-B268-E222D6A6F061}" dt="2021-05-10T04:13:26.855" v="2501" actId="26606"/>
          <ac:spMkLst>
            <pc:docMk/>
            <pc:sldMk cId="252705292" sldId="373"/>
            <ac:spMk id="12" creationId="{3A9A4357-BD1D-4622-A4FE-766E6AB8DE84}"/>
          </ac:spMkLst>
        </pc:spChg>
        <pc:spChg chg="add">
          <ac:chgData name="Mary K DiBiase" userId="8d2643bd-3f5a-49b8-bd29-b326e929dd25" providerId="ADAL" clId="{DFBEFD11-36B3-4075-B268-E222D6A6F061}" dt="2021-05-10T04:13:26.855" v="2501" actId="26606"/>
          <ac:spMkLst>
            <pc:docMk/>
            <pc:sldMk cId="252705292" sldId="373"/>
            <ac:spMk id="14" creationId="{E659831F-0D9A-4C63-9EBB-8435B85A440F}"/>
          </ac:spMkLst>
        </pc:spChg>
        <pc:spChg chg="add">
          <ac:chgData name="Mary K DiBiase" userId="8d2643bd-3f5a-49b8-bd29-b326e929dd25" providerId="ADAL" clId="{DFBEFD11-36B3-4075-B268-E222D6A6F061}" dt="2021-05-10T04:13:26.855" v="2501" actId="26606"/>
          <ac:spMkLst>
            <pc:docMk/>
            <pc:sldMk cId="252705292" sldId="373"/>
            <ac:spMk id="16" creationId="{E6995CE5-F890-4ABA-82A2-26507CE8D2A3}"/>
          </ac:spMkLst>
        </pc:spChg>
        <pc:picChg chg="mod">
          <ac:chgData name="Mary K DiBiase" userId="8d2643bd-3f5a-49b8-bd29-b326e929dd25" providerId="ADAL" clId="{DFBEFD11-36B3-4075-B268-E222D6A6F061}" dt="2021-05-10T04:13:32.624" v="2502" actId="14100"/>
          <ac:picMkLst>
            <pc:docMk/>
            <pc:sldMk cId="252705292" sldId="373"/>
            <ac:picMk id="5" creationId="{5A6ED527-AA39-486E-9F50-DB0F39E4E371}"/>
          </ac:picMkLst>
        </pc:picChg>
      </pc:sldChg>
      <pc:sldChg chg="addSp modSp mod setBg modNotesTx">
        <pc:chgData name="Mary K DiBiase" userId="8d2643bd-3f5a-49b8-bd29-b326e929dd25" providerId="ADAL" clId="{DFBEFD11-36B3-4075-B268-E222D6A6F061}" dt="2021-05-11T15:41:58.850" v="5581" actId="207"/>
        <pc:sldMkLst>
          <pc:docMk/>
          <pc:sldMk cId="1604199709" sldId="374"/>
        </pc:sldMkLst>
        <pc:spChg chg="mod">
          <ac:chgData name="Mary K DiBiase" userId="8d2643bd-3f5a-49b8-bd29-b326e929dd25" providerId="ADAL" clId="{DFBEFD11-36B3-4075-B268-E222D6A6F061}" dt="2021-05-11T15:41:58.850" v="5581" actId="207"/>
          <ac:spMkLst>
            <pc:docMk/>
            <pc:sldMk cId="1604199709" sldId="374"/>
            <ac:spMk id="2" creationId="{D64DBF3D-1F83-4E6B-9587-76D7F297E635}"/>
          </ac:spMkLst>
        </pc:spChg>
        <pc:spChg chg="mod">
          <ac:chgData name="Mary K DiBiase" userId="8d2643bd-3f5a-49b8-bd29-b326e929dd25" providerId="ADAL" clId="{DFBEFD11-36B3-4075-B268-E222D6A6F061}" dt="2021-05-07T14:23:32.093" v="12" actId="255"/>
          <ac:spMkLst>
            <pc:docMk/>
            <pc:sldMk cId="1604199709" sldId="374"/>
            <ac:spMk id="4" creationId="{25A9C26D-0820-4D4A-B92F-67B4B7D772D2}"/>
          </ac:spMkLst>
        </pc:spChg>
        <pc:spChg chg="add">
          <ac:chgData name="Mary K DiBiase" userId="8d2643bd-3f5a-49b8-bd29-b326e929dd25" providerId="ADAL" clId="{DFBEFD11-36B3-4075-B268-E222D6A6F061}" dt="2021-05-07T14:21:43.820" v="0" actId="26606"/>
          <ac:spMkLst>
            <pc:docMk/>
            <pc:sldMk cId="1604199709" sldId="374"/>
            <ac:spMk id="12" creationId="{2550BE34-C2B8-49B8-8519-67A8CAD51AE9}"/>
          </ac:spMkLst>
        </pc:spChg>
        <pc:spChg chg="add">
          <ac:chgData name="Mary K DiBiase" userId="8d2643bd-3f5a-49b8-bd29-b326e929dd25" providerId="ADAL" clId="{DFBEFD11-36B3-4075-B268-E222D6A6F061}" dt="2021-05-07T14:21:43.820" v="0" actId="26606"/>
          <ac:spMkLst>
            <pc:docMk/>
            <pc:sldMk cId="1604199709" sldId="374"/>
            <ac:spMk id="14" creationId="{A7457DD9-5A45-400A-AB4B-4B4EDECA25F1}"/>
          </ac:spMkLst>
        </pc:spChg>
        <pc:spChg chg="add">
          <ac:chgData name="Mary K DiBiase" userId="8d2643bd-3f5a-49b8-bd29-b326e929dd25" providerId="ADAL" clId="{DFBEFD11-36B3-4075-B268-E222D6A6F061}" dt="2021-05-07T14:21:43.820" v="0" actId="26606"/>
          <ac:spMkLst>
            <pc:docMk/>
            <pc:sldMk cId="1604199709" sldId="374"/>
            <ac:spMk id="16" creationId="{441CF7D6-A660-431A-B0BB-140A0D5556B6}"/>
          </ac:spMkLst>
        </pc:spChg>
        <pc:spChg chg="add">
          <ac:chgData name="Mary K DiBiase" userId="8d2643bd-3f5a-49b8-bd29-b326e929dd25" providerId="ADAL" clId="{DFBEFD11-36B3-4075-B268-E222D6A6F061}" dt="2021-05-07T14:21:43.820" v="0" actId="26606"/>
          <ac:spMkLst>
            <pc:docMk/>
            <pc:sldMk cId="1604199709" sldId="374"/>
            <ac:spMk id="18" creationId="{0570A85B-3810-4F95-97B0-CBF4CCDB381C}"/>
          </ac:spMkLst>
        </pc:spChg>
        <pc:picChg chg="mod">
          <ac:chgData name="Mary K DiBiase" userId="8d2643bd-3f5a-49b8-bd29-b326e929dd25" providerId="ADAL" clId="{DFBEFD11-36B3-4075-B268-E222D6A6F061}" dt="2021-05-07T14:21:59.060" v="4" actId="14100"/>
          <ac:picMkLst>
            <pc:docMk/>
            <pc:sldMk cId="1604199709" sldId="374"/>
            <ac:picMk id="7" creationId="{49904346-8A91-4272-B3B3-3FA0054827D0}"/>
          </ac:picMkLst>
        </pc:picChg>
      </pc:sldChg>
      <pc:sldChg chg="modSp mod modNotesTx">
        <pc:chgData name="Mary K DiBiase" userId="8d2643bd-3f5a-49b8-bd29-b326e929dd25" providerId="ADAL" clId="{DFBEFD11-36B3-4075-B268-E222D6A6F061}" dt="2021-05-12T19:08:38.298" v="30447" actId="20577"/>
        <pc:sldMkLst>
          <pc:docMk/>
          <pc:sldMk cId="988666357" sldId="375"/>
        </pc:sldMkLst>
        <pc:spChg chg="mod">
          <ac:chgData name="Mary K DiBiase" userId="8d2643bd-3f5a-49b8-bd29-b326e929dd25" providerId="ADAL" clId="{DFBEFD11-36B3-4075-B268-E222D6A6F061}" dt="2021-05-11T16:38:23.527" v="6281" actId="207"/>
          <ac:spMkLst>
            <pc:docMk/>
            <pc:sldMk cId="988666357" sldId="375"/>
            <ac:spMk id="2" creationId="{D97CC3C0-07E3-4934-9F8A-253AF00A61AC}"/>
          </ac:spMkLst>
        </pc:spChg>
        <pc:spChg chg="mod">
          <ac:chgData name="Mary K DiBiase" userId="8d2643bd-3f5a-49b8-bd29-b326e929dd25" providerId="ADAL" clId="{DFBEFD11-36B3-4075-B268-E222D6A6F061}" dt="2021-05-12T17:45:19.244" v="26110" actId="20577"/>
          <ac:spMkLst>
            <pc:docMk/>
            <pc:sldMk cId="988666357" sldId="375"/>
            <ac:spMk id="3" creationId="{F377C702-C453-4174-8BCA-9D2AE0407B66}"/>
          </ac:spMkLst>
        </pc:spChg>
      </pc:sldChg>
      <pc:sldChg chg="addSp delSp modSp mod setBg addAnim setClrOvrMap modNotesTx">
        <pc:chgData name="Mary K DiBiase" userId="8d2643bd-3f5a-49b8-bd29-b326e929dd25" providerId="ADAL" clId="{DFBEFD11-36B3-4075-B268-E222D6A6F061}" dt="2021-05-12T01:21:50.637" v="25483" actId="20577"/>
        <pc:sldMkLst>
          <pc:docMk/>
          <pc:sldMk cId="4036420590" sldId="376"/>
        </pc:sldMkLst>
        <pc:spChg chg="mod">
          <ac:chgData name="Mary K DiBiase" userId="8d2643bd-3f5a-49b8-bd29-b326e929dd25" providerId="ADAL" clId="{DFBEFD11-36B3-4075-B268-E222D6A6F061}" dt="2021-05-07T14:36:56.849" v="99" actId="26606"/>
          <ac:spMkLst>
            <pc:docMk/>
            <pc:sldMk cId="4036420590" sldId="376"/>
            <ac:spMk id="2" creationId="{D97CC3C0-07E3-4934-9F8A-253AF00A61AC}"/>
          </ac:spMkLst>
        </pc:spChg>
        <pc:spChg chg="add del">
          <ac:chgData name="Mary K DiBiase" userId="8d2643bd-3f5a-49b8-bd29-b326e929dd25" providerId="ADAL" clId="{DFBEFD11-36B3-4075-B268-E222D6A6F061}" dt="2021-05-07T14:36:31.890" v="98" actId="26606"/>
          <ac:spMkLst>
            <pc:docMk/>
            <pc:sldMk cId="4036420590" sldId="376"/>
            <ac:spMk id="5" creationId="{00000000-0000-0000-0000-000000000000}"/>
          </ac:spMkLst>
        </pc:spChg>
        <pc:spChg chg="add del">
          <ac:chgData name="Mary K DiBiase" userId="8d2643bd-3f5a-49b8-bd29-b326e929dd25" providerId="ADAL" clId="{DFBEFD11-36B3-4075-B268-E222D6A6F061}" dt="2021-05-07T14:36:31.872" v="97" actId="26606"/>
          <ac:spMkLst>
            <pc:docMk/>
            <pc:sldMk cId="4036420590" sldId="376"/>
            <ac:spMk id="11" creationId="{5A59F003-E00A-43F9-91DC-CC54E3B87466}"/>
          </ac:spMkLst>
        </pc:spChg>
        <pc:spChg chg="add del">
          <ac:chgData name="Mary K DiBiase" userId="8d2643bd-3f5a-49b8-bd29-b326e929dd25" providerId="ADAL" clId="{DFBEFD11-36B3-4075-B268-E222D6A6F061}" dt="2021-05-07T14:36:31.872" v="97" actId="26606"/>
          <ac:spMkLst>
            <pc:docMk/>
            <pc:sldMk cId="4036420590" sldId="376"/>
            <ac:spMk id="13" creationId="{D74A4382-E3AD-430A-9A1F-DFA3E0E77A7D}"/>
          </ac:spMkLst>
        </pc:spChg>
        <pc:spChg chg="add del">
          <ac:chgData name="Mary K DiBiase" userId="8d2643bd-3f5a-49b8-bd29-b326e929dd25" providerId="ADAL" clId="{DFBEFD11-36B3-4075-B268-E222D6A6F061}" dt="2021-05-07T14:36:31.872" v="97" actId="26606"/>
          <ac:spMkLst>
            <pc:docMk/>
            <pc:sldMk cId="4036420590" sldId="376"/>
            <ac:spMk id="15" creationId="{79F40191-0F44-4FD1-82CC-ACB507C14BE6}"/>
          </ac:spMkLst>
        </pc:spChg>
        <pc:spChg chg="add del">
          <ac:chgData name="Mary K DiBiase" userId="8d2643bd-3f5a-49b8-bd29-b326e929dd25" providerId="ADAL" clId="{DFBEFD11-36B3-4075-B268-E222D6A6F061}" dt="2021-05-07T14:36:56.849" v="99" actId="26606"/>
          <ac:spMkLst>
            <pc:docMk/>
            <pc:sldMk cId="4036420590" sldId="376"/>
            <ac:spMk id="17" creationId="{E49CC64F-7275-4E33-961B-0C5CDC439875}"/>
          </ac:spMkLst>
        </pc:spChg>
        <pc:spChg chg="add">
          <ac:chgData name="Mary K DiBiase" userId="8d2643bd-3f5a-49b8-bd29-b326e929dd25" providerId="ADAL" clId="{DFBEFD11-36B3-4075-B268-E222D6A6F061}" dt="2021-05-07T14:36:56.849" v="99" actId="26606"/>
          <ac:spMkLst>
            <pc:docMk/>
            <pc:sldMk cId="4036420590" sldId="376"/>
            <ac:spMk id="23" creationId="{7F7D7B8D-EF99-4CA1-AB1E-4C0C047409F5}"/>
          </ac:spMkLst>
        </pc:spChg>
        <pc:picChg chg="add del">
          <ac:chgData name="Mary K DiBiase" userId="8d2643bd-3f5a-49b8-bd29-b326e929dd25" providerId="ADAL" clId="{DFBEFD11-36B3-4075-B268-E222D6A6F061}" dt="2021-05-07T14:36:31.872" v="97" actId="26606"/>
          <ac:picMkLst>
            <pc:docMk/>
            <pc:sldMk cId="4036420590" sldId="376"/>
            <ac:picMk id="7" creationId="{D47A9E37-4F5D-4B99-9CD1-7D488A3B3929}"/>
          </ac:picMkLst>
        </pc:picChg>
        <pc:picChg chg="add mod">
          <ac:chgData name="Mary K DiBiase" userId="8d2643bd-3f5a-49b8-bd29-b326e929dd25" providerId="ADAL" clId="{DFBEFD11-36B3-4075-B268-E222D6A6F061}" dt="2021-05-07T14:36:56.849" v="99" actId="26606"/>
          <ac:picMkLst>
            <pc:docMk/>
            <pc:sldMk cId="4036420590" sldId="376"/>
            <ac:picMk id="18" creationId="{B8522605-2D4C-48C1-9657-1CE4E476FB93}"/>
          </ac:picMkLst>
        </pc:picChg>
      </pc:sldChg>
      <pc:sldChg chg="addSp delSp modSp del mod">
        <pc:chgData name="Mary K DiBiase" userId="8d2643bd-3f5a-49b8-bd29-b326e929dd25" providerId="ADAL" clId="{DFBEFD11-36B3-4075-B268-E222D6A6F061}" dt="2021-05-12T00:56:50.565" v="23792" actId="2696"/>
        <pc:sldMkLst>
          <pc:docMk/>
          <pc:sldMk cId="1768641670" sldId="377"/>
        </pc:sldMkLst>
        <pc:spChg chg="mod">
          <ac:chgData name="Mary K DiBiase" userId="8d2643bd-3f5a-49b8-bd29-b326e929dd25" providerId="ADAL" clId="{DFBEFD11-36B3-4075-B268-E222D6A6F061}" dt="2021-05-07T14:32:18.918" v="70" actId="208"/>
          <ac:spMkLst>
            <pc:docMk/>
            <pc:sldMk cId="1768641670" sldId="377"/>
            <ac:spMk id="2" creationId="{D97CC3C0-07E3-4934-9F8A-253AF00A61AC}"/>
          </ac:spMkLst>
        </pc:spChg>
        <pc:spChg chg="mod">
          <ac:chgData name="Mary K DiBiase" userId="8d2643bd-3f5a-49b8-bd29-b326e929dd25" providerId="ADAL" clId="{DFBEFD11-36B3-4075-B268-E222D6A6F061}" dt="2021-05-07T14:28:11.144" v="44" actId="14100"/>
          <ac:spMkLst>
            <pc:docMk/>
            <pc:sldMk cId="1768641670" sldId="377"/>
            <ac:spMk id="3" creationId="{F377C702-C453-4174-8BCA-9D2AE0407B66}"/>
          </ac:spMkLst>
        </pc:spChg>
        <pc:spChg chg="mod">
          <ac:chgData name="Mary K DiBiase" userId="8d2643bd-3f5a-49b8-bd29-b326e929dd25" providerId="ADAL" clId="{DFBEFD11-36B3-4075-B268-E222D6A6F061}" dt="2021-05-07T14:35:14.758" v="95" actId="1076"/>
          <ac:spMkLst>
            <pc:docMk/>
            <pc:sldMk cId="1768641670" sldId="377"/>
            <ac:spMk id="4" creationId="{00000000-0000-0000-0000-000000000000}"/>
          </ac:spMkLst>
        </pc:spChg>
        <pc:spChg chg="del mod">
          <ac:chgData name="Mary K DiBiase" userId="8d2643bd-3f5a-49b8-bd29-b326e929dd25" providerId="ADAL" clId="{DFBEFD11-36B3-4075-B268-E222D6A6F061}" dt="2021-05-07T14:32:34.591" v="71" actId="26606"/>
          <ac:spMkLst>
            <pc:docMk/>
            <pc:sldMk cId="1768641670" sldId="377"/>
            <ac:spMk id="5" creationId="{00000000-0000-0000-0000-000000000000}"/>
          </ac:spMkLst>
        </pc:spChg>
        <pc:graphicFrameChg chg="add mod">
          <ac:chgData name="Mary K DiBiase" userId="8d2643bd-3f5a-49b8-bd29-b326e929dd25" providerId="ADAL" clId="{DFBEFD11-36B3-4075-B268-E222D6A6F061}" dt="2021-05-07T14:34:38.043" v="93" actId="2711"/>
          <ac:graphicFrameMkLst>
            <pc:docMk/>
            <pc:sldMk cId="1768641670" sldId="377"/>
            <ac:graphicFrameMk id="7" creationId="{95DD881D-B1AC-4451-BF5F-FDF82C6FBA52}"/>
          </ac:graphicFrameMkLst>
        </pc:graphicFrameChg>
      </pc:sldChg>
      <pc:sldChg chg="addSp delSp modSp mod ord delAnim modAnim setClrOvrMap">
        <pc:chgData name="Mary K DiBiase" userId="8d2643bd-3f5a-49b8-bd29-b326e929dd25" providerId="ADAL" clId="{DFBEFD11-36B3-4075-B268-E222D6A6F061}" dt="2021-05-12T00:36:55.260" v="20111" actId="1076"/>
        <pc:sldMkLst>
          <pc:docMk/>
          <pc:sldMk cId="1775505717" sldId="378"/>
        </pc:sldMkLst>
        <pc:spChg chg="mod ord">
          <ac:chgData name="Mary K DiBiase" userId="8d2643bd-3f5a-49b8-bd29-b326e929dd25" providerId="ADAL" clId="{DFBEFD11-36B3-4075-B268-E222D6A6F061}" dt="2021-05-12T00:36:41.200" v="20110" actId="26606"/>
          <ac:spMkLst>
            <pc:docMk/>
            <pc:sldMk cId="1775505717" sldId="378"/>
            <ac:spMk id="2" creationId="{D97CC3C0-07E3-4934-9F8A-253AF00A61AC}"/>
          </ac:spMkLst>
        </pc:spChg>
        <pc:spChg chg="del">
          <ac:chgData name="Mary K DiBiase" userId="8d2643bd-3f5a-49b8-bd29-b326e929dd25" providerId="ADAL" clId="{DFBEFD11-36B3-4075-B268-E222D6A6F061}" dt="2021-05-12T00:36:04.308" v="20106" actId="26606"/>
          <ac:spMkLst>
            <pc:docMk/>
            <pc:sldMk cId="1775505717" sldId="378"/>
            <ac:spMk id="19" creationId="{5A59F003-E00A-43F9-91DC-CC54E3B87466}"/>
          </ac:spMkLst>
        </pc:spChg>
        <pc:spChg chg="del">
          <ac:chgData name="Mary K DiBiase" userId="8d2643bd-3f5a-49b8-bd29-b326e929dd25" providerId="ADAL" clId="{DFBEFD11-36B3-4075-B268-E222D6A6F061}" dt="2021-05-12T00:36:04.308" v="20106" actId="26606"/>
          <ac:spMkLst>
            <pc:docMk/>
            <pc:sldMk cId="1775505717" sldId="378"/>
            <ac:spMk id="21" creationId="{D74A4382-E3AD-430A-9A1F-DFA3E0E77A7D}"/>
          </ac:spMkLst>
        </pc:spChg>
        <pc:spChg chg="del">
          <ac:chgData name="Mary K DiBiase" userId="8d2643bd-3f5a-49b8-bd29-b326e929dd25" providerId="ADAL" clId="{DFBEFD11-36B3-4075-B268-E222D6A6F061}" dt="2021-05-12T00:36:04.308" v="20106" actId="26606"/>
          <ac:spMkLst>
            <pc:docMk/>
            <pc:sldMk cId="1775505717" sldId="378"/>
            <ac:spMk id="23" creationId="{79F40191-0F44-4FD1-82CC-ACB507C14BE6}"/>
          </ac:spMkLst>
        </pc:spChg>
        <pc:spChg chg="add del">
          <ac:chgData name="Mary K DiBiase" userId="8d2643bd-3f5a-49b8-bd29-b326e929dd25" providerId="ADAL" clId="{DFBEFD11-36B3-4075-B268-E222D6A6F061}" dt="2021-05-12T00:36:41.200" v="20110" actId="26606"/>
          <ac:spMkLst>
            <pc:docMk/>
            <pc:sldMk cId="1775505717" sldId="378"/>
            <ac:spMk id="28" creationId="{23D09407-53BC-485E-B4CE-BC5E4FC4B25B}"/>
          </ac:spMkLst>
        </pc:spChg>
        <pc:spChg chg="add del">
          <ac:chgData name="Mary K DiBiase" userId="8d2643bd-3f5a-49b8-bd29-b326e929dd25" providerId="ADAL" clId="{DFBEFD11-36B3-4075-B268-E222D6A6F061}" dt="2021-05-12T00:36:41.200" v="20110" actId="26606"/>
          <ac:spMkLst>
            <pc:docMk/>
            <pc:sldMk cId="1775505717" sldId="378"/>
            <ac:spMk id="30" creationId="{921DB988-49FC-4608-B0A2-E2F3A4019041}"/>
          </ac:spMkLst>
        </pc:spChg>
        <pc:spChg chg="add">
          <ac:chgData name="Mary K DiBiase" userId="8d2643bd-3f5a-49b8-bd29-b326e929dd25" providerId="ADAL" clId="{DFBEFD11-36B3-4075-B268-E222D6A6F061}" dt="2021-05-12T00:36:41.200" v="20110" actId="26606"/>
          <ac:spMkLst>
            <pc:docMk/>
            <pc:sldMk cId="1775505717" sldId="378"/>
            <ac:spMk id="47" creationId="{E91DC736-0EF8-4F87-9146-EBF1D2EE4D3D}"/>
          </ac:spMkLst>
        </pc:spChg>
        <pc:spChg chg="add">
          <ac:chgData name="Mary K DiBiase" userId="8d2643bd-3f5a-49b8-bd29-b326e929dd25" providerId="ADAL" clId="{DFBEFD11-36B3-4075-B268-E222D6A6F061}" dt="2021-05-12T00:36:41.200" v="20110" actId="26606"/>
          <ac:spMkLst>
            <pc:docMk/>
            <pc:sldMk cId="1775505717" sldId="378"/>
            <ac:spMk id="49" creationId="{097CD68E-23E3-4007-8847-CD0944C4F7BE}"/>
          </ac:spMkLst>
        </pc:spChg>
        <pc:spChg chg="add">
          <ac:chgData name="Mary K DiBiase" userId="8d2643bd-3f5a-49b8-bd29-b326e929dd25" providerId="ADAL" clId="{DFBEFD11-36B3-4075-B268-E222D6A6F061}" dt="2021-05-12T00:36:41.200" v="20110" actId="26606"/>
          <ac:spMkLst>
            <pc:docMk/>
            <pc:sldMk cId="1775505717" sldId="378"/>
            <ac:spMk id="51" creationId="{AF2F604E-43BE-4DC3-B983-E071523364F8}"/>
          </ac:spMkLst>
        </pc:spChg>
        <pc:spChg chg="add">
          <ac:chgData name="Mary K DiBiase" userId="8d2643bd-3f5a-49b8-bd29-b326e929dd25" providerId="ADAL" clId="{DFBEFD11-36B3-4075-B268-E222D6A6F061}" dt="2021-05-12T00:36:41.200" v="20110" actId="26606"/>
          <ac:spMkLst>
            <pc:docMk/>
            <pc:sldMk cId="1775505717" sldId="378"/>
            <ac:spMk id="53" creationId="{08C9B587-E65E-4B52-B37C-ABEBB6E87928}"/>
          </ac:spMkLst>
        </pc:spChg>
        <pc:grpChg chg="add del">
          <ac:chgData name="Mary K DiBiase" userId="8d2643bd-3f5a-49b8-bd29-b326e929dd25" providerId="ADAL" clId="{DFBEFD11-36B3-4075-B268-E222D6A6F061}" dt="2021-05-12T00:36:41.200" v="20110" actId="26606"/>
          <ac:grpSpMkLst>
            <pc:docMk/>
            <pc:sldMk cId="1775505717" sldId="378"/>
            <ac:grpSpMk id="32" creationId="{E9B930FD-8671-4C4C-ADCF-73AC1D0CD417}"/>
          </ac:grpSpMkLst>
        </pc:grpChg>
        <pc:grpChg chg="add del">
          <ac:chgData name="Mary K DiBiase" userId="8d2643bd-3f5a-49b8-bd29-b326e929dd25" providerId="ADAL" clId="{DFBEFD11-36B3-4075-B268-E222D6A6F061}" dt="2021-05-12T00:36:41.200" v="20110" actId="26606"/>
          <ac:grpSpMkLst>
            <pc:docMk/>
            <pc:sldMk cId="1775505717" sldId="378"/>
            <ac:grpSpMk id="38" creationId="{383C2651-AE0C-4AE4-8725-E2F9414FE219}"/>
          </ac:grpSpMkLst>
        </pc:grpChg>
        <pc:picChg chg="del mod ord">
          <ac:chgData name="Mary K DiBiase" userId="8d2643bd-3f5a-49b8-bd29-b326e929dd25" providerId="ADAL" clId="{DFBEFD11-36B3-4075-B268-E222D6A6F061}" dt="2021-05-12T00:36:34.175" v="20109" actId="478"/>
          <ac:picMkLst>
            <pc:docMk/>
            <pc:sldMk cId="1775505717" sldId="378"/>
            <ac:picMk id="4" creationId="{479E64C2-B31E-428C-9B17-18534E83B0EA}"/>
          </ac:picMkLst>
        </pc:picChg>
        <pc:picChg chg="add mod">
          <ac:chgData name="Mary K DiBiase" userId="8d2643bd-3f5a-49b8-bd29-b326e929dd25" providerId="ADAL" clId="{DFBEFD11-36B3-4075-B268-E222D6A6F061}" dt="2021-05-12T00:36:55.260" v="20111" actId="1076"/>
          <ac:picMkLst>
            <pc:docMk/>
            <pc:sldMk cId="1775505717" sldId="378"/>
            <ac:picMk id="20" creationId="{180DE610-471B-4E8A-B23C-1974A9835C18}"/>
          </ac:picMkLst>
        </pc:picChg>
      </pc:sldChg>
      <pc:sldChg chg="addSp delSp modSp mod ord addAnim">
        <pc:chgData name="Mary K DiBiase" userId="8d2643bd-3f5a-49b8-bd29-b326e929dd25" providerId="ADAL" clId="{DFBEFD11-36B3-4075-B268-E222D6A6F061}" dt="2021-05-10T02:20:44.019" v="2134" actId="1076"/>
        <pc:sldMkLst>
          <pc:docMk/>
          <pc:sldMk cId="997348154" sldId="379"/>
        </pc:sldMkLst>
        <pc:spChg chg="mod">
          <ac:chgData name="Mary K DiBiase" userId="8d2643bd-3f5a-49b8-bd29-b326e929dd25" providerId="ADAL" clId="{DFBEFD11-36B3-4075-B268-E222D6A6F061}" dt="2021-05-10T02:20:44.019" v="2134" actId="1076"/>
          <ac:spMkLst>
            <pc:docMk/>
            <pc:sldMk cId="997348154" sldId="379"/>
            <ac:spMk id="2" creationId="{D97CC3C0-07E3-4934-9F8A-253AF00A61AC}"/>
          </ac:spMkLst>
        </pc:spChg>
        <pc:spChg chg="del">
          <ac:chgData name="Mary K DiBiase" userId="8d2643bd-3f5a-49b8-bd29-b326e929dd25" providerId="ADAL" clId="{DFBEFD11-36B3-4075-B268-E222D6A6F061}" dt="2021-05-10T02:15:47.942" v="2072" actId="26606"/>
          <ac:spMkLst>
            <pc:docMk/>
            <pc:sldMk cId="997348154" sldId="379"/>
            <ac:spMk id="24" creationId="{D12DDE76-C203-4047-9998-63900085B5E8}"/>
          </ac:spMkLst>
        </pc:spChg>
        <pc:spChg chg="add del">
          <ac:chgData name="Mary K DiBiase" userId="8d2643bd-3f5a-49b8-bd29-b326e929dd25" providerId="ADAL" clId="{DFBEFD11-36B3-4075-B268-E222D6A6F061}" dt="2021-05-10T02:16:05.882" v="2073" actId="26606"/>
          <ac:spMkLst>
            <pc:docMk/>
            <pc:sldMk cId="997348154" sldId="379"/>
            <ac:spMk id="29" creationId="{D4771268-CB57-404A-9271-370EB28F6090}"/>
          </ac:spMkLst>
        </pc:spChg>
        <pc:spChg chg="add del">
          <ac:chgData name="Mary K DiBiase" userId="8d2643bd-3f5a-49b8-bd29-b326e929dd25" providerId="ADAL" clId="{DFBEFD11-36B3-4075-B268-E222D6A6F061}" dt="2021-05-10T02:17:25.569" v="2099" actId="26606"/>
          <ac:spMkLst>
            <pc:docMk/>
            <pc:sldMk cId="997348154" sldId="379"/>
            <ac:spMk id="34" creationId="{47942995-B07F-4636-9A06-C6A104B260A8}"/>
          </ac:spMkLst>
        </pc:spChg>
        <pc:spChg chg="add del">
          <ac:chgData name="Mary K DiBiase" userId="8d2643bd-3f5a-49b8-bd29-b326e929dd25" providerId="ADAL" clId="{DFBEFD11-36B3-4075-B268-E222D6A6F061}" dt="2021-05-10T02:17:25.569" v="2099" actId="26606"/>
          <ac:spMkLst>
            <pc:docMk/>
            <pc:sldMk cId="997348154" sldId="379"/>
            <ac:spMk id="41" creationId="{B81933D1-5615-42C7-9C0B-4EB7105CCE2D}"/>
          </ac:spMkLst>
        </pc:spChg>
        <pc:spChg chg="add del">
          <ac:chgData name="Mary K DiBiase" userId="8d2643bd-3f5a-49b8-bd29-b326e929dd25" providerId="ADAL" clId="{DFBEFD11-36B3-4075-B268-E222D6A6F061}" dt="2021-05-10T02:17:25.569" v="2099" actId="26606"/>
          <ac:spMkLst>
            <pc:docMk/>
            <pc:sldMk cId="997348154" sldId="379"/>
            <ac:spMk id="43" creationId="{19C9EAEA-39D0-4B0E-A0EB-51E7B26740B1}"/>
          </ac:spMkLst>
        </pc:spChg>
        <pc:spChg chg="add del">
          <ac:chgData name="Mary K DiBiase" userId="8d2643bd-3f5a-49b8-bd29-b326e929dd25" providerId="ADAL" clId="{DFBEFD11-36B3-4075-B268-E222D6A6F061}" dt="2021-05-10T02:18:22.653" v="2108" actId="26606"/>
          <ac:spMkLst>
            <pc:docMk/>
            <pc:sldMk cId="997348154" sldId="379"/>
            <ac:spMk id="48" creationId="{854DEE1C-7FD6-4FA0-A96A-BDF952F199AB}"/>
          </ac:spMkLst>
        </pc:spChg>
        <pc:spChg chg="add del">
          <ac:chgData name="Mary K DiBiase" userId="8d2643bd-3f5a-49b8-bd29-b326e929dd25" providerId="ADAL" clId="{DFBEFD11-36B3-4075-B268-E222D6A6F061}" dt="2021-05-10T02:20:07.890" v="2126" actId="26606"/>
          <ac:spMkLst>
            <pc:docMk/>
            <pc:sldMk cId="997348154" sldId="379"/>
            <ac:spMk id="53" creationId="{9C867835-A917-4A2B-8424-3AFAF7436395}"/>
          </ac:spMkLst>
        </pc:spChg>
        <pc:spChg chg="add del">
          <ac:chgData name="Mary K DiBiase" userId="8d2643bd-3f5a-49b8-bd29-b326e929dd25" providerId="ADAL" clId="{DFBEFD11-36B3-4075-B268-E222D6A6F061}" dt="2021-05-10T02:20:07.890" v="2126" actId="26606"/>
          <ac:spMkLst>
            <pc:docMk/>
            <pc:sldMk cId="997348154" sldId="379"/>
            <ac:spMk id="55" creationId="{EED8D03E-F375-4E67-B932-FF9B007BB420}"/>
          </ac:spMkLst>
        </pc:spChg>
        <pc:spChg chg="add">
          <ac:chgData name="Mary K DiBiase" userId="8d2643bd-3f5a-49b8-bd29-b326e929dd25" providerId="ADAL" clId="{DFBEFD11-36B3-4075-B268-E222D6A6F061}" dt="2021-05-10T02:20:07.890" v="2126" actId="26606"/>
          <ac:spMkLst>
            <pc:docMk/>
            <pc:sldMk cId="997348154" sldId="379"/>
            <ac:spMk id="60" creationId="{50D1D739-EDC4-4BE6-A073-9B157E1F9069}"/>
          </ac:spMkLst>
        </pc:spChg>
        <pc:spChg chg="add">
          <ac:chgData name="Mary K DiBiase" userId="8d2643bd-3f5a-49b8-bd29-b326e929dd25" providerId="ADAL" clId="{DFBEFD11-36B3-4075-B268-E222D6A6F061}" dt="2021-05-10T02:20:07.890" v="2126" actId="26606"/>
          <ac:spMkLst>
            <pc:docMk/>
            <pc:sldMk cId="997348154" sldId="379"/>
            <ac:spMk id="62" creationId="{6CDD35A4-E546-4AF3-A8B9-AC24C5C9FA70}"/>
          </ac:spMkLst>
        </pc:spChg>
        <pc:grpChg chg="add del">
          <ac:chgData name="Mary K DiBiase" userId="8d2643bd-3f5a-49b8-bd29-b326e929dd25" providerId="ADAL" clId="{DFBEFD11-36B3-4075-B268-E222D6A6F061}" dt="2021-05-10T02:17:25.569" v="2099" actId="26606"/>
          <ac:grpSpMkLst>
            <pc:docMk/>
            <pc:sldMk cId="997348154" sldId="379"/>
            <ac:grpSpMk id="36" creationId="{032D8612-31EB-44CF-A1D0-14FD4C705424}"/>
          </ac:grpSpMkLst>
        </pc:grpChg>
        <pc:picChg chg="mod">
          <ac:chgData name="Mary K DiBiase" userId="8d2643bd-3f5a-49b8-bd29-b326e929dd25" providerId="ADAL" clId="{DFBEFD11-36B3-4075-B268-E222D6A6F061}" dt="2021-05-10T02:20:16.021" v="2128" actId="1076"/>
          <ac:picMkLst>
            <pc:docMk/>
            <pc:sldMk cId="997348154" sldId="379"/>
            <ac:picMk id="5" creationId="{94F363C7-F7C9-4C62-93D3-5ADFC73AD1CF}"/>
          </ac:picMkLst>
        </pc:picChg>
      </pc:sldChg>
      <pc:sldChg chg="addSp delSp modSp mod ord setBg modNotesTx">
        <pc:chgData name="Mary K DiBiase" userId="8d2643bd-3f5a-49b8-bd29-b326e929dd25" providerId="ADAL" clId="{DFBEFD11-36B3-4075-B268-E222D6A6F061}" dt="2021-05-12T19:26:35.240" v="31574" actId="20577"/>
        <pc:sldMkLst>
          <pc:docMk/>
          <pc:sldMk cId="3870250906" sldId="380"/>
        </pc:sldMkLst>
        <pc:spChg chg="mod">
          <ac:chgData name="Mary K DiBiase" userId="8d2643bd-3f5a-49b8-bd29-b326e929dd25" providerId="ADAL" clId="{DFBEFD11-36B3-4075-B268-E222D6A6F061}" dt="2021-05-10T04:44:41.956" v="4396" actId="20577"/>
          <ac:spMkLst>
            <pc:docMk/>
            <pc:sldMk cId="3870250906" sldId="380"/>
            <ac:spMk id="2" creationId="{D97CC3C0-07E3-4934-9F8A-253AF00A61AC}"/>
          </ac:spMkLst>
        </pc:spChg>
        <pc:spChg chg="mod">
          <ac:chgData name="Mary K DiBiase" userId="8d2643bd-3f5a-49b8-bd29-b326e929dd25" providerId="ADAL" clId="{DFBEFD11-36B3-4075-B268-E222D6A6F061}" dt="2021-05-12T17:52:09.180" v="26589" actId="20577"/>
          <ac:spMkLst>
            <pc:docMk/>
            <pc:sldMk cId="3870250906" sldId="380"/>
            <ac:spMk id="3" creationId="{F377C702-C453-4174-8BCA-9D2AE0407B66}"/>
          </ac:spMkLst>
        </pc:spChg>
        <pc:spChg chg="add del">
          <ac:chgData name="Mary K DiBiase" userId="8d2643bd-3f5a-49b8-bd29-b326e929dd25" providerId="ADAL" clId="{DFBEFD11-36B3-4075-B268-E222D6A6F061}" dt="2021-05-10T04:44:35.116" v="4389" actId="26606"/>
          <ac:spMkLst>
            <pc:docMk/>
            <pc:sldMk cId="3870250906" sldId="380"/>
            <ac:spMk id="8" creationId="{907EF6B7-1338-4443-8C46-6A318D952DFD}"/>
          </ac:spMkLst>
        </pc:spChg>
        <pc:spChg chg="add del">
          <ac:chgData name="Mary K DiBiase" userId="8d2643bd-3f5a-49b8-bd29-b326e929dd25" providerId="ADAL" clId="{DFBEFD11-36B3-4075-B268-E222D6A6F061}" dt="2021-05-10T04:44:35.116" v="4389" actId="26606"/>
          <ac:spMkLst>
            <pc:docMk/>
            <pc:sldMk cId="3870250906" sldId="380"/>
            <ac:spMk id="10" creationId="{DAAE4CDD-124C-4DCF-9584-B6033B545DD5}"/>
          </ac:spMkLst>
        </pc:spChg>
        <pc:spChg chg="add del">
          <ac:chgData name="Mary K DiBiase" userId="8d2643bd-3f5a-49b8-bd29-b326e929dd25" providerId="ADAL" clId="{DFBEFD11-36B3-4075-B268-E222D6A6F061}" dt="2021-05-10T04:44:35.116" v="4389" actId="26606"/>
          <ac:spMkLst>
            <pc:docMk/>
            <pc:sldMk cId="3870250906" sldId="380"/>
            <ac:spMk id="12" creationId="{081E4A58-353D-44AE-B2FC-2A74E2E400F7}"/>
          </ac:spMkLst>
        </pc:spChg>
        <pc:spChg chg="add">
          <ac:chgData name="Mary K DiBiase" userId="8d2643bd-3f5a-49b8-bd29-b326e929dd25" providerId="ADAL" clId="{DFBEFD11-36B3-4075-B268-E222D6A6F061}" dt="2021-05-10T04:44:35.116" v="4389" actId="26606"/>
          <ac:spMkLst>
            <pc:docMk/>
            <pc:sldMk cId="3870250906" sldId="380"/>
            <ac:spMk id="17" creationId="{B6CDA21F-E7AF-4C75-8395-33F58D5B0E45}"/>
          </ac:spMkLst>
        </pc:spChg>
        <pc:spChg chg="add">
          <ac:chgData name="Mary K DiBiase" userId="8d2643bd-3f5a-49b8-bd29-b326e929dd25" providerId="ADAL" clId="{DFBEFD11-36B3-4075-B268-E222D6A6F061}" dt="2021-05-10T04:44:35.116" v="4389" actId="26606"/>
          <ac:spMkLst>
            <pc:docMk/>
            <pc:sldMk cId="3870250906" sldId="380"/>
            <ac:spMk id="24" creationId="{D5B0017B-2ECA-49AF-B397-DC140825DF8D}"/>
          </ac:spMkLst>
        </pc:spChg>
        <pc:grpChg chg="add">
          <ac:chgData name="Mary K DiBiase" userId="8d2643bd-3f5a-49b8-bd29-b326e929dd25" providerId="ADAL" clId="{DFBEFD11-36B3-4075-B268-E222D6A6F061}" dt="2021-05-10T04:44:35.116" v="4389" actId="26606"/>
          <ac:grpSpMkLst>
            <pc:docMk/>
            <pc:sldMk cId="3870250906" sldId="380"/>
            <ac:grpSpMk id="19" creationId="{AE1C45F0-260A-458C-96ED-C1F6D2151219}"/>
          </ac:grpSpMkLst>
        </pc:grpChg>
        <pc:cxnChg chg="add">
          <ac:chgData name="Mary K DiBiase" userId="8d2643bd-3f5a-49b8-bd29-b326e929dd25" providerId="ADAL" clId="{DFBEFD11-36B3-4075-B268-E222D6A6F061}" dt="2021-05-10T04:44:35.116" v="4389" actId="26606"/>
          <ac:cxnSpMkLst>
            <pc:docMk/>
            <pc:sldMk cId="3870250906" sldId="380"/>
            <ac:cxnSpMk id="26" creationId="{6CF1BAF6-AD41-4082-B212-8A1F9A2E8779}"/>
          </ac:cxnSpMkLst>
        </pc:cxnChg>
      </pc:sldChg>
      <pc:sldChg chg="addSp delSp modSp del mod setBg modNotesTx">
        <pc:chgData name="Mary K DiBiase" userId="8d2643bd-3f5a-49b8-bd29-b326e929dd25" providerId="ADAL" clId="{DFBEFD11-36B3-4075-B268-E222D6A6F061}" dt="2021-05-12T01:08:57.076" v="25095" actId="2696"/>
        <pc:sldMkLst>
          <pc:docMk/>
          <pc:sldMk cId="3815830939" sldId="381"/>
        </pc:sldMkLst>
        <pc:spChg chg="mod">
          <ac:chgData name="Mary K DiBiase" userId="8d2643bd-3f5a-49b8-bd29-b326e929dd25" providerId="ADAL" clId="{DFBEFD11-36B3-4075-B268-E222D6A6F061}" dt="2021-05-07T23:15:03.278" v="2035" actId="1076"/>
          <ac:spMkLst>
            <pc:docMk/>
            <pc:sldMk cId="3815830939" sldId="381"/>
            <ac:spMk id="2" creationId="{D97CC3C0-07E3-4934-9F8A-253AF00A61AC}"/>
          </ac:spMkLst>
        </pc:spChg>
        <pc:spChg chg="add del mod">
          <ac:chgData name="Mary K DiBiase" userId="8d2643bd-3f5a-49b8-bd29-b326e929dd25" providerId="ADAL" clId="{DFBEFD11-36B3-4075-B268-E222D6A6F061}" dt="2021-05-07T23:10:56.680" v="1995" actId="26606"/>
          <ac:spMkLst>
            <pc:docMk/>
            <pc:sldMk cId="3815830939" sldId="381"/>
            <ac:spMk id="3" creationId="{F377C702-C453-4174-8BCA-9D2AE0407B66}"/>
          </ac:spMkLst>
        </pc:spChg>
        <pc:spChg chg="add del">
          <ac:chgData name="Mary K DiBiase" userId="8d2643bd-3f5a-49b8-bd29-b326e929dd25" providerId="ADAL" clId="{DFBEFD11-36B3-4075-B268-E222D6A6F061}" dt="2021-05-07T23:10:56.660" v="1994" actId="26606"/>
          <ac:spMkLst>
            <pc:docMk/>
            <pc:sldMk cId="3815830939" sldId="381"/>
            <ac:spMk id="9" creationId="{577D1452-F0B7-431E-9A24-D3F7103D8510}"/>
          </ac:spMkLst>
        </pc:spChg>
        <pc:spChg chg="add del">
          <ac:chgData name="Mary K DiBiase" userId="8d2643bd-3f5a-49b8-bd29-b326e929dd25" providerId="ADAL" clId="{DFBEFD11-36B3-4075-B268-E222D6A6F061}" dt="2021-05-07T23:10:56.660" v="1994" actId="26606"/>
          <ac:spMkLst>
            <pc:docMk/>
            <pc:sldMk cId="3815830939" sldId="381"/>
            <ac:spMk id="11" creationId="{A660F4F9-5DF5-4F15-BE6A-CD8648BB1148}"/>
          </ac:spMkLst>
        </pc:spChg>
        <pc:spChg chg="add del">
          <ac:chgData name="Mary K DiBiase" userId="8d2643bd-3f5a-49b8-bd29-b326e929dd25" providerId="ADAL" clId="{DFBEFD11-36B3-4075-B268-E222D6A6F061}" dt="2021-05-07T23:13:17.864" v="2016" actId="26606"/>
          <ac:spMkLst>
            <pc:docMk/>
            <pc:sldMk cId="3815830939" sldId="381"/>
            <ac:spMk id="13" creationId="{FB92FFCE-0C90-454E-AA25-D4EE9A6C39C5}"/>
          </ac:spMkLst>
        </pc:spChg>
        <pc:spChg chg="add del">
          <ac:chgData name="Mary K DiBiase" userId="8d2643bd-3f5a-49b8-bd29-b326e929dd25" providerId="ADAL" clId="{DFBEFD11-36B3-4075-B268-E222D6A6F061}" dt="2021-05-07T23:13:17.864" v="2016" actId="26606"/>
          <ac:spMkLst>
            <pc:docMk/>
            <pc:sldMk cId="3815830939" sldId="381"/>
            <ac:spMk id="14" creationId="{81E1224E-6618-482E-BE87-321A7FC1CDE8}"/>
          </ac:spMkLst>
        </pc:spChg>
        <pc:spChg chg="add del">
          <ac:chgData name="Mary K DiBiase" userId="8d2643bd-3f5a-49b8-bd29-b326e929dd25" providerId="ADAL" clId="{DFBEFD11-36B3-4075-B268-E222D6A6F061}" dt="2021-05-07T23:13:17.864" v="2016" actId="26606"/>
          <ac:spMkLst>
            <pc:docMk/>
            <pc:sldMk cId="3815830939" sldId="381"/>
            <ac:spMk id="15" creationId="{066346BE-FDB4-4772-A696-0719490ABD64}"/>
          </ac:spMkLst>
        </pc:spChg>
        <pc:spChg chg="add">
          <ac:chgData name="Mary K DiBiase" userId="8d2643bd-3f5a-49b8-bd29-b326e929dd25" providerId="ADAL" clId="{DFBEFD11-36B3-4075-B268-E222D6A6F061}" dt="2021-05-07T23:13:17.864" v="2016" actId="26606"/>
          <ac:spMkLst>
            <pc:docMk/>
            <pc:sldMk cId="3815830939" sldId="381"/>
            <ac:spMk id="21" creationId="{955A2079-FA98-4876-80F0-72364A7D2EA4}"/>
          </ac:spMkLst>
        </pc:spChg>
        <pc:graphicFrameChg chg="add del">
          <ac:chgData name="Mary K DiBiase" userId="8d2643bd-3f5a-49b8-bd29-b326e929dd25" providerId="ADAL" clId="{DFBEFD11-36B3-4075-B268-E222D6A6F061}" dt="2021-05-07T23:10:56.660" v="1994" actId="26606"/>
          <ac:graphicFrameMkLst>
            <pc:docMk/>
            <pc:sldMk cId="3815830939" sldId="381"/>
            <ac:graphicFrameMk id="5" creationId="{66E3960D-4705-4179-A3DC-EDC17A38808D}"/>
          </ac:graphicFrameMkLst>
        </pc:graphicFrameChg>
        <pc:graphicFrameChg chg="add mod modGraphic">
          <ac:chgData name="Mary K DiBiase" userId="8d2643bd-3f5a-49b8-bd29-b326e929dd25" providerId="ADAL" clId="{DFBEFD11-36B3-4075-B268-E222D6A6F061}" dt="2021-05-07T23:15:24.579" v="2037" actId="255"/>
          <ac:graphicFrameMkLst>
            <pc:docMk/>
            <pc:sldMk cId="3815830939" sldId="381"/>
            <ac:graphicFrameMk id="16" creationId="{203A7401-6303-47B5-8F04-2F76F9EAA6E6}"/>
          </ac:graphicFrameMkLst>
        </pc:graphicFrameChg>
      </pc:sldChg>
      <pc:sldChg chg="modNotesTx">
        <pc:chgData name="Mary K DiBiase" userId="8d2643bd-3f5a-49b8-bd29-b326e929dd25" providerId="ADAL" clId="{DFBEFD11-36B3-4075-B268-E222D6A6F061}" dt="2021-05-12T19:41:52.726" v="32477" actId="6549"/>
        <pc:sldMkLst>
          <pc:docMk/>
          <pc:sldMk cId="802491922" sldId="382"/>
        </pc:sldMkLst>
      </pc:sldChg>
      <pc:sldChg chg="addSp delSp modSp mod setBg modNotesTx">
        <pc:chgData name="Mary K DiBiase" userId="8d2643bd-3f5a-49b8-bd29-b326e929dd25" providerId="ADAL" clId="{DFBEFD11-36B3-4075-B268-E222D6A6F061}" dt="2021-05-12T19:27:22.542" v="31606" actId="20577"/>
        <pc:sldMkLst>
          <pc:docMk/>
          <pc:sldMk cId="1129032085" sldId="383"/>
        </pc:sldMkLst>
        <pc:spChg chg="mod">
          <ac:chgData name="Mary K DiBiase" userId="8d2643bd-3f5a-49b8-bd29-b326e929dd25" providerId="ADAL" clId="{DFBEFD11-36B3-4075-B268-E222D6A6F061}" dt="2021-05-10T04:43:56.563" v="4388" actId="255"/>
          <ac:spMkLst>
            <pc:docMk/>
            <pc:sldMk cId="1129032085" sldId="383"/>
            <ac:spMk id="2" creationId="{D97CC3C0-07E3-4934-9F8A-253AF00A61AC}"/>
          </ac:spMkLst>
        </pc:spChg>
        <pc:spChg chg="mod">
          <ac:chgData name="Mary K DiBiase" userId="8d2643bd-3f5a-49b8-bd29-b326e929dd25" providerId="ADAL" clId="{DFBEFD11-36B3-4075-B268-E222D6A6F061}" dt="2021-05-10T04:43:35.617" v="4384" actId="255"/>
          <ac:spMkLst>
            <pc:docMk/>
            <pc:sldMk cId="1129032085" sldId="383"/>
            <ac:spMk id="3" creationId="{F377C702-C453-4174-8BCA-9D2AE0407B66}"/>
          </ac:spMkLst>
        </pc:spChg>
        <pc:spChg chg="add del">
          <ac:chgData name="Mary K DiBiase" userId="8d2643bd-3f5a-49b8-bd29-b326e929dd25" providerId="ADAL" clId="{DFBEFD11-36B3-4075-B268-E222D6A6F061}" dt="2021-05-10T04:43:23.763" v="4383" actId="26606"/>
          <ac:spMkLst>
            <pc:docMk/>
            <pc:sldMk cId="1129032085" sldId="383"/>
            <ac:spMk id="8" creationId="{B6CDA21F-E7AF-4C75-8395-33F58D5B0E45}"/>
          </ac:spMkLst>
        </pc:spChg>
        <pc:spChg chg="add del">
          <ac:chgData name="Mary K DiBiase" userId="8d2643bd-3f5a-49b8-bd29-b326e929dd25" providerId="ADAL" clId="{DFBEFD11-36B3-4075-B268-E222D6A6F061}" dt="2021-05-10T04:43:23.763" v="4383" actId="26606"/>
          <ac:spMkLst>
            <pc:docMk/>
            <pc:sldMk cId="1129032085" sldId="383"/>
            <ac:spMk id="15" creationId="{D5B0017B-2ECA-49AF-B397-DC140825DF8D}"/>
          </ac:spMkLst>
        </pc:spChg>
        <pc:spChg chg="add">
          <ac:chgData name="Mary K DiBiase" userId="8d2643bd-3f5a-49b8-bd29-b326e929dd25" providerId="ADAL" clId="{DFBEFD11-36B3-4075-B268-E222D6A6F061}" dt="2021-05-10T04:43:23.763" v="4383" actId="26606"/>
          <ac:spMkLst>
            <pc:docMk/>
            <pc:sldMk cId="1129032085" sldId="383"/>
            <ac:spMk id="22" creationId="{28D31E1B-0407-4223-9642-0B642CBF57D9}"/>
          </ac:spMkLst>
        </pc:spChg>
        <pc:spChg chg="add">
          <ac:chgData name="Mary K DiBiase" userId="8d2643bd-3f5a-49b8-bd29-b326e929dd25" providerId="ADAL" clId="{DFBEFD11-36B3-4075-B268-E222D6A6F061}" dt="2021-05-10T04:43:23.763" v="4383" actId="26606"/>
          <ac:spMkLst>
            <pc:docMk/>
            <pc:sldMk cId="1129032085" sldId="383"/>
            <ac:spMk id="29" creationId="{D5B0017B-2ECA-49AF-B397-DC140825DF8D}"/>
          </ac:spMkLst>
        </pc:spChg>
        <pc:spChg chg="add">
          <ac:chgData name="Mary K DiBiase" userId="8d2643bd-3f5a-49b8-bd29-b326e929dd25" providerId="ADAL" clId="{DFBEFD11-36B3-4075-B268-E222D6A6F061}" dt="2021-05-10T04:43:23.763" v="4383" actId="26606"/>
          <ac:spMkLst>
            <pc:docMk/>
            <pc:sldMk cId="1129032085" sldId="383"/>
            <ac:spMk id="31" creationId="{70E96339-907C-46C3-99AC-31179B6F0EBD}"/>
          </ac:spMkLst>
        </pc:spChg>
        <pc:grpChg chg="add del">
          <ac:chgData name="Mary K DiBiase" userId="8d2643bd-3f5a-49b8-bd29-b326e929dd25" providerId="ADAL" clId="{DFBEFD11-36B3-4075-B268-E222D6A6F061}" dt="2021-05-10T04:43:23.763" v="4383" actId="26606"/>
          <ac:grpSpMkLst>
            <pc:docMk/>
            <pc:sldMk cId="1129032085" sldId="383"/>
            <ac:grpSpMk id="10" creationId="{AE1C45F0-260A-458C-96ED-C1F6D2151219}"/>
          </ac:grpSpMkLst>
        </pc:grpChg>
        <pc:grpChg chg="add">
          <ac:chgData name="Mary K DiBiase" userId="8d2643bd-3f5a-49b8-bd29-b326e929dd25" providerId="ADAL" clId="{DFBEFD11-36B3-4075-B268-E222D6A6F061}" dt="2021-05-10T04:43:23.763" v="4383" actId="26606"/>
          <ac:grpSpMkLst>
            <pc:docMk/>
            <pc:sldMk cId="1129032085" sldId="383"/>
            <ac:grpSpMk id="24" creationId="{AE1C45F0-260A-458C-96ED-C1F6D2151219}"/>
          </ac:grpSpMkLst>
        </pc:grpChg>
        <pc:picChg chg="add mod">
          <ac:chgData name="Mary K DiBiase" userId="8d2643bd-3f5a-49b8-bd29-b326e929dd25" providerId="ADAL" clId="{DFBEFD11-36B3-4075-B268-E222D6A6F061}" dt="2021-05-10T04:43:23.763" v="4383" actId="26606"/>
          <ac:picMkLst>
            <pc:docMk/>
            <pc:sldMk cId="1129032085" sldId="383"/>
            <ac:picMk id="5" creationId="{FD3283FF-851B-4744-8B5E-79608480B0A2}"/>
          </ac:picMkLst>
        </pc:picChg>
        <pc:cxnChg chg="add del">
          <ac:chgData name="Mary K DiBiase" userId="8d2643bd-3f5a-49b8-bd29-b326e929dd25" providerId="ADAL" clId="{DFBEFD11-36B3-4075-B268-E222D6A6F061}" dt="2021-05-10T04:43:23.763" v="4383" actId="26606"/>
          <ac:cxnSpMkLst>
            <pc:docMk/>
            <pc:sldMk cId="1129032085" sldId="383"/>
            <ac:cxnSpMk id="17" creationId="{6CF1BAF6-AD41-4082-B212-8A1F9A2E8779}"/>
          </ac:cxnSpMkLst>
        </pc:cxnChg>
        <pc:cxnChg chg="add">
          <ac:chgData name="Mary K DiBiase" userId="8d2643bd-3f5a-49b8-bd29-b326e929dd25" providerId="ADAL" clId="{DFBEFD11-36B3-4075-B268-E222D6A6F061}" dt="2021-05-10T04:43:23.763" v="4383" actId="26606"/>
          <ac:cxnSpMkLst>
            <pc:docMk/>
            <pc:sldMk cId="1129032085" sldId="383"/>
            <ac:cxnSpMk id="33" creationId="{6CF1BAF6-AD41-4082-B212-8A1F9A2E8779}"/>
          </ac:cxnSpMkLst>
        </pc:cxnChg>
      </pc:sldChg>
      <pc:sldChg chg="addSp delSp modSp mod ord setBg modNotesTx">
        <pc:chgData name="Mary K DiBiase" userId="8d2643bd-3f5a-49b8-bd29-b326e929dd25" providerId="ADAL" clId="{DFBEFD11-36B3-4075-B268-E222D6A6F061}" dt="2021-05-27T19:42:48.310" v="33809" actId="313"/>
        <pc:sldMkLst>
          <pc:docMk/>
          <pc:sldMk cId="1080884403" sldId="384"/>
        </pc:sldMkLst>
        <pc:spChg chg="mod">
          <ac:chgData name="Mary K DiBiase" userId="8d2643bd-3f5a-49b8-bd29-b326e929dd25" providerId="ADAL" clId="{DFBEFD11-36B3-4075-B268-E222D6A6F061}" dt="2021-05-07T19:42:40.166" v="776" actId="255"/>
          <ac:spMkLst>
            <pc:docMk/>
            <pc:sldMk cId="1080884403" sldId="384"/>
            <ac:spMk id="2" creationId="{D97CC3C0-07E3-4934-9F8A-253AF00A61AC}"/>
          </ac:spMkLst>
        </pc:spChg>
        <pc:spChg chg="mod ord">
          <ac:chgData name="Mary K DiBiase" userId="8d2643bd-3f5a-49b8-bd29-b326e929dd25" providerId="ADAL" clId="{DFBEFD11-36B3-4075-B268-E222D6A6F061}" dt="2021-05-12T00:33:03.149" v="19876" actId="20577"/>
          <ac:spMkLst>
            <pc:docMk/>
            <pc:sldMk cId="1080884403" sldId="384"/>
            <ac:spMk id="3" creationId="{F377C702-C453-4174-8BCA-9D2AE0407B66}"/>
          </ac:spMkLst>
        </pc:spChg>
        <pc:spChg chg="add del mod">
          <ac:chgData name="Mary K DiBiase" userId="8d2643bd-3f5a-49b8-bd29-b326e929dd25" providerId="ADAL" clId="{DFBEFD11-36B3-4075-B268-E222D6A6F061}" dt="2021-05-07T19:37:05.489" v="696" actId="478"/>
          <ac:spMkLst>
            <pc:docMk/>
            <pc:sldMk cId="1080884403" sldId="384"/>
            <ac:spMk id="6" creationId="{60B54609-CBB8-4189-A186-DAE9070C2DF0}"/>
          </ac:spMkLst>
        </pc:spChg>
        <pc:spChg chg="add del mod">
          <ac:chgData name="Mary K DiBiase" userId="8d2643bd-3f5a-49b8-bd29-b326e929dd25" providerId="ADAL" clId="{DFBEFD11-36B3-4075-B268-E222D6A6F061}" dt="2021-05-07T19:41:12.313" v="716" actId="478"/>
          <ac:spMkLst>
            <pc:docMk/>
            <pc:sldMk cId="1080884403" sldId="384"/>
            <ac:spMk id="9" creationId="{F1692AFC-2DC1-4460-840A-EE762765093B}"/>
          </ac:spMkLst>
        </pc:spChg>
        <pc:spChg chg="add del">
          <ac:chgData name="Mary K DiBiase" userId="8d2643bd-3f5a-49b8-bd29-b326e929dd25" providerId="ADAL" clId="{DFBEFD11-36B3-4075-B268-E222D6A6F061}" dt="2021-05-07T19:39:28.819" v="701" actId="26606"/>
          <ac:spMkLst>
            <pc:docMk/>
            <pc:sldMk cId="1080884403" sldId="384"/>
            <ac:spMk id="10" creationId="{F4C0B10B-D2C4-4A54-AFAD-3D27DF88BB37}"/>
          </ac:spMkLst>
        </pc:spChg>
        <pc:spChg chg="add del">
          <ac:chgData name="Mary K DiBiase" userId="8d2643bd-3f5a-49b8-bd29-b326e929dd25" providerId="ADAL" clId="{DFBEFD11-36B3-4075-B268-E222D6A6F061}" dt="2021-05-07T19:39:28.783" v="700" actId="26606"/>
          <ac:spMkLst>
            <pc:docMk/>
            <pc:sldMk cId="1080884403" sldId="384"/>
            <ac:spMk id="22" creationId="{427D15F9-FBA9-45B6-A1EE-7E2610907483}"/>
          </ac:spMkLst>
        </pc:spChg>
        <pc:spChg chg="add">
          <ac:chgData name="Mary K DiBiase" userId="8d2643bd-3f5a-49b8-bd29-b326e929dd25" providerId="ADAL" clId="{DFBEFD11-36B3-4075-B268-E222D6A6F061}" dt="2021-05-07T19:39:28.819" v="701" actId="26606"/>
          <ac:spMkLst>
            <pc:docMk/>
            <pc:sldMk cId="1080884403" sldId="384"/>
            <ac:spMk id="49" creationId="{1C574E90-1949-4924-B663-AEA13DB7910B}"/>
          </ac:spMkLst>
        </pc:spChg>
        <pc:spChg chg="add">
          <ac:chgData name="Mary K DiBiase" userId="8d2643bd-3f5a-49b8-bd29-b326e929dd25" providerId="ADAL" clId="{DFBEFD11-36B3-4075-B268-E222D6A6F061}" dt="2021-05-07T19:39:28.819" v="701" actId="26606"/>
          <ac:spMkLst>
            <pc:docMk/>
            <pc:sldMk cId="1080884403" sldId="384"/>
            <ac:spMk id="50" creationId="{A5271697-90F1-4A23-8EF2-0179F2EAFACB}"/>
          </ac:spMkLst>
        </pc:spChg>
        <pc:spChg chg="add">
          <ac:chgData name="Mary K DiBiase" userId="8d2643bd-3f5a-49b8-bd29-b326e929dd25" providerId="ADAL" clId="{DFBEFD11-36B3-4075-B268-E222D6A6F061}" dt="2021-05-07T19:39:28.819" v="701" actId="26606"/>
          <ac:spMkLst>
            <pc:docMk/>
            <pc:sldMk cId="1080884403" sldId="384"/>
            <ac:spMk id="51" creationId="{3CD1EA40-7116-4FCB-9369-70F29FAA91EC}"/>
          </ac:spMkLst>
        </pc:spChg>
        <pc:spChg chg="add">
          <ac:chgData name="Mary K DiBiase" userId="8d2643bd-3f5a-49b8-bd29-b326e929dd25" providerId="ADAL" clId="{DFBEFD11-36B3-4075-B268-E222D6A6F061}" dt="2021-05-07T19:39:28.819" v="701" actId="26606"/>
          <ac:spMkLst>
            <pc:docMk/>
            <pc:sldMk cId="1080884403" sldId="384"/>
            <ac:spMk id="52" creationId="{D9F5512A-48E1-4C07-B75E-3CCC517B6804}"/>
          </ac:spMkLst>
        </pc:spChg>
        <pc:grpChg chg="add del">
          <ac:chgData name="Mary K DiBiase" userId="8d2643bd-3f5a-49b8-bd29-b326e929dd25" providerId="ADAL" clId="{DFBEFD11-36B3-4075-B268-E222D6A6F061}" dt="2021-05-07T19:39:28.819" v="701" actId="26606"/>
          <ac:grpSpMkLst>
            <pc:docMk/>
            <pc:sldMk cId="1080884403" sldId="384"/>
            <ac:grpSpMk id="12" creationId="{B6BADB90-C74B-40D6-86DC-503F65FCE8DC}"/>
          </ac:grpSpMkLst>
        </pc:grpChg>
        <pc:grpChg chg="add del">
          <ac:chgData name="Mary K DiBiase" userId="8d2643bd-3f5a-49b8-bd29-b326e929dd25" providerId="ADAL" clId="{DFBEFD11-36B3-4075-B268-E222D6A6F061}" dt="2021-05-07T19:39:28.783" v="700" actId="26606"/>
          <ac:grpSpMkLst>
            <pc:docMk/>
            <pc:sldMk cId="1080884403" sldId="384"/>
            <ac:grpSpMk id="24" creationId="{549D845D-9A57-49AC-9523-BB0D6DA6FECA}"/>
          </ac:grpSpMkLst>
        </pc:grpChg>
        <pc:grpChg chg="add">
          <ac:chgData name="Mary K DiBiase" userId="8d2643bd-3f5a-49b8-bd29-b326e929dd25" providerId="ADAL" clId="{DFBEFD11-36B3-4075-B268-E222D6A6F061}" dt="2021-05-07T19:39:28.819" v="701" actId="26606"/>
          <ac:grpSpMkLst>
            <pc:docMk/>
            <pc:sldMk cId="1080884403" sldId="384"/>
            <ac:grpSpMk id="53" creationId="{9CF1CD8B-D430-49E7-8630-84152C414EAC}"/>
          </ac:grpSpMkLst>
        </pc:grpChg>
        <pc:picChg chg="add del mod">
          <ac:chgData name="Mary K DiBiase" userId="8d2643bd-3f5a-49b8-bd29-b326e929dd25" providerId="ADAL" clId="{DFBEFD11-36B3-4075-B268-E222D6A6F061}" dt="2021-05-07T19:40:42.163" v="710" actId="478"/>
          <ac:picMkLst>
            <pc:docMk/>
            <pc:sldMk cId="1080884403" sldId="384"/>
            <ac:picMk id="5" creationId="{3764EC32-B6A9-4740-A4A4-AABA85E2687E}"/>
          </ac:picMkLst>
        </pc:picChg>
        <pc:picChg chg="add mod">
          <ac:chgData name="Mary K DiBiase" userId="8d2643bd-3f5a-49b8-bd29-b326e929dd25" providerId="ADAL" clId="{DFBEFD11-36B3-4075-B268-E222D6A6F061}" dt="2021-05-07T19:41:24.553" v="718" actId="1076"/>
          <ac:picMkLst>
            <pc:docMk/>
            <pc:sldMk cId="1080884403" sldId="384"/>
            <ac:picMk id="8" creationId="{B3930C7B-47E9-46BF-ABDD-AF1694A15C6A}"/>
          </ac:picMkLst>
        </pc:picChg>
      </pc:sldChg>
      <pc:sldChg chg="addSp delSp modSp mod ord setBg setClrOvrMap modNotesTx">
        <pc:chgData name="Mary K DiBiase" userId="8d2643bd-3f5a-49b8-bd29-b326e929dd25" providerId="ADAL" clId="{DFBEFD11-36B3-4075-B268-E222D6A6F061}" dt="2021-05-12T17:39:09.474" v="25634" actId="20577"/>
        <pc:sldMkLst>
          <pc:docMk/>
          <pc:sldMk cId="545282518" sldId="385"/>
        </pc:sldMkLst>
        <pc:spChg chg="mod ord">
          <ac:chgData name="Mary K DiBiase" userId="8d2643bd-3f5a-49b8-bd29-b326e929dd25" providerId="ADAL" clId="{DFBEFD11-36B3-4075-B268-E222D6A6F061}" dt="2021-05-07T22:05:28.770" v="1555" actId="255"/>
          <ac:spMkLst>
            <pc:docMk/>
            <pc:sldMk cId="545282518" sldId="385"/>
            <ac:spMk id="2" creationId="{D97CC3C0-07E3-4934-9F8A-253AF00A61AC}"/>
          </ac:spMkLst>
        </pc:spChg>
        <pc:spChg chg="mod">
          <ac:chgData name="Mary K DiBiase" userId="8d2643bd-3f5a-49b8-bd29-b326e929dd25" providerId="ADAL" clId="{DFBEFD11-36B3-4075-B268-E222D6A6F061}" dt="2021-05-11T16:34:13.937" v="6275" actId="20577"/>
          <ac:spMkLst>
            <pc:docMk/>
            <pc:sldMk cId="545282518" sldId="385"/>
            <ac:spMk id="3" creationId="{F377C702-C453-4174-8BCA-9D2AE0407B66}"/>
          </ac:spMkLst>
        </pc:spChg>
        <pc:spChg chg="add del">
          <ac:chgData name="Mary K DiBiase" userId="8d2643bd-3f5a-49b8-bd29-b326e929dd25" providerId="ADAL" clId="{DFBEFD11-36B3-4075-B268-E222D6A6F061}" dt="2021-05-07T22:03:43.622" v="1545" actId="26606"/>
          <ac:spMkLst>
            <pc:docMk/>
            <pc:sldMk cId="545282518" sldId="385"/>
            <ac:spMk id="9" creationId="{9B76D444-2756-434F-AE61-96D69830C13E}"/>
          </ac:spMkLst>
        </pc:spChg>
        <pc:spChg chg="add del">
          <ac:chgData name="Mary K DiBiase" userId="8d2643bd-3f5a-49b8-bd29-b326e929dd25" providerId="ADAL" clId="{DFBEFD11-36B3-4075-B268-E222D6A6F061}" dt="2021-05-07T22:05:10.711" v="1552" actId="26606"/>
          <ac:spMkLst>
            <pc:docMk/>
            <pc:sldMk cId="545282518" sldId="385"/>
            <ac:spMk id="10" creationId="{B0792D4F-247E-46FE-85FC-881DEFA41D94}"/>
          </ac:spMkLst>
        </pc:spChg>
        <pc:spChg chg="add del">
          <ac:chgData name="Mary K DiBiase" userId="8d2643bd-3f5a-49b8-bd29-b326e929dd25" providerId="ADAL" clId="{DFBEFD11-36B3-4075-B268-E222D6A6F061}" dt="2021-05-07T22:03:43.622" v="1545" actId="26606"/>
          <ac:spMkLst>
            <pc:docMk/>
            <pc:sldMk cId="545282518" sldId="385"/>
            <ac:spMk id="11" creationId="{29A9EE12-EF77-4DB4-84E4-043DE7235244}"/>
          </ac:spMkLst>
        </pc:spChg>
        <pc:spChg chg="add del">
          <ac:chgData name="Mary K DiBiase" userId="8d2643bd-3f5a-49b8-bd29-b326e929dd25" providerId="ADAL" clId="{DFBEFD11-36B3-4075-B268-E222D6A6F061}" dt="2021-05-07T22:05:10.711" v="1552" actId="26606"/>
          <ac:spMkLst>
            <pc:docMk/>
            <pc:sldMk cId="545282518" sldId="385"/>
            <ac:spMk id="12" creationId="{FA3CD3A3-D3C1-4567-BEC0-3A50E9A3A630}"/>
          </ac:spMkLst>
        </pc:spChg>
        <pc:spChg chg="add del">
          <ac:chgData name="Mary K DiBiase" userId="8d2643bd-3f5a-49b8-bd29-b326e929dd25" providerId="ADAL" clId="{DFBEFD11-36B3-4075-B268-E222D6A6F061}" dt="2021-05-07T22:03:43.615" v="1544" actId="26606"/>
          <ac:spMkLst>
            <pc:docMk/>
            <pc:sldMk cId="545282518" sldId="385"/>
            <ac:spMk id="16" creationId="{9B76D444-2756-434F-AE61-96D69830C13E}"/>
          </ac:spMkLst>
        </pc:spChg>
        <pc:spChg chg="add del">
          <ac:chgData name="Mary K DiBiase" userId="8d2643bd-3f5a-49b8-bd29-b326e929dd25" providerId="ADAL" clId="{DFBEFD11-36B3-4075-B268-E222D6A6F061}" dt="2021-05-07T22:03:43.615" v="1544" actId="26606"/>
          <ac:spMkLst>
            <pc:docMk/>
            <pc:sldMk cId="545282518" sldId="385"/>
            <ac:spMk id="18" creationId="{0AF80B57-54E2-4D01-8731-3F38B0C56C95}"/>
          </ac:spMkLst>
        </pc:spChg>
        <pc:spChg chg="add">
          <ac:chgData name="Mary K DiBiase" userId="8d2643bd-3f5a-49b8-bd29-b326e929dd25" providerId="ADAL" clId="{DFBEFD11-36B3-4075-B268-E222D6A6F061}" dt="2021-05-07T22:05:10.711" v="1552" actId="26606"/>
          <ac:spMkLst>
            <pc:docMk/>
            <pc:sldMk cId="545282518" sldId="385"/>
            <ac:spMk id="19" creationId="{B0792D4F-247E-46FE-85FC-881DEFA41D94}"/>
          </ac:spMkLst>
        </pc:spChg>
        <pc:picChg chg="add mod ord">
          <ac:chgData name="Mary K DiBiase" userId="8d2643bd-3f5a-49b8-bd29-b326e929dd25" providerId="ADAL" clId="{DFBEFD11-36B3-4075-B268-E222D6A6F061}" dt="2021-05-07T22:05:10.711" v="1552" actId="26606"/>
          <ac:picMkLst>
            <pc:docMk/>
            <pc:sldMk cId="545282518" sldId="385"/>
            <ac:picMk id="5" creationId="{19544D1D-6F2A-4A13-9282-67CB5F1AD45F}"/>
          </ac:picMkLst>
        </pc:picChg>
        <pc:cxnChg chg="add del">
          <ac:chgData name="Mary K DiBiase" userId="8d2643bd-3f5a-49b8-bd29-b326e929dd25" providerId="ADAL" clId="{DFBEFD11-36B3-4075-B268-E222D6A6F061}" dt="2021-05-07T22:05:10.711" v="1552" actId="26606"/>
          <ac:cxnSpMkLst>
            <pc:docMk/>
            <pc:sldMk cId="545282518" sldId="385"/>
            <ac:cxnSpMk id="14" creationId="{B56D13EF-D431-4D0F-BFFC-1B5A686FF9BD}"/>
          </ac:cxnSpMkLst>
        </pc:cxnChg>
        <pc:cxnChg chg="add">
          <ac:chgData name="Mary K DiBiase" userId="8d2643bd-3f5a-49b8-bd29-b326e929dd25" providerId="ADAL" clId="{DFBEFD11-36B3-4075-B268-E222D6A6F061}" dt="2021-05-07T22:05:10.711" v="1552" actId="26606"/>
          <ac:cxnSpMkLst>
            <pc:docMk/>
            <pc:sldMk cId="545282518" sldId="385"/>
            <ac:cxnSpMk id="21" creationId="{CE272F12-AF86-441A-BC1B-C014BBBF85B5}"/>
          </ac:cxnSpMkLst>
        </pc:cxnChg>
      </pc:sldChg>
      <pc:sldChg chg="modSp modNotesTx">
        <pc:chgData name="Mary K DiBiase" userId="8d2643bd-3f5a-49b8-bd29-b326e929dd25" providerId="ADAL" clId="{DFBEFD11-36B3-4075-B268-E222D6A6F061}" dt="2021-05-11T15:47:55.714" v="6270" actId="20577"/>
        <pc:sldMkLst>
          <pc:docMk/>
          <pc:sldMk cId="817276708" sldId="386"/>
        </pc:sldMkLst>
        <pc:graphicFrameChg chg="mod">
          <ac:chgData name="Mary K DiBiase" userId="8d2643bd-3f5a-49b8-bd29-b326e929dd25" providerId="ADAL" clId="{DFBEFD11-36B3-4075-B268-E222D6A6F061}" dt="2021-05-07T19:26:52.667" v="245" actId="14100"/>
          <ac:graphicFrameMkLst>
            <pc:docMk/>
            <pc:sldMk cId="817276708" sldId="386"/>
            <ac:graphicFrameMk id="7" creationId="{3E3BEEA8-354A-48E2-81B3-7CBE0DC92D07}"/>
          </ac:graphicFrameMkLst>
        </pc:graphicFrameChg>
        <pc:graphicFrameChg chg="mod">
          <ac:chgData name="Mary K DiBiase" userId="8d2643bd-3f5a-49b8-bd29-b326e929dd25" providerId="ADAL" clId="{DFBEFD11-36B3-4075-B268-E222D6A6F061}" dt="2021-05-07T19:27:00.046" v="246" actId="14100"/>
          <ac:graphicFrameMkLst>
            <pc:docMk/>
            <pc:sldMk cId="817276708" sldId="386"/>
            <ac:graphicFrameMk id="8" creationId="{FBA00395-4130-48A2-98A7-D7833753289D}"/>
          </ac:graphicFrameMkLst>
        </pc:graphicFrameChg>
        <pc:graphicFrameChg chg="mod">
          <ac:chgData name="Mary K DiBiase" userId="8d2643bd-3f5a-49b8-bd29-b326e929dd25" providerId="ADAL" clId="{DFBEFD11-36B3-4075-B268-E222D6A6F061}" dt="2021-05-07T18:46:15.098" v="103" actId="12100"/>
          <ac:graphicFrameMkLst>
            <pc:docMk/>
            <pc:sldMk cId="817276708" sldId="386"/>
            <ac:graphicFrameMk id="11" creationId="{A63C56A4-F819-49A0-81CD-75BC4A7CD4C7}"/>
          </ac:graphicFrameMkLst>
        </pc:graphicFrameChg>
      </pc:sldChg>
      <pc:sldChg chg="addSp delSp modSp mod setBg modNotesTx">
        <pc:chgData name="Mary K DiBiase" userId="8d2643bd-3f5a-49b8-bd29-b326e929dd25" providerId="ADAL" clId="{DFBEFD11-36B3-4075-B268-E222D6A6F061}" dt="2021-05-12T20:01:22.609" v="33808" actId="20577"/>
        <pc:sldMkLst>
          <pc:docMk/>
          <pc:sldMk cId="2427135062" sldId="387"/>
        </pc:sldMkLst>
        <pc:spChg chg="mod">
          <ac:chgData name="Mary K DiBiase" userId="8d2643bd-3f5a-49b8-bd29-b326e929dd25" providerId="ADAL" clId="{DFBEFD11-36B3-4075-B268-E222D6A6F061}" dt="2021-05-10T04:48:17.293" v="4421" actId="1076"/>
          <ac:spMkLst>
            <pc:docMk/>
            <pc:sldMk cId="2427135062" sldId="387"/>
            <ac:spMk id="2" creationId="{D97CC3C0-07E3-4934-9F8A-253AF00A61AC}"/>
          </ac:spMkLst>
        </pc:spChg>
        <pc:spChg chg="mod">
          <ac:chgData name="Mary K DiBiase" userId="8d2643bd-3f5a-49b8-bd29-b326e929dd25" providerId="ADAL" clId="{DFBEFD11-36B3-4075-B268-E222D6A6F061}" dt="2021-05-10T04:48:20.609" v="4422" actId="14100"/>
          <ac:spMkLst>
            <pc:docMk/>
            <pc:sldMk cId="2427135062" sldId="387"/>
            <ac:spMk id="3" creationId="{F377C702-C453-4174-8BCA-9D2AE0407B66}"/>
          </ac:spMkLst>
        </pc:spChg>
        <pc:spChg chg="add del">
          <ac:chgData name="Mary K DiBiase" userId="8d2643bd-3f5a-49b8-bd29-b326e929dd25" providerId="ADAL" clId="{DFBEFD11-36B3-4075-B268-E222D6A6F061}" dt="2021-05-10T04:46:49.639" v="4408" actId="26606"/>
          <ac:spMkLst>
            <pc:docMk/>
            <pc:sldMk cId="2427135062" sldId="387"/>
            <ac:spMk id="8" creationId="{87A57295-2710-4920-B99A-4D1FA03A62BD}"/>
          </ac:spMkLst>
        </pc:spChg>
        <pc:spChg chg="add del">
          <ac:chgData name="Mary K DiBiase" userId="8d2643bd-3f5a-49b8-bd29-b326e929dd25" providerId="ADAL" clId="{DFBEFD11-36B3-4075-B268-E222D6A6F061}" dt="2021-05-10T04:46:49.639" v="4408" actId="26606"/>
          <ac:spMkLst>
            <pc:docMk/>
            <pc:sldMk cId="2427135062" sldId="387"/>
            <ac:spMk id="10" creationId="{78067929-4D33-4306-9E2F-67C49CDDB5DE}"/>
          </ac:spMkLst>
        </pc:spChg>
        <pc:spChg chg="add del">
          <ac:chgData name="Mary K DiBiase" userId="8d2643bd-3f5a-49b8-bd29-b326e929dd25" providerId="ADAL" clId="{DFBEFD11-36B3-4075-B268-E222D6A6F061}" dt="2021-05-10T04:47:45.487" v="4415" actId="26606"/>
          <ac:spMkLst>
            <pc:docMk/>
            <pc:sldMk cId="2427135062" sldId="387"/>
            <ac:spMk id="17" creationId="{B6CDA21F-E7AF-4C75-8395-33F58D5B0E45}"/>
          </ac:spMkLst>
        </pc:spChg>
        <pc:spChg chg="add del">
          <ac:chgData name="Mary K DiBiase" userId="8d2643bd-3f5a-49b8-bd29-b326e929dd25" providerId="ADAL" clId="{DFBEFD11-36B3-4075-B268-E222D6A6F061}" dt="2021-05-10T04:47:45.487" v="4415" actId="26606"/>
          <ac:spMkLst>
            <pc:docMk/>
            <pc:sldMk cId="2427135062" sldId="387"/>
            <ac:spMk id="24" creationId="{D5B0017B-2ECA-49AF-B397-DC140825DF8D}"/>
          </ac:spMkLst>
        </pc:spChg>
        <pc:grpChg chg="add del">
          <ac:chgData name="Mary K DiBiase" userId="8d2643bd-3f5a-49b8-bd29-b326e929dd25" providerId="ADAL" clId="{DFBEFD11-36B3-4075-B268-E222D6A6F061}" dt="2021-05-10T04:47:45.487" v="4415" actId="26606"/>
          <ac:grpSpMkLst>
            <pc:docMk/>
            <pc:sldMk cId="2427135062" sldId="387"/>
            <ac:grpSpMk id="19" creationId="{AE1C45F0-260A-458C-96ED-C1F6D2151219}"/>
          </ac:grpSpMkLst>
        </pc:grpChg>
        <pc:picChg chg="add del mod">
          <ac:chgData name="Mary K DiBiase" userId="8d2643bd-3f5a-49b8-bd29-b326e929dd25" providerId="ADAL" clId="{DFBEFD11-36B3-4075-B268-E222D6A6F061}" dt="2021-05-10T04:47:48.253" v="4416" actId="478"/>
          <ac:picMkLst>
            <pc:docMk/>
            <pc:sldMk cId="2427135062" sldId="387"/>
            <ac:picMk id="5" creationId="{2F608486-24F5-48D2-A837-6702D9E39CAD}"/>
          </ac:picMkLst>
        </pc:picChg>
        <pc:cxnChg chg="add del">
          <ac:chgData name="Mary K DiBiase" userId="8d2643bd-3f5a-49b8-bd29-b326e929dd25" providerId="ADAL" clId="{DFBEFD11-36B3-4075-B268-E222D6A6F061}" dt="2021-05-10T04:46:49.639" v="4408" actId="26606"/>
          <ac:cxnSpMkLst>
            <pc:docMk/>
            <pc:sldMk cId="2427135062" sldId="387"/>
            <ac:cxnSpMk id="12" creationId="{2D72A2C9-F3CA-4216-8BAD-FA4C970C3C4E}"/>
          </ac:cxnSpMkLst>
        </pc:cxnChg>
        <pc:cxnChg chg="add del">
          <ac:chgData name="Mary K DiBiase" userId="8d2643bd-3f5a-49b8-bd29-b326e929dd25" providerId="ADAL" clId="{DFBEFD11-36B3-4075-B268-E222D6A6F061}" dt="2021-05-10T04:47:45.487" v="4415" actId="26606"/>
          <ac:cxnSpMkLst>
            <pc:docMk/>
            <pc:sldMk cId="2427135062" sldId="387"/>
            <ac:cxnSpMk id="26" creationId="{6CF1BAF6-AD41-4082-B212-8A1F9A2E8779}"/>
          </ac:cxnSpMkLst>
        </pc:cxnChg>
      </pc:sldChg>
      <pc:sldChg chg="addSp delSp modSp mod ord setBg modNotesTx">
        <pc:chgData name="Mary K DiBiase" userId="8d2643bd-3f5a-49b8-bd29-b326e929dd25" providerId="ADAL" clId="{DFBEFD11-36B3-4075-B268-E222D6A6F061}" dt="2021-05-12T17:43:15.050" v="25894" actId="20577"/>
        <pc:sldMkLst>
          <pc:docMk/>
          <pc:sldMk cId="3004737568" sldId="388"/>
        </pc:sldMkLst>
        <pc:spChg chg="mod">
          <ac:chgData name="Mary K DiBiase" userId="8d2643bd-3f5a-49b8-bd29-b326e929dd25" providerId="ADAL" clId="{DFBEFD11-36B3-4075-B268-E222D6A6F061}" dt="2021-05-07T22:25:06.088" v="1855" actId="255"/>
          <ac:spMkLst>
            <pc:docMk/>
            <pc:sldMk cId="3004737568" sldId="388"/>
            <ac:spMk id="2" creationId="{D97CC3C0-07E3-4934-9F8A-253AF00A61AC}"/>
          </ac:spMkLst>
        </pc:spChg>
        <pc:spChg chg="mod">
          <ac:chgData name="Mary K DiBiase" userId="8d2643bd-3f5a-49b8-bd29-b326e929dd25" providerId="ADAL" clId="{DFBEFD11-36B3-4075-B268-E222D6A6F061}" dt="2021-05-12T01:07:15.361" v="25051" actId="113"/>
          <ac:spMkLst>
            <pc:docMk/>
            <pc:sldMk cId="3004737568" sldId="388"/>
            <ac:spMk id="3" creationId="{F377C702-C453-4174-8BCA-9D2AE0407B66}"/>
          </ac:spMkLst>
        </pc:spChg>
        <pc:spChg chg="add del">
          <ac:chgData name="Mary K DiBiase" userId="8d2643bd-3f5a-49b8-bd29-b326e929dd25" providerId="ADAL" clId="{DFBEFD11-36B3-4075-B268-E222D6A6F061}" dt="2021-05-07T22:24:44.268" v="1852" actId="26606"/>
          <ac:spMkLst>
            <pc:docMk/>
            <pc:sldMk cId="3004737568" sldId="388"/>
            <ac:spMk id="10" creationId="{59A309A7-1751-4ABE-A3C1-EEC40366AD89}"/>
          </ac:spMkLst>
        </pc:spChg>
        <pc:spChg chg="add del">
          <ac:chgData name="Mary K DiBiase" userId="8d2643bd-3f5a-49b8-bd29-b326e929dd25" providerId="ADAL" clId="{DFBEFD11-36B3-4075-B268-E222D6A6F061}" dt="2021-05-07T22:24:44.268" v="1852" actId="26606"/>
          <ac:spMkLst>
            <pc:docMk/>
            <pc:sldMk cId="3004737568" sldId="388"/>
            <ac:spMk id="12" creationId="{967D8EB6-EAE1-4F9C-B398-83321E287204}"/>
          </ac:spMkLst>
        </pc:spChg>
        <pc:spChg chg="add">
          <ac:chgData name="Mary K DiBiase" userId="8d2643bd-3f5a-49b8-bd29-b326e929dd25" providerId="ADAL" clId="{DFBEFD11-36B3-4075-B268-E222D6A6F061}" dt="2021-05-07T22:24:44.268" v="1852" actId="26606"/>
          <ac:spMkLst>
            <pc:docMk/>
            <pc:sldMk cId="3004737568" sldId="388"/>
            <ac:spMk id="17" creationId="{9D909724-2FAC-4941-A743-AB97A8A67D50}"/>
          </ac:spMkLst>
        </pc:spChg>
        <pc:spChg chg="add">
          <ac:chgData name="Mary K DiBiase" userId="8d2643bd-3f5a-49b8-bd29-b326e929dd25" providerId="ADAL" clId="{DFBEFD11-36B3-4075-B268-E222D6A6F061}" dt="2021-05-07T22:24:44.268" v="1852" actId="26606"/>
          <ac:spMkLst>
            <pc:docMk/>
            <pc:sldMk cId="3004737568" sldId="388"/>
            <ac:spMk id="19" creationId="{97B03642-7722-4B15-897F-76918F86B8FB}"/>
          </ac:spMkLst>
        </pc:spChg>
        <pc:spChg chg="add">
          <ac:chgData name="Mary K DiBiase" userId="8d2643bd-3f5a-49b8-bd29-b326e929dd25" providerId="ADAL" clId="{DFBEFD11-36B3-4075-B268-E222D6A6F061}" dt="2021-05-07T22:24:44.268" v="1852" actId="26606"/>
          <ac:spMkLst>
            <pc:docMk/>
            <pc:sldMk cId="3004737568" sldId="388"/>
            <ac:spMk id="21" creationId="{6068EAC2-2623-4156-A990-D776FF9BF493}"/>
          </ac:spMkLst>
        </pc:spChg>
        <pc:spChg chg="add">
          <ac:chgData name="Mary K DiBiase" userId="8d2643bd-3f5a-49b8-bd29-b326e929dd25" providerId="ADAL" clId="{DFBEFD11-36B3-4075-B268-E222D6A6F061}" dt="2021-05-07T22:24:44.268" v="1852" actId="26606"/>
          <ac:spMkLst>
            <pc:docMk/>
            <pc:sldMk cId="3004737568" sldId="388"/>
            <ac:spMk id="23" creationId="{4C707BC9-731A-490A-AF25-6F349FD9B02F}"/>
          </ac:spMkLst>
        </pc:spChg>
        <pc:spChg chg="add">
          <ac:chgData name="Mary K DiBiase" userId="8d2643bd-3f5a-49b8-bd29-b326e929dd25" providerId="ADAL" clId="{DFBEFD11-36B3-4075-B268-E222D6A6F061}" dt="2021-05-07T22:24:44.268" v="1852" actId="26606"/>
          <ac:spMkLst>
            <pc:docMk/>
            <pc:sldMk cId="3004737568" sldId="388"/>
            <ac:spMk id="25" creationId="{3FD7C480-AC7D-4FEE-BB95-EEE23BB3E693}"/>
          </ac:spMkLst>
        </pc:spChg>
        <pc:picChg chg="add mod">
          <ac:chgData name="Mary K DiBiase" userId="8d2643bd-3f5a-49b8-bd29-b326e929dd25" providerId="ADAL" clId="{DFBEFD11-36B3-4075-B268-E222D6A6F061}" dt="2021-05-07T22:24:44.268" v="1852" actId="26606"/>
          <ac:picMkLst>
            <pc:docMk/>
            <pc:sldMk cId="3004737568" sldId="388"/>
            <ac:picMk id="7" creationId="{ECF2BB78-063F-4A7A-BFE4-F51E5584005B}"/>
          </ac:picMkLst>
        </pc:picChg>
      </pc:sldChg>
      <pc:sldChg chg="addSp delSp modSp mod ord modNotesTx">
        <pc:chgData name="Mary K DiBiase" userId="8d2643bd-3f5a-49b8-bd29-b326e929dd25" providerId="ADAL" clId="{DFBEFD11-36B3-4075-B268-E222D6A6F061}" dt="2021-05-12T19:46:01.353" v="32817" actId="20577"/>
        <pc:sldMkLst>
          <pc:docMk/>
          <pc:sldMk cId="3311809093" sldId="389"/>
        </pc:sldMkLst>
        <pc:spChg chg="mod">
          <ac:chgData name="Mary K DiBiase" userId="8d2643bd-3f5a-49b8-bd29-b326e929dd25" providerId="ADAL" clId="{DFBEFD11-36B3-4075-B268-E222D6A6F061}" dt="2021-05-07T22:18:08.475" v="1737" actId="1076"/>
          <ac:spMkLst>
            <pc:docMk/>
            <pc:sldMk cId="3311809093" sldId="389"/>
            <ac:spMk id="2" creationId="{D97CC3C0-07E3-4934-9F8A-253AF00A61AC}"/>
          </ac:spMkLst>
        </pc:spChg>
        <pc:spChg chg="del mod">
          <ac:chgData name="Mary K DiBiase" userId="8d2643bd-3f5a-49b8-bd29-b326e929dd25" providerId="ADAL" clId="{DFBEFD11-36B3-4075-B268-E222D6A6F061}" dt="2021-05-07T22:13:33.404" v="1632" actId="26606"/>
          <ac:spMkLst>
            <pc:docMk/>
            <pc:sldMk cId="3311809093" sldId="389"/>
            <ac:spMk id="3" creationId="{F377C702-C453-4174-8BCA-9D2AE0407B66}"/>
          </ac:spMkLst>
        </pc:spChg>
        <pc:graphicFrameChg chg="add mod">
          <ac:chgData name="Mary K DiBiase" userId="8d2643bd-3f5a-49b8-bd29-b326e929dd25" providerId="ADAL" clId="{DFBEFD11-36B3-4075-B268-E222D6A6F061}" dt="2021-05-11T16:33:40.569" v="6273" actId="20577"/>
          <ac:graphicFrameMkLst>
            <pc:docMk/>
            <pc:sldMk cId="3311809093" sldId="389"/>
            <ac:graphicFrameMk id="5" creationId="{A086355C-5879-4DBF-84B4-31196B4658F2}"/>
          </ac:graphicFrameMkLst>
        </pc:graphicFrameChg>
      </pc:sldChg>
      <pc:sldChg chg="addSp delSp modSp new mod ord setBg modNotesTx">
        <pc:chgData name="Mary K DiBiase" userId="8d2643bd-3f5a-49b8-bd29-b326e929dd25" providerId="ADAL" clId="{DFBEFD11-36B3-4075-B268-E222D6A6F061}" dt="2021-05-12T01:09:38.206" v="25139" actId="20577"/>
        <pc:sldMkLst>
          <pc:docMk/>
          <pc:sldMk cId="2547956047" sldId="390"/>
        </pc:sldMkLst>
        <pc:spChg chg="mod">
          <ac:chgData name="Mary K DiBiase" userId="8d2643bd-3f5a-49b8-bd29-b326e929dd25" providerId="ADAL" clId="{DFBEFD11-36B3-4075-B268-E222D6A6F061}" dt="2021-05-07T22:48:27.298" v="1872" actId="14100"/>
          <ac:spMkLst>
            <pc:docMk/>
            <pc:sldMk cId="2547956047" sldId="390"/>
            <ac:spMk id="2" creationId="{4600C5E6-6F32-46FE-9533-5D4F45B2F135}"/>
          </ac:spMkLst>
        </pc:spChg>
        <pc:spChg chg="del mod">
          <ac:chgData name="Mary K DiBiase" userId="8d2643bd-3f5a-49b8-bd29-b326e929dd25" providerId="ADAL" clId="{DFBEFD11-36B3-4075-B268-E222D6A6F061}" dt="2021-05-07T22:47:38.074" v="1863" actId="931"/>
          <ac:spMkLst>
            <pc:docMk/>
            <pc:sldMk cId="2547956047" sldId="390"/>
            <ac:spMk id="3" creationId="{694466BC-FDEE-4EF8-B573-EC4B8429EA36}"/>
          </ac:spMkLst>
        </pc:spChg>
        <pc:spChg chg="add del mod">
          <ac:chgData name="Mary K DiBiase" userId="8d2643bd-3f5a-49b8-bd29-b326e929dd25" providerId="ADAL" clId="{DFBEFD11-36B3-4075-B268-E222D6A6F061}" dt="2021-05-07T22:48:04.493" v="1869" actId="478"/>
          <ac:spMkLst>
            <pc:docMk/>
            <pc:sldMk cId="2547956047" sldId="390"/>
            <ac:spMk id="6" creationId="{21E7ED44-85B7-4284-858A-1D85723B8A54}"/>
          </ac:spMkLst>
        </pc:spChg>
        <pc:spChg chg="add">
          <ac:chgData name="Mary K DiBiase" userId="8d2643bd-3f5a-49b8-bd29-b326e929dd25" providerId="ADAL" clId="{DFBEFD11-36B3-4075-B268-E222D6A6F061}" dt="2021-05-07T22:47:52.722" v="1866" actId="26606"/>
          <ac:spMkLst>
            <pc:docMk/>
            <pc:sldMk cId="2547956047" sldId="390"/>
            <ac:spMk id="11" creationId="{8537B233-9CDD-4A90-AABB-A8963DEE4FBC}"/>
          </ac:spMkLst>
        </pc:spChg>
        <pc:picChg chg="add mod">
          <ac:chgData name="Mary K DiBiase" userId="8d2643bd-3f5a-49b8-bd29-b326e929dd25" providerId="ADAL" clId="{DFBEFD11-36B3-4075-B268-E222D6A6F061}" dt="2021-05-07T22:47:52.722" v="1866" actId="26606"/>
          <ac:picMkLst>
            <pc:docMk/>
            <pc:sldMk cId="2547956047" sldId="390"/>
            <ac:picMk id="5" creationId="{F9655AFF-801F-49C3-A8EC-5E9CE1E86F36}"/>
          </ac:picMkLst>
        </pc:picChg>
        <pc:cxnChg chg="add">
          <ac:chgData name="Mary K DiBiase" userId="8d2643bd-3f5a-49b8-bd29-b326e929dd25" providerId="ADAL" clId="{DFBEFD11-36B3-4075-B268-E222D6A6F061}" dt="2021-05-07T22:47:52.722" v="1866" actId="26606"/>
          <ac:cxnSpMkLst>
            <pc:docMk/>
            <pc:sldMk cId="2547956047" sldId="390"/>
            <ac:cxnSpMk id="13" creationId="{9392F240-FCCC-4D1B-89FD-0485B2F8F41B}"/>
          </ac:cxnSpMkLst>
        </pc:cxnChg>
      </pc:sldChg>
      <pc:sldChg chg="addSp delSp modSp new mod ord setBg setClrOvrMap modNotesTx">
        <pc:chgData name="Mary K DiBiase" userId="8d2643bd-3f5a-49b8-bd29-b326e929dd25" providerId="ADAL" clId="{DFBEFD11-36B3-4075-B268-E222D6A6F061}" dt="2021-05-12T19:16:12.980" v="30779" actId="20577"/>
        <pc:sldMkLst>
          <pc:docMk/>
          <pc:sldMk cId="3781556760" sldId="391"/>
        </pc:sldMkLst>
        <pc:spChg chg="mod">
          <ac:chgData name="Mary K DiBiase" userId="8d2643bd-3f5a-49b8-bd29-b326e929dd25" providerId="ADAL" clId="{DFBEFD11-36B3-4075-B268-E222D6A6F061}" dt="2021-05-10T22:25:59.192" v="4527" actId="14100"/>
          <ac:spMkLst>
            <pc:docMk/>
            <pc:sldMk cId="3781556760" sldId="391"/>
            <ac:spMk id="2" creationId="{CFCC589D-97A0-40A2-A96F-F43D111DFE1C}"/>
          </ac:spMkLst>
        </pc:spChg>
        <pc:spChg chg="mod">
          <ac:chgData name="Mary K DiBiase" userId="8d2643bd-3f5a-49b8-bd29-b326e929dd25" providerId="ADAL" clId="{DFBEFD11-36B3-4075-B268-E222D6A6F061}" dt="2021-05-10T22:25:50.438" v="4525" actId="14100"/>
          <ac:spMkLst>
            <pc:docMk/>
            <pc:sldMk cId="3781556760" sldId="391"/>
            <ac:spMk id="3" creationId="{B590E8AC-EDB0-4B50-B1FB-48F81EEA3CA7}"/>
          </ac:spMkLst>
        </pc:spChg>
        <pc:spChg chg="add del mod">
          <ac:chgData name="Mary K DiBiase" userId="8d2643bd-3f5a-49b8-bd29-b326e929dd25" providerId="ADAL" clId="{DFBEFD11-36B3-4075-B268-E222D6A6F061}" dt="2021-05-07T19:52:20.050" v="1058" actId="478"/>
          <ac:spMkLst>
            <pc:docMk/>
            <pc:sldMk cId="3781556760" sldId="391"/>
            <ac:spMk id="6" creationId="{26D63BFE-C8D7-4C10-AD74-49286192AE2D}"/>
          </ac:spMkLst>
        </pc:spChg>
        <pc:spChg chg="add del">
          <ac:chgData name="Mary K DiBiase" userId="8d2643bd-3f5a-49b8-bd29-b326e929dd25" providerId="ADAL" clId="{DFBEFD11-36B3-4075-B268-E222D6A6F061}" dt="2021-05-10T22:22:39.882" v="4423" actId="26606"/>
          <ac:spMkLst>
            <pc:docMk/>
            <pc:sldMk cId="3781556760" sldId="391"/>
            <ac:spMk id="10" creationId="{9B76D444-2756-434F-AE61-96D69830C13E}"/>
          </ac:spMkLst>
        </pc:spChg>
        <pc:spChg chg="add del">
          <ac:chgData name="Mary K DiBiase" userId="8d2643bd-3f5a-49b8-bd29-b326e929dd25" providerId="ADAL" clId="{DFBEFD11-36B3-4075-B268-E222D6A6F061}" dt="2021-05-10T22:22:39.882" v="4423" actId="26606"/>
          <ac:spMkLst>
            <pc:docMk/>
            <pc:sldMk cId="3781556760" sldId="391"/>
            <ac:spMk id="12" creationId="{A27B6159-7734-4564-9E0F-C4BC43C36E52}"/>
          </ac:spMkLst>
        </pc:spChg>
        <pc:spChg chg="add mod">
          <ac:chgData name="Mary K DiBiase" userId="8d2643bd-3f5a-49b8-bd29-b326e929dd25" providerId="ADAL" clId="{DFBEFD11-36B3-4075-B268-E222D6A6F061}" dt="2021-05-10T22:26:45.301" v="4533" actId="1076"/>
          <ac:spMkLst>
            <pc:docMk/>
            <pc:sldMk cId="3781556760" sldId="391"/>
            <ac:spMk id="13" creationId="{342EA0BE-77AF-4100-8E54-DE36CE21346C}"/>
          </ac:spMkLst>
        </pc:spChg>
        <pc:spChg chg="add">
          <ac:chgData name="Mary K DiBiase" userId="8d2643bd-3f5a-49b8-bd29-b326e929dd25" providerId="ADAL" clId="{DFBEFD11-36B3-4075-B268-E222D6A6F061}" dt="2021-05-10T22:22:39.882" v="4423" actId="26606"/>
          <ac:spMkLst>
            <pc:docMk/>
            <pc:sldMk cId="3781556760" sldId="391"/>
            <ac:spMk id="19" creationId="{8FC9BE17-9A7B-462D-AE50-3D8777387304}"/>
          </ac:spMkLst>
        </pc:spChg>
        <pc:spChg chg="add">
          <ac:chgData name="Mary K DiBiase" userId="8d2643bd-3f5a-49b8-bd29-b326e929dd25" providerId="ADAL" clId="{DFBEFD11-36B3-4075-B268-E222D6A6F061}" dt="2021-05-10T22:22:39.882" v="4423" actId="26606"/>
          <ac:spMkLst>
            <pc:docMk/>
            <pc:sldMk cId="3781556760" sldId="391"/>
            <ac:spMk id="21" creationId="{3EBE8569-6AEC-4B8C-8D53-2DE337CDBA65}"/>
          </ac:spMkLst>
        </pc:spChg>
        <pc:spChg chg="add">
          <ac:chgData name="Mary K DiBiase" userId="8d2643bd-3f5a-49b8-bd29-b326e929dd25" providerId="ADAL" clId="{DFBEFD11-36B3-4075-B268-E222D6A6F061}" dt="2021-05-10T22:22:39.882" v="4423" actId="26606"/>
          <ac:spMkLst>
            <pc:docMk/>
            <pc:sldMk cId="3781556760" sldId="391"/>
            <ac:spMk id="23" creationId="{55D4142C-5077-457F-A6AD-3FECFDB39685}"/>
          </ac:spMkLst>
        </pc:spChg>
        <pc:spChg chg="add">
          <ac:chgData name="Mary K DiBiase" userId="8d2643bd-3f5a-49b8-bd29-b326e929dd25" providerId="ADAL" clId="{DFBEFD11-36B3-4075-B268-E222D6A6F061}" dt="2021-05-10T22:22:39.882" v="4423" actId="26606"/>
          <ac:spMkLst>
            <pc:docMk/>
            <pc:sldMk cId="3781556760" sldId="391"/>
            <ac:spMk id="25" creationId="{7A5F0580-5EE9-419F-96EE-B6529EF6E7D0}"/>
          </ac:spMkLst>
        </pc:spChg>
        <pc:picChg chg="add mod ord">
          <ac:chgData name="Mary K DiBiase" userId="8d2643bd-3f5a-49b8-bd29-b326e929dd25" providerId="ADAL" clId="{DFBEFD11-36B3-4075-B268-E222D6A6F061}" dt="2021-05-10T22:26:07.790" v="4528" actId="14100"/>
          <ac:picMkLst>
            <pc:docMk/>
            <pc:sldMk cId="3781556760" sldId="391"/>
            <ac:picMk id="5" creationId="{7A7406AC-74D1-4573-9920-5B9301D98FFB}"/>
          </ac:picMkLst>
        </pc:picChg>
        <pc:cxnChg chg="add del">
          <ac:chgData name="Mary K DiBiase" userId="8d2643bd-3f5a-49b8-bd29-b326e929dd25" providerId="ADAL" clId="{DFBEFD11-36B3-4075-B268-E222D6A6F061}" dt="2021-05-10T22:22:39.882" v="4423" actId="26606"/>
          <ac:cxnSpMkLst>
            <pc:docMk/>
            <pc:sldMk cId="3781556760" sldId="391"/>
            <ac:cxnSpMk id="14" creationId="{E2FFB46B-05BC-4950-B18A-9593FDAE6ED7}"/>
          </ac:cxnSpMkLst>
        </pc:cxnChg>
      </pc:sldChg>
      <pc:sldChg chg="addSp delSp modSp add mod ord setBg modNotesTx">
        <pc:chgData name="Mary K DiBiase" userId="8d2643bd-3f5a-49b8-bd29-b326e929dd25" providerId="ADAL" clId="{DFBEFD11-36B3-4075-B268-E222D6A6F061}" dt="2021-05-12T19:52:13.001" v="33178" actId="20577"/>
        <pc:sldMkLst>
          <pc:docMk/>
          <pc:sldMk cId="3037970021" sldId="392"/>
        </pc:sldMkLst>
        <pc:spChg chg="mod">
          <ac:chgData name="Mary K DiBiase" userId="8d2643bd-3f5a-49b8-bd29-b326e929dd25" providerId="ADAL" clId="{DFBEFD11-36B3-4075-B268-E222D6A6F061}" dt="2021-05-10T04:46:08.727" v="4404" actId="14100"/>
          <ac:spMkLst>
            <pc:docMk/>
            <pc:sldMk cId="3037970021" sldId="392"/>
            <ac:spMk id="2" creationId="{D97CC3C0-07E3-4934-9F8A-253AF00A61AC}"/>
          </ac:spMkLst>
        </pc:spChg>
        <pc:spChg chg="mod">
          <ac:chgData name="Mary K DiBiase" userId="8d2643bd-3f5a-49b8-bd29-b326e929dd25" providerId="ADAL" clId="{DFBEFD11-36B3-4075-B268-E222D6A6F061}" dt="2021-05-12T01:06:11.898" v="25011" actId="20577"/>
          <ac:spMkLst>
            <pc:docMk/>
            <pc:sldMk cId="3037970021" sldId="392"/>
            <ac:spMk id="3" creationId="{F377C702-C453-4174-8BCA-9D2AE0407B66}"/>
          </ac:spMkLst>
        </pc:spChg>
        <pc:spChg chg="add del">
          <ac:chgData name="Mary K DiBiase" userId="8d2643bd-3f5a-49b8-bd29-b326e929dd25" providerId="ADAL" clId="{DFBEFD11-36B3-4075-B268-E222D6A6F061}" dt="2021-05-10T04:45:59.716" v="4402" actId="26606"/>
          <ac:spMkLst>
            <pc:docMk/>
            <pc:sldMk cId="3037970021" sldId="392"/>
            <ac:spMk id="8" creationId="{70DFC902-7D23-471A-B557-B6B6917D7A0D}"/>
          </ac:spMkLst>
        </pc:spChg>
        <pc:spChg chg="add del">
          <ac:chgData name="Mary K DiBiase" userId="8d2643bd-3f5a-49b8-bd29-b326e929dd25" providerId="ADAL" clId="{DFBEFD11-36B3-4075-B268-E222D6A6F061}" dt="2021-05-10T04:45:59.716" v="4402" actId="26606"/>
          <ac:spMkLst>
            <pc:docMk/>
            <pc:sldMk cId="3037970021" sldId="392"/>
            <ac:spMk id="10" creationId="{A55D5633-D557-4DCA-982C-FF36EB7A1C00}"/>
          </ac:spMkLst>
        </pc:spChg>
        <pc:spChg chg="add del">
          <ac:chgData name="Mary K DiBiase" userId="8d2643bd-3f5a-49b8-bd29-b326e929dd25" providerId="ADAL" clId="{DFBEFD11-36B3-4075-B268-E222D6A6F061}" dt="2021-05-10T04:45:59.716" v="4402" actId="26606"/>
          <ac:spMkLst>
            <pc:docMk/>
            <pc:sldMk cId="3037970021" sldId="392"/>
            <ac:spMk id="12" creationId="{450D3AD2-FA80-415F-A9CE-54D884561CD7}"/>
          </ac:spMkLst>
        </pc:spChg>
        <pc:spChg chg="add">
          <ac:chgData name="Mary K DiBiase" userId="8d2643bd-3f5a-49b8-bd29-b326e929dd25" providerId="ADAL" clId="{DFBEFD11-36B3-4075-B268-E222D6A6F061}" dt="2021-05-10T04:45:59.716" v="4402" actId="26606"/>
          <ac:spMkLst>
            <pc:docMk/>
            <pc:sldMk cId="3037970021" sldId="392"/>
            <ac:spMk id="17" creationId="{DBF61EA3-B236-439E-9C0B-340980D56BEE}"/>
          </ac:spMkLst>
        </pc:spChg>
        <pc:spChg chg="add">
          <ac:chgData name="Mary K DiBiase" userId="8d2643bd-3f5a-49b8-bd29-b326e929dd25" providerId="ADAL" clId="{DFBEFD11-36B3-4075-B268-E222D6A6F061}" dt="2021-05-10T04:45:59.716" v="4402" actId="26606"/>
          <ac:spMkLst>
            <pc:docMk/>
            <pc:sldMk cId="3037970021" sldId="392"/>
            <ac:spMk id="23" creationId="{E659831F-0D9A-4C63-9EBB-8435B85A440F}"/>
          </ac:spMkLst>
        </pc:spChg>
        <pc:grpChg chg="add">
          <ac:chgData name="Mary K DiBiase" userId="8d2643bd-3f5a-49b8-bd29-b326e929dd25" providerId="ADAL" clId="{DFBEFD11-36B3-4075-B268-E222D6A6F061}" dt="2021-05-10T04:45:59.716" v="4402" actId="26606"/>
          <ac:grpSpMkLst>
            <pc:docMk/>
            <pc:sldMk cId="3037970021" sldId="392"/>
            <ac:grpSpMk id="19" creationId="{28FAF094-D087-493F-8DF9-A486C2D6BBAA}"/>
          </ac:grpSpMkLst>
        </pc:grpChg>
      </pc:sldChg>
      <pc:sldChg chg="addSp modSp new mod modNotesTx">
        <pc:chgData name="Mary K DiBiase" userId="8d2643bd-3f5a-49b8-bd29-b326e929dd25" providerId="ADAL" clId="{DFBEFD11-36B3-4075-B268-E222D6A6F061}" dt="2021-05-12T19:57:22.918" v="33290" actId="20577"/>
        <pc:sldMkLst>
          <pc:docMk/>
          <pc:sldMk cId="3654072342" sldId="393"/>
        </pc:sldMkLst>
        <pc:spChg chg="add mod">
          <ac:chgData name="Mary K DiBiase" userId="8d2643bd-3f5a-49b8-bd29-b326e929dd25" providerId="ADAL" clId="{DFBEFD11-36B3-4075-B268-E222D6A6F061}" dt="2021-05-07T23:02:13.240" v="1958" actId="14100"/>
          <ac:spMkLst>
            <pc:docMk/>
            <pc:sldMk cId="3654072342" sldId="393"/>
            <ac:spMk id="2" creationId="{E79500EA-2434-45C9-9FDB-0761F471190F}"/>
          </ac:spMkLst>
        </pc:spChg>
        <pc:picChg chg="add mod ord">
          <ac:chgData name="Mary K DiBiase" userId="8d2643bd-3f5a-49b8-bd29-b326e929dd25" providerId="ADAL" clId="{DFBEFD11-36B3-4075-B268-E222D6A6F061}" dt="2021-05-07T23:04:49.275" v="1968" actId="167"/>
          <ac:picMkLst>
            <pc:docMk/>
            <pc:sldMk cId="3654072342" sldId="393"/>
            <ac:picMk id="3" creationId="{1CFEFA34-699A-4C84-B2B9-A01C505CB911}"/>
          </ac:picMkLst>
        </pc:picChg>
      </pc:sldChg>
      <pc:sldChg chg="del">
        <pc:chgData name="Mary K DiBiase" userId="8d2643bd-3f5a-49b8-bd29-b326e929dd25" providerId="ADAL" clId="{DFBEFD11-36B3-4075-B268-E222D6A6F061}" dt="2021-05-10T22:26:53.142" v="4534" actId="2696"/>
        <pc:sldMkLst>
          <pc:docMk/>
          <pc:sldMk cId="551054" sldId="394"/>
        </pc:sldMkLst>
      </pc:sldChg>
      <pc:sldChg chg="modSp new mod modNotesTx">
        <pc:chgData name="Mary K DiBiase" userId="8d2643bd-3f5a-49b8-bd29-b326e929dd25" providerId="ADAL" clId="{DFBEFD11-36B3-4075-B268-E222D6A6F061}" dt="2021-05-12T20:00:46.708" v="33649" actId="20577"/>
        <pc:sldMkLst>
          <pc:docMk/>
          <pc:sldMk cId="666316901" sldId="394"/>
        </pc:sldMkLst>
        <pc:spChg chg="mod">
          <ac:chgData name="Mary K DiBiase" userId="8d2643bd-3f5a-49b8-bd29-b326e929dd25" providerId="ADAL" clId="{DFBEFD11-36B3-4075-B268-E222D6A6F061}" dt="2021-05-11T15:33:54.096" v="4550"/>
          <ac:spMkLst>
            <pc:docMk/>
            <pc:sldMk cId="666316901" sldId="394"/>
            <ac:spMk id="2" creationId="{6F0BC360-05A4-419A-86E7-B785BD04D0AE}"/>
          </ac:spMkLst>
        </pc:spChg>
        <pc:spChg chg="mod">
          <ac:chgData name="Mary K DiBiase" userId="8d2643bd-3f5a-49b8-bd29-b326e929dd25" providerId="ADAL" clId="{DFBEFD11-36B3-4075-B268-E222D6A6F061}" dt="2021-05-12T01:20:15.133" v="25238"/>
          <ac:spMkLst>
            <pc:docMk/>
            <pc:sldMk cId="666316901" sldId="394"/>
            <ac:spMk id="3" creationId="{3E1F6601-D1C7-4A80-9E71-D1E3961482B9}"/>
          </ac:spMkLst>
        </pc:spChg>
      </pc:sldChg>
      <pc:sldChg chg="addSp modSp new mod setBg modNotesTx">
        <pc:chgData name="Mary K DiBiase" userId="8d2643bd-3f5a-49b8-bd29-b326e929dd25" providerId="ADAL" clId="{DFBEFD11-36B3-4075-B268-E222D6A6F061}" dt="2021-05-12T19:58:52.797" v="33341" actId="20577"/>
        <pc:sldMkLst>
          <pc:docMk/>
          <pc:sldMk cId="665299191" sldId="395"/>
        </pc:sldMkLst>
        <pc:spChg chg="add mod">
          <ac:chgData name="Mary K DiBiase" userId="8d2643bd-3f5a-49b8-bd29-b326e929dd25" providerId="ADAL" clId="{DFBEFD11-36B3-4075-B268-E222D6A6F061}" dt="2021-05-12T18:42:18.571" v="29860" actId="113"/>
          <ac:spMkLst>
            <pc:docMk/>
            <pc:sldMk cId="665299191" sldId="395"/>
            <ac:spMk id="5" creationId="{D389A92D-E1D1-4F85-9C88-E76BA893EB17}"/>
          </ac:spMkLst>
        </pc:spChg>
        <pc:spChg chg="add">
          <ac:chgData name="Mary K DiBiase" userId="8d2643bd-3f5a-49b8-bd29-b326e929dd25" providerId="ADAL" clId="{DFBEFD11-36B3-4075-B268-E222D6A6F061}" dt="2021-05-12T18:38:11.780" v="29265" actId="26606"/>
          <ac:spMkLst>
            <pc:docMk/>
            <pc:sldMk cId="665299191" sldId="395"/>
            <ac:spMk id="7" creationId="{32BC26D8-82FB-445E-AA49-62A77D7C1EE0}"/>
          </ac:spMkLst>
        </pc:spChg>
        <pc:spChg chg="add">
          <ac:chgData name="Mary K DiBiase" userId="8d2643bd-3f5a-49b8-bd29-b326e929dd25" providerId="ADAL" clId="{DFBEFD11-36B3-4075-B268-E222D6A6F061}" dt="2021-05-12T18:38:11.780" v="29265" actId="26606"/>
          <ac:spMkLst>
            <pc:docMk/>
            <pc:sldMk cId="665299191" sldId="395"/>
            <ac:spMk id="9" creationId="{CB44330D-EA18-4254-AA95-EB49948539B8}"/>
          </ac:spMkLst>
        </pc:spChg>
        <pc:picChg chg="add mod">
          <ac:chgData name="Mary K DiBiase" userId="8d2643bd-3f5a-49b8-bd29-b326e929dd25" providerId="ADAL" clId="{DFBEFD11-36B3-4075-B268-E222D6A6F061}" dt="2021-05-12T18:38:11.780" v="29265" actId="26606"/>
          <ac:picMkLst>
            <pc:docMk/>
            <pc:sldMk cId="665299191" sldId="395"/>
            <ac:picMk id="2" creationId="{9BC26822-971F-4DA3-B861-5EC5B2BB0739}"/>
          </ac:picMkLst>
        </pc:picChg>
      </pc:sldChg>
    </pc:docChg>
  </pc:docChgLst>
  <pc:docChgLst>
    <pc:chgData name="Mary K DiBiase" userId="S::mary.dibiase@umb.edu::8d2643bd-3f5a-49b8-bd29-b326e929dd25" providerId="AD" clId="Web-{C23BD392-DD47-4A85-AE77-BC2DABA7476C}"/>
    <pc:docChg chg="modSld">
      <pc:chgData name="Mary K DiBiase" userId="S::mary.dibiase@umb.edu::8d2643bd-3f5a-49b8-bd29-b326e929dd25" providerId="AD" clId="Web-{C23BD392-DD47-4A85-AE77-BC2DABA7476C}" dt="2021-05-19T18:57:55.871" v="2"/>
      <pc:docMkLst>
        <pc:docMk/>
      </pc:docMkLst>
      <pc:sldChg chg="modNotes">
        <pc:chgData name="Mary K DiBiase" userId="S::mary.dibiase@umb.edu::8d2643bd-3f5a-49b8-bd29-b326e929dd25" providerId="AD" clId="Web-{C23BD392-DD47-4A85-AE77-BC2DABA7476C}" dt="2021-05-19T18:57:55.871" v="2"/>
        <pc:sldMkLst>
          <pc:docMk/>
          <pc:sldMk cId="1080884403" sldId="384"/>
        </pc:sldMkLst>
      </pc:sldChg>
    </pc:docChg>
  </pc:docChgLst>
  <pc:docChgLst>
    <pc:chgData name="Mary K DiBiase" userId="S::mary.dibiase@umb.edu::8d2643bd-3f5a-49b8-bd29-b326e929dd25" providerId="AD" clId="Web-{06BD8ACA-C2C4-414F-B8E2-66F017B9C9A9}"/>
    <pc:docChg chg="modSld">
      <pc:chgData name="Mary K DiBiase" userId="S::mary.dibiase@umb.edu::8d2643bd-3f5a-49b8-bd29-b326e929dd25" providerId="AD" clId="Web-{06BD8ACA-C2C4-414F-B8E2-66F017B9C9A9}" dt="2021-05-13T17:19:50.296" v="567"/>
      <pc:docMkLst>
        <pc:docMk/>
      </pc:docMkLst>
      <pc:sldChg chg="modSp">
        <pc:chgData name="Mary K DiBiase" userId="S::mary.dibiase@umb.edu::8d2643bd-3f5a-49b8-bd29-b326e929dd25" providerId="AD" clId="Web-{06BD8ACA-C2C4-414F-B8E2-66F017B9C9A9}" dt="2021-05-13T17:07:54.866" v="17" actId="14100"/>
        <pc:sldMkLst>
          <pc:docMk/>
          <pc:sldMk cId="1271619082" sldId="365"/>
        </pc:sldMkLst>
        <pc:spChg chg="mod">
          <ac:chgData name="Mary K DiBiase" userId="S::mary.dibiase@umb.edu::8d2643bd-3f5a-49b8-bd29-b326e929dd25" providerId="AD" clId="Web-{06BD8ACA-C2C4-414F-B8E2-66F017B9C9A9}" dt="2021-05-13T17:07:54.866" v="17" actId="14100"/>
          <ac:spMkLst>
            <pc:docMk/>
            <pc:sldMk cId="1271619082" sldId="365"/>
            <ac:spMk id="4" creationId="{00000000-0000-0000-0000-000000000000}"/>
          </ac:spMkLst>
        </pc:spChg>
      </pc:sldChg>
      <pc:sldChg chg="modSp modNotes">
        <pc:chgData name="Mary K DiBiase" userId="S::mary.dibiase@umb.edu::8d2643bd-3f5a-49b8-bd29-b326e929dd25" providerId="AD" clId="Web-{06BD8ACA-C2C4-414F-B8E2-66F017B9C9A9}" dt="2021-05-13T17:17:37.632" v="562"/>
        <pc:sldMkLst>
          <pc:docMk/>
          <pc:sldMk cId="330592266" sldId="366"/>
        </pc:sldMkLst>
        <pc:spChg chg="mod">
          <ac:chgData name="Mary K DiBiase" userId="S::mary.dibiase@umb.edu::8d2643bd-3f5a-49b8-bd29-b326e929dd25" providerId="AD" clId="Web-{06BD8ACA-C2C4-414F-B8E2-66F017B9C9A9}" dt="2021-05-13T17:11:38.003" v="149" actId="20577"/>
          <ac:spMkLst>
            <pc:docMk/>
            <pc:sldMk cId="330592266" sldId="366"/>
            <ac:spMk id="3" creationId="{00000000-0000-0000-0000-000000000000}"/>
          </ac:spMkLst>
        </pc:spChg>
      </pc:sldChg>
      <pc:sldChg chg="modNotes">
        <pc:chgData name="Mary K DiBiase" userId="S::mary.dibiase@umb.edu::8d2643bd-3f5a-49b8-bd29-b326e929dd25" providerId="AD" clId="Web-{06BD8ACA-C2C4-414F-B8E2-66F017B9C9A9}" dt="2021-05-13T17:19:50.296" v="567"/>
        <pc:sldMkLst>
          <pc:docMk/>
          <pc:sldMk cId="2678687818" sldId="36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698B96-54B5-4F61-A287-2DEBB5266523}" type="doc">
      <dgm:prSet loTypeId="urn:microsoft.com/office/officeart/2005/8/layout/vProcess5" loCatId="process" qsTypeId="urn:microsoft.com/office/officeart/2005/8/quickstyle/simple1" qsCatId="simple" csTypeId="urn:microsoft.com/office/officeart/2005/8/colors/accent0_1" csCatId="mainScheme" phldr="1"/>
      <dgm:spPr/>
      <dgm:t>
        <a:bodyPr/>
        <a:lstStyle/>
        <a:p>
          <a:endParaRPr lang="en-US"/>
        </a:p>
      </dgm:t>
    </dgm:pt>
    <dgm:pt modelId="{5463E81E-E866-4F62-8738-601634FFD05B}">
      <dgm:prSet custT="1"/>
      <dgm:spPr>
        <a:solidFill>
          <a:srgbClr val="FFC000"/>
        </a:solidFill>
      </dgm:spPr>
      <dgm:t>
        <a:bodyPr/>
        <a:lstStyle/>
        <a:p>
          <a:r>
            <a:rPr lang="en-US" sz="3200" b="0" i="0" dirty="0">
              <a:latin typeface="Arial" panose="020B0604020202020204" pitchFamily="34" charset="0"/>
              <a:cs typeface="Arial" panose="020B0604020202020204" pitchFamily="34" charset="0"/>
            </a:rPr>
            <a:t>Doesn’t make sense as a stand-alone activity</a:t>
          </a:r>
          <a:endParaRPr lang="en-US" sz="3200" dirty="0">
            <a:latin typeface="Arial" panose="020B0604020202020204" pitchFamily="34" charset="0"/>
            <a:cs typeface="Arial" panose="020B0604020202020204" pitchFamily="34" charset="0"/>
          </a:endParaRPr>
        </a:p>
      </dgm:t>
    </dgm:pt>
    <dgm:pt modelId="{37069744-27D7-471C-9676-8220CD39C6BD}" type="parTrans" cxnId="{A810102C-14D8-498C-9326-DF805F6E58AB}">
      <dgm:prSet/>
      <dgm:spPr/>
      <dgm:t>
        <a:bodyPr/>
        <a:lstStyle/>
        <a:p>
          <a:endParaRPr lang="en-US"/>
        </a:p>
      </dgm:t>
    </dgm:pt>
    <dgm:pt modelId="{E79FB8B9-7446-49B9-96FD-4F94826C8638}" type="sibTrans" cxnId="{A810102C-14D8-498C-9326-DF805F6E58AB}">
      <dgm:prSet/>
      <dgm:spPr>
        <a:solidFill>
          <a:schemeClr val="tx1">
            <a:alpha val="90000"/>
          </a:schemeClr>
        </a:solidFill>
      </dgm:spPr>
      <dgm:t>
        <a:bodyPr/>
        <a:lstStyle/>
        <a:p>
          <a:endParaRPr lang="en-US"/>
        </a:p>
      </dgm:t>
    </dgm:pt>
    <dgm:pt modelId="{E0C7E927-32DB-4394-AF46-EA35932C848F}">
      <dgm:prSet custT="1"/>
      <dgm:spPr>
        <a:solidFill>
          <a:srgbClr val="92D050"/>
        </a:solidFill>
      </dgm:spPr>
      <dgm:t>
        <a:bodyPr/>
        <a:lstStyle/>
        <a:p>
          <a:r>
            <a:rPr lang="en-US" sz="3200" b="0" i="0" dirty="0">
              <a:latin typeface="Arial" panose="020B0604020202020204" pitchFamily="34" charset="0"/>
              <a:cs typeface="Arial" panose="020B0604020202020204" pitchFamily="34" charset="0"/>
            </a:rPr>
            <a:t>Skills move along a learning continuum</a:t>
          </a:r>
          <a:endParaRPr lang="en-US" sz="3200" dirty="0">
            <a:latin typeface="Arial" panose="020B0604020202020204" pitchFamily="34" charset="0"/>
            <a:cs typeface="Arial" panose="020B0604020202020204" pitchFamily="34" charset="0"/>
          </a:endParaRPr>
        </a:p>
      </dgm:t>
    </dgm:pt>
    <dgm:pt modelId="{598A7C1C-0CB6-49B1-A78D-64F3C71E2D91}" type="parTrans" cxnId="{A679826F-A40C-415E-844F-FEF6FB90AEA7}">
      <dgm:prSet/>
      <dgm:spPr/>
      <dgm:t>
        <a:bodyPr/>
        <a:lstStyle/>
        <a:p>
          <a:endParaRPr lang="en-US"/>
        </a:p>
      </dgm:t>
    </dgm:pt>
    <dgm:pt modelId="{AEBD2DEB-D2AA-4C57-9784-A961417AC164}" type="sibTrans" cxnId="{A679826F-A40C-415E-844F-FEF6FB90AEA7}">
      <dgm:prSet/>
      <dgm:spPr>
        <a:solidFill>
          <a:schemeClr val="tx1">
            <a:alpha val="90000"/>
          </a:schemeClr>
        </a:solidFill>
      </dgm:spPr>
      <dgm:t>
        <a:bodyPr/>
        <a:lstStyle/>
        <a:p>
          <a:endParaRPr lang="en-US"/>
        </a:p>
      </dgm:t>
    </dgm:pt>
    <dgm:pt modelId="{6C711295-5EF6-4F64-B451-B61BE95A5960}">
      <dgm:prSet custT="1"/>
      <dgm:spPr>
        <a:solidFill>
          <a:srgbClr val="00B0F0">
            <a:alpha val="52000"/>
          </a:srgbClr>
        </a:solidFill>
      </dgm:spPr>
      <dgm:t>
        <a:bodyPr/>
        <a:lstStyle/>
        <a:p>
          <a:r>
            <a:rPr lang="en-US" sz="3200" b="0" i="0" dirty="0">
              <a:latin typeface="Arial" panose="020B0604020202020204" pitchFamily="34" charset="0"/>
              <a:cs typeface="Arial" panose="020B0604020202020204" pitchFamily="34" charset="0"/>
            </a:rPr>
            <a:t>Integrate into all settings</a:t>
          </a:r>
          <a:endParaRPr lang="en-US" sz="3200" dirty="0">
            <a:latin typeface="Arial" panose="020B0604020202020204" pitchFamily="34" charset="0"/>
            <a:cs typeface="Arial" panose="020B0604020202020204" pitchFamily="34" charset="0"/>
          </a:endParaRPr>
        </a:p>
      </dgm:t>
    </dgm:pt>
    <dgm:pt modelId="{8E25A897-7697-4282-BD4B-55C375CD3375}" type="parTrans" cxnId="{0D4B6151-5AF2-42AE-B8F6-A727036DEB30}">
      <dgm:prSet/>
      <dgm:spPr/>
      <dgm:t>
        <a:bodyPr/>
        <a:lstStyle/>
        <a:p>
          <a:endParaRPr lang="en-US"/>
        </a:p>
      </dgm:t>
    </dgm:pt>
    <dgm:pt modelId="{8BA6AC8D-C8D4-48C4-BEC3-64B3EDD2C1A1}" type="sibTrans" cxnId="{0D4B6151-5AF2-42AE-B8F6-A727036DEB30}">
      <dgm:prSet/>
      <dgm:spPr/>
      <dgm:t>
        <a:bodyPr/>
        <a:lstStyle/>
        <a:p>
          <a:endParaRPr lang="en-US"/>
        </a:p>
      </dgm:t>
    </dgm:pt>
    <dgm:pt modelId="{B297A456-FC5A-4438-8CCC-03BDD1EC1DBD}" type="pres">
      <dgm:prSet presAssocID="{DF698B96-54B5-4F61-A287-2DEBB5266523}" presName="outerComposite" presStyleCnt="0">
        <dgm:presLayoutVars>
          <dgm:chMax val="5"/>
          <dgm:dir/>
          <dgm:resizeHandles val="exact"/>
        </dgm:presLayoutVars>
      </dgm:prSet>
      <dgm:spPr/>
    </dgm:pt>
    <dgm:pt modelId="{C12DE730-A45A-4860-8276-F28FC78A7AC2}" type="pres">
      <dgm:prSet presAssocID="{DF698B96-54B5-4F61-A287-2DEBB5266523}" presName="dummyMaxCanvas" presStyleCnt="0">
        <dgm:presLayoutVars/>
      </dgm:prSet>
      <dgm:spPr/>
    </dgm:pt>
    <dgm:pt modelId="{8FDAE17C-C1BC-4574-AE75-4D26B8A251FC}" type="pres">
      <dgm:prSet presAssocID="{DF698B96-54B5-4F61-A287-2DEBB5266523}" presName="ThreeNodes_1" presStyleLbl="node1" presStyleIdx="0" presStyleCnt="3">
        <dgm:presLayoutVars>
          <dgm:bulletEnabled val="1"/>
        </dgm:presLayoutVars>
      </dgm:prSet>
      <dgm:spPr/>
    </dgm:pt>
    <dgm:pt modelId="{7B1544DD-C441-4D4D-B6F3-8DE0D9D36026}" type="pres">
      <dgm:prSet presAssocID="{DF698B96-54B5-4F61-A287-2DEBB5266523}" presName="ThreeNodes_2" presStyleLbl="node1" presStyleIdx="1" presStyleCnt="3">
        <dgm:presLayoutVars>
          <dgm:bulletEnabled val="1"/>
        </dgm:presLayoutVars>
      </dgm:prSet>
      <dgm:spPr/>
    </dgm:pt>
    <dgm:pt modelId="{3D073D65-4D7F-4802-84C5-50F6EA2485FE}" type="pres">
      <dgm:prSet presAssocID="{DF698B96-54B5-4F61-A287-2DEBB5266523}" presName="ThreeNodes_3" presStyleLbl="node1" presStyleIdx="2" presStyleCnt="3" custLinFactNeighborX="-366" custLinFactNeighborY="6667">
        <dgm:presLayoutVars>
          <dgm:bulletEnabled val="1"/>
        </dgm:presLayoutVars>
      </dgm:prSet>
      <dgm:spPr/>
    </dgm:pt>
    <dgm:pt modelId="{E8796215-7B3D-4780-8041-9EC96BE2F4BE}" type="pres">
      <dgm:prSet presAssocID="{DF698B96-54B5-4F61-A287-2DEBB5266523}" presName="ThreeConn_1-2" presStyleLbl="fgAccFollowNode1" presStyleIdx="0" presStyleCnt="2">
        <dgm:presLayoutVars>
          <dgm:bulletEnabled val="1"/>
        </dgm:presLayoutVars>
      </dgm:prSet>
      <dgm:spPr/>
    </dgm:pt>
    <dgm:pt modelId="{52DA9317-AA94-4514-A7BF-935B1C6499E8}" type="pres">
      <dgm:prSet presAssocID="{DF698B96-54B5-4F61-A287-2DEBB5266523}" presName="ThreeConn_2-3" presStyleLbl="fgAccFollowNode1" presStyleIdx="1" presStyleCnt="2">
        <dgm:presLayoutVars>
          <dgm:bulletEnabled val="1"/>
        </dgm:presLayoutVars>
      </dgm:prSet>
      <dgm:spPr/>
    </dgm:pt>
    <dgm:pt modelId="{21F40A47-D9BB-464E-AEC2-DAF857B98031}" type="pres">
      <dgm:prSet presAssocID="{DF698B96-54B5-4F61-A287-2DEBB5266523}" presName="ThreeNodes_1_text" presStyleLbl="node1" presStyleIdx="2" presStyleCnt="3">
        <dgm:presLayoutVars>
          <dgm:bulletEnabled val="1"/>
        </dgm:presLayoutVars>
      </dgm:prSet>
      <dgm:spPr/>
    </dgm:pt>
    <dgm:pt modelId="{4DCC1AA7-1C1E-4AF8-85AA-7CBB8CCD4156}" type="pres">
      <dgm:prSet presAssocID="{DF698B96-54B5-4F61-A287-2DEBB5266523}" presName="ThreeNodes_2_text" presStyleLbl="node1" presStyleIdx="2" presStyleCnt="3">
        <dgm:presLayoutVars>
          <dgm:bulletEnabled val="1"/>
        </dgm:presLayoutVars>
      </dgm:prSet>
      <dgm:spPr/>
    </dgm:pt>
    <dgm:pt modelId="{561BFFE3-1BC6-4E68-BEE6-C0081563631D}" type="pres">
      <dgm:prSet presAssocID="{DF698B96-54B5-4F61-A287-2DEBB5266523}" presName="ThreeNodes_3_text" presStyleLbl="node1" presStyleIdx="2" presStyleCnt="3">
        <dgm:presLayoutVars>
          <dgm:bulletEnabled val="1"/>
        </dgm:presLayoutVars>
      </dgm:prSet>
      <dgm:spPr/>
    </dgm:pt>
  </dgm:ptLst>
  <dgm:cxnLst>
    <dgm:cxn modelId="{456A7907-960E-4304-AF72-B2478165624F}" type="presOf" srcId="{5463E81E-E866-4F62-8738-601634FFD05B}" destId="{21F40A47-D9BB-464E-AEC2-DAF857B98031}" srcOrd="1" destOrd="0" presId="urn:microsoft.com/office/officeart/2005/8/layout/vProcess5"/>
    <dgm:cxn modelId="{EA883829-0222-4D42-A204-9730005E34F3}" type="presOf" srcId="{5463E81E-E866-4F62-8738-601634FFD05B}" destId="{8FDAE17C-C1BC-4574-AE75-4D26B8A251FC}" srcOrd="0" destOrd="0" presId="urn:microsoft.com/office/officeart/2005/8/layout/vProcess5"/>
    <dgm:cxn modelId="{839AEF29-B831-412A-B90B-1C7F4C12D458}" type="presOf" srcId="{AEBD2DEB-D2AA-4C57-9784-A961417AC164}" destId="{52DA9317-AA94-4514-A7BF-935B1C6499E8}" srcOrd="0" destOrd="0" presId="urn:microsoft.com/office/officeart/2005/8/layout/vProcess5"/>
    <dgm:cxn modelId="{A810102C-14D8-498C-9326-DF805F6E58AB}" srcId="{DF698B96-54B5-4F61-A287-2DEBB5266523}" destId="{5463E81E-E866-4F62-8738-601634FFD05B}" srcOrd="0" destOrd="0" parTransId="{37069744-27D7-471C-9676-8220CD39C6BD}" sibTransId="{E79FB8B9-7446-49B9-96FD-4F94826C8638}"/>
    <dgm:cxn modelId="{5BCC2A3D-9C7B-4421-BB15-29FFF78573C3}" type="presOf" srcId="{6C711295-5EF6-4F64-B451-B61BE95A5960}" destId="{561BFFE3-1BC6-4E68-BEE6-C0081563631D}" srcOrd="1" destOrd="0" presId="urn:microsoft.com/office/officeart/2005/8/layout/vProcess5"/>
    <dgm:cxn modelId="{8E5EBB42-D52F-4BEB-89D5-310DD369C402}" type="presOf" srcId="{E79FB8B9-7446-49B9-96FD-4F94826C8638}" destId="{E8796215-7B3D-4780-8041-9EC96BE2F4BE}" srcOrd="0" destOrd="0" presId="urn:microsoft.com/office/officeart/2005/8/layout/vProcess5"/>
    <dgm:cxn modelId="{0D4B6151-5AF2-42AE-B8F6-A727036DEB30}" srcId="{DF698B96-54B5-4F61-A287-2DEBB5266523}" destId="{6C711295-5EF6-4F64-B451-B61BE95A5960}" srcOrd="2" destOrd="0" parTransId="{8E25A897-7697-4282-BD4B-55C375CD3375}" sibTransId="{8BA6AC8D-C8D4-48C4-BEC3-64B3EDD2C1A1}"/>
    <dgm:cxn modelId="{DE3E8166-56E3-47EC-9027-DB75525BBD7C}" type="presOf" srcId="{E0C7E927-32DB-4394-AF46-EA35932C848F}" destId="{7B1544DD-C441-4D4D-B6F3-8DE0D9D36026}" srcOrd="0" destOrd="0" presId="urn:microsoft.com/office/officeart/2005/8/layout/vProcess5"/>
    <dgm:cxn modelId="{A679826F-A40C-415E-844F-FEF6FB90AEA7}" srcId="{DF698B96-54B5-4F61-A287-2DEBB5266523}" destId="{E0C7E927-32DB-4394-AF46-EA35932C848F}" srcOrd="1" destOrd="0" parTransId="{598A7C1C-0CB6-49B1-A78D-64F3C71E2D91}" sibTransId="{AEBD2DEB-D2AA-4C57-9784-A961417AC164}"/>
    <dgm:cxn modelId="{FFAC0482-B5D6-4D71-8F46-26B4643C2204}" type="presOf" srcId="{E0C7E927-32DB-4394-AF46-EA35932C848F}" destId="{4DCC1AA7-1C1E-4AF8-85AA-7CBB8CCD4156}" srcOrd="1" destOrd="0" presId="urn:microsoft.com/office/officeart/2005/8/layout/vProcess5"/>
    <dgm:cxn modelId="{D51523B2-2E59-4CFF-93E4-CC4CB2DD8461}" type="presOf" srcId="{6C711295-5EF6-4F64-B451-B61BE95A5960}" destId="{3D073D65-4D7F-4802-84C5-50F6EA2485FE}" srcOrd="0" destOrd="0" presId="urn:microsoft.com/office/officeart/2005/8/layout/vProcess5"/>
    <dgm:cxn modelId="{778015EC-D98B-4E89-8A0E-4189155376A6}" type="presOf" srcId="{DF698B96-54B5-4F61-A287-2DEBB5266523}" destId="{B297A456-FC5A-4438-8CCC-03BDD1EC1DBD}" srcOrd="0" destOrd="0" presId="urn:microsoft.com/office/officeart/2005/8/layout/vProcess5"/>
    <dgm:cxn modelId="{3BA4E199-3EEB-4C00-9BF6-6C50520A8F9D}" type="presParOf" srcId="{B297A456-FC5A-4438-8CCC-03BDD1EC1DBD}" destId="{C12DE730-A45A-4860-8276-F28FC78A7AC2}" srcOrd="0" destOrd="0" presId="urn:microsoft.com/office/officeart/2005/8/layout/vProcess5"/>
    <dgm:cxn modelId="{4EA5CE82-8675-490F-BEE4-09B40299835B}" type="presParOf" srcId="{B297A456-FC5A-4438-8CCC-03BDD1EC1DBD}" destId="{8FDAE17C-C1BC-4574-AE75-4D26B8A251FC}" srcOrd="1" destOrd="0" presId="urn:microsoft.com/office/officeart/2005/8/layout/vProcess5"/>
    <dgm:cxn modelId="{4D332D42-831E-455A-96D6-78EC443B0510}" type="presParOf" srcId="{B297A456-FC5A-4438-8CCC-03BDD1EC1DBD}" destId="{7B1544DD-C441-4D4D-B6F3-8DE0D9D36026}" srcOrd="2" destOrd="0" presId="urn:microsoft.com/office/officeart/2005/8/layout/vProcess5"/>
    <dgm:cxn modelId="{7DF2CD88-BF49-4CC8-9FF3-B8BA420DE049}" type="presParOf" srcId="{B297A456-FC5A-4438-8CCC-03BDD1EC1DBD}" destId="{3D073D65-4D7F-4802-84C5-50F6EA2485FE}" srcOrd="3" destOrd="0" presId="urn:microsoft.com/office/officeart/2005/8/layout/vProcess5"/>
    <dgm:cxn modelId="{50EC15DA-B57B-4D94-B037-718F75369AD2}" type="presParOf" srcId="{B297A456-FC5A-4438-8CCC-03BDD1EC1DBD}" destId="{E8796215-7B3D-4780-8041-9EC96BE2F4BE}" srcOrd="4" destOrd="0" presId="urn:microsoft.com/office/officeart/2005/8/layout/vProcess5"/>
    <dgm:cxn modelId="{4B1BE071-3432-4432-AAF9-66C44B0B3F67}" type="presParOf" srcId="{B297A456-FC5A-4438-8CCC-03BDD1EC1DBD}" destId="{52DA9317-AA94-4514-A7BF-935B1C6499E8}" srcOrd="5" destOrd="0" presId="urn:microsoft.com/office/officeart/2005/8/layout/vProcess5"/>
    <dgm:cxn modelId="{15AB376A-735D-4286-8996-8ACCD3ED607B}" type="presParOf" srcId="{B297A456-FC5A-4438-8CCC-03BDD1EC1DBD}" destId="{21F40A47-D9BB-464E-AEC2-DAF857B98031}" srcOrd="6" destOrd="0" presId="urn:microsoft.com/office/officeart/2005/8/layout/vProcess5"/>
    <dgm:cxn modelId="{52992BC9-498B-446B-BA8D-F5AE2389211D}" type="presParOf" srcId="{B297A456-FC5A-4438-8CCC-03BDD1EC1DBD}" destId="{4DCC1AA7-1C1E-4AF8-85AA-7CBB8CCD4156}" srcOrd="7" destOrd="0" presId="urn:microsoft.com/office/officeart/2005/8/layout/vProcess5"/>
    <dgm:cxn modelId="{0644414C-C99E-4F54-A403-F9498C4AEC50}" type="presParOf" srcId="{B297A456-FC5A-4438-8CCC-03BDD1EC1DBD}" destId="{561BFFE3-1BC6-4E68-BEE6-C0081563631D}"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AE17C-C1BC-4574-AE75-4D26B8A251FC}">
      <dsp:nvSpPr>
        <dsp:cNvPr id="0" name=""/>
        <dsp:cNvSpPr/>
      </dsp:nvSpPr>
      <dsp:spPr>
        <a:xfrm>
          <a:off x="0" y="0"/>
          <a:ext cx="6606540" cy="1143000"/>
        </a:xfrm>
        <a:prstGeom prst="roundRect">
          <a:avLst>
            <a:gd name="adj" fmla="val 10000"/>
          </a:avLst>
        </a:prstGeom>
        <a:solidFill>
          <a:srgbClr val="FFC00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latin typeface="Arial" panose="020B0604020202020204" pitchFamily="34" charset="0"/>
              <a:cs typeface="Arial" panose="020B0604020202020204" pitchFamily="34" charset="0"/>
            </a:rPr>
            <a:t>Doesn’t make sense as a stand-alone activity</a:t>
          </a:r>
          <a:endParaRPr lang="en-US" sz="3200" kern="1200" dirty="0">
            <a:latin typeface="Arial" panose="020B0604020202020204" pitchFamily="34" charset="0"/>
            <a:cs typeface="Arial" panose="020B0604020202020204" pitchFamily="34" charset="0"/>
          </a:endParaRPr>
        </a:p>
      </dsp:txBody>
      <dsp:txXfrm>
        <a:off x="33477" y="33477"/>
        <a:ext cx="5373154" cy="1076046"/>
      </dsp:txXfrm>
    </dsp:sp>
    <dsp:sp modelId="{7B1544DD-C441-4D4D-B6F3-8DE0D9D36026}">
      <dsp:nvSpPr>
        <dsp:cNvPr id="0" name=""/>
        <dsp:cNvSpPr/>
      </dsp:nvSpPr>
      <dsp:spPr>
        <a:xfrm>
          <a:off x="582929" y="1333500"/>
          <a:ext cx="6606540" cy="1143000"/>
        </a:xfrm>
        <a:prstGeom prst="roundRect">
          <a:avLst>
            <a:gd name="adj" fmla="val 10000"/>
          </a:avLst>
        </a:prstGeom>
        <a:solidFill>
          <a:srgbClr val="92D050"/>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latin typeface="Arial" panose="020B0604020202020204" pitchFamily="34" charset="0"/>
              <a:cs typeface="Arial" panose="020B0604020202020204" pitchFamily="34" charset="0"/>
            </a:rPr>
            <a:t>Skills move along a learning continuum</a:t>
          </a:r>
          <a:endParaRPr lang="en-US" sz="3200" kern="1200" dirty="0">
            <a:latin typeface="Arial" panose="020B0604020202020204" pitchFamily="34" charset="0"/>
            <a:cs typeface="Arial" panose="020B0604020202020204" pitchFamily="34" charset="0"/>
          </a:endParaRPr>
        </a:p>
      </dsp:txBody>
      <dsp:txXfrm>
        <a:off x="616406" y="1366977"/>
        <a:ext cx="5213706" cy="1076046"/>
      </dsp:txXfrm>
    </dsp:sp>
    <dsp:sp modelId="{3D073D65-4D7F-4802-84C5-50F6EA2485FE}">
      <dsp:nvSpPr>
        <dsp:cNvPr id="0" name=""/>
        <dsp:cNvSpPr/>
      </dsp:nvSpPr>
      <dsp:spPr>
        <a:xfrm>
          <a:off x="1141680" y="2667000"/>
          <a:ext cx="6606540" cy="1143000"/>
        </a:xfrm>
        <a:prstGeom prst="roundRect">
          <a:avLst>
            <a:gd name="adj" fmla="val 10000"/>
          </a:avLst>
        </a:prstGeom>
        <a:solidFill>
          <a:srgbClr val="00B0F0">
            <a:alpha val="52000"/>
          </a:srgb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b="0" i="0" kern="1200" dirty="0">
              <a:latin typeface="Arial" panose="020B0604020202020204" pitchFamily="34" charset="0"/>
              <a:cs typeface="Arial" panose="020B0604020202020204" pitchFamily="34" charset="0"/>
            </a:rPr>
            <a:t>Integrate into all settings</a:t>
          </a:r>
          <a:endParaRPr lang="en-US" sz="3200" kern="1200" dirty="0">
            <a:latin typeface="Arial" panose="020B0604020202020204" pitchFamily="34" charset="0"/>
            <a:cs typeface="Arial" panose="020B0604020202020204" pitchFamily="34" charset="0"/>
          </a:endParaRPr>
        </a:p>
      </dsp:txBody>
      <dsp:txXfrm>
        <a:off x="1175157" y="2700477"/>
        <a:ext cx="5213706" cy="1076046"/>
      </dsp:txXfrm>
    </dsp:sp>
    <dsp:sp modelId="{E8796215-7B3D-4780-8041-9EC96BE2F4BE}">
      <dsp:nvSpPr>
        <dsp:cNvPr id="0" name=""/>
        <dsp:cNvSpPr/>
      </dsp:nvSpPr>
      <dsp:spPr>
        <a:xfrm>
          <a:off x="5863590" y="866775"/>
          <a:ext cx="742950" cy="742950"/>
        </a:xfrm>
        <a:prstGeom prst="downArrow">
          <a:avLst>
            <a:gd name="adj1" fmla="val 55000"/>
            <a:gd name="adj2" fmla="val 45000"/>
          </a:avLst>
        </a:prstGeom>
        <a:solidFill>
          <a:schemeClr val="tx1">
            <a:alpha val="9000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6030754" y="866775"/>
        <a:ext cx="408622" cy="559070"/>
      </dsp:txXfrm>
    </dsp:sp>
    <dsp:sp modelId="{52DA9317-AA94-4514-A7BF-935B1C6499E8}">
      <dsp:nvSpPr>
        <dsp:cNvPr id="0" name=""/>
        <dsp:cNvSpPr/>
      </dsp:nvSpPr>
      <dsp:spPr>
        <a:xfrm>
          <a:off x="6446520" y="2192655"/>
          <a:ext cx="742950" cy="742950"/>
        </a:xfrm>
        <a:prstGeom prst="downArrow">
          <a:avLst>
            <a:gd name="adj1" fmla="val 55000"/>
            <a:gd name="adj2" fmla="val 45000"/>
          </a:avLst>
        </a:prstGeom>
        <a:solidFill>
          <a:schemeClr val="tx1">
            <a:alpha val="9000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6613684" y="2192655"/>
        <a:ext cx="408622" cy="55907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heme" Target="../theme/theme4.xml"/><Relationship Id="rId4" Type="http://schemas.openxmlformats.org/officeDocument/2006/relationships/image" Target="../media/image4.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6">
            <a:extLst>
              <a:ext uri="{FF2B5EF4-FFF2-40B4-BE49-F238E27FC236}">
                <a16:creationId xmlns:a16="http://schemas.microsoft.com/office/drawing/2014/main" id="{D2D49F3F-9924-B744-9871-F7152E7D54FF}"/>
              </a:ext>
            </a:extLst>
          </p:cNvPr>
          <p:cNvSpPr>
            <a:spLocks noChangeArrowheads="1"/>
          </p:cNvSpPr>
          <p:nvPr/>
        </p:nvSpPr>
        <p:spPr bwMode="auto">
          <a:xfrm>
            <a:off x="3200400" y="8588375"/>
            <a:ext cx="28956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ctr">
              <a:defRPr/>
            </a:pPr>
            <a:endParaRPr lang="en-US" altLang="en-US" sz="1400"/>
          </a:p>
        </p:txBody>
      </p:sp>
      <p:sp>
        <p:nvSpPr>
          <p:cNvPr id="6147" name="Rectangle 7">
            <a:extLst>
              <a:ext uri="{FF2B5EF4-FFF2-40B4-BE49-F238E27FC236}">
                <a16:creationId xmlns:a16="http://schemas.microsoft.com/office/drawing/2014/main" id="{1030BE6A-464B-E34C-AB76-A01819BE9C23}"/>
              </a:ext>
            </a:extLst>
          </p:cNvPr>
          <p:cNvSpPr>
            <a:spLocks noChangeArrowheads="1"/>
          </p:cNvSpPr>
          <p:nvPr/>
        </p:nvSpPr>
        <p:spPr bwMode="auto">
          <a:xfrm>
            <a:off x="4800600" y="152400"/>
            <a:ext cx="19050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lgn="r">
              <a:defRPr/>
            </a:pPr>
            <a:fld id="{8D4E4D53-0970-F546-A9C7-D6A61D694C5D}" type="slidenum">
              <a:rPr lang="en-US" altLang="en-US" sz="1400" smtClean="0"/>
              <a:pPr algn="r">
                <a:defRPr/>
              </a:pPr>
              <a:t>‹#›</a:t>
            </a:fld>
            <a:endParaRPr lang="en-US" altLang="en-US" sz="1400"/>
          </a:p>
        </p:txBody>
      </p:sp>
      <p:sp>
        <p:nvSpPr>
          <p:cNvPr id="6148" name="Rectangle 8">
            <a:extLst>
              <a:ext uri="{FF2B5EF4-FFF2-40B4-BE49-F238E27FC236}">
                <a16:creationId xmlns:a16="http://schemas.microsoft.com/office/drawing/2014/main" id="{F1404091-10E7-F740-B935-7D4A70EB1FB3}"/>
              </a:ext>
            </a:extLst>
          </p:cNvPr>
          <p:cNvSpPr>
            <a:spLocks noChangeArrowheads="1"/>
          </p:cNvSpPr>
          <p:nvPr/>
        </p:nvSpPr>
        <p:spPr bwMode="auto">
          <a:xfrm>
            <a:off x="152400" y="8305800"/>
            <a:ext cx="6400800" cy="685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sp>
        <p:nvSpPr>
          <p:cNvPr id="6149" name="Rectangle 9">
            <a:extLst>
              <a:ext uri="{FF2B5EF4-FFF2-40B4-BE49-F238E27FC236}">
                <a16:creationId xmlns:a16="http://schemas.microsoft.com/office/drawing/2014/main" id="{6B8173CC-10BB-BD49-8A54-CAB49455DE75}"/>
              </a:ext>
            </a:extLst>
          </p:cNvPr>
          <p:cNvSpPr>
            <a:spLocks noChangeArrowheads="1"/>
          </p:cNvSpPr>
          <p:nvPr/>
        </p:nvSpPr>
        <p:spPr bwMode="auto">
          <a:xfrm>
            <a:off x="152400" y="8305800"/>
            <a:ext cx="6400800" cy="128588"/>
          </a:xfrm>
          <a:prstGeom prst="rect">
            <a:avLst/>
          </a:prstGeom>
          <a:solidFill>
            <a:srgbClr val="0099CC"/>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lvl1pPr>
              <a:defRPr sz="2400">
                <a:solidFill>
                  <a:schemeClr val="tx1"/>
                </a:solidFill>
                <a:latin typeface="Arial" panose="020B0604020202020204" pitchFamily="34" charset="0"/>
                <a:ea typeface="Geneva" panose="020B0503030404040204" pitchFamily="34" charset="0"/>
              </a:defRPr>
            </a:lvl1pPr>
            <a:lvl2pPr marL="742950" indent="-285750">
              <a:defRPr sz="2400">
                <a:solidFill>
                  <a:schemeClr val="tx1"/>
                </a:solidFill>
                <a:latin typeface="Arial" panose="020B0604020202020204" pitchFamily="34" charset="0"/>
                <a:ea typeface="Geneva" panose="020B0503030404040204" pitchFamily="34" charset="0"/>
              </a:defRPr>
            </a:lvl2pPr>
            <a:lvl3pPr marL="1143000" indent="-228600">
              <a:defRPr sz="2400">
                <a:solidFill>
                  <a:schemeClr val="tx1"/>
                </a:solidFill>
                <a:latin typeface="Arial" panose="020B0604020202020204" pitchFamily="34" charset="0"/>
                <a:ea typeface="Geneva" panose="020B0503030404040204" pitchFamily="34" charset="0"/>
              </a:defRPr>
            </a:lvl3pPr>
            <a:lvl4pPr marL="1600200" indent="-228600">
              <a:defRPr sz="2400">
                <a:solidFill>
                  <a:schemeClr val="tx1"/>
                </a:solidFill>
                <a:latin typeface="Arial" panose="020B0604020202020204" pitchFamily="34" charset="0"/>
                <a:ea typeface="Geneva" panose="020B0503030404040204" pitchFamily="34" charset="0"/>
              </a:defRPr>
            </a:lvl4pPr>
            <a:lvl5pPr marL="2057400" indent="-228600">
              <a:defRPr sz="2400">
                <a:solidFill>
                  <a:schemeClr val="tx1"/>
                </a:solidFill>
                <a:latin typeface="Arial" panose="020B0604020202020204" pitchFamily="34" charset="0"/>
                <a:ea typeface="Geneva" panose="020B050303040404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Geneva" panose="020B0503030404040204" pitchFamily="34" charset="0"/>
              </a:defRPr>
            </a:lvl9pPr>
          </a:lstStyle>
          <a:p>
            <a:pPr>
              <a:defRPr/>
            </a:pPr>
            <a:endParaRPr lang="en-US" altLang="en-US"/>
          </a:p>
        </p:txBody>
      </p:sp>
      <p:pic>
        <p:nvPicPr>
          <p:cNvPr id="14342" name="Picture 11" descr="iciPPT_BIG">
            <a:extLst>
              <a:ext uri="{FF2B5EF4-FFF2-40B4-BE49-F238E27FC236}">
                <a16:creationId xmlns:a16="http://schemas.microsoft.com/office/drawing/2014/main" id="{E1BCF9E8-2C2F-7B43-B622-5DBC417ED4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8458200"/>
            <a:ext cx="3048000" cy="4889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4343" name="Group 14">
            <a:extLst>
              <a:ext uri="{FF2B5EF4-FFF2-40B4-BE49-F238E27FC236}">
                <a16:creationId xmlns:a16="http://schemas.microsoft.com/office/drawing/2014/main" id="{374E0F2B-D057-1A4D-A72F-67572FFA44A4}"/>
              </a:ext>
            </a:extLst>
          </p:cNvPr>
          <p:cNvGrpSpPr>
            <a:grpSpLocks/>
          </p:cNvGrpSpPr>
          <p:nvPr/>
        </p:nvGrpSpPr>
        <p:grpSpPr bwMode="auto">
          <a:xfrm>
            <a:off x="5638800" y="8486775"/>
            <a:ext cx="762000" cy="438150"/>
            <a:chOff x="5103" y="5266"/>
            <a:chExt cx="586" cy="336"/>
          </a:xfrm>
        </p:grpSpPr>
        <p:pic>
          <p:nvPicPr>
            <p:cNvPr id="14344" name="Picture 10" descr="umb_white">
              <a:extLst>
                <a:ext uri="{FF2B5EF4-FFF2-40B4-BE49-F238E27FC236}">
                  <a16:creationId xmlns:a16="http://schemas.microsoft.com/office/drawing/2014/main" id="{BEF3E9E6-CF8F-0D4A-A297-1F4055C7769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3" y="5266"/>
              <a:ext cx="273" cy="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345" name="Picture 12" descr="CHB_reverse_BIG">
              <a:extLst>
                <a:ext uri="{FF2B5EF4-FFF2-40B4-BE49-F238E27FC236}">
                  <a16:creationId xmlns:a16="http://schemas.microsoft.com/office/drawing/2014/main" id="{54F73BC5-B41D-094E-A18A-8F046762414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24" y="5266"/>
              <a:ext cx="265" cy="3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92008806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9B3A64B-BD29-B64A-A470-7398DC6053A5}"/>
              </a:ext>
            </a:extLst>
          </p:cNvPr>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5" name="Rectangle 3">
            <a:extLst>
              <a:ext uri="{FF2B5EF4-FFF2-40B4-BE49-F238E27FC236}">
                <a16:creationId xmlns:a16="http://schemas.microsoft.com/office/drawing/2014/main" id="{CEB1B764-1E3D-F94C-AFE8-93CA8696BBC6}"/>
              </a:ext>
            </a:extLst>
          </p:cNvPr>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13316" name="Rectangle 4">
            <a:extLst>
              <a:ext uri="{FF2B5EF4-FFF2-40B4-BE49-F238E27FC236}">
                <a16:creationId xmlns:a16="http://schemas.microsoft.com/office/drawing/2014/main" id="{BAF8533A-3C1A-B542-944B-EAD4B68E1EB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3077" name="Rectangle 5">
            <a:extLst>
              <a:ext uri="{FF2B5EF4-FFF2-40B4-BE49-F238E27FC236}">
                <a16:creationId xmlns:a16="http://schemas.microsoft.com/office/drawing/2014/main" id="{626E4560-BA05-2040-A535-1FA0A95D97D1}"/>
              </a:ext>
            </a:extLst>
          </p:cNvPr>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C758BAA2-FE2D-464F-9111-FEF4CCCC94AD}"/>
              </a:ext>
            </a:extLst>
          </p:cNvPr>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9" name="Rectangle 7">
            <a:extLst>
              <a:ext uri="{FF2B5EF4-FFF2-40B4-BE49-F238E27FC236}">
                <a16:creationId xmlns:a16="http://schemas.microsoft.com/office/drawing/2014/main" id="{3D9E1561-AF14-5440-BAC2-6453D18CFFE2}"/>
              </a:ext>
            </a:extLst>
          </p:cNvPr>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a:lvl1pPr>
          </a:lstStyle>
          <a:p>
            <a:pPr>
              <a:defRPr/>
            </a:pPr>
            <a:fld id="{1E6EAF8F-0920-7444-BF36-95ABB4CBBBE1}" type="slidenum">
              <a:rPr lang="en-US" altLang="en-US"/>
              <a:pPr>
                <a:defRPr/>
              </a:pPr>
              <a:t>‹#›</a:t>
            </a:fld>
            <a:endParaRPr lang="en-US" altLang="en-US"/>
          </a:p>
        </p:txBody>
      </p:sp>
    </p:spTree>
    <p:extLst>
      <p:ext uri="{BB962C8B-B14F-4D97-AF65-F5344CB8AC3E}">
        <p14:creationId xmlns:p14="http://schemas.microsoft.com/office/powerpoint/2010/main" val="166791328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Geneva" panose="020B0503030404040204"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any further into this, I want to review the connection of informed choice, self-determination and dignity of risk. There really isn’t any of these that comes first in the development of skills– they are all firmly entwined and connected. </a:t>
            </a:r>
          </a:p>
          <a:p>
            <a:endParaRPr lang="en-US" dirty="0"/>
          </a:p>
          <a:p>
            <a:r>
              <a:rPr lang="en-US" dirty="0"/>
              <a:t>However, for this discussion let’s start with self-determination. If we possess the agency to determine our life’s course, then we are making choices based on information we have gathered and preferences that we feel strongly about.</a:t>
            </a:r>
          </a:p>
          <a:p>
            <a:endParaRPr lang="en-US" dirty="0"/>
          </a:p>
          <a:p>
            <a:r>
              <a:rPr lang="en-US" dirty="0"/>
              <a:t> That leads us to informed choices– making an informed choice means that we have been able to listen to and experience information, can weigh the pros and cons, and then make decisions based on that information and thought process. Making informed choices doesn’t mean that we get everything we want because we decided to make that choice. It means that we were provided all of the relevant information, had opportunities to hear from others, and made a decision that seemed like it was the best one</a:t>
            </a:r>
          </a:p>
          <a:p>
            <a:endParaRPr lang="en-US" dirty="0"/>
          </a:p>
          <a:p>
            <a:r>
              <a:rPr lang="en-US" dirty="0"/>
              <a:t>Our dignity of risk comes from experiencing the consequences  of decisions that we made– the consequences could be positive and maybe as good or better than we hoped. Or they could be disappointing because things didn’t pan out they way we had expected. The importance of having the dignity of risk is it gives us information that we didn’t have before, so that we can develop our next steps in our planning and decision making process. Even we as professionals need to be comfortable with the dignity of risk, and have the perspective that everything doesn’t have to work out the way we hoped. If we arranged a work experience at a job that the student was really excited about, but they ended up hating it, or maybe was completely overwhelmed. That doesn’t mean we failed– it means that we all talk about and use that information in making our next steps or plans. </a:t>
            </a:r>
          </a:p>
        </p:txBody>
      </p:sp>
      <p:sp>
        <p:nvSpPr>
          <p:cNvPr id="4" name="Footer Placeholder 3"/>
          <p:cNvSpPr>
            <a:spLocks noGrp="1"/>
          </p:cNvSpPr>
          <p:nvPr>
            <p:ph type="ftr" sz="quarter" idx="4"/>
          </p:nvPr>
        </p:nvSpPr>
        <p:spPr/>
        <p:txBody>
          <a:bodyPr/>
          <a:lstStyle/>
          <a:p>
            <a:pPr>
              <a:defRPr/>
            </a:pPr>
            <a:endParaRPr lang="en-US" altLang="en-US"/>
          </a:p>
        </p:txBody>
      </p:sp>
      <p:sp>
        <p:nvSpPr>
          <p:cNvPr id="5" name="Slide Number Placeholder 4"/>
          <p:cNvSpPr>
            <a:spLocks noGrp="1"/>
          </p:cNvSpPr>
          <p:nvPr>
            <p:ph type="sldNum" sz="quarter" idx="5"/>
          </p:nvPr>
        </p:nvSpPr>
        <p:spPr/>
        <p:txBody>
          <a:bodyPr/>
          <a:lstStyle/>
          <a:p>
            <a:pPr>
              <a:defRPr/>
            </a:pPr>
            <a:fld id="{1E6EAF8F-0920-7444-BF36-95ABB4CBBBE1}" type="slidenum">
              <a:rPr lang="en-US" altLang="en-US" smtClean="0"/>
              <a:pPr>
                <a:defRPr/>
              </a:pPr>
              <a:t>6</a:t>
            </a:fld>
            <a:endParaRPr lang="en-US" altLang="en-US"/>
          </a:p>
        </p:txBody>
      </p:sp>
    </p:spTree>
    <p:extLst>
      <p:ext uri="{BB962C8B-B14F-4D97-AF65-F5344CB8AC3E}">
        <p14:creationId xmlns:p14="http://schemas.microsoft.com/office/powerpoint/2010/main" val="2952857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dirty="0">
                <a:latin typeface="Arial" panose="020B0604020202020204" pitchFamily="34" charset="0"/>
                <a:cs typeface="Arial" panose="020B0604020202020204" pitchFamily="34" charset="0"/>
              </a:rPr>
              <a:t>Really, when we talk about embedding self-determination into the larger context of pre-</a:t>
            </a:r>
            <a:r>
              <a:rPr lang="en-US" sz="1200" b="0" i="0" dirty="0" err="1">
                <a:latin typeface="Arial" panose="020B0604020202020204" pitchFamily="34" charset="0"/>
                <a:cs typeface="Arial" panose="020B0604020202020204" pitchFamily="34" charset="0"/>
              </a:rPr>
              <a:t>ets</a:t>
            </a:r>
            <a:r>
              <a:rPr lang="en-US" sz="1200" b="0" i="0" dirty="0">
                <a:latin typeface="Arial" panose="020B0604020202020204" pitchFamily="34" charset="0"/>
                <a:cs typeface="Arial" panose="020B0604020202020204" pitchFamily="34" charset="0"/>
              </a:rPr>
              <a:t> and transition planning, what we are really saying is that we have high expectations for our students and that we want to support them in achieving as much agency and independence as possible when managing their own lives. Therefore, it doesn’t make sense to think about supporting the development of these skills in stand-alone or one and done activities. Now, will there be times that it is helpful to provide training on specific components like soft skill, or when it makes sense to disclose a disability? Absolutely! We just want to make sure we are providing those same skill development opportunities in real world settings so they can practice and make sense of how the information applies to them.</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dirty="0">
                <a:latin typeface="Arial" panose="020B0604020202020204" pitchFamily="34" charset="0"/>
                <a:cs typeface="Arial" panose="020B0604020202020204" pitchFamily="34" charset="0"/>
              </a:rPr>
              <a:t>I have mentioned this before, but it is important to remember the variety of skills that are important to self-determination– like decision making, listening skills, communication skills and being able to ask for input– they all exist on a continuum of learning. We hopefully keep getting better at these skills throughout life and I don’t know about, but I am certainly still working on making good decisions.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i="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0" i="0" dirty="0">
                <a:latin typeface="Arial" panose="020B0604020202020204" pitchFamily="34" charset="0"/>
                <a:cs typeface="Arial" panose="020B0604020202020204" pitchFamily="34" charset="0"/>
              </a:rPr>
              <a:t>And finally, having the opportunity to practice these skills in all areas of life is going to be the most meaningful to students. For example, if we have a student who is working on listening skills and understanding how she needs to process the information she gets from others to help her make a decision, that should NOT just happen in one area of her life…it should happen at school, when meeting with her VR counselor and at home– that way she can learn how to apply the skill in a broad context, which is going to support her success when she works at a new job or lives with a new group of friends. </a:t>
            </a:r>
            <a:endParaRPr lang="en-US" dirty="0"/>
          </a:p>
          <a:p>
            <a:endParaRPr lang="en-US" dirty="0"/>
          </a:p>
        </p:txBody>
      </p:sp>
      <p:sp>
        <p:nvSpPr>
          <p:cNvPr id="4" name="Footer Placeholder 3"/>
          <p:cNvSpPr>
            <a:spLocks noGrp="1"/>
          </p:cNvSpPr>
          <p:nvPr>
            <p:ph type="ftr" sz="quarter" idx="4"/>
          </p:nvPr>
        </p:nvSpPr>
        <p:spPr/>
        <p:txBody>
          <a:bodyPr/>
          <a:lstStyle/>
          <a:p>
            <a:pPr>
              <a:defRPr/>
            </a:pPr>
            <a:endParaRPr lang="en-US" altLang="en-US"/>
          </a:p>
        </p:txBody>
      </p:sp>
      <p:sp>
        <p:nvSpPr>
          <p:cNvPr id="5" name="Slide Number Placeholder 4"/>
          <p:cNvSpPr>
            <a:spLocks noGrp="1"/>
          </p:cNvSpPr>
          <p:nvPr>
            <p:ph type="sldNum" sz="quarter" idx="5"/>
          </p:nvPr>
        </p:nvSpPr>
        <p:spPr/>
        <p:txBody>
          <a:bodyPr/>
          <a:lstStyle/>
          <a:p>
            <a:pPr>
              <a:defRPr/>
            </a:pPr>
            <a:fld id="{1E6EAF8F-0920-7444-BF36-95ABB4CBBBE1}" type="slidenum">
              <a:rPr lang="en-US" altLang="en-US" smtClean="0"/>
              <a:pPr>
                <a:defRPr/>
              </a:pPr>
              <a:t>7</a:t>
            </a:fld>
            <a:endParaRPr lang="en-US" altLang="en-US"/>
          </a:p>
        </p:txBody>
      </p:sp>
    </p:spTree>
    <p:extLst>
      <p:ext uri="{BB962C8B-B14F-4D97-AF65-F5344CB8AC3E}">
        <p14:creationId xmlns:p14="http://schemas.microsoft.com/office/powerpoint/2010/main" val="356529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Self-determination can also be viewed as having a personal sense of AGENCY or having the capacity to act independently and to make choices. </a:t>
            </a:r>
          </a:p>
          <a:p>
            <a:endParaRPr lang="en-US" dirty="0"/>
          </a:p>
          <a:p>
            <a:r>
              <a:rPr lang="en-US" b="1" i="0" dirty="0">
                <a:solidFill>
                  <a:srgbClr val="4D5156"/>
                </a:solidFill>
                <a:effectLst/>
                <a:latin typeface="Roboto" panose="02000000000000000000" pitchFamily="2" charset="0"/>
              </a:rPr>
              <a:t>What</a:t>
            </a:r>
            <a:r>
              <a:rPr lang="en-US" b="0" i="0" dirty="0">
                <a:solidFill>
                  <a:srgbClr val="4D5156"/>
                </a:solidFill>
                <a:effectLst/>
                <a:latin typeface="Roboto" panose="02000000000000000000" pitchFamily="2" charset="0"/>
              </a:rPr>
              <a:t> affects our ability to possess self-determination or agency? There are many variables that affect how we present ourselves in the world, including social class, religion, gender, ethnicity, and customs.– and those may determine or limit our decisions. However, another primary factor and possibly a limitation, is the extent to which we developed the skills to consider information, make decisions, and make our preferences known. People with intellectual disabilities, in particular, have a tendency to be cared for and nurtured as a result of their disability, rather than supported in the development of this important skill set. </a:t>
            </a:r>
          </a:p>
          <a:p>
            <a:endParaRPr lang="en-US" b="0" i="0" dirty="0">
              <a:solidFill>
                <a:srgbClr val="4D5156"/>
              </a:solidFill>
              <a:effectLst/>
              <a:latin typeface="Roboto" panose="02000000000000000000" pitchFamily="2" charset="0"/>
            </a:endParaRPr>
          </a:p>
          <a:p>
            <a:r>
              <a:rPr lang="en-US" b="0" i="0" dirty="0">
                <a:solidFill>
                  <a:srgbClr val="4D5156"/>
                </a:solidFill>
                <a:effectLst/>
                <a:latin typeface="Roboto" panose="02000000000000000000" pitchFamily="2" charset="0"/>
              </a:rPr>
              <a:t>So, if we are going to determine how to support individuals with disabilities in terms of developing self-determination skills, or skills that facilitate decision making, then we need to first determine where the individual is at, and start building the skill set from that point. We have to remember that disability or not, we are all at different places in our confidence, experience, and comfort levels, and  the students we work with are no exception to this. </a:t>
            </a:r>
          </a:p>
          <a:p>
            <a:endParaRPr lang="en-US" b="0" i="0" dirty="0">
              <a:solidFill>
                <a:srgbClr val="4D5156"/>
              </a:solidFill>
              <a:effectLst/>
              <a:latin typeface="Roboto" panose="02000000000000000000" pitchFamily="2" charset="0"/>
            </a:endParaRPr>
          </a:p>
          <a:p>
            <a:r>
              <a:rPr lang="en-US" dirty="0"/>
              <a:t>When we look at self-determination skills as a skill set that we are continually building up and developing, it is helpful to remember some core elements that need to always be incorporated. Our students should have opportunities to </a:t>
            </a:r>
            <a:r>
              <a:rPr lang="en-US" b="1" dirty="0"/>
              <a:t>practice</a:t>
            </a:r>
            <a:r>
              <a:rPr lang="en-US" dirty="0"/>
              <a:t> and refine their abilities to solve problems that get in their way so they can keep getting better at removing barriers, </a:t>
            </a:r>
            <a:r>
              <a:rPr lang="en-US" b="1" dirty="0"/>
              <a:t>as well as </a:t>
            </a:r>
          </a:p>
          <a:p>
            <a:endParaRPr lang="en-US" dirty="0"/>
          </a:p>
          <a:p>
            <a:r>
              <a:rPr lang="en-US" dirty="0"/>
              <a:t>to practice participating in decisions that impact their lives so that they can keep getting better at deciphering good information from bad information, and to keep getting better at learning from the information that comes as a result of their decisions, whether they worked out or not.</a:t>
            </a:r>
          </a:p>
          <a:p>
            <a:endParaRPr lang="en-US" dirty="0"/>
          </a:p>
          <a:p>
            <a:r>
              <a:rPr lang="en-US" dirty="0"/>
              <a:t>And from that practice, students can keep developing next steps in terms of moving along the continuum and managing our day-to-day decisions. </a:t>
            </a:r>
          </a:p>
          <a:p>
            <a:endParaRPr lang="en-US" dirty="0"/>
          </a:p>
          <a:p>
            <a:endParaRPr lang="en-US" dirty="0"/>
          </a:p>
          <a:p>
            <a:endParaRPr lang="en-US" dirty="0"/>
          </a:p>
        </p:txBody>
      </p:sp>
      <p:sp>
        <p:nvSpPr>
          <p:cNvPr id="4" name="Footer Placeholder 3"/>
          <p:cNvSpPr>
            <a:spLocks noGrp="1"/>
          </p:cNvSpPr>
          <p:nvPr>
            <p:ph type="ftr" sz="quarter" idx="4"/>
          </p:nvPr>
        </p:nvSpPr>
        <p:spPr/>
        <p:txBody>
          <a:bodyPr/>
          <a:lstStyle/>
          <a:p>
            <a:pPr>
              <a:defRPr/>
            </a:pPr>
            <a:endParaRPr lang="en-US" altLang="en-US"/>
          </a:p>
        </p:txBody>
      </p:sp>
      <p:sp>
        <p:nvSpPr>
          <p:cNvPr id="5" name="Slide Number Placeholder 4"/>
          <p:cNvSpPr>
            <a:spLocks noGrp="1"/>
          </p:cNvSpPr>
          <p:nvPr>
            <p:ph type="sldNum" sz="quarter" idx="5"/>
          </p:nvPr>
        </p:nvSpPr>
        <p:spPr/>
        <p:txBody>
          <a:bodyPr/>
          <a:lstStyle/>
          <a:p>
            <a:pPr>
              <a:defRPr/>
            </a:pPr>
            <a:fld id="{1E6EAF8F-0920-7444-BF36-95ABB4CBBBE1}" type="slidenum">
              <a:rPr lang="en-US" altLang="en-US" smtClean="0"/>
              <a:pPr>
                <a:defRPr/>
              </a:pPr>
              <a:t>8</a:t>
            </a:fld>
            <a:endParaRPr lang="en-US" altLang="en-US"/>
          </a:p>
        </p:txBody>
      </p:sp>
    </p:spTree>
    <p:extLst>
      <p:ext uri="{BB962C8B-B14F-4D97-AF65-F5344CB8AC3E}">
        <p14:creationId xmlns:p14="http://schemas.microsoft.com/office/powerpoint/2010/main" val="1536642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feel free to stay in touch with myself, Russ or David, and we look forward to seeing you next week for a session creating pathways to employment. </a:t>
            </a:r>
          </a:p>
        </p:txBody>
      </p:sp>
      <p:sp>
        <p:nvSpPr>
          <p:cNvPr id="4" name="Footer Placeholder 3"/>
          <p:cNvSpPr>
            <a:spLocks noGrp="1"/>
          </p:cNvSpPr>
          <p:nvPr>
            <p:ph type="ftr" sz="quarter" idx="4"/>
          </p:nvPr>
        </p:nvSpPr>
        <p:spPr/>
        <p:txBody>
          <a:bodyPr/>
          <a:lstStyle/>
          <a:p>
            <a:pPr>
              <a:defRPr/>
            </a:pPr>
            <a:endParaRPr lang="en-US" altLang="en-US"/>
          </a:p>
        </p:txBody>
      </p:sp>
      <p:sp>
        <p:nvSpPr>
          <p:cNvPr id="5" name="Slide Number Placeholder 4"/>
          <p:cNvSpPr>
            <a:spLocks noGrp="1"/>
          </p:cNvSpPr>
          <p:nvPr>
            <p:ph type="sldNum" sz="quarter" idx="5"/>
          </p:nvPr>
        </p:nvSpPr>
        <p:spPr/>
        <p:txBody>
          <a:bodyPr/>
          <a:lstStyle/>
          <a:p>
            <a:pPr>
              <a:defRPr/>
            </a:pPr>
            <a:fld id="{1E6EAF8F-0920-7444-BF36-95ABB4CBBBE1}" type="slidenum">
              <a:rPr lang="en-US" altLang="en-US" smtClean="0"/>
              <a:pPr>
                <a:defRPr/>
              </a:pPr>
              <a:t>22</a:t>
            </a:fld>
            <a:endParaRPr lang="en-US" altLang="en-US"/>
          </a:p>
        </p:txBody>
      </p:sp>
    </p:spTree>
    <p:extLst>
      <p:ext uri="{BB962C8B-B14F-4D97-AF65-F5344CB8AC3E}">
        <p14:creationId xmlns:p14="http://schemas.microsoft.com/office/powerpoint/2010/main" val="2015292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D2D74-2660-B344-AFE9-F8D9172706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ABC8C5-328F-6B4D-B3CA-42B5F0926A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8560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BFC-8DC4-1043-9116-9C8878D18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96530-A4DA-234C-80A3-6FFA0FD1A9F1}"/>
              </a:ext>
            </a:extLst>
          </p:cNvPr>
          <p:cNvSpPr>
            <a:spLocks noGrp="1"/>
          </p:cNvSpPr>
          <p:nvPr>
            <p:ph sz="half" idx="1"/>
          </p:nvPr>
        </p:nvSpPr>
        <p:spPr>
          <a:xfrm>
            <a:off x="6858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BC3B30-E6B1-EE49-A601-FAD230136040}"/>
              </a:ext>
            </a:extLst>
          </p:cNvPr>
          <p:cNvSpPr>
            <a:spLocks noGrp="1"/>
          </p:cNvSpPr>
          <p:nvPr>
            <p:ph sz="half" idx="2"/>
          </p:nvPr>
        </p:nvSpPr>
        <p:spPr>
          <a:xfrm>
            <a:off x="4648200" y="1752600"/>
            <a:ext cx="3810000" cy="381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15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182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2773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8A55487-52F1-A449-8D7B-F3806BE2D105}"/>
              </a:ext>
            </a:extLst>
          </p:cNvPr>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C847538-DA64-994B-8402-39D4FE540499}"/>
              </a:ext>
            </a:extLst>
          </p:cNvPr>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endParaRPr lang="en-US"/>
          </a:p>
        </p:txBody>
      </p:sp>
      <p:cxnSp>
        <p:nvCxnSpPr>
          <p:cNvPr id="6" name="Straight Connector 5"/>
          <p:cNvCxnSpPr/>
          <p:nvPr userDrawn="1"/>
        </p:nvCxnSpPr>
        <p:spPr bwMode="auto">
          <a:xfrm>
            <a:off x="0" y="6019800"/>
            <a:ext cx="9144000" cy="0"/>
          </a:xfrm>
          <a:prstGeom prst="line">
            <a:avLst/>
          </a:prstGeom>
          <a:solidFill>
            <a:schemeClr val="accent1"/>
          </a:solidFill>
          <a:ln w="9525" cap="flat" cmpd="sng" algn="ctr">
            <a:solidFill>
              <a:srgbClr val="006699"/>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pic>
        <p:nvPicPr>
          <p:cNvPr id="3" name="Picture 2" descr="ITSemployment_logo.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767333" y="6074591"/>
            <a:ext cx="4014467" cy="760806"/>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 id="2147483730" r:id="rId2"/>
    <p:sldLayoutId id="2147483731" r:id="rId3"/>
  </p:sldLayoutIdLst>
  <p:hf sldNum="0" hdr="0" dt="0"/>
  <p:txStyles>
    <p:title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p:titleStyle>
    <p:bodyStyle>
      <a:lvl1pPr marL="342900" indent="-342900" algn="l" rtl="0" eaLnBrk="0" fontAlgn="base" hangingPunct="0">
        <a:spcBef>
          <a:spcPct val="20000"/>
        </a:spcBef>
        <a:spcAft>
          <a:spcPct val="0"/>
        </a:spcAft>
        <a:buChar char="•"/>
        <a:defRPr sz="3200" b="1" i="0" kern="1200">
          <a:solidFill>
            <a:schemeClr val="tx1"/>
          </a:solidFill>
          <a:latin typeface="Myriad Pro"/>
          <a:ea typeface="+mn-ea"/>
          <a:cs typeface="Myriad Pro"/>
        </a:defRPr>
      </a:lvl1pPr>
      <a:lvl2pPr marL="742950" indent="-285750" algn="l" rtl="0" eaLnBrk="0" fontAlgn="base" hangingPunct="0">
        <a:spcBef>
          <a:spcPct val="20000"/>
        </a:spcBef>
        <a:spcAft>
          <a:spcPct val="0"/>
        </a:spcAft>
        <a:buChar char="–"/>
        <a:defRPr sz="2800" b="1" i="0" kern="1200">
          <a:solidFill>
            <a:schemeClr val="tx1"/>
          </a:solidFill>
          <a:latin typeface="Myriad Pro"/>
          <a:ea typeface="+mn-ea"/>
          <a:cs typeface="Myriad Pro"/>
        </a:defRPr>
      </a:lvl2pPr>
      <a:lvl3pPr marL="1143000" indent="-228600" algn="l" rtl="0" eaLnBrk="0" fontAlgn="base" hangingPunct="0">
        <a:spcBef>
          <a:spcPct val="20000"/>
        </a:spcBef>
        <a:spcAft>
          <a:spcPct val="0"/>
        </a:spcAft>
        <a:buChar char="•"/>
        <a:defRPr sz="2400" b="1" i="0" kern="1200">
          <a:solidFill>
            <a:schemeClr val="tx1"/>
          </a:solidFill>
          <a:latin typeface="Myriad Pro"/>
          <a:ea typeface="+mn-ea"/>
          <a:cs typeface="Myriad Pro"/>
        </a:defRPr>
      </a:lvl3pPr>
      <a:lvl4pPr marL="16002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4pPr>
      <a:lvl5pPr marL="2057400" indent="-228600" algn="l" rtl="0" eaLnBrk="0" fontAlgn="base" hangingPunct="0">
        <a:spcBef>
          <a:spcPct val="20000"/>
        </a:spcBef>
        <a:spcAft>
          <a:spcPct val="0"/>
        </a:spcAft>
        <a:buChar char="»"/>
        <a:defRPr sz="2000" b="1" i="0" kern="1200">
          <a:solidFill>
            <a:schemeClr val="tx1"/>
          </a:solidFill>
          <a:latin typeface="Myriad Pro"/>
          <a:ea typeface="+mn-ea"/>
          <a:cs typeface="Myriad Pro"/>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396272"/>
      </p:ext>
    </p:extLst>
  </p:cSld>
  <p:clrMap bg1="lt1" tx1="dk1" bg2="lt2" tx2="dk2" accent1="accent1" accent2="accent2" accent3="accent3" accent4="accent4" accent5="accent5" accent6="accent6" hlink="hlink" folHlink="folHlink"/>
  <p:sldLayoutIdLst>
    <p:sldLayoutId id="2147483743" r:id="rId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mailto:David.Hoff@umb.edu"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mailto:Mary.Dibiase@umb.edu" TargetMode="External"/><Relationship Id="rId4" Type="http://schemas.openxmlformats.org/officeDocument/2006/relationships/hyperlink" Target="mailto:Russell.Thelin@umb.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138513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1066800" y="4724400"/>
            <a:ext cx="6705600" cy="461665"/>
          </a:xfrm>
          <a:prstGeom prst="rect">
            <a:avLst/>
          </a:prstGeom>
        </p:spPr>
        <p:txBody>
          <a:bodyPr wrap="square">
            <a:spAutoFit/>
          </a:bodyPr>
          <a:lstStyle/>
          <a:p>
            <a:r>
              <a:rPr lang="en-US" dirty="0">
                <a:solidFill>
                  <a:srgbClr val="000000"/>
                </a:solidFill>
                <a:latin typeface="Times New Roman" panose="02020603050405020304" pitchFamily="18" charset="0"/>
              </a:rPr>
              <a:t> </a:t>
            </a:r>
            <a:endParaRPr lang="en-US" dirty="0"/>
          </a:p>
        </p:txBody>
      </p:sp>
      <p:sp>
        <p:nvSpPr>
          <p:cNvPr id="3" name="Rectangle 2"/>
          <p:cNvSpPr/>
          <p:nvPr/>
        </p:nvSpPr>
        <p:spPr>
          <a:xfrm>
            <a:off x="1524000" y="762000"/>
            <a:ext cx="6019800" cy="1200329"/>
          </a:xfrm>
          <a:prstGeom prst="rect">
            <a:avLst/>
          </a:prstGeom>
        </p:spPr>
        <p:txBody>
          <a:bodyPr wrap="square">
            <a:spAutoFit/>
          </a:bodyPr>
          <a:lstStyle/>
          <a:p>
            <a:pPr algn="ctr"/>
            <a:r>
              <a:rPr lang="en-US" b="1" cap="all" dirty="0">
                <a:solidFill>
                  <a:srgbClr val="000000"/>
                </a:solidFill>
              </a:rPr>
              <a:t>Community of Practice:</a:t>
            </a:r>
            <a:br>
              <a:rPr lang="en-US" b="1" dirty="0">
                <a:solidFill>
                  <a:srgbClr val="000000"/>
                </a:solidFill>
              </a:rPr>
            </a:br>
            <a:r>
              <a:rPr lang="en-US" b="1" dirty="0">
                <a:solidFill>
                  <a:srgbClr val="000000"/>
                </a:solidFill>
              </a:rPr>
              <a:t>Navigating Informed Choice and</a:t>
            </a:r>
            <a:br>
              <a:rPr lang="en-US" b="1" dirty="0">
                <a:solidFill>
                  <a:srgbClr val="000000"/>
                </a:solidFill>
              </a:rPr>
            </a:br>
            <a:r>
              <a:rPr lang="en-US" b="1" dirty="0">
                <a:solidFill>
                  <a:srgbClr val="000000"/>
                </a:solidFill>
              </a:rPr>
              <a:t>Self-Determination with Youth with ID</a:t>
            </a:r>
            <a:endParaRPr lang="en-US" dirty="0"/>
          </a:p>
        </p:txBody>
      </p:sp>
      <p:sp>
        <p:nvSpPr>
          <p:cNvPr id="4" name="Rectangle 3"/>
          <p:cNvSpPr/>
          <p:nvPr/>
        </p:nvSpPr>
        <p:spPr>
          <a:xfrm>
            <a:off x="838200" y="4371795"/>
            <a:ext cx="7772400" cy="830997"/>
          </a:xfrm>
          <a:prstGeom prst="rect">
            <a:avLst/>
          </a:prstGeom>
        </p:spPr>
        <p:txBody>
          <a:bodyPr wrap="square" lIns="91440" tIns="45720" rIns="91440" bIns="45720" anchor="t">
            <a:spAutoFit/>
          </a:bodyPr>
          <a:lstStyle/>
          <a:p>
            <a:pPr algn="ctr"/>
            <a:r>
              <a:rPr lang="en-US" b="1" dirty="0">
                <a:solidFill>
                  <a:srgbClr val="000000"/>
                </a:solidFill>
                <a:latin typeface="Arial"/>
                <a:cs typeface="Arial"/>
              </a:rPr>
              <a:t>Facilitators</a:t>
            </a:r>
            <a:r>
              <a:rPr lang="en-US" dirty="0">
                <a:solidFill>
                  <a:srgbClr val="000000"/>
                </a:solidFill>
                <a:latin typeface="Arial"/>
                <a:cs typeface="Arial"/>
              </a:rPr>
              <a:t>: David Hoff, Russell </a:t>
            </a:r>
            <a:r>
              <a:rPr lang="en-US" dirty="0" err="1">
                <a:solidFill>
                  <a:srgbClr val="000000"/>
                </a:solidFill>
                <a:latin typeface="Arial"/>
                <a:cs typeface="Arial"/>
              </a:rPr>
              <a:t>Thelin</a:t>
            </a:r>
            <a:r>
              <a:rPr lang="en-US" dirty="0">
                <a:solidFill>
                  <a:srgbClr val="000000"/>
                </a:solidFill>
                <a:latin typeface="Arial"/>
                <a:cs typeface="Arial"/>
              </a:rPr>
              <a:t>, Mary </a:t>
            </a:r>
            <a:r>
              <a:rPr lang="en-US" dirty="0" err="1">
                <a:solidFill>
                  <a:srgbClr val="000000"/>
                </a:solidFill>
                <a:latin typeface="Arial"/>
                <a:cs typeface="Arial"/>
              </a:rPr>
              <a:t>DiBiase</a:t>
            </a:r>
            <a:endParaRPr lang="en-US" dirty="0">
              <a:solidFill>
                <a:srgbClr val="000000"/>
              </a:solidFill>
              <a:latin typeface="Arial"/>
              <a:cs typeface="Arial"/>
            </a:endParaRPr>
          </a:p>
          <a:p>
            <a:pPr algn="ctr"/>
            <a:r>
              <a:rPr lang="en-US" dirty="0">
                <a:solidFill>
                  <a:srgbClr val="000000"/>
                </a:solidFill>
              </a:rPr>
              <a:t>UMass, Boston Institute for Community Inclusion</a:t>
            </a:r>
            <a:endParaRPr lang="en-US" b="0" i="0" dirty="0">
              <a:solidFill>
                <a:srgbClr val="000000"/>
              </a:solidFill>
              <a:effectLst/>
              <a:latin typeface="Segoe UI" panose="020B0502040204020203" pitchFamily="34" charset="0"/>
            </a:endParaRPr>
          </a:p>
        </p:txBody>
      </p:sp>
      <p:sp>
        <p:nvSpPr>
          <p:cNvPr id="6" name="TextBox 5">
            <a:extLst>
              <a:ext uri="{FF2B5EF4-FFF2-40B4-BE49-F238E27FC236}">
                <a16:creationId xmlns:a16="http://schemas.microsoft.com/office/drawing/2014/main" id="{6F33F70A-5C39-4FDE-8C33-940DEAB8529B}"/>
              </a:ext>
            </a:extLst>
          </p:cNvPr>
          <p:cNvSpPr txBox="1"/>
          <p:nvPr/>
        </p:nvSpPr>
        <p:spPr>
          <a:xfrm>
            <a:off x="762000" y="5911334"/>
            <a:ext cx="7620000" cy="369332"/>
          </a:xfrm>
          <a:prstGeom prst="rect">
            <a:avLst/>
          </a:prstGeom>
          <a:noFill/>
        </p:spPr>
        <p:txBody>
          <a:bodyPr wrap="square">
            <a:spAutoFit/>
          </a:bodyPr>
          <a:lstStyle/>
          <a:p>
            <a:pPr>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Funded by Rehabilitation Services Administration (RSA) </a:t>
            </a:r>
            <a:r>
              <a:rPr lang="en-US" sz="1800" dirty="0">
                <a:latin typeface="+mn-lt"/>
                <a:ea typeface="+mn-ea"/>
              </a:rPr>
              <a:t>​</a:t>
            </a:r>
            <a:r>
              <a:rPr lang="en-US" sz="1800" dirty="0">
                <a:latin typeface="Arial" panose="020B0604020202020204" pitchFamily="34" charset="0"/>
                <a:cs typeface="Arial" panose="020B0604020202020204" pitchFamily="34" charset="0"/>
              </a:rPr>
              <a:t>(H263C190011)</a:t>
            </a:r>
          </a:p>
        </p:txBody>
      </p:sp>
    </p:spTree>
    <p:extLst>
      <p:ext uri="{BB962C8B-B14F-4D97-AF65-F5344CB8AC3E}">
        <p14:creationId xmlns:p14="http://schemas.microsoft.com/office/powerpoint/2010/main" val="127161908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A3ED1F-CDCB-9041-A6A7-A5566491E379}"/>
              </a:ext>
            </a:extLst>
          </p:cNvPr>
          <p:cNvSpPr>
            <a:spLocks noGrp="1"/>
          </p:cNvSpPr>
          <p:nvPr>
            <p:ph type="title"/>
          </p:nvPr>
        </p:nvSpPr>
        <p:spPr>
          <a:xfrm>
            <a:off x="457200" y="380999"/>
            <a:ext cx="7772400" cy="656897"/>
          </a:xfrm>
          <a:solidFill>
            <a:srgbClr val="006699"/>
          </a:solidFill>
          <a:scene3d>
            <a:camera prst="orthographicFront"/>
            <a:lightRig rig="threePt" dir="t"/>
          </a:scene3d>
          <a:sp3d>
            <a:bevelT prst="angle"/>
          </a:sp3d>
        </p:spPr>
        <p:style>
          <a:lnRef idx="2">
            <a:schemeClr val="dk1">
              <a:shade val="50000"/>
            </a:schemeClr>
          </a:lnRef>
          <a:fillRef idx="1">
            <a:schemeClr val="dk1"/>
          </a:fillRef>
          <a:effectRef idx="0">
            <a:schemeClr val="dk1"/>
          </a:effectRef>
          <a:fontRef idx="minor">
            <a:schemeClr val="lt1"/>
          </a:fontRef>
        </p:style>
        <p:txBody>
          <a:bodyPr/>
          <a:lstStyle/>
          <a:p>
            <a:r>
              <a:rPr lang="en-US" sz="2800" dirty="0"/>
              <a:t>Upcoming Communities of Practice</a:t>
            </a:r>
          </a:p>
        </p:txBody>
      </p:sp>
      <p:sp>
        <p:nvSpPr>
          <p:cNvPr id="6" name="Content Placeholder 5">
            <a:extLst>
              <a:ext uri="{FF2B5EF4-FFF2-40B4-BE49-F238E27FC236}">
                <a16:creationId xmlns:a16="http://schemas.microsoft.com/office/drawing/2014/main" id="{1D8C6A30-47B1-9D40-8828-616255EE3D0B}"/>
              </a:ext>
            </a:extLst>
          </p:cNvPr>
          <p:cNvSpPr>
            <a:spLocks noGrp="1"/>
          </p:cNvSpPr>
          <p:nvPr>
            <p:ph idx="1"/>
          </p:nvPr>
        </p:nvSpPr>
        <p:spPr>
          <a:xfrm>
            <a:off x="168166" y="1181100"/>
            <a:ext cx="8975834" cy="4495800"/>
          </a:xfrm>
        </p:spPr>
        <p:txBody>
          <a:bodyPr/>
          <a:lstStyle/>
          <a:p>
            <a:r>
              <a:rPr lang="en-US" sz="2400" dirty="0"/>
              <a:t>July 27</a:t>
            </a:r>
            <a:r>
              <a:rPr lang="en-US" sz="2400" baseline="30000" dirty="0"/>
              <a:t>th</a:t>
            </a:r>
            <a:r>
              <a:rPr lang="en-US" sz="2400" dirty="0"/>
              <a:t> – 1:00: </a:t>
            </a:r>
            <a:r>
              <a:rPr lang="en-US" sz="2400" b="0" i="1" dirty="0"/>
              <a:t>Employment First: What It Means in Services for Youth with ID</a:t>
            </a:r>
          </a:p>
          <a:p>
            <a:pPr>
              <a:spcBef>
                <a:spcPts val="1776"/>
              </a:spcBef>
            </a:pPr>
            <a:r>
              <a:rPr lang="en-US" sz="2400" dirty="0"/>
              <a:t>August 11th – 10:00: </a:t>
            </a:r>
            <a:r>
              <a:rPr lang="en-US" sz="2400" b="0" i="1" dirty="0"/>
              <a:t>Working Creatively Within the DVR Counselor Role to Meet the Needs of Youth with ID</a:t>
            </a:r>
          </a:p>
          <a:p>
            <a:pPr>
              <a:spcBef>
                <a:spcPts val="1776"/>
              </a:spcBef>
            </a:pPr>
            <a:r>
              <a:rPr lang="en-US" sz="2400" dirty="0"/>
              <a:t>August 26</a:t>
            </a:r>
            <a:r>
              <a:rPr lang="en-US" sz="2400" baseline="30000" dirty="0"/>
              <a:t>th</a:t>
            </a:r>
            <a:r>
              <a:rPr lang="en-US" sz="2400" dirty="0"/>
              <a:t> – 1:00: </a:t>
            </a:r>
            <a:r>
              <a:rPr lang="en-US" sz="2400" b="0" i="1" dirty="0"/>
              <a:t>Strategies for Effective Collaboration Between DVR and Schools</a:t>
            </a:r>
          </a:p>
          <a:p>
            <a:pPr>
              <a:spcBef>
                <a:spcPts val="1776"/>
              </a:spcBef>
            </a:pPr>
            <a:r>
              <a:rPr lang="en-US" sz="2400" dirty="0"/>
              <a:t>September 9</a:t>
            </a:r>
            <a:r>
              <a:rPr lang="en-US" sz="2400" baseline="30000" dirty="0"/>
              <a:t>th</a:t>
            </a:r>
            <a:r>
              <a:rPr lang="en-US" sz="2400" dirty="0"/>
              <a:t> – 3:00: </a:t>
            </a:r>
            <a:r>
              <a:rPr lang="en-US" sz="2400" b="0" i="1" dirty="0"/>
              <a:t>Engaging Youth with Intellectual Disabilities in Underutilized Career Path Options: Apprenticeships, CTE, Entrepreneurship, OJT, etc.</a:t>
            </a:r>
          </a:p>
          <a:p>
            <a:pPr>
              <a:spcBef>
                <a:spcPts val="1776"/>
              </a:spcBef>
            </a:pPr>
            <a:r>
              <a:rPr lang="en-US" sz="2400" dirty="0"/>
              <a:t>September 22</a:t>
            </a:r>
            <a:r>
              <a:rPr lang="en-US" sz="2400" baseline="30000" dirty="0"/>
              <a:t>nd</a:t>
            </a:r>
            <a:r>
              <a:rPr lang="en-US" sz="2400" dirty="0"/>
              <a:t> – 11:00: </a:t>
            </a:r>
            <a:r>
              <a:rPr lang="en-US" sz="2400" b="0" i="1" dirty="0"/>
              <a:t>Rural Issues and Transition</a:t>
            </a:r>
          </a:p>
        </p:txBody>
      </p:sp>
    </p:spTree>
    <p:extLst>
      <p:ext uri="{BB962C8B-B14F-4D97-AF65-F5344CB8AC3E}">
        <p14:creationId xmlns:p14="http://schemas.microsoft.com/office/powerpoint/2010/main" val="327092730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8C5EE-E185-174D-A218-54EACA899DFD}"/>
              </a:ext>
            </a:extLst>
          </p:cNvPr>
          <p:cNvSpPr>
            <a:spLocks noGrp="1"/>
          </p:cNvSpPr>
          <p:nvPr>
            <p:ph type="title" idx="4294967295"/>
          </p:nvPr>
        </p:nvSpPr>
        <p:spPr>
          <a:xfrm>
            <a:off x="2436091" y="467821"/>
            <a:ext cx="4267200" cy="685800"/>
          </a:xfrm>
          <a:prstGeom prst="rect">
            <a:avLst/>
          </a:prstGeom>
          <a:scene3d>
            <a:camera prst="orthographicFront"/>
            <a:lightRig rig="threePt" dir="t"/>
          </a:scene3d>
          <a:sp3d>
            <a:bevelT prst="angle"/>
          </a:sp3d>
        </p:spPr>
        <p:style>
          <a:lnRef idx="1">
            <a:schemeClr val="dk1"/>
          </a:lnRef>
          <a:fillRef idx="2">
            <a:schemeClr val="dk1"/>
          </a:fillRef>
          <a:effectRef idx="1">
            <a:schemeClr val="dk1"/>
          </a:effectRef>
          <a:fontRef idx="minor">
            <a:schemeClr val="dk1"/>
          </a:fontRef>
        </p:style>
        <p:txBody>
          <a:bodyPr/>
          <a:lstStyle/>
          <a:p>
            <a:r>
              <a:rPr lang="en-US" sz="3200" dirty="0"/>
              <a:t>Self-Determination</a:t>
            </a:r>
          </a:p>
        </p:txBody>
      </p:sp>
      <p:sp>
        <p:nvSpPr>
          <p:cNvPr id="3" name="Content Placeholder 2">
            <a:extLst>
              <a:ext uri="{FF2B5EF4-FFF2-40B4-BE49-F238E27FC236}">
                <a16:creationId xmlns:a16="http://schemas.microsoft.com/office/drawing/2014/main" id="{9AC68147-452D-6547-A370-54A1166C33C3}"/>
              </a:ext>
            </a:extLst>
          </p:cNvPr>
          <p:cNvSpPr>
            <a:spLocks noGrp="1"/>
          </p:cNvSpPr>
          <p:nvPr>
            <p:ph idx="4294967295"/>
          </p:nvPr>
        </p:nvSpPr>
        <p:spPr>
          <a:xfrm>
            <a:off x="264391" y="1421591"/>
            <a:ext cx="8610600" cy="3810000"/>
          </a:xfrm>
          <a:prstGeom prst="rect">
            <a:avLst/>
          </a:prstGeom>
        </p:spPr>
        <p:txBody>
          <a:bodyPr/>
          <a:lstStyle/>
          <a:p>
            <a:r>
              <a:rPr lang="en-US" sz="2000" b="1" dirty="0">
                <a:latin typeface="Calibri" panose="020F0502020204030204" pitchFamily="34" charset="0"/>
                <a:cs typeface="Calibri" panose="020F0502020204030204" pitchFamily="34" charset="0"/>
              </a:rPr>
              <a:t>Self-determination definition:</a:t>
            </a:r>
            <a:r>
              <a:rPr lang="en-US" sz="2000" b="0" dirty="0">
                <a:latin typeface="Calibri" panose="020F0502020204030204" pitchFamily="34" charset="0"/>
                <a:cs typeface="Calibri" panose="020F0502020204030204" pitchFamily="34" charset="0"/>
              </a:rPr>
              <a:t> acting as the </a:t>
            </a:r>
            <a:r>
              <a:rPr lang="en-US" sz="2000" b="0" i="1" dirty="0">
                <a:latin typeface="Calibri" panose="020F0502020204030204" pitchFamily="34" charset="0"/>
                <a:cs typeface="Calibri" panose="020F0502020204030204" pitchFamily="34" charset="0"/>
              </a:rPr>
              <a:t>causal agent </a:t>
            </a:r>
            <a:r>
              <a:rPr lang="en-US" sz="2000" b="0" dirty="0">
                <a:latin typeface="Calibri" panose="020F0502020204030204" pitchFamily="34" charset="0"/>
                <a:cs typeface="Calibri" panose="020F0502020204030204" pitchFamily="34" charset="0"/>
              </a:rPr>
              <a:t>in one’s life.</a:t>
            </a:r>
          </a:p>
          <a:p>
            <a:pPr lvl="1">
              <a:spcBef>
                <a:spcPts val="0"/>
              </a:spcBef>
              <a:buFont typeface="Courier New" panose="02070309020205020404" pitchFamily="49" charset="0"/>
              <a:buChar char="o"/>
            </a:pPr>
            <a:r>
              <a:rPr lang="en-US" sz="2000" b="0" i="1" dirty="0">
                <a:latin typeface="Calibri" panose="020F0502020204030204" pitchFamily="34" charset="0"/>
                <a:cs typeface="Calibri" panose="020F0502020204030204" pitchFamily="34" charset="0"/>
              </a:rPr>
              <a:t>Causal agents have the skills &amp; attitudes that enable them to make or cause things to happen in their lives. </a:t>
            </a:r>
          </a:p>
          <a:p>
            <a:pPr>
              <a:spcBef>
                <a:spcPts val="1200"/>
              </a:spcBef>
            </a:pPr>
            <a:r>
              <a:rPr lang="en-US" sz="2000" b="0" dirty="0">
                <a:latin typeface="Calibri" panose="020F0502020204030204" pitchFamily="34" charset="0"/>
                <a:cs typeface="Calibri" panose="020F0502020204030204" pitchFamily="34" charset="0"/>
              </a:rPr>
              <a:t>People who are self-determined self-initiate and self-regulate their actions to </a:t>
            </a:r>
            <a:r>
              <a:rPr lang="en-US" sz="2000" b="1" dirty="0">
                <a:latin typeface="Calibri" panose="020F0502020204030204" pitchFamily="34" charset="0"/>
                <a:cs typeface="Calibri" panose="020F0502020204030204" pitchFamily="34" charset="0"/>
              </a:rPr>
              <a:t>solve problems, make decisions, and set goals </a:t>
            </a:r>
            <a:r>
              <a:rPr lang="en-US" sz="2000" b="0" dirty="0">
                <a:latin typeface="Calibri" panose="020F0502020204030204" pitchFamily="34" charset="0"/>
                <a:cs typeface="Calibri" panose="020F0502020204030204" pitchFamily="34" charset="0"/>
              </a:rPr>
              <a:t>that impact their lives.</a:t>
            </a:r>
          </a:p>
          <a:p>
            <a:pPr>
              <a:spcBef>
                <a:spcPts val="1200"/>
              </a:spcBef>
            </a:pPr>
            <a:r>
              <a:rPr lang="en-US" sz="2000" b="0" dirty="0">
                <a:latin typeface="Calibri" panose="020F0502020204030204" pitchFamily="34" charset="0"/>
                <a:cs typeface="Calibri" panose="020F0502020204030204" pitchFamily="34" charset="0"/>
              </a:rPr>
              <a:t>Adolescents become more self-determined as they:</a:t>
            </a:r>
          </a:p>
          <a:p>
            <a:pPr lvl="1">
              <a:spcBef>
                <a:spcPts val="0"/>
              </a:spcBef>
            </a:pPr>
            <a:r>
              <a:rPr lang="en-US" sz="2000" b="1" dirty="0">
                <a:latin typeface="Calibri" panose="020F0502020204030204" pitchFamily="34" charset="0"/>
                <a:cs typeface="Calibri" panose="020F0502020204030204" pitchFamily="34" charset="0"/>
              </a:rPr>
              <a:t>identify</a:t>
            </a:r>
            <a:r>
              <a:rPr lang="en-US" sz="2000" b="0" dirty="0">
                <a:latin typeface="Calibri" panose="020F0502020204030204" pitchFamily="34" charset="0"/>
                <a:cs typeface="Calibri" panose="020F0502020204030204" pitchFamily="34" charset="0"/>
              </a:rPr>
              <a:t> their interests and preferences</a:t>
            </a:r>
          </a:p>
          <a:p>
            <a:pPr lvl="1">
              <a:spcBef>
                <a:spcPts val="0"/>
              </a:spcBef>
            </a:pPr>
            <a:r>
              <a:rPr lang="en-US" sz="2000" b="1" dirty="0">
                <a:latin typeface="Calibri" panose="020F0502020204030204" pitchFamily="34" charset="0"/>
                <a:cs typeface="Calibri" panose="020F0502020204030204" pitchFamily="34" charset="0"/>
              </a:rPr>
              <a:t>set and work toward goals </a:t>
            </a:r>
            <a:r>
              <a:rPr lang="en-US" sz="2000" b="0" dirty="0">
                <a:latin typeface="Calibri" panose="020F0502020204030204" pitchFamily="34" charset="0"/>
                <a:cs typeface="Calibri" panose="020F0502020204030204" pitchFamily="34" charset="0"/>
              </a:rPr>
              <a:t>aligned with those interests and preference</a:t>
            </a:r>
          </a:p>
          <a:p>
            <a:pPr lvl="1">
              <a:spcBef>
                <a:spcPts val="0"/>
              </a:spcBef>
            </a:pPr>
            <a:r>
              <a:rPr lang="en-US" sz="2000" b="1" dirty="0">
                <a:latin typeface="Calibri" panose="020F0502020204030204" pitchFamily="34" charset="0"/>
                <a:cs typeface="Calibri" panose="020F0502020204030204" pitchFamily="34" charset="0"/>
              </a:rPr>
              <a:t>engage in problem solving and decision making </a:t>
            </a:r>
            <a:r>
              <a:rPr lang="en-US" sz="2000" b="0" dirty="0">
                <a:latin typeface="Calibri" panose="020F0502020204030204" pitchFamily="34" charset="0"/>
                <a:cs typeface="Calibri" panose="020F0502020204030204" pitchFamily="34" charset="0"/>
              </a:rPr>
              <a:t>as they encounter barriers in working toward their goals</a:t>
            </a:r>
          </a:p>
          <a:p>
            <a:pPr lvl="1">
              <a:spcBef>
                <a:spcPts val="0"/>
              </a:spcBef>
            </a:pPr>
            <a:r>
              <a:rPr lang="en-US" sz="2000" b="1" dirty="0">
                <a:latin typeface="Calibri" panose="020F0502020204030204" pitchFamily="34" charset="0"/>
                <a:cs typeface="Calibri" panose="020F0502020204030204" pitchFamily="34" charset="0"/>
              </a:rPr>
              <a:t>advocate</a:t>
            </a:r>
            <a:r>
              <a:rPr lang="en-US" sz="2000" b="0" dirty="0">
                <a:latin typeface="Calibri" panose="020F0502020204030204" pitchFamily="34" charset="0"/>
                <a:cs typeface="Calibri" panose="020F0502020204030204" pitchFamily="34" charset="0"/>
              </a:rPr>
              <a:t> for themselves and their needs</a:t>
            </a:r>
          </a:p>
          <a:p>
            <a:pPr>
              <a:spcBef>
                <a:spcPts val="1200"/>
              </a:spcBef>
            </a:pPr>
            <a:r>
              <a:rPr lang="en-US" sz="2000" b="0" dirty="0">
                <a:latin typeface="Calibri" panose="020F0502020204030204" pitchFamily="34" charset="0"/>
                <a:cs typeface="Calibri" panose="020F0502020204030204" pitchFamily="34" charset="0"/>
              </a:rPr>
              <a:t>Students need support to </a:t>
            </a:r>
            <a:r>
              <a:rPr lang="en-US" sz="2000" b="1" dirty="0">
                <a:latin typeface="Calibri" panose="020F0502020204030204" pitchFamily="34" charset="0"/>
                <a:cs typeface="Calibri" panose="020F0502020204030204" pitchFamily="34" charset="0"/>
              </a:rPr>
              <a:t>learn and practice these skills </a:t>
            </a:r>
            <a:r>
              <a:rPr lang="en-US" sz="2000" b="0" dirty="0">
                <a:latin typeface="Calibri" panose="020F0502020204030204" pitchFamily="34" charset="0"/>
                <a:cs typeface="Calibri" panose="020F0502020204030204" pitchFamily="34" charset="0"/>
              </a:rPr>
              <a:t>in an </a:t>
            </a:r>
            <a:r>
              <a:rPr lang="en-US" sz="2000" b="1" dirty="0">
                <a:latin typeface="Calibri" panose="020F0502020204030204" pitchFamily="34" charset="0"/>
                <a:cs typeface="Calibri" panose="020F0502020204030204" pitchFamily="34" charset="0"/>
              </a:rPr>
              <a:t>integrated way </a:t>
            </a:r>
            <a:r>
              <a:rPr lang="en-US" sz="2000" b="0" dirty="0">
                <a:latin typeface="Calibri" panose="020F0502020204030204" pitchFamily="34" charset="0"/>
                <a:cs typeface="Calibri" panose="020F0502020204030204" pitchFamily="34" charset="0"/>
              </a:rPr>
              <a:t>if they are to lead self-determined lives.</a:t>
            </a:r>
          </a:p>
        </p:txBody>
      </p:sp>
      <p:sp>
        <p:nvSpPr>
          <p:cNvPr id="5" name="TextBox 4">
            <a:extLst>
              <a:ext uri="{FF2B5EF4-FFF2-40B4-BE49-F238E27FC236}">
                <a16:creationId xmlns:a16="http://schemas.microsoft.com/office/drawing/2014/main" id="{C8642605-0ABF-B945-AF1A-6F21A4AD9A49}"/>
              </a:ext>
            </a:extLst>
          </p:cNvPr>
          <p:cNvSpPr txBox="1"/>
          <p:nvPr/>
        </p:nvSpPr>
        <p:spPr>
          <a:xfrm>
            <a:off x="150091" y="6074758"/>
            <a:ext cx="8839200" cy="523220"/>
          </a:xfrm>
          <a:prstGeom prst="rect">
            <a:avLst/>
          </a:prstGeom>
          <a:noFill/>
        </p:spPr>
        <p:txBody>
          <a:bodyPr wrap="square" rtlCol="0">
            <a:spAutoFit/>
          </a:bodyPr>
          <a:lstStyle/>
          <a:p>
            <a:r>
              <a:rPr lang="en-US" sz="1400" dirty="0"/>
              <a:t>Source: </a:t>
            </a:r>
            <a:r>
              <a:rPr lang="en-US" sz="1400" dirty="0" err="1"/>
              <a:t>Shogren</a:t>
            </a:r>
            <a:r>
              <a:rPr lang="en-US" sz="1400" dirty="0"/>
              <a:t>, K. A., </a:t>
            </a:r>
            <a:r>
              <a:rPr lang="en-US" sz="1400" dirty="0" err="1"/>
              <a:t>Raley</a:t>
            </a:r>
            <a:r>
              <a:rPr lang="en-US" sz="1400" dirty="0"/>
              <a:t>, S. K., Burke, K. M., &amp; </a:t>
            </a:r>
            <a:r>
              <a:rPr lang="en-US" sz="1400" dirty="0" err="1"/>
              <a:t>Wehmeyer</a:t>
            </a:r>
            <a:r>
              <a:rPr lang="en-US" sz="1400" dirty="0"/>
              <a:t>, M. L. (2019). </a:t>
            </a:r>
            <a:r>
              <a:rPr lang="en-US" sz="1400" i="1" dirty="0"/>
              <a:t>The Self-Determined Learning Model of Instruction Teacher’s Guide</a:t>
            </a:r>
            <a:r>
              <a:rPr lang="en-US" sz="1400" dirty="0"/>
              <a:t>. Lawrence, KS: Kansas University Center on Developmental Disabilities. </a:t>
            </a:r>
          </a:p>
        </p:txBody>
      </p:sp>
      <p:sp>
        <p:nvSpPr>
          <p:cNvPr id="6" name="Rectangle 5">
            <a:extLst>
              <a:ext uri="{FF2B5EF4-FFF2-40B4-BE49-F238E27FC236}">
                <a16:creationId xmlns:a16="http://schemas.microsoft.com/office/drawing/2014/main" id="{9C5ADE79-21FA-6F46-9507-3233BD52A2A9}"/>
              </a:ext>
              <a:ext uri="{C183D7F6-B498-43B3-948B-1728B52AA6E4}">
                <adec:decorative xmlns:adec="http://schemas.microsoft.com/office/drawing/2017/decorative" val="1"/>
              </a:ext>
            </a:extLst>
          </p:cNvPr>
          <p:cNvSpPr>
            <a:spLocks noChangeArrowheads="1"/>
          </p:cNvSpPr>
          <p:nvPr/>
        </p:nvSpPr>
        <p:spPr bwMode="auto">
          <a:xfrm>
            <a:off x="-15766" y="5255"/>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7654057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D0D898AC-88DB-C740-B88F-7077A363FAA0}"/>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Informed Choice Definition</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Content Placeholder 5">
            <a:extLst>
              <a:ext uri="{FF2B5EF4-FFF2-40B4-BE49-F238E27FC236}">
                <a16:creationId xmlns:a16="http://schemas.microsoft.com/office/drawing/2014/main" id="{DBEF0C20-CD22-354B-AABD-2EDA4BD739AF}"/>
              </a:ext>
            </a:extLst>
          </p:cNvPr>
          <p:cNvSpPr>
            <a:spLocks noGrp="1"/>
          </p:cNvSpPr>
          <p:nvPr>
            <p:ph idx="1"/>
          </p:nvPr>
        </p:nvSpPr>
        <p:spPr>
          <a:xfrm>
            <a:off x="3335481" y="591344"/>
            <a:ext cx="5179868" cy="5585619"/>
          </a:xfrm>
        </p:spPr>
        <p:txBody>
          <a:bodyPr anchor="ctr">
            <a:normAutofit/>
          </a:bodyPr>
          <a:lstStyle/>
          <a:p>
            <a:r>
              <a:rPr lang="en-US" b="0" dirty="0"/>
              <a:t>The process of choosing from options based on accurate information, knowledge and experiences</a:t>
            </a:r>
          </a:p>
        </p:txBody>
      </p:sp>
    </p:spTree>
    <p:extLst>
      <p:ext uri="{BB962C8B-B14F-4D97-AF65-F5344CB8AC3E}">
        <p14:creationId xmlns:p14="http://schemas.microsoft.com/office/powerpoint/2010/main" val="11555787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47371"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TextBox 5">
            <a:extLst>
              <a:ext uri="{FF2B5EF4-FFF2-40B4-BE49-F238E27FC236}">
                <a16:creationId xmlns:a16="http://schemas.microsoft.com/office/drawing/2014/main" id="{52A70AC5-7AE2-425F-8479-CC8D11B99884}"/>
              </a:ext>
            </a:extLst>
          </p:cNvPr>
          <p:cNvSpPr txBox="1"/>
          <p:nvPr/>
        </p:nvSpPr>
        <p:spPr>
          <a:xfrm>
            <a:off x="282917" y="1981200"/>
            <a:ext cx="2767007" cy="2702390"/>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eaLnBrk="1" hangingPunct="1">
              <a:lnSpc>
                <a:spcPct val="90000"/>
              </a:lnSpc>
              <a:spcAft>
                <a:spcPts val="600"/>
              </a:spcAft>
            </a:pPr>
            <a:r>
              <a:rPr lang="en-US" sz="2000" kern="1200" dirty="0">
                <a:solidFill>
                  <a:srgbClr val="FFFFFF"/>
                </a:solidFill>
                <a:ea typeface="+mj-ea"/>
                <a:cs typeface="Arial" panose="020B0604020202020204" pitchFamily="34" charset="0"/>
              </a:rPr>
              <a:t>UNDERSTAND THE CONNECTION</a:t>
            </a:r>
          </a:p>
        </p:txBody>
      </p:sp>
      <p:pic>
        <p:nvPicPr>
          <p:cNvPr id="5" name="Picture 4" descr="Shape&#10;&#10;Description automatically generated with low confidence">
            <a:extLst>
              <a:ext uri="{FF2B5EF4-FFF2-40B4-BE49-F238E27FC236}">
                <a16:creationId xmlns:a16="http://schemas.microsoft.com/office/drawing/2014/main" id="{B5D9639C-ABD3-40BC-9B43-CD8D04380F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76200"/>
            <a:ext cx="5835426" cy="5835426"/>
          </a:xfrm>
          <a:prstGeom prst="rect">
            <a:avLst/>
          </a:prstGeom>
        </p:spPr>
      </p:pic>
    </p:spTree>
    <p:extLst>
      <p:ext uri="{BB962C8B-B14F-4D97-AF65-F5344CB8AC3E}">
        <p14:creationId xmlns:p14="http://schemas.microsoft.com/office/powerpoint/2010/main" val="80249192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CC3C0-07E3-4934-9F8A-253AF00A61AC}"/>
              </a:ext>
            </a:extLst>
          </p:cNvPr>
          <p:cNvSpPr>
            <a:spLocks noGrp="1"/>
          </p:cNvSpPr>
          <p:nvPr>
            <p:ph type="title"/>
          </p:nvPr>
        </p:nvSpPr>
        <p:spPr>
          <a:xfrm>
            <a:off x="228600" y="533400"/>
            <a:ext cx="8458200" cy="838200"/>
          </a:xfrm>
        </p:spPr>
        <p:txBody>
          <a:bodyPr/>
          <a:lstStyle/>
          <a:p>
            <a:r>
              <a:rPr lang="en-US" dirty="0">
                <a:latin typeface="Arial" panose="020B0604020202020204" pitchFamily="34" charset="0"/>
                <a:cs typeface="Arial" panose="020B0604020202020204" pitchFamily="34" charset="0"/>
              </a:rPr>
              <a:t>Embedding Self-determination- 1</a:t>
            </a:r>
          </a:p>
        </p:txBody>
      </p:sp>
      <p:graphicFrame>
        <p:nvGraphicFramePr>
          <p:cNvPr id="5" name="Content Placeholder 2">
            <a:extLst>
              <a:ext uri="{FF2B5EF4-FFF2-40B4-BE49-F238E27FC236}">
                <a16:creationId xmlns:a16="http://schemas.microsoft.com/office/drawing/2014/main" id="{A086355C-5879-4DBF-84B4-31196B4658F2}"/>
              </a:ext>
            </a:extLst>
          </p:cNvPr>
          <p:cNvGraphicFramePr>
            <a:graphicFrameLocks noGrp="1"/>
          </p:cNvGraphicFramePr>
          <p:nvPr>
            <p:ph idx="1"/>
            <p:extLst>
              <p:ext uri="{D42A27DB-BD31-4B8C-83A1-F6EECF244321}">
                <p14:modId xmlns:p14="http://schemas.microsoft.com/office/powerpoint/2010/main" val="1801667490"/>
              </p:ext>
            </p:extLst>
          </p:nvPr>
        </p:nvGraphicFramePr>
        <p:xfrm>
          <a:off x="685800" y="1752600"/>
          <a:ext cx="77724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180909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7CC3C0-07E3-4934-9F8A-253AF00A61AC}"/>
              </a:ext>
            </a:extLst>
          </p:cNvPr>
          <p:cNvSpPr>
            <a:spLocks noGrp="1"/>
          </p:cNvSpPr>
          <p:nvPr>
            <p:ph type="title"/>
          </p:nvPr>
        </p:nvSpPr>
        <p:spPr>
          <a:xfrm>
            <a:off x="304800" y="386930"/>
            <a:ext cx="8590909" cy="1188950"/>
          </a:xfrm>
        </p:spPr>
        <p:txBody>
          <a:bodyPr anchor="b">
            <a:normAutofit/>
          </a:bodyPr>
          <a:lstStyle/>
          <a:p>
            <a:pPr>
              <a:lnSpc>
                <a:spcPct val="90000"/>
              </a:lnSpc>
            </a:pPr>
            <a:r>
              <a:rPr lang="en-US" dirty="0">
                <a:latin typeface="Arial" panose="020B0604020202020204" pitchFamily="34" charset="0"/>
                <a:cs typeface="Arial" panose="020B0604020202020204" pitchFamily="34" charset="0"/>
              </a:rPr>
              <a:t>Embedding Self-determination- 2</a:t>
            </a:r>
          </a:p>
        </p:txBody>
      </p:sp>
      <p:grpSp>
        <p:nvGrpSpPr>
          <p:cNvPr id="19" name="Group 18">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20" name="Rectangle 19">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377C702-C453-4174-8BCA-9D2AE0407B66}"/>
              </a:ext>
            </a:extLst>
          </p:cNvPr>
          <p:cNvSpPr>
            <a:spLocks noGrp="1"/>
          </p:cNvSpPr>
          <p:nvPr>
            <p:ph idx="1"/>
          </p:nvPr>
        </p:nvSpPr>
        <p:spPr>
          <a:xfrm>
            <a:off x="113120" y="2279137"/>
            <a:ext cx="8537521" cy="3596640"/>
          </a:xfrm>
        </p:spPr>
        <p:txBody>
          <a:bodyPr anchor="ctr">
            <a:normAutofit/>
          </a:bodyPr>
          <a:lstStyle/>
          <a:p>
            <a:pPr marL="0" indent="0">
              <a:buNone/>
            </a:pPr>
            <a:r>
              <a:rPr lang="en-US" sz="2100" dirty="0">
                <a:latin typeface="Arial" panose="020B0604020202020204" pitchFamily="34" charset="0"/>
              </a:rPr>
              <a:t>SELF-DETERMINATION SKILLS ON THE CONTINUUM:</a:t>
            </a:r>
            <a:endParaRPr lang="en-US" sz="2100" i="0" dirty="0">
              <a:effectLst/>
              <a:latin typeface="Arial" panose="020B0604020202020204" pitchFamily="34" charset="0"/>
            </a:endParaRPr>
          </a:p>
          <a:p>
            <a:pPr>
              <a:buFont typeface="Arial" panose="020B0604020202020204" pitchFamily="34" charset="0"/>
              <a:buChar char="•"/>
            </a:pPr>
            <a:r>
              <a:rPr lang="en-US" sz="2100" b="0" i="0" dirty="0">
                <a:effectLst/>
                <a:latin typeface="Arial" panose="020B0604020202020204" pitchFamily="34" charset="0"/>
              </a:rPr>
              <a:t>Developing a sense of “Agency” = the capacity of individuals to act independently and to make their own free choices</a:t>
            </a:r>
          </a:p>
          <a:p>
            <a:pPr>
              <a:buFont typeface="Arial" panose="020B0604020202020204" pitchFamily="34" charset="0"/>
              <a:buChar char="•"/>
            </a:pPr>
            <a:r>
              <a:rPr lang="en-US" sz="2100" b="0" i="0" dirty="0">
                <a:effectLst/>
                <a:latin typeface="Arial" panose="020B0604020202020204" pitchFamily="34" charset="0"/>
              </a:rPr>
              <a:t>PRACTICE: Solve problems that act as barriers to achieving goals</a:t>
            </a:r>
          </a:p>
          <a:p>
            <a:pPr>
              <a:buFont typeface="Arial" panose="020B0604020202020204" pitchFamily="34" charset="0"/>
              <a:buChar char="•"/>
            </a:pPr>
            <a:r>
              <a:rPr lang="en-US" sz="2100" b="0" i="0" dirty="0">
                <a:effectLst/>
                <a:latin typeface="Arial" panose="020B0604020202020204" pitchFamily="34" charset="0"/>
              </a:rPr>
              <a:t>PRACTICE: Participate in decisions that impact the quality of their lives</a:t>
            </a:r>
          </a:p>
          <a:p>
            <a:pPr>
              <a:buFont typeface="Arial" panose="020B0604020202020204" pitchFamily="34" charset="0"/>
              <a:buChar char="•"/>
            </a:pPr>
            <a:r>
              <a:rPr lang="en-US" sz="2100" b="0" i="0" dirty="0">
                <a:effectLst/>
                <a:latin typeface="Arial" panose="020B0604020202020204" pitchFamily="34" charset="0"/>
              </a:rPr>
              <a:t>Create action plans to </a:t>
            </a:r>
            <a:r>
              <a:rPr lang="en-US" sz="2100" b="0" dirty="0">
                <a:latin typeface="Arial" panose="020B0604020202020204" pitchFamily="34" charset="0"/>
              </a:rPr>
              <a:t>move along the continuum </a:t>
            </a:r>
            <a:endParaRPr lang="en-US" sz="2100" b="0" i="0" dirty="0">
              <a:effectLst/>
              <a:latin typeface="Arial" panose="020B0604020202020204" pitchFamily="34" charset="0"/>
            </a:endParaRPr>
          </a:p>
        </p:txBody>
      </p:sp>
    </p:spTree>
    <p:extLst>
      <p:ext uri="{BB962C8B-B14F-4D97-AF65-F5344CB8AC3E}">
        <p14:creationId xmlns:p14="http://schemas.microsoft.com/office/powerpoint/2010/main" val="303797002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4C5572-E1A5-734B-9B20-B20D077DCF66}"/>
              </a:ext>
            </a:extLst>
          </p:cNvPr>
          <p:cNvSpPr>
            <a:spLocks noGrp="1"/>
          </p:cNvSpPr>
          <p:nvPr>
            <p:ph type="title" idx="4294967295"/>
          </p:nvPr>
        </p:nvSpPr>
        <p:spPr>
          <a:xfrm>
            <a:off x="570186" y="990600"/>
            <a:ext cx="7772400" cy="2286000"/>
          </a:xfrm>
          <a:prstGeom prst="rect">
            <a:avLst/>
          </a:prstGeom>
          <a:effectLst>
            <a:glow rad="139700">
              <a:schemeClr val="accent3">
                <a:satMod val="175000"/>
                <a:alpha val="40000"/>
              </a:schemeClr>
            </a:glow>
            <a:outerShdw blurRad="40000" dist="20000" dir="5400000" rotWithShape="0">
              <a:srgbClr val="000000">
                <a:alpha val="38000"/>
              </a:srgbClr>
            </a:outerShdw>
          </a:effectLst>
          <a:scene3d>
            <a:camera prst="orthographicFront"/>
            <a:lightRig rig="threePt" dir="t"/>
          </a:scene3d>
          <a:sp3d>
            <a:bevelT prst="angle"/>
          </a:sp3d>
        </p:spPr>
        <p:style>
          <a:lnRef idx="3">
            <a:schemeClr val="lt1"/>
          </a:lnRef>
          <a:fillRef idx="1">
            <a:schemeClr val="accent3"/>
          </a:fillRef>
          <a:effectRef idx="1">
            <a:schemeClr val="accent3"/>
          </a:effectRef>
          <a:fontRef idx="minor">
            <a:schemeClr val="lt1"/>
          </a:fontRef>
        </p:style>
        <p:txBody>
          <a:bodyPr/>
          <a:lstStyle/>
          <a:p>
            <a:r>
              <a:rPr lang="en-US" dirty="0">
                <a:solidFill>
                  <a:schemeClr val="bg1"/>
                </a:solidFill>
              </a:rPr>
              <a:t>Everyone believes in</a:t>
            </a:r>
            <a:br>
              <a:rPr lang="en-US" dirty="0">
                <a:solidFill>
                  <a:schemeClr val="bg1"/>
                </a:solidFill>
              </a:rPr>
            </a:br>
            <a:r>
              <a:rPr lang="en-US" dirty="0">
                <a:solidFill>
                  <a:schemeClr val="bg1"/>
                </a:solidFill>
              </a:rPr>
              <a:t>self-determination and</a:t>
            </a:r>
            <a:br>
              <a:rPr lang="en-US" dirty="0">
                <a:solidFill>
                  <a:schemeClr val="bg1"/>
                </a:solidFill>
              </a:rPr>
            </a:br>
            <a:r>
              <a:rPr lang="en-US" dirty="0">
                <a:solidFill>
                  <a:schemeClr val="bg1"/>
                </a:solidFill>
              </a:rPr>
              <a:t>informed choice.</a:t>
            </a:r>
          </a:p>
        </p:txBody>
      </p:sp>
      <p:sp>
        <p:nvSpPr>
          <p:cNvPr id="13" name="Title 4">
            <a:extLst>
              <a:ext uri="{FF2B5EF4-FFF2-40B4-BE49-F238E27FC236}">
                <a16:creationId xmlns:a16="http://schemas.microsoft.com/office/drawing/2014/main" id="{3BB4307D-8AFA-D643-95AA-882A71F36B9F}"/>
              </a:ext>
            </a:extLst>
          </p:cNvPr>
          <p:cNvSpPr txBox="1">
            <a:spLocks/>
          </p:cNvSpPr>
          <p:nvPr/>
        </p:nvSpPr>
        <p:spPr bwMode="auto">
          <a:xfrm>
            <a:off x="570186" y="3429000"/>
            <a:ext cx="7772400" cy="2286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000" b="1" i="0" kern="1200">
                <a:solidFill>
                  <a:schemeClr val="tx2"/>
                </a:solidFill>
                <a:latin typeface="Myriad Pro"/>
                <a:ea typeface="+mj-ea"/>
                <a:cs typeface="Myriad Pro"/>
              </a:defRPr>
            </a:lvl1pPr>
            <a:lvl2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2pPr>
            <a:lvl3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3pPr>
            <a:lvl4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4pPr>
            <a:lvl5pPr algn="ctr" rtl="0" eaLnBrk="0" fontAlgn="base" hangingPunct="0">
              <a:spcBef>
                <a:spcPct val="0"/>
              </a:spcBef>
              <a:spcAft>
                <a:spcPct val="0"/>
              </a:spcAft>
              <a:defRPr sz="3200" b="1">
                <a:solidFill>
                  <a:schemeClr val="tx2"/>
                </a:solidFill>
                <a:latin typeface="Verdana" panose="020B0604030504040204" pitchFamily="34" charset="0"/>
                <a:ea typeface="Osaka" pitchFamily="-88" charset="-128"/>
              </a:defRPr>
            </a:lvl5pPr>
            <a:lvl6pPr marL="457200" algn="ctr" rtl="0" fontAlgn="base">
              <a:spcBef>
                <a:spcPct val="0"/>
              </a:spcBef>
              <a:spcAft>
                <a:spcPct val="0"/>
              </a:spcAft>
              <a:defRPr sz="3200" b="1">
                <a:solidFill>
                  <a:schemeClr val="tx2"/>
                </a:solidFill>
                <a:latin typeface="Verdana" panose="020B0604030504040204" pitchFamily="34" charset="0"/>
                <a:ea typeface="Osaka" pitchFamily="-88" charset="-128"/>
              </a:defRPr>
            </a:lvl6pPr>
            <a:lvl7pPr marL="914400" algn="ctr" rtl="0" fontAlgn="base">
              <a:spcBef>
                <a:spcPct val="0"/>
              </a:spcBef>
              <a:spcAft>
                <a:spcPct val="0"/>
              </a:spcAft>
              <a:defRPr sz="3200" b="1">
                <a:solidFill>
                  <a:schemeClr val="tx2"/>
                </a:solidFill>
                <a:latin typeface="Verdana" panose="020B0604030504040204" pitchFamily="34" charset="0"/>
                <a:ea typeface="Osaka" pitchFamily="-88" charset="-128"/>
              </a:defRPr>
            </a:lvl7pPr>
            <a:lvl8pPr marL="1371600" algn="ctr" rtl="0" fontAlgn="base">
              <a:spcBef>
                <a:spcPct val="0"/>
              </a:spcBef>
              <a:spcAft>
                <a:spcPct val="0"/>
              </a:spcAft>
              <a:defRPr sz="3200" b="1">
                <a:solidFill>
                  <a:schemeClr val="tx2"/>
                </a:solidFill>
                <a:latin typeface="Verdana" panose="020B0604030504040204" pitchFamily="34" charset="0"/>
                <a:ea typeface="Osaka" pitchFamily="-88" charset="-128"/>
              </a:defRPr>
            </a:lvl8pPr>
            <a:lvl9pPr marL="1828800" algn="ctr" rtl="0" fontAlgn="base">
              <a:spcBef>
                <a:spcPct val="0"/>
              </a:spcBef>
              <a:spcAft>
                <a:spcPct val="0"/>
              </a:spcAft>
              <a:defRPr sz="3200" b="1">
                <a:solidFill>
                  <a:schemeClr val="tx2"/>
                </a:solidFill>
                <a:latin typeface="Verdana" panose="020B0604030504040204" pitchFamily="34" charset="0"/>
                <a:ea typeface="Osaka" pitchFamily="-88" charset="-128"/>
              </a:defRPr>
            </a:lvl9pPr>
          </a:lstStyle>
          <a:p>
            <a:r>
              <a:rPr lang="en-US" i="1" dirty="0"/>
              <a:t>But do their actions say something different?</a:t>
            </a:r>
          </a:p>
        </p:txBody>
      </p:sp>
      <p:sp>
        <p:nvSpPr>
          <p:cNvPr id="15" name="Rectangle 14">
            <a:extLst>
              <a:ext uri="{FF2B5EF4-FFF2-40B4-BE49-F238E27FC236}">
                <a16:creationId xmlns:a16="http://schemas.microsoft.com/office/drawing/2014/main" id="{BBF0209F-F831-3A46-90E8-CA2F68054D96}"/>
              </a:ext>
              <a:ext uri="{C183D7F6-B498-43B3-948B-1728B52AA6E4}">
                <adec:decorative xmlns:adec="http://schemas.microsoft.com/office/drawing/2017/decorative" val="1"/>
              </a:ext>
            </a:extLst>
          </p:cNvPr>
          <p:cNvSpPr>
            <a:spLocks noChangeArrowheads="1"/>
          </p:cNvSpPr>
          <p:nvPr/>
        </p:nvSpPr>
        <p:spPr bwMode="auto">
          <a:xfrm>
            <a:off x="0" y="26276"/>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17" name="Rectangle 16">
            <a:extLst>
              <a:ext uri="{FF2B5EF4-FFF2-40B4-BE49-F238E27FC236}">
                <a16:creationId xmlns:a16="http://schemas.microsoft.com/office/drawing/2014/main" id="{54E51770-0E27-534B-AC21-834FE40D08F6}"/>
              </a:ext>
              <a:ext uri="{C183D7F6-B498-43B3-948B-1728B52AA6E4}">
                <adec:decorative xmlns:adec="http://schemas.microsoft.com/office/drawing/2017/decorative" val="1"/>
              </a:ext>
            </a:extLst>
          </p:cNvPr>
          <p:cNvSpPr>
            <a:spLocks noChangeArrowheads="1"/>
          </p:cNvSpPr>
          <p:nvPr/>
        </p:nvSpPr>
        <p:spPr bwMode="auto">
          <a:xfrm>
            <a:off x="0" y="655320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41848513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58F58E-93BA-44A3-BCDA-585AFF2E4F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Question mark on green pastel background">
            <a:extLst>
              <a:ext uri="{FF2B5EF4-FFF2-40B4-BE49-F238E27FC236}">
                <a16:creationId xmlns:a16="http://schemas.microsoft.com/office/drawing/2014/main" id="{07955C9B-387A-8F47-BF18-424A95F70FD9}"/>
              </a:ext>
            </a:extLst>
          </p:cNvPr>
          <p:cNvPicPr>
            <a:picLocks noChangeAspect="1"/>
          </p:cNvPicPr>
          <p:nvPr/>
        </p:nvPicPr>
        <p:blipFill rotWithShape="1">
          <a:blip r:embed="rId2">
            <a:extLst>
              <a:ext uri="{28A0092B-C50C-407E-A947-70E740481C1C}">
                <a14:useLocalDpi xmlns:a14="http://schemas.microsoft.com/office/drawing/2010/main" val="0"/>
              </a:ext>
            </a:extLst>
          </a:blip>
          <a:srcRect l="44316" r="4184"/>
          <a:stretch/>
        </p:blipFill>
        <p:spPr>
          <a:xfrm>
            <a:off x="4434843" y="10"/>
            <a:ext cx="4709157" cy="6857990"/>
          </a:xfrm>
          <a:custGeom>
            <a:avLst/>
            <a:gdLst/>
            <a:ahLst/>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p:spPr>
      </p:pic>
      <p:sp>
        <p:nvSpPr>
          <p:cNvPr id="2" name="Title 1">
            <a:extLst>
              <a:ext uri="{FF2B5EF4-FFF2-40B4-BE49-F238E27FC236}">
                <a16:creationId xmlns:a16="http://schemas.microsoft.com/office/drawing/2014/main" id="{85B6F22E-F77D-7A48-B389-4AC9F331F00F}"/>
              </a:ext>
            </a:extLst>
          </p:cNvPr>
          <p:cNvSpPr>
            <a:spLocks noGrp="1"/>
          </p:cNvSpPr>
          <p:nvPr>
            <p:ph type="title"/>
          </p:nvPr>
        </p:nvSpPr>
        <p:spPr>
          <a:xfrm>
            <a:off x="167643" y="2819400"/>
            <a:ext cx="4572000" cy="3047989"/>
          </a:xfrm>
        </p:spPr>
        <p:txBody>
          <a:bodyPr vert="horz" lIns="91440" tIns="45720" rIns="91440" bIns="45720" rtlCol="0" anchor="t">
            <a:noAutofit/>
          </a:bodyPr>
          <a:lstStyle/>
          <a:p>
            <a:pPr algn="l" eaLnBrk="1" hangingPunct="1"/>
            <a:r>
              <a:rPr lang="en-US" sz="3600" b="0" dirty="0">
                <a:solidFill>
                  <a:schemeClr val="tx1"/>
                </a:solidFill>
                <a:latin typeface="+mj-lt"/>
                <a:cs typeface="+mj-cs"/>
              </a:rPr>
              <a:t>In your role, what are key strategies in facilitating</a:t>
            </a:r>
            <a:br>
              <a:rPr lang="en-US" sz="3600" b="0" dirty="0">
                <a:solidFill>
                  <a:schemeClr val="tx1"/>
                </a:solidFill>
                <a:latin typeface="+mj-lt"/>
                <a:cs typeface="+mj-cs"/>
              </a:rPr>
            </a:br>
            <a:r>
              <a:rPr lang="en-US" sz="3600" b="0" dirty="0">
                <a:solidFill>
                  <a:schemeClr val="tx1"/>
                </a:solidFill>
                <a:latin typeface="+mj-lt"/>
                <a:cs typeface="+mj-cs"/>
              </a:rPr>
              <a:t>self-determination &amp; informed choice?</a:t>
            </a:r>
          </a:p>
        </p:txBody>
      </p:sp>
      <p:cxnSp>
        <p:nvCxnSpPr>
          <p:cNvPr id="12" name="Straight Arrow Connector 11">
            <a:extLst>
              <a:ext uri="{FF2B5EF4-FFF2-40B4-BE49-F238E27FC236}">
                <a16:creationId xmlns:a16="http://schemas.microsoft.com/office/drawing/2014/main" id="{BCD0BBC1-A7D4-445D-98AC-95A6A45D8E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490" y="2316480"/>
            <a:ext cx="30861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224347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Question mark against red wall">
            <a:extLst>
              <a:ext uri="{FF2B5EF4-FFF2-40B4-BE49-F238E27FC236}">
                <a16:creationId xmlns:a16="http://schemas.microsoft.com/office/drawing/2014/main" id="{7084D05F-450C-5342-9A7D-4D97D68E9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65261"/>
            <a:ext cx="9144000" cy="5527477"/>
          </a:xfrm>
          <a:prstGeom prst="rect">
            <a:avLst/>
          </a:prstGeom>
        </p:spPr>
      </p:pic>
      <p:sp>
        <p:nvSpPr>
          <p:cNvPr id="5" name="Title 4">
            <a:extLst>
              <a:ext uri="{FF2B5EF4-FFF2-40B4-BE49-F238E27FC236}">
                <a16:creationId xmlns:a16="http://schemas.microsoft.com/office/drawing/2014/main" id="{F1C5852D-3979-914A-AA61-426C4BB6E1D8}"/>
              </a:ext>
            </a:extLst>
          </p:cNvPr>
          <p:cNvSpPr>
            <a:spLocks noGrp="1"/>
          </p:cNvSpPr>
          <p:nvPr>
            <p:ph type="title" idx="4294967295"/>
          </p:nvPr>
        </p:nvSpPr>
        <p:spPr>
          <a:xfrm>
            <a:off x="228600" y="838200"/>
            <a:ext cx="5410200" cy="1371600"/>
          </a:xfrm>
          <a:prstGeom prst="rect">
            <a:avLst/>
          </a:prstGeom>
        </p:spPr>
        <p:txBody>
          <a:bodyPr/>
          <a:lstStyle/>
          <a:p>
            <a:r>
              <a:rPr lang="en-US" sz="3600" b="0" dirty="0">
                <a:solidFill>
                  <a:srgbClr val="FFFF00"/>
                </a:solidFill>
              </a:rPr>
              <a:t>Within the transition process, where are the opportunities for students practicing and building skills in self-determination and informed choice?</a:t>
            </a:r>
          </a:p>
        </p:txBody>
      </p:sp>
    </p:spTree>
    <p:extLst>
      <p:ext uri="{BB962C8B-B14F-4D97-AF65-F5344CB8AC3E}">
        <p14:creationId xmlns:p14="http://schemas.microsoft.com/office/powerpoint/2010/main" val="104819952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ose-up of question mark on a hardwood floor against a wall">
            <a:extLst>
              <a:ext uri="{FF2B5EF4-FFF2-40B4-BE49-F238E27FC236}">
                <a16:creationId xmlns:a16="http://schemas.microsoft.com/office/drawing/2014/main" id="{DAAE8046-5824-FE44-90B0-B5782C1CF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82803"/>
            <a:ext cx="9144000" cy="4492393"/>
          </a:xfrm>
          <a:prstGeom prst="rect">
            <a:avLst/>
          </a:prstGeom>
        </p:spPr>
      </p:pic>
      <p:sp>
        <p:nvSpPr>
          <p:cNvPr id="6" name="Content Placeholder 5">
            <a:extLst>
              <a:ext uri="{FF2B5EF4-FFF2-40B4-BE49-F238E27FC236}">
                <a16:creationId xmlns:a16="http://schemas.microsoft.com/office/drawing/2014/main" id="{7C191789-2918-164C-B354-E7EAE28E10DB}"/>
              </a:ext>
            </a:extLst>
          </p:cNvPr>
          <p:cNvSpPr>
            <a:spLocks noGrp="1"/>
          </p:cNvSpPr>
          <p:nvPr>
            <p:ph idx="4294967295"/>
          </p:nvPr>
        </p:nvSpPr>
        <p:spPr>
          <a:xfrm>
            <a:off x="2743200" y="1371599"/>
            <a:ext cx="6172200" cy="4114800"/>
          </a:xfrm>
          <a:prstGeom prst="rect">
            <a:avLst/>
          </a:prstGeom>
        </p:spPr>
        <p:txBody>
          <a:bodyPr/>
          <a:lstStyle/>
          <a:p>
            <a:r>
              <a:rPr lang="en-US" b="0" dirty="0"/>
              <a:t>Does self-determination and informed choice mean that students can do whatever they want?</a:t>
            </a:r>
            <a:br>
              <a:rPr lang="en-US" b="0" dirty="0"/>
            </a:br>
            <a:br>
              <a:rPr lang="en-US" b="0" dirty="0"/>
            </a:br>
            <a:endParaRPr lang="en-US" b="0" dirty="0"/>
          </a:p>
          <a:p>
            <a:r>
              <a:rPr lang="en-US" b="0" dirty="0"/>
              <a:t>If a student “chooses” not to pursue employment, is that okay?</a:t>
            </a:r>
          </a:p>
        </p:txBody>
      </p:sp>
    </p:spTree>
    <p:extLst>
      <p:ext uri="{BB962C8B-B14F-4D97-AF65-F5344CB8AC3E}">
        <p14:creationId xmlns:p14="http://schemas.microsoft.com/office/powerpoint/2010/main" val="389518588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FD2B106-31C7-446F-B4D3-C9EE8CEB5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9143997"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sp>
        <p:nvSpPr>
          <p:cNvPr id="11" name="Rectangle 10">
            <a:extLst>
              <a:ext uri="{FF2B5EF4-FFF2-40B4-BE49-F238E27FC236}">
                <a16:creationId xmlns:a16="http://schemas.microsoft.com/office/drawing/2014/main" id="{1D7678B8-0AAC-460B-8CDB-C43156BBA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9143997"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sp>
        <p:nvSpPr>
          <p:cNvPr id="2" name="Title 1">
            <a:extLst>
              <a:ext uri="{FF2B5EF4-FFF2-40B4-BE49-F238E27FC236}">
                <a16:creationId xmlns:a16="http://schemas.microsoft.com/office/drawing/2014/main" id="{85B6F22E-F77D-7A48-B389-4AC9F331F00F}"/>
              </a:ext>
            </a:extLst>
          </p:cNvPr>
          <p:cNvSpPr>
            <a:spLocks noGrp="1"/>
          </p:cNvSpPr>
          <p:nvPr>
            <p:ph type="title"/>
          </p:nvPr>
        </p:nvSpPr>
        <p:spPr>
          <a:xfrm>
            <a:off x="228600" y="546209"/>
            <a:ext cx="4883898" cy="4800600"/>
          </a:xfrm>
        </p:spPr>
        <p:txBody>
          <a:bodyPr vert="horz" lIns="91440" tIns="45720" rIns="91440" bIns="45720" rtlCol="0" anchor="b">
            <a:noAutofit/>
          </a:bodyPr>
          <a:lstStyle/>
          <a:p>
            <a:pPr algn="l" eaLnBrk="1" hangingPunct="1"/>
            <a:r>
              <a:rPr lang="en-US" sz="3600" b="0" kern="1200" dirty="0">
                <a:solidFill>
                  <a:schemeClr val="tx1"/>
                </a:solidFill>
                <a:latin typeface="+mj-lt"/>
                <a:ea typeface="+mj-ea"/>
                <a:cs typeface="+mj-cs"/>
              </a:rPr>
              <a:t>What do you find are the best methods for teaching students with ID about</a:t>
            </a:r>
            <a:br>
              <a:rPr lang="en-US" sz="3600" b="0" kern="1200" dirty="0">
                <a:solidFill>
                  <a:schemeClr val="tx1"/>
                </a:solidFill>
                <a:latin typeface="+mj-lt"/>
                <a:ea typeface="+mj-ea"/>
                <a:cs typeface="+mj-cs"/>
              </a:rPr>
            </a:br>
            <a:r>
              <a:rPr lang="en-US" sz="3600" b="0" kern="1200" dirty="0">
                <a:solidFill>
                  <a:schemeClr val="tx1"/>
                </a:solidFill>
                <a:latin typeface="+mj-lt"/>
                <a:ea typeface="+mj-ea"/>
                <a:cs typeface="+mj-cs"/>
              </a:rPr>
              <a:t>self-determination and informed choice?</a:t>
            </a:r>
          </a:p>
        </p:txBody>
      </p:sp>
      <p:sp>
        <p:nvSpPr>
          <p:cNvPr id="13" name="Freeform 6">
            <a:extLst>
              <a:ext uri="{FF2B5EF4-FFF2-40B4-BE49-F238E27FC236}">
                <a16:creationId xmlns:a16="http://schemas.microsoft.com/office/drawing/2014/main" id="{1F0D9B0E-E48B-450C-9134-0435D96D0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76655" y="613446"/>
            <a:ext cx="3926681"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FFFFF"/>
          </a:solidFill>
          <a:ln w="0">
            <a:noFill/>
            <a:prstDash val="solid"/>
            <a:round/>
            <a:headEnd/>
            <a:tailEnd/>
          </a:ln>
        </p:spPr>
      </p:sp>
      <p:pic>
        <p:nvPicPr>
          <p:cNvPr id="4" name="Graphic 3" descr="Classroom with solid fill">
            <a:extLst>
              <a:ext uri="{FF2B5EF4-FFF2-40B4-BE49-F238E27FC236}">
                <a16:creationId xmlns:a16="http://schemas.microsoft.com/office/drawing/2014/main" id="{B167BE79-9ECE-534C-A863-54F50CB323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24995" y="2013058"/>
            <a:ext cx="2430000" cy="2430000"/>
          </a:xfrm>
          <a:prstGeom prst="rect">
            <a:avLst/>
          </a:prstGeom>
        </p:spPr>
      </p:pic>
    </p:spTree>
    <p:extLst>
      <p:ext uri="{BB962C8B-B14F-4D97-AF65-F5344CB8AC3E}">
        <p14:creationId xmlns:p14="http://schemas.microsoft.com/office/powerpoint/2010/main" val="66626218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sign, outdoor, street&#10;&#10;Description automatically generated">
            <a:extLst>
              <a:ext uri="{FF2B5EF4-FFF2-40B4-BE49-F238E27FC236}">
                <a16:creationId xmlns:a16="http://schemas.microsoft.com/office/drawing/2014/main" id="{0F9B0076-B0B4-764D-B669-58A3DABC5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1092" y="1810407"/>
            <a:ext cx="3447142" cy="3016250"/>
          </a:xfrm>
          <a:prstGeom prst="rect">
            <a:avLst/>
          </a:prstGeom>
        </p:spPr>
      </p:pic>
      <p:sp>
        <p:nvSpPr>
          <p:cNvPr id="15" name="Rectangle 14">
            <a:extLst>
              <a:ext uri="{FF2B5EF4-FFF2-40B4-BE49-F238E27FC236}">
                <a16:creationId xmlns:a16="http://schemas.microsoft.com/office/drawing/2014/main" id="{5F064C5A-765E-6549-A280-8295F0B944C6}"/>
              </a:ext>
              <a:ext uri="{C183D7F6-B498-43B3-948B-1728B52AA6E4}">
                <adec:decorative xmlns:adec="http://schemas.microsoft.com/office/drawing/2017/decorative" val="1"/>
              </a:ext>
            </a:extLst>
          </p:cNvPr>
          <p:cNvSpPr>
            <a:spLocks noChangeArrowheads="1"/>
          </p:cNvSpPr>
          <p:nvPr/>
        </p:nvSpPr>
        <p:spPr bwMode="auto">
          <a:xfrm>
            <a:off x="-15766" y="5255"/>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sp>
        <p:nvSpPr>
          <p:cNvPr id="5" name="Title 1">
            <a:extLst>
              <a:ext uri="{FF2B5EF4-FFF2-40B4-BE49-F238E27FC236}">
                <a16:creationId xmlns:a16="http://schemas.microsoft.com/office/drawing/2014/main" id="{E989E4B8-30BE-4A4A-9A77-528F9C4F9315}"/>
              </a:ext>
            </a:extLst>
          </p:cNvPr>
          <p:cNvSpPr txBox="1">
            <a:spLocks/>
          </p:cNvSpPr>
          <p:nvPr/>
        </p:nvSpPr>
        <p:spPr>
          <a:xfrm>
            <a:off x="228725" y="1066800"/>
            <a:ext cx="4953000" cy="5105400"/>
          </a:xfrm>
          <a:prstGeom prst="rect">
            <a:avLst/>
          </a:prstGeom>
          <a:scene3d>
            <a:camera prst="orthographicFront"/>
            <a:lightRig rig="threePt" dir="t"/>
          </a:scene3d>
          <a:sp3d>
            <a:bevelT prst="angle"/>
          </a:sp3d>
        </p:spPr>
        <p:style>
          <a:lnRef idx="1">
            <a:schemeClr val="accent1"/>
          </a:lnRef>
          <a:fillRef idx="2">
            <a:schemeClr val="accent1"/>
          </a:fillRef>
          <a:effectRef idx="1">
            <a:schemeClr val="accent1"/>
          </a:effectRef>
          <a:fontRef idx="minor">
            <a:schemeClr val="dk1"/>
          </a:fontRef>
        </p:style>
        <p:txBody>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dirty="0"/>
              <a:t>What are the</a:t>
            </a:r>
            <a:br>
              <a:rPr lang="en-US" dirty="0"/>
            </a:br>
            <a:r>
              <a:rPr lang="en-US" dirty="0"/>
              <a:t>“do’s and don’ts” regarding questions and phrases to facilitate self-determination and informed choice?</a:t>
            </a:r>
          </a:p>
        </p:txBody>
      </p:sp>
    </p:spTree>
    <p:extLst>
      <p:ext uri="{BB962C8B-B14F-4D97-AF65-F5344CB8AC3E}">
        <p14:creationId xmlns:p14="http://schemas.microsoft.com/office/powerpoint/2010/main" val="18850372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F22E-F77D-7A48-B389-4AC9F331F00F}"/>
              </a:ext>
            </a:extLst>
          </p:cNvPr>
          <p:cNvSpPr>
            <a:spLocks noGrp="1"/>
          </p:cNvSpPr>
          <p:nvPr>
            <p:ph type="title" idx="4294967295"/>
          </p:nvPr>
        </p:nvSpPr>
        <p:spPr>
          <a:xfrm>
            <a:off x="304800" y="914400"/>
            <a:ext cx="5486400" cy="4367212"/>
          </a:xfrm>
          <a:prstGeom prst="rect">
            <a:avLst/>
          </a:prstGeom>
          <a:scene3d>
            <a:camera prst="orthographicFront"/>
            <a:lightRig rig="threePt" dir="t"/>
          </a:scene3d>
          <a:sp3d>
            <a:bevelT prst="angle"/>
          </a:sp3d>
        </p:spPr>
        <p:style>
          <a:lnRef idx="2">
            <a:schemeClr val="accent2">
              <a:shade val="50000"/>
            </a:schemeClr>
          </a:lnRef>
          <a:fillRef idx="1">
            <a:schemeClr val="accent2"/>
          </a:fillRef>
          <a:effectRef idx="0">
            <a:schemeClr val="accent2"/>
          </a:effectRef>
          <a:fontRef idx="minor">
            <a:schemeClr val="lt1"/>
          </a:fontRef>
        </p:style>
        <p:txBody>
          <a:bodyPr/>
          <a:lstStyle/>
          <a:p>
            <a:r>
              <a:rPr lang="en-US" b="0" dirty="0">
                <a:solidFill>
                  <a:schemeClr val="bg1"/>
                </a:solidFill>
              </a:rPr>
              <a:t>How do you ensure that all partners in transition are aligned with</a:t>
            </a:r>
            <a:br>
              <a:rPr lang="en-US" b="0" dirty="0">
                <a:solidFill>
                  <a:schemeClr val="bg1"/>
                </a:solidFill>
              </a:rPr>
            </a:br>
            <a:r>
              <a:rPr lang="en-US" b="0" dirty="0">
                <a:solidFill>
                  <a:schemeClr val="bg1"/>
                </a:solidFill>
              </a:rPr>
              <a:t>self-determination and informed choice?</a:t>
            </a:r>
          </a:p>
        </p:txBody>
      </p:sp>
      <p:pic>
        <p:nvPicPr>
          <p:cNvPr id="6" name="Picture 5" descr="Icon&#10;&#10;Description automatically generated">
            <a:extLst>
              <a:ext uri="{FF2B5EF4-FFF2-40B4-BE49-F238E27FC236}">
                <a16:creationId xmlns:a16="http://schemas.microsoft.com/office/drawing/2014/main" id="{D65A6D05-1DCF-5F47-AD46-66A64ADA57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400" y="3352800"/>
            <a:ext cx="2676525" cy="3058886"/>
          </a:xfrm>
          <a:prstGeom prst="rect">
            <a:avLst/>
          </a:prstGeom>
        </p:spPr>
      </p:pic>
      <p:sp>
        <p:nvSpPr>
          <p:cNvPr id="17" name="Rectangle 16">
            <a:extLst>
              <a:ext uri="{FF2B5EF4-FFF2-40B4-BE49-F238E27FC236}">
                <a16:creationId xmlns:a16="http://schemas.microsoft.com/office/drawing/2014/main" id="{F4AF0707-32AF-2841-B864-6B88500422CD}"/>
              </a:ext>
              <a:ext uri="{C183D7F6-B498-43B3-948B-1728B52AA6E4}">
                <adec:decorative xmlns:adec="http://schemas.microsoft.com/office/drawing/2017/decorative" val="1"/>
              </a:ext>
            </a:extLst>
          </p:cNvPr>
          <p:cNvSpPr>
            <a:spLocks noChangeArrowheads="1"/>
          </p:cNvSpPr>
          <p:nvPr/>
        </p:nvSpPr>
        <p:spPr bwMode="auto">
          <a:xfrm>
            <a:off x="-5255" y="0"/>
            <a:ext cx="9144000" cy="304800"/>
          </a:xfrm>
          <a:prstGeom prst="rect">
            <a:avLst/>
          </a:prstGeom>
          <a:solidFill>
            <a:srgbClr val="C00000"/>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highlight>
                <a:srgbClr val="800000"/>
              </a:highlight>
              <a:uLnTx/>
              <a:uFillTx/>
              <a:latin typeface="Arial" panose="020B0604020202020204" pitchFamily="34" charset="0"/>
              <a:ea typeface="Geneva" panose="020B0503030404040204" pitchFamily="34" charset="0"/>
              <a:cs typeface="+mn-cs"/>
            </a:endParaRPr>
          </a:p>
        </p:txBody>
      </p:sp>
    </p:spTree>
    <p:extLst>
      <p:ext uri="{BB962C8B-B14F-4D97-AF65-F5344CB8AC3E}">
        <p14:creationId xmlns:p14="http://schemas.microsoft.com/office/powerpoint/2010/main" val="1953688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BC1CF5-415C-4DAE-B2C2-A8BF9A1D5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5">
            <a:extLst>
              <a:ext uri="{FF2B5EF4-FFF2-40B4-BE49-F238E27FC236}">
                <a16:creationId xmlns:a16="http://schemas.microsoft.com/office/drawing/2014/main" id="{6C651D0D-A2E7-46B3-BEEA-71161FCA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07336" y="1654168"/>
            <a:ext cx="616870"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9CBEA7DB-1BAC-4A39-817B-82928B7F8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311136"/>
            <a:ext cx="515815"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id="{EADF9EA0-3A2A-4F0A-9C86-FBAB53E9C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08390" y="1126737"/>
            <a:ext cx="2604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8">
            <a:extLst>
              <a:ext uri="{FF2B5EF4-FFF2-40B4-BE49-F238E27FC236}">
                <a16:creationId xmlns:a16="http://schemas.microsoft.com/office/drawing/2014/main" id="{A30A2C81-7CE8-4A85-9E15-548E7F466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44144" y="1118007"/>
            <a:ext cx="4225721"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85B6F22E-F77D-7A48-B389-4AC9F331F00F}"/>
              </a:ext>
            </a:extLst>
          </p:cNvPr>
          <p:cNvSpPr>
            <a:spLocks noGrp="1"/>
          </p:cNvSpPr>
          <p:nvPr>
            <p:ph type="title"/>
          </p:nvPr>
        </p:nvSpPr>
        <p:spPr>
          <a:xfrm>
            <a:off x="1008951" y="813077"/>
            <a:ext cx="4166907" cy="3190708"/>
          </a:xfrm>
        </p:spPr>
        <p:txBody>
          <a:bodyPr vert="horz" lIns="91440" tIns="45720" rIns="91440" bIns="45720" rtlCol="0" anchor="b">
            <a:normAutofit/>
          </a:bodyPr>
          <a:lstStyle/>
          <a:p>
            <a:pPr algn="l" eaLnBrk="1" hangingPunct="1"/>
            <a:r>
              <a:rPr lang="en-US" sz="2900" b="0" kern="1200" dirty="0">
                <a:solidFill>
                  <a:srgbClr val="003399"/>
                </a:solidFill>
                <a:latin typeface="+mj-lt"/>
                <a:ea typeface="+mj-ea"/>
                <a:cs typeface="+mj-cs"/>
              </a:rPr>
              <a:t>What are the biggest challenges to</a:t>
            </a:r>
            <a:br>
              <a:rPr lang="en-US" sz="2900" b="0" kern="1200" dirty="0">
                <a:solidFill>
                  <a:srgbClr val="003399"/>
                </a:solidFill>
                <a:latin typeface="+mj-lt"/>
                <a:ea typeface="+mj-ea"/>
                <a:cs typeface="+mj-cs"/>
              </a:rPr>
            </a:br>
            <a:r>
              <a:rPr lang="en-US" sz="2900" b="0" kern="1200" dirty="0">
                <a:solidFill>
                  <a:srgbClr val="003399"/>
                </a:solidFill>
                <a:latin typeface="+mj-lt"/>
                <a:ea typeface="+mj-ea"/>
                <a:cs typeface="+mj-cs"/>
              </a:rPr>
              <a:t>self-determination and informed choice for students with ID?</a:t>
            </a:r>
          </a:p>
        </p:txBody>
      </p:sp>
      <p:pic>
        <p:nvPicPr>
          <p:cNvPr id="4" name="Picture 3" descr="Icon&#10;&#10;Description automatically generated">
            <a:extLst>
              <a:ext uri="{FF2B5EF4-FFF2-40B4-BE49-F238E27FC236}">
                <a16:creationId xmlns:a16="http://schemas.microsoft.com/office/drawing/2014/main" id="{6BA31085-B141-1040-9776-F950AD16D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932" y="2590800"/>
            <a:ext cx="2975180" cy="3173526"/>
          </a:xfrm>
          <a:prstGeom prst="rect">
            <a:avLst/>
          </a:prstGeom>
        </p:spPr>
      </p:pic>
    </p:spTree>
    <p:extLst>
      <p:ext uri="{BB962C8B-B14F-4D97-AF65-F5344CB8AC3E}">
        <p14:creationId xmlns:p14="http://schemas.microsoft.com/office/powerpoint/2010/main" val="2871691518"/>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EBFA723-5A7B-472D-ABD7-1526B8D3A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33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6B27065-399A-4CF7-BF70-CF79B9848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33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CF22986C-DDF7-4109-9D6A-006800D6B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975" y="52996"/>
            <a:ext cx="4570023" cy="6805005"/>
            <a:chOff x="6095999" y="52996"/>
            <a:chExt cx="6093363" cy="6805005"/>
          </a:xfrm>
          <a:solidFill>
            <a:schemeClr val="accent5">
              <a:alpha val="10000"/>
            </a:schemeClr>
          </a:solidFill>
        </p:grpSpPr>
        <p:sp>
          <p:nvSpPr>
            <p:cNvPr id="14" name="Freeform: Shape 13">
              <a:extLst>
                <a:ext uri="{FF2B5EF4-FFF2-40B4-BE49-F238E27FC236}">
                  <a16:creationId xmlns:a16="http://schemas.microsoft.com/office/drawing/2014/main" id="{4C025298-F835-4B83-A3A3-6555157E0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7106C81-A3F0-4DA0-9368-6BBCDB9648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4B3B35E8-1AF4-4D76-93A5-B0B0884083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85B6F22E-F77D-7A48-B389-4AC9F331F00F}"/>
              </a:ext>
            </a:extLst>
          </p:cNvPr>
          <p:cNvSpPr>
            <a:spLocks noGrp="1"/>
          </p:cNvSpPr>
          <p:nvPr>
            <p:ph type="title"/>
          </p:nvPr>
        </p:nvSpPr>
        <p:spPr>
          <a:xfrm>
            <a:off x="0" y="2209800"/>
            <a:ext cx="3657600" cy="2895600"/>
          </a:xfrm>
        </p:spPr>
        <p:txBody>
          <a:bodyPr vert="horz" lIns="91440" tIns="45720" rIns="91440" bIns="45720" rtlCol="0" anchor="t">
            <a:noAutofit/>
          </a:bodyPr>
          <a:lstStyle/>
          <a:p>
            <a:pPr eaLnBrk="1" hangingPunct="1"/>
            <a:r>
              <a:rPr lang="en-US" sz="2800" b="0" kern="1200" dirty="0">
                <a:latin typeface="+mj-lt"/>
                <a:ea typeface="+mj-ea"/>
                <a:cs typeface="+mj-cs"/>
              </a:rPr>
              <a:t>What do you do if a teacher/educator takes actions not aligned with</a:t>
            </a:r>
            <a:br>
              <a:rPr lang="en-US" sz="2800" b="0" kern="1200" dirty="0">
                <a:latin typeface="+mj-lt"/>
                <a:ea typeface="+mj-ea"/>
                <a:cs typeface="+mj-cs"/>
              </a:rPr>
            </a:br>
            <a:r>
              <a:rPr lang="en-US" sz="2800" b="0" kern="1200" dirty="0">
                <a:latin typeface="+mj-lt"/>
                <a:ea typeface="+mj-ea"/>
                <a:cs typeface="+mj-cs"/>
              </a:rPr>
              <a:t>self-determination and informed choice?</a:t>
            </a:r>
          </a:p>
        </p:txBody>
      </p:sp>
      <p:pic>
        <p:nvPicPr>
          <p:cNvPr id="4" name="Picture 3">
            <a:extLst>
              <a:ext uri="{FF2B5EF4-FFF2-40B4-BE49-F238E27FC236}">
                <a16:creationId xmlns:a16="http://schemas.microsoft.com/office/drawing/2014/main" id="{6430EF40-0B78-A74E-8C8D-6749F3E96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3791" y="2191406"/>
            <a:ext cx="2990205" cy="3294993"/>
          </a:xfrm>
          <a:prstGeom prst="rect">
            <a:avLst/>
          </a:prstGeom>
          <a:ln w="9525">
            <a:noFill/>
          </a:ln>
        </p:spPr>
      </p:pic>
    </p:spTree>
    <p:extLst>
      <p:ext uri="{BB962C8B-B14F-4D97-AF65-F5344CB8AC3E}">
        <p14:creationId xmlns:p14="http://schemas.microsoft.com/office/powerpoint/2010/main" val="37362541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9C0369-A022-4605-B2F4-7773B74CC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FFFD28B7-CC22-4615-B487-71F011040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390858" y="911116"/>
            <a:ext cx="515815"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Rectangle 8">
            <a:extLst>
              <a:ext uri="{FF2B5EF4-FFF2-40B4-BE49-F238E27FC236}">
                <a16:creationId xmlns:a16="http://schemas.microsoft.com/office/drawing/2014/main" id="{712E4DE6-A2E5-4786-B1B9-795E13D12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395419"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7">
            <a:extLst>
              <a:ext uri="{FF2B5EF4-FFF2-40B4-BE49-F238E27FC236}">
                <a16:creationId xmlns:a16="http://schemas.microsoft.com/office/drawing/2014/main" id="{176DEB1C-09CA-478A-AEEF-963E89897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600123" y="643467"/>
            <a:ext cx="307028"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8">
            <a:extLst>
              <a:ext uri="{FF2B5EF4-FFF2-40B4-BE49-F238E27FC236}">
                <a16:creationId xmlns:a16="http://schemas.microsoft.com/office/drawing/2014/main" id="{28861D55-9A89-4552-8E10-2201E1991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6646" y="644382"/>
            <a:ext cx="8050541"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85B6F22E-F77D-7A48-B389-4AC9F331F00F}"/>
              </a:ext>
            </a:extLst>
          </p:cNvPr>
          <p:cNvSpPr>
            <a:spLocks noGrp="1"/>
          </p:cNvSpPr>
          <p:nvPr>
            <p:ph type="title"/>
          </p:nvPr>
        </p:nvSpPr>
        <p:spPr>
          <a:xfrm>
            <a:off x="4117817" y="1592169"/>
            <a:ext cx="4426060" cy="3673661"/>
          </a:xfrm>
        </p:spPr>
        <p:txBody>
          <a:bodyPr vert="horz" lIns="91440" tIns="45720" rIns="91440" bIns="45720" rtlCol="0" anchor="b">
            <a:noAutofit/>
          </a:bodyPr>
          <a:lstStyle/>
          <a:p>
            <a:pPr algn="l" eaLnBrk="1" hangingPunct="1"/>
            <a:r>
              <a:rPr lang="en-US" sz="3200" b="0" kern="1200" dirty="0">
                <a:solidFill>
                  <a:schemeClr val="tx1"/>
                </a:solidFill>
                <a:latin typeface="+mj-lt"/>
                <a:ea typeface="+mj-ea"/>
                <a:cs typeface="+mj-cs"/>
              </a:rPr>
              <a:t>What do you do if a parent does not support support</a:t>
            </a:r>
            <a:br>
              <a:rPr lang="en-US" sz="3200" b="0" kern="1200" dirty="0">
                <a:solidFill>
                  <a:schemeClr val="tx1"/>
                </a:solidFill>
                <a:latin typeface="+mj-lt"/>
                <a:ea typeface="+mj-ea"/>
                <a:cs typeface="+mj-cs"/>
              </a:rPr>
            </a:br>
            <a:r>
              <a:rPr lang="en-US" sz="3200" b="0" kern="1200" dirty="0">
                <a:solidFill>
                  <a:schemeClr val="tx1"/>
                </a:solidFill>
                <a:latin typeface="+mj-lt"/>
                <a:ea typeface="+mj-ea"/>
                <a:cs typeface="+mj-cs"/>
              </a:rPr>
              <a:t>self-determination </a:t>
            </a:r>
            <a:r>
              <a:rPr lang="en-US" sz="3200" b="0" dirty="0">
                <a:solidFill>
                  <a:schemeClr val="tx1"/>
                </a:solidFill>
                <a:latin typeface="+mj-lt"/>
                <a:cs typeface="+mj-cs"/>
              </a:rPr>
              <a:t>&amp;</a:t>
            </a:r>
            <a:br>
              <a:rPr lang="en-US" sz="3200" b="0" kern="1200" dirty="0">
                <a:solidFill>
                  <a:schemeClr val="tx1"/>
                </a:solidFill>
                <a:latin typeface="+mj-lt"/>
                <a:ea typeface="+mj-ea"/>
                <a:cs typeface="+mj-cs"/>
              </a:rPr>
            </a:br>
            <a:r>
              <a:rPr lang="en-US" sz="3200" b="0" kern="1200" dirty="0">
                <a:solidFill>
                  <a:schemeClr val="tx1"/>
                </a:solidFill>
                <a:latin typeface="+mj-lt"/>
                <a:ea typeface="+mj-ea"/>
                <a:cs typeface="+mj-cs"/>
              </a:rPr>
              <a:t>informed choice?</a:t>
            </a:r>
            <a:br>
              <a:rPr lang="en-US" sz="3200" b="0" kern="1200" dirty="0">
                <a:solidFill>
                  <a:schemeClr val="tx1"/>
                </a:solidFill>
                <a:latin typeface="+mj-lt"/>
                <a:ea typeface="+mj-ea"/>
                <a:cs typeface="+mj-cs"/>
              </a:rPr>
            </a:br>
            <a:endParaRPr lang="en-US" sz="3200" b="0" kern="1200" dirty="0">
              <a:solidFill>
                <a:schemeClr val="tx1"/>
              </a:solidFill>
              <a:latin typeface="+mj-lt"/>
              <a:ea typeface="+mj-ea"/>
              <a:cs typeface="+mj-cs"/>
            </a:endParaRPr>
          </a:p>
        </p:txBody>
      </p:sp>
      <p:pic>
        <p:nvPicPr>
          <p:cNvPr id="6" name="Picture 5" descr="A picture containing dark, light&#10;&#10;Description automatically generated">
            <a:extLst>
              <a:ext uri="{FF2B5EF4-FFF2-40B4-BE49-F238E27FC236}">
                <a16:creationId xmlns:a16="http://schemas.microsoft.com/office/drawing/2014/main" id="{021E32A6-1571-0341-8956-0D3B9CBBEE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039" y="1561575"/>
            <a:ext cx="3487862" cy="3986129"/>
          </a:xfrm>
          <a:prstGeom prst="rect">
            <a:avLst/>
          </a:prstGeom>
        </p:spPr>
      </p:pic>
    </p:spTree>
    <p:extLst>
      <p:ext uri="{BB962C8B-B14F-4D97-AF65-F5344CB8AC3E}">
        <p14:creationId xmlns:p14="http://schemas.microsoft.com/office/powerpoint/2010/main" val="400865434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F22E-F77D-7A48-B389-4AC9F331F00F}"/>
              </a:ext>
            </a:extLst>
          </p:cNvPr>
          <p:cNvSpPr>
            <a:spLocks noGrp="1"/>
          </p:cNvSpPr>
          <p:nvPr>
            <p:ph type="title" idx="4294967295"/>
          </p:nvPr>
        </p:nvSpPr>
        <p:spPr>
          <a:xfrm>
            <a:off x="381000" y="914400"/>
            <a:ext cx="4724400" cy="3886200"/>
          </a:xfrm>
          <a:prstGeom prst="rect">
            <a:avLst/>
          </a:prstGeom>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lstStyle/>
          <a:p>
            <a:r>
              <a:rPr lang="en-US" b="0" dirty="0"/>
              <a:t>Are there resources you</a:t>
            </a:r>
            <a:r>
              <a:rPr lang="en-US" dirty="0"/>
              <a:t> </a:t>
            </a:r>
            <a:r>
              <a:rPr lang="en-US" b="0" dirty="0"/>
              <a:t>use for</a:t>
            </a:r>
            <a:br>
              <a:rPr lang="en-US" b="0" dirty="0"/>
            </a:br>
            <a:r>
              <a:rPr lang="en-US" b="0" dirty="0"/>
              <a:t>self-determination and</a:t>
            </a:r>
            <a:br>
              <a:rPr lang="en-US" b="0" dirty="0"/>
            </a:br>
            <a:r>
              <a:rPr lang="en-US" b="0" dirty="0"/>
              <a:t>informed choice?</a:t>
            </a:r>
          </a:p>
        </p:txBody>
      </p:sp>
      <p:sp>
        <p:nvSpPr>
          <p:cNvPr id="15" name="Rectangle 14">
            <a:extLst>
              <a:ext uri="{FF2B5EF4-FFF2-40B4-BE49-F238E27FC236}">
                <a16:creationId xmlns:a16="http://schemas.microsoft.com/office/drawing/2014/main" id="{5F064C5A-765E-6549-A280-8295F0B944C6}"/>
              </a:ext>
              <a:ext uri="{C183D7F6-B498-43B3-948B-1728B52AA6E4}">
                <adec:decorative xmlns:adec="http://schemas.microsoft.com/office/drawing/2017/decorative" val="1"/>
              </a:ext>
            </a:extLst>
          </p:cNvPr>
          <p:cNvSpPr>
            <a:spLocks noChangeArrowheads="1"/>
          </p:cNvSpPr>
          <p:nvPr/>
        </p:nvSpPr>
        <p:spPr bwMode="auto">
          <a:xfrm>
            <a:off x="-15766" y="5255"/>
            <a:ext cx="9144000" cy="304800"/>
          </a:xfrm>
          <a:prstGeom prst="rect">
            <a:avLst/>
          </a:prstGeom>
          <a:solidFill>
            <a:srgbClr val="006699"/>
          </a:solidFill>
          <a:ln>
            <a:noFill/>
          </a:ln>
          <a:extLst>
            <a:ext uri="{91240B29-F687-4f45-9708-019B960494DF}">
              <a14:hiddenLine xmlns="" xmlns:a14="http://schemas.microsoft.com/office/drawing/2010/main" w="9525">
                <a:solidFill>
                  <a:schemeClr val="tx1"/>
                </a:solidFill>
                <a:miter lim="800000"/>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panose="020B0604020202020204" pitchFamily="34" charset="0"/>
              <a:ea typeface="Geneva" panose="020B0503030404040204" pitchFamily="34" charset="0"/>
              <a:cs typeface="+mn-cs"/>
            </a:endParaRPr>
          </a:p>
        </p:txBody>
      </p:sp>
      <p:pic>
        <p:nvPicPr>
          <p:cNvPr id="10" name="Picture 9" descr="A picture containing indoor, file, set&#10;&#10;Description automatically generated">
            <a:extLst>
              <a:ext uri="{FF2B5EF4-FFF2-40B4-BE49-F238E27FC236}">
                <a16:creationId xmlns:a16="http://schemas.microsoft.com/office/drawing/2014/main" id="{993A796B-8D52-734E-83D3-F8A63753A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0" y="2667000"/>
            <a:ext cx="2971800" cy="2971800"/>
          </a:xfrm>
          <a:prstGeom prst="rect">
            <a:avLst/>
          </a:prstGeom>
        </p:spPr>
      </p:pic>
    </p:spTree>
    <p:extLst>
      <p:ext uri="{BB962C8B-B14F-4D97-AF65-F5344CB8AC3E}">
        <p14:creationId xmlns:p14="http://schemas.microsoft.com/office/powerpoint/2010/main" val="1040857228"/>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79C0369-A022-4605-B2F4-7773B74CC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6">
            <a:extLst>
              <a:ext uri="{FF2B5EF4-FFF2-40B4-BE49-F238E27FC236}">
                <a16:creationId xmlns:a16="http://schemas.microsoft.com/office/drawing/2014/main" id="{FFFD28B7-CC22-4615-B487-71F011040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390858" y="911116"/>
            <a:ext cx="515815"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Rectangle 8">
            <a:extLst>
              <a:ext uri="{FF2B5EF4-FFF2-40B4-BE49-F238E27FC236}">
                <a16:creationId xmlns:a16="http://schemas.microsoft.com/office/drawing/2014/main" id="{712E4DE6-A2E5-4786-B1B9-795E13D12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0" y="1370435"/>
            <a:ext cx="395419"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176DEB1C-09CA-478A-AEEF-963E89897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600123" y="643467"/>
            <a:ext cx="307028"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Rectangle 8">
            <a:extLst>
              <a:ext uri="{FF2B5EF4-FFF2-40B4-BE49-F238E27FC236}">
                <a16:creationId xmlns:a16="http://schemas.microsoft.com/office/drawing/2014/main" id="{28861D55-9A89-4552-8E10-2201E1991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6646" y="644382"/>
            <a:ext cx="8050541" cy="525164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85B6F22E-F77D-7A48-B389-4AC9F331F00F}"/>
              </a:ext>
            </a:extLst>
          </p:cNvPr>
          <p:cNvSpPr>
            <a:spLocks noGrp="1"/>
          </p:cNvSpPr>
          <p:nvPr>
            <p:ph type="title"/>
          </p:nvPr>
        </p:nvSpPr>
        <p:spPr>
          <a:xfrm>
            <a:off x="963162" y="1113693"/>
            <a:ext cx="4918159" cy="4313024"/>
          </a:xfrm>
        </p:spPr>
        <p:txBody>
          <a:bodyPr vert="horz" lIns="91440" tIns="45720" rIns="91440" bIns="45720" rtlCol="0" anchor="b">
            <a:noAutofit/>
          </a:bodyPr>
          <a:lstStyle/>
          <a:p>
            <a:pPr algn="l" eaLnBrk="1" hangingPunct="1"/>
            <a:r>
              <a:rPr lang="en-US" sz="3600" b="0" kern="1200" dirty="0">
                <a:solidFill>
                  <a:schemeClr val="tx1"/>
                </a:solidFill>
                <a:latin typeface="+mj-lt"/>
                <a:ea typeface="+mj-ea"/>
                <a:cs typeface="+mj-cs"/>
              </a:rPr>
              <a:t>Other thoughts &amp; ideas on integrating</a:t>
            </a:r>
            <a:br>
              <a:rPr lang="en-US" sz="3600" b="0" kern="1200" dirty="0">
                <a:solidFill>
                  <a:schemeClr val="tx1"/>
                </a:solidFill>
                <a:latin typeface="+mj-lt"/>
                <a:ea typeface="+mj-ea"/>
                <a:cs typeface="+mj-cs"/>
              </a:rPr>
            </a:br>
            <a:r>
              <a:rPr lang="en-US" sz="3600" b="0" kern="1200" dirty="0">
                <a:solidFill>
                  <a:schemeClr val="tx1"/>
                </a:solidFill>
                <a:latin typeface="+mj-lt"/>
                <a:ea typeface="+mj-ea"/>
                <a:cs typeface="+mj-cs"/>
              </a:rPr>
              <a:t>self-determination and informed choice within transition process for students with ID</a:t>
            </a:r>
          </a:p>
        </p:txBody>
      </p:sp>
      <p:pic>
        <p:nvPicPr>
          <p:cNvPr id="4" name="Picture 3" descr="A picture containing light&#10;&#10;Description automatically generated">
            <a:extLst>
              <a:ext uri="{FF2B5EF4-FFF2-40B4-BE49-F238E27FC236}">
                <a16:creationId xmlns:a16="http://schemas.microsoft.com/office/drawing/2014/main" id="{52BD54AB-902A-EC47-A82A-858BF4F20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5768" y="1247662"/>
            <a:ext cx="1779122" cy="4313024"/>
          </a:xfrm>
          <a:prstGeom prst="rect">
            <a:avLst/>
          </a:prstGeom>
        </p:spPr>
      </p:pic>
    </p:spTree>
    <p:extLst>
      <p:ext uri="{BB962C8B-B14F-4D97-AF65-F5344CB8AC3E}">
        <p14:creationId xmlns:p14="http://schemas.microsoft.com/office/powerpoint/2010/main" val="156017228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D8C6A30-47B1-9D40-8828-616255EE3D0B}"/>
              </a:ext>
            </a:extLst>
          </p:cNvPr>
          <p:cNvSpPr>
            <a:spLocks noGrp="1"/>
          </p:cNvSpPr>
          <p:nvPr>
            <p:ph idx="1"/>
          </p:nvPr>
        </p:nvSpPr>
        <p:spPr>
          <a:xfrm>
            <a:off x="423393" y="1587500"/>
            <a:ext cx="3946634" cy="3378200"/>
          </a:xfrm>
        </p:spPr>
        <p:txBody>
          <a:bodyPr/>
          <a:lstStyle/>
          <a:p>
            <a:r>
              <a:rPr lang="en-US" sz="2800" dirty="0"/>
              <a:t>July 27</a:t>
            </a:r>
            <a:r>
              <a:rPr lang="en-US" sz="2800" baseline="30000" dirty="0"/>
              <a:t>th</a:t>
            </a:r>
            <a:r>
              <a:rPr lang="en-US" sz="2800" dirty="0"/>
              <a:t> – 1:00:</a:t>
            </a:r>
            <a:br>
              <a:rPr lang="en-US" sz="2800" dirty="0"/>
            </a:br>
            <a:r>
              <a:rPr lang="en-US" sz="2800" b="0" i="1" dirty="0"/>
              <a:t>Employment First: What It Means in Services for Youth with ID</a:t>
            </a:r>
          </a:p>
        </p:txBody>
      </p:sp>
      <p:sp>
        <p:nvSpPr>
          <p:cNvPr id="3" name="Title 2">
            <a:extLst>
              <a:ext uri="{FF2B5EF4-FFF2-40B4-BE49-F238E27FC236}">
                <a16:creationId xmlns:a16="http://schemas.microsoft.com/office/drawing/2014/main" id="{1A570769-2246-A441-A681-D4F29C861620}"/>
              </a:ext>
            </a:extLst>
          </p:cNvPr>
          <p:cNvSpPr>
            <a:spLocks noGrp="1"/>
          </p:cNvSpPr>
          <p:nvPr>
            <p:ph type="title"/>
          </p:nvPr>
        </p:nvSpPr>
        <p:spPr>
          <a:xfrm>
            <a:off x="685800" y="-1752600"/>
            <a:ext cx="7772400" cy="1143000"/>
          </a:xfrm>
        </p:spPr>
        <p:txBody>
          <a:bodyPr/>
          <a:lstStyle/>
          <a:p>
            <a:r>
              <a:rPr lang="en-US" sz="2400" b="0" dirty="0"/>
              <a:t>Reminder: Next CoP</a:t>
            </a:r>
          </a:p>
        </p:txBody>
      </p:sp>
      <p:pic>
        <p:nvPicPr>
          <p:cNvPr id="7" name="Picture 6" descr="Text&#10;&#10;Description automatically generated with medium confidence">
            <a:extLst>
              <a:ext uri="{FF2B5EF4-FFF2-40B4-BE49-F238E27FC236}">
                <a16:creationId xmlns:a16="http://schemas.microsoft.com/office/drawing/2014/main" id="{A4D85290-9E3C-1D4C-8E60-62772E0098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5037" y="749300"/>
            <a:ext cx="3789363" cy="4445000"/>
          </a:xfrm>
          <a:prstGeom prst="rect">
            <a:avLst/>
          </a:prstGeom>
        </p:spPr>
      </p:pic>
    </p:spTree>
    <p:extLst>
      <p:ext uri="{BB962C8B-B14F-4D97-AF65-F5344CB8AC3E}">
        <p14:creationId xmlns:p14="http://schemas.microsoft.com/office/powerpoint/2010/main" val="300715776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CC3C0-07E3-4934-9F8A-253AF00A61AC}"/>
              </a:ext>
            </a:extLst>
          </p:cNvPr>
          <p:cNvSpPr>
            <a:spLocks noGrp="1"/>
          </p:cNvSpPr>
          <p:nvPr>
            <p:ph type="title"/>
          </p:nvPr>
        </p:nvSpPr>
        <p:spPr>
          <a:xfrm>
            <a:off x="965200" y="891860"/>
            <a:ext cx="7213599" cy="790147"/>
          </a:xfrm>
          <a:solidFill>
            <a:schemeClr val="tx1"/>
          </a:solidFill>
        </p:spPr>
        <p:txBody>
          <a:bodyPr>
            <a:normAutofit/>
          </a:bodyPr>
          <a:lstStyle/>
          <a:p>
            <a:r>
              <a:rPr lang="en-US" sz="2800">
                <a:solidFill>
                  <a:schemeClr val="bg1"/>
                </a:solidFill>
                <a:latin typeface="Arial" panose="020B0604020202020204" pitchFamily="34" charset="0"/>
                <a:cs typeface="Arial" panose="020B0604020202020204" pitchFamily="34" charset="0"/>
              </a:rPr>
              <a:t>Thank you!</a:t>
            </a:r>
          </a:p>
        </p:txBody>
      </p:sp>
      <p:sp>
        <p:nvSpPr>
          <p:cNvPr id="3" name="Content Placeholder 2">
            <a:extLst>
              <a:ext uri="{FF2B5EF4-FFF2-40B4-BE49-F238E27FC236}">
                <a16:creationId xmlns:a16="http://schemas.microsoft.com/office/drawing/2014/main" id="{F377C702-C453-4174-8BCA-9D2AE0407B66}"/>
              </a:ext>
            </a:extLst>
          </p:cNvPr>
          <p:cNvSpPr>
            <a:spLocks noGrp="1"/>
          </p:cNvSpPr>
          <p:nvPr>
            <p:ph idx="1"/>
          </p:nvPr>
        </p:nvSpPr>
        <p:spPr>
          <a:xfrm>
            <a:off x="965200" y="1981200"/>
            <a:ext cx="7213599" cy="3589866"/>
          </a:xfrm>
        </p:spPr>
        <p:txBody>
          <a:bodyPr>
            <a:normAutofit/>
          </a:bodyPr>
          <a:lstStyle/>
          <a:p>
            <a:pPr marL="0" indent="0">
              <a:lnSpc>
                <a:spcPct val="90000"/>
              </a:lnSpc>
              <a:buNone/>
            </a:pPr>
            <a:endParaRPr lang="en-US" sz="2400" b="0" dirty="0">
              <a:latin typeface="Arial" panose="020B0604020202020204" pitchFamily="34" charset="0"/>
              <a:cs typeface="Arial" panose="020B0604020202020204" pitchFamily="34" charset="0"/>
            </a:endParaRPr>
          </a:p>
          <a:p>
            <a:pPr marL="0" indent="0">
              <a:lnSpc>
                <a:spcPct val="90000"/>
              </a:lnSpc>
              <a:buNone/>
            </a:pPr>
            <a:r>
              <a:rPr lang="en-US" sz="2400" b="0" dirty="0">
                <a:latin typeface="Arial" panose="020B0604020202020204" pitchFamily="34" charset="0"/>
                <a:cs typeface="Arial" panose="020B0604020202020204" pitchFamily="34" charset="0"/>
              </a:rPr>
              <a:t>David Hoff		</a:t>
            </a:r>
            <a:r>
              <a:rPr lang="en-US" sz="2400" b="0" dirty="0">
                <a:latin typeface="Arial" panose="020B0604020202020204" pitchFamily="34" charset="0"/>
                <a:cs typeface="Arial" panose="020B0604020202020204" pitchFamily="34" charset="0"/>
                <a:hlinkClick r:id="rId3"/>
              </a:rPr>
              <a:t>David.Hoff@umb.edu</a:t>
            </a:r>
            <a:endParaRPr lang="en-US" sz="2400" b="0" dirty="0">
              <a:latin typeface="Arial" panose="020B0604020202020204" pitchFamily="34" charset="0"/>
              <a:cs typeface="Arial" panose="020B0604020202020204" pitchFamily="34" charset="0"/>
            </a:endParaRPr>
          </a:p>
          <a:p>
            <a:pPr marL="0" indent="0">
              <a:lnSpc>
                <a:spcPct val="90000"/>
              </a:lnSpc>
              <a:buNone/>
            </a:pPr>
            <a:r>
              <a:rPr lang="en-US" sz="2400" b="0" dirty="0">
                <a:latin typeface="Arial" panose="020B0604020202020204" pitchFamily="34" charset="0"/>
                <a:cs typeface="Arial" panose="020B0604020202020204" pitchFamily="34" charset="0"/>
              </a:rPr>
              <a:t>Russ </a:t>
            </a:r>
            <a:r>
              <a:rPr lang="en-US" sz="2400" b="0" dirty="0" err="1">
                <a:latin typeface="Arial" panose="020B0604020202020204" pitchFamily="34" charset="0"/>
                <a:cs typeface="Arial" panose="020B0604020202020204" pitchFamily="34" charset="0"/>
              </a:rPr>
              <a:t>Thelin</a:t>
            </a:r>
            <a:r>
              <a:rPr lang="en-US" sz="2400" b="0" dirty="0">
                <a:latin typeface="Arial" panose="020B0604020202020204" pitchFamily="34" charset="0"/>
                <a:cs typeface="Arial" panose="020B0604020202020204" pitchFamily="34" charset="0"/>
              </a:rPr>
              <a:t>		</a:t>
            </a:r>
            <a:r>
              <a:rPr lang="en-US" sz="2400" b="0" dirty="0">
                <a:latin typeface="Arial" panose="020B0604020202020204" pitchFamily="34" charset="0"/>
                <a:cs typeface="Arial" panose="020B0604020202020204" pitchFamily="34" charset="0"/>
                <a:hlinkClick r:id="rId4"/>
              </a:rPr>
              <a:t>Russell.Thelin@umb.edu</a:t>
            </a:r>
            <a:endParaRPr lang="en-US" sz="2400" b="0" dirty="0">
              <a:latin typeface="Arial" panose="020B0604020202020204" pitchFamily="34" charset="0"/>
              <a:cs typeface="Arial" panose="020B0604020202020204" pitchFamily="34" charset="0"/>
            </a:endParaRPr>
          </a:p>
          <a:p>
            <a:pPr marL="0" indent="0">
              <a:lnSpc>
                <a:spcPct val="90000"/>
              </a:lnSpc>
              <a:buNone/>
            </a:pPr>
            <a:r>
              <a:rPr lang="en-US" sz="2400" b="0" dirty="0">
                <a:latin typeface="Arial" panose="020B0604020202020204" pitchFamily="34" charset="0"/>
                <a:cs typeface="Arial" panose="020B0604020202020204" pitchFamily="34" charset="0"/>
              </a:rPr>
              <a:t>Mary </a:t>
            </a:r>
            <a:r>
              <a:rPr lang="en-US" sz="2400" b="0" dirty="0" err="1">
                <a:latin typeface="Arial" panose="020B0604020202020204" pitchFamily="34" charset="0"/>
                <a:cs typeface="Arial" panose="020B0604020202020204" pitchFamily="34" charset="0"/>
              </a:rPr>
              <a:t>DiBiase</a:t>
            </a:r>
            <a:r>
              <a:rPr lang="en-US" sz="2400" b="0" dirty="0">
                <a:latin typeface="Arial" panose="020B0604020202020204" pitchFamily="34" charset="0"/>
                <a:cs typeface="Arial" panose="020B0604020202020204" pitchFamily="34" charset="0"/>
              </a:rPr>
              <a:t>   	</a:t>
            </a:r>
            <a:r>
              <a:rPr lang="en-US" sz="2400" b="0" dirty="0">
                <a:latin typeface="Arial" panose="020B0604020202020204" pitchFamily="34" charset="0"/>
                <a:cs typeface="Arial" panose="020B0604020202020204" pitchFamily="34" charset="0"/>
                <a:hlinkClick r:id="rId5"/>
              </a:rPr>
              <a:t>Mary.Dibiase@umb.edu</a:t>
            </a:r>
            <a:endParaRPr lang="en-US" sz="2400" b="0" dirty="0">
              <a:latin typeface="Arial" panose="020B0604020202020204" pitchFamily="34" charset="0"/>
              <a:cs typeface="Arial" panose="020B0604020202020204" pitchFamily="34" charset="0"/>
            </a:endParaRPr>
          </a:p>
          <a:p>
            <a:pPr marL="0" indent="0">
              <a:lnSpc>
                <a:spcPct val="90000"/>
              </a:lnSpc>
              <a:buNone/>
            </a:pPr>
            <a:endParaRPr lang="en-US" sz="2400" b="0" dirty="0">
              <a:latin typeface="Arial" panose="020B0604020202020204" pitchFamily="34" charset="0"/>
              <a:cs typeface="Arial" panose="020B0604020202020204" pitchFamily="34" charset="0"/>
            </a:endParaRPr>
          </a:p>
          <a:p>
            <a:pPr marL="0" indent="0">
              <a:lnSpc>
                <a:spcPct val="90000"/>
              </a:lnSpc>
              <a:buNone/>
            </a:pPr>
            <a:endParaRPr lang="en-US" sz="2400" b="0" dirty="0">
              <a:latin typeface="Arial" panose="020B0604020202020204" pitchFamily="34" charset="0"/>
              <a:cs typeface="Arial" panose="020B0604020202020204" pitchFamily="34" charset="0"/>
            </a:endParaRPr>
          </a:p>
          <a:p>
            <a:pPr marL="0" indent="0">
              <a:lnSpc>
                <a:spcPct val="90000"/>
              </a:lnSpc>
              <a:buNone/>
            </a:pPr>
            <a:endParaRPr lang="en-US" sz="15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27135062"/>
      </p:ext>
    </p:extLst>
  </p:cSld>
  <p:clrMapOvr>
    <a:masterClrMapping/>
  </p:clrMapOvr>
  <p:transition spd="slow">
    <p:wipe/>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
      </a:majorFont>
      <a:minorFont>
        <a:latin typeface="Verdana"/>
        <a:ea typeface="Osak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Geneva" panose="020B050303040404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F019337DF98A499EAAC8A798D6801F" ma:contentTypeVersion="12" ma:contentTypeDescription="Create a new document." ma:contentTypeScope="" ma:versionID="7666b2807527ea28ff393d3607e1cb9b">
  <xsd:schema xmlns:xsd="http://www.w3.org/2001/XMLSchema" xmlns:xs="http://www.w3.org/2001/XMLSchema" xmlns:p="http://schemas.microsoft.com/office/2006/metadata/properties" xmlns:ns2="2bc8ae9c-bef2-4549-a984-96433b9672ec" xmlns:ns3="2bb0f661-3dcc-4120-973d-72296a565fac" targetNamespace="http://schemas.microsoft.com/office/2006/metadata/properties" ma:root="true" ma:fieldsID="e405bbf0a0b48eae02a1461fbc11997c" ns2:_="" ns3:_="">
    <xsd:import namespace="2bc8ae9c-bef2-4549-a984-96433b9672ec"/>
    <xsd:import namespace="2bb0f661-3dcc-4120-973d-72296a565f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c8ae9c-bef2-4549-a984-96433b967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bb0f661-3dcc-4120-973d-72296a565fa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0D9005-AA94-4FF9-B523-41ECC6CB6B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c8ae9c-bef2-4549-a984-96433b9672ec"/>
    <ds:schemaRef ds:uri="2bb0f661-3dcc-4120-973d-72296a565f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E1B9D3B-1438-4792-80C1-80AF0716D020}">
  <ds:schemaRefs>
    <ds:schemaRef ds:uri="http://schemas.microsoft.com/sharepoint/v3/contenttype/forms"/>
  </ds:schemaRefs>
</ds:datastoreItem>
</file>

<file path=customXml/itemProps3.xml><?xml version="1.0" encoding="utf-8"?>
<ds:datastoreItem xmlns:ds="http://schemas.openxmlformats.org/officeDocument/2006/customXml" ds:itemID="{A944C976-94EE-4168-AFE7-A83E7C958363}">
  <ds:schemaRefs>
    <ds:schemaRef ds:uri="http://purl.org/dc/dcmitype/"/>
    <ds:schemaRef ds:uri="http://purl.org/dc/terms/"/>
    <ds:schemaRef ds:uri="http://schemas.openxmlformats.org/package/2006/metadata/core-propertie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2bc8ae9c-bef2-4549-a984-96433b9672ec"/>
    <ds:schemaRef ds:uri="2bb0f661-3dcc-4120-973d-72296a565fac"/>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Macintosh HD:Applications:Microsoft Office 2004:Templates:Presentations:Designs:Blank Presentation</Template>
  <TotalTime>3436</TotalTime>
  <Words>1785</Words>
  <Application>Microsoft Macintosh PowerPoint</Application>
  <PresentationFormat>On-screen Show (4:3)</PresentationFormat>
  <Paragraphs>86</Paragraphs>
  <Slides>22</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Arial</vt:lpstr>
      <vt:lpstr>Calibri</vt:lpstr>
      <vt:lpstr>Courier New</vt:lpstr>
      <vt:lpstr>Myriad Pro</vt:lpstr>
      <vt:lpstr>Roboto</vt:lpstr>
      <vt:lpstr>Segoe UI</vt:lpstr>
      <vt:lpstr>Times New Roman</vt:lpstr>
      <vt:lpstr>Verdana</vt:lpstr>
      <vt:lpstr>Blank Presentation</vt:lpstr>
      <vt:lpstr>Custom Design</vt:lpstr>
      <vt:lpstr>PowerPoint Presentation</vt:lpstr>
      <vt:lpstr>PowerPoint Presentation</vt:lpstr>
      <vt:lpstr>Upcoming Communities of Practice</vt:lpstr>
      <vt:lpstr>Self-Determination</vt:lpstr>
      <vt:lpstr>Informed Choice Definition</vt:lpstr>
      <vt:lpstr>PowerPoint Presentation</vt:lpstr>
      <vt:lpstr>Embedding Self-determination- 1</vt:lpstr>
      <vt:lpstr>Embedding Self-determination- 2</vt:lpstr>
      <vt:lpstr>Everyone believes in self-determination and informed choice.</vt:lpstr>
      <vt:lpstr>In your role, what are key strategies in facilitating self-determination &amp; informed choice?</vt:lpstr>
      <vt:lpstr>Within the transition process, where are the opportunities for students practicing and building skills in self-determination and informed choice?</vt:lpstr>
      <vt:lpstr>PowerPoint Presentation</vt:lpstr>
      <vt:lpstr>What do you find are the best methods for teaching students with ID about self-determination and informed choice?</vt:lpstr>
      <vt:lpstr>PowerPoint Presentation</vt:lpstr>
      <vt:lpstr>How do you ensure that all partners in transition are aligned with self-determination and informed choice?</vt:lpstr>
      <vt:lpstr>What are the biggest challenges to self-determination and informed choice for students with ID?</vt:lpstr>
      <vt:lpstr>What do you do if a teacher/educator takes actions not aligned with self-determination and informed choice?</vt:lpstr>
      <vt:lpstr>What do you do if a parent does not support support self-determination &amp; informed choice? </vt:lpstr>
      <vt:lpstr>Are there resources you use for self-determination and informed choice?</vt:lpstr>
      <vt:lpstr>Other thoughts &amp; ideas on integrating self-determination and informed choice within transition process for students with ID</vt:lpstr>
      <vt:lpstr>Reminder: Next CoP</vt:lpstr>
      <vt:lpstr>Thank you!</vt:lpstr>
    </vt:vector>
  </TitlesOfParts>
  <Company>UMass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ICI</dc:creator>
  <cp:lastModifiedBy>David Hoff</cp:lastModifiedBy>
  <cp:revision>169</cp:revision>
  <dcterms:created xsi:type="dcterms:W3CDTF">2006-09-27T14:52:23Z</dcterms:created>
  <dcterms:modified xsi:type="dcterms:W3CDTF">2021-07-14T21:01:49Z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0x01010002F019337DF98A499EAAC8A798D6801F</vt:lpwstr>
  </property>
</Properties>
</file>