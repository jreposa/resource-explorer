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6.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7.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8.xml" ContentType="application/vnd.openxmlformats-officedocument.theme+xml"/>
  <Override PartName="/ppt/theme/themeOverride1.xml" ContentType="application/vnd.openxmlformats-officedocument.themeOverrid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99" r:id="rId4"/>
    <p:sldMasterId id="2147483732" r:id="rId5"/>
    <p:sldMasterId id="2147483757" r:id="rId6"/>
    <p:sldMasterId id="2147483774" r:id="rId7"/>
    <p:sldMasterId id="2147483841" r:id="rId8"/>
    <p:sldMasterId id="2147483854" r:id="rId9"/>
    <p:sldMasterId id="2147483860" r:id="rId10"/>
    <p:sldMasterId id="2147483884" r:id="rId11"/>
    <p:sldMasterId id="2147483901" r:id="rId12"/>
  </p:sldMasterIdLst>
  <p:notesMasterIdLst>
    <p:notesMasterId r:id="rId64"/>
  </p:notesMasterIdLst>
  <p:handoutMasterIdLst>
    <p:handoutMasterId r:id="rId65"/>
  </p:handoutMasterIdLst>
  <p:sldIdLst>
    <p:sldId id="362" r:id="rId13"/>
    <p:sldId id="365" r:id="rId14"/>
    <p:sldId id="414" r:id="rId15"/>
    <p:sldId id="380" r:id="rId16"/>
    <p:sldId id="1535" r:id="rId17"/>
    <p:sldId id="1591" r:id="rId18"/>
    <p:sldId id="1567" r:id="rId19"/>
    <p:sldId id="1572" r:id="rId20"/>
    <p:sldId id="1581" r:id="rId21"/>
    <p:sldId id="1582" r:id="rId22"/>
    <p:sldId id="1573" r:id="rId23"/>
    <p:sldId id="1574" r:id="rId24"/>
    <p:sldId id="394" r:id="rId25"/>
    <p:sldId id="1196" r:id="rId26"/>
    <p:sldId id="1578" r:id="rId27"/>
    <p:sldId id="366" r:id="rId28"/>
    <p:sldId id="390" r:id="rId29"/>
    <p:sldId id="1576" r:id="rId30"/>
    <p:sldId id="1184" r:id="rId31"/>
    <p:sldId id="1583" r:id="rId32"/>
    <p:sldId id="1590" r:id="rId33"/>
    <p:sldId id="443" r:id="rId34"/>
    <p:sldId id="1580" r:id="rId35"/>
    <p:sldId id="1575" r:id="rId36"/>
    <p:sldId id="1185" r:id="rId37"/>
    <p:sldId id="438" r:id="rId38"/>
    <p:sldId id="1577" r:id="rId39"/>
    <p:sldId id="439" r:id="rId40"/>
    <p:sldId id="1179" r:id="rId41"/>
    <p:sldId id="423" r:id="rId42"/>
    <p:sldId id="268" r:id="rId43"/>
    <p:sldId id="1193" r:id="rId44"/>
    <p:sldId id="379" r:id="rId45"/>
    <p:sldId id="1568" r:id="rId46"/>
    <p:sldId id="381" r:id="rId47"/>
    <p:sldId id="382" r:id="rId48"/>
    <p:sldId id="383" r:id="rId49"/>
    <p:sldId id="1584" r:id="rId50"/>
    <p:sldId id="1585" r:id="rId51"/>
    <p:sldId id="363" r:id="rId52"/>
    <p:sldId id="1187" r:id="rId53"/>
    <p:sldId id="1587" r:id="rId54"/>
    <p:sldId id="1586" r:id="rId55"/>
    <p:sldId id="568" r:id="rId56"/>
    <p:sldId id="1588" r:id="rId57"/>
    <p:sldId id="1589" r:id="rId58"/>
    <p:sldId id="1191" r:id="rId59"/>
    <p:sldId id="1194" r:id="rId60"/>
    <p:sldId id="1189" r:id="rId61"/>
    <p:sldId id="1566" r:id="rId62"/>
    <p:sldId id="405" r:id="rId63"/>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6pPr>
    <a:lvl7pPr marL="27432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7pPr>
    <a:lvl8pPr marL="32004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8pPr>
    <a:lvl9pPr marL="36576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CC"/>
    <a:srgbClr val="006699"/>
    <a:srgbClr val="EA8E48"/>
    <a:srgbClr val="339966"/>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266"/>
    <p:restoredTop sz="96326"/>
  </p:normalViewPr>
  <p:slideViewPr>
    <p:cSldViewPr snapToGrid="0">
      <p:cViewPr varScale="1">
        <p:scale>
          <a:sx n="135" d="100"/>
          <a:sy n="135" d="100"/>
        </p:scale>
        <p:origin x="3000" y="176"/>
      </p:cViewPr>
      <p:guideLst>
        <p:guide orient="horz" pos="2160"/>
        <p:guide pos="2880"/>
      </p:guideLst>
    </p:cSldViewPr>
  </p:slideViewPr>
  <p:outlineViewPr>
    <p:cViewPr>
      <p:scale>
        <a:sx n="33" d="100"/>
        <a:sy n="33" d="100"/>
      </p:scale>
      <p:origin x="0" y="-22256"/>
    </p:cViewPr>
  </p:outlineViewPr>
  <p:notesTextViewPr>
    <p:cViewPr>
      <p:scale>
        <a:sx n="1" d="1"/>
        <a:sy n="1" d="1"/>
      </p:scale>
      <p:origin x="0" y="0"/>
    </p:cViewPr>
  </p:notesTextViewPr>
  <p:sorterViewPr>
    <p:cViewPr>
      <p:scale>
        <a:sx n="1" d="1"/>
        <a:sy n="1" d="1"/>
      </p:scale>
      <p:origin x="0" y="0"/>
    </p:cViewPr>
  </p:sorterViewPr>
  <p:notesViewPr>
    <p:cSldViewPr snapToGrid="0">
      <p:cViewPr>
        <p:scale>
          <a:sx n="1" d="2"/>
          <a:sy n="1" d="2"/>
        </p:scale>
        <p:origin x="3168" y="184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4.xml"/><Relationship Id="rId21" Type="http://schemas.openxmlformats.org/officeDocument/2006/relationships/slide" Target="slides/slide9.xml"/><Relationship Id="rId42" Type="http://schemas.openxmlformats.org/officeDocument/2006/relationships/slide" Target="slides/slide30.xml"/><Relationship Id="rId47" Type="http://schemas.openxmlformats.org/officeDocument/2006/relationships/slide" Target="slides/slide35.xml"/><Relationship Id="rId63" Type="http://schemas.openxmlformats.org/officeDocument/2006/relationships/slide" Target="slides/slide51.xml"/><Relationship Id="rId68"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slide" Target="slides/slide41.xml"/><Relationship Id="rId58" Type="http://schemas.openxmlformats.org/officeDocument/2006/relationships/slide" Target="slides/slide46.xml"/><Relationship Id="rId66"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49.xml"/><Relationship Id="rId19" Type="http://schemas.openxmlformats.org/officeDocument/2006/relationships/slide" Target="slides/slide7.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openxmlformats.org/officeDocument/2006/relationships/slide" Target="slides/slide44.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slide" Target="slides/slide39.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slide" Target="slides/slide47.xml"/><Relationship Id="rId67" Type="http://schemas.openxmlformats.org/officeDocument/2006/relationships/viewProps" Target="viewProps.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slide" Target="slides/slide42.xml"/><Relationship Id="rId62"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slide" Target="slides/slide45.xml"/><Relationship Id="rId10" Type="http://schemas.openxmlformats.org/officeDocument/2006/relationships/slideMaster" Target="slideMasters/slideMaster7.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slide" Target="slides/slide48.xml"/><Relationship Id="rId65"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1.xml"/><Relationship Id="rId18" Type="http://schemas.openxmlformats.org/officeDocument/2006/relationships/slide" Target="slides/slide6.xml"/><Relationship Id="rId39" Type="http://schemas.openxmlformats.org/officeDocument/2006/relationships/slide" Target="slides/slide27.xml"/><Relationship Id="rId34" Type="http://schemas.openxmlformats.org/officeDocument/2006/relationships/slide" Target="slides/slide22.xml"/><Relationship Id="rId50" Type="http://schemas.openxmlformats.org/officeDocument/2006/relationships/slide" Target="slides/slide38.xml"/><Relationship Id="rId55" Type="http://schemas.openxmlformats.org/officeDocument/2006/relationships/slide" Target="slides/slide4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3796CD-EBB2-4CE5-91A4-4DC95EE5953B}"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2B88AB30-63A0-419F-BB10-DE8DBB63A57D}">
      <dgm:prSet custT="1"/>
      <dgm:spPr/>
      <dgm:t>
        <a:bodyPr/>
        <a:lstStyle/>
        <a:p>
          <a:pPr rtl="0"/>
          <a:r>
            <a:rPr lang="en-US" sz="2500" b="0" dirty="0">
              <a:latin typeface="Arial" panose="020B0604020202020204" pitchFamily="34" charset="0"/>
              <a:cs typeface="Arial" panose="020B0604020202020204" pitchFamily="34" charset="0"/>
            </a:rPr>
            <a:t>1. Assistive Technology: What are we talking about?</a:t>
          </a:r>
        </a:p>
      </dgm:t>
    </dgm:pt>
    <dgm:pt modelId="{E87FDDB4-E3A7-4073-A0E4-7C78DA65C128}" type="parTrans" cxnId="{0776EAC4-7E45-49C2-AD1C-336D9EA0D147}">
      <dgm:prSet/>
      <dgm:spPr/>
      <dgm:t>
        <a:bodyPr/>
        <a:lstStyle/>
        <a:p>
          <a:endParaRPr lang="en-US"/>
        </a:p>
      </dgm:t>
    </dgm:pt>
    <dgm:pt modelId="{5A38D806-1AAE-44D6-A034-1737BE89A464}" type="sibTrans" cxnId="{0776EAC4-7E45-49C2-AD1C-336D9EA0D147}">
      <dgm:prSet/>
      <dgm:spPr/>
      <dgm:t>
        <a:bodyPr/>
        <a:lstStyle/>
        <a:p>
          <a:endParaRPr lang="en-US"/>
        </a:p>
      </dgm:t>
    </dgm:pt>
    <dgm:pt modelId="{80FE7A85-1841-4C69-85DE-4C0AC708D9B9}">
      <dgm:prSet/>
      <dgm:spPr/>
      <dgm:t>
        <a:bodyPr/>
        <a:lstStyle/>
        <a:p>
          <a:r>
            <a:rPr lang="en-US" b="0" dirty="0">
              <a:latin typeface="Arial" panose="020B0604020202020204" pitchFamily="34" charset="0"/>
              <a:cs typeface="Arial" panose="020B0604020202020204" pitchFamily="34" charset="0"/>
            </a:rPr>
            <a:t>2. AT and Individuals with ID</a:t>
          </a:r>
          <a:endParaRPr lang="en-US" dirty="0">
            <a:latin typeface="Arial" panose="020B0604020202020204" pitchFamily="34" charset="0"/>
            <a:cs typeface="Arial" panose="020B0604020202020204" pitchFamily="34" charset="0"/>
          </a:endParaRPr>
        </a:p>
      </dgm:t>
    </dgm:pt>
    <dgm:pt modelId="{32CCF002-B99A-4E18-B784-4E898D145465}" type="parTrans" cxnId="{B8CE18D7-3FD0-4E13-8AF5-A6E5544B92A8}">
      <dgm:prSet/>
      <dgm:spPr/>
      <dgm:t>
        <a:bodyPr/>
        <a:lstStyle/>
        <a:p>
          <a:endParaRPr lang="en-US"/>
        </a:p>
      </dgm:t>
    </dgm:pt>
    <dgm:pt modelId="{0F4D9942-C98D-423B-847C-F1BC523DD9CB}" type="sibTrans" cxnId="{B8CE18D7-3FD0-4E13-8AF5-A6E5544B92A8}">
      <dgm:prSet/>
      <dgm:spPr/>
      <dgm:t>
        <a:bodyPr/>
        <a:lstStyle/>
        <a:p>
          <a:endParaRPr lang="en-US"/>
        </a:p>
      </dgm:t>
    </dgm:pt>
    <dgm:pt modelId="{7B66AB76-8F12-1B4B-845F-26C9E7FD7C16}">
      <dgm:prSet/>
      <dgm:spPr/>
      <dgm:t>
        <a:bodyPr/>
        <a:lstStyle/>
        <a:p>
          <a:r>
            <a:rPr lang="en-US" dirty="0">
              <a:latin typeface="Arial" panose="020B0604020202020204" pitchFamily="34" charset="0"/>
              <a:cs typeface="Arial" panose="020B0604020202020204" pitchFamily="34" charset="0"/>
            </a:rPr>
            <a:t>3. Technology &amp; Employment</a:t>
          </a:r>
        </a:p>
      </dgm:t>
    </dgm:pt>
    <dgm:pt modelId="{7693E707-E8F6-914A-B71C-1457571A62EC}" type="parTrans" cxnId="{7BB405EC-9084-1948-9F69-01A2DA0C4A62}">
      <dgm:prSet/>
      <dgm:spPr/>
      <dgm:t>
        <a:bodyPr/>
        <a:lstStyle/>
        <a:p>
          <a:endParaRPr lang="en-US"/>
        </a:p>
      </dgm:t>
    </dgm:pt>
    <dgm:pt modelId="{3A6DF0B0-FE05-B140-B010-5CD8EFE4DAFA}" type="sibTrans" cxnId="{7BB405EC-9084-1948-9F69-01A2DA0C4A62}">
      <dgm:prSet/>
      <dgm:spPr/>
      <dgm:t>
        <a:bodyPr/>
        <a:lstStyle/>
        <a:p>
          <a:endParaRPr lang="en-US"/>
        </a:p>
      </dgm:t>
    </dgm:pt>
    <dgm:pt modelId="{6358F054-372D-C144-992C-C78A4110B753}">
      <dgm:prSet/>
      <dgm:spPr/>
      <dgm:t>
        <a:bodyPr/>
        <a:lstStyle/>
        <a:p>
          <a:r>
            <a:rPr lang="en-US" dirty="0"/>
            <a:t>4. Technology Framework</a:t>
          </a:r>
        </a:p>
      </dgm:t>
    </dgm:pt>
    <dgm:pt modelId="{4F8A8ECC-F08F-D64B-AE4C-D117B25DAAF1}" type="parTrans" cxnId="{23CA33F8-714F-0840-A537-70F7E6B6208C}">
      <dgm:prSet/>
      <dgm:spPr/>
      <dgm:t>
        <a:bodyPr/>
        <a:lstStyle/>
        <a:p>
          <a:endParaRPr lang="en-US"/>
        </a:p>
      </dgm:t>
    </dgm:pt>
    <dgm:pt modelId="{9E0384B6-D59F-3448-8381-0BDE249DFC43}" type="sibTrans" cxnId="{23CA33F8-714F-0840-A537-70F7E6B6208C}">
      <dgm:prSet/>
      <dgm:spPr/>
      <dgm:t>
        <a:bodyPr/>
        <a:lstStyle/>
        <a:p>
          <a:endParaRPr lang="en-US"/>
        </a:p>
      </dgm:t>
    </dgm:pt>
    <dgm:pt modelId="{E7F454B8-C711-214B-9160-4D57DB6048EE}">
      <dgm:prSet/>
      <dgm:spPr/>
      <dgm:t>
        <a:bodyPr/>
        <a:lstStyle/>
        <a:p>
          <a:r>
            <a:rPr lang="en-US" dirty="0"/>
            <a:t>6. Integrating Technology in Transition</a:t>
          </a:r>
        </a:p>
      </dgm:t>
    </dgm:pt>
    <dgm:pt modelId="{B80FAF1B-5C22-8648-8BC4-9E0DCE5F45A2}" type="parTrans" cxnId="{458402B9-D184-7541-ADB7-9A402146BDF8}">
      <dgm:prSet/>
      <dgm:spPr/>
      <dgm:t>
        <a:bodyPr/>
        <a:lstStyle/>
        <a:p>
          <a:endParaRPr lang="en-US"/>
        </a:p>
      </dgm:t>
    </dgm:pt>
    <dgm:pt modelId="{DDAD10AF-50AB-BE49-8D07-DBCA624B0CE6}" type="sibTrans" cxnId="{458402B9-D184-7541-ADB7-9A402146BDF8}">
      <dgm:prSet/>
      <dgm:spPr/>
      <dgm:t>
        <a:bodyPr/>
        <a:lstStyle/>
        <a:p>
          <a:endParaRPr lang="en-US"/>
        </a:p>
      </dgm:t>
    </dgm:pt>
    <dgm:pt modelId="{F6E893C5-8601-F248-B795-587B6B0D2D8C}">
      <dgm:prSet/>
      <dgm:spPr/>
      <dgm:t>
        <a:bodyPr/>
        <a:lstStyle/>
        <a:p>
          <a:r>
            <a:rPr lang="en-US" dirty="0"/>
            <a:t>7. Building AT Competency</a:t>
          </a:r>
        </a:p>
      </dgm:t>
    </dgm:pt>
    <dgm:pt modelId="{18A45EC6-AD03-D04D-A7D2-4C57F7DB2FE4}" type="parTrans" cxnId="{9720CFDA-3259-9644-9B13-B5515D1A7749}">
      <dgm:prSet/>
      <dgm:spPr/>
      <dgm:t>
        <a:bodyPr/>
        <a:lstStyle/>
        <a:p>
          <a:endParaRPr lang="en-US"/>
        </a:p>
      </dgm:t>
    </dgm:pt>
    <dgm:pt modelId="{FB525B2A-1B17-E84A-B189-B502461A0097}" type="sibTrans" cxnId="{9720CFDA-3259-9644-9B13-B5515D1A7749}">
      <dgm:prSet/>
      <dgm:spPr/>
      <dgm:t>
        <a:bodyPr/>
        <a:lstStyle/>
        <a:p>
          <a:endParaRPr lang="en-US"/>
        </a:p>
      </dgm:t>
    </dgm:pt>
    <dgm:pt modelId="{31BBBB1E-6FCA-7E4C-956C-70EB65C3C6FD}">
      <dgm:prSet/>
      <dgm:spPr/>
      <dgm:t>
        <a:bodyPr/>
        <a:lstStyle/>
        <a:p>
          <a:r>
            <a:rPr lang="en-US" dirty="0"/>
            <a:t>8. Ongoing Issues &amp; Challenges</a:t>
          </a:r>
        </a:p>
      </dgm:t>
    </dgm:pt>
    <dgm:pt modelId="{B6ED2B29-DD8F-9F49-98DF-D3A3A45493A6}" type="parTrans" cxnId="{F9ACF299-8BFC-7442-BD9D-B2F036757F4F}">
      <dgm:prSet/>
      <dgm:spPr/>
      <dgm:t>
        <a:bodyPr/>
        <a:lstStyle/>
        <a:p>
          <a:endParaRPr lang="en-US"/>
        </a:p>
      </dgm:t>
    </dgm:pt>
    <dgm:pt modelId="{29FCB744-3D90-8B43-BB78-5D5BF8784542}" type="sibTrans" cxnId="{F9ACF299-8BFC-7442-BD9D-B2F036757F4F}">
      <dgm:prSet/>
      <dgm:spPr/>
      <dgm:t>
        <a:bodyPr/>
        <a:lstStyle/>
        <a:p>
          <a:endParaRPr lang="en-US"/>
        </a:p>
      </dgm:t>
    </dgm:pt>
    <dgm:pt modelId="{4B1F8934-1622-4BD5-9DC7-F99692C44ED6}" type="pres">
      <dgm:prSet presAssocID="{2E3796CD-EBB2-4CE5-91A4-4DC95EE5953B}" presName="vert0" presStyleCnt="0">
        <dgm:presLayoutVars>
          <dgm:dir/>
          <dgm:animOne val="branch"/>
          <dgm:animLvl val="lvl"/>
        </dgm:presLayoutVars>
      </dgm:prSet>
      <dgm:spPr/>
    </dgm:pt>
    <dgm:pt modelId="{819840F9-36A1-4D77-BB23-8F4F10659BE8}" type="pres">
      <dgm:prSet presAssocID="{2B88AB30-63A0-419F-BB10-DE8DBB63A57D}" presName="thickLine" presStyleLbl="alignNode1" presStyleIdx="0" presStyleCnt="7"/>
      <dgm:spPr/>
    </dgm:pt>
    <dgm:pt modelId="{2EAE622F-23A9-499F-8516-ED237C6AB335}" type="pres">
      <dgm:prSet presAssocID="{2B88AB30-63A0-419F-BB10-DE8DBB63A57D}" presName="horz1" presStyleCnt="0"/>
      <dgm:spPr/>
    </dgm:pt>
    <dgm:pt modelId="{001CA524-DBC8-494C-BE53-D63F32B3D4E4}" type="pres">
      <dgm:prSet presAssocID="{2B88AB30-63A0-419F-BB10-DE8DBB63A57D}" presName="tx1" presStyleLbl="revTx" presStyleIdx="0" presStyleCnt="7"/>
      <dgm:spPr/>
    </dgm:pt>
    <dgm:pt modelId="{828E6D68-6B01-479D-AF10-F5FAB84AAB69}" type="pres">
      <dgm:prSet presAssocID="{2B88AB30-63A0-419F-BB10-DE8DBB63A57D}" presName="vert1" presStyleCnt="0"/>
      <dgm:spPr/>
    </dgm:pt>
    <dgm:pt modelId="{31EEE69D-8C46-474D-BD24-9D5E92A98D2E}" type="pres">
      <dgm:prSet presAssocID="{80FE7A85-1841-4C69-85DE-4C0AC708D9B9}" presName="thickLine" presStyleLbl="alignNode1" presStyleIdx="1" presStyleCnt="7"/>
      <dgm:spPr/>
    </dgm:pt>
    <dgm:pt modelId="{377DFE45-D1C3-4A6F-B994-6D5791FFB622}" type="pres">
      <dgm:prSet presAssocID="{80FE7A85-1841-4C69-85DE-4C0AC708D9B9}" presName="horz1" presStyleCnt="0"/>
      <dgm:spPr/>
    </dgm:pt>
    <dgm:pt modelId="{C7454D36-BAD0-4139-8DC5-0879C3BFD825}" type="pres">
      <dgm:prSet presAssocID="{80FE7A85-1841-4C69-85DE-4C0AC708D9B9}" presName="tx1" presStyleLbl="revTx" presStyleIdx="1" presStyleCnt="7"/>
      <dgm:spPr/>
    </dgm:pt>
    <dgm:pt modelId="{7268E959-0520-49A6-926B-19579F401D55}" type="pres">
      <dgm:prSet presAssocID="{80FE7A85-1841-4C69-85DE-4C0AC708D9B9}" presName="vert1" presStyleCnt="0"/>
      <dgm:spPr/>
    </dgm:pt>
    <dgm:pt modelId="{AA9C3B17-3491-FA4C-80E6-628B5B62484F}" type="pres">
      <dgm:prSet presAssocID="{7B66AB76-8F12-1B4B-845F-26C9E7FD7C16}" presName="thickLine" presStyleLbl="alignNode1" presStyleIdx="2" presStyleCnt="7"/>
      <dgm:spPr/>
    </dgm:pt>
    <dgm:pt modelId="{4F4E52CE-FE76-834D-B474-D3077AB1057A}" type="pres">
      <dgm:prSet presAssocID="{7B66AB76-8F12-1B4B-845F-26C9E7FD7C16}" presName="horz1" presStyleCnt="0"/>
      <dgm:spPr/>
    </dgm:pt>
    <dgm:pt modelId="{C111C734-2755-3D4A-8A9A-8F3B076CCA52}" type="pres">
      <dgm:prSet presAssocID="{7B66AB76-8F12-1B4B-845F-26C9E7FD7C16}" presName="tx1" presStyleLbl="revTx" presStyleIdx="2" presStyleCnt="7"/>
      <dgm:spPr/>
    </dgm:pt>
    <dgm:pt modelId="{BA82133D-A419-DC4B-81FE-E2821D635483}" type="pres">
      <dgm:prSet presAssocID="{7B66AB76-8F12-1B4B-845F-26C9E7FD7C16}" presName="vert1" presStyleCnt="0"/>
      <dgm:spPr/>
    </dgm:pt>
    <dgm:pt modelId="{1C3480A9-AAB4-3748-867C-0D89C95EBF60}" type="pres">
      <dgm:prSet presAssocID="{6358F054-372D-C144-992C-C78A4110B753}" presName="thickLine" presStyleLbl="alignNode1" presStyleIdx="3" presStyleCnt="7"/>
      <dgm:spPr/>
    </dgm:pt>
    <dgm:pt modelId="{5C88593B-0059-FE4F-B487-C3B012D07468}" type="pres">
      <dgm:prSet presAssocID="{6358F054-372D-C144-992C-C78A4110B753}" presName="horz1" presStyleCnt="0"/>
      <dgm:spPr/>
    </dgm:pt>
    <dgm:pt modelId="{F129C933-638B-0249-A520-DD5E9316A145}" type="pres">
      <dgm:prSet presAssocID="{6358F054-372D-C144-992C-C78A4110B753}" presName="tx1" presStyleLbl="revTx" presStyleIdx="3" presStyleCnt="7"/>
      <dgm:spPr/>
    </dgm:pt>
    <dgm:pt modelId="{75E7B59D-591D-2B4B-BE90-7BAF7438A9D3}" type="pres">
      <dgm:prSet presAssocID="{6358F054-372D-C144-992C-C78A4110B753}" presName="vert1" presStyleCnt="0"/>
      <dgm:spPr/>
    </dgm:pt>
    <dgm:pt modelId="{FCC22CA7-19BE-554F-A252-90B12FE2E3A4}" type="pres">
      <dgm:prSet presAssocID="{E7F454B8-C711-214B-9160-4D57DB6048EE}" presName="thickLine" presStyleLbl="alignNode1" presStyleIdx="4" presStyleCnt="7"/>
      <dgm:spPr/>
    </dgm:pt>
    <dgm:pt modelId="{84D0193A-C6A1-3A40-8F00-24FA511B603E}" type="pres">
      <dgm:prSet presAssocID="{E7F454B8-C711-214B-9160-4D57DB6048EE}" presName="horz1" presStyleCnt="0"/>
      <dgm:spPr/>
    </dgm:pt>
    <dgm:pt modelId="{B4D50C7B-1C01-4841-AE3C-FCC6EE20457E}" type="pres">
      <dgm:prSet presAssocID="{E7F454B8-C711-214B-9160-4D57DB6048EE}" presName="tx1" presStyleLbl="revTx" presStyleIdx="4" presStyleCnt="7"/>
      <dgm:spPr/>
    </dgm:pt>
    <dgm:pt modelId="{C1E9D22E-92C9-FF4F-916E-F46FEFF89BCA}" type="pres">
      <dgm:prSet presAssocID="{E7F454B8-C711-214B-9160-4D57DB6048EE}" presName="vert1" presStyleCnt="0"/>
      <dgm:spPr/>
    </dgm:pt>
    <dgm:pt modelId="{B4B24F7C-8A27-A542-A4E5-C6D5E46CF651}" type="pres">
      <dgm:prSet presAssocID="{F6E893C5-8601-F248-B795-587B6B0D2D8C}" presName="thickLine" presStyleLbl="alignNode1" presStyleIdx="5" presStyleCnt="7"/>
      <dgm:spPr/>
    </dgm:pt>
    <dgm:pt modelId="{92E7908B-2144-814F-9706-913536F3409E}" type="pres">
      <dgm:prSet presAssocID="{F6E893C5-8601-F248-B795-587B6B0D2D8C}" presName="horz1" presStyleCnt="0"/>
      <dgm:spPr/>
    </dgm:pt>
    <dgm:pt modelId="{40B85083-3EAE-6A4F-A5FE-E342A7016D56}" type="pres">
      <dgm:prSet presAssocID="{F6E893C5-8601-F248-B795-587B6B0D2D8C}" presName="tx1" presStyleLbl="revTx" presStyleIdx="5" presStyleCnt="7"/>
      <dgm:spPr/>
    </dgm:pt>
    <dgm:pt modelId="{AB19521C-5AE8-F443-BC42-A50D6FE208C4}" type="pres">
      <dgm:prSet presAssocID="{F6E893C5-8601-F248-B795-587B6B0D2D8C}" presName="vert1" presStyleCnt="0"/>
      <dgm:spPr/>
    </dgm:pt>
    <dgm:pt modelId="{520D5721-C2F0-2B4D-B53C-69601EC73FD1}" type="pres">
      <dgm:prSet presAssocID="{31BBBB1E-6FCA-7E4C-956C-70EB65C3C6FD}" presName="thickLine" presStyleLbl="alignNode1" presStyleIdx="6" presStyleCnt="7"/>
      <dgm:spPr/>
    </dgm:pt>
    <dgm:pt modelId="{1445B9DF-8EDD-F643-886E-62097A1DBCBD}" type="pres">
      <dgm:prSet presAssocID="{31BBBB1E-6FCA-7E4C-956C-70EB65C3C6FD}" presName="horz1" presStyleCnt="0"/>
      <dgm:spPr/>
    </dgm:pt>
    <dgm:pt modelId="{BA6C1493-A052-0542-9C76-9DAFACA28F9A}" type="pres">
      <dgm:prSet presAssocID="{31BBBB1E-6FCA-7E4C-956C-70EB65C3C6FD}" presName="tx1" presStyleLbl="revTx" presStyleIdx="6" presStyleCnt="7"/>
      <dgm:spPr/>
    </dgm:pt>
    <dgm:pt modelId="{BB0E2910-D17A-224F-BF0B-E4ECBEB015C2}" type="pres">
      <dgm:prSet presAssocID="{31BBBB1E-6FCA-7E4C-956C-70EB65C3C6FD}" presName="vert1" presStyleCnt="0"/>
      <dgm:spPr/>
    </dgm:pt>
  </dgm:ptLst>
  <dgm:cxnLst>
    <dgm:cxn modelId="{B5779517-56F8-C94C-B046-F50C426D4483}" type="presOf" srcId="{7B66AB76-8F12-1B4B-845F-26C9E7FD7C16}" destId="{C111C734-2755-3D4A-8A9A-8F3B076CCA52}" srcOrd="0" destOrd="0" presId="urn:microsoft.com/office/officeart/2008/layout/LinedList"/>
    <dgm:cxn modelId="{FE84B93C-AEFA-7447-8A6A-C8B31027A4AE}" type="presOf" srcId="{E7F454B8-C711-214B-9160-4D57DB6048EE}" destId="{B4D50C7B-1C01-4841-AE3C-FCC6EE20457E}" srcOrd="0" destOrd="0" presId="urn:microsoft.com/office/officeart/2008/layout/LinedList"/>
    <dgm:cxn modelId="{DFB5EF63-2393-4071-BEFE-CB56BA826107}" type="presOf" srcId="{2B88AB30-63A0-419F-BB10-DE8DBB63A57D}" destId="{001CA524-DBC8-494C-BE53-D63F32B3D4E4}" srcOrd="0" destOrd="0" presId="urn:microsoft.com/office/officeart/2008/layout/LinedList"/>
    <dgm:cxn modelId="{CFB7036E-6AC8-614B-9DB8-61A1A4DC8589}" type="presOf" srcId="{31BBBB1E-6FCA-7E4C-956C-70EB65C3C6FD}" destId="{BA6C1493-A052-0542-9C76-9DAFACA28F9A}" srcOrd="0" destOrd="0" presId="urn:microsoft.com/office/officeart/2008/layout/LinedList"/>
    <dgm:cxn modelId="{05D18776-6D28-485D-BC33-E5B162351E33}" type="presOf" srcId="{2E3796CD-EBB2-4CE5-91A4-4DC95EE5953B}" destId="{4B1F8934-1622-4BD5-9DC7-F99692C44ED6}" srcOrd="0" destOrd="0" presId="urn:microsoft.com/office/officeart/2008/layout/LinedList"/>
    <dgm:cxn modelId="{D9B2AE81-2F71-43F5-84EC-11B764D64A9E}" type="presOf" srcId="{80FE7A85-1841-4C69-85DE-4C0AC708D9B9}" destId="{C7454D36-BAD0-4139-8DC5-0879C3BFD825}" srcOrd="0" destOrd="0" presId="urn:microsoft.com/office/officeart/2008/layout/LinedList"/>
    <dgm:cxn modelId="{F9ACF299-8BFC-7442-BD9D-B2F036757F4F}" srcId="{2E3796CD-EBB2-4CE5-91A4-4DC95EE5953B}" destId="{31BBBB1E-6FCA-7E4C-956C-70EB65C3C6FD}" srcOrd="6" destOrd="0" parTransId="{B6ED2B29-DD8F-9F49-98DF-D3A3A45493A6}" sibTransId="{29FCB744-3D90-8B43-BB78-5D5BF8784542}"/>
    <dgm:cxn modelId="{B05C65A2-588C-5A4D-A7B7-A685DB17F252}" type="presOf" srcId="{F6E893C5-8601-F248-B795-587B6B0D2D8C}" destId="{40B85083-3EAE-6A4F-A5FE-E342A7016D56}" srcOrd="0" destOrd="0" presId="urn:microsoft.com/office/officeart/2008/layout/LinedList"/>
    <dgm:cxn modelId="{458402B9-D184-7541-ADB7-9A402146BDF8}" srcId="{2E3796CD-EBB2-4CE5-91A4-4DC95EE5953B}" destId="{E7F454B8-C711-214B-9160-4D57DB6048EE}" srcOrd="4" destOrd="0" parTransId="{B80FAF1B-5C22-8648-8BC4-9E0DCE5F45A2}" sibTransId="{DDAD10AF-50AB-BE49-8D07-DBCA624B0CE6}"/>
    <dgm:cxn modelId="{0776EAC4-7E45-49C2-AD1C-336D9EA0D147}" srcId="{2E3796CD-EBB2-4CE5-91A4-4DC95EE5953B}" destId="{2B88AB30-63A0-419F-BB10-DE8DBB63A57D}" srcOrd="0" destOrd="0" parTransId="{E87FDDB4-E3A7-4073-A0E4-7C78DA65C128}" sibTransId="{5A38D806-1AAE-44D6-A034-1737BE89A464}"/>
    <dgm:cxn modelId="{B8CE18D7-3FD0-4E13-8AF5-A6E5544B92A8}" srcId="{2E3796CD-EBB2-4CE5-91A4-4DC95EE5953B}" destId="{80FE7A85-1841-4C69-85DE-4C0AC708D9B9}" srcOrd="1" destOrd="0" parTransId="{32CCF002-B99A-4E18-B784-4E898D145465}" sibTransId="{0F4D9942-C98D-423B-847C-F1BC523DD9CB}"/>
    <dgm:cxn modelId="{9720CFDA-3259-9644-9B13-B5515D1A7749}" srcId="{2E3796CD-EBB2-4CE5-91A4-4DC95EE5953B}" destId="{F6E893C5-8601-F248-B795-587B6B0D2D8C}" srcOrd="5" destOrd="0" parTransId="{18A45EC6-AD03-D04D-A7D2-4C57F7DB2FE4}" sibTransId="{FB525B2A-1B17-E84A-B189-B502461A0097}"/>
    <dgm:cxn modelId="{7BB405EC-9084-1948-9F69-01A2DA0C4A62}" srcId="{2E3796CD-EBB2-4CE5-91A4-4DC95EE5953B}" destId="{7B66AB76-8F12-1B4B-845F-26C9E7FD7C16}" srcOrd="2" destOrd="0" parTransId="{7693E707-E8F6-914A-B71C-1457571A62EC}" sibTransId="{3A6DF0B0-FE05-B140-B010-5CD8EFE4DAFA}"/>
    <dgm:cxn modelId="{23CA33F8-714F-0840-A537-70F7E6B6208C}" srcId="{2E3796CD-EBB2-4CE5-91A4-4DC95EE5953B}" destId="{6358F054-372D-C144-992C-C78A4110B753}" srcOrd="3" destOrd="0" parTransId="{4F8A8ECC-F08F-D64B-AE4C-D117B25DAAF1}" sibTransId="{9E0384B6-D59F-3448-8381-0BDE249DFC43}"/>
    <dgm:cxn modelId="{A65DEFF8-87D7-DC41-A161-27E49C419B0C}" type="presOf" srcId="{6358F054-372D-C144-992C-C78A4110B753}" destId="{F129C933-638B-0249-A520-DD5E9316A145}" srcOrd="0" destOrd="0" presId="urn:microsoft.com/office/officeart/2008/layout/LinedList"/>
    <dgm:cxn modelId="{FA5048BC-44DD-4B53-A82D-97EDB0381874}" type="presParOf" srcId="{4B1F8934-1622-4BD5-9DC7-F99692C44ED6}" destId="{819840F9-36A1-4D77-BB23-8F4F10659BE8}" srcOrd="0" destOrd="0" presId="urn:microsoft.com/office/officeart/2008/layout/LinedList"/>
    <dgm:cxn modelId="{ADE164B2-FFA8-4E4B-A4B2-A5F2DB4835AB}" type="presParOf" srcId="{4B1F8934-1622-4BD5-9DC7-F99692C44ED6}" destId="{2EAE622F-23A9-499F-8516-ED237C6AB335}" srcOrd="1" destOrd="0" presId="urn:microsoft.com/office/officeart/2008/layout/LinedList"/>
    <dgm:cxn modelId="{6C265074-6A41-448E-A54E-A7B87C5D955F}" type="presParOf" srcId="{2EAE622F-23A9-499F-8516-ED237C6AB335}" destId="{001CA524-DBC8-494C-BE53-D63F32B3D4E4}" srcOrd="0" destOrd="0" presId="urn:microsoft.com/office/officeart/2008/layout/LinedList"/>
    <dgm:cxn modelId="{AB6AA913-FE02-4391-9C33-FBDAC314CF6E}" type="presParOf" srcId="{2EAE622F-23A9-499F-8516-ED237C6AB335}" destId="{828E6D68-6B01-479D-AF10-F5FAB84AAB69}" srcOrd="1" destOrd="0" presId="urn:microsoft.com/office/officeart/2008/layout/LinedList"/>
    <dgm:cxn modelId="{7B66DCBA-C0E4-44C9-B9BA-33986E62D6EF}" type="presParOf" srcId="{4B1F8934-1622-4BD5-9DC7-F99692C44ED6}" destId="{31EEE69D-8C46-474D-BD24-9D5E92A98D2E}" srcOrd="2" destOrd="0" presId="urn:microsoft.com/office/officeart/2008/layout/LinedList"/>
    <dgm:cxn modelId="{0325B018-E455-4BB0-91AE-C58DCA74A3C7}" type="presParOf" srcId="{4B1F8934-1622-4BD5-9DC7-F99692C44ED6}" destId="{377DFE45-D1C3-4A6F-B994-6D5791FFB622}" srcOrd="3" destOrd="0" presId="urn:microsoft.com/office/officeart/2008/layout/LinedList"/>
    <dgm:cxn modelId="{0788DA8E-9B4E-4905-9D4F-13E6F4323D26}" type="presParOf" srcId="{377DFE45-D1C3-4A6F-B994-6D5791FFB622}" destId="{C7454D36-BAD0-4139-8DC5-0879C3BFD825}" srcOrd="0" destOrd="0" presId="urn:microsoft.com/office/officeart/2008/layout/LinedList"/>
    <dgm:cxn modelId="{8BFF5838-53D2-4006-BD78-53022C9DC07C}" type="presParOf" srcId="{377DFE45-D1C3-4A6F-B994-6D5791FFB622}" destId="{7268E959-0520-49A6-926B-19579F401D55}" srcOrd="1" destOrd="0" presId="urn:microsoft.com/office/officeart/2008/layout/LinedList"/>
    <dgm:cxn modelId="{82EB15D0-FC90-BD4A-8811-6EE48580D664}" type="presParOf" srcId="{4B1F8934-1622-4BD5-9DC7-F99692C44ED6}" destId="{AA9C3B17-3491-FA4C-80E6-628B5B62484F}" srcOrd="4" destOrd="0" presId="urn:microsoft.com/office/officeart/2008/layout/LinedList"/>
    <dgm:cxn modelId="{9EC8B7C1-DD3A-2C49-8AD1-2D48AA8B2EE6}" type="presParOf" srcId="{4B1F8934-1622-4BD5-9DC7-F99692C44ED6}" destId="{4F4E52CE-FE76-834D-B474-D3077AB1057A}" srcOrd="5" destOrd="0" presId="urn:microsoft.com/office/officeart/2008/layout/LinedList"/>
    <dgm:cxn modelId="{35E67B6E-8E78-E447-AE91-B0E36A0973D5}" type="presParOf" srcId="{4F4E52CE-FE76-834D-B474-D3077AB1057A}" destId="{C111C734-2755-3D4A-8A9A-8F3B076CCA52}" srcOrd="0" destOrd="0" presId="urn:microsoft.com/office/officeart/2008/layout/LinedList"/>
    <dgm:cxn modelId="{CC71B81A-D5CA-9948-B520-FD3FFFF68DAA}" type="presParOf" srcId="{4F4E52CE-FE76-834D-B474-D3077AB1057A}" destId="{BA82133D-A419-DC4B-81FE-E2821D635483}" srcOrd="1" destOrd="0" presId="urn:microsoft.com/office/officeart/2008/layout/LinedList"/>
    <dgm:cxn modelId="{D95F4234-DFC8-6C43-8B24-059670B7C568}" type="presParOf" srcId="{4B1F8934-1622-4BD5-9DC7-F99692C44ED6}" destId="{1C3480A9-AAB4-3748-867C-0D89C95EBF60}" srcOrd="6" destOrd="0" presId="urn:microsoft.com/office/officeart/2008/layout/LinedList"/>
    <dgm:cxn modelId="{BF015FF5-0504-234A-BCC3-0FA82A7DBB6C}" type="presParOf" srcId="{4B1F8934-1622-4BD5-9DC7-F99692C44ED6}" destId="{5C88593B-0059-FE4F-B487-C3B012D07468}" srcOrd="7" destOrd="0" presId="urn:microsoft.com/office/officeart/2008/layout/LinedList"/>
    <dgm:cxn modelId="{483A37BD-50AC-1444-A947-A13835799997}" type="presParOf" srcId="{5C88593B-0059-FE4F-B487-C3B012D07468}" destId="{F129C933-638B-0249-A520-DD5E9316A145}" srcOrd="0" destOrd="0" presId="urn:microsoft.com/office/officeart/2008/layout/LinedList"/>
    <dgm:cxn modelId="{997A07A8-F152-BE40-BDA4-91D483E1A811}" type="presParOf" srcId="{5C88593B-0059-FE4F-B487-C3B012D07468}" destId="{75E7B59D-591D-2B4B-BE90-7BAF7438A9D3}" srcOrd="1" destOrd="0" presId="urn:microsoft.com/office/officeart/2008/layout/LinedList"/>
    <dgm:cxn modelId="{36C7B27C-F2EE-CB42-AC76-10024DD2C75B}" type="presParOf" srcId="{4B1F8934-1622-4BD5-9DC7-F99692C44ED6}" destId="{FCC22CA7-19BE-554F-A252-90B12FE2E3A4}" srcOrd="8" destOrd="0" presId="urn:microsoft.com/office/officeart/2008/layout/LinedList"/>
    <dgm:cxn modelId="{748DA649-D660-0742-882C-2D5F9AA2E984}" type="presParOf" srcId="{4B1F8934-1622-4BD5-9DC7-F99692C44ED6}" destId="{84D0193A-C6A1-3A40-8F00-24FA511B603E}" srcOrd="9" destOrd="0" presId="urn:microsoft.com/office/officeart/2008/layout/LinedList"/>
    <dgm:cxn modelId="{64E57318-47A0-8A45-967D-1A781143D03C}" type="presParOf" srcId="{84D0193A-C6A1-3A40-8F00-24FA511B603E}" destId="{B4D50C7B-1C01-4841-AE3C-FCC6EE20457E}" srcOrd="0" destOrd="0" presId="urn:microsoft.com/office/officeart/2008/layout/LinedList"/>
    <dgm:cxn modelId="{F667C0DB-09C5-E84B-B40B-4DD742AC4FE9}" type="presParOf" srcId="{84D0193A-C6A1-3A40-8F00-24FA511B603E}" destId="{C1E9D22E-92C9-FF4F-916E-F46FEFF89BCA}" srcOrd="1" destOrd="0" presId="urn:microsoft.com/office/officeart/2008/layout/LinedList"/>
    <dgm:cxn modelId="{70C3F818-E290-A942-8E0B-C97770D6DBE9}" type="presParOf" srcId="{4B1F8934-1622-4BD5-9DC7-F99692C44ED6}" destId="{B4B24F7C-8A27-A542-A4E5-C6D5E46CF651}" srcOrd="10" destOrd="0" presId="urn:microsoft.com/office/officeart/2008/layout/LinedList"/>
    <dgm:cxn modelId="{F0294C1E-B8DB-F84F-9BB7-969B9A824638}" type="presParOf" srcId="{4B1F8934-1622-4BD5-9DC7-F99692C44ED6}" destId="{92E7908B-2144-814F-9706-913536F3409E}" srcOrd="11" destOrd="0" presId="urn:microsoft.com/office/officeart/2008/layout/LinedList"/>
    <dgm:cxn modelId="{802A4177-88F4-0E45-AE6B-0BB1A22B0741}" type="presParOf" srcId="{92E7908B-2144-814F-9706-913536F3409E}" destId="{40B85083-3EAE-6A4F-A5FE-E342A7016D56}" srcOrd="0" destOrd="0" presId="urn:microsoft.com/office/officeart/2008/layout/LinedList"/>
    <dgm:cxn modelId="{7EF6995D-FF84-9E41-B4A5-C939DD6EC8A1}" type="presParOf" srcId="{92E7908B-2144-814F-9706-913536F3409E}" destId="{AB19521C-5AE8-F443-BC42-A50D6FE208C4}" srcOrd="1" destOrd="0" presId="urn:microsoft.com/office/officeart/2008/layout/LinedList"/>
    <dgm:cxn modelId="{93122A4A-1DF4-7249-802C-7E229619B5AE}" type="presParOf" srcId="{4B1F8934-1622-4BD5-9DC7-F99692C44ED6}" destId="{520D5721-C2F0-2B4D-B53C-69601EC73FD1}" srcOrd="12" destOrd="0" presId="urn:microsoft.com/office/officeart/2008/layout/LinedList"/>
    <dgm:cxn modelId="{85AED1FB-F1FA-A541-9E3D-5B43485535CC}" type="presParOf" srcId="{4B1F8934-1622-4BD5-9DC7-F99692C44ED6}" destId="{1445B9DF-8EDD-F643-886E-62097A1DBCBD}" srcOrd="13" destOrd="0" presId="urn:microsoft.com/office/officeart/2008/layout/LinedList"/>
    <dgm:cxn modelId="{33CDC8C8-D594-414E-8109-F9EF24E2D62A}" type="presParOf" srcId="{1445B9DF-8EDD-F643-886E-62097A1DBCBD}" destId="{BA6C1493-A052-0542-9C76-9DAFACA28F9A}" srcOrd="0" destOrd="0" presId="urn:microsoft.com/office/officeart/2008/layout/LinedList"/>
    <dgm:cxn modelId="{AA786112-BC95-6449-9722-4FF3028408AF}" type="presParOf" srcId="{1445B9DF-8EDD-F643-886E-62097A1DBCBD}" destId="{BB0E2910-D17A-224F-BF0B-E4ECBEB015C2}"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E3796CD-EBB2-4CE5-91A4-4DC95EE5953B}"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2B88AB30-63A0-419F-BB10-DE8DBB63A57D}">
      <dgm:prSet custT="1"/>
      <dgm:spPr/>
      <dgm:t>
        <a:bodyPr/>
        <a:lstStyle/>
        <a:p>
          <a:pPr rtl="0"/>
          <a:r>
            <a:rPr lang="en-US" sz="2800" b="0" dirty="0">
              <a:latin typeface="+mj-lt"/>
              <a:cs typeface="Arial"/>
            </a:rPr>
            <a:t>1. Understand critical role of AT for youth</a:t>
          </a:r>
          <a:br>
            <a:rPr lang="en-US" sz="2800" b="0" dirty="0">
              <a:latin typeface="+mj-lt"/>
              <a:cs typeface="Arial"/>
            </a:rPr>
          </a:br>
          <a:r>
            <a:rPr lang="en-US" sz="2800" b="0" dirty="0">
              <a:latin typeface="+mj-lt"/>
              <a:cs typeface="Arial"/>
            </a:rPr>
            <a:t>    &amp; adults with ID.</a:t>
          </a:r>
          <a:endParaRPr lang="en-US" sz="2800" dirty="0">
            <a:latin typeface="+mj-lt"/>
            <a:cs typeface="Arial"/>
          </a:endParaRPr>
        </a:p>
      </dgm:t>
    </dgm:pt>
    <dgm:pt modelId="{E87FDDB4-E3A7-4073-A0E4-7C78DA65C128}" type="parTrans" cxnId="{0776EAC4-7E45-49C2-AD1C-336D9EA0D147}">
      <dgm:prSet/>
      <dgm:spPr/>
      <dgm:t>
        <a:bodyPr/>
        <a:lstStyle/>
        <a:p>
          <a:endParaRPr lang="en-US" sz="2800">
            <a:latin typeface="+mj-lt"/>
          </a:endParaRPr>
        </a:p>
      </dgm:t>
    </dgm:pt>
    <dgm:pt modelId="{5A38D806-1AAE-44D6-A034-1737BE89A464}" type="sibTrans" cxnId="{0776EAC4-7E45-49C2-AD1C-336D9EA0D147}">
      <dgm:prSet/>
      <dgm:spPr/>
      <dgm:t>
        <a:bodyPr/>
        <a:lstStyle/>
        <a:p>
          <a:endParaRPr lang="en-US" sz="2800">
            <a:latin typeface="+mj-lt"/>
          </a:endParaRPr>
        </a:p>
      </dgm:t>
    </dgm:pt>
    <dgm:pt modelId="{3E1544D4-50BE-B643-AA0F-B48599E2E33E}">
      <dgm:prSet custT="1"/>
      <dgm:spPr/>
      <dgm:t>
        <a:bodyPr/>
        <a:lstStyle/>
        <a:p>
          <a:r>
            <a:rPr lang="en-US" sz="2800" dirty="0">
              <a:latin typeface="+mj-lt"/>
            </a:rPr>
            <a:t>2. Understand use of AT for employment</a:t>
          </a:r>
          <a:br>
            <a:rPr lang="en-US" sz="2800" dirty="0">
              <a:latin typeface="+mj-lt"/>
            </a:rPr>
          </a:br>
          <a:r>
            <a:rPr lang="en-US" sz="2800" dirty="0">
              <a:latin typeface="+mj-lt"/>
            </a:rPr>
            <a:t>    success.</a:t>
          </a:r>
        </a:p>
      </dgm:t>
    </dgm:pt>
    <dgm:pt modelId="{13A76CEC-FEB0-F741-968A-D120B47A22B0}" type="parTrans" cxnId="{86A34153-5338-BA45-A7B7-224C6249FB1B}">
      <dgm:prSet/>
      <dgm:spPr/>
      <dgm:t>
        <a:bodyPr/>
        <a:lstStyle/>
        <a:p>
          <a:endParaRPr lang="en-US" sz="2800">
            <a:latin typeface="+mj-lt"/>
          </a:endParaRPr>
        </a:p>
      </dgm:t>
    </dgm:pt>
    <dgm:pt modelId="{58B29FCD-A087-0149-AD0B-0319CA808F63}" type="sibTrans" cxnId="{86A34153-5338-BA45-A7B7-224C6249FB1B}">
      <dgm:prSet/>
      <dgm:spPr/>
      <dgm:t>
        <a:bodyPr/>
        <a:lstStyle/>
        <a:p>
          <a:endParaRPr lang="en-US" sz="2800">
            <a:latin typeface="+mj-lt"/>
          </a:endParaRPr>
        </a:p>
      </dgm:t>
    </dgm:pt>
    <dgm:pt modelId="{A36EEB2E-FA2E-3641-8D33-EDD1D31A9FC1}">
      <dgm:prSet/>
      <dgm:spPr/>
      <dgm:t>
        <a:bodyPr/>
        <a:lstStyle/>
        <a:p>
          <a:r>
            <a:rPr lang="en-US" dirty="0"/>
            <a:t>3. Strategies for incorporating AT into</a:t>
          </a:r>
          <a:br>
            <a:rPr lang="en-US" dirty="0"/>
          </a:br>
          <a:r>
            <a:rPr lang="en-US" dirty="0"/>
            <a:t>    transition, and role of VR in that process.</a:t>
          </a:r>
        </a:p>
      </dgm:t>
    </dgm:pt>
    <dgm:pt modelId="{960A4684-EC3B-FD4F-9FAB-A3D029DBBEA0}" type="parTrans" cxnId="{5DC0950D-3C28-D943-B13F-9D9F6020CEC5}">
      <dgm:prSet/>
      <dgm:spPr/>
      <dgm:t>
        <a:bodyPr/>
        <a:lstStyle/>
        <a:p>
          <a:endParaRPr lang="en-US"/>
        </a:p>
      </dgm:t>
    </dgm:pt>
    <dgm:pt modelId="{790243C3-0FA9-904D-A73F-56C42B21234B}" type="sibTrans" cxnId="{5DC0950D-3C28-D943-B13F-9D9F6020CEC5}">
      <dgm:prSet/>
      <dgm:spPr/>
      <dgm:t>
        <a:bodyPr/>
        <a:lstStyle/>
        <a:p>
          <a:endParaRPr lang="en-US"/>
        </a:p>
      </dgm:t>
    </dgm:pt>
    <dgm:pt modelId="{4B1F8934-1622-4BD5-9DC7-F99692C44ED6}" type="pres">
      <dgm:prSet presAssocID="{2E3796CD-EBB2-4CE5-91A4-4DC95EE5953B}" presName="vert0" presStyleCnt="0">
        <dgm:presLayoutVars>
          <dgm:dir/>
          <dgm:animOne val="branch"/>
          <dgm:animLvl val="lvl"/>
        </dgm:presLayoutVars>
      </dgm:prSet>
      <dgm:spPr/>
    </dgm:pt>
    <dgm:pt modelId="{819840F9-36A1-4D77-BB23-8F4F10659BE8}" type="pres">
      <dgm:prSet presAssocID="{2B88AB30-63A0-419F-BB10-DE8DBB63A57D}" presName="thickLine" presStyleLbl="alignNode1" presStyleIdx="0" presStyleCnt="3"/>
      <dgm:spPr/>
    </dgm:pt>
    <dgm:pt modelId="{2EAE622F-23A9-499F-8516-ED237C6AB335}" type="pres">
      <dgm:prSet presAssocID="{2B88AB30-63A0-419F-BB10-DE8DBB63A57D}" presName="horz1" presStyleCnt="0"/>
      <dgm:spPr/>
    </dgm:pt>
    <dgm:pt modelId="{001CA524-DBC8-494C-BE53-D63F32B3D4E4}" type="pres">
      <dgm:prSet presAssocID="{2B88AB30-63A0-419F-BB10-DE8DBB63A57D}" presName="tx1" presStyleLbl="revTx" presStyleIdx="0" presStyleCnt="3"/>
      <dgm:spPr/>
    </dgm:pt>
    <dgm:pt modelId="{828E6D68-6B01-479D-AF10-F5FAB84AAB69}" type="pres">
      <dgm:prSet presAssocID="{2B88AB30-63A0-419F-BB10-DE8DBB63A57D}" presName="vert1" presStyleCnt="0"/>
      <dgm:spPr/>
    </dgm:pt>
    <dgm:pt modelId="{3F317A1B-2905-E349-835B-B4B8E35F64AF}" type="pres">
      <dgm:prSet presAssocID="{3E1544D4-50BE-B643-AA0F-B48599E2E33E}" presName="thickLine" presStyleLbl="alignNode1" presStyleIdx="1" presStyleCnt="3"/>
      <dgm:spPr/>
    </dgm:pt>
    <dgm:pt modelId="{EFC1EADC-9CE9-2E48-9479-616AD85A9389}" type="pres">
      <dgm:prSet presAssocID="{3E1544D4-50BE-B643-AA0F-B48599E2E33E}" presName="horz1" presStyleCnt="0"/>
      <dgm:spPr/>
    </dgm:pt>
    <dgm:pt modelId="{227DC8EC-25FE-CD43-B299-49E1AF67AC7A}" type="pres">
      <dgm:prSet presAssocID="{3E1544D4-50BE-B643-AA0F-B48599E2E33E}" presName="tx1" presStyleLbl="revTx" presStyleIdx="1" presStyleCnt="3"/>
      <dgm:spPr/>
    </dgm:pt>
    <dgm:pt modelId="{7B941342-0BC8-6940-9348-E268E00A9E71}" type="pres">
      <dgm:prSet presAssocID="{3E1544D4-50BE-B643-AA0F-B48599E2E33E}" presName="vert1" presStyleCnt="0"/>
      <dgm:spPr/>
    </dgm:pt>
    <dgm:pt modelId="{1FE763B5-35D6-9D48-989C-EF4D80B12F42}" type="pres">
      <dgm:prSet presAssocID="{A36EEB2E-FA2E-3641-8D33-EDD1D31A9FC1}" presName="thickLine" presStyleLbl="alignNode1" presStyleIdx="2" presStyleCnt="3"/>
      <dgm:spPr/>
    </dgm:pt>
    <dgm:pt modelId="{2296225A-5D57-6C4D-80BB-31E6E4A99004}" type="pres">
      <dgm:prSet presAssocID="{A36EEB2E-FA2E-3641-8D33-EDD1D31A9FC1}" presName="horz1" presStyleCnt="0"/>
      <dgm:spPr/>
    </dgm:pt>
    <dgm:pt modelId="{9A0BD38F-2F44-0D46-8A11-E3D204E9F357}" type="pres">
      <dgm:prSet presAssocID="{A36EEB2E-FA2E-3641-8D33-EDD1D31A9FC1}" presName="tx1" presStyleLbl="revTx" presStyleIdx="2" presStyleCnt="3"/>
      <dgm:spPr/>
    </dgm:pt>
    <dgm:pt modelId="{DC0382EF-832F-D443-AE2E-3A0A947F0198}" type="pres">
      <dgm:prSet presAssocID="{A36EEB2E-FA2E-3641-8D33-EDD1D31A9FC1}" presName="vert1" presStyleCnt="0"/>
      <dgm:spPr/>
    </dgm:pt>
  </dgm:ptLst>
  <dgm:cxnLst>
    <dgm:cxn modelId="{5DC0950D-3C28-D943-B13F-9D9F6020CEC5}" srcId="{2E3796CD-EBB2-4CE5-91A4-4DC95EE5953B}" destId="{A36EEB2E-FA2E-3641-8D33-EDD1D31A9FC1}" srcOrd="2" destOrd="0" parTransId="{960A4684-EC3B-FD4F-9FAB-A3D029DBBEA0}" sibTransId="{790243C3-0FA9-904D-A73F-56C42B21234B}"/>
    <dgm:cxn modelId="{66089C44-DE77-A841-AC6F-20ADDD75F05E}" type="presOf" srcId="{A36EEB2E-FA2E-3641-8D33-EDD1D31A9FC1}" destId="{9A0BD38F-2F44-0D46-8A11-E3D204E9F357}" srcOrd="0" destOrd="0" presId="urn:microsoft.com/office/officeart/2008/layout/LinedList"/>
    <dgm:cxn modelId="{86A34153-5338-BA45-A7B7-224C6249FB1B}" srcId="{2E3796CD-EBB2-4CE5-91A4-4DC95EE5953B}" destId="{3E1544D4-50BE-B643-AA0F-B48599E2E33E}" srcOrd="1" destOrd="0" parTransId="{13A76CEC-FEB0-F741-968A-D120B47A22B0}" sibTransId="{58B29FCD-A087-0149-AD0B-0319CA808F63}"/>
    <dgm:cxn modelId="{DFB5EF63-2393-4071-BEFE-CB56BA826107}" type="presOf" srcId="{2B88AB30-63A0-419F-BB10-DE8DBB63A57D}" destId="{001CA524-DBC8-494C-BE53-D63F32B3D4E4}" srcOrd="0" destOrd="0" presId="urn:microsoft.com/office/officeart/2008/layout/LinedList"/>
    <dgm:cxn modelId="{05D18776-6D28-485D-BC33-E5B162351E33}" type="presOf" srcId="{2E3796CD-EBB2-4CE5-91A4-4DC95EE5953B}" destId="{4B1F8934-1622-4BD5-9DC7-F99692C44ED6}" srcOrd="0" destOrd="0" presId="urn:microsoft.com/office/officeart/2008/layout/LinedList"/>
    <dgm:cxn modelId="{8A6A39B9-9B01-A94D-BAAF-2E805947C742}" type="presOf" srcId="{3E1544D4-50BE-B643-AA0F-B48599E2E33E}" destId="{227DC8EC-25FE-CD43-B299-49E1AF67AC7A}" srcOrd="0" destOrd="0" presId="urn:microsoft.com/office/officeart/2008/layout/LinedList"/>
    <dgm:cxn modelId="{0776EAC4-7E45-49C2-AD1C-336D9EA0D147}" srcId="{2E3796CD-EBB2-4CE5-91A4-4DC95EE5953B}" destId="{2B88AB30-63A0-419F-BB10-DE8DBB63A57D}" srcOrd="0" destOrd="0" parTransId="{E87FDDB4-E3A7-4073-A0E4-7C78DA65C128}" sibTransId="{5A38D806-1AAE-44D6-A034-1737BE89A464}"/>
    <dgm:cxn modelId="{FA5048BC-44DD-4B53-A82D-97EDB0381874}" type="presParOf" srcId="{4B1F8934-1622-4BD5-9DC7-F99692C44ED6}" destId="{819840F9-36A1-4D77-BB23-8F4F10659BE8}" srcOrd="0" destOrd="0" presId="urn:microsoft.com/office/officeart/2008/layout/LinedList"/>
    <dgm:cxn modelId="{ADE164B2-FFA8-4E4B-A4B2-A5F2DB4835AB}" type="presParOf" srcId="{4B1F8934-1622-4BD5-9DC7-F99692C44ED6}" destId="{2EAE622F-23A9-499F-8516-ED237C6AB335}" srcOrd="1" destOrd="0" presId="urn:microsoft.com/office/officeart/2008/layout/LinedList"/>
    <dgm:cxn modelId="{6C265074-6A41-448E-A54E-A7B87C5D955F}" type="presParOf" srcId="{2EAE622F-23A9-499F-8516-ED237C6AB335}" destId="{001CA524-DBC8-494C-BE53-D63F32B3D4E4}" srcOrd="0" destOrd="0" presId="urn:microsoft.com/office/officeart/2008/layout/LinedList"/>
    <dgm:cxn modelId="{AB6AA913-FE02-4391-9C33-FBDAC314CF6E}" type="presParOf" srcId="{2EAE622F-23A9-499F-8516-ED237C6AB335}" destId="{828E6D68-6B01-479D-AF10-F5FAB84AAB69}" srcOrd="1" destOrd="0" presId="urn:microsoft.com/office/officeart/2008/layout/LinedList"/>
    <dgm:cxn modelId="{7B07AF01-4DB5-C940-B17F-12EDE8E8750E}" type="presParOf" srcId="{4B1F8934-1622-4BD5-9DC7-F99692C44ED6}" destId="{3F317A1B-2905-E349-835B-B4B8E35F64AF}" srcOrd="2" destOrd="0" presId="urn:microsoft.com/office/officeart/2008/layout/LinedList"/>
    <dgm:cxn modelId="{6E368E33-D761-3943-8F8B-355D4542605F}" type="presParOf" srcId="{4B1F8934-1622-4BD5-9DC7-F99692C44ED6}" destId="{EFC1EADC-9CE9-2E48-9479-616AD85A9389}" srcOrd="3" destOrd="0" presId="urn:microsoft.com/office/officeart/2008/layout/LinedList"/>
    <dgm:cxn modelId="{CC2503D8-8A7F-6241-AA23-424DA2977769}" type="presParOf" srcId="{EFC1EADC-9CE9-2E48-9479-616AD85A9389}" destId="{227DC8EC-25FE-CD43-B299-49E1AF67AC7A}" srcOrd="0" destOrd="0" presId="urn:microsoft.com/office/officeart/2008/layout/LinedList"/>
    <dgm:cxn modelId="{7E27D871-3A86-6142-810A-A8C8036A0E15}" type="presParOf" srcId="{EFC1EADC-9CE9-2E48-9479-616AD85A9389}" destId="{7B941342-0BC8-6940-9348-E268E00A9E71}" srcOrd="1" destOrd="0" presId="urn:microsoft.com/office/officeart/2008/layout/LinedList"/>
    <dgm:cxn modelId="{D7D0ED8A-3929-434F-AB46-66DD95ABF5CC}" type="presParOf" srcId="{4B1F8934-1622-4BD5-9DC7-F99692C44ED6}" destId="{1FE763B5-35D6-9D48-989C-EF4D80B12F42}" srcOrd="4" destOrd="0" presId="urn:microsoft.com/office/officeart/2008/layout/LinedList"/>
    <dgm:cxn modelId="{6FD6DE92-697F-114D-80AD-37513C2CEB5D}" type="presParOf" srcId="{4B1F8934-1622-4BD5-9DC7-F99692C44ED6}" destId="{2296225A-5D57-6C4D-80BB-31E6E4A99004}" srcOrd="5" destOrd="0" presId="urn:microsoft.com/office/officeart/2008/layout/LinedList"/>
    <dgm:cxn modelId="{37528D6E-FF5B-C44C-9B76-F8A797C9F44A}" type="presParOf" srcId="{2296225A-5D57-6C4D-80BB-31E6E4A99004}" destId="{9A0BD38F-2F44-0D46-8A11-E3D204E9F357}" srcOrd="0" destOrd="0" presId="urn:microsoft.com/office/officeart/2008/layout/LinedList"/>
    <dgm:cxn modelId="{A0241E72-9B8F-EB42-8A12-96689EC9CCCA}" type="presParOf" srcId="{2296225A-5D57-6C4D-80BB-31E6E4A99004}" destId="{DC0382EF-832F-D443-AE2E-3A0A947F019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E51016E-66A5-C74A-BCEF-835A44D439A0}" type="doc">
      <dgm:prSet loTypeId="urn:microsoft.com/office/officeart/2005/8/layout/hProcess9" loCatId="" qsTypeId="urn:microsoft.com/office/officeart/2005/8/quickstyle/simple4" qsCatId="simple" csTypeId="urn:microsoft.com/office/officeart/2005/8/colors/accent1_2" csCatId="accent1" phldr="1"/>
      <dgm:spPr/>
    </dgm:pt>
    <dgm:pt modelId="{251CE972-A472-544B-90AB-B51C32684174}">
      <dgm:prSet phldrT="[Text]" custT="1">
        <dgm:style>
          <a:lnRef idx="1">
            <a:schemeClr val="accent6"/>
          </a:lnRef>
          <a:fillRef idx="3">
            <a:schemeClr val="accent6"/>
          </a:fillRef>
          <a:effectRef idx="2">
            <a:schemeClr val="accent6"/>
          </a:effectRef>
          <a:fontRef idx="minor">
            <a:schemeClr val="lt1"/>
          </a:fontRef>
        </dgm:style>
      </dgm:prSet>
      <dgm:spPr>
        <a:scene3d>
          <a:camera prst="orthographicFront"/>
          <a:lightRig rig="threePt" dir="t"/>
        </a:scene3d>
        <a:sp3d>
          <a:bevelT w="139700" h="139700" prst="divot"/>
        </a:sp3d>
      </dgm:spPr>
      <dgm:t>
        <a:bodyPr/>
        <a:lstStyle/>
        <a:p>
          <a:r>
            <a:rPr lang="en-US" sz="2400" b="1" dirty="0">
              <a:solidFill>
                <a:schemeClr val="tx1"/>
              </a:solidFill>
            </a:rPr>
            <a:t>Person-Centered Planning</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1AC75C06-C18D-3143-8122-7787268D4351}" type="parTrans" cxnId="{123340A8-F989-9348-914E-0BA5DAD78F66}">
      <dgm:prSet/>
      <dgm:spPr/>
      <dgm:t>
        <a:bodyPr/>
        <a:lstStyle/>
        <a:p>
          <a:endParaRPr lang="en-US"/>
        </a:p>
      </dgm:t>
    </dgm:pt>
    <dgm:pt modelId="{1182E6A2-1D89-784D-9440-112E520C183A}" type="sibTrans" cxnId="{123340A8-F989-9348-914E-0BA5DAD78F66}">
      <dgm:prSet/>
      <dgm:spPr/>
      <dgm:t>
        <a:bodyPr/>
        <a:lstStyle/>
        <a:p>
          <a:endParaRPr lang="en-US"/>
        </a:p>
      </dgm:t>
    </dgm:pt>
    <dgm:pt modelId="{F901D43E-7AC8-CE4E-AD38-D4D041C05DDC}">
      <dgm:prSet phldrT="[Text]" custT="1"/>
      <dgm:spPr>
        <a:scene3d>
          <a:camera prst="orthographicFront"/>
          <a:lightRig rig="threePt" dir="t"/>
        </a:scene3d>
        <a:sp3d>
          <a:bevelT w="139700" h="139700" prst="divot"/>
        </a:sp3d>
      </dgm:spPr>
      <dgm:t>
        <a:bodyPr/>
        <a:lstStyle/>
        <a:p>
          <a:r>
            <a:rPr lang="en-US" sz="2100" b="1" dirty="0">
              <a:solidFill>
                <a:schemeClr val="tx1"/>
              </a:solidFill>
            </a:rPr>
            <a:t>Assessment, Exploration &amp; Discovery</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AB3CBAA8-A0F0-3548-9CD0-A41A500019B3}" type="parTrans" cxnId="{575D1B07-DA20-FD4C-A07A-B66C419E4933}">
      <dgm:prSet/>
      <dgm:spPr/>
      <dgm:t>
        <a:bodyPr/>
        <a:lstStyle/>
        <a:p>
          <a:endParaRPr lang="en-US"/>
        </a:p>
      </dgm:t>
    </dgm:pt>
    <dgm:pt modelId="{C79D0B48-BF7F-6D4D-B140-20F2AE199360}" type="sibTrans" cxnId="{575D1B07-DA20-FD4C-A07A-B66C419E4933}">
      <dgm:prSet/>
      <dgm:spPr/>
      <dgm:t>
        <a:bodyPr/>
        <a:lstStyle/>
        <a:p>
          <a:endParaRPr lang="en-US"/>
        </a:p>
      </dgm:t>
    </dgm:pt>
    <dgm:pt modelId="{1E5DC367-DD24-E142-B248-11591DB1B4B4}">
      <dgm:prSet phldrT="[Text]">
        <dgm:style>
          <a:lnRef idx="0">
            <a:schemeClr val="accent2"/>
          </a:lnRef>
          <a:fillRef idx="3">
            <a:schemeClr val="accent2"/>
          </a:fillRef>
          <a:effectRef idx="3">
            <a:schemeClr val="accent2"/>
          </a:effectRef>
          <a:fontRef idx="minor">
            <a:schemeClr val="lt1"/>
          </a:fontRef>
        </dgm:style>
      </dgm:prSet>
      <dgm:spPr>
        <a:scene3d>
          <a:camera prst="orthographicFront">
            <a:rot lat="0" lon="0" rev="0"/>
          </a:camera>
          <a:lightRig rig="balanced" dir="t">
            <a:rot lat="0" lon="0" rev="5100000"/>
          </a:lightRig>
        </a:scene3d>
        <a:sp3d contourW="6350">
          <a:bevelT w="29210" h="12700" prst="divot"/>
          <a:contourClr>
            <a:schemeClr val="accent2">
              <a:shade val="30000"/>
              <a:satMod val="130000"/>
            </a:schemeClr>
          </a:contourClr>
        </a:sp3d>
      </dgm:spPr>
      <dgm:t>
        <a:bodyPr/>
        <a:lstStyle/>
        <a:p>
          <a:r>
            <a:rPr lang="en-US" b="1" dirty="0">
              <a:solidFill>
                <a:schemeClr val="tx1"/>
              </a:solidFill>
            </a:rPr>
            <a:t>Job Development &amp;</a:t>
          </a:r>
        </a:p>
        <a:p>
          <a:r>
            <a:rPr lang="en-US" b="1" dirty="0">
              <a:solidFill>
                <a:schemeClr val="tx1"/>
              </a:solidFill>
            </a:rPr>
            <a:t> Job Design</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34E7D34F-9E22-0849-9EEF-3F350EC57F1E}" type="parTrans" cxnId="{66E4CA78-75DC-6C47-9545-2DD70CCCE959}">
      <dgm:prSet/>
      <dgm:spPr/>
      <dgm:t>
        <a:bodyPr/>
        <a:lstStyle/>
        <a:p>
          <a:endParaRPr lang="en-US"/>
        </a:p>
      </dgm:t>
    </dgm:pt>
    <dgm:pt modelId="{AFE5B784-7ED7-4B40-B17B-A183AB91A698}" type="sibTrans" cxnId="{66E4CA78-75DC-6C47-9545-2DD70CCCE959}">
      <dgm:prSet/>
      <dgm:spPr/>
      <dgm:t>
        <a:bodyPr/>
        <a:lstStyle/>
        <a:p>
          <a:endParaRPr lang="en-US"/>
        </a:p>
      </dgm:t>
    </dgm:pt>
    <dgm:pt modelId="{46D5AF3B-2B5D-3E45-AC19-8B6526CB84B3}">
      <dgm:prSet phldrT="[Text]" custT="1">
        <dgm:style>
          <a:lnRef idx="0">
            <a:schemeClr val="accent4"/>
          </a:lnRef>
          <a:fillRef idx="3">
            <a:schemeClr val="accent4"/>
          </a:fillRef>
          <a:effectRef idx="3">
            <a:schemeClr val="accent4"/>
          </a:effectRef>
          <a:fontRef idx="minor">
            <a:schemeClr val="lt1"/>
          </a:fontRef>
        </dgm:style>
      </dgm:prSet>
      <dgm:spPr>
        <a:scene3d>
          <a:camera prst="orthographicFront">
            <a:rot lat="0" lon="0" rev="0"/>
          </a:camera>
          <a:lightRig rig="balanced" dir="t">
            <a:rot lat="0" lon="0" rev="5100000"/>
          </a:lightRig>
        </a:scene3d>
        <a:sp3d contourW="6350">
          <a:bevelT w="29210" h="12700" prst="divot"/>
          <a:contourClr>
            <a:schemeClr val="accent4">
              <a:shade val="30000"/>
              <a:satMod val="130000"/>
            </a:schemeClr>
          </a:contourClr>
        </a:sp3d>
      </dgm:spPr>
      <dgm:t>
        <a:bodyPr/>
        <a:lstStyle/>
        <a:p>
          <a:r>
            <a:rPr lang="en-US" sz="2200" b="1" dirty="0">
              <a:solidFill>
                <a:schemeClr val="tx1"/>
              </a:solidFill>
            </a:rPr>
            <a:t>Initial</a:t>
          </a:r>
          <a:br>
            <a:rPr lang="en-US" sz="2200" b="1" dirty="0">
              <a:solidFill>
                <a:schemeClr val="tx1"/>
              </a:solidFill>
            </a:rPr>
          </a:br>
          <a:r>
            <a:rPr lang="en-US" sz="2200" b="1" dirty="0">
              <a:solidFill>
                <a:schemeClr val="tx1"/>
              </a:solidFill>
            </a:rPr>
            <a:t>Job Support</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603174D1-D139-7E46-A0AE-0DDC187DF67E}" type="parTrans" cxnId="{459AB9B4-E8B2-0844-9A78-653BE0570B0B}">
      <dgm:prSet/>
      <dgm:spPr/>
      <dgm:t>
        <a:bodyPr/>
        <a:lstStyle/>
        <a:p>
          <a:endParaRPr lang="en-US"/>
        </a:p>
      </dgm:t>
    </dgm:pt>
    <dgm:pt modelId="{126FD5FE-AB13-8A4F-80CB-ACFCAD24CC82}" type="sibTrans" cxnId="{459AB9B4-E8B2-0844-9A78-653BE0570B0B}">
      <dgm:prSet/>
      <dgm:spPr/>
      <dgm:t>
        <a:bodyPr/>
        <a:lstStyle/>
        <a:p>
          <a:endParaRPr lang="en-US"/>
        </a:p>
      </dgm:t>
    </dgm:pt>
    <dgm:pt modelId="{67DB3D83-41C2-C14A-A5EE-66E1BCBA61AC}">
      <dgm:prSet phldrT="[Text]" custT="1">
        <dgm:style>
          <a:lnRef idx="1">
            <a:schemeClr val="accent2"/>
          </a:lnRef>
          <a:fillRef idx="2">
            <a:schemeClr val="accent2"/>
          </a:fillRef>
          <a:effectRef idx="1">
            <a:schemeClr val="accent2"/>
          </a:effectRef>
          <a:fontRef idx="minor">
            <a:schemeClr val="dk1"/>
          </a:fontRef>
        </dgm:style>
      </dgm:prSet>
      <dgm:spPr>
        <a:scene3d>
          <a:camera prst="orthographicFront"/>
          <a:lightRig rig="threePt" dir="t"/>
        </a:scene3d>
        <a:sp3d>
          <a:bevelT w="139700" h="139700" prst="divot"/>
        </a:sp3d>
      </dgm:spPr>
      <dgm:t>
        <a:bodyPr/>
        <a:lstStyle/>
        <a:p>
          <a:r>
            <a:rPr lang="en-US" sz="2400" b="1" dirty="0"/>
            <a:t>Follow-Up Supports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DBF90655-F9D1-6440-9486-CE3AD43072EA}" type="parTrans" cxnId="{8F114287-3672-B94E-89F4-5C12977E3899}">
      <dgm:prSet/>
      <dgm:spPr/>
      <dgm:t>
        <a:bodyPr/>
        <a:lstStyle/>
        <a:p>
          <a:endParaRPr lang="en-US"/>
        </a:p>
      </dgm:t>
    </dgm:pt>
    <dgm:pt modelId="{20A8509B-E128-824D-826F-A4904F928617}" type="sibTrans" cxnId="{8F114287-3672-B94E-89F4-5C12977E3899}">
      <dgm:prSet/>
      <dgm:spPr/>
      <dgm:t>
        <a:bodyPr/>
        <a:lstStyle/>
        <a:p>
          <a:endParaRPr lang="en-US"/>
        </a:p>
      </dgm:t>
    </dgm:pt>
    <dgm:pt modelId="{B819CC41-D541-3245-8075-24FDED5B0F48}" type="pres">
      <dgm:prSet presAssocID="{8E51016E-66A5-C74A-BCEF-835A44D439A0}" presName="CompostProcess" presStyleCnt="0">
        <dgm:presLayoutVars>
          <dgm:dir/>
          <dgm:resizeHandles val="exact"/>
        </dgm:presLayoutVars>
      </dgm:prSet>
      <dgm:spPr/>
    </dgm:pt>
    <dgm:pt modelId="{C9A58526-F34A-1549-9334-22E63279823E}" type="pres">
      <dgm:prSet presAssocID="{8E51016E-66A5-C74A-BCEF-835A44D439A0}" presName="arrow" presStyleLbl="bgShp" presStyleIdx="0" presStyleCnt="1" custLinFactNeighborX="-747" custLinFactNeighborY="77"/>
      <dgm:spPr/>
      <dgm:extLst>
        <a:ext uri="{E40237B7-FDA0-4F09-8148-C483321AD2D9}">
          <dgm14:cNvPr xmlns:dgm14="http://schemas.microsoft.com/office/drawing/2010/diagram" id="0" name="" descr="Graphic of the Employment process,with arrow going to the right, starting with person-centered planning, and proceeding to exploration and discoverry, job devleopment and job design, initial placement support, and follow-up supports."/>
        </a:ext>
      </dgm:extLst>
    </dgm:pt>
    <dgm:pt modelId="{F3487C6C-B238-A842-898A-F9033EF18971}" type="pres">
      <dgm:prSet presAssocID="{8E51016E-66A5-C74A-BCEF-835A44D439A0}" presName="linearProcess" presStyleCnt="0"/>
      <dgm:spPr/>
    </dgm:pt>
    <dgm:pt modelId="{233C1BC6-B1F6-3F45-8B03-EDCA22BAB1D6}" type="pres">
      <dgm:prSet presAssocID="{251CE972-A472-544B-90AB-B51C32684174}" presName="textNode" presStyleLbl="node1" presStyleIdx="0" presStyleCnt="5">
        <dgm:presLayoutVars>
          <dgm:bulletEnabled val="1"/>
        </dgm:presLayoutVars>
      </dgm:prSet>
      <dgm:spPr/>
    </dgm:pt>
    <dgm:pt modelId="{85016923-E66D-0740-B8F4-1EA64B2D311F}" type="pres">
      <dgm:prSet presAssocID="{1182E6A2-1D89-784D-9440-112E520C183A}" presName="sibTrans" presStyleCnt="0"/>
      <dgm:spPr/>
    </dgm:pt>
    <dgm:pt modelId="{6FFBFB83-9131-844B-8F0A-13CD4902D693}" type="pres">
      <dgm:prSet presAssocID="{F901D43E-7AC8-CE4E-AD38-D4D041C05DDC}" presName="textNode" presStyleLbl="node1" presStyleIdx="1" presStyleCnt="5" custScaleX="102634">
        <dgm:presLayoutVars>
          <dgm:bulletEnabled val="1"/>
        </dgm:presLayoutVars>
      </dgm:prSet>
      <dgm:spPr/>
    </dgm:pt>
    <dgm:pt modelId="{E7F0B6C1-A342-3D42-8EFB-B6A41A69DD35}" type="pres">
      <dgm:prSet presAssocID="{C79D0B48-BF7F-6D4D-B140-20F2AE199360}" presName="sibTrans" presStyleCnt="0"/>
      <dgm:spPr/>
    </dgm:pt>
    <dgm:pt modelId="{445CBBD1-DFB3-0D4A-A054-257C86B961A5}" type="pres">
      <dgm:prSet presAssocID="{1E5DC367-DD24-E142-B248-11591DB1B4B4}" presName="textNode" presStyleLbl="node1" presStyleIdx="2" presStyleCnt="5">
        <dgm:presLayoutVars>
          <dgm:bulletEnabled val="1"/>
        </dgm:presLayoutVars>
      </dgm:prSet>
      <dgm:spPr/>
    </dgm:pt>
    <dgm:pt modelId="{04DDC62C-6849-684D-8DBB-73630649AD52}" type="pres">
      <dgm:prSet presAssocID="{AFE5B784-7ED7-4B40-B17B-A183AB91A698}" presName="sibTrans" presStyleCnt="0"/>
      <dgm:spPr/>
    </dgm:pt>
    <dgm:pt modelId="{C556ECAE-C952-C841-B26D-606938BA86EF}" type="pres">
      <dgm:prSet presAssocID="{46D5AF3B-2B5D-3E45-AC19-8B6526CB84B3}" presName="textNode" presStyleLbl="node1" presStyleIdx="3" presStyleCnt="5">
        <dgm:presLayoutVars>
          <dgm:bulletEnabled val="1"/>
        </dgm:presLayoutVars>
      </dgm:prSet>
      <dgm:spPr/>
    </dgm:pt>
    <dgm:pt modelId="{8CED6FB1-97DF-1548-B288-7EE25E3C8D37}" type="pres">
      <dgm:prSet presAssocID="{126FD5FE-AB13-8A4F-80CB-ACFCAD24CC82}" presName="sibTrans" presStyleCnt="0"/>
      <dgm:spPr/>
    </dgm:pt>
    <dgm:pt modelId="{04F24155-D9CF-D84D-909F-C081C6DAC877}" type="pres">
      <dgm:prSet presAssocID="{67DB3D83-41C2-C14A-A5EE-66E1BCBA61AC}" presName="textNode" presStyleLbl="node1" presStyleIdx="4" presStyleCnt="5">
        <dgm:presLayoutVars>
          <dgm:bulletEnabled val="1"/>
        </dgm:presLayoutVars>
      </dgm:prSet>
      <dgm:spPr/>
    </dgm:pt>
  </dgm:ptLst>
  <dgm:cxnLst>
    <dgm:cxn modelId="{575D1B07-DA20-FD4C-A07A-B66C419E4933}" srcId="{8E51016E-66A5-C74A-BCEF-835A44D439A0}" destId="{F901D43E-7AC8-CE4E-AD38-D4D041C05DDC}" srcOrd="1" destOrd="0" parTransId="{AB3CBAA8-A0F0-3548-9CD0-A41A500019B3}" sibTransId="{C79D0B48-BF7F-6D4D-B140-20F2AE199360}"/>
    <dgm:cxn modelId="{795FDC07-6843-6647-A61C-B706651E687C}" type="presOf" srcId="{46D5AF3B-2B5D-3E45-AC19-8B6526CB84B3}" destId="{C556ECAE-C952-C841-B26D-606938BA86EF}" srcOrd="0" destOrd="0" presId="urn:microsoft.com/office/officeart/2005/8/layout/hProcess9"/>
    <dgm:cxn modelId="{32936319-C711-D74C-9215-8CA9D3E592A9}" type="presOf" srcId="{251CE972-A472-544B-90AB-B51C32684174}" destId="{233C1BC6-B1F6-3F45-8B03-EDCA22BAB1D6}" srcOrd="0" destOrd="0" presId="urn:microsoft.com/office/officeart/2005/8/layout/hProcess9"/>
    <dgm:cxn modelId="{66E4CA78-75DC-6C47-9545-2DD70CCCE959}" srcId="{8E51016E-66A5-C74A-BCEF-835A44D439A0}" destId="{1E5DC367-DD24-E142-B248-11591DB1B4B4}" srcOrd="2" destOrd="0" parTransId="{34E7D34F-9E22-0849-9EEF-3F350EC57F1E}" sibTransId="{AFE5B784-7ED7-4B40-B17B-A183AB91A698}"/>
    <dgm:cxn modelId="{E313CB84-BE3F-5A4A-ADED-6075B7D82E35}" type="presOf" srcId="{1E5DC367-DD24-E142-B248-11591DB1B4B4}" destId="{445CBBD1-DFB3-0D4A-A054-257C86B961A5}" srcOrd="0" destOrd="0" presId="urn:microsoft.com/office/officeart/2005/8/layout/hProcess9"/>
    <dgm:cxn modelId="{8F114287-3672-B94E-89F4-5C12977E3899}" srcId="{8E51016E-66A5-C74A-BCEF-835A44D439A0}" destId="{67DB3D83-41C2-C14A-A5EE-66E1BCBA61AC}" srcOrd="4" destOrd="0" parTransId="{DBF90655-F9D1-6440-9486-CE3AD43072EA}" sibTransId="{20A8509B-E128-824D-826F-A4904F928617}"/>
    <dgm:cxn modelId="{4E40DE96-31B6-CD43-AC4B-DD6811E33A9B}" type="presOf" srcId="{67DB3D83-41C2-C14A-A5EE-66E1BCBA61AC}" destId="{04F24155-D9CF-D84D-909F-C081C6DAC877}" srcOrd="0" destOrd="0" presId="urn:microsoft.com/office/officeart/2005/8/layout/hProcess9"/>
    <dgm:cxn modelId="{123340A8-F989-9348-914E-0BA5DAD78F66}" srcId="{8E51016E-66A5-C74A-BCEF-835A44D439A0}" destId="{251CE972-A472-544B-90AB-B51C32684174}" srcOrd="0" destOrd="0" parTransId="{1AC75C06-C18D-3143-8122-7787268D4351}" sibTransId="{1182E6A2-1D89-784D-9440-112E520C183A}"/>
    <dgm:cxn modelId="{B20064A9-9B2A-7C46-8B20-689EAC94A479}" type="presOf" srcId="{8E51016E-66A5-C74A-BCEF-835A44D439A0}" destId="{B819CC41-D541-3245-8075-24FDED5B0F48}" srcOrd="0" destOrd="0" presId="urn:microsoft.com/office/officeart/2005/8/layout/hProcess9"/>
    <dgm:cxn modelId="{459AB9B4-E8B2-0844-9A78-653BE0570B0B}" srcId="{8E51016E-66A5-C74A-BCEF-835A44D439A0}" destId="{46D5AF3B-2B5D-3E45-AC19-8B6526CB84B3}" srcOrd="3" destOrd="0" parTransId="{603174D1-D139-7E46-A0AE-0DDC187DF67E}" sibTransId="{126FD5FE-AB13-8A4F-80CB-ACFCAD24CC82}"/>
    <dgm:cxn modelId="{34FEE5EA-F1BD-C54F-BA7E-AA03D54FA433}" type="presOf" srcId="{F901D43E-7AC8-CE4E-AD38-D4D041C05DDC}" destId="{6FFBFB83-9131-844B-8F0A-13CD4902D693}" srcOrd="0" destOrd="0" presId="urn:microsoft.com/office/officeart/2005/8/layout/hProcess9"/>
    <dgm:cxn modelId="{04E81206-EC4A-724B-A754-B09FBC3A5638}" type="presParOf" srcId="{B819CC41-D541-3245-8075-24FDED5B0F48}" destId="{C9A58526-F34A-1549-9334-22E63279823E}" srcOrd="0" destOrd="0" presId="urn:microsoft.com/office/officeart/2005/8/layout/hProcess9"/>
    <dgm:cxn modelId="{76DD6E9C-3B7D-CC4A-AFBF-6F93F94CA275}" type="presParOf" srcId="{B819CC41-D541-3245-8075-24FDED5B0F48}" destId="{F3487C6C-B238-A842-898A-F9033EF18971}" srcOrd="1" destOrd="0" presId="urn:microsoft.com/office/officeart/2005/8/layout/hProcess9"/>
    <dgm:cxn modelId="{EDFA970E-2CBB-004B-A4C0-366F07109087}" type="presParOf" srcId="{F3487C6C-B238-A842-898A-F9033EF18971}" destId="{233C1BC6-B1F6-3F45-8B03-EDCA22BAB1D6}" srcOrd="0" destOrd="0" presId="urn:microsoft.com/office/officeart/2005/8/layout/hProcess9"/>
    <dgm:cxn modelId="{83B11813-02F1-7F48-BFA3-C3D75A4AF6F6}" type="presParOf" srcId="{F3487C6C-B238-A842-898A-F9033EF18971}" destId="{85016923-E66D-0740-B8F4-1EA64B2D311F}" srcOrd="1" destOrd="0" presId="urn:microsoft.com/office/officeart/2005/8/layout/hProcess9"/>
    <dgm:cxn modelId="{C4EC7E4B-6F87-D240-BF86-0A167D2A6D2E}" type="presParOf" srcId="{F3487C6C-B238-A842-898A-F9033EF18971}" destId="{6FFBFB83-9131-844B-8F0A-13CD4902D693}" srcOrd="2" destOrd="0" presId="urn:microsoft.com/office/officeart/2005/8/layout/hProcess9"/>
    <dgm:cxn modelId="{4B705D03-84B2-C04D-B7A2-50A930515CBF}" type="presParOf" srcId="{F3487C6C-B238-A842-898A-F9033EF18971}" destId="{E7F0B6C1-A342-3D42-8EFB-B6A41A69DD35}" srcOrd="3" destOrd="0" presId="urn:microsoft.com/office/officeart/2005/8/layout/hProcess9"/>
    <dgm:cxn modelId="{3C19838E-2363-2B42-AECA-0272148D9D09}" type="presParOf" srcId="{F3487C6C-B238-A842-898A-F9033EF18971}" destId="{445CBBD1-DFB3-0D4A-A054-257C86B961A5}" srcOrd="4" destOrd="0" presId="urn:microsoft.com/office/officeart/2005/8/layout/hProcess9"/>
    <dgm:cxn modelId="{3A1FFDD6-D0B4-8E4A-9950-DBF5628D8617}" type="presParOf" srcId="{F3487C6C-B238-A842-898A-F9033EF18971}" destId="{04DDC62C-6849-684D-8DBB-73630649AD52}" srcOrd="5" destOrd="0" presId="urn:microsoft.com/office/officeart/2005/8/layout/hProcess9"/>
    <dgm:cxn modelId="{04EFC0A4-BDEC-6F49-A488-A2FB025FEB90}" type="presParOf" srcId="{F3487C6C-B238-A842-898A-F9033EF18971}" destId="{C556ECAE-C952-C841-B26D-606938BA86EF}" srcOrd="6" destOrd="0" presId="urn:microsoft.com/office/officeart/2005/8/layout/hProcess9"/>
    <dgm:cxn modelId="{5F32E728-919E-4645-A103-719B291075C6}" type="presParOf" srcId="{F3487C6C-B238-A842-898A-F9033EF18971}" destId="{8CED6FB1-97DF-1548-B288-7EE25E3C8D37}" srcOrd="7" destOrd="0" presId="urn:microsoft.com/office/officeart/2005/8/layout/hProcess9"/>
    <dgm:cxn modelId="{D794E0E2-1D46-C945-9283-308954252F2D}" type="presParOf" srcId="{F3487C6C-B238-A842-898A-F9033EF18971}" destId="{04F24155-D9CF-D84D-909F-C081C6DAC877}"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B91F0BE-E7A6-3C4B-8E49-BA5337B52FFD}" type="doc">
      <dgm:prSet loTypeId="urn:microsoft.com/office/officeart/2005/8/layout/cycle6" loCatId="" qsTypeId="urn:microsoft.com/office/officeart/2005/8/quickstyle/simple1" qsCatId="simple" csTypeId="urn:microsoft.com/office/officeart/2005/8/colors/accent1_2" csCatId="accent1" phldr="1"/>
      <dgm:spPr/>
      <dgm:t>
        <a:bodyPr/>
        <a:lstStyle/>
        <a:p>
          <a:endParaRPr lang="en-US"/>
        </a:p>
      </dgm:t>
    </dgm:pt>
    <dgm:pt modelId="{FD103691-CB8B-3B46-A668-A8A2CBCAC3D9}">
      <dgm:prSet phldrT="[Text]" custT="1"/>
      <dgm:spPr>
        <a:scene3d>
          <a:camera prst="orthographicFront"/>
          <a:lightRig rig="threePt" dir="t"/>
        </a:scene3d>
        <a:sp3d>
          <a:bevelT prst="angle"/>
        </a:sp3d>
      </dgm:spPr>
      <dgm:t>
        <a:bodyPr/>
        <a:lstStyle/>
        <a:p>
          <a:r>
            <a:rPr lang="en-US" sz="1600" dirty="0"/>
            <a:t>Wayfinding/</a:t>
          </a:r>
          <a:br>
            <a:rPr lang="en-US" sz="1600" dirty="0"/>
          </a:br>
          <a:r>
            <a:rPr lang="en-US" sz="1600" dirty="0"/>
            <a:t>Transportation</a:t>
          </a:r>
        </a:p>
      </dgm:t>
    </dgm:pt>
    <dgm:pt modelId="{44FCE4AE-65C5-F64C-B3EF-4EAB9A835F74}" type="parTrans" cxnId="{2B28937F-38B3-2444-A127-D2044A5DE3CE}">
      <dgm:prSet/>
      <dgm:spPr/>
      <dgm:t>
        <a:bodyPr/>
        <a:lstStyle/>
        <a:p>
          <a:endParaRPr lang="en-US" sz="1600"/>
        </a:p>
      </dgm:t>
    </dgm:pt>
    <dgm:pt modelId="{43D4A1E1-44BD-C248-A516-210B99F16E29}" type="sibTrans" cxnId="{2B28937F-38B3-2444-A127-D2044A5DE3CE}">
      <dgm:prSet/>
      <dgm:spPr/>
      <dgm:t>
        <a:bodyPr/>
        <a:lstStyle/>
        <a:p>
          <a:endParaRPr lang="en-US" sz="1600"/>
        </a:p>
      </dgm:t>
    </dgm:pt>
    <dgm:pt modelId="{6B3AE2C8-75AD-5D4B-9DF2-F2D3843B79B0}">
      <dgm:prSet phldrT="[Text]" custT="1"/>
      <dgm:spPr>
        <a:solidFill>
          <a:srgbClr val="FFC000"/>
        </a:solidFill>
        <a:scene3d>
          <a:camera prst="orthographicFront"/>
          <a:lightRig rig="threePt" dir="t"/>
        </a:scene3d>
        <a:sp3d>
          <a:bevelT prst="angle"/>
        </a:sp3d>
      </dgm:spPr>
      <dgm:t>
        <a:bodyPr/>
        <a:lstStyle/>
        <a:p>
          <a:r>
            <a:rPr lang="en-US" sz="1600" dirty="0">
              <a:solidFill>
                <a:schemeClr val="tx1"/>
              </a:solidFill>
            </a:rPr>
            <a:t>Communication</a:t>
          </a:r>
        </a:p>
      </dgm:t>
    </dgm:pt>
    <dgm:pt modelId="{CFDDB8A2-5E4E-574F-849C-0414DF0E0CDE}" type="parTrans" cxnId="{D364D889-1A16-E546-A20B-59F6FE8F7BD4}">
      <dgm:prSet/>
      <dgm:spPr/>
      <dgm:t>
        <a:bodyPr/>
        <a:lstStyle/>
        <a:p>
          <a:endParaRPr lang="en-US" sz="1600"/>
        </a:p>
      </dgm:t>
    </dgm:pt>
    <dgm:pt modelId="{1B77CF2C-E46E-0647-8A56-5D5BAF073336}" type="sibTrans" cxnId="{D364D889-1A16-E546-A20B-59F6FE8F7BD4}">
      <dgm:prSet/>
      <dgm:spPr/>
      <dgm:t>
        <a:bodyPr/>
        <a:lstStyle/>
        <a:p>
          <a:endParaRPr lang="en-US" sz="1600"/>
        </a:p>
      </dgm:t>
    </dgm:pt>
    <dgm:pt modelId="{3A25014B-A203-1649-A4DA-33CF73C3C1EB}">
      <dgm:prSet phldrT="[Text]" custT="1"/>
      <dgm:spPr>
        <a:solidFill>
          <a:srgbClr val="7030A0"/>
        </a:solidFill>
      </dgm:spPr>
      <dgm:t>
        <a:bodyPr/>
        <a:lstStyle/>
        <a:p>
          <a:r>
            <a:rPr lang="en-US" sz="1600" dirty="0"/>
            <a:t>Task Instructions</a:t>
          </a:r>
        </a:p>
      </dgm:t>
    </dgm:pt>
    <dgm:pt modelId="{074135E6-5C02-3B4E-BB05-AF031378823F}" type="parTrans" cxnId="{78C5FEA7-496C-3F4E-98F3-6E60CAB0266F}">
      <dgm:prSet/>
      <dgm:spPr/>
      <dgm:t>
        <a:bodyPr/>
        <a:lstStyle/>
        <a:p>
          <a:endParaRPr lang="en-US" sz="1600"/>
        </a:p>
      </dgm:t>
    </dgm:pt>
    <dgm:pt modelId="{A5A57639-5583-FB49-8029-85160B4792E1}" type="sibTrans" cxnId="{78C5FEA7-496C-3F4E-98F3-6E60CAB0266F}">
      <dgm:prSet/>
      <dgm:spPr/>
      <dgm:t>
        <a:bodyPr/>
        <a:lstStyle/>
        <a:p>
          <a:endParaRPr lang="en-US" sz="1600"/>
        </a:p>
      </dgm:t>
    </dgm:pt>
    <dgm:pt modelId="{EBDE791D-2846-C145-9418-01984B5226C8}">
      <dgm:prSet phldrT="[Text]" custT="1"/>
      <dgm:spPr>
        <a:solidFill>
          <a:srgbClr val="FFFF00"/>
        </a:solidFill>
        <a:scene3d>
          <a:camera prst="orthographicFront"/>
          <a:lightRig rig="threePt" dir="t"/>
        </a:scene3d>
        <a:sp3d>
          <a:bevelT prst="angle"/>
        </a:sp3d>
      </dgm:spPr>
      <dgm:t>
        <a:bodyPr/>
        <a:lstStyle/>
        <a:p>
          <a:r>
            <a:rPr lang="en-US" sz="1600" dirty="0">
              <a:solidFill>
                <a:schemeClr val="tx1"/>
              </a:solidFill>
            </a:rPr>
            <a:t>Reminders</a:t>
          </a:r>
        </a:p>
      </dgm:t>
    </dgm:pt>
    <dgm:pt modelId="{3FF0409C-BEE5-614D-859F-1B02019D2860}" type="parTrans" cxnId="{A89D683D-58C9-0B48-8644-1B49D44CC8B1}">
      <dgm:prSet/>
      <dgm:spPr/>
      <dgm:t>
        <a:bodyPr/>
        <a:lstStyle/>
        <a:p>
          <a:endParaRPr lang="en-US" sz="1600"/>
        </a:p>
      </dgm:t>
    </dgm:pt>
    <dgm:pt modelId="{2354F733-1781-9C45-AB21-86BDC9DD53AD}" type="sibTrans" cxnId="{A89D683D-58C9-0B48-8644-1B49D44CC8B1}">
      <dgm:prSet/>
      <dgm:spPr/>
      <dgm:t>
        <a:bodyPr/>
        <a:lstStyle/>
        <a:p>
          <a:endParaRPr lang="en-US" sz="1600"/>
        </a:p>
      </dgm:t>
    </dgm:pt>
    <dgm:pt modelId="{B48D6674-752A-9546-9087-03F62FE01B3F}">
      <dgm:prSet phldrT="[Text]" custT="1"/>
      <dgm:spPr>
        <a:solidFill>
          <a:srgbClr val="C00000"/>
        </a:solidFill>
        <a:scene3d>
          <a:camera prst="orthographicFront"/>
          <a:lightRig rig="threePt" dir="t"/>
        </a:scene3d>
        <a:sp3d>
          <a:bevelT prst="angle"/>
        </a:sp3d>
      </dgm:spPr>
      <dgm:t>
        <a:bodyPr/>
        <a:lstStyle/>
        <a:p>
          <a:r>
            <a:rPr lang="en-US" sz="1600" dirty="0"/>
            <a:t>Self-Care</a:t>
          </a:r>
        </a:p>
      </dgm:t>
    </dgm:pt>
    <dgm:pt modelId="{7DCD4686-45F6-5045-A248-7380E3DC8FA9}" type="parTrans" cxnId="{C8A031D6-143A-954F-BD34-5FA19E419DDD}">
      <dgm:prSet/>
      <dgm:spPr/>
      <dgm:t>
        <a:bodyPr/>
        <a:lstStyle/>
        <a:p>
          <a:endParaRPr lang="en-US" sz="1600"/>
        </a:p>
      </dgm:t>
    </dgm:pt>
    <dgm:pt modelId="{4E00E239-8EEE-154E-8ED7-F509E72E9198}" type="sibTrans" cxnId="{C8A031D6-143A-954F-BD34-5FA19E419DDD}">
      <dgm:prSet/>
      <dgm:spPr/>
      <dgm:t>
        <a:bodyPr/>
        <a:lstStyle/>
        <a:p>
          <a:endParaRPr lang="en-US" sz="1600"/>
        </a:p>
      </dgm:t>
    </dgm:pt>
    <dgm:pt modelId="{82943F14-E655-8548-AB85-0918B4F2226F}">
      <dgm:prSet phldrT="[Text]" custT="1"/>
      <dgm:spPr>
        <a:solidFill>
          <a:srgbClr val="002060"/>
        </a:solidFill>
        <a:scene3d>
          <a:camera prst="orthographicFront"/>
          <a:lightRig rig="threePt" dir="t"/>
        </a:scene3d>
        <a:sp3d>
          <a:bevelT prst="angle"/>
        </a:sp3d>
      </dgm:spPr>
      <dgm:t>
        <a:bodyPr/>
        <a:lstStyle/>
        <a:p>
          <a:r>
            <a:rPr lang="en-US" sz="1600" dirty="0"/>
            <a:t>Checklists</a:t>
          </a:r>
        </a:p>
      </dgm:t>
    </dgm:pt>
    <dgm:pt modelId="{458DC961-034F-4D48-BCCF-55EA50CDDD61}" type="parTrans" cxnId="{08016F50-AE39-394D-A8CC-E1F4AC152383}">
      <dgm:prSet/>
      <dgm:spPr/>
      <dgm:t>
        <a:bodyPr/>
        <a:lstStyle/>
        <a:p>
          <a:endParaRPr lang="en-US" sz="1600"/>
        </a:p>
      </dgm:t>
    </dgm:pt>
    <dgm:pt modelId="{852CB784-D77E-8F43-9E0C-6E267F5720E6}" type="sibTrans" cxnId="{08016F50-AE39-394D-A8CC-E1F4AC152383}">
      <dgm:prSet/>
      <dgm:spPr/>
      <dgm:t>
        <a:bodyPr/>
        <a:lstStyle/>
        <a:p>
          <a:endParaRPr lang="en-US" sz="1600"/>
        </a:p>
      </dgm:t>
    </dgm:pt>
    <dgm:pt modelId="{6DEE326F-B29B-BF4F-967C-D2D290B0525D}">
      <dgm:prSet phldrT="[Text]" custT="1">
        <dgm:style>
          <a:lnRef idx="1">
            <a:schemeClr val="accent2"/>
          </a:lnRef>
          <a:fillRef idx="2">
            <a:schemeClr val="accent2"/>
          </a:fillRef>
          <a:effectRef idx="1">
            <a:schemeClr val="accent2"/>
          </a:effectRef>
          <a:fontRef idx="minor">
            <a:schemeClr val="dk1"/>
          </a:fontRef>
        </dgm:style>
      </dgm:prSet>
      <dgm:spPr>
        <a:scene3d>
          <a:camera prst="orthographicFront"/>
          <a:lightRig rig="threePt" dir="t"/>
        </a:scene3d>
        <a:sp3d>
          <a:bevelT prst="angle"/>
        </a:sp3d>
      </dgm:spPr>
      <dgm:t>
        <a:bodyPr/>
        <a:lstStyle/>
        <a:p>
          <a:r>
            <a:rPr lang="en-US" sz="1600" dirty="0"/>
            <a:t>Scheduling &amp; Time Management</a:t>
          </a:r>
        </a:p>
      </dgm:t>
    </dgm:pt>
    <dgm:pt modelId="{D78890BF-B10C-5B4D-AC5E-CA8AAE16E3CD}" type="parTrans" cxnId="{5F1F6948-D293-6745-8C97-1FC15795BF0E}">
      <dgm:prSet/>
      <dgm:spPr/>
      <dgm:t>
        <a:bodyPr/>
        <a:lstStyle/>
        <a:p>
          <a:endParaRPr lang="en-US" sz="1600"/>
        </a:p>
      </dgm:t>
    </dgm:pt>
    <dgm:pt modelId="{CFFCBA79-190D-B54D-AF43-57AF8175A33F}" type="sibTrans" cxnId="{5F1F6948-D293-6745-8C97-1FC15795BF0E}">
      <dgm:prSet/>
      <dgm:spPr/>
      <dgm:t>
        <a:bodyPr/>
        <a:lstStyle/>
        <a:p>
          <a:endParaRPr lang="en-US" sz="1600"/>
        </a:p>
      </dgm:t>
    </dgm:pt>
    <dgm:pt modelId="{AE78FDB9-0977-A943-8371-E24826029117}">
      <dgm:prSet phldrT="[Text]" custT="1">
        <dgm:style>
          <a:lnRef idx="0">
            <a:schemeClr val="accent4"/>
          </a:lnRef>
          <a:fillRef idx="3">
            <a:schemeClr val="accent4"/>
          </a:fillRef>
          <a:effectRef idx="3">
            <a:schemeClr val="accent4"/>
          </a:effectRef>
          <a:fontRef idx="minor">
            <a:schemeClr val="lt1"/>
          </a:fontRef>
        </dgm:style>
      </dgm:prSet>
      <dgm:spPr>
        <a:scene3d>
          <a:camera prst="orthographicFront">
            <a:rot lat="0" lon="0" rev="0"/>
          </a:camera>
          <a:lightRig rig="balanced" dir="t">
            <a:rot lat="0" lon="0" rev="5100000"/>
          </a:lightRig>
        </a:scene3d>
        <a:sp3d contourW="6350">
          <a:bevelT w="29210" h="12700" prst="angle"/>
          <a:contourClr>
            <a:schemeClr val="accent4">
              <a:shade val="30000"/>
              <a:satMod val="130000"/>
            </a:schemeClr>
          </a:contourClr>
        </a:sp3d>
      </dgm:spPr>
      <dgm:t>
        <a:bodyPr/>
        <a:lstStyle/>
        <a:p>
          <a:r>
            <a:rPr lang="en-US" sz="1600" dirty="0"/>
            <a:t>Task Training Through Video Modeling</a:t>
          </a:r>
        </a:p>
      </dgm:t>
    </dgm:pt>
    <dgm:pt modelId="{C3FE9689-A67E-754B-ACC5-62DD6E8F3771}" type="parTrans" cxnId="{4FCAA89F-8F4C-5C40-A399-9B5955F832F3}">
      <dgm:prSet/>
      <dgm:spPr/>
      <dgm:t>
        <a:bodyPr/>
        <a:lstStyle/>
        <a:p>
          <a:endParaRPr lang="en-US" sz="1600"/>
        </a:p>
      </dgm:t>
    </dgm:pt>
    <dgm:pt modelId="{199D0EEA-497A-0B47-BC79-FA7EB5BD8C5F}" type="sibTrans" cxnId="{4FCAA89F-8F4C-5C40-A399-9B5955F832F3}">
      <dgm:prSet/>
      <dgm:spPr/>
      <dgm:t>
        <a:bodyPr/>
        <a:lstStyle/>
        <a:p>
          <a:endParaRPr lang="en-US" sz="1600"/>
        </a:p>
      </dgm:t>
    </dgm:pt>
    <dgm:pt modelId="{5A8864D1-CB7F-3242-B0EC-BB63202057DD}">
      <dgm:prSet phldrT="[Text]" custT="1">
        <dgm:style>
          <a:lnRef idx="2">
            <a:schemeClr val="accent6">
              <a:shade val="50000"/>
            </a:schemeClr>
          </a:lnRef>
          <a:fillRef idx="1">
            <a:schemeClr val="accent6"/>
          </a:fillRef>
          <a:effectRef idx="0">
            <a:schemeClr val="accent6"/>
          </a:effectRef>
          <a:fontRef idx="minor">
            <a:schemeClr val="lt1"/>
          </a:fontRef>
        </dgm:style>
      </dgm:prSet>
      <dgm:spPr>
        <a:scene3d>
          <a:camera prst="orthographicFront"/>
          <a:lightRig rig="threePt" dir="t"/>
        </a:scene3d>
        <a:sp3d>
          <a:bevelT prst="angle"/>
        </a:sp3d>
      </dgm:spPr>
      <dgm:t>
        <a:bodyPr/>
        <a:lstStyle/>
        <a:p>
          <a:r>
            <a:rPr lang="en-US" sz="1600" dirty="0"/>
            <a:t>Social Interactions &amp; Behavior Management</a:t>
          </a:r>
        </a:p>
      </dgm:t>
    </dgm:pt>
    <dgm:pt modelId="{EFE84D7D-9666-7E47-8AD9-9E03D7824103}" type="parTrans" cxnId="{6C79CF84-E6AC-D44B-9E71-B5ADD7A1AA87}">
      <dgm:prSet/>
      <dgm:spPr/>
      <dgm:t>
        <a:bodyPr/>
        <a:lstStyle/>
        <a:p>
          <a:endParaRPr lang="en-US" sz="1600"/>
        </a:p>
      </dgm:t>
    </dgm:pt>
    <dgm:pt modelId="{9DA00D69-CAEA-8D46-92C0-587511330F36}" type="sibTrans" cxnId="{6C79CF84-E6AC-D44B-9E71-B5ADD7A1AA87}">
      <dgm:prSet/>
      <dgm:spPr/>
      <dgm:t>
        <a:bodyPr/>
        <a:lstStyle/>
        <a:p>
          <a:endParaRPr lang="en-US" sz="1600"/>
        </a:p>
      </dgm:t>
    </dgm:pt>
    <dgm:pt modelId="{5AA9C7D7-1A2D-E046-B256-853FBFF95D53}">
      <dgm:prSet phldrT="[Text]" custT="1"/>
      <dgm:spPr>
        <a:solidFill>
          <a:srgbClr val="00B050"/>
        </a:solidFill>
        <a:scene3d>
          <a:camera prst="orthographicFront"/>
          <a:lightRig rig="threePt" dir="t"/>
        </a:scene3d>
        <a:sp3d>
          <a:bevelT prst="angle"/>
        </a:sp3d>
      </dgm:spPr>
      <dgm:t>
        <a:bodyPr/>
        <a:lstStyle/>
        <a:p>
          <a:r>
            <a:rPr lang="en-US" sz="1600" dirty="0"/>
            <a:t>Remote Staff Support</a:t>
          </a:r>
        </a:p>
      </dgm:t>
    </dgm:pt>
    <dgm:pt modelId="{182AFCD6-35F4-9A49-B74A-D939D81DFBA3}" type="parTrans" cxnId="{54F637B4-644C-C941-87DF-235471469875}">
      <dgm:prSet/>
      <dgm:spPr/>
      <dgm:t>
        <a:bodyPr/>
        <a:lstStyle/>
        <a:p>
          <a:endParaRPr lang="en-US" sz="1600"/>
        </a:p>
      </dgm:t>
    </dgm:pt>
    <dgm:pt modelId="{36C13912-BD70-5D47-AD93-0B7381D061C7}" type="sibTrans" cxnId="{54F637B4-644C-C941-87DF-235471469875}">
      <dgm:prSet/>
      <dgm:spPr/>
      <dgm:t>
        <a:bodyPr/>
        <a:lstStyle/>
        <a:p>
          <a:endParaRPr lang="en-US" sz="1600"/>
        </a:p>
      </dgm:t>
    </dgm:pt>
    <dgm:pt modelId="{3E701364-E88D-844E-B02C-17361E5DA7C2}" type="pres">
      <dgm:prSet presAssocID="{FB91F0BE-E7A6-3C4B-8E49-BA5337B52FFD}" presName="cycle" presStyleCnt="0">
        <dgm:presLayoutVars>
          <dgm:dir/>
          <dgm:resizeHandles val="exact"/>
        </dgm:presLayoutVars>
      </dgm:prSet>
      <dgm:spPr/>
    </dgm:pt>
    <dgm:pt modelId="{6E850CF3-5224-4643-957D-53E03E1EE7D0}" type="pres">
      <dgm:prSet presAssocID="{FD103691-CB8B-3B46-A668-A8A2CBCAC3D9}" presName="node" presStyleLbl="node1" presStyleIdx="0" presStyleCnt="10" custScaleX="193992" custScaleY="85126" custRadScaleRad="100168" custRadScaleInc="55316">
        <dgm:presLayoutVars>
          <dgm:bulletEnabled val="1"/>
        </dgm:presLayoutVars>
      </dgm:prSet>
      <dgm:spPr/>
    </dgm:pt>
    <dgm:pt modelId="{DD85E40B-1434-BD48-8E6C-9CED8BA300F8}" type="pres">
      <dgm:prSet presAssocID="{FD103691-CB8B-3B46-A668-A8A2CBCAC3D9}" presName="spNode" presStyleCnt="0"/>
      <dgm:spPr/>
    </dgm:pt>
    <dgm:pt modelId="{77811A70-D3AE-0C41-8D6A-1D07D32ADEBA}" type="pres">
      <dgm:prSet presAssocID="{43D4A1E1-44BD-C248-A516-210B99F16E29}" presName="sibTrans" presStyleLbl="sibTrans1D1" presStyleIdx="0" presStyleCnt="10"/>
      <dgm:spPr/>
    </dgm:pt>
    <dgm:pt modelId="{BFA542A5-C28D-0B43-B7BF-3857B76FC18C}" type="pres">
      <dgm:prSet presAssocID="{6B3AE2C8-75AD-5D4B-9DF2-F2D3843B79B0}" presName="node" presStyleLbl="node1" presStyleIdx="1" presStyleCnt="10" custScaleX="203831" custScaleY="92818" custRadScaleRad="112560" custRadScaleInc="157363">
        <dgm:presLayoutVars>
          <dgm:bulletEnabled val="1"/>
        </dgm:presLayoutVars>
      </dgm:prSet>
      <dgm:spPr/>
    </dgm:pt>
    <dgm:pt modelId="{1A0D2687-9E6A-DA43-B78D-58AFB5825E8D}" type="pres">
      <dgm:prSet presAssocID="{6B3AE2C8-75AD-5D4B-9DF2-F2D3843B79B0}" presName="spNode" presStyleCnt="0"/>
      <dgm:spPr/>
    </dgm:pt>
    <dgm:pt modelId="{DE1333E7-AE3C-E446-9982-63466BCD8846}" type="pres">
      <dgm:prSet presAssocID="{1B77CF2C-E46E-0647-8A56-5D5BAF073336}" presName="sibTrans" presStyleLbl="sibTrans1D1" presStyleIdx="1" presStyleCnt="10"/>
      <dgm:spPr/>
    </dgm:pt>
    <dgm:pt modelId="{E505CE0C-A16C-2E44-B33A-31F184E7897D}" type="pres">
      <dgm:prSet presAssocID="{3A25014B-A203-1649-A4DA-33CF73C3C1EB}" presName="node" presStyleLbl="node1" presStyleIdx="2" presStyleCnt="10" custScaleX="151475" custRadScaleRad="108072" custRadScaleInc="39174">
        <dgm:presLayoutVars>
          <dgm:bulletEnabled val="1"/>
        </dgm:presLayoutVars>
      </dgm:prSet>
      <dgm:spPr/>
    </dgm:pt>
    <dgm:pt modelId="{6050E01C-68A2-DC49-8F8C-A2535160F820}" type="pres">
      <dgm:prSet presAssocID="{3A25014B-A203-1649-A4DA-33CF73C3C1EB}" presName="spNode" presStyleCnt="0"/>
      <dgm:spPr/>
    </dgm:pt>
    <dgm:pt modelId="{2E320D0A-8826-A146-8D82-2F1027EF1FBC}" type="pres">
      <dgm:prSet presAssocID="{A5A57639-5583-FB49-8029-85160B4792E1}" presName="sibTrans" presStyleLbl="sibTrans1D1" presStyleIdx="2" presStyleCnt="10"/>
      <dgm:spPr/>
    </dgm:pt>
    <dgm:pt modelId="{E1E2F9C0-F9CF-9245-9927-EC71104EAC4D}" type="pres">
      <dgm:prSet presAssocID="{B48D6674-752A-9546-9087-03F62FE01B3F}" presName="node" presStyleLbl="node1" presStyleIdx="3" presStyleCnt="10" custScaleX="140404" custScaleY="71286" custRadScaleRad="102626" custRadScaleInc="-18633">
        <dgm:presLayoutVars>
          <dgm:bulletEnabled val="1"/>
        </dgm:presLayoutVars>
      </dgm:prSet>
      <dgm:spPr/>
    </dgm:pt>
    <dgm:pt modelId="{0471B209-199B-864C-BCE2-35102CD08647}" type="pres">
      <dgm:prSet presAssocID="{B48D6674-752A-9546-9087-03F62FE01B3F}" presName="spNode" presStyleCnt="0"/>
      <dgm:spPr/>
    </dgm:pt>
    <dgm:pt modelId="{AA19C0B5-7F8E-974A-BF9D-E0ED8C6DFB9D}" type="pres">
      <dgm:prSet presAssocID="{4E00E239-8EEE-154E-8ED7-F509E72E9198}" presName="sibTrans" presStyleLbl="sibTrans1D1" presStyleIdx="3" presStyleCnt="10"/>
      <dgm:spPr/>
    </dgm:pt>
    <dgm:pt modelId="{F4ED4812-BED9-E64A-AF8B-B841C13632DC}" type="pres">
      <dgm:prSet presAssocID="{82943F14-E655-8548-AB85-0918B4F2226F}" presName="node" presStyleLbl="node1" presStyleIdx="4" presStyleCnt="10" custScaleX="135301" custScaleY="86450" custRadScaleRad="99491" custRadScaleInc="-81929">
        <dgm:presLayoutVars>
          <dgm:bulletEnabled val="1"/>
        </dgm:presLayoutVars>
      </dgm:prSet>
      <dgm:spPr/>
    </dgm:pt>
    <dgm:pt modelId="{E4D0421B-A6AC-E14A-9A58-40FA1665D6E5}" type="pres">
      <dgm:prSet presAssocID="{82943F14-E655-8548-AB85-0918B4F2226F}" presName="spNode" presStyleCnt="0"/>
      <dgm:spPr/>
    </dgm:pt>
    <dgm:pt modelId="{75A3F0E0-CFD0-F840-BF0E-42D54E35DE33}" type="pres">
      <dgm:prSet presAssocID="{852CB784-D77E-8F43-9E0C-6E267F5720E6}" presName="sibTrans" presStyleLbl="sibTrans1D1" presStyleIdx="4" presStyleCnt="10"/>
      <dgm:spPr/>
    </dgm:pt>
    <dgm:pt modelId="{368BC963-A187-8349-8940-DDA7A0D07825}" type="pres">
      <dgm:prSet presAssocID="{EBDE791D-2846-C145-9418-01984B5226C8}" presName="node" presStyleLbl="node1" presStyleIdx="5" presStyleCnt="10" custScaleX="172192" custRadScaleRad="97945" custRadScaleInc="-46394">
        <dgm:presLayoutVars>
          <dgm:bulletEnabled val="1"/>
        </dgm:presLayoutVars>
      </dgm:prSet>
      <dgm:spPr/>
    </dgm:pt>
    <dgm:pt modelId="{CC3CB9E1-0DE4-B54D-8776-137C602E1872}" type="pres">
      <dgm:prSet presAssocID="{EBDE791D-2846-C145-9418-01984B5226C8}" presName="spNode" presStyleCnt="0"/>
      <dgm:spPr/>
    </dgm:pt>
    <dgm:pt modelId="{EECE35E8-5183-7940-88EE-6C5F0B693FAC}" type="pres">
      <dgm:prSet presAssocID="{2354F733-1781-9C45-AB21-86BDC9DD53AD}" presName="sibTrans" presStyleLbl="sibTrans1D1" presStyleIdx="5" presStyleCnt="10"/>
      <dgm:spPr/>
    </dgm:pt>
    <dgm:pt modelId="{06D987A0-932A-3149-B6E6-156AC73F380C}" type="pres">
      <dgm:prSet presAssocID="{6DEE326F-B29B-BF4F-967C-D2D290B0525D}" presName="node" presStyleLbl="node1" presStyleIdx="6" presStyleCnt="10" custScaleX="167164" custScaleY="132829" custRadScaleRad="101440" custRadScaleInc="46591">
        <dgm:presLayoutVars>
          <dgm:bulletEnabled val="1"/>
        </dgm:presLayoutVars>
      </dgm:prSet>
      <dgm:spPr/>
    </dgm:pt>
    <dgm:pt modelId="{6CE4A9DF-6B90-594B-9521-CDE2DEAD6294}" type="pres">
      <dgm:prSet presAssocID="{6DEE326F-B29B-BF4F-967C-D2D290B0525D}" presName="spNode" presStyleCnt="0"/>
      <dgm:spPr/>
    </dgm:pt>
    <dgm:pt modelId="{19B87CB3-BAD4-EE4B-86B6-A0E2E77C51CC}" type="pres">
      <dgm:prSet presAssocID="{CFFCBA79-190D-B54D-AF43-57AF8175A33F}" presName="sibTrans" presStyleLbl="sibTrans1D1" presStyleIdx="6" presStyleCnt="10"/>
      <dgm:spPr/>
    </dgm:pt>
    <dgm:pt modelId="{0BD92416-DE59-724F-9F8C-6FD46C23C8D1}" type="pres">
      <dgm:prSet presAssocID="{AE78FDB9-0977-A943-8371-E24826029117}" presName="node" presStyleLbl="node1" presStyleIdx="7" presStyleCnt="10" custScaleX="163257" custScaleY="184848" custRadScaleRad="99151" custRadScaleInc="31494">
        <dgm:presLayoutVars>
          <dgm:bulletEnabled val="1"/>
        </dgm:presLayoutVars>
      </dgm:prSet>
      <dgm:spPr/>
    </dgm:pt>
    <dgm:pt modelId="{BA1E87E4-8C4A-EE4C-B0B9-ACBD0AA1F7C4}" type="pres">
      <dgm:prSet presAssocID="{AE78FDB9-0977-A943-8371-E24826029117}" presName="spNode" presStyleCnt="0"/>
      <dgm:spPr/>
    </dgm:pt>
    <dgm:pt modelId="{4A713261-A5C5-1044-85A7-2524A3B4707D}" type="pres">
      <dgm:prSet presAssocID="{199D0EEA-497A-0B47-BC79-FA7EB5BD8C5F}" presName="sibTrans" presStyleLbl="sibTrans1D1" presStyleIdx="7" presStyleCnt="10"/>
      <dgm:spPr/>
    </dgm:pt>
    <dgm:pt modelId="{918719B6-63F3-6440-BFF7-D5CFE7143A62}" type="pres">
      <dgm:prSet presAssocID="{5A8864D1-CB7F-3242-B0EC-BB63202057DD}" presName="node" presStyleLbl="node1" presStyleIdx="8" presStyleCnt="10" custScaleX="198141" custScaleY="133766" custRadScaleRad="101265" custRadScaleInc="10426">
        <dgm:presLayoutVars>
          <dgm:bulletEnabled val="1"/>
        </dgm:presLayoutVars>
      </dgm:prSet>
      <dgm:spPr/>
    </dgm:pt>
    <dgm:pt modelId="{83C8748B-859D-8C4D-B9E8-8910172F4128}" type="pres">
      <dgm:prSet presAssocID="{5A8864D1-CB7F-3242-B0EC-BB63202057DD}" presName="spNode" presStyleCnt="0"/>
      <dgm:spPr/>
    </dgm:pt>
    <dgm:pt modelId="{CF3DF407-F39C-2C48-8172-E998E0816A4F}" type="pres">
      <dgm:prSet presAssocID="{9DA00D69-CAEA-8D46-92C0-587511330F36}" presName="sibTrans" presStyleLbl="sibTrans1D1" presStyleIdx="8" presStyleCnt="10"/>
      <dgm:spPr/>
    </dgm:pt>
    <dgm:pt modelId="{A5C294A3-6597-5642-B8C5-434A96A2F134}" type="pres">
      <dgm:prSet presAssocID="{5AA9C7D7-1A2D-E046-B256-853FBFF95D53}" presName="node" presStyleLbl="node1" presStyleIdx="9" presStyleCnt="10" custScaleX="147306">
        <dgm:presLayoutVars>
          <dgm:bulletEnabled val="1"/>
        </dgm:presLayoutVars>
      </dgm:prSet>
      <dgm:spPr/>
    </dgm:pt>
    <dgm:pt modelId="{44B3CFF7-247F-BF48-8043-EE9C1BDA80EF}" type="pres">
      <dgm:prSet presAssocID="{5AA9C7D7-1A2D-E046-B256-853FBFF95D53}" presName="spNode" presStyleCnt="0"/>
      <dgm:spPr/>
    </dgm:pt>
    <dgm:pt modelId="{1791ABA7-3CB7-8A43-AD29-01ADC503288B}" type="pres">
      <dgm:prSet presAssocID="{36C13912-BD70-5D47-AD93-0B7381D061C7}" presName="sibTrans" presStyleLbl="sibTrans1D1" presStyleIdx="9" presStyleCnt="10"/>
      <dgm:spPr/>
    </dgm:pt>
  </dgm:ptLst>
  <dgm:cxnLst>
    <dgm:cxn modelId="{649E0C05-8302-E747-8EE6-52ABFACD30F5}" type="presOf" srcId="{A5A57639-5583-FB49-8029-85160B4792E1}" destId="{2E320D0A-8826-A146-8D82-2F1027EF1FBC}" srcOrd="0" destOrd="0" presId="urn:microsoft.com/office/officeart/2005/8/layout/cycle6"/>
    <dgm:cxn modelId="{7689A405-2F52-F247-B116-5CF808CE7EF1}" type="presOf" srcId="{1B77CF2C-E46E-0647-8A56-5D5BAF073336}" destId="{DE1333E7-AE3C-E446-9982-63466BCD8846}" srcOrd="0" destOrd="0" presId="urn:microsoft.com/office/officeart/2005/8/layout/cycle6"/>
    <dgm:cxn modelId="{A6DAE515-C3A1-C240-8AF1-CD55922C61A1}" type="presOf" srcId="{5A8864D1-CB7F-3242-B0EC-BB63202057DD}" destId="{918719B6-63F3-6440-BFF7-D5CFE7143A62}" srcOrd="0" destOrd="0" presId="urn:microsoft.com/office/officeart/2005/8/layout/cycle6"/>
    <dgm:cxn modelId="{433BA51C-445E-414C-AC24-C05992A7C2D1}" type="presOf" srcId="{5AA9C7D7-1A2D-E046-B256-853FBFF95D53}" destId="{A5C294A3-6597-5642-B8C5-434A96A2F134}" srcOrd="0" destOrd="0" presId="urn:microsoft.com/office/officeart/2005/8/layout/cycle6"/>
    <dgm:cxn modelId="{6077AC28-886A-CA46-9D21-0C2092A0B300}" type="presOf" srcId="{852CB784-D77E-8F43-9E0C-6E267F5720E6}" destId="{75A3F0E0-CFD0-F840-BF0E-42D54E35DE33}" srcOrd="0" destOrd="0" presId="urn:microsoft.com/office/officeart/2005/8/layout/cycle6"/>
    <dgm:cxn modelId="{A89D683D-58C9-0B48-8644-1B49D44CC8B1}" srcId="{FB91F0BE-E7A6-3C4B-8E49-BA5337B52FFD}" destId="{EBDE791D-2846-C145-9418-01984B5226C8}" srcOrd="5" destOrd="0" parTransId="{3FF0409C-BEE5-614D-859F-1B02019D2860}" sibTransId="{2354F733-1781-9C45-AB21-86BDC9DD53AD}"/>
    <dgm:cxn modelId="{5F1F6948-D293-6745-8C97-1FC15795BF0E}" srcId="{FB91F0BE-E7A6-3C4B-8E49-BA5337B52FFD}" destId="{6DEE326F-B29B-BF4F-967C-D2D290B0525D}" srcOrd="6" destOrd="0" parTransId="{D78890BF-B10C-5B4D-AC5E-CA8AAE16E3CD}" sibTransId="{CFFCBA79-190D-B54D-AF43-57AF8175A33F}"/>
    <dgm:cxn modelId="{24C5AA4F-E435-4648-83B2-9E222DB7D19E}" type="presOf" srcId="{9DA00D69-CAEA-8D46-92C0-587511330F36}" destId="{CF3DF407-F39C-2C48-8172-E998E0816A4F}" srcOrd="0" destOrd="0" presId="urn:microsoft.com/office/officeart/2005/8/layout/cycle6"/>
    <dgm:cxn modelId="{31E05850-E84C-1A4F-8F2A-5915894A9D1B}" type="presOf" srcId="{36C13912-BD70-5D47-AD93-0B7381D061C7}" destId="{1791ABA7-3CB7-8A43-AD29-01ADC503288B}" srcOrd="0" destOrd="0" presId="urn:microsoft.com/office/officeart/2005/8/layout/cycle6"/>
    <dgm:cxn modelId="{08016F50-AE39-394D-A8CC-E1F4AC152383}" srcId="{FB91F0BE-E7A6-3C4B-8E49-BA5337B52FFD}" destId="{82943F14-E655-8548-AB85-0918B4F2226F}" srcOrd="4" destOrd="0" parTransId="{458DC961-034F-4D48-BCCF-55EA50CDDD61}" sibTransId="{852CB784-D77E-8F43-9E0C-6E267F5720E6}"/>
    <dgm:cxn modelId="{324A895B-BB2E-4C46-8CB8-5555A96074BB}" type="presOf" srcId="{CFFCBA79-190D-B54D-AF43-57AF8175A33F}" destId="{19B87CB3-BAD4-EE4B-86B6-A0E2E77C51CC}" srcOrd="0" destOrd="0" presId="urn:microsoft.com/office/officeart/2005/8/layout/cycle6"/>
    <dgm:cxn modelId="{6E685E5C-5A20-674E-BF7E-BD4BA234A9C6}" type="presOf" srcId="{43D4A1E1-44BD-C248-A516-210B99F16E29}" destId="{77811A70-D3AE-0C41-8D6A-1D07D32ADEBA}" srcOrd="0" destOrd="0" presId="urn:microsoft.com/office/officeart/2005/8/layout/cycle6"/>
    <dgm:cxn modelId="{738D315E-D74D-754B-BD87-B7853AFF5DBB}" type="presOf" srcId="{4E00E239-8EEE-154E-8ED7-F509E72E9198}" destId="{AA19C0B5-7F8E-974A-BF9D-E0ED8C6DFB9D}" srcOrd="0" destOrd="0" presId="urn:microsoft.com/office/officeart/2005/8/layout/cycle6"/>
    <dgm:cxn modelId="{3E23205F-7E81-E54D-B322-E44BD341EADE}" type="presOf" srcId="{82943F14-E655-8548-AB85-0918B4F2226F}" destId="{F4ED4812-BED9-E64A-AF8B-B841C13632DC}" srcOrd="0" destOrd="0" presId="urn:microsoft.com/office/officeart/2005/8/layout/cycle6"/>
    <dgm:cxn modelId="{2B28937F-38B3-2444-A127-D2044A5DE3CE}" srcId="{FB91F0BE-E7A6-3C4B-8E49-BA5337B52FFD}" destId="{FD103691-CB8B-3B46-A668-A8A2CBCAC3D9}" srcOrd="0" destOrd="0" parTransId="{44FCE4AE-65C5-F64C-B3EF-4EAB9A835F74}" sibTransId="{43D4A1E1-44BD-C248-A516-210B99F16E29}"/>
    <dgm:cxn modelId="{6C79CF84-E6AC-D44B-9E71-B5ADD7A1AA87}" srcId="{FB91F0BE-E7A6-3C4B-8E49-BA5337B52FFD}" destId="{5A8864D1-CB7F-3242-B0EC-BB63202057DD}" srcOrd="8" destOrd="0" parTransId="{EFE84D7D-9666-7E47-8AD9-9E03D7824103}" sibTransId="{9DA00D69-CAEA-8D46-92C0-587511330F36}"/>
    <dgm:cxn modelId="{D364D889-1A16-E546-A20B-59F6FE8F7BD4}" srcId="{FB91F0BE-E7A6-3C4B-8E49-BA5337B52FFD}" destId="{6B3AE2C8-75AD-5D4B-9DF2-F2D3843B79B0}" srcOrd="1" destOrd="0" parTransId="{CFDDB8A2-5E4E-574F-849C-0414DF0E0CDE}" sibTransId="{1B77CF2C-E46E-0647-8A56-5D5BAF073336}"/>
    <dgm:cxn modelId="{E6B1B499-ADC7-FE44-9826-997B8C58313B}" type="presOf" srcId="{EBDE791D-2846-C145-9418-01984B5226C8}" destId="{368BC963-A187-8349-8940-DDA7A0D07825}" srcOrd="0" destOrd="0" presId="urn:microsoft.com/office/officeart/2005/8/layout/cycle6"/>
    <dgm:cxn modelId="{4FCAA89F-8F4C-5C40-A399-9B5955F832F3}" srcId="{FB91F0BE-E7A6-3C4B-8E49-BA5337B52FFD}" destId="{AE78FDB9-0977-A943-8371-E24826029117}" srcOrd="7" destOrd="0" parTransId="{C3FE9689-A67E-754B-ACC5-62DD6E8F3771}" sibTransId="{199D0EEA-497A-0B47-BC79-FA7EB5BD8C5F}"/>
    <dgm:cxn modelId="{78C5FEA7-496C-3F4E-98F3-6E60CAB0266F}" srcId="{FB91F0BE-E7A6-3C4B-8E49-BA5337B52FFD}" destId="{3A25014B-A203-1649-A4DA-33CF73C3C1EB}" srcOrd="2" destOrd="0" parTransId="{074135E6-5C02-3B4E-BB05-AF031378823F}" sibTransId="{A5A57639-5583-FB49-8029-85160B4792E1}"/>
    <dgm:cxn modelId="{6F6770AD-12B9-014C-97BB-44191AE0FB6B}" type="presOf" srcId="{AE78FDB9-0977-A943-8371-E24826029117}" destId="{0BD92416-DE59-724F-9F8C-6FD46C23C8D1}" srcOrd="0" destOrd="0" presId="urn:microsoft.com/office/officeart/2005/8/layout/cycle6"/>
    <dgm:cxn modelId="{686DFBB1-1B4B-DB48-AF7D-865CDD21EAE4}" type="presOf" srcId="{FD103691-CB8B-3B46-A668-A8A2CBCAC3D9}" destId="{6E850CF3-5224-4643-957D-53E03E1EE7D0}" srcOrd="0" destOrd="0" presId="urn:microsoft.com/office/officeart/2005/8/layout/cycle6"/>
    <dgm:cxn modelId="{54F637B4-644C-C941-87DF-235471469875}" srcId="{FB91F0BE-E7A6-3C4B-8E49-BA5337B52FFD}" destId="{5AA9C7D7-1A2D-E046-B256-853FBFF95D53}" srcOrd="9" destOrd="0" parTransId="{182AFCD6-35F4-9A49-B74A-D939D81DFBA3}" sibTransId="{36C13912-BD70-5D47-AD93-0B7381D061C7}"/>
    <dgm:cxn modelId="{C2EAADB4-A6BB-B34D-A020-08B5B4E5560A}" type="presOf" srcId="{2354F733-1781-9C45-AB21-86BDC9DD53AD}" destId="{EECE35E8-5183-7940-88EE-6C5F0B693FAC}" srcOrd="0" destOrd="0" presId="urn:microsoft.com/office/officeart/2005/8/layout/cycle6"/>
    <dgm:cxn modelId="{31DA8DBA-0005-A246-8185-7FF7F88A42A3}" type="presOf" srcId="{199D0EEA-497A-0B47-BC79-FA7EB5BD8C5F}" destId="{4A713261-A5C5-1044-85A7-2524A3B4707D}" srcOrd="0" destOrd="0" presId="urn:microsoft.com/office/officeart/2005/8/layout/cycle6"/>
    <dgm:cxn modelId="{1216BFBD-ACE2-5049-AE69-812934206C81}" type="presOf" srcId="{B48D6674-752A-9546-9087-03F62FE01B3F}" destId="{E1E2F9C0-F9CF-9245-9927-EC71104EAC4D}" srcOrd="0" destOrd="0" presId="urn:microsoft.com/office/officeart/2005/8/layout/cycle6"/>
    <dgm:cxn modelId="{8DC70ABE-D3C8-FE4B-A804-FE87BA99D99A}" type="presOf" srcId="{6DEE326F-B29B-BF4F-967C-D2D290B0525D}" destId="{06D987A0-932A-3149-B6E6-156AC73F380C}" srcOrd="0" destOrd="0" presId="urn:microsoft.com/office/officeart/2005/8/layout/cycle6"/>
    <dgm:cxn modelId="{FE80E1C4-9A5E-B245-BF7C-590CE8618867}" type="presOf" srcId="{FB91F0BE-E7A6-3C4B-8E49-BA5337B52FFD}" destId="{3E701364-E88D-844E-B02C-17361E5DA7C2}" srcOrd="0" destOrd="0" presId="urn:microsoft.com/office/officeart/2005/8/layout/cycle6"/>
    <dgm:cxn modelId="{C8A031D6-143A-954F-BD34-5FA19E419DDD}" srcId="{FB91F0BE-E7A6-3C4B-8E49-BA5337B52FFD}" destId="{B48D6674-752A-9546-9087-03F62FE01B3F}" srcOrd="3" destOrd="0" parTransId="{7DCD4686-45F6-5045-A248-7380E3DC8FA9}" sibTransId="{4E00E239-8EEE-154E-8ED7-F509E72E9198}"/>
    <dgm:cxn modelId="{4D0E17D9-CF9B-C643-A9E7-57EB6D0047D5}" type="presOf" srcId="{3A25014B-A203-1649-A4DA-33CF73C3C1EB}" destId="{E505CE0C-A16C-2E44-B33A-31F184E7897D}" srcOrd="0" destOrd="0" presId="urn:microsoft.com/office/officeart/2005/8/layout/cycle6"/>
    <dgm:cxn modelId="{391CFBFE-27D1-084A-A40F-5156F6EAFD33}" type="presOf" srcId="{6B3AE2C8-75AD-5D4B-9DF2-F2D3843B79B0}" destId="{BFA542A5-C28D-0B43-B7BF-3857B76FC18C}" srcOrd="0" destOrd="0" presId="urn:microsoft.com/office/officeart/2005/8/layout/cycle6"/>
    <dgm:cxn modelId="{9EFDE125-0BBE-6E4C-B30A-A66E8D37A2F9}" type="presParOf" srcId="{3E701364-E88D-844E-B02C-17361E5DA7C2}" destId="{6E850CF3-5224-4643-957D-53E03E1EE7D0}" srcOrd="0" destOrd="0" presId="urn:microsoft.com/office/officeart/2005/8/layout/cycle6"/>
    <dgm:cxn modelId="{711C0C8A-E198-A54D-8F9F-A676336DB4E2}" type="presParOf" srcId="{3E701364-E88D-844E-B02C-17361E5DA7C2}" destId="{DD85E40B-1434-BD48-8E6C-9CED8BA300F8}" srcOrd="1" destOrd="0" presId="urn:microsoft.com/office/officeart/2005/8/layout/cycle6"/>
    <dgm:cxn modelId="{5A84C283-F702-D145-9A47-577DB6ABFB87}" type="presParOf" srcId="{3E701364-E88D-844E-B02C-17361E5DA7C2}" destId="{77811A70-D3AE-0C41-8D6A-1D07D32ADEBA}" srcOrd="2" destOrd="0" presId="urn:microsoft.com/office/officeart/2005/8/layout/cycle6"/>
    <dgm:cxn modelId="{C89020FD-5CE0-DD4A-B47D-BAA490263C04}" type="presParOf" srcId="{3E701364-E88D-844E-B02C-17361E5DA7C2}" destId="{BFA542A5-C28D-0B43-B7BF-3857B76FC18C}" srcOrd="3" destOrd="0" presId="urn:microsoft.com/office/officeart/2005/8/layout/cycle6"/>
    <dgm:cxn modelId="{060F4894-4774-0049-9EB4-3658EB512E3E}" type="presParOf" srcId="{3E701364-E88D-844E-B02C-17361E5DA7C2}" destId="{1A0D2687-9E6A-DA43-B78D-58AFB5825E8D}" srcOrd="4" destOrd="0" presId="urn:microsoft.com/office/officeart/2005/8/layout/cycle6"/>
    <dgm:cxn modelId="{83B3D4C5-74B3-A244-8DA7-A9C993B2071F}" type="presParOf" srcId="{3E701364-E88D-844E-B02C-17361E5DA7C2}" destId="{DE1333E7-AE3C-E446-9982-63466BCD8846}" srcOrd="5" destOrd="0" presId="urn:microsoft.com/office/officeart/2005/8/layout/cycle6"/>
    <dgm:cxn modelId="{B6AC774D-8E22-F74E-96BA-B5E739DD6F91}" type="presParOf" srcId="{3E701364-E88D-844E-B02C-17361E5DA7C2}" destId="{E505CE0C-A16C-2E44-B33A-31F184E7897D}" srcOrd="6" destOrd="0" presId="urn:microsoft.com/office/officeart/2005/8/layout/cycle6"/>
    <dgm:cxn modelId="{D5E1E0CF-3B9E-DC4B-8403-6BF487028A97}" type="presParOf" srcId="{3E701364-E88D-844E-B02C-17361E5DA7C2}" destId="{6050E01C-68A2-DC49-8F8C-A2535160F820}" srcOrd="7" destOrd="0" presId="urn:microsoft.com/office/officeart/2005/8/layout/cycle6"/>
    <dgm:cxn modelId="{1AE241CD-DC6E-0945-9B04-27A54E362179}" type="presParOf" srcId="{3E701364-E88D-844E-B02C-17361E5DA7C2}" destId="{2E320D0A-8826-A146-8D82-2F1027EF1FBC}" srcOrd="8" destOrd="0" presId="urn:microsoft.com/office/officeart/2005/8/layout/cycle6"/>
    <dgm:cxn modelId="{525123E7-A6EE-C045-8874-950563E73065}" type="presParOf" srcId="{3E701364-E88D-844E-B02C-17361E5DA7C2}" destId="{E1E2F9C0-F9CF-9245-9927-EC71104EAC4D}" srcOrd="9" destOrd="0" presId="urn:microsoft.com/office/officeart/2005/8/layout/cycle6"/>
    <dgm:cxn modelId="{1E78545D-7A15-9846-B491-28155A0854C6}" type="presParOf" srcId="{3E701364-E88D-844E-B02C-17361E5DA7C2}" destId="{0471B209-199B-864C-BCE2-35102CD08647}" srcOrd="10" destOrd="0" presId="urn:microsoft.com/office/officeart/2005/8/layout/cycle6"/>
    <dgm:cxn modelId="{BEF8B429-9A18-BF40-9291-EE96DC1B6474}" type="presParOf" srcId="{3E701364-E88D-844E-B02C-17361E5DA7C2}" destId="{AA19C0B5-7F8E-974A-BF9D-E0ED8C6DFB9D}" srcOrd="11" destOrd="0" presId="urn:microsoft.com/office/officeart/2005/8/layout/cycle6"/>
    <dgm:cxn modelId="{AFDFFD2D-66F1-FE4E-8266-63881BBE04A2}" type="presParOf" srcId="{3E701364-E88D-844E-B02C-17361E5DA7C2}" destId="{F4ED4812-BED9-E64A-AF8B-B841C13632DC}" srcOrd="12" destOrd="0" presId="urn:microsoft.com/office/officeart/2005/8/layout/cycle6"/>
    <dgm:cxn modelId="{5060B2EB-75F6-A640-80D9-635C5FC3CD9F}" type="presParOf" srcId="{3E701364-E88D-844E-B02C-17361E5DA7C2}" destId="{E4D0421B-A6AC-E14A-9A58-40FA1665D6E5}" srcOrd="13" destOrd="0" presId="urn:microsoft.com/office/officeart/2005/8/layout/cycle6"/>
    <dgm:cxn modelId="{76ED845F-B3C0-4540-B847-ED8FDDBAAAB6}" type="presParOf" srcId="{3E701364-E88D-844E-B02C-17361E5DA7C2}" destId="{75A3F0E0-CFD0-F840-BF0E-42D54E35DE33}" srcOrd="14" destOrd="0" presId="urn:microsoft.com/office/officeart/2005/8/layout/cycle6"/>
    <dgm:cxn modelId="{6AD768B8-0CCF-8643-AB35-E14087487DB5}" type="presParOf" srcId="{3E701364-E88D-844E-B02C-17361E5DA7C2}" destId="{368BC963-A187-8349-8940-DDA7A0D07825}" srcOrd="15" destOrd="0" presId="urn:microsoft.com/office/officeart/2005/8/layout/cycle6"/>
    <dgm:cxn modelId="{715EE001-E376-4F45-8F38-503C2580ED25}" type="presParOf" srcId="{3E701364-E88D-844E-B02C-17361E5DA7C2}" destId="{CC3CB9E1-0DE4-B54D-8776-137C602E1872}" srcOrd="16" destOrd="0" presId="urn:microsoft.com/office/officeart/2005/8/layout/cycle6"/>
    <dgm:cxn modelId="{FA4762AE-22F9-C24A-8143-36CF555ED62B}" type="presParOf" srcId="{3E701364-E88D-844E-B02C-17361E5DA7C2}" destId="{EECE35E8-5183-7940-88EE-6C5F0B693FAC}" srcOrd="17" destOrd="0" presId="urn:microsoft.com/office/officeart/2005/8/layout/cycle6"/>
    <dgm:cxn modelId="{B975AF2B-0430-C942-B7F8-0624423C70E0}" type="presParOf" srcId="{3E701364-E88D-844E-B02C-17361E5DA7C2}" destId="{06D987A0-932A-3149-B6E6-156AC73F380C}" srcOrd="18" destOrd="0" presId="urn:microsoft.com/office/officeart/2005/8/layout/cycle6"/>
    <dgm:cxn modelId="{C2F6066F-243A-9342-B74C-801166FDDA96}" type="presParOf" srcId="{3E701364-E88D-844E-B02C-17361E5DA7C2}" destId="{6CE4A9DF-6B90-594B-9521-CDE2DEAD6294}" srcOrd="19" destOrd="0" presId="urn:microsoft.com/office/officeart/2005/8/layout/cycle6"/>
    <dgm:cxn modelId="{8A0EE824-157A-494E-AEC0-930F7FF7B0A4}" type="presParOf" srcId="{3E701364-E88D-844E-B02C-17361E5DA7C2}" destId="{19B87CB3-BAD4-EE4B-86B6-A0E2E77C51CC}" srcOrd="20" destOrd="0" presId="urn:microsoft.com/office/officeart/2005/8/layout/cycle6"/>
    <dgm:cxn modelId="{6ABB6135-5F49-CF43-A6A9-39922CE4AE99}" type="presParOf" srcId="{3E701364-E88D-844E-B02C-17361E5DA7C2}" destId="{0BD92416-DE59-724F-9F8C-6FD46C23C8D1}" srcOrd="21" destOrd="0" presId="urn:microsoft.com/office/officeart/2005/8/layout/cycle6"/>
    <dgm:cxn modelId="{EC974085-4299-EC44-A0BB-565A89040463}" type="presParOf" srcId="{3E701364-E88D-844E-B02C-17361E5DA7C2}" destId="{BA1E87E4-8C4A-EE4C-B0B9-ACBD0AA1F7C4}" srcOrd="22" destOrd="0" presId="urn:microsoft.com/office/officeart/2005/8/layout/cycle6"/>
    <dgm:cxn modelId="{52EAA5D3-19F3-AD46-8D8F-2C8F99A99C3B}" type="presParOf" srcId="{3E701364-E88D-844E-B02C-17361E5DA7C2}" destId="{4A713261-A5C5-1044-85A7-2524A3B4707D}" srcOrd="23" destOrd="0" presId="urn:microsoft.com/office/officeart/2005/8/layout/cycle6"/>
    <dgm:cxn modelId="{6E0664AF-68AC-C040-A65D-64D095C58B71}" type="presParOf" srcId="{3E701364-E88D-844E-B02C-17361E5DA7C2}" destId="{918719B6-63F3-6440-BFF7-D5CFE7143A62}" srcOrd="24" destOrd="0" presId="urn:microsoft.com/office/officeart/2005/8/layout/cycle6"/>
    <dgm:cxn modelId="{5241046B-952C-484C-B83E-E4E49380FBBE}" type="presParOf" srcId="{3E701364-E88D-844E-B02C-17361E5DA7C2}" destId="{83C8748B-859D-8C4D-B9E8-8910172F4128}" srcOrd="25" destOrd="0" presId="urn:microsoft.com/office/officeart/2005/8/layout/cycle6"/>
    <dgm:cxn modelId="{2EE32EE1-85DE-DB48-89F7-A8F40BA6F4E5}" type="presParOf" srcId="{3E701364-E88D-844E-B02C-17361E5DA7C2}" destId="{CF3DF407-F39C-2C48-8172-E998E0816A4F}" srcOrd="26" destOrd="0" presId="urn:microsoft.com/office/officeart/2005/8/layout/cycle6"/>
    <dgm:cxn modelId="{901B93B9-D81E-0F44-9736-43A6382FE1AC}" type="presParOf" srcId="{3E701364-E88D-844E-B02C-17361E5DA7C2}" destId="{A5C294A3-6597-5642-B8C5-434A96A2F134}" srcOrd="27" destOrd="0" presId="urn:microsoft.com/office/officeart/2005/8/layout/cycle6"/>
    <dgm:cxn modelId="{B719835F-DCC4-6A4B-BD2B-8B1DC66B1E4D}" type="presParOf" srcId="{3E701364-E88D-844E-B02C-17361E5DA7C2}" destId="{44B3CFF7-247F-BF48-8043-EE9C1BDA80EF}" srcOrd="28" destOrd="0" presId="urn:microsoft.com/office/officeart/2005/8/layout/cycle6"/>
    <dgm:cxn modelId="{D4FE4ED3-E225-3A41-8D4D-3AA466647E4D}" type="presParOf" srcId="{3E701364-E88D-844E-B02C-17361E5DA7C2}" destId="{1791ABA7-3CB7-8A43-AD29-01ADC503288B}" srcOrd="29" destOrd="0" presId="urn:microsoft.com/office/officeart/2005/8/layout/cycle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4680DD0-3B01-D645-855B-115B2A2B049A}" type="doc">
      <dgm:prSet loTypeId="urn:microsoft.com/office/officeart/2005/8/layout/cycle6" loCatId="" qsTypeId="urn:microsoft.com/office/officeart/2005/8/quickstyle/simple1" qsCatId="simple" csTypeId="urn:microsoft.com/office/officeart/2005/8/colors/accent1_2" csCatId="accent1" phldr="1"/>
      <dgm:spPr/>
      <dgm:t>
        <a:bodyPr/>
        <a:lstStyle/>
        <a:p>
          <a:endParaRPr lang="en-US"/>
        </a:p>
      </dgm:t>
    </dgm:pt>
    <dgm:pt modelId="{9EF8A510-99ED-324F-861D-7471DCD9C5D0}">
      <dgm:prSet phldrT="[Text]" custT="1"/>
      <dgm:spPr>
        <a:solidFill>
          <a:srgbClr val="0060C1"/>
        </a:solidFill>
        <a:scene3d>
          <a:camera prst="orthographicFront"/>
          <a:lightRig rig="threePt" dir="t"/>
        </a:scene3d>
        <a:sp3d>
          <a:bevelT prst="angle"/>
        </a:sp3d>
      </dgm:spPr>
      <dgm:t>
        <a:bodyPr/>
        <a:lstStyle/>
        <a:p>
          <a:r>
            <a:rPr lang="en-US" sz="2000" dirty="0"/>
            <a:t>Ongoing AT Support</a:t>
          </a:r>
        </a:p>
      </dgm:t>
      <dgm:extLst>
        <a:ext uri="{E40237B7-FDA0-4F09-8148-C483321AD2D9}">
          <dgm14:cNvPr xmlns:dgm14="http://schemas.microsoft.com/office/drawing/2010/diagram" id="0" name="" descr="Confidentiality"/>
        </a:ext>
      </dgm:extLst>
    </dgm:pt>
    <dgm:pt modelId="{007FD2A4-6795-2644-BDC0-7D9254477FE4}" type="parTrans" cxnId="{BDD3CD6E-F771-5745-AADC-FD49C8AAB983}">
      <dgm:prSet/>
      <dgm:spPr/>
      <dgm:t>
        <a:bodyPr/>
        <a:lstStyle/>
        <a:p>
          <a:endParaRPr lang="en-US"/>
        </a:p>
      </dgm:t>
    </dgm:pt>
    <dgm:pt modelId="{2765E2DC-0979-5547-9BB0-B07E21943C69}" type="sibTrans" cxnId="{BDD3CD6E-F771-5745-AADC-FD49C8AAB983}">
      <dgm:prSet/>
      <dgm:spPr>
        <a:ln w="25400">
          <a:solidFill>
            <a:srgbClr val="0070C0"/>
          </a:solidFill>
        </a:ln>
      </dgm:spPr>
      <dgm:t>
        <a:bodyPr/>
        <a:lstStyle/>
        <a:p>
          <a:endParaRPr lang="en-US"/>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EB86120C-F490-BC40-9021-0CD4BDFC037A}">
      <dgm:prSet phldrT="[Text]" custT="1">
        <dgm:style>
          <a:lnRef idx="0">
            <a:schemeClr val="accent6"/>
          </a:lnRef>
          <a:fillRef idx="3">
            <a:schemeClr val="accent6"/>
          </a:fillRef>
          <a:effectRef idx="3">
            <a:schemeClr val="accent6"/>
          </a:effectRef>
          <a:fontRef idx="minor">
            <a:schemeClr val="lt1"/>
          </a:fontRef>
        </dgm:style>
      </dgm:prSet>
      <dgm:spPr>
        <a:scene3d>
          <a:camera prst="orthographicFront"/>
          <a:lightRig rig="threePt" dir="t"/>
        </a:scene3d>
        <a:sp3d>
          <a:bevelT prst="angle"/>
        </a:sp3d>
      </dgm:spPr>
      <dgm:t>
        <a:bodyPr/>
        <a:lstStyle/>
        <a:p>
          <a:r>
            <a:rPr lang="en-US" sz="2000" dirty="0"/>
            <a:t>Lack of Awareness of Options</a:t>
          </a:r>
        </a:p>
      </dgm:t>
      <dgm:extLst>
        <a:ext uri="{E40237B7-FDA0-4F09-8148-C483321AD2D9}">
          <dgm14:cNvPr xmlns:dgm14="http://schemas.microsoft.com/office/drawing/2010/diagram" id="0" name="" descr="Resources"/>
        </a:ext>
      </dgm:extLst>
    </dgm:pt>
    <dgm:pt modelId="{2FAD6CD1-F1C2-EE4E-8B3D-F66B2F4FDF48}" type="parTrans" cxnId="{B7AC89B6-5D20-BC46-9760-F19DA23FA61C}">
      <dgm:prSet/>
      <dgm:spPr/>
      <dgm:t>
        <a:bodyPr/>
        <a:lstStyle/>
        <a:p>
          <a:endParaRPr lang="en-US"/>
        </a:p>
      </dgm:t>
    </dgm:pt>
    <dgm:pt modelId="{9DABB2C6-918D-F945-9350-FE3202DF0565}" type="sibTrans" cxnId="{B7AC89B6-5D20-BC46-9760-F19DA23FA61C}">
      <dgm:prSet/>
      <dgm:spPr>
        <a:ln w="25400">
          <a:solidFill>
            <a:srgbClr val="0070C0"/>
          </a:solidFill>
        </a:ln>
      </dgm:spPr>
      <dgm:t>
        <a:bodyPr/>
        <a:lstStyle/>
        <a:p>
          <a:endParaRPr lang="en-US"/>
        </a:p>
      </dgm:t>
    </dgm:pt>
    <dgm:pt modelId="{2E45443A-1D9F-5341-9CD1-37ABCEDEE514}">
      <dgm:prSet phldrT="[Text]" custT="1">
        <dgm:style>
          <a:lnRef idx="1">
            <a:schemeClr val="accent6"/>
          </a:lnRef>
          <a:fillRef idx="2">
            <a:schemeClr val="accent6"/>
          </a:fillRef>
          <a:effectRef idx="1">
            <a:schemeClr val="accent6"/>
          </a:effectRef>
          <a:fontRef idx="minor">
            <a:schemeClr val="dk1"/>
          </a:fontRef>
        </dgm:style>
      </dgm:prSet>
      <dgm:spPr>
        <a:scene3d>
          <a:camera prst="orthographicFront"/>
          <a:lightRig rig="threePt" dir="t"/>
        </a:scene3d>
        <a:sp3d>
          <a:bevelT prst="angle"/>
        </a:sp3d>
      </dgm:spPr>
      <dgm:t>
        <a:bodyPr/>
        <a:lstStyle/>
        <a:p>
          <a:r>
            <a:rPr lang="en-US" sz="2000" dirty="0"/>
            <a:t>Employer Support</a:t>
          </a:r>
        </a:p>
      </dgm:t>
      <dgm:extLst>
        <a:ext uri="{E40237B7-FDA0-4F09-8148-C483321AD2D9}">
          <dgm14:cNvPr xmlns:dgm14="http://schemas.microsoft.com/office/drawing/2010/diagram" id="0" name="" descr="Employer Support"/>
        </a:ext>
      </dgm:extLst>
    </dgm:pt>
    <dgm:pt modelId="{C028F4A1-B031-A846-B1D8-63B0ABC0C4F1}" type="parTrans" cxnId="{4AC0A632-CC6F-3044-9DBD-18E0794C9CBF}">
      <dgm:prSet/>
      <dgm:spPr/>
      <dgm:t>
        <a:bodyPr/>
        <a:lstStyle/>
        <a:p>
          <a:endParaRPr lang="en-US"/>
        </a:p>
      </dgm:t>
    </dgm:pt>
    <dgm:pt modelId="{294EF629-CC04-FF4B-9894-CEEF81E5B3FB}" type="sibTrans" cxnId="{4AC0A632-CC6F-3044-9DBD-18E0794C9CBF}">
      <dgm:prSet/>
      <dgm:spPr>
        <a:ln w="25400">
          <a:solidFill>
            <a:srgbClr val="0060C1"/>
          </a:solidFill>
        </a:ln>
      </dgm:spPr>
      <dgm:t>
        <a:bodyPr/>
        <a:lstStyle/>
        <a:p>
          <a:endParaRPr lang="en-US"/>
        </a:p>
      </dgm:t>
    </dgm:pt>
    <dgm:pt modelId="{BF1CA5F1-D039-0949-B8BF-F5E847B23F33}">
      <dgm:prSet phldrT="[Text]" custT="1"/>
      <dgm:spPr>
        <a:scene3d>
          <a:camera prst="orthographicFront"/>
          <a:lightRig rig="threePt" dir="t"/>
        </a:scene3d>
        <a:sp3d>
          <a:bevelT prst="angle"/>
        </a:sp3d>
      </dgm:spPr>
      <dgm:t>
        <a:bodyPr/>
        <a:lstStyle/>
        <a:p>
          <a:r>
            <a:rPr lang="en-US" sz="2000" dirty="0">
              <a:solidFill>
                <a:schemeClr val="tx1"/>
              </a:solidFill>
            </a:rPr>
            <a:t>Ownership</a:t>
          </a:r>
        </a:p>
      </dgm:t>
      <dgm:extLst>
        <a:ext uri="{E40237B7-FDA0-4F09-8148-C483321AD2D9}">
          <dgm14:cNvPr xmlns:dgm14="http://schemas.microsoft.com/office/drawing/2010/diagram" id="0" name="" descr="Ownership"/>
        </a:ext>
      </dgm:extLst>
    </dgm:pt>
    <dgm:pt modelId="{6997D46D-ED75-A84B-8266-42BD8C356546}" type="parTrans" cxnId="{2F418EE7-D95C-744B-84D3-09A220074647}">
      <dgm:prSet/>
      <dgm:spPr/>
      <dgm:t>
        <a:bodyPr/>
        <a:lstStyle/>
        <a:p>
          <a:endParaRPr lang="en-US"/>
        </a:p>
      </dgm:t>
    </dgm:pt>
    <dgm:pt modelId="{C07AD6C3-162B-6340-80B9-E8CAB43DF4A8}" type="sibTrans" cxnId="{2F418EE7-D95C-744B-84D3-09A220074647}">
      <dgm:prSet/>
      <dgm:spPr>
        <a:ln w="25400">
          <a:solidFill>
            <a:srgbClr val="0060C1"/>
          </a:solidFill>
        </a:ln>
      </dgm:spPr>
      <dgm:t>
        <a:bodyPr/>
        <a:lstStyle/>
        <a:p>
          <a:endParaRPr lang="en-US"/>
        </a:p>
      </dgm:t>
    </dgm:pt>
    <dgm:pt modelId="{0A808260-C64B-7341-B94F-50D9B7508CC9}">
      <dgm:prSet phldrT="[Text]" custT="1">
        <dgm:style>
          <a:lnRef idx="3">
            <a:schemeClr val="lt1"/>
          </a:lnRef>
          <a:fillRef idx="1">
            <a:schemeClr val="accent4"/>
          </a:fillRef>
          <a:effectRef idx="1">
            <a:schemeClr val="accent4"/>
          </a:effectRef>
          <a:fontRef idx="minor">
            <a:schemeClr val="lt1"/>
          </a:fontRef>
        </dgm:style>
      </dgm:prSet>
      <dgm:spPr>
        <a:scene3d>
          <a:camera prst="orthographicFront"/>
          <a:lightRig rig="threePt" dir="t"/>
        </a:scene3d>
        <a:sp3d>
          <a:bevelT prst="angle"/>
        </a:sp3d>
      </dgm:spPr>
      <dgm:t>
        <a:bodyPr/>
        <a:lstStyle/>
        <a:p>
          <a:r>
            <a:rPr lang="en-US" sz="2000" dirty="0"/>
            <a:t>Funding</a:t>
          </a:r>
        </a:p>
      </dgm:t>
      <dgm:extLst>
        <a:ext uri="{E40237B7-FDA0-4F09-8148-C483321AD2D9}">
          <dgm14:cNvPr xmlns:dgm14="http://schemas.microsoft.com/office/drawing/2010/diagram" id="0" name="" descr="Funding"/>
        </a:ext>
      </dgm:extLst>
    </dgm:pt>
    <dgm:pt modelId="{37AEA23B-A956-644F-8FFE-712FD56C4DE2}" type="parTrans" cxnId="{6BF23C4C-AE9E-E74E-BABD-902CA1A357A5}">
      <dgm:prSet/>
      <dgm:spPr/>
      <dgm:t>
        <a:bodyPr/>
        <a:lstStyle/>
        <a:p>
          <a:endParaRPr lang="en-US"/>
        </a:p>
      </dgm:t>
    </dgm:pt>
    <dgm:pt modelId="{F15A334B-7AA9-6149-A015-72914CEC7125}" type="sibTrans" cxnId="{6BF23C4C-AE9E-E74E-BABD-902CA1A357A5}">
      <dgm:prSet/>
      <dgm:spPr>
        <a:ln w="25400">
          <a:solidFill>
            <a:srgbClr val="0060C1"/>
          </a:solidFill>
        </a:ln>
      </dgm:spPr>
      <dgm:t>
        <a:bodyPr/>
        <a:lstStyle/>
        <a:p>
          <a:endParaRPr lang="en-US"/>
        </a:p>
      </dgm:t>
    </dgm:pt>
    <dgm:pt modelId="{4A29014A-21DE-1D47-835D-0924545C98A9}">
      <dgm:prSet custT="1">
        <dgm:style>
          <a:lnRef idx="1">
            <a:schemeClr val="dk1"/>
          </a:lnRef>
          <a:fillRef idx="2">
            <a:schemeClr val="dk1"/>
          </a:fillRef>
          <a:effectRef idx="1">
            <a:schemeClr val="dk1"/>
          </a:effectRef>
          <a:fontRef idx="minor">
            <a:schemeClr val="dk1"/>
          </a:fontRef>
        </dgm:style>
      </dgm:prSet>
      <dgm:spPr>
        <a:scene3d>
          <a:camera prst="orthographicFront"/>
          <a:lightRig rig="threePt" dir="t"/>
        </a:scene3d>
        <a:sp3d>
          <a:bevelT prst="angle"/>
        </a:sp3d>
      </dgm:spPr>
      <dgm:t>
        <a:bodyPr/>
        <a:lstStyle/>
        <a:p>
          <a:r>
            <a:rPr lang="en-US" sz="2000" dirty="0"/>
            <a:t>System Policies</a:t>
          </a:r>
        </a:p>
      </dgm:t>
      <dgm:extLst>
        <a:ext uri="{E40237B7-FDA0-4F09-8148-C483321AD2D9}">
          <dgm14:cNvPr xmlns:dgm14="http://schemas.microsoft.com/office/drawing/2010/diagram" id="0" name="" descr="System Policies"/>
        </a:ext>
      </dgm:extLst>
    </dgm:pt>
    <dgm:pt modelId="{70F30C82-76B3-CD40-8B24-FA87ED2EF436}" type="parTrans" cxnId="{E12ABAFF-EB2A-3F41-B432-4FC1A4F4053B}">
      <dgm:prSet/>
      <dgm:spPr/>
      <dgm:t>
        <a:bodyPr/>
        <a:lstStyle/>
        <a:p>
          <a:endParaRPr lang="en-US"/>
        </a:p>
      </dgm:t>
    </dgm:pt>
    <dgm:pt modelId="{6C19AE5E-2D78-F14C-8C28-526CE8C10B64}" type="sibTrans" cxnId="{E12ABAFF-EB2A-3F41-B432-4FC1A4F4053B}">
      <dgm:prSet/>
      <dgm:spPr>
        <a:ln w="25400">
          <a:solidFill>
            <a:srgbClr val="0060C1"/>
          </a:solidFill>
        </a:ln>
      </dgm:spPr>
      <dgm:t>
        <a:bodyPr/>
        <a:lstStyle/>
        <a:p>
          <a:endParaRPr lang="en-US"/>
        </a:p>
      </dgm:t>
    </dgm:pt>
    <dgm:pt modelId="{3D659092-1E18-E44D-B4FC-42C059DDA7CB}">
      <dgm:prSet custT="1">
        <dgm:style>
          <a:lnRef idx="0">
            <a:schemeClr val="accent2"/>
          </a:lnRef>
          <a:fillRef idx="3">
            <a:schemeClr val="accent2"/>
          </a:fillRef>
          <a:effectRef idx="3">
            <a:schemeClr val="accent2"/>
          </a:effectRef>
          <a:fontRef idx="minor">
            <a:schemeClr val="lt1"/>
          </a:fontRef>
        </dgm:style>
      </dgm:prSet>
      <dgm:spPr>
        <a:scene3d>
          <a:camera prst="orthographicFront"/>
          <a:lightRig rig="threePt" dir="t"/>
        </a:scene3d>
        <a:sp3d>
          <a:bevelT prst="angle"/>
        </a:sp3d>
      </dgm:spPr>
      <dgm:t>
        <a:bodyPr/>
        <a:lstStyle/>
        <a:p>
          <a:r>
            <a:rPr lang="en-US" sz="2000" dirty="0"/>
            <a:t>Training</a:t>
          </a:r>
        </a:p>
      </dgm:t>
      <dgm:extLst>
        <a:ext uri="{E40237B7-FDA0-4F09-8148-C483321AD2D9}">
          <dgm14:cNvPr xmlns:dgm14="http://schemas.microsoft.com/office/drawing/2010/diagram" id="0" name="" descr="Training"/>
        </a:ext>
      </dgm:extLst>
    </dgm:pt>
    <dgm:pt modelId="{B3F759BE-23BD-EA46-B9E8-D1553560DD09}" type="parTrans" cxnId="{01E9E122-5034-E049-BBF5-C46561D5ECE2}">
      <dgm:prSet/>
      <dgm:spPr/>
      <dgm:t>
        <a:bodyPr/>
        <a:lstStyle/>
        <a:p>
          <a:endParaRPr lang="en-US"/>
        </a:p>
      </dgm:t>
    </dgm:pt>
    <dgm:pt modelId="{ECBD6A88-5BFA-3149-98D7-556509CB0890}" type="sibTrans" cxnId="{01E9E122-5034-E049-BBF5-C46561D5ECE2}">
      <dgm:prSet/>
      <dgm:spPr>
        <a:ln w="25400">
          <a:solidFill>
            <a:srgbClr val="0060C1"/>
          </a:solidFill>
        </a:ln>
      </dgm:spPr>
      <dgm:t>
        <a:bodyPr/>
        <a:lstStyle/>
        <a:p>
          <a:endParaRPr lang="en-US"/>
        </a:p>
      </dgm:t>
    </dgm:pt>
    <dgm:pt modelId="{7BA3555E-CCBD-014A-B4DC-D5F0FC038F13}">
      <dgm:prSet custT="1"/>
      <dgm:spPr>
        <a:scene3d>
          <a:camera prst="orthographicFront"/>
          <a:lightRig rig="threePt" dir="t"/>
        </a:scene3d>
        <a:sp3d>
          <a:bevelT prst="angle"/>
        </a:sp3d>
      </dgm:spPr>
      <dgm:t>
        <a:bodyPr/>
        <a:lstStyle/>
        <a:p>
          <a:r>
            <a:rPr lang="en-US" sz="2000" dirty="0">
              <a:solidFill>
                <a:schemeClr val="tx1"/>
              </a:solidFill>
            </a:rPr>
            <a:t>Technology Ever Evolving</a:t>
          </a:r>
        </a:p>
      </dgm:t>
      <dgm:extLst>
        <a:ext uri="{E40237B7-FDA0-4F09-8148-C483321AD2D9}">
          <dgm14:cNvPr xmlns:dgm14="http://schemas.microsoft.com/office/drawing/2010/diagram" id="0" name="" descr="Transition"/>
        </a:ext>
      </dgm:extLst>
    </dgm:pt>
    <dgm:pt modelId="{788C3583-D13F-184A-A873-F126579BCA5F}" type="parTrans" cxnId="{768029AA-F469-ED48-89A8-68A047E6DA92}">
      <dgm:prSet/>
      <dgm:spPr/>
      <dgm:t>
        <a:bodyPr/>
        <a:lstStyle/>
        <a:p>
          <a:endParaRPr lang="en-US"/>
        </a:p>
      </dgm:t>
    </dgm:pt>
    <dgm:pt modelId="{69B6E093-5BEF-A940-8D88-5E0967464022}" type="sibTrans" cxnId="{768029AA-F469-ED48-89A8-68A047E6DA92}">
      <dgm:prSet/>
      <dgm:spPr>
        <a:ln w="25400">
          <a:solidFill>
            <a:srgbClr val="0060C1"/>
          </a:solidFill>
        </a:ln>
      </dgm:spPr>
      <dgm:t>
        <a:bodyPr/>
        <a:lstStyle/>
        <a:p>
          <a:endParaRPr lang="en-US"/>
        </a:p>
      </dgm:t>
    </dgm:pt>
    <dgm:pt modelId="{B35B3E9F-FD6F-404C-8846-8331728C26A6}" type="pres">
      <dgm:prSet presAssocID="{E4680DD0-3B01-D645-855B-115B2A2B049A}" presName="cycle" presStyleCnt="0">
        <dgm:presLayoutVars>
          <dgm:dir/>
          <dgm:resizeHandles val="exact"/>
        </dgm:presLayoutVars>
      </dgm:prSet>
      <dgm:spPr/>
    </dgm:pt>
    <dgm:pt modelId="{B3541BE8-9096-ED49-8E55-3CB7B84D2097}" type="pres">
      <dgm:prSet presAssocID="{9EF8A510-99ED-324F-861D-7471DCD9C5D0}" presName="node" presStyleLbl="node1" presStyleIdx="0" presStyleCnt="8" custScaleX="170383" custScaleY="87402">
        <dgm:presLayoutVars>
          <dgm:bulletEnabled val="1"/>
        </dgm:presLayoutVars>
      </dgm:prSet>
      <dgm:spPr/>
    </dgm:pt>
    <dgm:pt modelId="{36B11E06-5596-9347-9999-70122108A449}" type="pres">
      <dgm:prSet presAssocID="{9EF8A510-99ED-324F-861D-7471DCD9C5D0}" presName="spNode" presStyleCnt="0"/>
      <dgm:spPr/>
    </dgm:pt>
    <dgm:pt modelId="{648E59BB-5001-C045-B1A9-34ABDB8E09EA}" type="pres">
      <dgm:prSet presAssocID="{2765E2DC-0979-5547-9BB0-B07E21943C69}" presName="sibTrans" presStyleLbl="sibTrans1D1" presStyleIdx="0" presStyleCnt="8"/>
      <dgm:spPr/>
    </dgm:pt>
    <dgm:pt modelId="{07F81D62-94E6-CB45-B6D4-D49A862E34A5}" type="pres">
      <dgm:prSet presAssocID="{EB86120C-F490-BC40-9021-0CD4BDFC037A}" presName="node" presStyleLbl="node1" presStyleIdx="1" presStyleCnt="8" custScaleX="127987" custScaleY="112159" custRadScaleRad="102732" custRadScaleInc="39464">
        <dgm:presLayoutVars>
          <dgm:bulletEnabled val="1"/>
        </dgm:presLayoutVars>
      </dgm:prSet>
      <dgm:spPr/>
    </dgm:pt>
    <dgm:pt modelId="{0F88AA1F-D677-E04C-9710-48DCC46FD130}" type="pres">
      <dgm:prSet presAssocID="{EB86120C-F490-BC40-9021-0CD4BDFC037A}" presName="spNode" presStyleCnt="0"/>
      <dgm:spPr/>
    </dgm:pt>
    <dgm:pt modelId="{B45B11D5-382C-4045-921A-F35889848A7B}" type="pres">
      <dgm:prSet presAssocID="{9DABB2C6-918D-F945-9350-FE3202DF0565}" presName="sibTrans" presStyleLbl="sibTrans1D1" presStyleIdx="1" presStyleCnt="8"/>
      <dgm:spPr/>
    </dgm:pt>
    <dgm:pt modelId="{E5F95648-B381-B94C-8FE2-861BF8209BAC}" type="pres">
      <dgm:prSet presAssocID="{0A808260-C64B-7341-B94F-50D9B7508CC9}" presName="node" presStyleLbl="node1" presStyleIdx="2" presStyleCnt="8" custScaleX="102230" custScaleY="53134">
        <dgm:presLayoutVars>
          <dgm:bulletEnabled val="1"/>
        </dgm:presLayoutVars>
      </dgm:prSet>
      <dgm:spPr/>
    </dgm:pt>
    <dgm:pt modelId="{95BBC7F7-BCD8-FF49-8758-C256B74F31D7}" type="pres">
      <dgm:prSet presAssocID="{0A808260-C64B-7341-B94F-50D9B7508CC9}" presName="spNode" presStyleCnt="0"/>
      <dgm:spPr/>
    </dgm:pt>
    <dgm:pt modelId="{AFFE17BD-7B7B-CC42-B535-4F2170B01BC8}" type="pres">
      <dgm:prSet presAssocID="{F15A334B-7AA9-6149-A015-72914CEC7125}" presName="sibTrans" presStyleLbl="sibTrans1D1" presStyleIdx="2" presStyleCnt="8"/>
      <dgm:spPr/>
    </dgm:pt>
    <dgm:pt modelId="{AA22DE72-DB4C-9B4C-810C-1FFE3E1A0DD4}" type="pres">
      <dgm:prSet presAssocID="{3D659092-1E18-E44D-B4FC-42C059DDA7CB}" presName="node" presStyleLbl="node1" presStyleIdx="3" presStyleCnt="8" custScaleY="57036">
        <dgm:presLayoutVars>
          <dgm:bulletEnabled val="1"/>
        </dgm:presLayoutVars>
      </dgm:prSet>
      <dgm:spPr/>
    </dgm:pt>
    <dgm:pt modelId="{CC42250F-6F74-0549-BFFD-3D40BF932E51}" type="pres">
      <dgm:prSet presAssocID="{3D659092-1E18-E44D-B4FC-42C059DDA7CB}" presName="spNode" presStyleCnt="0"/>
      <dgm:spPr/>
    </dgm:pt>
    <dgm:pt modelId="{A4A53420-3721-4E4A-8B8E-B67B0B8EC468}" type="pres">
      <dgm:prSet presAssocID="{ECBD6A88-5BFA-3149-98D7-556509CB0890}" presName="sibTrans" presStyleLbl="sibTrans1D1" presStyleIdx="3" presStyleCnt="8"/>
      <dgm:spPr/>
    </dgm:pt>
    <dgm:pt modelId="{A7A65F87-34F7-0546-B59D-34463F90C65B}" type="pres">
      <dgm:prSet presAssocID="{BF1CA5F1-D039-0949-B8BF-F5E847B23F33}" presName="node" presStyleLbl="node1" presStyleIdx="4" presStyleCnt="8" custScaleX="135134" custScaleY="55519">
        <dgm:presLayoutVars>
          <dgm:bulletEnabled val="1"/>
        </dgm:presLayoutVars>
      </dgm:prSet>
      <dgm:spPr/>
    </dgm:pt>
    <dgm:pt modelId="{E05D7C73-19BC-6449-9A6A-55995D85901E}" type="pres">
      <dgm:prSet presAssocID="{BF1CA5F1-D039-0949-B8BF-F5E847B23F33}" presName="spNode" presStyleCnt="0"/>
      <dgm:spPr/>
    </dgm:pt>
    <dgm:pt modelId="{A71AC181-9617-0E42-985B-3B0448B9C5AF}" type="pres">
      <dgm:prSet presAssocID="{C07AD6C3-162B-6340-80B9-E8CAB43DF4A8}" presName="sibTrans" presStyleLbl="sibTrans1D1" presStyleIdx="4" presStyleCnt="8"/>
      <dgm:spPr/>
    </dgm:pt>
    <dgm:pt modelId="{7DBCFE32-3349-3E48-B94D-AFD387F98091}" type="pres">
      <dgm:prSet presAssocID="{2E45443A-1D9F-5341-9CD1-37ABCEDEE514}" presName="node" presStyleLbl="node1" presStyleIdx="5" presStyleCnt="8" custScaleX="139215" custScaleY="100240">
        <dgm:presLayoutVars>
          <dgm:bulletEnabled val="1"/>
        </dgm:presLayoutVars>
      </dgm:prSet>
      <dgm:spPr/>
    </dgm:pt>
    <dgm:pt modelId="{F7192295-8A21-BF45-813D-FB3E014E4456}" type="pres">
      <dgm:prSet presAssocID="{2E45443A-1D9F-5341-9CD1-37ABCEDEE514}" presName="spNode" presStyleCnt="0"/>
      <dgm:spPr/>
    </dgm:pt>
    <dgm:pt modelId="{6F0521D2-F4EE-6047-9441-B1E8EE28CF4C}" type="pres">
      <dgm:prSet presAssocID="{294EF629-CC04-FF4B-9894-CEEF81E5B3FB}" presName="sibTrans" presStyleLbl="sibTrans1D1" presStyleIdx="5" presStyleCnt="8"/>
      <dgm:spPr/>
    </dgm:pt>
    <dgm:pt modelId="{0F2ECD0D-65BC-104E-A588-7C010897D429}" type="pres">
      <dgm:prSet presAssocID="{4A29014A-21DE-1D47-835D-0924545C98A9}" presName="node" presStyleLbl="node1" presStyleIdx="6" presStyleCnt="8" custScaleX="171555" custScaleY="55519">
        <dgm:presLayoutVars>
          <dgm:bulletEnabled val="1"/>
        </dgm:presLayoutVars>
      </dgm:prSet>
      <dgm:spPr/>
    </dgm:pt>
    <dgm:pt modelId="{16FFFA54-B77E-E347-9027-7AF047640063}" type="pres">
      <dgm:prSet presAssocID="{4A29014A-21DE-1D47-835D-0924545C98A9}" presName="spNode" presStyleCnt="0"/>
      <dgm:spPr/>
    </dgm:pt>
    <dgm:pt modelId="{A59D0CE1-CE8B-3149-A816-C837218F91E1}" type="pres">
      <dgm:prSet presAssocID="{6C19AE5E-2D78-F14C-8C28-526CE8C10B64}" presName="sibTrans" presStyleLbl="sibTrans1D1" presStyleIdx="6" presStyleCnt="8"/>
      <dgm:spPr/>
    </dgm:pt>
    <dgm:pt modelId="{0E533C64-2A09-0C4B-9830-A8BF063DCD0A}" type="pres">
      <dgm:prSet presAssocID="{7BA3555E-CCBD-014A-B4DC-D5F0FC038F13}" presName="node" presStyleLbl="node1" presStyleIdx="7" presStyleCnt="8" custScaleX="160503" custScaleY="92932" custRadScaleRad="101703" custRadScaleInc="-51773">
        <dgm:presLayoutVars>
          <dgm:bulletEnabled val="1"/>
        </dgm:presLayoutVars>
      </dgm:prSet>
      <dgm:spPr/>
    </dgm:pt>
    <dgm:pt modelId="{0B1102DD-7168-5349-A21C-1066138C23FE}" type="pres">
      <dgm:prSet presAssocID="{7BA3555E-CCBD-014A-B4DC-D5F0FC038F13}" presName="spNode" presStyleCnt="0"/>
      <dgm:spPr/>
    </dgm:pt>
    <dgm:pt modelId="{0A4252C7-7FE2-784E-8A39-B16305DE0B94}" type="pres">
      <dgm:prSet presAssocID="{69B6E093-5BEF-A940-8D88-5E0967464022}" presName="sibTrans" presStyleLbl="sibTrans1D1" presStyleIdx="7" presStyleCnt="8"/>
      <dgm:spPr/>
    </dgm:pt>
  </dgm:ptLst>
  <dgm:cxnLst>
    <dgm:cxn modelId="{4BB37611-2593-4B45-9E6E-7A054DF12757}" type="presOf" srcId="{69B6E093-5BEF-A940-8D88-5E0967464022}" destId="{0A4252C7-7FE2-784E-8A39-B16305DE0B94}" srcOrd="0" destOrd="0" presId="urn:microsoft.com/office/officeart/2005/8/layout/cycle6"/>
    <dgm:cxn modelId="{2DAA901B-BC5B-E943-83DB-5D6A9919C123}" type="presOf" srcId="{3D659092-1E18-E44D-B4FC-42C059DDA7CB}" destId="{AA22DE72-DB4C-9B4C-810C-1FFE3E1A0DD4}" srcOrd="0" destOrd="0" presId="urn:microsoft.com/office/officeart/2005/8/layout/cycle6"/>
    <dgm:cxn modelId="{F8B97A1F-ACD1-364A-80AA-E97D9C3A0702}" type="presOf" srcId="{ECBD6A88-5BFA-3149-98D7-556509CB0890}" destId="{A4A53420-3721-4E4A-8B8E-B67B0B8EC468}" srcOrd="0" destOrd="0" presId="urn:microsoft.com/office/officeart/2005/8/layout/cycle6"/>
    <dgm:cxn modelId="{3A9E1922-32AF-5249-98FF-C25B387BA294}" type="presOf" srcId="{9EF8A510-99ED-324F-861D-7471DCD9C5D0}" destId="{B3541BE8-9096-ED49-8E55-3CB7B84D2097}" srcOrd="0" destOrd="0" presId="urn:microsoft.com/office/officeart/2005/8/layout/cycle6"/>
    <dgm:cxn modelId="{01E9E122-5034-E049-BBF5-C46561D5ECE2}" srcId="{E4680DD0-3B01-D645-855B-115B2A2B049A}" destId="{3D659092-1E18-E44D-B4FC-42C059DDA7CB}" srcOrd="3" destOrd="0" parTransId="{B3F759BE-23BD-EA46-B9E8-D1553560DD09}" sibTransId="{ECBD6A88-5BFA-3149-98D7-556509CB0890}"/>
    <dgm:cxn modelId="{BDC57324-117A-1648-A91D-76BC154DAA36}" type="presOf" srcId="{F15A334B-7AA9-6149-A015-72914CEC7125}" destId="{AFFE17BD-7B7B-CC42-B535-4F2170B01BC8}" srcOrd="0" destOrd="0" presId="urn:microsoft.com/office/officeart/2005/8/layout/cycle6"/>
    <dgm:cxn modelId="{B0CFBB2E-95D3-C647-912B-1D6FD4E6EB6D}" type="presOf" srcId="{BF1CA5F1-D039-0949-B8BF-F5E847B23F33}" destId="{A7A65F87-34F7-0546-B59D-34463F90C65B}" srcOrd="0" destOrd="0" presId="urn:microsoft.com/office/officeart/2005/8/layout/cycle6"/>
    <dgm:cxn modelId="{4AC0A632-CC6F-3044-9DBD-18E0794C9CBF}" srcId="{E4680DD0-3B01-D645-855B-115B2A2B049A}" destId="{2E45443A-1D9F-5341-9CD1-37ABCEDEE514}" srcOrd="5" destOrd="0" parTransId="{C028F4A1-B031-A846-B1D8-63B0ABC0C4F1}" sibTransId="{294EF629-CC04-FF4B-9894-CEEF81E5B3FB}"/>
    <dgm:cxn modelId="{9E49B33A-1B0F-B241-AB28-06E59D2EB2F8}" type="presOf" srcId="{E4680DD0-3B01-D645-855B-115B2A2B049A}" destId="{B35B3E9F-FD6F-404C-8846-8331728C26A6}" srcOrd="0" destOrd="0" presId="urn:microsoft.com/office/officeart/2005/8/layout/cycle6"/>
    <dgm:cxn modelId="{7396F43C-B0B0-B94D-ADBA-38F173BC4A90}" type="presOf" srcId="{9DABB2C6-918D-F945-9350-FE3202DF0565}" destId="{B45B11D5-382C-4045-921A-F35889848A7B}" srcOrd="0" destOrd="0" presId="urn:microsoft.com/office/officeart/2005/8/layout/cycle6"/>
    <dgm:cxn modelId="{6BF23C4C-AE9E-E74E-BABD-902CA1A357A5}" srcId="{E4680DD0-3B01-D645-855B-115B2A2B049A}" destId="{0A808260-C64B-7341-B94F-50D9B7508CC9}" srcOrd="2" destOrd="0" parTransId="{37AEA23B-A956-644F-8FFE-712FD56C4DE2}" sibTransId="{F15A334B-7AA9-6149-A015-72914CEC7125}"/>
    <dgm:cxn modelId="{8BFC9762-E214-904E-B02B-C53D253BBEE9}" type="presOf" srcId="{4A29014A-21DE-1D47-835D-0924545C98A9}" destId="{0F2ECD0D-65BC-104E-A588-7C010897D429}" srcOrd="0" destOrd="0" presId="urn:microsoft.com/office/officeart/2005/8/layout/cycle6"/>
    <dgm:cxn modelId="{86D39366-45EB-9E48-BF7C-C0CBF5DE7F0D}" type="presOf" srcId="{C07AD6C3-162B-6340-80B9-E8CAB43DF4A8}" destId="{A71AC181-9617-0E42-985B-3B0448B9C5AF}" srcOrd="0" destOrd="0" presId="urn:microsoft.com/office/officeart/2005/8/layout/cycle6"/>
    <dgm:cxn modelId="{BDD3CD6E-F771-5745-AADC-FD49C8AAB983}" srcId="{E4680DD0-3B01-D645-855B-115B2A2B049A}" destId="{9EF8A510-99ED-324F-861D-7471DCD9C5D0}" srcOrd="0" destOrd="0" parTransId="{007FD2A4-6795-2644-BDC0-7D9254477FE4}" sibTransId="{2765E2DC-0979-5547-9BB0-B07E21943C69}"/>
    <dgm:cxn modelId="{615B9E73-3974-9442-BC14-CF4DFEF74318}" type="presOf" srcId="{6C19AE5E-2D78-F14C-8C28-526CE8C10B64}" destId="{A59D0CE1-CE8B-3149-A816-C837218F91E1}" srcOrd="0" destOrd="0" presId="urn:microsoft.com/office/officeart/2005/8/layout/cycle6"/>
    <dgm:cxn modelId="{A071C07C-DA5B-4A4F-9562-F7E0E3C532D3}" type="presOf" srcId="{2E45443A-1D9F-5341-9CD1-37ABCEDEE514}" destId="{7DBCFE32-3349-3E48-B94D-AFD387F98091}" srcOrd="0" destOrd="0" presId="urn:microsoft.com/office/officeart/2005/8/layout/cycle6"/>
    <dgm:cxn modelId="{80AA7896-9ACC-5F49-8BD2-B7F75F566C10}" type="presOf" srcId="{294EF629-CC04-FF4B-9894-CEEF81E5B3FB}" destId="{6F0521D2-F4EE-6047-9441-B1E8EE28CF4C}" srcOrd="0" destOrd="0" presId="urn:microsoft.com/office/officeart/2005/8/layout/cycle6"/>
    <dgm:cxn modelId="{768029AA-F469-ED48-89A8-68A047E6DA92}" srcId="{E4680DD0-3B01-D645-855B-115B2A2B049A}" destId="{7BA3555E-CCBD-014A-B4DC-D5F0FC038F13}" srcOrd="7" destOrd="0" parTransId="{788C3583-D13F-184A-A873-F126579BCA5F}" sibTransId="{69B6E093-5BEF-A940-8D88-5E0967464022}"/>
    <dgm:cxn modelId="{B7AC89B6-5D20-BC46-9760-F19DA23FA61C}" srcId="{E4680DD0-3B01-D645-855B-115B2A2B049A}" destId="{EB86120C-F490-BC40-9021-0CD4BDFC037A}" srcOrd="1" destOrd="0" parTransId="{2FAD6CD1-F1C2-EE4E-8B3D-F66B2F4FDF48}" sibTransId="{9DABB2C6-918D-F945-9350-FE3202DF0565}"/>
    <dgm:cxn modelId="{EFF685DA-67F2-5C44-8D3C-D75A0C75ADC9}" type="presOf" srcId="{0A808260-C64B-7341-B94F-50D9B7508CC9}" destId="{E5F95648-B381-B94C-8FE2-861BF8209BAC}" srcOrd="0" destOrd="0" presId="urn:microsoft.com/office/officeart/2005/8/layout/cycle6"/>
    <dgm:cxn modelId="{438452DB-8953-3142-BF19-72A4C4F6AE63}" type="presOf" srcId="{7BA3555E-CCBD-014A-B4DC-D5F0FC038F13}" destId="{0E533C64-2A09-0C4B-9830-A8BF063DCD0A}" srcOrd="0" destOrd="0" presId="urn:microsoft.com/office/officeart/2005/8/layout/cycle6"/>
    <dgm:cxn modelId="{62B210DC-7CC8-294A-A5DB-CB03C1A61716}" type="presOf" srcId="{EB86120C-F490-BC40-9021-0CD4BDFC037A}" destId="{07F81D62-94E6-CB45-B6D4-D49A862E34A5}" srcOrd="0" destOrd="0" presId="urn:microsoft.com/office/officeart/2005/8/layout/cycle6"/>
    <dgm:cxn modelId="{2F418EE7-D95C-744B-84D3-09A220074647}" srcId="{E4680DD0-3B01-D645-855B-115B2A2B049A}" destId="{BF1CA5F1-D039-0949-B8BF-F5E847B23F33}" srcOrd="4" destOrd="0" parTransId="{6997D46D-ED75-A84B-8266-42BD8C356546}" sibTransId="{C07AD6C3-162B-6340-80B9-E8CAB43DF4A8}"/>
    <dgm:cxn modelId="{648A58F9-7A2F-5143-99A2-F1DB0E197CC2}" type="presOf" srcId="{2765E2DC-0979-5547-9BB0-B07E21943C69}" destId="{648E59BB-5001-C045-B1A9-34ABDB8E09EA}" srcOrd="0" destOrd="0" presId="urn:microsoft.com/office/officeart/2005/8/layout/cycle6"/>
    <dgm:cxn modelId="{E12ABAFF-EB2A-3F41-B432-4FC1A4F4053B}" srcId="{E4680DD0-3B01-D645-855B-115B2A2B049A}" destId="{4A29014A-21DE-1D47-835D-0924545C98A9}" srcOrd="6" destOrd="0" parTransId="{70F30C82-76B3-CD40-8B24-FA87ED2EF436}" sibTransId="{6C19AE5E-2D78-F14C-8C28-526CE8C10B64}"/>
    <dgm:cxn modelId="{4D716BE5-7C29-D841-90AD-AC8F840D4AF9}" type="presParOf" srcId="{B35B3E9F-FD6F-404C-8846-8331728C26A6}" destId="{B3541BE8-9096-ED49-8E55-3CB7B84D2097}" srcOrd="0" destOrd="0" presId="urn:microsoft.com/office/officeart/2005/8/layout/cycle6"/>
    <dgm:cxn modelId="{3458B4BC-4BEB-7B47-B749-C37CC760895F}" type="presParOf" srcId="{B35B3E9F-FD6F-404C-8846-8331728C26A6}" destId="{36B11E06-5596-9347-9999-70122108A449}" srcOrd="1" destOrd="0" presId="urn:microsoft.com/office/officeart/2005/8/layout/cycle6"/>
    <dgm:cxn modelId="{7F0CEF1C-4895-FB49-9DD1-69F07D9A3EB9}" type="presParOf" srcId="{B35B3E9F-FD6F-404C-8846-8331728C26A6}" destId="{648E59BB-5001-C045-B1A9-34ABDB8E09EA}" srcOrd="2" destOrd="0" presId="urn:microsoft.com/office/officeart/2005/8/layout/cycle6"/>
    <dgm:cxn modelId="{66F501A8-B738-C543-94EC-8E9BE2FE7821}" type="presParOf" srcId="{B35B3E9F-FD6F-404C-8846-8331728C26A6}" destId="{07F81D62-94E6-CB45-B6D4-D49A862E34A5}" srcOrd="3" destOrd="0" presId="urn:microsoft.com/office/officeart/2005/8/layout/cycle6"/>
    <dgm:cxn modelId="{55876302-C70A-6443-BB2C-5B5308F90A4D}" type="presParOf" srcId="{B35B3E9F-FD6F-404C-8846-8331728C26A6}" destId="{0F88AA1F-D677-E04C-9710-48DCC46FD130}" srcOrd="4" destOrd="0" presId="urn:microsoft.com/office/officeart/2005/8/layout/cycle6"/>
    <dgm:cxn modelId="{7D7FE65D-FB7B-294B-9C67-154BFF161098}" type="presParOf" srcId="{B35B3E9F-FD6F-404C-8846-8331728C26A6}" destId="{B45B11D5-382C-4045-921A-F35889848A7B}" srcOrd="5" destOrd="0" presId="urn:microsoft.com/office/officeart/2005/8/layout/cycle6"/>
    <dgm:cxn modelId="{2ABC1F07-363C-6C48-8CB5-CDD9A541A1D5}" type="presParOf" srcId="{B35B3E9F-FD6F-404C-8846-8331728C26A6}" destId="{E5F95648-B381-B94C-8FE2-861BF8209BAC}" srcOrd="6" destOrd="0" presId="urn:microsoft.com/office/officeart/2005/8/layout/cycle6"/>
    <dgm:cxn modelId="{25805C54-AC12-DA4E-AFE9-13235DEA2660}" type="presParOf" srcId="{B35B3E9F-FD6F-404C-8846-8331728C26A6}" destId="{95BBC7F7-BCD8-FF49-8758-C256B74F31D7}" srcOrd="7" destOrd="0" presId="urn:microsoft.com/office/officeart/2005/8/layout/cycle6"/>
    <dgm:cxn modelId="{945E4D95-E6CA-3F41-9D98-1961B57749A2}" type="presParOf" srcId="{B35B3E9F-FD6F-404C-8846-8331728C26A6}" destId="{AFFE17BD-7B7B-CC42-B535-4F2170B01BC8}" srcOrd="8" destOrd="0" presId="urn:microsoft.com/office/officeart/2005/8/layout/cycle6"/>
    <dgm:cxn modelId="{A7776159-3684-2848-9A8B-A9AB38E0B28F}" type="presParOf" srcId="{B35B3E9F-FD6F-404C-8846-8331728C26A6}" destId="{AA22DE72-DB4C-9B4C-810C-1FFE3E1A0DD4}" srcOrd="9" destOrd="0" presId="urn:microsoft.com/office/officeart/2005/8/layout/cycle6"/>
    <dgm:cxn modelId="{B392DF06-A950-0746-B50A-76508DBFF9A3}" type="presParOf" srcId="{B35B3E9F-FD6F-404C-8846-8331728C26A6}" destId="{CC42250F-6F74-0549-BFFD-3D40BF932E51}" srcOrd="10" destOrd="0" presId="urn:microsoft.com/office/officeart/2005/8/layout/cycle6"/>
    <dgm:cxn modelId="{AEBFACEA-A877-D54F-B847-B2C21F321FF6}" type="presParOf" srcId="{B35B3E9F-FD6F-404C-8846-8331728C26A6}" destId="{A4A53420-3721-4E4A-8B8E-B67B0B8EC468}" srcOrd="11" destOrd="0" presId="urn:microsoft.com/office/officeart/2005/8/layout/cycle6"/>
    <dgm:cxn modelId="{4A78BDF4-BC7A-7545-959E-D9AE0196461E}" type="presParOf" srcId="{B35B3E9F-FD6F-404C-8846-8331728C26A6}" destId="{A7A65F87-34F7-0546-B59D-34463F90C65B}" srcOrd="12" destOrd="0" presId="urn:microsoft.com/office/officeart/2005/8/layout/cycle6"/>
    <dgm:cxn modelId="{CE28534C-9DC9-5C40-BE88-D43087B21924}" type="presParOf" srcId="{B35B3E9F-FD6F-404C-8846-8331728C26A6}" destId="{E05D7C73-19BC-6449-9A6A-55995D85901E}" srcOrd="13" destOrd="0" presId="urn:microsoft.com/office/officeart/2005/8/layout/cycle6"/>
    <dgm:cxn modelId="{33AC464E-7280-764D-9253-58B433EEB459}" type="presParOf" srcId="{B35B3E9F-FD6F-404C-8846-8331728C26A6}" destId="{A71AC181-9617-0E42-985B-3B0448B9C5AF}" srcOrd="14" destOrd="0" presId="urn:microsoft.com/office/officeart/2005/8/layout/cycle6"/>
    <dgm:cxn modelId="{965E105F-55E9-9247-9ADF-EF51B1D64886}" type="presParOf" srcId="{B35B3E9F-FD6F-404C-8846-8331728C26A6}" destId="{7DBCFE32-3349-3E48-B94D-AFD387F98091}" srcOrd="15" destOrd="0" presId="urn:microsoft.com/office/officeart/2005/8/layout/cycle6"/>
    <dgm:cxn modelId="{5A8380C1-884D-404C-B49F-AEC4ABB0D7AD}" type="presParOf" srcId="{B35B3E9F-FD6F-404C-8846-8331728C26A6}" destId="{F7192295-8A21-BF45-813D-FB3E014E4456}" srcOrd="16" destOrd="0" presId="urn:microsoft.com/office/officeart/2005/8/layout/cycle6"/>
    <dgm:cxn modelId="{164BD7C6-3391-C94F-BABA-67B9B27A3151}" type="presParOf" srcId="{B35B3E9F-FD6F-404C-8846-8331728C26A6}" destId="{6F0521D2-F4EE-6047-9441-B1E8EE28CF4C}" srcOrd="17" destOrd="0" presId="urn:microsoft.com/office/officeart/2005/8/layout/cycle6"/>
    <dgm:cxn modelId="{91B0F1D6-B27B-A048-B2A5-E4D482AA4B84}" type="presParOf" srcId="{B35B3E9F-FD6F-404C-8846-8331728C26A6}" destId="{0F2ECD0D-65BC-104E-A588-7C010897D429}" srcOrd="18" destOrd="0" presId="urn:microsoft.com/office/officeart/2005/8/layout/cycle6"/>
    <dgm:cxn modelId="{5369C672-B39A-0C44-B045-F909E3BBADD1}" type="presParOf" srcId="{B35B3E9F-FD6F-404C-8846-8331728C26A6}" destId="{16FFFA54-B77E-E347-9027-7AF047640063}" srcOrd="19" destOrd="0" presId="urn:microsoft.com/office/officeart/2005/8/layout/cycle6"/>
    <dgm:cxn modelId="{36E7CBFE-1018-4E43-AD54-B76F6E8AAABB}" type="presParOf" srcId="{B35B3E9F-FD6F-404C-8846-8331728C26A6}" destId="{A59D0CE1-CE8B-3149-A816-C837218F91E1}" srcOrd="20" destOrd="0" presId="urn:microsoft.com/office/officeart/2005/8/layout/cycle6"/>
    <dgm:cxn modelId="{869E1D39-CBDB-6247-BB98-53030C12B3A2}" type="presParOf" srcId="{B35B3E9F-FD6F-404C-8846-8331728C26A6}" destId="{0E533C64-2A09-0C4B-9830-A8BF063DCD0A}" srcOrd="21" destOrd="0" presId="urn:microsoft.com/office/officeart/2005/8/layout/cycle6"/>
    <dgm:cxn modelId="{7B894083-17D7-2747-9764-9C842FA2D477}" type="presParOf" srcId="{B35B3E9F-FD6F-404C-8846-8331728C26A6}" destId="{0B1102DD-7168-5349-A21C-1066138C23FE}" srcOrd="22" destOrd="0" presId="urn:microsoft.com/office/officeart/2005/8/layout/cycle6"/>
    <dgm:cxn modelId="{96A2D0BB-ACF3-1D4B-951B-776F39D7AF09}" type="presParOf" srcId="{B35B3E9F-FD6F-404C-8846-8331728C26A6}" destId="{0A4252C7-7FE2-784E-8A39-B16305DE0B94}" srcOrd="23" destOrd="0" presId="urn:microsoft.com/office/officeart/2005/8/layout/cycle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9840F9-36A1-4D77-BB23-8F4F10659BE8}">
      <dsp:nvSpPr>
        <dsp:cNvPr id="0" name=""/>
        <dsp:cNvSpPr/>
      </dsp:nvSpPr>
      <dsp:spPr>
        <a:xfrm>
          <a:off x="0" y="477"/>
          <a:ext cx="79486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1CA524-DBC8-494C-BE53-D63F32B3D4E4}">
      <dsp:nvSpPr>
        <dsp:cNvPr id="0" name=""/>
        <dsp:cNvSpPr/>
      </dsp:nvSpPr>
      <dsp:spPr>
        <a:xfrm>
          <a:off x="0" y="477"/>
          <a:ext cx="7948612" cy="55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b="0" kern="1200" dirty="0">
              <a:latin typeface="Arial" panose="020B0604020202020204" pitchFamily="34" charset="0"/>
              <a:cs typeface="Arial" panose="020B0604020202020204" pitchFamily="34" charset="0"/>
            </a:rPr>
            <a:t>1. Assistive Technology: What are we talking about?</a:t>
          </a:r>
        </a:p>
      </dsp:txBody>
      <dsp:txXfrm>
        <a:off x="0" y="477"/>
        <a:ext cx="7948612" cy="559193"/>
      </dsp:txXfrm>
    </dsp:sp>
    <dsp:sp modelId="{31EEE69D-8C46-474D-BD24-9D5E92A98D2E}">
      <dsp:nvSpPr>
        <dsp:cNvPr id="0" name=""/>
        <dsp:cNvSpPr/>
      </dsp:nvSpPr>
      <dsp:spPr>
        <a:xfrm>
          <a:off x="0" y="559670"/>
          <a:ext cx="7948612" cy="0"/>
        </a:xfrm>
        <a:prstGeom prst="line">
          <a:avLst/>
        </a:prstGeom>
        <a:solidFill>
          <a:schemeClr val="accent2">
            <a:hueOff val="-2400000"/>
            <a:satOff val="-8334"/>
            <a:lumOff val="10000"/>
            <a:alphaOff val="0"/>
          </a:schemeClr>
        </a:solidFill>
        <a:ln w="12700" cap="flat" cmpd="sng" algn="ctr">
          <a:solidFill>
            <a:schemeClr val="accent2">
              <a:hueOff val="-2400000"/>
              <a:satOff val="-8334"/>
              <a:lumOff val="1000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454D36-BAD0-4139-8DC5-0879C3BFD825}">
      <dsp:nvSpPr>
        <dsp:cNvPr id="0" name=""/>
        <dsp:cNvSpPr/>
      </dsp:nvSpPr>
      <dsp:spPr>
        <a:xfrm>
          <a:off x="0" y="559670"/>
          <a:ext cx="7948612" cy="55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0" kern="1200" dirty="0">
              <a:latin typeface="Arial" panose="020B0604020202020204" pitchFamily="34" charset="0"/>
              <a:cs typeface="Arial" panose="020B0604020202020204" pitchFamily="34" charset="0"/>
            </a:rPr>
            <a:t>2. AT and Individuals with ID</a:t>
          </a:r>
          <a:endParaRPr lang="en-US" sz="2500" kern="1200" dirty="0">
            <a:latin typeface="Arial" panose="020B0604020202020204" pitchFamily="34" charset="0"/>
            <a:cs typeface="Arial" panose="020B0604020202020204" pitchFamily="34" charset="0"/>
          </a:endParaRPr>
        </a:p>
      </dsp:txBody>
      <dsp:txXfrm>
        <a:off x="0" y="559670"/>
        <a:ext cx="7948612" cy="559193"/>
      </dsp:txXfrm>
    </dsp:sp>
    <dsp:sp modelId="{AA9C3B17-3491-FA4C-80E6-628B5B62484F}">
      <dsp:nvSpPr>
        <dsp:cNvPr id="0" name=""/>
        <dsp:cNvSpPr/>
      </dsp:nvSpPr>
      <dsp:spPr>
        <a:xfrm>
          <a:off x="0" y="1118863"/>
          <a:ext cx="7948612" cy="0"/>
        </a:xfrm>
        <a:prstGeom prst="line">
          <a:avLst/>
        </a:prstGeom>
        <a:solidFill>
          <a:schemeClr val="accent2">
            <a:hueOff val="-4800000"/>
            <a:satOff val="-16668"/>
            <a:lumOff val="20000"/>
            <a:alphaOff val="0"/>
          </a:schemeClr>
        </a:solidFill>
        <a:ln w="12700" cap="flat" cmpd="sng" algn="ctr">
          <a:solidFill>
            <a:schemeClr val="accent2">
              <a:hueOff val="-4800000"/>
              <a:satOff val="-16668"/>
              <a:lumOff val="2000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11C734-2755-3D4A-8A9A-8F3B076CCA52}">
      <dsp:nvSpPr>
        <dsp:cNvPr id="0" name=""/>
        <dsp:cNvSpPr/>
      </dsp:nvSpPr>
      <dsp:spPr>
        <a:xfrm>
          <a:off x="0" y="1118863"/>
          <a:ext cx="7948612" cy="55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3. Technology &amp; Employment</a:t>
          </a:r>
        </a:p>
      </dsp:txBody>
      <dsp:txXfrm>
        <a:off x="0" y="1118863"/>
        <a:ext cx="7948612" cy="559193"/>
      </dsp:txXfrm>
    </dsp:sp>
    <dsp:sp modelId="{1C3480A9-AAB4-3748-867C-0D89C95EBF60}">
      <dsp:nvSpPr>
        <dsp:cNvPr id="0" name=""/>
        <dsp:cNvSpPr/>
      </dsp:nvSpPr>
      <dsp:spPr>
        <a:xfrm>
          <a:off x="0" y="1678056"/>
          <a:ext cx="7948612" cy="0"/>
        </a:xfrm>
        <a:prstGeom prst="line">
          <a:avLst/>
        </a:prstGeom>
        <a:solidFill>
          <a:schemeClr val="accent2">
            <a:hueOff val="-7200000"/>
            <a:satOff val="-25001"/>
            <a:lumOff val="30001"/>
            <a:alphaOff val="0"/>
          </a:schemeClr>
        </a:solidFill>
        <a:ln w="12700" cap="flat" cmpd="sng" algn="ctr">
          <a:solidFill>
            <a:schemeClr val="accent2">
              <a:hueOff val="-7200000"/>
              <a:satOff val="-25001"/>
              <a:lumOff val="3000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29C933-638B-0249-A520-DD5E9316A145}">
      <dsp:nvSpPr>
        <dsp:cNvPr id="0" name=""/>
        <dsp:cNvSpPr/>
      </dsp:nvSpPr>
      <dsp:spPr>
        <a:xfrm>
          <a:off x="0" y="1678056"/>
          <a:ext cx="7948612" cy="55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4. Technology Framework</a:t>
          </a:r>
        </a:p>
      </dsp:txBody>
      <dsp:txXfrm>
        <a:off x="0" y="1678056"/>
        <a:ext cx="7948612" cy="559193"/>
      </dsp:txXfrm>
    </dsp:sp>
    <dsp:sp modelId="{FCC22CA7-19BE-554F-A252-90B12FE2E3A4}">
      <dsp:nvSpPr>
        <dsp:cNvPr id="0" name=""/>
        <dsp:cNvSpPr/>
      </dsp:nvSpPr>
      <dsp:spPr>
        <a:xfrm>
          <a:off x="0" y="2237250"/>
          <a:ext cx="7948612" cy="0"/>
        </a:xfrm>
        <a:prstGeom prst="line">
          <a:avLst/>
        </a:prstGeom>
        <a:solidFill>
          <a:schemeClr val="accent2">
            <a:hueOff val="-9600000"/>
            <a:satOff val="-33335"/>
            <a:lumOff val="40001"/>
            <a:alphaOff val="0"/>
          </a:schemeClr>
        </a:solidFill>
        <a:ln w="12700" cap="flat" cmpd="sng" algn="ctr">
          <a:solidFill>
            <a:schemeClr val="accent2">
              <a:hueOff val="-9600000"/>
              <a:satOff val="-33335"/>
              <a:lumOff val="4000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D50C7B-1C01-4841-AE3C-FCC6EE20457E}">
      <dsp:nvSpPr>
        <dsp:cNvPr id="0" name=""/>
        <dsp:cNvSpPr/>
      </dsp:nvSpPr>
      <dsp:spPr>
        <a:xfrm>
          <a:off x="0" y="2237250"/>
          <a:ext cx="7948612" cy="55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6. Integrating Technology in Transition</a:t>
          </a:r>
        </a:p>
      </dsp:txBody>
      <dsp:txXfrm>
        <a:off x="0" y="2237250"/>
        <a:ext cx="7948612" cy="559193"/>
      </dsp:txXfrm>
    </dsp:sp>
    <dsp:sp modelId="{B4B24F7C-8A27-A542-A4E5-C6D5E46CF651}">
      <dsp:nvSpPr>
        <dsp:cNvPr id="0" name=""/>
        <dsp:cNvSpPr/>
      </dsp:nvSpPr>
      <dsp:spPr>
        <a:xfrm>
          <a:off x="0" y="2796443"/>
          <a:ext cx="7948612" cy="0"/>
        </a:xfrm>
        <a:prstGeom prst="line">
          <a:avLst/>
        </a:prstGeom>
        <a:solidFill>
          <a:schemeClr val="accent2">
            <a:hueOff val="-12000000"/>
            <a:satOff val="-41669"/>
            <a:lumOff val="50001"/>
            <a:alphaOff val="0"/>
          </a:schemeClr>
        </a:solidFill>
        <a:ln w="12700" cap="flat" cmpd="sng" algn="ctr">
          <a:solidFill>
            <a:schemeClr val="accent2">
              <a:hueOff val="-12000000"/>
              <a:satOff val="-41669"/>
              <a:lumOff val="5000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B85083-3EAE-6A4F-A5FE-E342A7016D56}">
      <dsp:nvSpPr>
        <dsp:cNvPr id="0" name=""/>
        <dsp:cNvSpPr/>
      </dsp:nvSpPr>
      <dsp:spPr>
        <a:xfrm>
          <a:off x="0" y="2796443"/>
          <a:ext cx="7948612" cy="55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7. Building AT Competency</a:t>
          </a:r>
        </a:p>
      </dsp:txBody>
      <dsp:txXfrm>
        <a:off x="0" y="2796443"/>
        <a:ext cx="7948612" cy="559193"/>
      </dsp:txXfrm>
    </dsp:sp>
    <dsp:sp modelId="{520D5721-C2F0-2B4D-B53C-69601EC73FD1}">
      <dsp:nvSpPr>
        <dsp:cNvPr id="0" name=""/>
        <dsp:cNvSpPr/>
      </dsp:nvSpPr>
      <dsp:spPr>
        <a:xfrm>
          <a:off x="0" y="3355636"/>
          <a:ext cx="7948612" cy="0"/>
        </a:xfrm>
        <a:prstGeom prst="line">
          <a:avLst/>
        </a:prstGeom>
        <a:solidFill>
          <a:schemeClr val="accent2">
            <a:hueOff val="-14400000"/>
            <a:satOff val="-50003"/>
            <a:lumOff val="60001"/>
            <a:alphaOff val="0"/>
          </a:schemeClr>
        </a:solidFill>
        <a:ln w="12700" cap="flat" cmpd="sng" algn="ctr">
          <a:solidFill>
            <a:schemeClr val="accent2">
              <a:hueOff val="-14400000"/>
              <a:satOff val="-50003"/>
              <a:lumOff val="6000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6C1493-A052-0542-9C76-9DAFACA28F9A}">
      <dsp:nvSpPr>
        <dsp:cNvPr id="0" name=""/>
        <dsp:cNvSpPr/>
      </dsp:nvSpPr>
      <dsp:spPr>
        <a:xfrm>
          <a:off x="0" y="3355636"/>
          <a:ext cx="7948612" cy="55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8. Ongoing Issues &amp; Challenges</a:t>
          </a:r>
        </a:p>
      </dsp:txBody>
      <dsp:txXfrm>
        <a:off x="0" y="3355636"/>
        <a:ext cx="7948612" cy="5591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9840F9-36A1-4D77-BB23-8F4F10659BE8}">
      <dsp:nvSpPr>
        <dsp:cNvPr id="0" name=""/>
        <dsp:cNvSpPr/>
      </dsp:nvSpPr>
      <dsp:spPr>
        <a:xfrm>
          <a:off x="0" y="1756"/>
          <a:ext cx="79486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1CA524-DBC8-494C-BE53-D63F32B3D4E4}">
      <dsp:nvSpPr>
        <dsp:cNvPr id="0" name=""/>
        <dsp:cNvSpPr/>
      </dsp:nvSpPr>
      <dsp:spPr>
        <a:xfrm>
          <a:off x="0" y="1756"/>
          <a:ext cx="7948612" cy="119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rtl="0">
            <a:lnSpc>
              <a:spcPct val="90000"/>
            </a:lnSpc>
            <a:spcBef>
              <a:spcPct val="0"/>
            </a:spcBef>
            <a:spcAft>
              <a:spcPct val="35000"/>
            </a:spcAft>
            <a:buNone/>
          </a:pPr>
          <a:r>
            <a:rPr lang="en-US" sz="2800" b="0" kern="1200" dirty="0">
              <a:latin typeface="+mj-lt"/>
              <a:cs typeface="Arial"/>
            </a:rPr>
            <a:t>1. Understand critical role of AT for youth</a:t>
          </a:r>
          <a:br>
            <a:rPr lang="en-US" sz="2800" b="0" kern="1200" dirty="0">
              <a:latin typeface="+mj-lt"/>
              <a:cs typeface="Arial"/>
            </a:rPr>
          </a:br>
          <a:r>
            <a:rPr lang="en-US" sz="2800" b="0" kern="1200" dirty="0">
              <a:latin typeface="+mj-lt"/>
              <a:cs typeface="Arial"/>
            </a:rPr>
            <a:t>    &amp; adults with ID.</a:t>
          </a:r>
          <a:endParaRPr lang="en-US" sz="2800" kern="1200" dirty="0">
            <a:latin typeface="+mj-lt"/>
            <a:cs typeface="Arial"/>
          </a:endParaRPr>
        </a:p>
      </dsp:txBody>
      <dsp:txXfrm>
        <a:off x="0" y="1756"/>
        <a:ext cx="7948612" cy="1197995"/>
      </dsp:txXfrm>
    </dsp:sp>
    <dsp:sp modelId="{3F317A1B-2905-E349-835B-B4B8E35F64AF}">
      <dsp:nvSpPr>
        <dsp:cNvPr id="0" name=""/>
        <dsp:cNvSpPr/>
      </dsp:nvSpPr>
      <dsp:spPr>
        <a:xfrm>
          <a:off x="0" y="1199751"/>
          <a:ext cx="7948612" cy="0"/>
        </a:xfrm>
        <a:prstGeom prst="line">
          <a:avLst/>
        </a:prstGeom>
        <a:solidFill>
          <a:schemeClr val="accent2">
            <a:hueOff val="-7200000"/>
            <a:satOff val="-25001"/>
            <a:lumOff val="30001"/>
            <a:alphaOff val="0"/>
          </a:schemeClr>
        </a:solidFill>
        <a:ln w="12700" cap="flat" cmpd="sng" algn="ctr">
          <a:solidFill>
            <a:schemeClr val="accent2">
              <a:hueOff val="-7200000"/>
              <a:satOff val="-25001"/>
              <a:lumOff val="3000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7DC8EC-25FE-CD43-B299-49E1AF67AC7A}">
      <dsp:nvSpPr>
        <dsp:cNvPr id="0" name=""/>
        <dsp:cNvSpPr/>
      </dsp:nvSpPr>
      <dsp:spPr>
        <a:xfrm>
          <a:off x="0" y="1199751"/>
          <a:ext cx="7948612" cy="119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latin typeface="+mj-lt"/>
            </a:rPr>
            <a:t>2. Understand use of AT for employment</a:t>
          </a:r>
          <a:br>
            <a:rPr lang="en-US" sz="2800" kern="1200" dirty="0">
              <a:latin typeface="+mj-lt"/>
            </a:rPr>
          </a:br>
          <a:r>
            <a:rPr lang="en-US" sz="2800" kern="1200" dirty="0">
              <a:latin typeface="+mj-lt"/>
            </a:rPr>
            <a:t>    success.</a:t>
          </a:r>
        </a:p>
      </dsp:txBody>
      <dsp:txXfrm>
        <a:off x="0" y="1199751"/>
        <a:ext cx="7948612" cy="1197995"/>
      </dsp:txXfrm>
    </dsp:sp>
    <dsp:sp modelId="{1FE763B5-35D6-9D48-989C-EF4D80B12F42}">
      <dsp:nvSpPr>
        <dsp:cNvPr id="0" name=""/>
        <dsp:cNvSpPr/>
      </dsp:nvSpPr>
      <dsp:spPr>
        <a:xfrm>
          <a:off x="0" y="2397747"/>
          <a:ext cx="7948612" cy="0"/>
        </a:xfrm>
        <a:prstGeom prst="line">
          <a:avLst/>
        </a:prstGeom>
        <a:solidFill>
          <a:schemeClr val="accent2">
            <a:hueOff val="-14400000"/>
            <a:satOff val="-50003"/>
            <a:lumOff val="60001"/>
            <a:alphaOff val="0"/>
          </a:schemeClr>
        </a:solidFill>
        <a:ln w="12700" cap="flat" cmpd="sng" algn="ctr">
          <a:solidFill>
            <a:schemeClr val="accent2">
              <a:hueOff val="-14400000"/>
              <a:satOff val="-50003"/>
              <a:lumOff val="6000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0BD38F-2F44-0D46-8A11-E3D204E9F357}">
      <dsp:nvSpPr>
        <dsp:cNvPr id="0" name=""/>
        <dsp:cNvSpPr/>
      </dsp:nvSpPr>
      <dsp:spPr>
        <a:xfrm>
          <a:off x="0" y="2397747"/>
          <a:ext cx="7948612" cy="119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3. Strategies for incorporating AT into</a:t>
          </a:r>
          <a:br>
            <a:rPr lang="en-US" sz="2700" kern="1200" dirty="0"/>
          </a:br>
          <a:r>
            <a:rPr lang="en-US" sz="2700" kern="1200" dirty="0"/>
            <a:t>    transition, and role of VR in that process.</a:t>
          </a:r>
        </a:p>
      </dsp:txBody>
      <dsp:txXfrm>
        <a:off x="0" y="2397747"/>
        <a:ext cx="7948612" cy="11979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A58526-F34A-1549-9334-22E63279823E}">
      <dsp:nvSpPr>
        <dsp:cNvPr id="0" name=""/>
        <dsp:cNvSpPr/>
      </dsp:nvSpPr>
      <dsp:spPr>
        <a:xfrm>
          <a:off x="600712" y="0"/>
          <a:ext cx="7437755" cy="6180328"/>
        </a:xfrm>
        <a:prstGeom prst="rightArrow">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233C1BC6-B1F6-3F45-8B03-EDCA22BAB1D6}">
      <dsp:nvSpPr>
        <dsp:cNvPr id="0" name=""/>
        <dsp:cNvSpPr/>
      </dsp:nvSpPr>
      <dsp:spPr>
        <a:xfrm>
          <a:off x="4589" y="1854098"/>
          <a:ext cx="1662898" cy="2472131"/>
        </a:xfrm>
        <a:prstGeom prst="roundRect">
          <a:avLst/>
        </a:prstGeom>
        <a:gradFill rotWithShape="1">
          <a:gsLst>
            <a:gs pos="0">
              <a:schemeClr val="accent6">
                <a:tint val="100000"/>
                <a:shade val="100000"/>
                <a:satMod val="130000"/>
              </a:schemeClr>
            </a:gs>
            <a:gs pos="100000">
              <a:schemeClr val="accent6">
                <a:tint val="50000"/>
                <a:shade val="100000"/>
                <a:satMod val="350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a:scene3d>
          <a:camera prst="orthographicFront"/>
          <a:lightRig rig="threePt" dir="t"/>
        </a:scene3d>
        <a:sp3d>
          <a:bevelT w="139700" h="139700" prst="divot"/>
        </a:sp3d>
      </dsp:spPr>
      <dsp:style>
        <a:lnRef idx="1">
          <a:schemeClr val="accent6"/>
        </a:lnRef>
        <a:fillRef idx="3">
          <a:schemeClr val="accent6"/>
        </a:fillRef>
        <a:effectRef idx="2">
          <a:schemeClr val="accent6"/>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tx1"/>
              </a:solidFill>
            </a:rPr>
            <a:t>Person-Centered Planning</a:t>
          </a:r>
        </a:p>
      </dsp:txBody>
      <dsp:txXfrm>
        <a:off x="85765" y="1935274"/>
        <a:ext cx="1500546" cy="2309779"/>
      </dsp:txXfrm>
    </dsp:sp>
    <dsp:sp modelId="{6FFBFB83-9131-844B-8F0A-13CD4902D693}">
      <dsp:nvSpPr>
        <dsp:cNvPr id="0" name=""/>
        <dsp:cNvSpPr/>
      </dsp:nvSpPr>
      <dsp:spPr>
        <a:xfrm>
          <a:off x="1763195" y="1854098"/>
          <a:ext cx="1706699" cy="2472131"/>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scene3d>
        <a:sp3d>
          <a:bevelT w="139700" h="139700" prst="divot"/>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dirty="0">
              <a:solidFill>
                <a:schemeClr val="tx1"/>
              </a:solidFill>
            </a:rPr>
            <a:t>Assessment, Exploration &amp; Discovery</a:t>
          </a:r>
        </a:p>
      </dsp:txBody>
      <dsp:txXfrm>
        <a:off x="1846509" y="1937412"/>
        <a:ext cx="1540071" cy="2305503"/>
      </dsp:txXfrm>
    </dsp:sp>
    <dsp:sp modelId="{445CBBD1-DFB3-0D4A-A054-257C86B961A5}">
      <dsp:nvSpPr>
        <dsp:cNvPr id="0" name=""/>
        <dsp:cNvSpPr/>
      </dsp:nvSpPr>
      <dsp:spPr>
        <a:xfrm>
          <a:off x="3565600" y="1854098"/>
          <a:ext cx="1662898" cy="2472131"/>
        </a:xfrm>
        <a:prstGeom prst="roundRect">
          <a:avLst/>
        </a:prstGeom>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balanced" dir="t">
            <a:rot lat="0" lon="0" rev="5100000"/>
          </a:lightRig>
        </a:scene3d>
        <a:sp3d contourW="6350">
          <a:bevelT w="29210" h="12700" prst="divot"/>
          <a:contourClr>
            <a:schemeClr val="accent2">
              <a:shade val="30000"/>
              <a:satMod val="130000"/>
            </a:schemeClr>
          </a:contourClr>
        </a:sp3d>
      </dsp:spPr>
      <dsp:style>
        <a:lnRef idx="0">
          <a:schemeClr val="accent2"/>
        </a:lnRef>
        <a:fillRef idx="3">
          <a:schemeClr val="accent2"/>
        </a:fillRef>
        <a:effectRef idx="3">
          <a:schemeClr val="accent2"/>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solidFill>
                <a:schemeClr val="tx1"/>
              </a:solidFill>
            </a:rPr>
            <a:t>Job Development &amp;</a:t>
          </a:r>
        </a:p>
        <a:p>
          <a:pPr marL="0" lvl="0" indent="0" algn="ctr" defTabSz="844550">
            <a:lnSpc>
              <a:spcPct val="90000"/>
            </a:lnSpc>
            <a:spcBef>
              <a:spcPct val="0"/>
            </a:spcBef>
            <a:spcAft>
              <a:spcPct val="35000"/>
            </a:spcAft>
            <a:buNone/>
          </a:pPr>
          <a:r>
            <a:rPr lang="en-US" sz="1900" b="1" kern="1200" dirty="0">
              <a:solidFill>
                <a:schemeClr val="tx1"/>
              </a:solidFill>
            </a:rPr>
            <a:t> Job Design</a:t>
          </a:r>
        </a:p>
      </dsp:txBody>
      <dsp:txXfrm>
        <a:off x="3646776" y="1935274"/>
        <a:ext cx="1500546" cy="2309779"/>
      </dsp:txXfrm>
    </dsp:sp>
    <dsp:sp modelId="{C556ECAE-C952-C841-B26D-606938BA86EF}">
      <dsp:nvSpPr>
        <dsp:cNvPr id="0" name=""/>
        <dsp:cNvSpPr/>
      </dsp:nvSpPr>
      <dsp:spPr>
        <a:xfrm>
          <a:off x="5324206" y="1854098"/>
          <a:ext cx="1662898" cy="2472131"/>
        </a:xfrm>
        <a:prstGeom prst="roundRect">
          <a:avLst/>
        </a:prstGeom>
        <a:gradFill rotWithShape="1">
          <a:gsLst>
            <a:gs pos="0">
              <a:schemeClr val="accent4">
                <a:tint val="100000"/>
                <a:shade val="100000"/>
                <a:satMod val="130000"/>
              </a:schemeClr>
            </a:gs>
            <a:gs pos="100000">
              <a:schemeClr val="accent4">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balanced" dir="t">
            <a:rot lat="0" lon="0" rev="5100000"/>
          </a:lightRig>
        </a:scene3d>
        <a:sp3d contourW="6350">
          <a:bevelT w="29210" h="12700" prst="divot"/>
          <a:contourClr>
            <a:schemeClr val="accent4">
              <a:shade val="30000"/>
              <a:satMod val="130000"/>
            </a:schemeClr>
          </a:contourClr>
        </a:sp3d>
      </dsp:spPr>
      <dsp:style>
        <a:lnRef idx="0">
          <a:schemeClr val="accent4"/>
        </a:lnRef>
        <a:fillRef idx="3">
          <a:schemeClr val="accent4"/>
        </a:fillRef>
        <a:effectRef idx="3">
          <a:schemeClr val="accent4"/>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dirty="0">
              <a:solidFill>
                <a:schemeClr val="tx1"/>
              </a:solidFill>
            </a:rPr>
            <a:t>Initial</a:t>
          </a:r>
          <a:br>
            <a:rPr lang="en-US" sz="2200" b="1" kern="1200" dirty="0">
              <a:solidFill>
                <a:schemeClr val="tx1"/>
              </a:solidFill>
            </a:rPr>
          </a:br>
          <a:r>
            <a:rPr lang="en-US" sz="2200" b="1" kern="1200" dirty="0">
              <a:solidFill>
                <a:schemeClr val="tx1"/>
              </a:solidFill>
            </a:rPr>
            <a:t>Job Support</a:t>
          </a:r>
        </a:p>
      </dsp:txBody>
      <dsp:txXfrm>
        <a:off x="5405382" y="1935274"/>
        <a:ext cx="1500546" cy="2309779"/>
      </dsp:txXfrm>
    </dsp:sp>
    <dsp:sp modelId="{04F24155-D9CF-D84D-909F-C081C6DAC877}">
      <dsp:nvSpPr>
        <dsp:cNvPr id="0" name=""/>
        <dsp:cNvSpPr/>
      </dsp:nvSpPr>
      <dsp:spPr>
        <a:xfrm>
          <a:off x="7082811" y="1854098"/>
          <a:ext cx="1662898" cy="2472131"/>
        </a:xfrm>
        <a:prstGeom prst="roundRect">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a:scene3d>
          <a:camera prst="orthographicFront"/>
          <a:lightRig rig="threePt" dir="t"/>
        </a:scene3d>
        <a:sp3d>
          <a:bevelT w="139700" h="139700" prst="divot"/>
        </a:sp3d>
      </dsp:spPr>
      <dsp:style>
        <a:lnRef idx="1">
          <a:schemeClr val="accent2"/>
        </a:lnRef>
        <a:fillRef idx="2">
          <a:schemeClr val="accent2"/>
        </a:fillRef>
        <a:effectRef idx="1">
          <a:schemeClr val="accent2"/>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Follow-Up Supports</a:t>
          </a:r>
        </a:p>
      </dsp:txBody>
      <dsp:txXfrm>
        <a:off x="7163987" y="1935274"/>
        <a:ext cx="1500546" cy="230977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850CF3-5224-4643-957D-53E03E1EE7D0}">
      <dsp:nvSpPr>
        <dsp:cNvPr id="0" name=""/>
        <dsp:cNvSpPr/>
      </dsp:nvSpPr>
      <dsp:spPr>
        <a:xfrm>
          <a:off x="3758997" y="42220"/>
          <a:ext cx="1999001" cy="570170"/>
        </a:xfrm>
        <a:prstGeom prst="roundRect">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Wayfinding/</a:t>
          </a:r>
          <a:br>
            <a:rPr lang="en-US" sz="1600" kern="1200" dirty="0"/>
          </a:br>
          <a:r>
            <a:rPr lang="en-US" sz="1600" kern="1200" dirty="0"/>
            <a:t>Transportation</a:t>
          </a:r>
        </a:p>
      </dsp:txBody>
      <dsp:txXfrm>
        <a:off x="3786830" y="70053"/>
        <a:ext cx="1943335" cy="514504"/>
      </dsp:txXfrm>
    </dsp:sp>
    <dsp:sp modelId="{77811A70-D3AE-0C41-8D6A-1D07D32ADEBA}">
      <dsp:nvSpPr>
        <dsp:cNvPr id="0" name=""/>
        <dsp:cNvSpPr/>
      </dsp:nvSpPr>
      <dsp:spPr>
        <a:xfrm>
          <a:off x="2528373" y="585278"/>
          <a:ext cx="5572028" cy="5572028"/>
        </a:xfrm>
        <a:custGeom>
          <a:avLst/>
          <a:gdLst/>
          <a:ahLst/>
          <a:cxnLst/>
          <a:rect l="0" t="0" r="0" b="0"/>
          <a:pathLst>
            <a:path>
              <a:moveTo>
                <a:pt x="3184770" y="28684"/>
              </a:moveTo>
              <a:arcTo wR="2786014" hR="2786014" stAng="16693733" swAng="1355684"/>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FA542A5-C28D-0B43-B7BF-3857B76FC18C}">
      <dsp:nvSpPr>
        <dsp:cNvPr id="0" name=""/>
        <dsp:cNvSpPr/>
      </dsp:nvSpPr>
      <dsp:spPr>
        <a:xfrm>
          <a:off x="5950864" y="984531"/>
          <a:ext cx="2100387" cy="621691"/>
        </a:xfrm>
        <a:prstGeom prst="roundRect">
          <a:avLst/>
        </a:prstGeom>
        <a:solidFill>
          <a:srgbClr val="FFC000"/>
        </a:solidFill>
        <a:ln w="26425"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Communication</a:t>
          </a:r>
        </a:p>
      </dsp:txBody>
      <dsp:txXfrm>
        <a:off x="5981212" y="1014879"/>
        <a:ext cx="2039691" cy="560995"/>
      </dsp:txXfrm>
    </dsp:sp>
    <dsp:sp modelId="{DE1333E7-AE3C-E446-9982-63466BCD8846}">
      <dsp:nvSpPr>
        <dsp:cNvPr id="0" name=""/>
        <dsp:cNvSpPr/>
      </dsp:nvSpPr>
      <dsp:spPr>
        <a:xfrm>
          <a:off x="1700803" y="-520076"/>
          <a:ext cx="5572028" cy="5572028"/>
        </a:xfrm>
        <a:custGeom>
          <a:avLst/>
          <a:gdLst/>
          <a:ahLst/>
          <a:cxnLst/>
          <a:rect l="0" t="0" r="0" b="0"/>
          <a:pathLst>
            <a:path>
              <a:moveTo>
                <a:pt x="5493905" y="2130877"/>
              </a:moveTo>
              <a:arcTo wR="2786014" hR="2786014" stAng="20783965" swAng="570454"/>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505CE0C-A16C-2E44-B33A-31F184E7897D}">
      <dsp:nvSpPr>
        <dsp:cNvPr id="0" name=""/>
        <dsp:cNvSpPr/>
      </dsp:nvSpPr>
      <dsp:spPr>
        <a:xfrm>
          <a:off x="6585624" y="2071783"/>
          <a:ext cx="1560882" cy="669796"/>
        </a:xfrm>
        <a:prstGeom prst="roundRect">
          <a:avLst/>
        </a:prstGeom>
        <a:solidFill>
          <a:srgbClr val="7030A0"/>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Task Instructions</a:t>
          </a:r>
        </a:p>
      </dsp:txBody>
      <dsp:txXfrm>
        <a:off x="6618321" y="2104480"/>
        <a:ext cx="1495488" cy="604402"/>
      </dsp:txXfrm>
    </dsp:sp>
    <dsp:sp modelId="{2E320D0A-8826-A146-8D82-2F1027EF1FBC}">
      <dsp:nvSpPr>
        <dsp:cNvPr id="0" name=""/>
        <dsp:cNvSpPr/>
      </dsp:nvSpPr>
      <dsp:spPr>
        <a:xfrm>
          <a:off x="1855175" y="-142281"/>
          <a:ext cx="5572028" cy="5572028"/>
        </a:xfrm>
        <a:custGeom>
          <a:avLst/>
          <a:gdLst/>
          <a:ahLst/>
          <a:cxnLst/>
          <a:rect l="0" t="0" r="0" b="0"/>
          <a:pathLst>
            <a:path>
              <a:moveTo>
                <a:pt x="5569974" y="2892994"/>
              </a:moveTo>
              <a:arcTo wR="2786014" hR="2786014" stAng="132038" swAng="1110312"/>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1E2F9C0-F9CF-9245-9927-EC71104EAC4D}">
      <dsp:nvSpPr>
        <dsp:cNvPr id="0" name=""/>
        <dsp:cNvSpPr/>
      </dsp:nvSpPr>
      <dsp:spPr>
        <a:xfrm>
          <a:off x="6464146" y="3637328"/>
          <a:ext cx="1446800" cy="477470"/>
        </a:xfrm>
        <a:prstGeom prst="roundRect">
          <a:avLst/>
        </a:prstGeom>
        <a:solidFill>
          <a:srgbClr val="C00000"/>
        </a:solidFill>
        <a:ln w="26425"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Self-Care</a:t>
          </a:r>
        </a:p>
      </dsp:txBody>
      <dsp:txXfrm>
        <a:off x="6487454" y="3660636"/>
        <a:ext cx="1400184" cy="430854"/>
      </dsp:txXfrm>
    </dsp:sp>
    <dsp:sp modelId="{AA19C0B5-7F8E-974A-BF9D-E0ED8C6DFB9D}">
      <dsp:nvSpPr>
        <dsp:cNvPr id="0" name=""/>
        <dsp:cNvSpPr/>
      </dsp:nvSpPr>
      <dsp:spPr>
        <a:xfrm>
          <a:off x="1843949" y="56813"/>
          <a:ext cx="5572028" cy="5572028"/>
        </a:xfrm>
        <a:custGeom>
          <a:avLst/>
          <a:gdLst/>
          <a:ahLst/>
          <a:cxnLst/>
          <a:rect l="0" t="0" r="0" b="0"/>
          <a:pathLst>
            <a:path>
              <a:moveTo>
                <a:pt x="5261214" y="4064787"/>
              </a:moveTo>
              <a:arcTo wR="2786014" hR="2786014" stAng="1639346" swAng="92821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4ED4812-BED9-E64A-AF8B-B841C13632DC}">
      <dsp:nvSpPr>
        <dsp:cNvPr id="0" name=""/>
        <dsp:cNvSpPr/>
      </dsp:nvSpPr>
      <dsp:spPr>
        <a:xfrm>
          <a:off x="5727019" y="4741107"/>
          <a:ext cx="1394216" cy="579038"/>
        </a:xfrm>
        <a:prstGeom prst="roundRect">
          <a:avLst/>
        </a:prstGeom>
        <a:solidFill>
          <a:srgbClr val="002060"/>
        </a:solidFill>
        <a:ln w="26425"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Checklists</a:t>
          </a:r>
        </a:p>
      </dsp:txBody>
      <dsp:txXfrm>
        <a:off x="5755285" y="4769373"/>
        <a:ext cx="1337684" cy="522506"/>
      </dsp:txXfrm>
    </dsp:sp>
    <dsp:sp modelId="{75A3F0E0-CFD0-F840-BF0E-42D54E35DE33}">
      <dsp:nvSpPr>
        <dsp:cNvPr id="0" name=""/>
        <dsp:cNvSpPr/>
      </dsp:nvSpPr>
      <dsp:spPr>
        <a:xfrm>
          <a:off x="1817505" y="180645"/>
          <a:ext cx="5572028" cy="5572028"/>
        </a:xfrm>
        <a:custGeom>
          <a:avLst/>
          <a:gdLst/>
          <a:ahLst/>
          <a:cxnLst/>
          <a:rect l="0" t="0" r="0" b="0"/>
          <a:pathLst>
            <a:path>
              <a:moveTo>
                <a:pt x="4272192" y="5142526"/>
              </a:moveTo>
              <a:arcTo wR="2786014" hR="2786014" stAng="3465700" swAng="68595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68BC963-A187-8349-8940-DDA7A0D07825}">
      <dsp:nvSpPr>
        <dsp:cNvPr id="0" name=""/>
        <dsp:cNvSpPr/>
      </dsp:nvSpPr>
      <dsp:spPr>
        <a:xfrm>
          <a:off x="3813457" y="5480285"/>
          <a:ext cx="1774361" cy="669796"/>
        </a:xfrm>
        <a:prstGeom prst="roundRect">
          <a:avLst/>
        </a:prstGeom>
        <a:solidFill>
          <a:srgbClr val="FFFF00"/>
        </a:solidFill>
        <a:ln w="26425"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Reminders</a:t>
          </a:r>
        </a:p>
      </dsp:txBody>
      <dsp:txXfrm>
        <a:off x="3846154" y="5512982"/>
        <a:ext cx="1708967" cy="604402"/>
      </dsp:txXfrm>
    </dsp:sp>
    <dsp:sp modelId="{EECE35E8-5183-7940-88EE-6C5F0B693FAC}">
      <dsp:nvSpPr>
        <dsp:cNvPr id="0" name=""/>
        <dsp:cNvSpPr/>
      </dsp:nvSpPr>
      <dsp:spPr>
        <a:xfrm>
          <a:off x="1203011" y="189622"/>
          <a:ext cx="5572028" cy="5572028"/>
        </a:xfrm>
        <a:custGeom>
          <a:avLst/>
          <a:gdLst/>
          <a:ahLst/>
          <a:cxnLst/>
          <a:rect l="0" t="0" r="0" b="0"/>
          <a:pathLst>
            <a:path>
              <a:moveTo>
                <a:pt x="2604595" y="5566115"/>
              </a:moveTo>
              <a:arcTo wR="2786014" hR="2786014" stAng="5624017" swAng="71029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6D987A0-932A-3149-B6E6-156AC73F380C}">
      <dsp:nvSpPr>
        <dsp:cNvPr id="0" name=""/>
        <dsp:cNvSpPr/>
      </dsp:nvSpPr>
      <dsp:spPr>
        <a:xfrm>
          <a:off x="1698624" y="4768126"/>
          <a:ext cx="1722550" cy="889683"/>
        </a:xfrm>
        <a:prstGeom prst="roundRect">
          <a:avLst/>
        </a:prstGeom>
        <a:gradFill rotWithShape="1">
          <a:gsLst>
            <a:gs pos="0">
              <a:schemeClr val="accent2">
                <a:tint val="50000"/>
                <a:shade val="86000"/>
                <a:satMod val="140000"/>
              </a:schemeClr>
            </a:gs>
            <a:gs pos="45000">
              <a:schemeClr val="accent2">
                <a:tint val="48000"/>
                <a:satMod val="150000"/>
              </a:schemeClr>
            </a:gs>
            <a:gs pos="100000">
              <a:schemeClr val="accent2">
                <a:tint val="28000"/>
                <a:satMod val="160000"/>
              </a:schemeClr>
            </a:gs>
          </a:gsLst>
          <a:path path="circle">
            <a:fillToRect l="100000" t="100000" r="100000" b="100000"/>
          </a:path>
        </a:gradFill>
        <a:ln w="9525" cap="flat" cmpd="sng" algn="ctr">
          <a:solidFill>
            <a:schemeClr val="accent2"/>
          </a:solidFill>
          <a:prstDash val="solid"/>
        </a:ln>
        <a:effectLst/>
        <a:scene3d>
          <a:camera prst="orthographicFront"/>
          <a:lightRig rig="threePt" dir="t"/>
        </a:scene3d>
        <a:sp3d>
          <a:bevelT prst="angle"/>
        </a:sp3d>
      </dsp:spPr>
      <dsp:style>
        <a:lnRef idx="1">
          <a:schemeClr val="accent2"/>
        </a:lnRef>
        <a:fillRef idx="2">
          <a:schemeClr val="accent2"/>
        </a:fillRef>
        <a:effectRef idx="1">
          <a:schemeClr val="accent2"/>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Scheduling &amp; Time Management</a:t>
          </a:r>
        </a:p>
      </dsp:txBody>
      <dsp:txXfrm>
        <a:off x="1742055" y="4811557"/>
        <a:ext cx="1635688" cy="802821"/>
      </dsp:txXfrm>
    </dsp:sp>
    <dsp:sp modelId="{19B87CB3-BAD4-EE4B-86B6-A0E2E77C51CC}">
      <dsp:nvSpPr>
        <dsp:cNvPr id="0" name=""/>
        <dsp:cNvSpPr/>
      </dsp:nvSpPr>
      <dsp:spPr>
        <a:xfrm>
          <a:off x="1847411" y="709379"/>
          <a:ext cx="5572028" cy="5572028"/>
        </a:xfrm>
        <a:custGeom>
          <a:avLst/>
          <a:gdLst/>
          <a:ahLst/>
          <a:cxnLst/>
          <a:rect l="0" t="0" r="0" b="0"/>
          <a:pathLst>
            <a:path>
              <a:moveTo>
                <a:pt x="305862" y="4055157"/>
              </a:moveTo>
              <a:arcTo wR="2786014" hR="2786014" stAng="9174016" swAng="488168"/>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BD92416-DE59-724F-9F8C-6FD46C23C8D1}">
      <dsp:nvSpPr>
        <dsp:cNvPr id="0" name=""/>
        <dsp:cNvSpPr/>
      </dsp:nvSpPr>
      <dsp:spPr>
        <a:xfrm>
          <a:off x="917050" y="3158837"/>
          <a:ext cx="1682290" cy="1238104"/>
        </a:xfrm>
        <a:prstGeom prst="roundRect">
          <a:avLst/>
        </a:prstGeom>
        <a:gradFill rotWithShape="1">
          <a:gsLst>
            <a:gs pos="0">
              <a:schemeClr val="accent4">
                <a:shade val="70000"/>
                <a:satMod val="150000"/>
              </a:schemeClr>
            </a:gs>
            <a:gs pos="34000">
              <a:schemeClr val="accent4">
                <a:shade val="70000"/>
                <a:satMod val="140000"/>
              </a:schemeClr>
            </a:gs>
            <a:gs pos="70000">
              <a:schemeClr val="accent4">
                <a:tint val="100000"/>
                <a:shade val="90000"/>
                <a:satMod val="140000"/>
              </a:schemeClr>
            </a:gs>
            <a:gs pos="100000">
              <a:schemeClr val="accent4">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prst="angle"/>
          <a:contourClr>
            <a:schemeClr val="accent4">
              <a:shade val="30000"/>
              <a:satMod val="130000"/>
            </a:schemeClr>
          </a:contourClr>
        </a:sp3d>
      </dsp:spPr>
      <dsp:style>
        <a:lnRef idx="0">
          <a:schemeClr val="accent4"/>
        </a:lnRef>
        <a:fillRef idx="3">
          <a:schemeClr val="accent4"/>
        </a:fillRef>
        <a:effectRef idx="3">
          <a:schemeClr val="accent4"/>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Task Training Through Video Modeling</a:t>
          </a:r>
        </a:p>
      </dsp:txBody>
      <dsp:txXfrm>
        <a:off x="977489" y="3219276"/>
        <a:ext cx="1561412" cy="1117226"/>
      </dsp:txXfrm>
    </dsp:sp>
    <dsp:sp modelId="{4A713261-A5C5-1044-85A7-2524A3B4707D}">
      <dsp:nvSpPr>
        <dsp:cNvPr id="0" name=""/>
        <dsp:cNvSpPr/>
      </dsp:nvSpPr>
      <dsp:spPr>
        <a:xfrm>
          <a:off x="1650431" y="9754"/>
          <a:ext cx="5572028" cy="5572028"/>
        </a:xfrm>
        <a:custGeom>
          <a:avLst/>
          <a:gdLst/>
          <a:ahLst/>
          <a:cxnLst/>
          <a:rect l="0" t="0" r="0" b="0"/>
          <a:pathLst>
            <a:path>
              <a:moveTo>
                <a:pt x="23057" y="3143707"/>
              </a:moveTo>
              <a:arcTo wR="2786014" hR="2786014" stAng="10357410" swAng="656544"/>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18719B6-63F3-6440-BFF7-D5CFE7143A62}">
      <dsp:nvSpPr>
        <dsp:cNvPr id="0" name=""/>
        <dsp:cNvSpPr/>
      </dsp:nvSpPr>
      <dsp:spPr>
        <a:xfrm>
          <a:off x="751531" y="1721119"/>
          <a:ext cx="2041754" cy="895959"/>
        </a:xfrm>
        <a:prstGeom prst="roundRect">
          <a:avLst/>
        </a:prstGeom>
        <a:solidFill>
          <a:schemeClr val="accent6"/>
        </a:solidFill>
        <a:ln w="26425" cap="flat" cmpd="sng" algn="ctr">
          <a:solidFill>
            <a:schemeClr val="accent6">
              <a:shade val="50000"/>
            </a:schemeClr>
          </a:solidFill>
          <a:prstDash val="solid"/>
        </a:ln>
        <a:effectLst/>
        <a:scene3d>
          <a:camera prst="orthographicFront"/>
          <a:lightRig rig="threePt" dir="t"/>
        </a:scene3d>
        <a:sp3d>
          <a:bevelT prst="angle"/>
        </a:sp3d>
      </dsp:spPr>
      <dsp:style>
        <a:lnRef idx="2">
          <a:schemeClr val="accent6">
            <a:shade val="50000"/>
          </a:schemeClr>
        </a:lnRef>
        <a:fillRef idx="1">
          <a:schemeClr val="accent6"/>
        </a:fillRef>
        <a:effectRef idx="0">
          <a:schemeClr val="accent6"/>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Social Interactions &amp; Behavior Management</a:t>
          </a:r>
        </a:p>
      </dsp:txBody>
      <dsp:txXfrm>
        <a:off x="795268" y="1764856"/>
        <a:ext cx="1954280" cy="808485"/>
      </dsp:txXfrm>
    </dsp:sp>
    <dsp:sp modelId="{CF3DF407-F39C-2C48-8172-E998E0816A4F}">
      <dsp:nvSpPr>
        <dsp:cNvPr id="0" name=""/>
        <dsp:cNvSpPr/>
      </dsp:nvSpPr>
      <dsp:spPr>
        <a:xfrm>
          <a:off x="1549370" y="413810"/>
          <a:ext cx="5572028" cy="5572028"/>
        </a:xfrm>
        <a:custGeom>
          <a:avLst/>
          <a:gdLst/>
          <a:ahLst/>
          <a:cxnLst/>
          <a:rect l="0" t="0" r="0" b="0"/>
          <a:pathLst>
            <a:path>
              <a:moveTo>
                <a:pt x="428520" y="1301393"/>
              </a:moveTo>
              <a:arcTo wR="2786014" hR="2786014" stAng="12732029" swAng="84695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5C294A3-6597-5642-B8C5-434A96A2F134}">
      <dsp:nvSpPr>
        <dsp:cNvPr id="0" name=""/>
        <dsp:cNvSpPr/>
      </dsp:nvSpPr>
      <dsp:spPr>
        <a:xfrm>
          <a:off x="2039369" y="510462"/>
          <a:ext cx="1517922" cy="669796"/>
        </a:xfrm>
        <a:prstGeom prst="roundRect">
          <a:avLst/>
        </a:prstGeom>
        <a:solidFill>
          <a:srgbClr val="00B050"/>
        </a:solidFill>
        <a:ln w="26425"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Remote Staff Support</a:t>
          </a:r>
        </a:p>
      </dsp:txBody>
      <dsp:txXfrm>
        <a:off x="2072066" y="543159"/>
        <a:ext cx="1452528" cy="604402"/>
      </dsp:txXfrm>
    </dsp:sp>
    <dsp:sp modelId="{1791ABA7-3CB7-8A43-AD29-01ADC503288B}">
      <dsp:nvSpPr>
        <dsp:cNvPr id="0" name=""/>
        <dsp:cNvSpPr/>
      </dsp:nvSpPr>
      <dsp:spPr>
        <a:xfrm>
          <a:off x="1682475" y="300084"/>
          <a:ext cx="5572028" cy="5572028"/>
        </a:xfrm>
        <a:custGeom>
          <a:avLst/>
          <a:gdLst/>
          <a:ahLst/>
          <a:cxnLst/>
          <a:rect l="0" t="0" r="0" b="0"/>
          <a:pathLst>
            <a:path>
              <a:moveTo>
                <a:pt x="1727392" y="208962"/>
              </a:moveTo>
              <a:arcTo wR="2786014" hR="2786014" stAng="14860064" swAng="450132"/>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541BE8-9096-ED49-8E55-3CB7B84D2097}">
      <dsp:nvSpPr>
        <dsp:cNvPr id="0" name=""/>
        <dsp:cNvSpPr/>
      </dsp:nvSpPr>
      <dsp:spPr>
        <a:xfrm>
          <a:off x="3661528" y="127011"/>
          <a:ext cx="2286004" cy="762229"/>
        </a:xfrm>
        <a:prstGeom prst="roundRect">
          <a:avLst/>
        </a:prstGeom>
        <a:solidFill>
          <a:srgbClr val="0060C1"/>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Ongoing AT Support</a:t>
          </a:r>
        </a:p>
      </dsp:txBody>
      <dsp:txXfrm>
        <a:off x="3698737" y="164220"/>
        <a:ext cx="2211586" cy="687811"/>
      </dsp:txXfrm>
    </dsp:sp>
    <dsp:sp modelId="{648E59BB-5001-C045-B1A9-34ABDB8E09EA}">
      <dsp:nvSpPr>
        <dsp:cNvPr id="0" name=""/>
        <dsp:cNvSpPr/>
      </dsp:nvSpPr>
      <dsp:spPr>
        <a:xfrm>
          <a:off x="2058781" y="607350"/>
          <a:ext cx="6056972" cy="6056972"/>
        </a:xfrm>
        <a:custGeom>
          <a:avLst/>
          <a:gdLst/>
          <a:ahLst/>
          <a:cxnLst/>
          <a:rect l="0" t="0" r="0" b="0"/>
          <a:pathLst>
            <a:path>
              <a:moveTo>
                <a:pt x="3896909" y="127181"/>
              </a:moveTo>
              <a:arcTo wR="3028486" hR="3028486" stAng="17199815" swAng="950136"/>
            </a:path>
          </a:pathLst>
        </a:custGeom>
        <a:noFill/>
        <a:ln w="25400" cap="flat" cmpd="sng" algn="ctr">
          <a:solidFill>
            <a:srgbClr val="0070C0"/>
          </a:solidFill>
          <a:prstDash val="solid"/>
          <a:miter lim="800000"/>
        </a:ln>
        <a:effectLst/>
      </dsp:spPr>
      <dsp:style>
        <a:lnRef idx="1">
          <a:scrgbClr r="0" g="0" b="0"/>
        </a:lnRef>
        <a:fillRef idx="0">
          <a:scrgbClr r="0" g="0" b="0"/>
        </a:fillRef>
        <a:effectRef idx="0">
          <a:scrgbClr r="0" g="0" b="0"/>
        </a:effectRef>
        <a:fontRef idx="minor"/>
      </dsp:style>
    </dsp:sp>
    <dsp:sp modelId="{07F81D62-94E6-CB45-B6D4-D49A862E34A5}">
      <dsp:nvSpPr>
        <dsp:cNvPr id="0" name=""/>
        <dsp:cNvSpPr/>
      </dsp:nvSpPr>
      <dsp:spPr>
        <a:xfrm>
          <a:off x="6361064" y="1086197"/>
          <a:ext cx="1717183" cy="978133"/>
        </a:xfrm>
        <a:prstGeom prst="round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lightRig rig="threePt" dir="t"/>
        </a:scene3d>
        <a:sp3d>
          <a:bevelT prst="angle"/>
        </a:sp3d>
      </dsp:spPr>
      <dsp:style>
        <a:lnRef idx="0">
          <a:schemeClr val="accent6"/>
        </a:lnRef>
        <a:fillRef idx="3">
          <a:schemeClr val="accent6"/>
        </a:fillRef>
        <a:effectRef idx="3">
          <a:schemeClr val="accent6"/>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Lack of Awareness of Options</a:t>
          </a:r>
        </a:p>
      </dsp:txBody>
      <dsp:txXfrm>
        <a:off x="6408813" y="1133946"/>
        <a:ext cx="1621685" cy="882635"/>
      </dsp:txXfrm>
    </dsp:sp>
    <dsp:sp modelId="{B45B11D5-382C-4045-921A-F35889848A7B}">
      <dsp:nvSpPr>
        <dsp:cNvPr id="0" name=""/>
        <dsp:cNvSpPr/>
      </dsp:nvSpPr>
      <dsp:spPr>
        <a:xfrm>
          <a:off x="1767307" y="305353"/>
          <a:ext cx="6056972" cy="6056972"/>
        </a:xfrm>
        <a:custGeom>
          <a:avLst/>
          <a:gdLst/>
          <a:ahLst/>
          <a:cxnLst/>
          <a:rect l="0" t="0" r="0" b="0"/>
          <a:pathLst>
            <a:path>
              <a:moveTo>
                <a:pt x="5783351" y="1770533"/>
              </a:moveTo>
              <a:arcTo wR="3028486" hR="3028486" stAng="20127430" swAng="1425312"/>
            </a:path>
          </a:pathLst>
        </a:custGeom>
        <a:noFill/>
        <a:ln w="25400" cap="flat" cmpd="sng" algn="ctr">
          <a:solidFill>
            <a:srgbClr val="0070C0"/>
          </a:solidFill>
          <a:prstDash val="solid"/>
          <a:miter lim="800000"/>
        </a:ln>
        <a:effectLst/>
      </dsp:spPr>
      <dsp:style>
        <a:lnRef idx="1">
          <a:scrgbClr r="0" g="0" b="0"/>
        </a:lnRef>
        <a:fillRef idx="0">
          <a:scrgbClr r="0" g="0" b="0"/>
        </a:fillRef>
        <a:effectRef idx="0">
          <a:scrgbClr r="0" g="0" b="0"/>
        </a:effectRef>
        <a:fontRef idx="minor"/>
      </dsp:style>
    </dsp:sp>
    <dsp:sp modelId="{E5F95648-B381-B94C-8FE2-861BF8209BAC}">
      <dsp:nvSpPr>
        <dsp:cNvPr id="0" name=""/>
        <dsp:cNvSpPr/>
      </dsp:nvSpPr>
      <dsp:spPr>
        <a:xfrm>
          <a:off x="7147214" y="3304922"/>
          <a:ext cx="1371605" cy="463379"/>
        </a:xfrm>
        <a:prstGeom prst="roundRect">
          <a:avLst/>
        </a:prstGeom>
        <a:solidFill>
          <a:schemeClr val="accent4"/>
        </a:solidFill>
        <a:ln w="19050" cap="flat" cmpd="sng" algn="ctr">
          <a:solidFill>
            <a:schemeClr val="lt1"/>
          </a:solidFill>
          <a:prstDash val="solid"/>
          <a:miter lim="800000"/>
        </a:ln>
        <a:effectLst/>
        <a:scene3d>
          <a:camera prst="orthographicFront"/>
          <a:lightRig rig="threePt" dir="t"/>
        </a:scene3d>
        <a:sp3d>
          <a:bevelT prst="angle"/>
        </a:sp3d>
      </dsp:spPr>
      <dsp:style>
        <a:lnRef idx="3">
          <a:schemeClr val="lt1"/>
        </a:lnRef>
        <a:fillRef idx="1">
          <a:schemeClr val="accent4"/>
        </a:fillRef>
        <a:effectRef idx="1">
          <a:schemeClr val="accent4"/>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Funding</a:t>
          </a:r>
        </a:p>
      </dsp:txBody>
      <dsp:txXfrm>
        <a:off x="7169834" y="3327542"/>
        <a:ext cx="1326365" cy="418139"/>
      </dsp:txXfrm>
    </dsp:sp>
    <dsp:sp modelId="{AFFE17BD-7B7B-CC42-B535-4F2170B01BC8}">
      <dsp:nvSpPr>
        <dsp:cNvPr id="0" name=""/>
        <dsp:cNvSpPr/>
      </dsp:nvSpPr>
      <dsp:spPr>
        <a:xfrm>
          <a:off x="1776044" y="508126"/>
          <a:ext cx="6056972" cy="6056972"/>
        </a:xfrm>
        <a:custGeom>
          <a:avLst/>
          <a:gdLst/>
          <a:ahLst/>
          <a:cxnLst/>
          <a:rect l="0" t="0" r="0" b="0"/>
          <a:pathLst>
            <a:path>
              <a:moveTo>
                <a:pt x="6046678" y="3277976"/>
              </a:moveTo>
              <a:arcTo wR="3028486" hR="3028486" stAng="283527" swAng="2017068"/>
            </a:path>
          </a:pathLst>
        </a:custGeom>
        <a:noFill/>
        <a:ln w="25400" cap="flat" cmpd="sng" algn="ctr">
          <a:solidFill>
            <a:srgbClr val="0060C1"/>
          </a:solidFill>
          <a:prstDash val="solid"/>
          <a:miter lim="800000"/>
        </a:ln>
        <a:effectLst/>
      </dsp:spPr>
      <dsp:style>
        <a:lnRef idx="1">
          <a:scrgbClr r="0" g="0" b="0"/>
        </a:lnRef>
        <a:fillRef idx="0">
          <a:scrgbClr r="0" g="0" b="0"/>
        </a:fillRef>
        <a:effectRef idx="0">
          <a:scrgbClr r="0" g="0" b="0"/>
        </a:effectRef>
        <a:fontRef idx="minor"/>
      </dsp:style>
    </dsp:sp>
    <dsp:sp modelId="{AA22DE72-DB4C-9B4C-810C-1FFE3E1A0DD4}">
      <dsp:nvSpPr>
        <dsp:cNvPr id="0" name=""/>
        <dsp:cNvSpPr/>
      </dsp:nvSpPr>
      <dsp:spPr>
        <a:xfrm>
          <a:off x="6275151" y="5429371"/>
          <a:ext cx="1341685" cy="497408"/>
        </a:xfrm>
        <a:prstGeom prst="roundRect">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lightRig rig="threePt" dir="t"/>
        </a:scene3d>
        <a:sp3d>
          <a:bevelT prst="angle"/>
        </a:sp3d>
      </dsp:spPr>
      <dsp:style>
        <a:lnRef idx="0">
          <a:schemeClr val="accent2"/>
        </a:lnRef>
        <a:fillRef idx="3">
          <a:schemeClr val="accent2"/>
        </a:fillRef>
        <a:effectRef idx="3">
          <a:schemeClr val="accent2"/>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Training</a:t>
          </a:r>
        </a:p>
      </dsp:txBody>
      <dsp:txXfrm>
        <a:off x="6299432" y="5453652"/>
        <a:ext cx="1293123" cy="448846"/>
      </dsp:txXfrm>
    </dsp:sp>
    <dsp:sp modelId="{A4A53420-3721-4E4A-8B8E-B67B0B8EC468}">
      <dsp:nvSpPr>
        <dsp:cNvPr id="0" name=""/>
        <dsp:cNvSpPr/>
      </dsp:nvSpPr>
      <dsp:spPr>
        <a:xfrm>
          <a:off x="1776044" y="508126"/>
          <a:ext cx="6056972" cy="6056972"/>
        </a:xfrm>
        <a:custGeom>
          <a:avLst/>
          <a:gdLst/>
          <a:ahLst/>
          <a:cxnLst/>
          <a:rect l="0" t="0" r="0" b="0"/>
          <a:pathLst>
            <a:path>
              <a:moveTo>
                <a:pt x="4879773" y="5425247"/>
              </a:moveTo>
              <a:arcTo wR="3028486" hR="3028486" stAng="3139024" swAng="1203694"/>
            </a:path>
          </a:pathLst>
        </a:custGeom>
        <a:noFill/>
        <a:ln w="25400" cap="flat" cmpd="sng" algn="ctr">
          <a:solidFill>
            <a:srgbClr val="0060C1"/>
          </a:solidFill>
          <a:prstDash val="solid"/>
          <a:miter lim="800000"/>
        </a:ln>
        <a:effectLst/>
      </dsp:spPr>
      <dsp:style>
        <a:lnRef idx="1">
          <a:scrgbClr r="0" g="0" b="0"/>
        </a:lnRef>
        <a:fillRef idx="0">
          <a:scrgbClr r="0" g="0" b="0"/>
        </a:fillRef>
        <a:effectRef idx="0">
          <a:scrgbClr r="0" g="0" b="0"/>
        </a:effectRef>
        <a:fontRef idx="minor"/>
      </dsp:style>
    </dsp:sp>
    <dsp:sp modelId="{A7A65F87-34F7-0546-B59D-34463F90C65B}">
      <dsp:nvSpPr>
        <dsp:cNvPr id="0" name=""/>
        <dsp:cNvSpPr/>
      </dsp:nvSpPr>
      <dsp:spPr>
        <a:xfrm>
          <a:off x="3897994" y="6323009"/>
          <a:ext cx="1813073" cy="48417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Ownership</a:t>
          </a:r>
        </a:p>
      </dsp:txBody>
      <dsp:txXfrm>
        <a:off x="3921630" y="6346645"/>
        <a:ext cx="1765801" cy="436906"/>
      </dsp:txXfrm>
    </dsp:sp>
    <dsp:sp modelId="{A71AC181-9617-0E42-985B-3B0448B9C5AF}">
      <dsp:nvSpPr>
        <dsp:cNvPr id="0" name=""/>
        <dsp:cNvSpPr/>
      </dsp:nvSpPr>
      <dsp:spPr>
        <a:xfrm>
          <a:off x="1776044" y="508126"/>
          <a:ext cx="6056972" cy="6056972"/>
        </a:xfrm>
        <a:custGeom>
          <a:avLst/>
          <a:gdLst/>
          <a:ahLst/>
          <a:cxnLst/>
          <a:rect l="0" t="0" r="0" b="0"/>
          <a:pathLst>
            <a:path>
              <a:moveTo>
                <a:pt x="2114801" y="5915856"/>
              </a:moveTo>
              <a:arcTo wR="3028486" hR="3028486" stAng="6453572" swAng="835839"/>
            </a:path>
          </a:pathLst>
        </a:custGeom>
        <a:noFill/>
        <a:ln w="25400" cap="flat" cmpd="sng" algn="ctr">
          <a:solidFill>
            <a:srgbClr val="0060C1"/>
          </a:solidFill>
          <a:prstDash val="solid"/>
          <a:miter lim="800000"/>
        </a:ln>
        <a:effectLst/>
      </dsp:spPr>
      <dsp:style>
        <a:lnRef idx="1">
          <a:scrgbClr r="0" g="0" b="0"/>
        </a:lnRef>
        <a:fillRef idx="0">
          <a:scrgbClr r="0" g="0" b="0"/>
        </a:fillRef>
        <a:effectRef idx="0">
          <a:scrgbClr r="0" g="0" b="0"/>
        </a:effectRef>
        <a:fontRef idx="minor"/>
      </dsp:style>
    </dsp:sp>
    <dsp:sp modelId="{7DBCFE32-3349-3E48-B94D-AFD387F98091}">
      <dsp:nvSpPr>
        <dsp:cNvPr id="0" name=""/>
        <dsp:cNvSpPr/>
      </dsp:nvSpPr>
      <dsp:spPr>
        <a:xfrm>
          <a:off x="1729154" y="5240981"/>
          <a:ext cx="1867827" cy="874188"/>
        </a:xfrm>
        <a:prstGeom prst="roundRect">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a:scene3d>
          <a:camera prst="orthographicFront"/>
          <a:lightRig rig="threePt" dir="t"/>
        </a:scene3d>
        <a:sp3d>
          <a:bevelT prst="angle"/>
        </a:sp3d>
      </dsp:spPr>
      <dsp:style>
        <a:lnRef idx="1">
          <a:schemeClr val="accent6"/>
        </a:lnRef>
        <a:fillRef idx="2">
          <a:schemeClr val="accent6"/>
        </a:fillRef>
        <a:effectRef idx="1">
          <a:schemeClr val="accent6"/>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Employer Support</a:t>
          </a:r>
        </a:p>
      </dsp:txBody>
      <dsp:txXfrm>
        <a:off x="1771828" y="5283655"/>
        <a:ext cx="1782479" cy="788840"/>
      </dsp:txXfrm>
    </dsp:sp>
    <dsp:sp modelId="{6F0521D2-F4EE-6047-9441-B1E8EE28CF4C}">
      <dsp:nvSpPr>
        <dsp:cNvPr id="0" name=""/>
        <dsp:cNvSpPr/>
      </dsp:nvSpPr>
      <dsp:spPr>
        <a:xfrm>
          <a:off x="1776044" y="508126"/>
          <a:ext cx="6056972" cy="6056972"/>
        </a:xfrm>
        <a:custGeom>
          <a:avLst/>
          <a:gdLst/>
          <a:ahLst/>
          <a:cxnLst/>
          <a:rect l="0" t="0" r="0" b="0"/>
          <a:pathLst>
            <a:path>
              <a:moveTo>
                <a:pt x="516424" y="4720016"/>
              </a:moveTo>
              <a:arcTo wR="3028486" hR="3028486" stAng="8762707" swAng="1744595"/>
            </a:path>
          </a:pathLst>
        </a:custGeom>
        <a:noFill/>
        <a:ln w="25400" cap="flat" cmpd="sng" algn="ctr">
          <a:solidFill>
            <a:srgbClr val="0060C1"/>
          </a:solidFill>
          <a:prstDash val="solid"/>
          <a:miter lim="800000"/>
        </a:ln>
        <a:effectLst/>
      </dsp:spPr>
      <dsp:style>
        <a:lnRef idx="1">
          <a:scrgbClr r="0" g="0" b="0"/>
        </a:lnRef>
        <a:fillRef idx="0">
          <a:scrgbClr r="0" g="0" b="0"/>
        </a:fillRef>
        <a:effectRef idx="0">
          <a:scrgbClr r="0" g="0" b="0"/>
        </a:effectRef>
        <a:fontRef idx="minor"/>
      </dsp:style>
    </dsp:sp>
    <dsp:sp modelId="{0F2ECD0D-65BC-104E-A588-7C010897D429}">
      <dsp:nvSpPr>
        <dsp:cNvPr id="0" name=""/>
        <dsp:cNvSpPr/>
      </dsp:nvSpPr>
      <dsp:spPr>
        <a:xfrm>
          <a:off x="625180" y="3294523"/>
          <a:ext cx="2301728" cy="484178"/>
        </a:xfrm>
        <a:prstGeom prst="roundRect">
          <a:avLst/>
        </a:prstGeom>
        <a:gradFill rotWithShape="1">
          <a:gsLst>
            <a:gs pos="0">
              <a:schemeClr val="dk1">
                <a:lumMod val="110000"/>
                <a:satMod val="105000"/>
                <a:tint val="67000"/>
              </a:schemeClr>
            </a:gs>
            <a:gs pos="50000">
              <a:schemeClr val="dk1">
                <a:lumMod val="105000"/>
                <a:satMod val="103000"/>
                <a:tint val="73000"/>
              </a:schemeClr>
            </a:gs>
            <a:gs pos="100000">
              <a:schemeClr val="dk1">
                <a:lumMod val="105000"/>
                <a:satMod val="109000"/>
                <a:tint val="81000"/>
              </a:schemeClr>
            </a:gs>
          </a:gsLst>
          <a:lin ang="5400000" scaled="0"/>
        </a:gradFill>
        <a:ln w="6350" cap="flat" cmpd="sng" algn="ctr">
          <a:solidFill>
            <a:schemeClr val="dk1"/>
          </a:solidFill>
          <a:prstDash val="solid"/>
          <a:miter lim="800000"/>
        </a:ln>
        <a:effectLst/>
        <a:scene3d>
          <a:camera prst="orthographicFront"/>
          <a:lightRig rig="threePt" dir="t"/>
        </a:scene3d>
        <a:sp3d>
          <a:bevelT prst="angle"/>
        </a:sp3d>
      </dsp:spPr>
      <dsp:style>
        <a:lnRef idx="1">
          <a:schemeClr val="dk1"/>
        </a:lnRef>
        <a:fillRef idx="2">
          <a:schemeClr val="dk1"/>
        </a:fillRef>
        <a:effectRef idx="1">
          <a:schemeClr val="dk1"/>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System Policies</a:t>
          </a:r>
        </a:p>
      </dsp:txBody>
      <dsp:txXfrm>
        <a:off x="648816" y="3318159"/>
        <a:ext cx="2254456" cy="436906"/>
      </dsp:txXfrm>
    </dsp:sp>
    <dsp:sp modelId="{A59D0CE1-CE8B-3149-A816-C837218F91E1}">
      <dsp:nvSpPr>
        <dsp:cNvPr id="0" name=""/>
        <dsp:cNvSpPr/>
      </dsp:nvSpPr>
      <dsp:spPr>
        <a:xfrm>
          <a:off x="1783571" y="380512"/>
          <a:ext cx="6056972" cy="6056972"/>
        </a:xfrm>
        <a:custGeom>
          <a:avLst/>
          <a:gdLst/>
          <a:ahLst/>
          <a:cxnLst/>
          <a:rect l="0" t="0" r="0" b="0"/>
          <a:pathLst>
            <a:path>
              <a:moveTo>
                <a:pt x="2664" y="2901478"/>
              </a:moveTo>
              <a:arcTo wR="3028486" hR="3028486" stAng="10944214" swAng="1405614"/>
            </a:path>
          </a:pathLst>
        </a:custGeom>
        <a:noFill/>
        <a:ln w="25400" cap="flat" cmpd="sng" algn="ctr">
          <a:solidFill>
            <a:srgbClr val="0060C1"/>
          </a:solidFill>
          <a:prstDash val="solid"/>
          <a:miter lim="800000"/>
        </a:ln>
        <a:effectLst/>
      </dsp:spPr>
      <dsp:style>
        <a:lnRef idx="1">
          <a:scrgbClr r="0" g="0" b="0"/>
        </a:lnRef>
        <a:fillRef idx="0">
          <a:scrgbClr r="0" g="0" b="0"/>
        </a:fillRef>
        <a:effectRef idx="0">
          <a:scrgbClr r="0" g="0" b="0"/>
        </a:effectRef>
        <a:fontRef idx="minor"/>
      </dsp:style>
    </dsp:sp>
    <dsp:sp modelId="{0E533C64-2A09-0C4B-9830-A8BF063DCD0A}">
      <dsp:nvSpPr>
        <dsp:cNvPr id="0" name=""/>
        <dsp:cNvSpPr/>
      </dsp:nvSpPr>
      <dsp:spPr>
        <a:xfrm>
          <a:off x="1275554" y="1267724"/>
          <a:ext cx="2153445" cy="8104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Technology Ever Evolving</a:t>
          </a:r>
        </a:p>
      </dsp:txBody>
      <dsp:txXfrm>
        <a:off x="1315117" y="1307287"/>
        <a:ext cx="2074319" cy="731329"/>
      </dsp:txXfrm>
    </dsp:sp>
    <dsp:sp modelId="{0A4252C7-7FE2-784E-8A39-B16305DE0B94}">
      <dsp:nvSpPr>
        <dsp:cNvPr id="0" name=""/>
        <dsp:cNvSpPr/>
      </dsp:nvSpPr>
      <dsp:spPr>
        <a:xfrm>
          <a:off x="1638258" y="560410"/>
          <a:ext cx="6056972" cy="6056972"/>
        </a:xfrm>
        <a:custGeom>
          <a:avLst/>
          <a:gdLst/>
          <a:ahLst/>
          <a:cxnLst/>
          <a:rect l="0" t="0" r="0" b="0"/>
          <a:pathLst>
            <a:path>
              <a:moveTo>
                <a:pt x="1091568" y="700379"/>
              </a:moveTo>
              <a:arcTo wR="3028486" hR="3028486" stAng="13814431" swAng="1210166"/>
            </a:path>
          </a:pathLst>
        </a:custGeom>
        <a:noFill/>
        <a:ln w="25400" cap="flat" cmpd="sng" algn="ctr">
          <a:solidFill>
            <a:srgbClr val="0060C1"/>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theme" Target="../theme/theme11.xml"/><Relationship Id="rId4" Type="http://schemas.openxmlformats.org/officeDocument/2006/relationships/image" Target="../media/image6.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6">
            <a:extLst>
              <a:ext uri="{FF2B5EF4-FFF2-40B4-BE49-F238E27FC236}">
                <a16:creationId xmlns:a16="http://schemas.microsoft.com/office/drawing/2014/main" id="{D2D49F3F-9924-B744-9871-F7152E7D54FF}"/>
              </a:ext>
            </a:extLst>
          </p:cNvPr>
          <p:cNvSpPr>
            <a:spLocks noChangeArrowheads="1"/>
          </p:cNvSpPr>
          <p:nvPr/>
        </p:nvSpPr>
        <p:spPr bwMode="auto">
          <a:xfrm>
            <a:off x="3200400" y="8588375"/>
            <a:ext cx="28956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lgn="ctr">
              <a:defRPr/>
            </a:pPr>
            <a:endParaRPr lang="en-US" altLang="en-US" sz="1400"/>
          </a:p>
        </p:txBody>
      </p:sp>
      <p:sp>
        <p:nvSpPr>
          <p:cNvPr id="6147" name="Rectangle 7">
            <a:extLst>
              <a:ext uri="{FF2B5EF4-FFF2-40B4-BE49-F238E27FC236}">
                <a16:creationId xmlns:a16="http://schemas.microsoft.com/office/drawing/2014/main" id="{1030BE6A-464B-E34C-AB76-A01819BE9C23}"/>
              </a:ext>
            </a:extLst>
          </p:cNvPr>
          <p:cNvSpPr>
            <a:spLocks noChangeArrowheads="1"/>
          </p:cNvSpPr>
          <p:nvPr/>
        </p:nvSpPr>
        <p:spPr bwMode="auto">
          <a:xfrm>
            <a:off x="4800600" y="152400"/>
            <a:ext cx="19050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lgn="r">
              <a:defRPr/>
            </a:pPr>
            <a:fld id="{8D4E4D53-0970-F546-A9C7-D6A61D694C5D}" type="slidenum">
              <a:rPr lang="en-US" altLang="en-US" sz="1400" smtClean="0"/>
              <a:pPr algn="r">
                <a:defRPr/>
              </a:pPr>
              <a:t>‹#›</a:t>
            </a:fld>
            <a:endParaRPr lang="en-US" altLang="en-US" sz="1400"/>
          </a:p>
        </p:txBody>
      </p:sp>
      <p:sp>
        <p:nvSpPr>
          <p:cNvPr id="6148" name="Rectangle 8">
            <a:extLst>
              <a:ext uri="{FF2B5EF4-FFF2-40B4-BE49-F238E27FC236}">
                <a16:creationId xmlns:a16="http://schemas.microsoft.com/office/drawing/2014/main" id="{F1404091-10E7-F740-B935-7D4A70EB1FB3}"/>
              </a:ext>
            </a:extLst>
          </p:cNvPr>
          <p:cNvSpPr>
            <a:spLocks noChangeArrowheads="1"/>
          </p:cNvSpPr>
          <p:nvPr/>
        </p:nvSpPr>
        <p:spPr bwMode="auto">
          <a:xfrm>
            <a:off x="152400" y="8305800"/>
            <a:ext cx="6400800" cy="685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defRPr/>
            </a:pPr>
            <a:endParaRPr lang="en-US" altLang="en-US"/>
          </a:p>
        </p:txBody>
      </p:sp>
      <p:sp>
        <p:nvSpPr>
          <p:cNvPr id="6149" name="Rectangle 9">
            <a:extLst>
              <a:ext uri="{FF2B5EF4-FFF2-40B4-BE49-F238E27FC236}">
                <a16:creationId xmlns:a16="http://schemas.microsoft.com/office/drawing/2014/main" id="{6B8173CC-10BB-BD49-8A54-CAB49455DE75}"/>
              </a:ext>
            </a:extLst>
          </p:cNvPr>
          <p:cNvSpPr>
            <a:spLocks noChangeArrowheads="1"/>
          </p:cNvSpPr>
          <p:nvPr/>
        </p:nvSpPr>
        <p:spPr bwMode="auto">
          <a:xfrm>
            <a:off x="152400" y="8305800"/>
            <a:ext cx="6400800" cy="128588"/>
          </a:xfrm>
          <a:prstGeom prst="rect">
            <a:avLst/>
          </a:prstGeom>
          <a:solidFill>
            <a:srgbClr val="0099CC"/>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defRPr/>
            </a:pPr>
            <a:endParaRPr lang="en-US" altLang="en-US"/>
          </a:p>
        </p:txBody>
      </p:sp>
      <p:pic>
        <p:nvPicPr>
          <p:cNvPr id="14342" name="Picture 11" descr="iciPPT_BIG">
            <a:extLst>
              <a:ext uri="{FF2B5EF4-FFF2-40B4-BE49-F238E27FC236}">
                <a16:creationId xmlns:a16="http://schemas.microsoft.com/office/drawing/2014/main" id="{E1BCF9E8-2C2F-7B43-B622-5DBC417ED424}"/>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228600" y="8458200"/>
            <a:ext cx="3048000" cy="4889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14343" name="Group 14">
            <a:extLst>
              <a:ext uri="{FF2B5EF4-FFF2-40B4-BE49-F238E27FC236}">
                <a16:creationId xmlns:a16="http://schemas.microsoft.com/office/drawing/2014/main" id="{374E0F2B-D057-1A4D-A72F-67572FFA44A4}"/>
              </a:ext>
            </a:extLst>
          </p:cNvPr>
          <p:cNvGrpSpPr>
            <a:grpSpLocks/>
          </p:cNvGrpSpPr>
          <p:nvPr/>
        </p:nvGrpSpPr>
        <p:grpSpPr bwMode="auto">
          <a:xfrm>
            <a:off x="5638800" y="8486775"/>
            <a:ext cx="762000" cy="438150"/>
            <a:chOff x="5103" y="5266"/>
            <a:chExt cx="586" cy="336"/>
          </a:xfrm>
        </p:grpSpPr>
        <p:pic>
          <p:nvPicPr>
            <p:cNvPr id="14344" name="Picture 10" descr="umb_white">
              <a:extLst>
                <a:ext uri="{FF2B5EF4-FFF2-40B4-BE49-F238E27FC236}">
                  <a16:creationId xmlns:a16="http://schemas.microsoft.com/office/drawing/2014/main" id="{BEF3E9E6-CF8F-0D4A-A297-1F4055C77695}"/>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103" y="5266"/>
              <a:ext cx="273" cy="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4345" name="Picture 12" descr="CHB_reverse_BIG">
              <a:extLst>
                <a:ext uri="{FF2B5EF4-FFF2-40B4-BE49-F238E27FC236}">
                  <a16:creationId xmlns:a16="http://schemas.microsoft.com/office/drawing/2014/main" id="{54F73BC5-B41D-094E-A18A-8F046762414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424" y="5266"/>
              <a:ext cx="265" cy="3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920088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9B3A64B-BD29-B64A-A470-7398DC6053A5}"/>
              </a:ext>
            </a:extLst>
          </p:cNvPr>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en-US"/>
          </a:p>
        </p:txBody>
      </p:sp>
      <p:sp>
        <p:nvSpPr>
          <p:cNvPr id="3075" name="Rectangle 3">
            <a:extLst>
              <a:ext uri="{FF2B5EF4-FFF2-40B4-BE49-F238E27FC236}">
                <a16:creationId xmlns:a16="http://schemas.microsoft.com/office/drawing/2014/main" id="{CEB1B764-1E3D-F94C-AFE8-93CA8696BBC6}"/>
              </a:ext>
            </a:extLst>
          </p:cNvPr>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en-US"/>
          </a:p>
        </p:txBody>
      </p:sp>
      <p:sp>
        <p:nvSpPr>
          <p:cNvPr id="13316" name="Rectangle 4">
            <a:extLst>
              <a:ext uri="{FF2B5EF4-FFF2-40B4-BE49-F238E27FC236}">
                <a16:creationId xmlns:a16="http://schemas.microsoft.com/office/drawing/2014/main" id="{BAF8533A-3C1A-B542-944B-EAD4B68E1EB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 uri="{53640926-AAD7-44d8-BBD7-CCE9431645EC}">
              <a14:shadowObscured xmlns="" xmlns:a14="http://schemas.microsoft.com/office/drawing/2010/main" val="1"/>
            </a:ext>
          </a:extLst>
        </p:spPr>
      </p:sp>
      <p:sp>
        <p:nvSpPr>
          <p:cNvPr id="3077" name="Rectangle 5">
            <a:extLst>
              <a:ext uri="{FF2B5EF4-FFF2-40B4-BE49-F238E27FC236}">
                <a16:creationId xmlns:a16="http://schemas.microsoft.com/office/drawing/2014/main" id="{626E4560-BA05-2040-A535-1FA0A95D97D1}"/>
              </a:ext>
            </a:extLst>
          </p:cNvPr>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3078" name="Rectangle 6">
            <a:extLst>
              <a:ext uri="{FF2B5EF4-FFF2-40B4-BE49-F238E27FC236}">
                <a16:creationId xmlns:a16="http://schemas.microsoft.com/office/drawing/2014/main" id="{C758BAA2-FE2D-464F-9111-FEF4CCCC94AD}"/>
              </a:ext>
            </a:extLst>
          </p:cNvPr>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en-US"/>
          </a:p>
        </p:txBody>
      </p:sp>
      <p:sp>
        <p:nvSpPr>
          <p:cNvPr id="3079" name="Rectangle 7">
            <a:extLst>
              <a:ext uri="{FF2B5EF4-FFF2-40B4-BE49-F238E27FC236}">
                <a16:creationId xmlns:a16="http://schemas.microsoft.com/office/drawing/2014/main" id="{3D9E1561-AF14-5440-BAC2-6453D18CFFE2}"/>
              </a:ext>
            </a:extLst>
          </p:cNvPr>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a:lvl1pPr>
          </a:lstStyle>
          <a:p>
            <a:pPr>
              <a:defRPr/>
            </a:pPr>
            <a:fld id="{1E6EAF8F-0920-7444-BF36-95ABB4CBBBE1}" type="slidenum">
              <a:rPr lang="en-US" altLang="en-US"/>
              <a:pPr>
                <a:defRPr/>
              </a:pPr>
              <a:t>‹#›</a:t>
            </a:fld>
            <a:endParaRPr lang="en-US" altLang="en-US"/>
          </a:p>
        </p:txBody>
      </p:sp>
    </p:spTree>
    <p:extLst>
      <p:ext uri="{BB962C8B-B14F-4D97-AF65-F5344CB8AC3E}">
        <p14:creationId xmlns:p14="http://schemas.microsoft.com/office/powerpoint/2010/main" val="16679132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 behalf of the Institute for Community Inclusion at UMass Boston we want to welcome you to this training.  The ICI is an organization providing research, training and technical assistance on promoting full inclusion for people with disabilities.</a:t>
            </a: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1</a:t>
            </a:fld>
            <a:endParaRPr lang="en-US" altLang="en-US"/>
          </a:p>
        </p:txBody>
      </p:sp>
    </p:spTree>
    <p:extLst>
      <p:ext uri="{BB962C8B-B14F-4D97-AF65-F5344CB8AC3E}">
        <p14:creationId xmlns:p14="http://schemas.microsoft.com/office/powerpoint/2010/main" val="34786151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This IT’S EMPLOYMENT training is being provided through a grant from the Unites States Office of Education, Rehabilitation Services Administration.  It is my privilege to be your trainer for today, My name is Russ Thelin and I am coming to you from the Salt Lake City area where prior to my work with UMass Boston and the ICI I worked for 25 years within the Utah State Office of Rehabilitation, starting as a VRC and concluding my time there as the combined agency’s Executive Director.</a:t>
            </a: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2</a:t>
            </a:fld>
            <a:endParaRPr lang="en-US" altLang="en-US"/>
          </a:p>
        </p:txBody>
      </p:sp>
    </p:spTree>
    <p:extLst>
      <p:ext uri="{BB962C8B-B14F-4D97-AF65-F5344CB8AC3E}">
        <p14:creationId xmlns:p14="http://schemas.microsoft.com/office/powerpoint/2010/main" val="560842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part four of a 5-part state learning collaborative training tailored to identified needs of the Colorado Division of Vocational Rehabilitation.  Our focus today will be on approaches and models for creating pathways to employment for successful transition from school to employment for youth (and adults) with intellectual disabilities.</a:t>
            </a: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3</a:t>
            </a:fld>
            <a:endParaRPr lang="en-US" altLang="en-US"/>
          </a:p>
        </p:txBody>
      </p:sp>
    </p:spTree>
    <p:extLst>
      <p:ext uri="{BB962C8B-B14F-4D97-AF65-F5344CB8AC3E}">
        <p14:creationId xmlns:p14="http://schemas.microsoft.com/office/powerpoint/2010/main" val="1683819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4</a:t>
            </a:fld>
            <a:endParaRPr lang="en-US" altLang="en-US"/>
          </a:p>
        </p:txBody>
      </p:sp>
    </p:spTree>
    <p:extLst>
      <p:ext uri="{BB962C8B-B14F-4D97-AF65-F5344CB8AC3E}">
        <p14:creationId xmlns:p14="http://schemas.microsoft.com/office/powerpoint/2010/main" val="106373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5</a:t>
            </a:fld>
            <a:endParaRPr lang="en-US" altLang="en-US"/>
          </a:p>
        </p:txBody>
      </p:sp>
    </p:spTree>
    <p:extLst>
      <p:ext uri="{BB962C8B-B14F-4D97-AF65-F5344CB8AC3E}">
        <p14:creationId xmlns:p14="http://schemas.microsoft.com/office/powerpoint/2010/main" val="19748559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1E6EAF8F-0920-7444-BF36-95ABB4CBBBE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3243769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8</a:t>
            </a:fld>
            <a:endParaRPr lang="en-US" altLang="en-US"/>
          </a:p>
        </p:txBody>
      </p:sp>
    </p:spTree>
    <p:extLst>
      <p:ext uri="{BB962C8B-B14F-4D97-AF65-F5344CB8AC3E}">
        <p14:creationId xmlns:p14="http://schemas.microsoft.com/office/powerpoint/2010/main" val="3153264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9</a:t>
            </a:fld>
            <a:endParaRPr lang="en-US" altLang="en-US"/>
          </a:p>
        </p:txBody>
      </p:sp>
    </p:spTree>
    <p:extLst>
      <p:ext uri="{BB962C8B-B14F-4D97-AF65-F5344CB8AC3E}">
        <p14:creationId xmlns:p14="http://schemas.microsoft.com/office/powerpoint/2010/main" val="4220491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1E6EAF8F-0920-7444-BF36-95ABB4CBBBE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27857603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1E6EAF8F-0920-7444-BF36-95ABB4CBBBE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36190169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1E6EAF8F-0920-7444-BF36-95ABB4CBBBE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21887443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18</a:t>
            </a:fld>
            <a:endParaRPr lang="en-US" altLang="en-US"/>
          </a:p>
        </p:txBody>
      </p:sp>
    </p:spTree>
    <p:extLst>
      <p:ext uri="{BB962C8B-B14F-4D97-AF65-F5344CB8AC3E}">
        <p14:creationId xmlns:p14="http://schemas.microsoft.com/office/powerpoint/2010/main" val="1878700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1E6EAF8F-0920-7444-BF36-95ABB4CBBBE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33995135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20</a:t>
            </a:fld>
            <a:endParaRPr lang="en-US" altLang="en-US"/>
          </a:p>
        </p:txBody>
      </p:sp>
    </p:spTree>
    <p:extLst>
      <p:ext uri="{BB962C8B-B14F-4D97-AF65-F5344CB8AC3E}">
        <p14:creationId xmlns:p14="http://schemas.microsoft.com/office/powerpoint/2010/main" val="9383115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22</a:t>
            </a:fld>
            <a:endParaRPr lang="en-US" altLang="en-US"/>
          </a:p>
        </p:txBody>
      </p:sp>
    </p:spTree>
    <p:extLst>
      <p:ext uri="{BB962C8B-B14F-4D97-AF65-F5344CB8AC3E}">
        <p14:creationId xmlns:p14="http://schemas.microsoft.com/office/powerpoint/2010/main" val="30646419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23</a:t>
            </a:fld>
            <a:endParaRPr lang="en-US" altLang="en-US"/>
          </a:p>
        </p:txBody>
      </p:sp>
    </p:spTree>
    <p:extLst>
      <p:ext uri="{BB962C8B-B14F-4D97-AF65-F5344CB8AC3E}">
        <p14:creationId xmlns:p14="http://schemas.microsoft.com/office/powerpoint/2010/main" val="24132888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25</a:t>
            </a:fld>
            <a:endParaRPr lang="en-US" altLang="en-US"/>
          </a:p>
        </p:txBody>
      </p:sp>
    </p:spTree>
    <p:extLst>
      <p:ext uri="{BB962C8B-B14F-4D97-AF65-F5344CB8AC3E}">
        <p14:creationId xmlns:p14="http://schemas.microsoft.com/office/powerpoint/2010/main" val="9958918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30</a:t>
            </a:fld>
            <a:endParaRPr lang="en-US" altLang="en-US"/>
          </a:p>
        </p:txBody>
      </p:sp>
    </p:spTree>
    <p:extLst>
      <p:ext uri="{BB962C8B-B14F-4D97-AF65-F5344CB8AC3E}">
        <p14:creationId xmlns:p14="http://schemas.microsoft.com/office/powerpoint/2010/main" val="11393017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8">
            <a:extLst>
              <a:ext uri="{FF2B5EF4-FFF2-40B4-BE49-F238E27FC236}">
                <a16:creationId xmlns:a16="http://schemas.microsoft.com/office/drawing/2014/main" id="{1B0B47CB-DD3A-5844-82AA-2BBFE462DFD1}"/>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C2DDFE2-3768-4A42-A4D8-7AE12E85DC1A}"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22529" name="Text Box 1">
            <a:extLst>
              <a:ext uri="{FF2B5EF4-FFF2-40B4-BE49-F238E27FC236}">
                <a16:creationId xmlns:a16="http://schemas.microsoft.com/office/drawing/2014/main" id="{CEBB80C3-09B4-EE40-8ED5-CCB447F0694A}"/>
              </a:ext>
            </a:extLst>
          </p:cNvPr>
          <p:cNvSpPr txBox="1">
            <a:spLocks noGrp="1" noRot="1" noChangeAspect="1" noChangeArrowheads="1"/>
          </p:cNvSpPr>
          <p:nvPr>
            <p:ph type="sldImg"/>
          </p:nvPr>
        </p:nvSpPr>
        <p:spPr>
          <a:xfrm>
            <a:off x="1106488" y="812800"/>
            <a:ext cx="5341937" cy="4005263"/>
          </a:xfrm>
          <a:solidFill>
            <a:srgbClr val="FFFFFF"/>
          </a:solidFill>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2530" name="Text Box 2">
            <a:extLst>
              <a:ext uri="{FF2B5EF4-FFF2-40B4-BE49-F238E27FC236}">
                <a16:creationId xmlns:a16="http://schemas.microsoft.com/office/drawing/2014/main" id="{7D1D1348-D998-6F42-A805-80AF6A5E4F30}"/>
              </a:ext>
            </a:extLst>
          </p:cNvPr>
          <p:cNvSpPr txBox="1">
            <a:spLocks noGrp="1" noChangeArrowheads="1"/>
          </p:cNvSpPr>
          <p:nvPr>
            <p:ph type="body" idx="1"/>
          </p:nvPr>
        </p:nvSpPr>
        <p:spPr>
          <a:xfrm>
            <a:off x="755650" y="5078413"/>
            <a:ext cx="6045200" cy="4808537"/>
          </a:xfrm>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dirty="0">
              <a:solidFill>
                <a:srgbClr val="000000"/>
              </a:solidFill>
              <a:latin typeface="Times New Roman" charset="0"/>
              <a:ea typeface="+mn-ea"/>
            </a:endParaRPr>
          </a:p>
          <a:p>
            <a:pPr>
              <a:defRPr/>
            </a:pPr>
            <a:br>
              <a:rPr lang="en-US" dirty="0">
                <a:solidFill>
                  <a:srgbClr val="000000"/>
                </a:solidFill>
                <a:latin typeface="Times New Roman" charset="0"/>
                <a:ea typeface="+mn-ea"/>
              </a:rPr>
            </a:br>
            <a:endParaRPr lang="en-US" dirty="0">
              <a:solidFill>
                <a:srgbClr val="000000"/>
              </a:solidFill>
              <a:latin typeface="Times New Roman" charset="0"/>
              <a:ea typeface="+mn-ea"/>
            </a:endParaRPr>
          </a:p>
          <a:p>
            <a:pPr>
              <a:defRPr/>
            </a:pPr>
            <a:r>
              <a:rPr lang="en-US" dirty="0">
                <a:solidFill>
                  <a:srgbClr val="000000"/>
                </a:solidFill>
                <a:latin typeface="Times New Roman" charset="0"/>
                <a:ea typeface="+mn-ea"/>
              </a:rPr>
              <a:t>Need to know you are part of bigger historic movement. </a:t>
            </a:r>
          </a:p>
          <a:p>
            <a:pPr>
              <a:defRPr/>
            </a:pPr>
            <a:r>
              <a:rPr lang="en-US" dirty="0">
                <a:solidFill>
                  <a:srgbClr val="000000"/>
                </a:solidFill>
                <a:latin typeface="Times New Roman" charset="0"/>
                <a:ea typeface="+mn-ea"/>
              </a:rPr>
              <a:t>What you do preserves and strengthens everyone's rights. </a:t>
            </a:r>
          </a:p>
          <a:p>
            <a:pPr>
              <a:defRPr/>
            </a:pPr>
            <a:br>
              <a:rPr lang="en-US" dirty="0">
                <a:solidFill>
                  <a:srgbClr val="000000"/>
                </a:solidFill>
                <a:latin typeface="Times New Roman" charset="0"/>
                <a:ea typeface="+mn-ea"/>
              </a:rPr>
            </a:br>
            <a:endParaRPr lang="en-US" dirty="0">
              <a:solidFill>
                <a:srgbClr val="000000"/>
              </a:solidFill>
              <a:latin typeface="Times New Roman" charset="0"/>
              <a:ea typeface="+mn-ea"/>
            </a:endParaRPr>
          </a:p>
          <a:p>
            <a:pPr>
              <a:defRPr/>
            </a:pPr>
            <a:br>
              <a:rPr lang="en-US" dirty="0"/>
            </a:br>
            <a:endParaRPr lang="en-US" dirty="0">
              <a:solidFill>
                <a:srgbClr val="000000"/>
              </a:solidFill>
              <a:latin typeface="Times New Roman" charset="0"/>
              <a:ea typeface="+mn-ea"/>
            </a:endParaRPr>
          </a:p>
          <a:p>
            <a:pPr>
              <a:defRPr/>
            </a:pPr>
            <a:endParaRPr lang="en-US" dirty="0">
              <a:solidFill>
                <a:srgbClr val="000000"/>
              </a:solidFill>
              <a:latin typeface="Times New Roman" charset="0"/>
              <a:ea typeface="+mn-ea"/>
            </a:endParaRPr>
          </a:p>
          <a:p>
            <a:pPr>
              <a:defRPr/>
            </a:pPr>
            <a:endParaRPr lang="en-US" altLang="en-US" dirty="0">
              <a:solidFill>
                <a:srgbClr val="000000"/>
              </a:solidFill>
              <a:latin typeface="Times New Roman" charset="0"/>
              <a:ea typeface="+mn-ea"/>
            </a:endParaRPr>
          </a:p>
          <a:p>
            <a:pPr>
              <a:defRPr/>
            </a:pPr>
            <a:endParaRPr lang="en-US" altLang="en-US" dirty="0">
              <a:solidFill>
                <a:srgbClr val="000000"/>
              </a:solidFill>
              <a:latin typeface="Times New Roman" charset="0"/>
              <a:ea typeface="+mn-ea"/>
            </a:endParaRPr>
          </a:p>
        </p:txBody>
      </p:sp>
    </p:spTree>
    <p:extLst>
      <p:ext uri="{BB962C8B-B14F-4D97-AF65-F5344CB8AC3E}">
        <p14:creationId xmlns:p14="http://schemas.microsoft.com/office/powerpoint/2010/main" val="30713738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SET </a:t>
            </a:r>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1E6EAF8F-0920-7444-BF36-95ABB4CBBBE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15342268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en-US" dirty="0"/>
          </a:p>
        </p:txBody>
      </p:sp>
      <p:sp>
        <p:nvSpPr>
          <p:cNvPr id="4" name="Substituent număr diapozitiv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0C927C-1E7F-4E42-9881-F2F08CF0D6EB}" type="slidenum">
              <a:rPr kumimoji="0" lang="en-US" sz="1200" b="0" i="0" u="none" strike="noStrike" kern="1200" cap="none" spc="0" normalizeH="0" baseline="0" noProof="0" smtClean="0">
                <a:ln>
                  <a:noFill/>
                </a:ln>
                <a:solidFill>
                  <a:prstClr val="black"/>
                </a:solidFill>
                <a:effectLst/>
                <a:uLnTx/>
                <a:uFillTx/>
                <a:latin typeface="Calibri"/>
                <a:ea typeface="Geneva" panose="020B05030304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Tree>
    <p:extLst>
      <p:ext uri="{BB962C8B-B14F-4D97-AF65-F5344CB8AC3E}">
        <p14:creationId xmlns:p14="http://schemas.microsoft.com/office/powerpoint/2010/main" val="36555454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en-US" dirty="0"/>
          </a:p>
        </p:txBody>
      </p:sp>
      <p:sp>
        <p:nvSpPr>
          <p:cNvPr id="4" name="Substituent număr diapozitiv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0C927C-1E7F-4E42-9881-F2F08CF0D6EB}" type="slidenum">
              <a:rPr kumimoji="0" lang="en-US" sz="1200" b="0" i="0" u="none" strike="noStrike" kern="1200" cap="none" spc="0" normalizeH="0" baseline="0" noProof="0" smtClean="0">
                <a:ln>
                  <a:noFill/>
                </a:ln>
                <a:solidFill>
                  <a:prstClr val="black"/>
                </a:solidFill>
                <a:effectLst/>
                <a:uLnTx/>
                <a:uFillTx/>
                <a:latin typeface="Calibri"/>
                <a:ea typeface="Geneva" panose="020B05030304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Tree>
    <p:extLst>
      <p:ext uri="{BB962C8B-B14F-4D97-AF65-F5344CB8AC3E}">
        <p14:creationId xmlns:p14="http://schemas.microsoft.com/office/powerpoint/2010/main" val="25006738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en-US" dirty="0"/>
          </a:p>
        </p:txBody>
      </p:sp>
      <p:sp>
        <p:nvSpPr>
          <p:cNvPr id="4" name="Substituent număr diapozitiv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0C927C-1E7F-4E42-9881-F2F08CF0D6EB}" type="slidenum">
              <a:rPr kumimoji="0" lang="en-US" sz="1200" b="0" i="0" u="none" strike="noStrike" kern="1200" cap="none" spc="0" normalizeH="0" baseline="0" noProof="0" smtClean="0">
                <a:ln>
                  <a:noFill/>
                </a:ln>
                <a:solidFill>
                  <a:prstClr val="black"/>
                </a:solidFill>
                <a:effectLst/>
                <a:uLnTx/>
                <a:uFillTx/>
                <a:latin typeface="Calibri"/>
                <a:ea typeface="Geneva" panose="020B05030304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Tree>
    <p:extLst>
      <p:ext uri="{BB962C8B-B14F-4D97-AF65-F5344CB8AC3E}">
        <p14:creationId xmlns:p14="http://schemas.microsoft.com/office/powerpoint/2010/main" val="19932388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en-US" dirty="0"/>
          </a:p>
        </p:txBody>
      </p:sp>
      <p:sp>
        <p:nvSpPr>
          <p:cNvPr id="4" name="Substituent număr diapozitiv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0C927C-1E7F-4E42-9881-F2F08CF0D6EB}" type="slidenum">
              <a:rPr kumimoji="0" lang="en-US" sz="1200" b="0" i="0" u="none" strike="noStrike" kern="1200" cap="none" spc="0" normalizeH="0" baseline="0" noProof="0" smtClean="0">
                <a:ln>
                  <a:noFill/>
                </a:ln>
                <a:solidFill>
                  <a:prstClr val="black"/>
                </a:solidFill>
                <a:effectLst/>
                <a:uLnTx/>
                <a:uFillTx/>
                <a:latin typeface="Calibri"/>
                <a:ea typeface="Geneva" panose="020B05030304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Tree>
    <p:extLst>
      <p:ext uri="{BB962C8B-B14F-4D97-AF65-F5344CB8AC3E}">
        <p14:creationId xmlns:p14="http://schemas.microsoft.com/office/powerpoint/2010/main" val="32632278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en-US" dirty="0"/>
          </a:p>
        </p:txBody>
      </p:sp>
      <p:sp>
        <p:nvSpPr>
          <p:cNvPr id="4" name="Substituent număr diapozitiv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0C927C-1E7F-4E42-9881-F2F08CF0D6EB}" type="slidenum">
              <a:rPr kumimoji="0" lang="en-US" sz="1200" b="0" i="0" u="none" strike="noStrike" kern="1200" cap="none" spc="0" normalizeH="0" baseline="0" noProof="0" smtClean="0">
                <a:ln>
                  <a:noFill/>
                </a:ln>
                <a:solidFill>
                  <a:prstClr val="black"/>
                </a:solidFill>
                <a:effectLst/>
                <a:uLnTx/>
                <a:uFillTx/>
                <a:latin typeface="Calibri"/>
                <a:ea typeface="Geneva" panose="020B0503030404040204" pitchFamily="34" charset="0"/>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Tree>
    <p:extLst>
      <p:ext uri="{BB962C8B-B14F-4D97-AF65-F5344CB8AC3E}">
        <p14:creationId xmlns:p14="http://schemas.microsoft.com/office/powerpoint/2010/main" val="20777805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8">
            <a:extLst>
              <a:ext uri="{FF2B5EF4-FFF2-40B4-BE49-F238E27FC236}">
                <a16:creationId xmlns:a16="http://schemas.microsoft.com/office/drawing/2014/main" id="{1B0B47CB-DD3A-5844-82AA-2BBFE462DFD1}"/>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C2DDFE2-3768-4A42-A4D8-7AE12E85DC1A}"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40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22529" name="Text Box 1">
            <a:extLst>
              <a:ext uri="{FF2B5EF4-FFF2-40B4-BE49-F238E27FC236}">
                <a16:creationId xmlns:a16="http://schemas.microsoft.com/office/drawing/2014/main" id="{CEBB80C3-09B4-EE40-8ED5-CCB447F0694A}"/>
              </a:ext>
            </a:extLst>
          </p:cNvPr>
          <p:cNvSpPr txBox="1">
            <a:spLocks noGrp="1" noRot="1" noChangeAspect="1" noChangeArrowheads="1"/>
          </p:cNvSpPr>
          <p:nvPr>
            <p:ph type="sldImg"/>
          </p:nvPr>
        </p:nvSpPr>
        <p:spPr>
          <a:xfrm>
            <a:off x="1106488" y="812800"/>
            <a:ext cx="5341937" cy="4005263"/>
          </a:xfrm>
          <a:solidFill>
            <a:srgbClr val="FFFFFF"/>
          </a:solidFill>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2530" name="Text Box 2">
            <a:extLst>
              <a:ext uri="{FF2B5EF4-FFF2-40B4-BE49-F238E27FC236}">
                <a16:creationId xmlns:a16="http://schemas.microsoft.com/office/drawing/2014/main" id="{7D1D1348-D998-6F42-A805-80AF6A5E4F30}"/>
              </a:ext>
            </a:extLst>
          </p:cNvPr>
          <p:cNvSpPr txBox="1">
            <a:spLocks noGrp="1" noChangeArrowheads="1"/>
          </p:cNvSpPr>
          <p:nvPr>
            <p:ph type="body" idx="1"/>
          </p:nvPr>
        </p:nvSpPr>
        <p:spPr>
          <a:xfrm>
            <a:off x="755650" y="5078413"/>
            <a:ext cx="6045200" cy="4808537"/>
          </a:xfrm>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br>
              <a:rPr lang="en-US" dirty="0">
                <a:solidFill>
                  <a:srgbClr val="000000"/>
                </a:solidFill>
                <a:latin typeface="Times New Roman" charset="0"/>
                <a:ea typeface="+mn-ea"/>
              </a:rPr>
            </a:br>
            <a:endParaRPr lang="en-US" dirty="0">
              <a:solidFill>
                <a:srgbClr val="000000"/>
              </a:solidFill>
              <a:latin typeface="Times New Roman" charset="0"/>
              <a:ea typeface="+mn-ea"/>
            </a:endParaRPr>
          </a:p>
          <a:p>
            <a:pPr>
              <a:defRPr/>
            </a:pPr>
            <a:br>
              <a:rPr lang="en-US" dirty="0"/>
            </a:br>
            <a:endParaRPr lang="en-US" dirty="0">
              <a:solidFill>
                <a:srgbClr val="000000"/>
              </a:solidFill>
              <a:latin typeface="Times New Roman" charset="0"/>
              <a:ea typeface="+mn-ea"/>
            </a:endParaRPr>
          </a:p>
          <a:p>
            <a:pPr>
              <a:defRPr/>
            </a:pPr>
            <a:endParaRPr lang="en-US" dirty="0">
              <a:solidFill>
                <a:srgbClr val="000000"/>
              </a:solidFill>
              <a:latin typeface="Times New Roman" charset="0"/>
              <a:ea typeface="+mn-ea"/>
            </a:endParaRPr>
          </a:p>
          <a:p>
            <a:pPr>
              <a:defRPr/>
            </a:pPr>
            <a:endParaRPr lang="en-US" altLang="en-US" dirty="0">
              <a:solidFill>
                <a:srgbClr val="000000"/>
              </a:solidFill>
              <a:latin typeface="Times New Roman" charset="0"/>
              <a:ea typeface="+mn-ea"/>
            </a:endParaRPr>
          </a:p>
          <a:p>
            <a:pPr>
              <a:defRPr/>
            </a:pPr>
            <a:endParaRPr lang="en-US" altLang="en-US" dirty="0">
              <a:solidFill>
                <a:srgbClr val="000000"/>
              </a:solidFill>
              <a:latin typeface="Times New Roman" charset="0"/>
              <a:ea typeface="+mn-ea"/>
            </a:endParaRPr>
          </a:p>
        </p:txBody>
      </p:sp>
    </p:spTree>
    <p:extLst>
      <p:ext uri="{BB962C8B-B14F-4D97-AF65-F5344CB8AC3E}">
        <p14:creationId xmlns:p14="http://schemas.microsoft.com/office/powerpoint/2010/main" val="22125007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41</a:t>
            </a:fld>
            <a:endParaRPr lang="en-US" altLang="en-US"/>
          </a:p>
        </p:txBody>
      </p:sp>
    </p:spTree>
    <p:extLst>
      <p:ext uri="{BB962C8B-B14F-4D97-AF65-F5344CB8AC3E}">
        <p14:creationId xmlns:p14="http://schemas.microsoft.com/office/powerpoint/2010/main" val="40505549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44</a:t>
            </a:fld>
            <a:endParaRPr lang="en-US" altLang="en-US"/>
          </a:p>
        </p:txBody>
      </p:sp>
    </p:spTree>
    <p:extLst>
      <p:ext uri="{BB962C8B-B14F-4D97-AF65-F5344CB8AC3E}">
        <p14:creationId xmlns:p14="http://schemas.microsoft.com/office/powerpoint/2010/main" val="19603362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1E6EAF8F-0920-7444-BF36-95ABB4CBBBE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47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35711221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1E6EAF8F-0920-7444-BF36-95ABB4CBBBE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51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24710988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hemeOverride" Target="../theme/themeOverride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D2D74-2660-B344-AFE9-F8D9172706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ABC8C5-328F-6B4D-B3CA-42B5F0926A7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8560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49BFC-8DC4-1043-9116-9C8878D18F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96530-A4DA-234C-80A3-6FFA0FD1A9F1}"/>
              </a:ext>
            </a:extLst>
          </p:cNvPr>
          <p:cNvSpPr>
            <a:spLocks noGrp="1"/>
          </p:cNvSpPr>
          <p:nvPr>
            <p:ph sz="half" idx="1"/>
          </p:nvPr>
        </p:nvSpPr>
        <p:spPr>
          <a:xfrm>
            <a:off x="685800" y="1752600"/>
            <a:ext cx="381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BC3B30-E6B1-EE49-A601-FAD230136040}"/>
              </a:ext>
            </a:extLst>
          </p:cNvPr>
          <p:cNvSpPr>
            <a:spLocks noGrp="1"/>
          </p:cNvSpPr>
          <p:nvPr>
            <p:ph sz="half" idx="2"/>
          </p:nvPr>
        </p:nvSpPr>
        <p:spPr>
          <a:xfrm>
            <a:off x="4648200" y="1752600"/>
            <a:ext cx="381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1509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4182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4277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BA185A8-3B9F-9E4B-9AE7-F4EF90EE37C9}"/>
              </a:ext>
            </a:extLst>
          </p:cNvPr>
          <p:cNvSpPr>
            <a:spLocks noGrp="1"/>
          </p:cNvSpPr>
          <p:nvPr>
            <p:ph type="title"/>
          </p:nvPr>
        </p:nvSpPr>
        <p:spPr>
          <a:xfrm>
            <a:off x="685800" y="457200"/>
            <a:ext cx="7772400" cy="1143000"/>
          </a:xfrm>
          <a:prstGeom prst="rect">
            <a:avLst/>
          </a:prstGeom>
        </p:spPr>
        <p:txBody>
          <a:bodyPr/>
          <a:lstStyle>
            <a:lvl1pPr>
              <a:defRPr b="1"/>
            </a:lvl1pPr>
          </a:lstStyle>
          <a:p>
            <a:r>
              <a:rPr lang="en-US" dirty="0"/>
              <a:t>Click to edit Master title style</a:t>
            </a:r>
          </a:p>
        </p:txBody>
      </p:sp>
      <p:sp>
        <p:nvSpPr>
          <p:cNvPr id="4" name="Content Placeholder 2">
            <a:extLst>
              <a:ext uri="{FF2B5EF4-FFF2-40B4-BE49-F238E27FC236}">
                <a16:creationId xmlns:a16="http://schemas.microsoft.com/office/drawing/2014/main" id="{5B9E27E5-53EA-F04A-9A8A-B90B1C948E73}"/>
              </a:ext>
            </a:extLst>
          </p:cNvPr>
          <p:cNvSpPr>
            <a:spLocks noGrp="1"/>
          </p:cNvSpPr>
          <p:nvPr>
            <p:ph idx="1"/>
          </p:nvPr>
        </p:nvSpPr>
        <p:spPr>
          <a:xfrm>
            <a:off x="685800" y="1752600"/>
            <a:ext cx="7772400" cy="3810000"/>
          </a:xfrm>
          <a:prstGeom prst="rect">
            <a:avLst/>
          </a:prstGeom>
        </p:spPr>
        <p:txBody>
          <a:bodyPr/>
          <a:lstStyle>
            <a:lvl1pPr>
              <a:defRPr sz="2800"/>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9">
            <a:extLst>
              <a:ext uri="{FF2B5EF4-FFF2-40B4-BE49-F238E27FC236}">
                <a16:creationId xmlns:a16="http://schemas.microsoft.com/office/drawing/2014/main" id="{77878B50-8399-8F46-A679-8C57DBBD3916}"/>
              </a:ext>
            </a:extLst>
          </p:cNvPr>
          <p:cNvSpPr>
            <a:spLocks noChangeArrowheads="1"/>
          </p:cNvSpPr>
          <p:nvPr userDrawn="1"/>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Tree>
    <p:extLst>
      <p:ext uri="{BB962C8B-B14F-4D97-AF65-F5344CB8AC3E}">
        <p14:creationId xmlns:p14="http://schemas.microsoft.com/office/powerpoint/2010/main" val="1582788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5640F-6525-5446-B331-92545F7342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D913DC-84F2-814B-8B98-EEAED0B04B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C47D7A-DFBC-DD42-ACF6-2FA5097BA69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8923CCF-F834-EC44-B3AF-36748303E3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89B629-67F3-DC41-A418-24650F33E43F}"/>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378310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Photo -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4572000" y="0"/>
            <a:ext cx="4572000" cy="685800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524469" y="1012375"/>
            <a:ext cx="3523060" cy="999309"/>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523875" y="2482491"/>
            <a:ext cx="3523060" cy="3143610"/>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523282" y="2108906"/>
            <a:ext cx="3523655" cy="373584"/>
          </a:xfrm>
          <a:prstGeom prst="rect">
            <a:avLst/>
          </a:prstGeom>
        </p:spPr>
        <p:txBody>
          <a:bodyPr/>
          <a:lstStyle>
            <a:lvl1pPr marL="0" indent="0" algn="l">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4572001" y="0"/>
            <a:ext cx="4572000" cy="6858000"/>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019C093F-F4BD-664F-9DDC-D0F858F50025}"/>
              </a:ext>
            </a:extLst>
          </p:cNvPr>
          <p:cNvSpPr>
            <a:spLocks noGrp="1"/>
          </p:cNvSpPr>
          <p:nvPr>
            <p:ph type="body" sz="quarter" idx="19" hasCustomPrompt="1"/>
          </p:nvPr>
        </p:nvSpPr>
        <p:spPr>
          <a:xfrm>
            <a:off x="523878" y="695031"/>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0" name="Picture 9">
            <a:extLst>
              <a:ext uri="{FF2B5EF4-FFF2-40B4-BE49-F238E27FC236}">
                <a16:creationId xmlns:a16="http://schemas.microsoft.com/office/drawing/2014/main" id="{33F06097-1504-401B-AB7A-A4858A92D8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30640041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Large Photo - Right">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07EE7F26-1321-2445-A1A4-B5B78FCF1ECF}"/>
              </a:ext>
            </a:extLst>
          </p:cNvPr>
          <p:cNvSpPr/>
          <p:nvPr userDrawn="1"/>
        </p:nvSpPr>
        <p:spPr>
          <a:xfrm>
            <a:off x="0" y="0"/>
            <a:ext cx="9144000" cy="6858000"/>
          </a:xfrm>
          <a:custGeom>
            <a:avLst/>
            <a:gdLst>
              <a:gd name="connsiteX0" fmla="*/ 416375 w 12192000"/>
              <a:gd name="connsiteY0" fmla="*/ 455059 h 6858000"/>
              <a:gd name="connsiteX1" fmla="*/ 416375 w 12192000"/>
              <a:gd name="connsiteY1" fmla="*/ 6044697 h 6858000"/>
              <a:gd name="connsiteX2" fmla="*/ 5677243 w 12192000"/>
              <a:gd name="connsiteY2" fmla="*/ 6044697 h 6858000"/>
              <a:gd name="connsiteX3" fmla="*/ 5677243 w 12192000"/>
              <a:gd name="connsiteY3" fmla="*/ 455059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416375" y="455059"/>
                </a:moveTo>
                <a:lnTo>
                  <a:pt x="416375" y="6044697"/>
                </a:lnTo>
                <a:lnTo>
                  <a:pt x="5677243" y="6044697"/>
                </a:lnTo>
                <a:lnTo>
                  <a:pt x="5677243" y="455059"/>
                </a:lnTo>
                <a:close/>
                <a:moveTo>
                  <a:pt x="0" y="0"/>
                </a:moveTo>
                <a:lnTo>
                  <a:pt x="12192000" y="0"/>
                </a:lnTo>
                <a:lnTo>
                  <a:pt x="12192000" y="6858000"/>
                </a:lnTo>
                <a:lnTo>
                  <a:pt x="0" y="6858000"/>
                </a:lnTo>
                <a:close/>
              </a:path>
            </a:pathLst>
          </a:cu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524469" y="1012375"/>
            <a:ext cx="3523060" cy="999309"/>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523875" y="2482491"/>
            <a:ext cx="3523060" cy="3143610"/>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523282" y="2108906"/>
            <a:ext cx="3523655" cy="373584"/>
          </a:xfrm>
          <a:prstGeom prst="rect">
            <a:avLst/>
          </a:prstGeom>
        </p:spPr>
        <p:txBody>
          <a:bodyPr/>
          <a:lstStyle>
            <a:lvl1pPr marL="0" indent="0" algn="l">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13" name="Picture Placeholder 12">
            <a:extLst>
              <a:ext uri="{FF2B5EF4-FFF2-40B4-BE49-F238E27FC236}">
                <a16:creationId xmlns:a16="http://schemas.microsoft.com/office/drawing/2014/main" id="{BCED9C80-A09F-944D-8036-B3AEB8673518}"/>
              </a:ext>
            </a:extLst>
          </p:cNvPr>
          <p:cNvSpPr>
            <a:spLocks noGrp="1"/>
          </p:cNvSpPr>
          <p:nvPr>
            <p:ph type="pic" sz="quarter" idx="18" hasCustomPrompt="1"/>
          </p:nvPr>
        </p:nvSpPr>
        <p:spPr>
          <a:xfrm>
            <a:off x="2" y="0"/>
            <a:ext cx="9144001" cy="6858000"/>
          </a:xfrm>
          <a:custGeom>
            <a:avLst/>
            <a:gdLst>
              <a:gd name="connsiteX0" fmla="*/ 416375 w 12192001"/>
              <a:gd name="connsiteY0" fmla="*/ 455059 h 6858000"/>
              <a:gd name="connsiteX1" fmla="*/ 416375 w 12192001"/>
              <a:gd name="connsiteY1" fmla="*/ 6044697 h 6858000"/>
              <a:gd name="connsiteX2" fmla="*/ 5677243 w 12192001"/>
              <a:gd name="connsiteY2" fmla="*/ 6044697 h 6858000"/>
              <a:gd name="connsiteX3" fmla="*/ 5677243 w 12192001"/>
              <a:gd name="connsiteY3" fmla="*/ 455059 h 6858000"/>
              <a:gd name="connsiteX4" fmla="*/ 0 w 12192001"/>
              <a:gd name="connsiteY4" fmla="*/ 0 h 6858000"/>
              <a:gd name="connsiteX5" fmla="*/ 12192001 w 12192001"/>
              <a:gd name="connsiteY5" fmla="*/ 0 h 6858000"/>
              <a:gd name="connsiteX6" fmla="*/ 12192001 w 12192001"/>
              <a:gd name="connsiteY6" fmla="*/ 6858000 h 6858000"/>
              <a:gd name="connsiteX7" fmla="*/ 0 w 1219200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1" h="6858000">
                <a:moveTo>
                  <a:pt x="416375" y="455059"/>
                </a:moveTo>
                <a:lnTo>
                  <a:pt x="416375" y="6044697"/>
                </a:lnTo>
                <a:lnTo>
                  <a:pt x="5677243" y="6044697"/>
                </a:lnTo>
                <a:lnTo>
                  <a:pt x="5677243" y="455059"/>
                </a:lnTo>
                <a:close/>
                <a:moveTo>
                  <a:pt x="0" y="0"/>
                </a:moveTo>
                <a:lnTo>
                  <a:pt x="12192001" y="0"/>
                </a:lnTo>
                <a:lnTo>
                  <a:pt x="12192001" y="6858000"/>
                </a:lnTo>
                <a:lnTo>
                  <a:pt x="0" y="6858000"/>
                </a:lnTo>
                <a:close/>
              </a:path>
            </a:pathLst>
          </a:custGeom>
        </p:spPr>
        <p:txBody>
          <a:bodyPr wrap="square">
            <a:noAutofit/>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019C093F-F4BD-664F-9DDC-D0F858F50025}"/>
              </a:ext>
            </a:extLst>
          </p:cNvPr>
          <p:cNvSpPr>
            <a:spLocks noGrp="1"/>
          </p:cNvSpPr>
          <p:nvPr>
            <p:ph type="body" sz="quarter" idx="19" hasCustomPrompt="1"/>
          </p:nvPr>
        </p:nvSpPr>
        <p:spPr>
          <a:xfrm>
            <a:off x="523878" y="695031"/>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33580169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Photo - Lef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0" y="0"/>
            <a:ext cx="4572000" cy="685800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5121183" y="1012375"/>
            <a:ext cx="3523060" cy="999309"/>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5120589" y="2482491"/>
            <a:ext cx="3523060" cy="3194410"/>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5119995" y="2108906"/>
            <a:ext cx="3523655" cy="373584"/>
          </a:xfrm>
          <a:prstGeom prst="rect">
            <a:avLst/>
          </a:prstGeom>
        </p:spPr>
        <p:txBody>
          <a:bodyPr/>
          <a:lstStyle>
            <a:lvl1pPr marL="0" indent="0" algn="l">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0" y="0"/>
            <a:ext cx="4572000" cy="6858000"/>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82ADFC0A-EB24-894D-A665-DF65DC39E870}"/>
              </a:ext>
            </a:extLst>
          </p:cNvPr>
          <p:cNvSpPr>
            <a:spLocks noGrp="1"/>
          </p:cNvSpPr>
          <p:nvPr>
            <p:ph type="body" sz="quarter" idx="19" hasCustomPrompt="1"/>
          </p:nvPr>
        </p:nvSpPr>
        <p:spPr>
          <a:xfrm>
            <a:off x="5119995" y="695031"/>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0" name="Picture 9">
            <a:extLst>
              <a:ext uri="{FF2B5EF4-FFF2-40B4-BE49-F238E27FC236}">
                <a16:creationId xmlns:a16="http://schemas.microsoft.com/office/drawing/2014/main" id="{034CE3B9-7472-4389-A839-1D4110F64FE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14704171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 Photo - Top">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0" y="0"/>
            <a:ext cx="9144000" cy="384351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1053413" y="4323117"/>
            <a:ext cx="7037175" cy="765467"/>
          </a:xfrm>
          <a:prstGeom prst="rect">
            <a:avLst/>
          </a:prstGeom>
        </p:spPr>
        <p:txBody>
          <a:bodyPr anchor="b"/>
          <a:lstStyle>
            <a:lvl1pPr marL="0" indent="0" algn="ctr">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hasCustomPrompt="1"/>
          </p:nvPr>
        </p:nvSpPr>
        <p:spPr>
          <a:xfrm>
            <a:off x="1053116" y="5364963"/>
            <a:ext cx="7037175" cy="1073783"/>
          </a:xfrm>
          <a:prstGeom prst="rect">
            <a:avLst/>
          </a:prstGeom>
        </p:spPr>
        <p:txBody>
          <a:bodyPr/>
          <a:lstStyle>
            <a:lvl1pPr marL="0" indent="0" algn="ctr">
              <a:lnSpc>
                <a:spcPct val="120000"/>
              </a:lnSpc>
              <a:spcBef>
                <a:spcPts val="169"/>
              </a:spcBef>
              <a:spcAft>
                <a:spcPts val="338"/>
              </a:spcAft>
              <a:buNone/>
              <a:defRPr sz="788">
                <a:solidFill>
                  <a:schemeClr val="bg2">
                    <a:lumMod val="25000"/>
                  </a:schemeClr>
                </a:solidFill>
              </a:defRPr>
            </a:lvl1pPr>
          </a:lstStyle>
          <a:p>
            <a:pPr lvl="0"/>
            <a:r>
              <a:rPr lang="en-US" dirty="0"/>
              <a:t>&lt;Insert text&gt;</a:t>
            </a:r>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1051928" y="5047643"/>
            <a:ext cx="7038365" cy="282396"/>
          </a:xfrm>
          <a:prstGeom prst="rect">
            <a:avLst/>
          </a:prstGeom>
        </p:spPr>
        <p:txBody>
          <a:bodyPr/>
          <a:lstStyle>
            <a:lvl1pPr marL="0" indent="0" algn="ctr">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0" y="-1"/>
            <a:ext cx="9144000" cy="3843511"/>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D3248A42-9103-0841-9630-92B19E7AD72A}"/>
              </a:ext>
            </a:extLst>
          </p:cNvPr>
          <p:cNvSpPr>
            <a:spLocks noGrp="1"/>
          </p:cNvSpPr>
          <p:nvPr>
            <p:ph type="body" sz="quarter" idx="19" hasCustomPrompt="1"/>
          </p:nvPr>
        </p:nvSpPr>
        <p:spPr>
          <a:xfrm>
            <a:off x="2809283" y="4005772"/>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Subheader if it is appropriate</a:t>
            </a:r>
          </a:p>
        </p:txBody>
      </p:sp>
      <p:pic>
        <p:nvPicPr>
          <p:cNvPr id="10" name="Picture 9">
            <a:extLst>
              <a:ext uri="{FF2B5EF4-FFF2-40B4-BE49-F238E27FC236}">
                <a16:creationId xmlns:a16="http://schemas.microsoft.com/office/drawing/2014/main" id="{DF6CD286-4C67-4861-8B79-407B4EE028E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32293453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rge Photo - Botto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0" y="4375339"/>
            <a:ext cx="9144000" cy="248249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1053413" y="734786"/>
            <a:ext cx="7037175" cy="702304"/>
          </a:xfrm>
          <a:prstGeom prst="rect">
            <a:avLst/>
          </a:prstGeom>
        </p:spPr>
        <p:txBody>
          <a:bodyPr anchor="b"/>
          <a:lstStyle>
            <a:lvl1pPr marL="0" indent="0" algn="ctr">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1053413" y="1816505"/>
            <a:ext cx="7037175" cy="2202148"/>
          </a:xfrm>
          <a:prstGeom prst="rect">
            <a:avLst/>
          </a:prstGeom>
        </p:spPr>
        <p:txBody>
          <a:bodyPr/>
          <a:lstStyle>
            <a:lvl1pPr marL="0" indent="0" algn="ctr">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1051928" y="1420192"/>
            <a:ext cx="7038365" cy="373584"/>
          </a:xfrm>
          <a:prstGeom prst="rect">
            <a:avLst/>
          </a:prstGeom>
        </p:spPr>
        <p:txBody>
          <a:bodyPr/>
          <a:lstStyle>
            <a:lvl1pPr marL="0" indent="0" algn="ctr">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0" y="4375510"/>
            <a:ext cx="9144000" cy="2482490"/>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7D0DFACD-A69E-C043-BCE4-3C70DE4A0F9B}"/>
              </a:ext>
            </a:extLst>
          </p:cNvPr>
          <p:cNvSpPr>
            <a:spLocks noGrp="1"/>
          </p:cNvSpPr>
          <p:nvPr>
            <p:ph type="body" sz="quarter" idx="19" hasCustomPrompt="1"/>
          </p:nvPr>
        </p:nvSpPr>
        <p:spPr>
          <a:xfrm>
            <a:off x="1051927" y="483243"/>
            <a:ext cx="7038068" cy="251377"/>
          </a:xfrm>
          <a:prstGeom prst="rect">
            <a:avLst/>
          </a:prstGeom>
        </p:spPr>
        <p:txBody>
          <a:bodyPr anchor="b"/>
          <a:lstStyle>
            <a:lvl1pPr marL="0" indent="0" algn="ctr">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2391808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uo Photo - Lef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1" y="5"/>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2540329" y="176"/>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1" y="0"/>
            <a:ext cx="2419298" cy="685800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2540329" y="0"/>
            <a:ext cx="2419298" cy="685800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305193" y="999267"/>
            <a:ext cx="3412021"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304597" y="2150074"/>
            <a:ext cx="3412020" cy="3366314"/>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304001" y="1874125"/>
            <a:ext cx="341259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Text Placeholder 11">
            <a:extLst>
              <a:ext uri="{FF2B5EF4-FFF2-40B4-BE49-F238E27FC236}">
                <a16:creationId xmlns:a16="http://schemas.microsoft.com/office/drawing/2014/main" id="{42EDB562-9263-A048-96FB-922FA0E2EF03}"/>
              </a:ext>
            </a:extLst>
          </p:cNvPr>
          <p:cNvSpPr>
            <a:spLocks noGrp="1"/>
          </p:cNvSpPr>
          <p:nvPr>
            <p:ph type="body" sz="quarter" idx="19" hasCustomPrompt="1"/>
          </p:nvPr>
        </p:nvSpPr>
        <p:spPr>
          <a:xfrm>
            <a:off x="5304001" y="723320"/>
            <a:ext cx="3412598" cy="275949"/>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1" name="Picture 10">
            <a:extLst>
              <a:ext uri="{FF2B5EF4-FFF2-40B4-BE49-F238E27FC236}">
                <a16:creationId xmlns:a16="http://schemas.microsoft.com/office/drawing/2014/main" id="{1DEFFBF4-5F8A-4A8D-8B7B-CBF19189BEF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12143497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uo Photo -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4184374" y="5"/>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6724702" y="176"/>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4184374" y="0"/>
            <a:ext cx="2419298" cy="685800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6724702" y="0"/>
            <a:ext cx="2419298" cy="685800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429816" y="999267"/>
            <a:ext cx="3412021"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429221" y="2150074"/>
            <a:ext cx="3412020" cy="3366314"/>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428626" y="1874125"/>
            <a:ext cx="341259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Text Placeholder 11">
            <a:extLst>
              <a:ext uri="{FF2B5EF4-FFF2-40B4-BE49-F238E27FC236}">
                <a16:creationId xmlns:a16="http://schemas.microsoft.com/office/drawing/2014/main" id="{42EDB562-9263-A048-96FB-922FA0E2EF03}"/>
              </a:ext>
            </a:extLst>
          </p:cNvPr>
          <p:cNvSpPr>
            <a:spLocks noGrp="1"/>
          </p:cNvSpPr>
          <p:nvPr>
            <p:ph type="body" sz="quarter" idx="19" hasCustomPrompt="1"/>
          </p:nvPr>
        </p:nvSpPr>
        <p:spPr>
          <a:xfrm>
            <a:off x="428626" y="723320"/>
            <a:ext cx="3412598" cy="275949"/>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89FF9080-CD6B-4252-8D34-CB64184F860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18205431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i Photo - Color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1" y="1"/>
            <a:ext cx="1693742" cy="5793898"/>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1834450" y="999415"/>
            <a:ext cx="1693742" cy="585858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1" y="0"/>
            <a:ext cx="1693742" cy="5794042"/>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1834450" y="999271"/>
            <a:ext cx="1693742" cy="5858733"/>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735473" y="999267"/>
            <a:ext cx="3091070"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734879" y="2150076"/>
            <a:ext cx="3091070" cy="3544767"/>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734339" y="1874125"/>
            <a:ext cx="3091592"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3668896" y="176"/>
            <a:ext cx="1693742" cy="5793755"/>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3668896" y="5"/>
            <a:ext cx="1693742" cy="5793899"/>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2" name="Oval 11">
            <a:extLst>
              <a:ext uri="{FF2B5EF4-FFF2-40B4-BE49-F238E27FC236}">
                <a16:creationId xmlns:a16="http://schemas.microsoft.com/office/drawing/2014/main" id="{C9D2F50D-8BF2-824F-A4DC-0CBF6EC8B684}"/>
              </a:ext>
            </a:extLst>
          </p:cNvPr>
          <p:cNvSpPr/>
          <p:nvPr userDrawn="1"/>
        </p:nvSpPr>
        <p:spPr>
          <a:xfrm>
            <a:off x="2882148" y="3972063"/>
            <a:ext cx="1292087" cy="1722783"/>
          </a:xfrm>
          <a:prstGeom prst="ellipse">
            <a:avLst/>
          </a:prstGeom>
          <a:solidFill>
            <a:srgbClr val="3AC1CD">
              <a:alpha val="5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5" name="Freeform 24">
            <a:extLst>
              <a:ext uri="{FF2B5EF4-FFF2-40B4-BE49-F238E27FC236}">
                <a16:creationId xmlns:a16="http://schemas.microsoft.com/office/drawing/2014/main" id="{9814B6AF-8703-524C-8F9D-E8FE27AB741D}"/>
              </a:ext>
            </a:extLst>
          </p:cNvPr>
          <p:cNvSpPr/>
          <p:nvPr userDrawn="1"/>
        </p:nvSpPr>
        <p:spPr>
          <a:xfrm>
            <a:off x="4755728" y="0"/>
            <a:ext cx="1213821" cy="568486"/>
          </a:xfrm>
          <a:custGeom>
            <a:avLst/>
            <a:gdLst>
              <a:gd name="connsiteX0" fmla="*/ 0 w 1618428"/>
              <a:gd name="connsiteY0" fmla="*/ 0 h 568486"/>
              <a:gd name="connsiteX1" fmla="*/ 1618428 w 1618428"/>
              <a:gd name="connsiteY1" fmla="*/ 0 h 568486"/>
              <a:gd name="connsiteX2" fmla="*/ 1602914 w 1618428"/>
              <a:gd name="connsiteY2" fmla="*/ 42387 h 568486"/>
              <a:gd name="connsiteX3" fmla="*/ 809214 w 1618428"/>
              <a:gd name="connsiteY3" fmla="*/ 568486 h 568486"/>
              <a:gd name="connsiteX4" fmla="*/ 15514 w 1618428"/>
              <a:gd name="connsiteY4" fmla="*/ 42387 h 568486"/>
              <a:gd name="connsiteX5" fmla="*/ 0 w 1618428"/>
              <a:gd name="connsiteY5" fmla="*/ 0 h 568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8428" h="568486">
                <a:moveTo>
                  <a:pt x="0" y="0"/>
                </a:moveTo>
                <a:lnTo>
                  <a:pt x="1618428" y="0"/>
                </a:lnTo>
                <a:lnTo>
                  <a:pt x="1602914" y="42387"/>
                </a:lnTo>
                <a:cubicBezTo>
                  <a:pt x="1472147" y="351553"/>
                  <a:pt x="1166015" y="568486"/>
                  <a:pt x="809214" y="568486"/>
                </a:cubicBezTo>
                <a:cubicBezTo>
                  <a:pt x="452414" y="568486"/>
                  <a:pt x="146281" y="351553"/>
                  <a:pt x="15514" y="42387"/>
                </a:cubicBezTo>
                <a:lnTo>
                  <a:pt x="0" y="0"/>
                </a:lnTo>
                <a:close/>
              </a:path>
            </a:pathLst>
          </a:custGeom>
          <a:solidFill>
            <a:schemeClr val="accent3">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13"/>
          </a:p>
        </p:txBody>
      </p:sp>
      <p:sp>
        <p:nvSpPr>
          <p:cNvPr id="19" name="Oval 18">
            <a:extLst>
              <a:ext uri="{FF2B5EF4-FFF2-40B4-BE49-F238E27FC236}">
                <a16:creationId xmlns:a16="http://schemas.microsoft.com/office/drawing/2014/main" id="{DAB3E781-549C-B144-86E1-72DAF614D0D7}"/>
              </a:ext>
            </a:extLst>
          </p:cNvPr>
          <p:cNvSpPr/>
          <p:nvPr userDrawn="1"/>
        </p:nvSpPr>
        <p:spPr>
          <a:xfrm>
            <a:off x="1047700" y="1874130"/>
            <a:ext cx="1292087" cy="1722783"/>
          </a:xfrm>
          <a:prstGeom prst="ellipse">
            <a:avLst/>
          </a:prstGeom>
          <a:solidFill>
            <a:srgbClr val="FF532E">
              <a:alpha val="5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4" name="Text Placeholder 11">
            <a:extLst>
              <a:ext uri="{FF2B5EF4-FFF2-40B4-BE49-F238E27FC236}">
                <a16:creationId xmlns:a16="http://schemas.microsoft.com/office/drawing/2014/main" id="{F1F39990-DB47-A541-9DC1-EBDAF89CD76E}"/>
              </a:ext>
            </a:extLst>
          </p:cNvPr>
          <p:cNvSpPr>
            <a:spLocks noGrp="1"/>
          </p:cNvSpPr>
          <p:nvPr>
            <p:ph type="body" sz="quarter" idx="19" hasCustomPrompt="1"/>
          </p:nvPr>
        </p:nvSpPr>
        <p:spPr>
          <a:xfrm>
            <a:off x="5734336" y="659818"/>
            <a:ext cx="3091592"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5" name="Picture 14">
            <a:extLst>
              <a:ext uri="{FF2B5EF4-FFF2-40B4-BE49-F238E27FC236}">
                <a16:creationId xmlns:a16="http://schemas.microsoft.com/office/drawing/2014/main" id="{F00B6ED6-30C2-40BD-BAC9-805C3CC7A96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29143288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ri Photo - Triptych">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4190116" y="5"/>
            <a:ext cx="1470865" cy="643329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5842772" y="424705"/>
            <a:ext cx="1470865" cy="643329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4190116" y="-1"/>
            <a:ext cx="1470865" cy="6433457"/>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5842772" y="424544"/>
            <a:ext cx="1470865" cy="6433456"/>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26688" y="999267"/>
            <a:ext cx="3098850"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26096" y="2150079"/>
            <a:ext cx="3098849" cy="3352655"/>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25542" y="1874125"/>
            <a:ext cx="3099373"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7495429" y="176"/>
            <a:ext cx="1470865" cy="643313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7495429" y="5"/>
            <a:ext cx="1470865" cy="6433297"/>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525542" y="659818"/>
            <a:ext cx="3099373"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896890C5-625A-49BC-AF8E-534E100419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18941300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ri Photo - Stack Botto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0" y="5130684"/>
            <a:ext cx="3011524" cy="1727158"/>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3066240" y="5130843"/>
            <a:ext cx="3011524" cy="1727158"/>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0" y="5130804"/>
            <a:ext cx="3011524" cy="1727201"/>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3066240" y="5130804"/>
            <a:ext cx="3011524" cy="1727201"/>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26688" y="999267"/>
            <a:ext cx="8103558" cy="874858"/>
          </a:xfrm>
          <a:prstGeom prst="rect">
            <a:avLst/>
          </a:prstGeom>
        </p:spPr>
        <p:txBody>
          <a:bodyPr anchor="ctr"/>
          <a:lstStyle>
            <a:lvl1pPr marL="0" indent="0" algn="ctr">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26095" y="2150077"/>
            <a:ext cx="8103557" cy="2557853"/>
          </a:xfrm>
          <a:prstGeom prst="rect">
            <a:avLst/>
          </a:prstGeom>
        </p:spPr>
        <p:txBody>
          <a:bodyPr/>
          <a:lstStyle>
            <a:lvl1pPr marL="0" indent="0" algn="ctr">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25540" y="1874125"/>
            <a:ext cx="8104926" cy="275948"/>
          </a:xfrm>
          <a:prstGeom prst="rect">
            <a:avLst/>
          </a:prstGeom>
        </p:spPr>
        <p:txBody>
          <a:bodyPr/>
          <a:lstStyle>
            <a:lvl1pPr marL="0" indent="0" algn="ctr">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6132477" y="5130726"/>
            <a:ext cx="3011524" cy="172711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6132477" y="5130673"/>
            <a:ext cx="3011524" cy="1727158"/>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525540" y="659818"/>
            <a:ext cx="8104926" cy="275948"/>
          </a:xfrm>
          <a:prstGeom prst="rect">
            <a:avLst/>
          </a:prstGeom>
        </p:spPr>
        <p:txBody>
          <a:bodyPr anchor="b"/>
          <a:lstStyle>
            <a:lvl1pPr marL="0" indent="0" algn="ctr">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37884698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guide id="4" pos="724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ri Photo - Stack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6132477" y="0"/>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6132477" y="2336753"/>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6132477" y="116"/>
            <a:ext cx="3011524" cy="218458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6132477" y="2336710"/>
            <a:ext cx="3011524" cy="218458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26690" y="999267"/>
            <a:ext cx="5036507"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26095" y="2150074"/>
            <a:ext cx="5036507" cy="35014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25540" y="1874125"/>
            <a:ext cx="503735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6132477" y="4673527"/>
            <a:ext cx="3011524" cy="2184472"/>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6132477" y="4673474"/>
            <a:ext cx="3011524" cy="2184526"/>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525540" y="659818"/>
            <a:ext cx="5037358"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E4BF8277-B6E5-4530-9A35-5B344F924F9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13405173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guide id="4" pos="724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ri Photo - Stack Lef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0" y="0"/>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0" y="2336753"/>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0" y="116"/>
            <a:ext cx="3011524" cy="218458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0" y="2336710"/>
            <a:ext cx="3011524" cy="218458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3593145" y="999267"/>
            <a:ext cx="5036507"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3592551" y="2150074"/>
            <a:ext cx="5036507" cy="35014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3591996" y="1874125"/>
            <a:ext cx="503735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0" y="4673527"/>
            <a:ext cx="3011524" cy="2184472"/>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0" y="4673474"/>
            <a:ext cx="3011524" cy="2184526"/>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3591996" y="659818"/>
            <a:ext cx="5037358"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3" name="Picture 12">
            <a:extLst>
              <a:ext uri="{FF2B5EF4-FFF2-40B4-BE49-F238E27FC236}">
                <a16:creationId xmlns:a16="http://schemas.microsoft.com/office/drawing/2014/main" id="{6D1F1C01-B399-401D-904B-8B6DE77AA5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10593679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guide id="4" pos="724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hoto Gallery - Collection">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524469" y="999267"/>
            <a:ext cx="3523060"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523876" y="2150074"/>
            <a:ext cx="3262934" cy="35141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523282" y="1874125"/>
            <a:ext cx="3523655"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62ED493-6B5A-F44A-8797-FDD7C117E664}"/>
              </a:ext>
            </a:extLst>
          </p:cNvPr>
          <p:cNvSpPr>
            <a:spLocks noGrp="1"/>
          </p:cNvSpPr>
          <p:nvPr>
            <p:ph type="pic" sz="quarter" idx="18"/>
          </p:nvPr>
        </p:nvSpPr>
        <p:spPr>
          <a:xfrm>
            <a:off x="6678063" y="1408675"/>
            <a:ext cx="1383737" cy="2523663"/>
          </a:xfrm>
          <a:prstGeom prst="rect">
            <a:avLst/>
          </a:prstGeom>
        </p:spPr>
        <p:txBody>
          <a:bodyPr/>
          <a:lstStyle>
            <a:lvl1pPr>
              <a:defRPr sz="900"/>
            </a:lvl1pPr>
          </a:lstStyle>
          <a:p>
            <a:endParaRPr lang="en-US"/>
          </a:p>
        </p:txBody>
      </p:sp>
      <p:sp>
        <p:nvSpPr>
          <p:cNvPr id="8" name="Picture Placeholder 6">
            <a:extLst>
              <a:ext uri="{FF2B5EF4-FFF2-40B4-BE49-F238E27FC236}">
                <a16:creationId xmlns:a16="http://schemas.microsoft.com/office/drawing/2014/main" id="{B5EE5A55-DE9E-E04A-980F-DA40C01CEFB1}"/>
              </a:ext>
            </a:extLst>
          </p:cNvPr>
          <p:cNvSpPr>
            <a:spLocks noGrp="1"/>
          </p:cNvSpPr>
          <p:nvPr>
            <p:ph type="pic" sz="quarter" idx="19"/>
          </p:nvPr>
        </p:nvSpPr>
        <p:spPr>
          <a:xfrm>
            <a:off x="4522575" y="1136824"/>
            <a:ext cx="2004664" cy="1675251"/>
          </a:xfrm>
          <a:prstGeom prst="rect">
            <a:avLst/>
          </a:prstGeom>
        </p:spPr>
        <p:txBody>
          <a:bodyPr/>
          <a:lstStyle>
            <a:lvl1pPr>
              <a:defRPr sz="900"/>
            </a:lvl1pPr>
          </a:lstStyle>
          <a:p>
            <a:endParaRPr lang="en-US"/>
          </a:p>
        </p:txBody>
      </p:sp>
      <p:sp>
        <p:nvSpPr>
          <p:cNvPr id="11" name="Picture Placeholder 6">
            <a:extLst>
              <a:ext uri="{FF2B5EF4-FFF2-40B4-BE49-F238E27FC236}">
                <a16:creationId xmlns:a16="http://schemas.microsoft.com/office/drawing/2014/main" id="{6DE9889E-364B-5A48-8B46-481958AB7526}"/>
              </a:ext>
            </a:extLst>
          </p:cNvPr>
          <p:cNvSpPr>
            <a:spLocks noGrp="1"/>
          </p:cNvSpPr>
          <p:nvPr>
            <p:ph type="pic" sz="quarter" idx="22"/>
          </p:nvPr>
        </p:nvSpPr>
        <p:spPr>
          <a:xfrm>
            <a:off x="8212622" y="2812078"/>
            <a:ext cx="621912" cy="1120259"/>
          </a:xfrm>
          <a:prstGeom prst="rect">
            <a:avLst/>
          </a:prstGeom>
        </p:spPr>
        <p:txBody>
          <a:bodyPr/>
          <a:lstStyle>
            <a:lvl1pPr>
              <a:defRPr sz="900"/>
            </a:lvl1pPr>
          </a:lstStyle>
          <a:p>
            <a:endParaRPr lang="en-US"/>
          </a:p>
        </p:txBody>
      </p:sp>
      <p:sp>
        <p:nvSpPr>
          <p:cNvPr id="12" name="Picture Placeholder 6">
            <a:extLst>
              <a:ext uri="{FF2B5EF4-FFF2-40B4-BE49-F238E27FC236}">
                <a16:creationId xmlns:a16="http://schemas.microsoft.com/office/drawing/2014/main" id="{F41DF26D-6499-CD41-841C-0DE9E8882B5F}"/>
              </a:ext>
            </a:extLst>
          </p:cNvPr>
          <p:cNvSpPr>
            <a:spLocks noGrp="1"/>
          </p:cNvSpPr>
          <p:nvPr>
            <p:ph type="pic" sz="quarter" idx="23"/>
          </p:nvPr>
        </p:nvSpPr>
        <p:spPr>
          <a:xfrm>
            <a:off x="4370762" y="3010894"/>
            <a:ext cx="621912" cy="1120259"/>
          </a:xfrm>
          <a:prstGeom prst="rect">
            <a:avLst/>
          </a:prstGeom>
        </p:spPr>
        <p:txBody>
          <a:bodyPr/>
          <a:lstStyle>
            <a:lvl1pPr>
              <a:defRPr sz="900"/>
            </a:lvl1pPr>
          </a:lstStyle>
          <a:p>
            <a:endParaRPr lang="en-US"/>
          </a:p>
        </p:txBody>
      </p:sp>
      <p:sp>
        <p:nvSpPr>
          <p:cNvPr id="14" name="Picture Placeholder 6">
            <a:extLst>
              <a:ext uri="{FF2B5EF4-FFF2-40B4-BE49-F238E27FC236}">
                <a16:creationId xmlns:a16="http://schemas.microsoft.com/office/drawing/2014/main" id="{E107CDEE-A69F-B54C-ACC4-AE4330D7C3DC}"/>
              </a:ext>
            </a:extLst>
          </p:cNvPr>
          <p:cNvSpPr>
            <a:spLocks noGrp="1"/>
          </p:cNvSpPr>
          <p:nvPr>
            <p:ph type="pic" sz="quarter" idx="24"/>
          </p:nvPr>
        </p:nvSpPr>
        <p:spPr>
          <a:xfrm>
            <a:off x="5143502" y="3010894"/>
            <a:ext cx="1383737" cy="2523663"/>
          </a:xfrm>
          <a:prstGeom prst="rect">
            <a:avLst/>
          </a:prstGeom>
        </p:spPr>
        <p:txBody>
          <a:bodyPr/>
          <a:lstStyle>
            <a:lvl1pPr>
              <a:defRPr sz="900"/>
            </a:lvl1pPr>
          </a:lstStyle>
          <a:p>
            <a:endParaRPr lang="en-US"/>
          </a:p>
        </p:txBody>
      </p:sp>
      <p:sp>
        <p:nvSpPr>
          <p:cNvPr id="15" name="Picture Placeholder 6">
            <a:extLst>
              <a:ext uri="{FF2B5EF4-FFF2-40B4-BE49-F238E27FC236}">
                <a16:creationId xmlns:a16="http://schemas.microsoft.com/office/drawing/2014/main" id="{BBB41BD0-BEB3-D54E-A065-609BC863B706}"/>
              </a:ext>
            </a:extLst>
          </p:cNvPr>
          <p:cNvSpPr>
            <a:spLocks noGrp="1"/>
          </p:cNvSpPr>
          <p:nvPr>
            <p:ph type="pic" sz="quarter" idx="25"/>
          </p:nvPr>
        </p:nvSpPr>
        <p:spPr>
          <a:xfrm>
            <a:off x="6678063" y="4118796"/>
            <a:ext cx="2004664" cy="1675251"/>
          </a:xfrm>
          <a:prstGeom prst="rect">
            <a:avLst/>
          </a:prstGeom>
        </p:spPr>
        <p:txBody>
          <a:bodyPr/>
          <a:lstStyle>
            <a:lvl1pPr>
              <a:defRPr sz="900"/>
            </a:lvl1pPr>
          </a:lstStyle>
          <a:p>
            <a:endParaRPr lang="en-US"/>
          </a:p>
        </p:txBody>
      </p:sp>
      <p:sp>
        <p:nvSpPr>
          <p:cNvPr id="13" name="Text Placeholder 11">
            <a:extLst>
              <a:ext uri="{FF2B5EF4-FFF2-40B4-BE49-F238E27FC236}">
                <a16:creationId xmlns:a16="http://schemas.microsoft.com/office/drawing/2014/main" id="{EEFAF70A-94D1-7A43-BD01-B9341CF2CC6F}"/>
              </a:ext>
            </a:extLst>
          </p:cNvPr>
          <p:cNvSpPr>
            <a:spLocks noGrp="1"/>
          </p:cNvSpPr>
          <p:nvPr>
            <p:ph type="body" sz="quarter" idx="26" hasCustomPrompt="1"/>
          </p:nvPr>
        </p:nvSpPr>
        <p:spPr>
          <a:xfrm>
            <a:off x="523281" y="659824"/>
            <a:ext cx="3523655"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6" name="Picture 15">
            <a:extLst>
              <a:ext uri="{FF2B5EF4-FFF2-40B4-BE49-F238E27FC236}">
                <a16:creationId xmlns:a16="http://schemas.microsoft.com/office/drawing/2014/main" id="{69FAFCFE-E323-42BB-B51A-92C2237FC2E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28502626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hoto Gallery - Bubbles">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524469" y="999267"/>
            <a:ext cx="3523060"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523876" y="2150074"/>
            <a:ext cx="3262934" cy="35268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523282" y="1874125"/>
            <a:ext cx="3523655"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21" name="Picture Placeholder 10">
            <a:extLst>
              <a:ext uri="{FF2B5EF4-FFF2-40B4-BE49-F238E27FC236}">
                <a16:creationId xmlns:a16="http://schemas.microsoft.com/office/drawing/2014/main" id="{523A6B96-F447-7B45-B1D6-F3C8C8552F3A}"/>
              </a:ext>
            </a:extLst>
          </p:cNvPr>
          <p:cNvSpPr>
            <a:spLocks noGrp="1"/>
          </p:cNvSpPr>
          <p:nvPr>
            <p:ph type="pic" sz="quarter" idx="23" hasCustomPrompt="1"/>
          </p:nvPr>
        </p:nvSpPr>
        <p:spPr>
          <a:xfrm>
            <a:off x="4598830" y="999269"/>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2" name="Picture Placeholder 10">
            <a:extLst>
              <a:ext uri="{FF2B5EF4-FFF2-40B4-BE49-F238E27FC236}">
                <a16:creationId xmlns:a16="http://schemas.microsoft.com/office/drawing/2014/main" id="{5F135290-EF75-4443-A4D4-9FB8F9A5CC8F}"/>
              </a:ext>
            </a:extLst>
          </p:cNvPr>
          <p:cNvSpPr>
            <a:spLocks noGrp="1"/>
          </p:cNvSpPr>
          <p:nvPr>
            <p:ph type="pic" sz="quarter" idx="24" hasCustomPrompt="1"/>
          </p:nvPr>
        </p:nvSpPr>
        <p:spPr>
          <a:xfrm>
            <a:off x="6716995" y="-81143"/>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3" name="Picture Placeholder 10">
            <a:extLst>
              <a:ext uri="{FF2B5EF4-FFF2-40B4-BE49-F238E27FC236}">
                <a16:creationId xmlns:a16="http://schemas.microsoft.com/office/drawing/2014/main" id="{5D26C15C-EF18-ED4A-835B-706A77EF6A1F}"/>
              </a:ext>
            </a:extLst>
          </p:cNvPr>
          <p:cNvSpPr>
            <a:spLocks noGrp="1"/>
          </p:cNvSpPr>
          <p:nvPr>
            <p:ph type="pic" sz="quarter" idx="25" hasCustomPrompt="1"/>
          </p:nvPr>
        </p:nvSpPr>
        <p:spPr>
          <a:xfrm>
            <a:off x="6222871" y="3188073"/>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4" name="Picture Placeholder 10">
            <a:extLst>
              <a:ext uri="{FF2B5EF4-FFF2-40B4-BE49-F238E27FC236}">
                <a16:creationId xmlns:a16="http://schemas.microsoft.com/office/drawing/2014/main" id="{2D1C00DC-AE17-3A42-A3B4-D57D21D15A72}"/>
              </a:ext>
            </a:extLst>
          </p:cNvPr>
          <p:cNvSpPr>
            <a:spLocks noGrp="1"/>
          </p:cNvSpPr>
          <p:nvPr>
            <p:ph type="pic" sz="quarter" idx="26" hasCustomPrompt="1"/>
          </p:nvPr>
        </p:nvSpPr>
        <p:spPr>
          <a:xfrm>
            <a:off x="8341036" y="2107665"/>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5" name="Picture Placeholder 10">
            <a:extLst>
              <a:ext uri="{FF2B5EF4-FFF2-40B4-BE49-F238E27FC236}">
                <a16:creationId xmlns:a16="http://schemas.microsoft.com/office/drawing/2014/main" id="{72FCF177-C367-BC43-A0F2-66ADA32F22E4}"/>
              </a:ext>
            </a:extLst>
          </p:cNvPr>
          <p:cNvSpPr>
            <a:spLocks noGrp="1"/>
          </p:cNvSpPr>
          <p:nvPr>
            <p:ph type="pic" sz="quarter" idx="27" hasCustomPrompt="1"/>
          </p:nvPr>
        </p:nvSpPr>
        <p:spPr>
          <a:xfrm>
            <a:off x="2946202" y="-1171448"/>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7" name="Picture Placeholder 10">
            <a:extLst>
              <a:ext uri="{FF2B5EF4-FFF2-40B4-BE49-F238E27FC236}">
                <a16:creationId xmlns:a16="http://schemas.microsoft.com/office/drawing/2014/main" id="{CDE3BC0F-9135-CA48-8AA5-0BC6B81A6BA5}"/>
              </a:ext>
            </a:extLst>
          </p:cNvPr>
          <p:cNvSpPr>
            <a:spLocks noGrp="1"/>
          </p:cNvSpPr>
          <p:nvPr>
            <p:ph type="pic" sz="quarter" idx="29" hasCustomPrompt="1"/>
          </p:nvPr>
        </p:nvSpPr>
        <p:spPr>
          <a:xfrm>
            <a:off x="7832695" y="5376875"/>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11" name="Text Placeholder 11">
            <a:extLst>
              <a:ext uri="{FF2B5EF4-FFF2-40B4-BE49-F238E27FC236}">
                <a16:creationId xmlns:a16="http://schemas.microsoft.com/office/drawing/2014/main" id="{227879A9-DCEB-4F46-B703-95001A4A2A0B}"/>
              </a:ext>
            </a:extLst>
          </p:cNvPr>
          <p:cNvSpPr>
            <a:spLocks noGrp="1"/>
          </p:cNvSpPr>
          <p:nvPr>
            <p:ph type="body" sz="quarter" idx="30" hasCustomPrompt="1"/>
          </p:nvPr>
        </p:nvSpPr>
        <p:spPr>
          <a:xfrm>
            <a:off x="523281" y="659824"/>
            <a:ext cx="3523655"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CF179497-5216-451F-8218-38F0186496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36767055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 Gallery - HalfPage w/ Border">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1108422" y="1132003"/>
            <a:ext cx="3523060"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1107829" y="2282810"/>
            <a:ext cx="3523058" cy="35141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1107235" y="2006861"/>
            <a:ext cx="3523655"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62ED493-6B5A-F44A-8797-FDD7C117E664}"/>
              </a:ext>
            </a:extLst>
          </p:cNvPr>
          <p:cNvSpPr>
            <a:spLocks noGrp="1"/>
          </p:cNvSpPr>
          <p:nvPr>
            <p:ph type="pic" sz="quarter" idx="18"/>
          </p:nvPr>
        </p:nvSpPr>
        <p:spPr>
          <a:xfrm>
            <a:off x="5955740" y="0"/>
            <a:ext cx="3187669" cy="3429000"/>
          </a:xfrm>
          <a:prstGeom prst="rect">
            <a:avLst/>
          </a:prstGeom>
        </p:spPr>
        <p:txBody>
          <a:bodyPr/>
          <a:lstStyle>
            <a:lvl1pPr>
              <a:defRPr sz="900"/>
            </a:lvl1pPr>
          </a:lstStyle>
          <a:p>
            <a:endParaRPr lang="en-US"/>
          </a:p>
        </p:txBody>
      </p:sp>
      <p:sp>
        <p:nvSpPr>
          <p:cNvPr id="31" name="Picture Placeholder 30">
            <a:extLst>
              <a:ext uri="{FF2B5EF4-FFF2-40B4-BE49-F238E27FC236}">
                <a16:creationId xmlns:a16="http://schemas.microsoft.com/office/drawing/2014/main" id="{7437EBDA-A032-DD4D-B1B6-0FA474B32F91}"/>
              </a:ext>
            </a:extLst>
          </p:cNvPr>
          <p:cNvSpPr>
            <a:spLocks noGrp="1"/>
          </p:cNvSpPr>
          <p:nvPr>
            <p:ph type="pic" sz="quarter" idx="22"/>
          </p:nvPr>
        </p:nvSpPr>
        <p:spPr>
          <a:xfrm>
            <a:off x="2447058" y="-2475"/>
            <a:ext cx="2124348" cy="423581"/>
          </a:xfrm>
          <a:custGeom>
            <a:avLst/>
            <a:gdLst>
              <a:gd name="connsiteX0" fmla="*/ 0 w 2832464"/>
              <a:gd name="connsiteY0" fmla="*/ 0 h 423581"/>
              <a:gd name="connsiteX1" fmla="*/ 2832464 w 2832464"/>
              <a:gd name="connsiteY1" fmla="*/ 0 h 423581"/>
              <a:gd name="connsiteX2" fmla="*/ 2832464 w 2832464"/>
              <a:gd name="connsiteY2" fmla="*/ 423581 h 423581"/>
              <a:gd name="connsiteX3" fmla="*/ 0 w 2832464"/>
              <a:gd name="connsiteY3" fmla="*/ 423581 h 423581"/>
            </a:gdLst>
            <a:ahLst/>
            <a:cxnLst>
              <a:cxn ang="0">
                <a:pos x="connsiteX0" y="connsiteY0"/>
              </a:cxn>
              <a:cxn ang="0">
                <a:pos x="connsiteX1" y="connsiteY1"/>
              </a:cxn>
              <a:cxn ang="0">
                <a:pos x="connsiteX2" y="connsiteY2"/>
              </a:cxn>
              <a:cxn ang="0">
                <a:pos x="connsiteX3" y="connsiteY3"/>
              </a:cxn>
            </a:cxnLst>
            <a:rect l="l" t="t" r="r" b="b"/>
            <a:pathLst>
              <a:path w="2832464" h="423581">
                <a:moveTo>
                  <a:pt x="0" y="0"/>
                </a:moveTo>
                <a:lnTo>
                  <a:pt x="2832464" y="0"/>
                </a:lnTo>
                <a:lnTo>
                  <a:pt x="2832464" y="423581"/>
                </a:lnTo>
                <a:lnTo>
                  <a:pt x="0" y="423581"/>
                </a:lnTo>
                <a:close/>
              </a:path>
            </a:pathLst>
          </a:custGeom>
        </p:spPr>
        <p:txBody>
          <a:bodyPr wrap="square">
            <a:noAutofit/>
          </a:bodyPr>
          <a:lstStyle>
            <a:lvl1pPr>
              <a:defRPr sz="900"/>
            </a:lvl1pPr>
          </a:lstStyle>
          <a:p>
            <a:endParaRPr lang="en-US"/>
          </a:p>
        </p:txBody>
      </p:sp>
      <p:sp>
        <p:nvSpPr>
          <p:cNvPr id="33" name="Picture Placeholder 32">
            <a:extLst>
              <a:ext uri="{FF2B5EF4-FFF2-40B4-BE49-F238E27FC236}">
                <a16:creationId xmlns:a16="http://schemas.microsoft.com/office/drawing/2014/main" id="{A24018BA-64A1-E34C-8EA6-2C220E8D8E35}"/>
              </a:ext>
            </a:extLst>
          </p:cNvPr>
          <p:cNvSpPr>
            <a:spLocks noGrp="1"/>
          </p:cNvSpPr>
          <p:nvPr>
            <p:ph type="pic" sz="quarter" idx="24"/>
          </p:nvPr>
        </p:nvSpPr>
        <p:spPr>
          <a:xfrm>
            <a:off x="4572003" y="-2475"/>
            <a:ext cx="1383737" cy="6860475"/>
          </a:xfrm>
          <a:custGeom>
            <a:avLst/>
            <a:gdLst>
              <a:gd name="connsiteX0" fmla="*/ 0 w 1844983"/>
              <a:gd name="connsiteY0" fmla="*/ 0 h 6860475"/>
              <a:gd name="connsiteX1" fmla="*/ 1844983 w 1844983"/>
              <a:gd name="connsiteY1" fmla="*/ 0 h 6860475"/>
              <a:gd name="connsiteX2" fmla="*/ 1844983 w 1844983"/>
              <a:gd name="connsiteY2" fmla="*/ 6860475 h 6860475"/>
              <a:gd name="connsiteX3" fmla="*/ 0 w 1844983"/>
              <a:gd name="connsiteY3" fmla="*/ 6860475 h 6860475"/>
              <a:gd name="connsiteX4" fmla="*/ 0 w 1844983"/>
              <a:gd name="connsiteY4" fmla="*/ 5905387 h 6860475"/>
              <a:gd name="connsiteX5" fmla="*/ 491006 w 1844983"/>
              <a:gd name="connsiteY5" fmla="*/ 5905387 h 6860475"/>
              <a:gd name="connsiteX6" fmla="*/ 491006 w 1844983"/>
              <a:gd name="connsiteY6" fmla="*/ 423581 h 6860475"/>
              <a:gd name="connsiteX7" fmla="*/ 0 w 1844983"/>
              <a:gd name="connsiteY7" fmla="*/ 423581 h 686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4983" h="6860475">
                <a:moveTo>
                  <a:pt x="0" y="0"/>
                </a:moveTo>
                <a:lnTo>
                  <a:pt x="1844983" y="0"/>
                </a:lnTo>
                <a:lnTo>
                  <a:pt x="1844983" y="6860475"/>
                </a:lnTo>
                <a:lnTo>
                  <a:pt x="0" y="6860475"/>
                </a:lnTo>
                <a:lnTo>
                  <a:pt x="0" y="5905387"/>
                </a:lnTo>
                <a:lnTo>
                  <a:pt x="491006" y="5905387"/>
                </a:lnTo>
                <a:lnTo>
                  <a:pt x="491006" y="423581"/>
                </a:lnTo>
                <a:lnTo>
                  <a:pt x="0" y="423581"/>
                </a:lnTo>
                <a:close/>
              </a:path>
            </a:pathLst>
          </a:custGeom>
        </p:spPr>
        <p:txBody>
          <a:bodyPr wrap="square">
            <a:noAutofit/>
          </a:bodyPr>
          <a:lstStyle>
            <a:lvl1pPr>
              <a:defRPr sz="900"/>
            </a:lvl1pPr>
          </a:lstStyle>
          <a:p>
            <a:endParaRPr lang="en-US"/>
          </a:p>
        </p:txBody>
      </p:sp>
      <p:sp>
        <p:nvSpPr>
          <p:cNvPr id="15" name="Picture Placeholder 6">
            <a:extLst>
              <a:ext uri="{FF2B5EF4-FFF2-40B4-BE49-F238E27FC236}">
                <a16:creationId xmlns:a16="http://schemas.microsoft.com/office/drawing/2014/main" id="{BBB41BD0-BEB3-D54E-A065-609BC863B706}"/>
              </a:ext>
            </a:extLst>
          </p:cNvPr>
          <p:cNvSpPr>
            <a:spLocks noGrp="1"/>
          </p:cNvSpPr>
          <p:nvPr>
            <p:ph type="pic" sz="quarter" idx="25"/>
          </p:nvPr>
        </p:nvSpPr>
        <p:spPr>
          <a:xfrm>
            <a:off x="5955739" y="3429000"/>
            <a:ext cx="3188264" cy="3429000"/>
          </a:xfrm>
          <a:prstGeom prst="rect">
            <a:avLst/>
          </a:prstGeom>
        </p:spPr>
        <p:txBody>
          <a:bodyPr/>
          <a:lstStyle>
            <a:lvl1pPr>
              <a:defRPr sz="900"/>
            </a:lvl1pPr>
          </a:lstStyle>
          <a:p>
            <a:endParaRPr lang="en-US"/>
          </a:p>
        </p:txBody>
      </p:sp>
      <p:sp>
        <p:nvSpPr>
          <p:cNvPr id="13" name="Text Placeholder 11">
            <a:extLst>
              <a:ext uri="{FF2B5EF4-FFF2-40B4-BE49-F238E27FC236}">
                <a16:creationId xmlns:a16="http://schemas.microsoft.com/office/drawing/2014/main" id="{EEFAF70A-94D1-7A43-BD01-B9341CF2CC6F}"/>
              </a:ext>
            </a:extLst>
          </p:cNvPr>
          <p:cNvSpPr>
            <a:spLocks noGrp="1"/>
          </p:cNvSpPr>
          <p:nvPr>
            <p:ph type="body" sz="quarter" idx="26" hasCustomPrompt="1"/>
          </p:nvPr>
        </p:nvSpPr>
        <p:spPr>
          <a:xfrm>
            <a:off x="1107234" y="792556"/>
            <a:ext cx="3523655"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
        <p:nvSpPr>
          <p:cNvPr id="29" name="Picture Placeholder 28">
            <a:extLst>
              <a:ext uri="{FF2B5EF4-FFF2-40B4-BE49-F238E27FC236}">
                <a16:creationId xmlns:a16="http://schemas.microsoft.com/office/drawing/2014/main" id="{60C12EEC-4801-634A-A98C-BC079BD5EA77}"/>
              </a:ext>
            </a:extLst>
          </p:cNvPr>
          <p:cNvSpPr>
            <a:spLocks noGrp="1"/>
          </p:cNvSpPr>
          <p:nvPr>
            <p:ph type="pic" sz="quarter" idx="19"/>
          </p:nvPr>
        </p:nvSpPr>
        <p:spPr>
          <a:xfrm>
            <a:off x="0" y="3429000"/>
            <a:ext cx="4572000" cy="3429000"/>
          </a:xfrm>
          <a:custGeom>
            <a:avLst/>
            <a:gdLst>
              <a:gd name="connsiteX0" fmla="*/ 0 w 6096000"/>
              <a:gd name="connsiteY0" fmla="*/ 0 h 3429000"/>
              <a:gd name="connsiteX1" fmla="*/ 1063818 w 6096000"/>
              <a:gd name="connsiteY1" fmla="*/ 0 h 3429000"/>
              <a:gd name="connsiteX2" fmla="*/ 1063818 w 6096000"/>
              <a:gd name="connsiteY2" fmla="*/ 2473912 h 3429000"/>
              <a:gd name="connsiteX3" fmla="*/ 6096000 w 6096000"/>
              <a:gd name="connsiteY3" fmla="*/ 2473912 h 3429000"/>
              <a:gd name="connsiteX4" fmla="*/ 6096000 w 6096000"/>
              <a:gd name="connsiteY4" fmla="*/ 3429000 h 3429000"/>
              <a:gd name="connsiteX5" fmla="*/ 0 w 6096000"/>
              <a:gd name="connsiteY5"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3429000">
                <a:moveTo>
                  <a:pt x="0" y="0"/>
                </a:moveTo>
                <a:lnTo>
                  <a:pt x="1063818" y="0"/>
                </a:lnTo>
                <a:lnTo>
                  <a:pt x="1063818" y="2473912"/>
                </a:lnTo>
                <a:lnTo>
                  <a:pt x="6096000" y="2473912"/>
                </a:lnTo>
                <a:lnTo>
                  <a:pt x="6096000" y="3429000"/>
                </a:lnTo>
                <a:lnTo>
                  <a:pt x="0" y="3429000"/>
                </a:lnTo>
                <a:close/>
              </a:path>
            </a:pathLst>
          </a:custGeom>
        </p:spPr>
        <p:txBody>
          <a:bodyPr wrap="square">
            <a:noAutofit/>
          </a:bodyPr>
          <a:lstStyle>
            <a:lvl1pPr>
              <a:defRPr sz="900"/>
            </a:lvl1pPr>
          </a:lstStyle>
          <a:p>
            <a:endParaRPr lang="en-US"/>
          </a:p>
        </p:txBody>
      </p:sp>
      <p:sp>
        <p:nvSpPr>
          <p:cNvPr id="27" name="Picture Placeholder 26">
            <a:extLst>
              <a:ext uri="{FF2B5EF4-FFF2-40B4-BE49-F238E27FC236}">
                <a16:creationId xmlns:a16="http://schemas.microsoft.com/office/drawing/2014/main" id="{90E2859A-EC5E-6049-8DA6-03CAE9E701AC}"/>
              </a:ext>
            </a:extLst>
          </p:cNvPr>
          <p:cNvSpPr>
            <a:spLocks noGrp="1"/>
          </p:cNvSpPr>
          <p:nvPr>
            <p:ph type="pic" sz="quarter" idx="23"/>
          </p:nvPr>
        </p:nvSpPr>
        <p:spPr>
          <a:xfrm>
            <a:off x="0" y="0"/>
            <a:ext cx="2447058" cy="3429000"/>
          </a:xfrm>
          <a:custGeom>
            <a:avLst/>
            <a:gdLst>
              <a:gd name="connsiteX0" fmla="*/ 0 w 3262744"/>
              <a:gd name="connsiteY0" fmla="*/ 0 h 3429000"/>
              <a:gd name="connsiteX1" fmla="*/ 3262744 w 3262744"/>
              <a:gd name="connsiteY1" fmla="*/ 0 h 3429000"/>
              <a:gd name="connsiteX2" fmla="*/ 3262744 w 3262744"/>
              <a:gd name="connsiteY2" fmla="*/ 421106 h 3429000"/>
              <a:gd name="connsiteX3" fmla="*/ 1063818 w 3262744"/>
              <a:gd name="connsiteY3" fmla="*/ 421106 h 3429000"/>
              <a:gd name="connsiteX4" fmla="*/ 1063818 w 3262744"/>
              <a:gd name="connsiteY4" fmla="*/ 3429000 h 3429000"/>
              <a:gd name="connsiteX5" fmla="*/ 0 w 3262744"/>
              <a:gd name="connsiteY5"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2744" h="3429000">
                <a:moveTo>
                  <a:pt x="0" y="0"/>
                </a:moveTo>
                <a:lnTo>
                  <a:pt x="3262744" y="0"/>
                </a:lnTo>
                <a:lnTo>
                  <a:pt x="3262744" y="421106"/>
                </a:lnTo>
                <a:lnTo>
                  <a:pt x="1063818" y="421106"/>
                </a:lnTo>
                <a:lnTo>
                  <a:pt x="1063818" y="3429000"/>
                </a:lnTo>
                <a:lnTo>
                  <a:pt x="0" y="3429000"/>
                </a:lnTo>
                <a:close/>
              </a:path>
            </a:pathLst>
          </a:custGeom>
        </p:spPr>
        <p:txBody>
          <a:bodyPr wrap="square">
            <a:noAutofit/>
          </a:bodyPr>
          <a:lstStyle>
            <a:lvl1pPr>
              <a:defRPr sz="900"/>
            </a:lvl1pPr>
          </a:lstStyle>
          <a:p>
            <a:endParaRPr lang="en-US"/>
          </a:p>
        </p:txBody>
      </p:sp>
    </p:spTree>
    <p:extLst>
      <p:ext uri="{BB962C8B-B14F-4D97-AF65-F5344CB8AC3E}">
        <p14:creationId xmlns:p14="http://schemas.microsoft.com/office/powerpoint/2010/main" val="3441667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 Gallery - Full Page w/ Border">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1566205" y="1930362"/>
            <a:ext cx="6002767"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1565611" y="3081173"/>
            <a:ext cx="6003361" cy="2185919"/>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1565014" y="2805220"/>
            <a:ext cx="6003782"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21" name="Picture Placeholder 20">
            <a:extLst>
              <a:ext uri="{FF2B5EF4-FFF2-40B4-BE49-F238E27FC236}">
                <a16:creationId xmlns:a16="http://schemas.microsoft.com/office/drawing/2014/main" id="{0358620F-2FFB-6D48-96CA-CC0639EBBF66}"/>
              </a:ext>
            </a:extLst>
          </p:cNvPr>
          <p:cNvSpPr>
            <a:spLocks noGrp="1"/>
          </p:cNvSpPr>
          <p:nvPr>
            <p:ph type="pic" sz="quarter" idx="18"/>
          </p:nvPr>
        </p:nvSpPr>
        <p:spPr>
          <a:xfrm>
            <a:off x="7139337" y="175"/>
            <a:ext cx="2004664" cy="4198738"/>
          </a:xfrm>
          <a:custGeom>
            <a:avLst/>
            <a:gdLst>
              <a:gd name="connsiteX0" fmla="*/ 0 w 2672885"/>
              <a:gd name="connsiteY0" fmla="*/ 0 h 4194830"/>
              <a:gd name="connsiteX1" fmla="*/ 2672885 w 2672885"/>
              <a:gd name="connsiteY1" fmla="*/ 0 h 4194830"/>
              <a:gd name="connsiteX2" fmla="*/ 2672885 w 2672885"/>
              <a:gd name="connsiteY2" fmla="*/ 4194830 h 4194830"/>
              <a:gd name="connsiteX3" fmla="*/ 1320950 w 2672885"/>
              <a:gd name="connsiteY3" fmla="*/ 4194830 h 4194830"/>
              <a:gd name="connsiteX4" fmla="*/ 1320950 w 2672885"/>
              <a:gd name="connsiteY4" fmla="*/ 1011841 h 4194830"/>
              <a:gd name="connsiteX5" fmla="*/ 0 w 2672885"/>
              <a:gd name="connsiteY5" fmla="*/ 1011841 h 4194830"/>
              <a:gd name="connsiteX0" fmla="*/ 0 w 2672885"/>
              <a:gd name="connsiteY0" fmla="*/ 375139 h 4194830"/>
              <a:gd name="connsiteX1" fmla="*/ 2672885 w 2672885"/>
              <a:gd name="connsiteY1" fmla="*/ 0 h 4194830"/>
              <a:gd name="connsiteX2" fmla="*/ 2672885 w 2672885"/>
              <a:gd name="connsiteY2" fmla="*/ 4194830 h 4194830"/>
              <a:gd name="connsiteX3" fmla="*/ 1320950 w 2672885"/>
              <a:gd name="connsiteY3" fmla="*/ 4194830 h 4194830"/>
              <a:gd name="connsiteX4" fmla="*/ 1320950 w 2672885"/>
              <a:gd name="connsiteY4" fmla="*/ 1011841 h 4194830"/>
              <a:gd name="connsiteX5" fmla="*/ 0 w 2672885"/>
              <a:gd name="connsiteY5" fmla="*/ 1011841 h 4194830"/>
              <a:gd name="connsiteX6" fmla="*/ 0 w 2672885"/>
              <a:gd name="connsiteY6" fmla="*/ 375139 h 4194830"/>
              <a:gd name="connsiteX0" fmla="*/ 0 w 2672885"/>
              <a:gd name="connsiteY0" fmla="*/ 0 h 4198737"/>
              <a:gd name="connsiteX1" fmla="*/ 2672885 w 2672885"/>
              <a:gd name="connsiteY1" fmla="*/ 3907 h 4198737"/>
              <a:gd name="connsiteX2" fmla="*/ 2672885 w 2672885"/>
              <a:gd name="connsiteY2" fmla="*/ 4198737 h 4198737"/>
              <a:gd name="connsiteX3" fmla="*/ 1320950 w 2672885"/>
              <a:gd name="connsiteY3" fmla="*/ 4198737 h 4198737"/>
              <a:gd name="connsiteX4" fmla="*/ 1320950 w 2672885"/>
              <a:gd name="connsiteY4" fmla="*/ 1015748 h 4198737"/>
              <a:gd name="connsiteX5" fmla="*/ 0 w 2672885"/>
              <a:gd name="connsiteY5" fmla="*/ 1015748 h 4198737"/>
              <a:gd name="connsiteX6" fmla="*/ 0 w 2672885"/>
              <a:gd name="connsiteY6" fmla="*/ 0 h 4198737"/>
              <a:gd name="connsiteX0" fmla="*/ 0 w 2672885"/>
              <a:gd name="connsiteY0" fmla="*/ 1 h 4198738"/>
              <a:gd name="connsiteX1" fmla="*/ 2668977 w 2672885"/>
              <a:gd name="connsiteY1" fmla="*/ 0 h 4198738"/>
              <a:gd name="connsiteX2" fmla="*/ 2672885 w 2672885"/>
              <a:gd name="connsiteY2" fmla="*/ 4198738 h 4198738"/>
              <a:gd name="connsiteX3" fmla="*/ 1320950 w 2672885"/>
              <a:gd name="connsiteY3" fmla="*/ 4198738 h 4198738"/>
              <a:gd name="connsiteX4" fmla="*/ 1320950 w 2672885"/>
              <a:gd name="connsiteY4" fmla="*/ 1015749 h 4198738"/>
              <a:gd name="connsiteX5" fmla="*/ 0 w 2672885"/>
              <a:gd name="connsiteY5" fmla="*/ 1015749 h 4198738"/>
              <a:gd name="connsiteX6" fmla="*/ 0 w 2672885"/>
              <a:gd name="connsiteY6" fmla="*/ 1 h 419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85" h="4198738">
                <a:moveTo>
                  <a:pt x="0" y="1"/>
                </a:moveTo>
                <a:lnTo>
                  <a:pt x="2668977" y="0"/>
                </a:lnTo>
                <a:cubicBezTo>
                  <a:pt x="2670280" y="1399579"/>
                  <a:pt x="2671582" y="2799159"/>
                  <a:pt x="2672885" y="4198738"/>
                </a:cubicBezTo>
                <a:lnTo>
                  <a:pt x="1320950" y="4198738"/>
                </a:lnTo>
                <a:lnTo>
                  <a:pt x="1320950" y="1015749"/>
                </a:lnTo>
                <a:lnTo>
                  <a:pt x="0" y="1015749"/>
                </a:lnTo>
                <a:lnTo>
                  <a:pt x="0" y="1"/>
                </a:lnTo>
                <a:close/>
              </a:path>
            </a:pathLst>
          </a:custGeom>
        </p:spPr>
        <p:txBody>
          <a:bodyPr wrap="square">
            <a:noAutofit/>
          </a:bodyPr>
          <a:lstStyle>
            <a:lvl1pPr>
              <a:defRPr sz="900"/>
            </a:lvl1pPr>
          </a:lstStyle>
          <a:p>
            <a:endParaRPr lang="en-US"/>
          </a:p>
        </p:txBody>
      </p:sp>
      <p:sp>
        <p:nvSpPr>
          <p:cNvPr id="17" name="Picture Placeholder 16">
            <a:extLst>
              <a:ext uri="{FF2B5EF4-FFF2-40B4-BE49-F238E27FC236}">
                <a16:creationId xmlns:a16="http://schemas.microsoft.com/office/drawing/2014/main" id="{37877DEB-252E-9F44-B34F-E27305950720}"/>
              </a:ext>
            </a:extLst>
          </p:cNvPr>
          <p:cNvSpPr>
            <a:spLocks noGrp="1"/>
          </p:cNvSpPr>
          <p:nvPr>
            <p:ph type="pic" sz="quarter" idx="19"/>
          </p:nvPr>
        </p:nvSpPr>
        <p:spPr>
          <a:xfrm>
            <a:off x="2" y="5"/>
            <a:ext cx="3613353" cy="2659087"/>
          </a:xfrm>
          <a:custGeom>
            <a:avLst/>
            <a:gdLst>
              <a:gd name="connsiteX0" fmla="*/ 0 w 4817804"/>
              <a:gd name="connsiteY0" fmla="*/ 0 h 2659087"/>
              <a:gd name="connsiteX1" fmla="*/ 4817804 w 4817804"/>
              <a:gd name="connsiteY1" fmla="*/ 0 h 2659087"/>
              <a:gd name="connsiteX2" fmla="*/ 4817804 w 4817804"/>
              <a:gd name="connsiteY2" fmla="*/ 1015925 h 2659087"/>
              <a:gd name="connsiteX3" fmla="*/ 1338343 w 4817804"/>
              <a:gd name="connsiteY3" fmla="*/ 1015925 h 2659087"/>
              <a:gd name="connsiteX4" fmla="*/ 1338343 w 4817804"/>
              <a:gd name="connsiteY4" fmla="*/ 2659087 h 2659087"/>
              <a:gd name="connsiteX5" fmla="*/ 0 w 4817804"/>
              <a:gd name="connsiteY5" fmla="*/ 2659087 h 2659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17804" h="2659087">
                <a:moveTo>
                  <a:pt x="0" y="0"/>
                </a:moveTo>
                <a:lnTo>
                  <a:pt x="4817804" y="0"/>
                </a:lnTo>
                <a:lnTo>
                  <a:pt x="4817804" y="1015925"/>
                </a:lnTo>
                <a:lnTo>
                  <a:pt x="1338343" y="1015925"/>
                </a:lnTo>
                <a:lnTo>
                  <a:pt x="1338343" y="2659087"/>
                </a:lnTo>
                <a:lnTo>
                  <a:pt x="0" y="2659087"/>
                </a:lnTo>
                <a:close/>
              </a:path>
            </a:pathLst>
          </a:custGeom>
        </p:spPr>
        <p:txBody>
          <a:bodyPr wrap="square">
            <a:noAutofit/>
          </a:bodyPr>
          <a:lstStyle>
            <a:lvl1pPr>
              <a:defRPr sz="900"/>
            </a:lvl1pPr>
          </a:lstStyle>
          <a:p>
            <a:endParaRPr lang="en-US"/>
          </a:p>
        </p:txBody>
      </p:sp>
      <p:sp>
        <p:nvSpPr>
          <p:cNvPr id="25" name="Picture Placeholder 24">
            <a:extLst>
              <a:ext uri="{FF2B5EF4-FFF2-40B4-BE49-F238E27FC236}">
                <a16:creationId xmlns:a16="http://schemas.microsoft.com/office/drawing/2014/main" id="{BF9D9B71-BFFD-F149-98FF-4B3F74EDE6FE}"/>
              </a:ext>
            </a:extLst>
          </p:cNvPr>
          <p:cNvSpPr>
            <a:spLocks noGrp="1"/>
          </p:cNvSpPr>
          <p:nvPr>
            <p:ph type="pic" sz="quarter" idx="22"/>
          </p:nvPr>
        </p:nvSpPr>
        <p:spPr>
          <a:xfrm>
            <a:off x="1995840" y="5842077"/>
            <a:ext cx="3534809" cy="1015924"/>
          </a:xfrm>
          <a:custGeom>
            <a:avLst/>
            <a:gdLst>
              <a:gd name="connsiteX0" fmla="*/ 0 w 4713078"/>
              <a:gd name="connsiteY0" fmla="*/ 0 h 1015924"/>
              <a:gd name="connsiteX1" fmla="*/ 4713078 w 4713078"/>
              <a:gd name="connsiteY1" fmla="*/ 0 h 1015924"/>
              <a:gd name="connsiteX2" fmla="*/ 4713078 w 4713078"/>
              <a:gd name="connsiteY2" fmla="*/ 1015924 h 1015924"/>
              <a:gd name="connsiteX3" fmla="*/ 0 w 4713078"/>
              <a:gd name="connsiteY3" fmla="*/ 1015924 h 1015924"/>
            </a:gdLst>
            <a:ahLst/>
            <a:cxnLst>
              <a:cxn ang="0">
                <a:pos x="connsiteX0" y="connsiteY0"/>
              </a:cxn>
              <a:cxn ang="0">
                <a:pos x="connsiteX1" y="connsiteY1"/>
              </a:cxn>
              <a:cxn ang="0">
                <a:pos x="connsiteX2" y="connsiteY2"/>
              </a:cxn>
              <a:cxn ang="0">
                <a:pos x="connsiteX3" y="connsiteY3"/>
              </a:cxn>
            </a:cxnLst>
            <a:rect l="l" t="t" r="r" b="b"/>
            <a:pathLst>
              <a:path w="4713078" h="1015924">
                <a:moveTo>
                  <a:pt x="0" y="0"/>
                </a:moveTo>
                <a:lnTo>
                  <a:pt x="4713078" y="0"/>
                </a:lnTo>
                <a:lnTo>
                  <a:pt x="4713078" y="1015924"/>
                </a:lnTo>
                <a:lnTo>
                  <a:pt x="0" y="1015924"/>
                </a:lnTo>
                <a:close/>
              </a:path>
            </a:pathLst>
          </a:custGeom>
        </p:spPr>
        <p:txBody>
          <a:bodyPr wrap="square">
            <a:noAutofit/>
          </a:bodyPr>
          <a:lstStyle>
            <a:lvl1pPr>
              <a:defRPr sz="900"/>
            </a:lvl1pPr>
          </a:lstStyle>
          <a:p>
            <a:endParaRPr lang="en-US"/>
          </a:p>
        </p:txBody>
      </p:sp>
      <p:sp>
        <p:nvSpPr>
          <p:cNvPr id="19" name="Picture Placeholder 18">
            <a:extLst>
              <a:ext uri="{FF2B5EF4-FFF2-40B4-BE49-F238E27FC236}">
                <a16:creationId xmlns:a16="http://schemas.microsoft.com/office/drawing/2014/main" id="{93C10310-D492-2B48-82D8-47AD8800EC26}"/>
              </a:ext>
            </a:extLst>
          </p:cNvPr>
          <p:cNvSpPr>
            <a:spLocks noGrp="1"/>
          </p:cNvSpPr>
          <p:nvPr>
            <p:ph type="pic" sz="quarter" idx="23"/>
          </p:nvPr>
        </p:nvSpPr>
        <p:spPr>
          <a:xfrm>
            <a:off x="3613355" y="4"/>
            <a:ext cx="3525807" cy="1015925"/>
          </a:xfrm>
          <a:custGeom>
            <a:avLst/>
            <a:gdLst>
              <a:gd name="connsiteX0" fmla="*/ 0 w 4679169"/>
              <a:gd name="connsiteY0" fmla="*/ 0 h 1015925"/>
              <a:gd name="connsiteX1" fmla="*/ 4679169 w 4679169"/>
              <a:gd name="connsiteY1" fmla="*/ 0 h 1015925"/>
              <a:gd name="connsiteX2" fmla="*/ 4679169 w 4679169"/>
              <a:gd name="connsiteY2" fmla="*/ 1015925 h 1015925"/>
              <a:gd name="connsiteX3" fmla="*/ 0 w 4679169"/>
              <a:gd name="connsiteY3" fmla="*/ 1015925 h 1015925"/>
            </a:gdLst>
            <a:ahLst/>
            <a:cxnLst>
              <a:cxn ang="0">
                <a:pos x="connsiteX0" y="connsiteY0"/>
              </a:cxn>
              <a:cxn ang="0">
                <a:pos x="connsiteX1" y="connsiteY1"/>
              </a:cxn>
              <a:cxn ang="0">
                <a:pos x="connsiteX2" y="connsiteY2"/>
              </a:cxn>
              <a:cxn ang="0">
                <a:pos x="connsiteX3" y="connsiteY3"/>
              </a:cxn>
            </a:cxnLst>
            <a:rect l="l" t="t" r="r" b="b"/>
            <a:pathLst>
              <a:path w="4679169" h="1015925">
                <a:moveTo>
                  <a:pt x="0" y="0"/>
                </a:moveTo>
                <a:lnTo>
                  <a:pt x="4679169" y="0"/>
                </a:lnTo>
                <a:lnTo>
                  <a:pt x="4679169" y="1015925"/>
                </a:lnTo>
                <a:lnTo>
                  <a:pt x="0" y="1015925"/>
                </a:lnTo>
                <a:close/>
              </a:path>
            </a:pathLst>
          </a:custGeom>
        </p:spPr>
        <p:txBody>
          <a:bodyPr wrap="square">
            <a:noAutofit/>
          </a:bodyPr>
          <a:lstStyle>
            <a:lvl1pPr>
              <a:defRPr sz="900"/>
            </a:lvl1pPr>
          </a:lstStyle>
          <a:p>
            <a:endParaRPr lang="en-US"/>
          </a:p>
        </p:txBody>
      </p:sp>
      <p:sp>
        <p:nvSpPr>
          <p:cNvPr id="27" name="Picture Placeholder 26">
            <a:extLst>
              <a:ext uri="{FF2B5EF4-FFF2-40B4-BE49-F238E27FC236}">
                <a16:creationId xmlns:a16="http://schemas.microsoft.com/office/drawing/2014/main" id="{7248D697-E1D5-CE49-B64D-4F8496B4CF14}"/>
              </a:ext>
            </a:extLst>
          </p:cNvPr>
          <p:cNvSpPr>
            <a:spLocks noGrp="1"/>
          </p:cNvSpPr>
          <p:nvPr>
            <p:ph type="pic" sz="quarter" idx="24"/>
          </p:nvPr>
        </p:nvSpPr>
        <p:spPr>
          <a:xfrm>
            <a:off x="0" y="2659086"/>
            <a:ext cx="1995838" cy="4198914"/>
          </a:xfrm>
          <a:custGeom>
            <a:avLst/>
            <a:gdLst>
              <a:gd name="connsiteX0" fmla="*/ 0 w 2661117"/>
              <a:gd name="connsiteY0" fmla="*/ 0 h 4198914"/>
              <a:gd name="connsiteX1" fmla="*/ 1338343 w 2661117"/>
              <a:gd name="connsiteY1" fmla="*/ 0 h 4198914"/>
              <a:gd name="connsiteX2" fmla="*/ 1338343 w 2661117"/>
              <a:gd name="connsiteY2" fmla="*/ 3182991 h 4198914"/>
              <a:gd name="connsiteX3" fmla="*/ 2661117 w 2661117"/>
              <a:gd name="connsiteY3" fmla="*/ 3182991 h 4198914"/>
              <a:gd name="connsiteX4" fmla="*/ 2661117 w 2661117"/>
              <a:gd name="connsiteY4" fmla="*/ 4198914 h 4198914"/>
              <a:gd name="connsiteX5" fmla="*/ 0 w 2661117"/>
              <a:gd name="connsiteY5" fmla="*/ 4198914 h 419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1117" h="4198914">
                <a:moveTo>
                  <a:pt x="0" y="0"/>
                </a:moveTo>
                <a:lnTo>
                  <a:pt x="1338343" y="0"/>
                </a:lnTo>
                <a:lnTo>
                  <a:pt x="1338343" y="3182991"/>
                </a:lnTo>
                <a:lnTo>
                  <a:pt x="2661117" y="3182991"/>
                </a:lnTo>
                <a:lnTo>
                  <a:pt x="2661117" y="4198914"/>
                </a:lnTo>
                <a:lnTo>
                  <a:pt x="0" y="4198914"/>
                </a:lnTo>
                <a:close/>
              </a:path>
            </a:pathLst>
          </a:custGeom>
        </p:spPr>
        <p:txBody>
          <a:bodyPr wrap="square">
            <a:noAutofit/>
          </a:bodyPr>
          <a:lstStyle>
            <a:lvl1pPr>
              <a:defRPr sz="900"/>
            </a:lvl1pPr>
          </a:lstStyle>
          <a:p>
            <a:endParaRPr lang="en-US"/>
          </a:p>
        </p:txBody>
      </p:sp>
      <p:sp>
        <p:nvSpPr>
          <p:cNvPr id="23" name="Picture Placeholder 22">
            <a:extLst>
              <a:ext uri="{FF2B5EF4-FFF2-40B4-BE49-F238E27FC236}">
                <a16:creationId xmlns:a16="http://schemas.microsoft.com/office/drawing/2014/main" id="{7467BD37-282E-E446-8940-9805483E961C}"/>
              </a:ext>
            </a:extLst>
          </p:cNvPr>
          <p:cNvSpPr>
            <a:spLocks noGrp="1"/>
          </p:cNvSpPr>
          <p:nvPr>
            <p:ph type="pic" sz="quarter" idx="25"/>
          </p:nvPr>
        </p:nvSpPr>
        <p:spPr>
          <a:xfrm>
            <a:off x="5530648" y="4198915"/>
            <a:ext cx="3613355" cy="2659086"/>
          </a:xfrm>
          <a:custGeom>
            <a:avLst/>
            <a:gdLst>
              <a:gd name="connsiteX0" fmla="*/ 3465870 w 4817806"/>
              <a:gd name="connsiteY0" fmla="*/ 0 h 2659086"/>
              <a:gd name="connsiteX1" fmla="*/ 4817806 w 4817806"/>
              <a:gd name="connsiteY1" fmla="*/ 0 h 2659086"/>
              <a:gd name="connsiteX2" fmla="*/ 4817806 w 4817806"/>
              <a:gd name="connsiteY2" fmla="*/ 2659086 h 2659086"/>
              <a:gd name="connsiteX3" fmla="*/ 0 w 4817806"/>
              <a:gd name="connsiteY3" fmla="*/ 2659086 h 2659086"/>
              <a:gd name="connsiteX4" fmla="*/ 0 w 4817806"/>
              <a:gd name="connsiteY4" fmla="*/ 1643162 h 2659086"/>
              <a:gd name="connsiteX5" fmla="*/ 3465870 w 4817806"/>
              <a:gd name="connsiteY5" fmla="*/ 1643162 h 265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17806" h="2659086">
                <a:moveTo>
                  <a:pt x="3465870" y="0"/>
                </a:moveTo>
                <a:lnTo>
                  <a:pt x="4817806" y="0"/>
                </a:lnTo>
                <a:lnTo>
                  <a:pt x="4817806" y="2659086"/>
                </a:lnTo>
                <a:lnTo>
                  <a:pt x="0" y="2659086"/>
                </a:lnTo>
                <a:lnTo>
                  <a:pt x="0" y="1643162"/>
                </a:lnTo>
                <a:lnTo>
                  <a:pt x="3465870" y="1643162"/>
                </a:lnTo>
                <a:close/>
              </a:path>
            </a:pathLst>
          </a:custGeom>
        </p:spPr>
        <p:txBody>
          <a:bodyPr wrap="square">
            <a:noAutofit/>
          </a:bodyPr>
          <a:lstStyle>
            <a:lvl1pPr algn="r">
              <a:defRPr sz="900"/>
            </a:lvl1pPr>
          </a:lstStyle>
          <a:p>
            <a:endParaRPr lang="en-US"/>
          </a:p>
        </p:txBody>
      </p:sp>
      <p:sp>
        <p:nvSpPr>
          <p:cNvPr id="13" name="Text Placeholder 11">
            <a:extLst>
              <a:ext uri="{FF2B5EF4-FFF2-40B4-BE49-F238E27FC236}">
                <a16:creationId xmlns:a16="http://schemas.microsoft.com/office/drawing/2014/main" id="{EEFAF70A-94D1-7A43-BD01-B9341CF2CC6F}"/>
              </a:ext>
            </a:extLst>
          </p:cNvPr>
          <p:cNvSpPr>
            <a:spLocks noGrp="1"/>
          </p:cNvSpPr>
          <p:nvPr>
            <p:ph type="body" sz="quarter" idx="26" hasCustomPrompt="1"/>
          </p:nvPr>
        </p:nvSpPr>
        <p:spPr>
          <a:xfrm>
            <a:off x="1565014" y="1590918"/>
            <a:ext cx="6003782"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13873849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BA185A8-3B9F-9E4B-9AE7-F4EF90EE37C9}"/>
              </a:ext>
            </a:extLst>
          </p:cNvPr>
          <p:cNvSpPr>
            <a:spLocks noGrp="1"/>
          </p:cNvSpPr>
          <p:nvPr>
            <p:ph type="title"/>
          </p:nvPr>
        </p:nvSpPr>
        <p:spPr>
          <a:xfrm>
            <a:off x="685800" y="457200"/>
            <a:ext cx="7772400" cy="1143000"/>
          </a:xfrm>
          <a:prstGeom prst="rect">
            <a:avLst/>
          </a:prstGeom>
        </p:spPr>
        <p:txBody>
          <a:bodyPr/>
          <a:lstStyle>
            <a:lvl1pPr>
              <a:defRPr b="1"/>
            </a:lvl1pPr>
          </a:lstStyle>
          <a:p>
            <a:r>
              <a:rPr lang="en-US" dirty="0"/>
              <a:t>Click to edit Master title style</a:t>
            </a:r>
          </a:p>
        </p:txBody>
      </p:sp>
      <p:sp>
        <p:nvSpPr>
          <p:cNvPr id="4" name="Content Placeholder 2">
            <a:extLst>
              <a:ext uri="{FF2B5EF4-FFF2-40B4-BE49-F238E27FC236}">
                <a16:creationId xmlns:a16="http://schemas.microsoft.com/office/drawing/2014/main" id="{5B9E27E5-53EA-F04A-9A8A-B90B1C948E73}"/>
              </a:ext>
            </a:extLst>
          </p:cNvPr>
          <p:cNvSpPr>
            <a:spLocks noGrp="1"/>
          </p:cNvSpPr>
          <p:nvPr>
            <p:ph idx="1"/>
          </p:nvPr>
        </p:nvSpPr>
        <p:spPr>
          <a:xfrm>
            <a:off x="685800" y="1752600"/>
            <a:ext cx="7772400" cy="3810000"/>
          </a:xfrm>
          <a:prstGeom prst="rect">
            <a:avLst/>
          </a:prstGeom>
        </p:spPr>
        <p:txBody>
          <a:bodyPr/>
          <a:lstStyle>
            <a:lvl1pPr>
              <a:defRPr sz="2800"/>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9">
            <a:extLst>
              <a:ext uri="{FF2B5EF4-FFF2-40B4-BE49-F238E27FC236}">
                <a16:creationId xmlns:a16="http://schemas.microsoft.com/office/drawing/2014/main" id="{77878B50-8399-8F46-A679-8C57DBBD3916}"/>
              </a:ext>
            </a:extLst>
          </p:cNvPr>
          <p:cNvSpPr>
            <a:spLocks noChangeArrowheads="1"/>
          </p:cNvSpPr>
          <p:nvPr userDrawn="1"/>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Tree>
    <p:extLst>
      <p:ext uri="{BB962C8B-B14F-4D97-AF65-F5344CB8AC3E}">
        <p14:creationId xmlns:p14="http://schemas.microsoft.com/office/powerpoint/2010/main" val="14507481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5640F-6525-5446-B331-92545F7342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D913DC-84F2-814B-8B98-EEAED0B04B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C47D7A-DFBC-DD42-ACF6-2FA5097BA69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8923CCF-F834-EC44-B3AF-36748303E3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89B629-67F3-DC41-A418-24650F33E43F}"/>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37650083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arge Photo -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4572000" y="0"/>
            <a:ext cx="4572000" cy="685800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524469" y="1012375"/>
            <a:ext cx="3523060" cy="999309"/>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523875" y="2482491"/>
            <a:ext cx="3523060" cy="3143610"/>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523282" y="2108906"/>
            <a:ext cx="3523655" cy="373584"/>
          </a:xfrm>
          <a:prstGeom prst="rect">
            <a:avLst/>
          </a:prstGeom>
        </p:spPr>
        <p:txBody>
          <a:bodyPr/>
          <a:lstStyle>
            <a:lvl1pPr marL="0" indent="0" algn="l">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4572001" y="0"/>
            <a:ext cx="4572000" cy="6858000"/>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019C093F-F4BD-664F-9DDC-D0F858F50025}"/>
              </a:ext>
            </a:extLst>
          </p:cNvPr>
          <p:cNvSpPr>
            <a:spLocks noGrp="1"/>
          </p:cNvSpPr>
          <p:nvPr>
            <p:ph type="body" sz="quarter" idx="19" hasCustomPrompt="1"/>
          </p:nvPr>
        </p:nvSpPr>
        <p:spPr>
          <a:xfrm>
            <a:off x="523878" y="695031"/>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0" name="Picture 9">
            <a:extLst>
              <a:ext uri="{FF2B5EF4-FFF2-40B4-BE49-F238E27FC236}">
                <a16:creationId xmlns:a16="http://schemas.microsoft.com/office/drawing/2014/main" id="{33F06097-1504-401B-AB7A-A4858A92D8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255019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Large Photo - Right">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07EE7F26-1321-2445-A1A4-B5B78FCF1ECF}"/>
              </a:ext>
            </a:extLst>
          </p:cNvPr>
          <p:cNvSpPr/>
          <p:nvPr userDrawn="1"/>
        </p:nvSpPr>
        <p:spPr>
          <a:xfrm>
            <a:off x="0" y="0"/>
            <a:ext cx="9144000" cy="6858000"/>
          </a:xfrm>
          <a:custGeom>
            <a:avLst/>
            <a:gdLst>
              <a:gd name="connsiteX0" fmla="*/ 416375 w 12192000"/>
              <a:gd name="connsiteY0" fmla="*/ 455059 h 6858000"/>
              <a:gd name="connsiteX1" fmla="*/ 416375 w 12192000"/>
              <a:gd name="connsiteY1" fmla="*/ 6044697 h 6858000"/>
              <a:gd name="connsiteX2" fmla="*/ 5677243 w 12192000"/>
              <a:gd name="connsiteY2" fmla="*/ 6044697 h 6858000"/>
              <a:gd name="connsiteX3" fmla="*/ 5677243 w 12192000"/>
              <a:gd name="connsiteY3" fmla="*/ 455059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416375" y="455059"/>
                </a:moveTo>
                <a:lnTo>
                  <a:pt x="416375" y="6044697"/>
                </a:lnTo>
                <a:lnTo>
                  <a:pt x="5677243" y="6044697"/>
                </a:lnTo>
                <a:lnTo>
                  <a:pt x="5677243" y="455059"/>
                </a:lnTo>
                <a:close/>
                <a:moveTo>
                  <a:pt x="0" y="0"/>
                </a:moveTo>
                <a:lnTo>
                  <a:pt x="12192000" y="0"/>
                </a:lnTo>
                <a:lnTo>
                  <a:pt x="12192000" y="6858000"/>
                </a:lnTo>
                <a:lnTo>
                  <a:pt x="0" y="6858000"/>
                </a:lnTo>
                <a:close/>
              </a:path>
            </a:pathLst>
          </a:cu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524469" y="1012375"/>
            <a:ext cx="3523060" cy="999309"/>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523875" y="2482491"/>
            <a:ext cx="3523060" cy="3143610"/>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523282" y="2108906"/>
            <a:ext cx="3523655" cy="373584"/>
          </a:xfrm>
          <a:prstGeom prst="rect">
            <a:avLst/>
          </a:prstGeom>
        </p:spPr>
        <p:txBody>
          <a:bodyPr/>
          <a:lstStyle>
            <a:lvl1pPr marL="0" indent="0" algn="l">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13" name="Picture Placeholder 12">
            <a:extLst>
              <a:ext uri="{FF2B5EF4-FFF2-40B4-BE49-F238E27FC236}">
                <a16:creationId xmlns:a16="http://schemas.microsoft.com/office/drawing/2014/main" id="{BCED9C80-A09F-944D-8036-B3AEB8673518}"/>
              </a:ext>
            </a:extLst>
          </p:cNvPr>
          <p:cNvSpPr>
            <a:spLocks noGrp="1"/>
          </p:cNvSpPr>
          <p:nvPr>
            <p:ph type="pic" sz="quarter" idx="18" hasCustomPrompt="1"/>
          </p:nvPr>
        </p:nvSpPr>
        <p:spPr>
          <a:xfrm>
            <a:off x="2" y="0"/>
            <a:ext cx="9144001" cy="6858000"/>
          </a:xfrm>
          <a:custGeom>
            <a:avLst/>
            <a:gdLst>
              <a:gd name="connsiteX0" fmla="*/ 416375 w 12192001"/>
              <a:gd name="connsiteY0" fmla="*/ 455059 h 6858000"/>
              <a:gd name="connsiteX1" fmla="*/ 416375 w 12192001"/>
              <a:gd name="connsiteY1" fmla="*/ 6044697 h 6858000"/>
              <a:gd name="connsiteX2" fmla="*/ 5677243 w 12192001"/>
              <a:gd name="connsiteY2" fmla="*/ 6044697 h 6858000"/>
              <a:gd name="connsiteX3" fmla="*/ 5677243 w 12192001"/>
              <a:gd name="connsiteY3" fmla="*/ 455059 h 6858000"/>
              <a:gd name="connsiteX4" fmla="*/ 0 w 12192001"/>
              <a:gd name="connsiteY4" fmla="*/ 0 h 6858000"/>
              <a:gd name="connsiteX5" fmla="*/ 12192001 w 12192001"/>
              <a:gd name="connsiteY5" fmla="*/ 0 h 6858000"/>
              <a:gd name="connsiteX6" fmla="*/ 12192001 w 12192001"/>
              <a:gd name="connsiteY6" fmla="*/ 6858000 h 6858000"/>
              <a:gd name="connsiteX7" fmla="*/ 0 w 1219200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1" h="6858000">
                <a:moveTo>
                  <a:pt x="416375" y="455059"/>
                </a:moveTo>
                <a:lnTo>
                  <a:pt x="416375" y="6044697"/>
                </a:lnTo>
                <a:lnTo>
                  <a:pt x="5677243" y="6044697"/>
                </a:lnTo>
                <a:lnTo>
                  <a:pt x="5677243" y="455059"/>
                </a:lnTo>
                <a:close/>
                <a:moveTo>
                  <a:pt x="0" y="0"/>
                </a:moveTo>
                <a:lnTo>
                  <a:pt x="12192001" y="0"/>
                </a:lnTo>
                <a:lnTo>
                  <a:pt x="12192001" y="6858000"/>
                </a:lnTo>
                <a:lnTo>
                  <a:pt x="0" y="6858000"/>
                </a:lnTo>
                <a:close/>
              </a:path>
            </a:pathLst>
          </a:custGeom>
        </p:spPr>
        <p:txBody>
          <a:bodyPr wrap="square">
            <a:noAutofit/>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019C093F-F4BD-664F-9DDC-D0F858F50025}"/>
              </a:ext>
            </a:extLst>
          </p:cNvPr>
          <p:cNvSpPr>
            <a:spLocks noGrp="1"/>
          </p:cNvSpPr>
          <p:nvPr>
            <p:ph type="body" sz="quarter" idx="19" hasCustomPrompt="1"/>
          </p:nvPr>
        </p:nvSpPr>
        <p:spPr>
          <a:xfrm>
            <a:off x="523878" y="695031"/>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10412444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rge Photo - Lef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0" y="0"/>
            <a:ext cx="4572000" cy="685800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5121183" y="1012375"/>
            <a:ext cx="3523060" cy="999309"/>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5120589" y="2482491"/>
            <a:ext cx="3523060" cy="3194410"/>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5119995" y="2108906"/>
            <a:ext cx="3523655" cy="373584"/>
          </a:xfrm>
          <a:prstGeom prst="rect">
            <a:avLst/>
          </a:prstGeom>
        </p:spPr>
        <p:txBody>
          <a:bodyPr/>
          <a:lstStyle>
            <a:lvl1pPr marL="0" indent="0" algn="l">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0" y="0"/>
            <a:ext cx="4572000" cy="6858000"/>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82ADFC0A-EB24-894D-A665-DF65DC39E870}"/>
              </a:ext>
            </a:extLst>
          </p:cNvPr>
          <p:cNvSpPr>
            <a:spLocks noGrp="1"/>
          </p:cNvSpPr>
          <p:nvPr>
            <p:ph type="body" sz="quarter" idx="19" hasCustomPrompt="1"/>
          </p:nvPr>
        </p:nvSpPr>
        <p:spPr>
          <a:xfrm>
            <a:off x="5119995" y="695031"/>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0" name="Picture 9">
            <a:extLst>
              <a:ext uri="{FF2B5EF4-FFF2-40B4-BE49-F238E27FC236}">
                <a16:creationId xmlns:a16="http://schemas.microsoft.com/office/drawing/2014/main" id="{034CE3B9-7472-4389-A839-1D4110F64FE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16075129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arge Photo - Top">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0" y="0"/>
            <a:ext cx="9144000" cy="384351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1053413" y="4323117"/>
            <a:ext cx="7037175" cy="765467"/>
          </a:xfrm>
          <a:prstGeom prst="rect">
            <a:avLst/>
          </a:prstGeom>
        </p:spPr>
        <p:txBody>
          <a:bodyPr anchor="b"/>
          <a:lstStyle>
            <a:lvl1pPr marL="0" indent="0" algn="ctr">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hasCustomPrompt="1"/>
          </p:nvPr>
        </p:nvSpPr>
        <p:spPr>
          <a:xfrm>
            <a:off x="1053116" y="5364963"/>
            <a:ext cx="7037175" cy="1073783"/>
          </a:xfrm>
          <a:prstGeom prst="rect">
            <a:avLst/>
          </a:prstGeom>
        </p:spPr>
        <p:txBody>
          <a:bodyPr/>
          <a:lstStyle>
            <a:lvl1pPr marL="0" indent="0" algn="ctr">
              <a:lnSpc>
                <a:spcPct val="120000"/>
              </a:lnSpc>
              <a:spcBef>
                <a:spcPts val="169"/>
              </a:spcBef>
              <a:spcAft>
                <a:spcPts val="338"/>
              </a:spcAft>
              <a:buNone/>
              <a:defRPr sz="788">
                <a:solidFill>
                  <a:schemeClr val="bg2">
                    <a:lumMod val="25000"/>
                  </a:schemeClr>
                </a:solidFill>
              </a:defRPr>
            </a:lvl1pPr>
          </a:lstStyle>
          <a:p>
            <a:pPr lvl="0"/>
            <a:r>
              <a:rPr lang="en-US" dirty="0"/>
              <a:t>&lt;Insert text&gt;</a:t>
            </a:r>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1051928" y="5047643"/>
            <a:ext cx="7038365" cy="282396"/>
          </a:xfrm>
          <a:prstGeom prst="rect">
            <a:avLst/>
          </a:prstGeom>
        </p:spPr>
        <p:txBody>
          <a:bodyPr/>
          <a:lstStyle>
            <a:lvl1pPr marL="0" indent="0" algn="ctr">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0" y="-1"/>
            <a:ext cx="9144000" cy="3843511"/>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D3248A42-9103-0841-9630-92B19E7AD72A}"/>
              </a:ext>
            </a:extLst>
          </p:cNvPr>
          <p:cNvSpPr>
            <a:spLocks noGrp="1"/>
          </p:cNvSpPr>
          <p:nvPr>
            <p:ph type="body" sz="quarter" idx="19" hasCustomPrompt="1"/>
          </p:nvPr>
        </p:nvSpPr>
        <p:spPr>
          <a:xfrm>
            <a:off x="2809283" y="4005772"/>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Subheader if it is appropriate</a:t>
            </a:r>
          </a:p>
        </p:txBody>
      </p:sp>
      <p:pic>
        <p:nvPicPr>
          <p:cNvPr id="10" name="Picture 9">
            <a:extLst>
              <a:ext uri="{FF2B5EF4-FFF2-40B4-BE49-F238E27FC236}">
                <a16:creationId xmlns:a16="http://schemas.microsoft.com/office/drawing/2014/main" id="{DF6CD286-4C67-4861-8B79-407B4EE028E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2471395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arge Photo - Botto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0" y="4375339"/>
            <a:ext cx="9144000" cy="248249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1053413" y="734786"/>
            <a:ext cx="7037175" cy="702304"/>
          </a:xfrm>
          <a:prstGeom prst="rect">
            <a:avLst/>
          </a:prstGeom>
        </p:spPr>
        <p:txBody>
          <a:bodyPr anchor="b"/>
          <a:lstStyle>
            <a:lvl1pPr marL="0" indent="0" algn="ctr">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1053413" y="1816505"/>
            <a:ext cx="7037175" cy="2202148"/>
          </a:xfrm>
          <a:prstGeom prst="rect">
            <a:avLst/>
          </a:prstGeom>
        </p:spPr>
        <p:txBody>
          <a:bodyPr/>
          <a:lstStyle>
            <a:lvl1pPr marL="0" indent="0" algn="ctr">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1051928" y="1420192"/>
            <a:ext cx="7038365" cy="373584"/>
          </a:xfrm>
          <a:prstGeom prst="rect">
            <a:avLst/>
          </a:prstGeom>
        </p:spPr>
        <p:txBody>
          <a:bodyPr/>
          <a:lstStyle>
            <a:lvl1pPr marL="0" indent="0" algn="ctr">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0" y="4375510"/>
            <a:ext cx="9144000" cy="2482490"/>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7D0DFACD-A69E-C043-BCE4-3C70DE4A0F9B}"/>
              </a:ext>
            </a:extLst>
          </p:cNvPr>
          <p:cNvSpPr>
            <a:spLocks noGrp="1"/>
          </p:cNvSpPr>
          <p:nvPr>
            <p:ph type="body" sz="quarter" idx="19" hasCustomPrompt="1"/>
          </p:nvPr>
        </p:nvSpPr>
        <p:spPr>
          <a:xfrm>
            <a:off x="1051927" y="483243"/>
            <a:ext cx="7038068" cy="251377"/>
          </a:xfrm>
          <a:prstGeom prst="rect">
            <a:avLst/>
          </a:prstGeom>
        </p:spPr>
        <p:txBody>
          <a:bodyPr anchor="b"/>
          <a:lstStyle>
            <a:lvl1pPr marL="0" indent="0" algn="ctr">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10104614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uo Photo - Lef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1" y="5"/>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2540329" y="176"/>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1" y="0"/>
            <a:ext cx="2419298" cy="685800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2540329" y="0"/>
            <a:ext cx="2419298" cy="685800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305193" y="999267"/>
            <a:ext cx="3412021"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304597" y="2150074"/>
            <a:ext cx="3412020" cy="3366314"/>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304001" y="1874125"/>
            <a:ext cx="341259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Text Placeholder 11">
            <a:extLst>
              <a:ext uri="{FF2B5EF4-FFF2-40B4-BE49-F238E27FC236}">
                <a16:creationId xmlns:a16="http://schemas.microsoft.com/office/drawing/2014/main" id="{42EDB562-9263-A048-96FB-922FA0E2EF03}"/>
              </a:ext>
            </a:extLst>
          </p:cNvPr>
          <p:cNvSpPr>
            <a:spLocks noGrp="1"/>
          </p:cNvSpPr>
          <p:nvPr>
            <p:ph type="body" sz="quarter" idx="19" hasCustomPrompt="1"/>
          </p:nvPr>
        </p:nvSpPr>
        <p:spPr>
          <a:xfrm>
            <a:off x="5304001" y="723320"/>
            <a:ext cx="3412598" cy="275949"/>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1" name="Picture 10">
            <a:extLst>
              <a:ext uri="{FF2B5EF4-FFF2-40B4-BE49-F238E27FC236}">
                <a16:creationId xmlns:a16="http://schemas.microsoft.com/office/drawing/2014/main" id="{1DEFFBF4-5F8A-4A8D-8B7B-CBF19189BEF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20068054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uo Photo -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4184374" y="5"/>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6724702" y="176"/>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4184374" y="0"/>
            <a:ext cx="2419298" cy="685800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6724702" y="0"/>
            <a:ext cx="2419298" cy="685800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429816" y="999267"/>
            <a:ext cx="3412021"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429221" y="2150074"/>
            <a:ext cx="3412020" cy="3366314"/>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428626" y="1874125"/>
            <a:ext cx="341259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Text Placeholder 11">
            <a:extLst>
              <a:ext uri="{FF2B5EF4-FFF2-40B4-BE49-F238E27FC236}">
                <a16:creationId xmlns:a16="http://schemas.microsoft.com/office/drawing/2014/main" id="{42EDB562-9263-A048-96FB-922FA0E2EF03}"/>
              </a:ext>
            </a:extLst>
          </p:cNvPr>
          <p:cNvSpPr>
            <a:spLocks noGrp="1"/>
          </p:cNvSpPr>
          <p:nvPr>
            <p:ph type="body" sz="quarter" idx="19" hasCustomPrompt="1"/>
          </p:nvPr>
        </p:nvSpPr>
        <p:spPr>
          <a:xfrm>
            <a:off x="428626" y="723320"/>
            <a:ext cx="3412598" cy="275949"/>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89FF9080-CD6B-4252-8D34-CB64184F860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7232998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6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ri Photo - Color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1" y="1"/>
            <a:ext cx="1693742" cy="5793898"/>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1834450" y="999415"/>
            <a:ext cx="1693742" cy="585858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1" y="0"/>
            <a:ext cx="1693742" cy="5794042"/>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1834450" y="999271"/>
            <a:ext cx="1693742" cy="5858733"/>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735473" y="999267"/>
            <a:ext cx="3091070"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734879" y="2150076"/>
            <a:ext cx="3091070" cy="3544767"/>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734339" y="1874125"/>
            <a:ext cx="3091592"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3668896" y="176"/>
            <a:ext cx="1693742" cy="5793755"/>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3668896" y="5"/>
            <a:ext cx="1693742" cy="5793899"/>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2" name="Oval 11">
            <a:extLst>
              <a:ext uri="{FF2B5EF4-FFF2-40B4-BE49-F238E27FC236}">
                <a16:creationId xmlns:a16="http://schemas.microsoft.com/office/drawing/2014/main" id="{C9D2F50D-8BF2-824F-A4DC-0CBF6EC8B684}"/>
              </a:ext>
            </a:extLst>
          </p:cNvPr>
          <p:cNvSpPr/>
          <p:nvPr userDrawn="1"/>
        </p:nvSpPr>
        <p:spPr>
          <a:xfrm>
            <a:off x="2882148" y="3972063"/>
            <a:ext cx="1292087" cy="1722783"/>
          </a:xfrm>
          <a:prstGeom prst="ellipse">
            <a:avLst/>
          </a:prstGeom>
          <a:solidFill>
            <a:srgbClr val="3AC1CD">
              <a:alpha val="5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5" name="Freeform 24">
            <a:extLst>
              <a:ext uri="{FF2B5EF4-FFF2-40B4-BE49-F238E27FC236}">
                <a16:creationId xmlns:a16="http://schemas.microsoft.com/office/drawing/2014/main" id="{9814B6AF-8703-524C-8F9D-E8FE27AB741D}"/>
              </a:ext>
            </a:extLst>
          </p:cNvPr>
          <p:cNvSpPr/>
          <p:nvPr userDrawn="1"/>
        </p:nvSpPr>
        <p:spPr>
          <a:xfrm>
            <a:off x="4755728" y="0"/>
            <a:ext cx="1213821" cy="568486"/>
          </a:xfrm>
          <a:custGeom>
            <a:avLst/>
            <a:gdLst>
              <a:gd name="connsiteX0" fmla="*/ 0 w 1618428"/>
              <a:gd name="connsiteY0" fmla="*/ 0 h 568486"/>
              <a:gd name="connsiteX1" fmla="*/ 1618428 w 1618428"/>
              <a:gd name="connsiteY1" fmla="*/ 0 h 568486"/>
              <a:gd name="connsiteX2" fmla="*/ 1602914 w 1618428"/>
              <a:gd name="connsiteY2" fmla="*/ 42387 h 568486"/>
              <a:gd name="connsiteX3" fmla="*/ 809214 w 1618428"/>
              <a:gd name="connsiteY3" fmla="*/ 568486 h 568486"/>
              <a:gd name="connsiteX4" fmla="*/ 15514 w 1618428"/>
              <a:gd name="connsiteY4" fmla="*/ 42387 h 568486"/>
              <a:gd name="connsiteX5" fmla="*/ 0 w 1618428"/>
              <a:gd name="connsiteY5" fmla="*/ 0 h 568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8428" h="568486">
                <a:moveTo>
                  <a:pt x="0" y="0"/>
                </a:moveTo>
                <a:lnTo>
                  <a:pt x="1618428" y="0"/>
                </a:lnTo>
                <a:lnTo>
                  <a:pt x="1602914" y="42387"/>
                </a:lnTo>
                <a:cubicBezTo>
                  <a:pt x="1472147" y="351553"/>
                  <a:pt x="1166015" y="568486"/>
                  <a:pt x="809214" y="568486"/>
                </a:cubicBezTo>
                <a:cubicBezTo>
                  <a:pt x="452414" y="568486"/>
                  <a:pt x="146281" y="351553"/>
                  <a:pt x="15514" y="42387"/>
                </a:cubicBezTo>
                <a:lnTo>
                  <a:pt x="0" y="0"/>
                </a:lnTo>
                <a:close/>
              </a:path>
            </a:pathLst>
          </a:custGeom>
          <a:solidFill>
            <a:schemeClr val="accent3">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13"/>
          </a:p>
        </p:txBody>
      </p:sp>
      <p:sp>
        <p:nvSpPr>
          <p:cNvPr id="19" name="Oval 18">
            <a:extLst>
              <a:ext uri="{FF2B5EF4-FFF2-40B4-BE49-F238E27FC236}">
                <a16:creationId xmlns:a16="http://schemas.microsoft.com/office/drawing/2014/main" id="{DAB3E781-549C-B144-86E1-72DAF614D0D7}"/>
              </a:ext>
            </a:extLst>
          </p:cNvPr>
          <p:cNvSpPr/>
          <p:nvPr userDrawn="1"/>
        </p:nvSpPr>
        <p:spPr>
          <a:xfrm>
            <a:off x="1047700" y="1874130"/>
            <a:ext cx="1292087" cy="1722783"/>
          </a:xfrm>
          <a:prstGeom prst="ellipse">
            <a:avLst/>
          </a:prstGeom>
          <a:solidFill>
            <a:srgbClr val="FF532E">
              <a:alpha val="5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4" name="Text Placeholder 11">
            <a:extLst>
              <a:ext uri="{FF2B5EF4-FFF2-40B4-BE49-F238E27FC236}">
                <a16:creationId xmlns:a16="http://schemas.microsoft.com/office/drawing/2014/main" id="{F1F39990-DB47-A541-9DC1-EBDAF89CD76E}"/>
              </a:ext>
            </a:extLst>
          </p:cNvPr>
          <p:cNvSpPr>
            <a:spLocks noGrp="1"/>
          </p:cNvSpPr>
          <p:nvPr>
            <p:ph type="body" sz="quarter" idx="19" hasCustomPrompt="1"/>
          </p:nvPr>
        </p:nvSpPr>
        <p:spPr>
          <a:xfrm>
            <a:off x="5734336" y="659818"/>
            <a:ext cx="3091592"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5" name="Picture 14">
            <a:extLst>
              <a:ext uri="{FF2B5EF4-FFF2-40B4-BE49-F238E27FC236}">
                <a16:creationId xmlns:a16="http://schemas.microsoft.com/office/drawing/2014/main" id="{F00B6ED6-30C2-40BD-BAC9-805C3CC7A96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37615806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ri Photo - Triptych">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4190116" y="5"/>
            <a:ext cx="1470865" cy="643329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5842772" y="424705"/>
            <a:ext cx="1470865" cy="643329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4190116" y="-1"/>
            <a:ext cx="1470865" cy="6433457"/>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5842772" y="424544"/>
            <a:ext cx="1470865" cy="6433456"/>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26688" y="999267"/>
            <a:ext cx="3098850"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26096" y="2150079"/>
            <a:ext cx="3098849" cy="3352655"/>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25542" y="1874125"/>
            <a:ext cx="3099373"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7495429" y="176"/>
            <a:ext cx="1470865" cy="643313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7495429" y="5"/>
            <a:ext cx="1470865" cy="6433297"/>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525542" y="659818"/>
            <a:ext cx="3099373"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896890C5-625A-49BC-AF8E-534E100419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5908681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ri Photo - Stack Botto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0" y="5130684"/>
            <a:ext cx="3011524" cy="1727158"/>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3066240" y="5130843"/>
            <a:ext cx="3011524" cy="1727158"/>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0" y="5130804"/>
            <a:ext cx="3011524" cy="1727201"/>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3066240" y="5130804"/>
            <a:ext cx="3011524" cy="1727201"/>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26688" y="999267"/>
            <a:ext cx="8103558" cy="874858"/>
          </a:xfrm>
          <a:prstGeom prst="rect">
            <a:avLst/>
          </a:prstGeom>
        </p:spPr>
        <p:txBody>
          <a:bodyPr anchor="ctr"/>
          <a:lstStyle>
            <a:lvl1pPr marL="0" indent="0" algn="ctr">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26095" y="2150077"/>
            <a:ext cx="8103557" cy="2557853"/>
          </a:xfrm>
          <a:prstGeom prst="rect">
            <a:avLst/>
          </a:prstGeom>
        </p:spPr>
        <p:txBody>
          <a:bodyPr/>
          <a:lstStyle>
            <a:lvl1pPr marL="0" indent="0" algn="ctr">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25540" y="1874125"/>
            <a:ext cx="8104926" cy="275948"/>
          </a:xfrm>
          <a:prstGeom prst="rect">
            <a:avLst/>
          </a:prstGeom>
        </p:spPr>
        <p:txBody>
          <a:bodyPr/>
          <a:lstStyle>
            <a:lvl1pPr marL="0" indent="0" algn="ctr">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6132477" y="5130726"/>
            <a:ext cx="3011524" cy="172711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6132477" y="5130673"/>
            <a:ext cx="3011524" cy="1727158"/>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525540" y="659818"/>
            <a:ext cx="8104926" cy="275948"/>
          </a:xfrm>
          <a:prstGeom prst="rect">
            <a:avLst/>
          </a:prstGeom>
        </p:spPr>
        <p:txBody>
          <a:bodyPr anchor="b"/>
          <a:lstStyle>
            <a:lvl1pPr marL="0" indent="0" algn="ctr">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38161936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guide id="4" pos="7248">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ri Photo - Stack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6132477" y="0"/>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6132477" y="2336753"/>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6132477" y="116"/>
            <a:ext cx="3011524" cy="218458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6132477" y="2336710"/>
            <a:ext cx="3011524" cy="218458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26690" y="999267"/>
            <a:ext cx="5036507"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26095" y="2150074"/>
            <a:ext cx="5036507" cy="35014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25540" y="1874125"/>
            <a:ext cx="503735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6132477" y="4673527"/>
            <a:ext cx="3011524" cy="2184472"/>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6132477" y="4673474"/>
            <a:ext cx="3011524" cy="2184526"/>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525540" y="659818"/>
            <a:ext cx="5037358"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E4BF8277-B6E5-4530-9A35-5B344F924F9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40386090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guide id="4" pos="724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ri Photo - Stack Lef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0" y="0"/>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0" y="2336753"/>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0" y="116"/>
            <a:ext cx="3011524" cy="218458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0" y="2336710"/>
            <a:ext cx="3011524" cy="218458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3593145" y="999267"/>
            <a:ext cx="5036507"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3592551" y="2150074"/>
            <a:ext cx="5036507" cy="35014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3591996" y="1874125"/>
            <a:ext cx="503735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0" y="4673527"/>
            <a:ext cx="3011524" cy="2184472"/>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0" y="4673474"/>
            <a:ext cx="3011524" cy="2184526"/>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3591996" y="659818"/>
            <a:ext cx="5037358"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3" name="Picture 12">
            <a:extLst>
              <a:ext uri="{FF2B5EF4-FFF2-40B4-BE49-F238E27FC236}">
                <a16:creationId xmlns:a16="http://schemas.microsoft.com/office/drawing/2014/main" id="{6D1F1C01-B399-401D-904B-8B6DE77AA5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8670108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guide id="4" pos="724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hoto Gallery - Collection">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524469" y="999267"/>
            <a:ext cx="3523060"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523876" y="2150074"/>
            <a:ext cx="3262934" cy="35141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523282" y="1874125"/>
            <a:ext cx="3523655"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62ED493-6B5A-F44A-8797-FDD7C117E664}"/>
              </a:ext>
            </a:extLst>
          </p:cNvPr>
          <p:cNvSpPr>
            <a:spLocks noGrp="1"/>
          </p:cNvSpPr>
          <p:nvPr>
            <p:ph type="pic" sz="quarter" idx="18"/>
          </p:nvPr>
        </p:nvSpPr>
        <p:spPr>
          <a:xfrm>
            <a:off x="6678063" y="1408675"/>
            <a:ext cx="1383737" cy="2523663"/>
          </a:xfrm>
          <a:prstGeom prst="rect">
            <a:avLst/>
          </a:prstGeom>
        </p:spPr>
        <p:txBody>
          <a:bodyPr/>
          <a:lstStyle>
            <a:lvl1pPr>
              <a:defRPr sz="900"/>
            </a:lvl1pPr>
          </a:lstStyle>
          <a:p>
            <a:endParaRPr lang="en-US"/>
          </a:p>
        </p:txBody>
      </p:sp>
      <p:sp>
        <p:nvSpPr>
          <p:cNvPr id="8" name="Picture Placeholder 6">
            <a:extLst>
              <a:ext uri="{FF2B5EF4-FFF2-40B4-BE49-F238E27FC236}">
                <a16:creationId xmlns:a16="http://schemas.microsoft.com/office/drawing/2014/main" id="{B5EE5A55-DE9E-E04A-980F-DA40C01CEFB1}"/>
              </a:ext>
            </a:extLst>
          </p:cNvPr>
          <p:cNvSpPr>
            <a:spLocks noGrp="1"/>
          </p:cNvSpPr>
          <p:nvPr>
            <p:ph type="pic" sz="quarter" idx="19"/>
          </p:nvPr>
        </p:nvSpPr>
        <p:spPr>
          <a:xfrm>
            <a:off x="4522575" y="1136824"/>
            <a:ext cx="2004664" cy="1675251"/>
          </a:xfrm>
          <a:prstGeom prst="rect">
            <a:avLst/>
          </a:prstGeom>
        </p:spPr>
        <p:txBody>
          <a:bodyPr/>
          <a:lstStyle>
            <a:lvl1pPr>
              <a:defRPr sz="900"/>
            </a:lvl1pPr>
          </a:lstStyle>
          <a:p>
            <a:endParaRPr lang="en-US"/>
          </a:p>
        </p:txBody>
      </p:sp>
      <p:sp>
        <p:nvSpPr>
          <p:cNvPr id="11" name="Picture Placeholder 6">
            <a:extLst>
              <a:ext uri="{FF2B5EF4-FFF2-40B4-BE49-F238E27FC236}">
                <a16:creationId xmlns:a16="http://schemas.microsoft.com/office/drawing/2014/main" id="{6DE9889E-364B-5A48-8B46-481958AB7526}"/>
              </a:ext>
            </a:extLst>
          </p:cNvPr>
          <p:cNvSpPr>
            <a:spLocks noGrp="1"/>
          </p:cNvSpPr>
          <p:nvPr>
            <p:ph type="pic" sz="quarter" idx="22"/>
          </p:nvPr>
        </p:nvSpPr>
        <p:spPr>
          <a:xfrm>
            <a:off x="8212622" y="2812078"/>
            <a:ext cx="621912" cy="1120259"/>
          </a:xfrm>
          <a:prstGeom prst="rect">
            <a:avLst/>
          </a:prstGeom>
        </p:spPr>
        <p:txBody>
          <a:bodyPr/>
          <a:lstStyle>
            <a:lvl1pPr>
              <a:defRPr sz="900"/>
            </a:lvl1pPr>
          </a:lstStyle>
          <a:p>
            <a:endParaRPr lang="en-US"/>
          </a:p>
        </p:txBody>
      </p:sp>
      <p:sp>
        <p:nvSpPr>
          <p:cNvPr id="12" name="Picture Placeholder 6">
            <a:extLst>
              <a:ext uri="{FF2B5EF4-FFF2-40B4-BE49-F238E27FC236}">
                <a16:creationId xmlns:a16="http://schemas.microsoft.com/office/drawing/2014/main" id="{F41DF26D-6499-CD41-841C-0DE9E8882B5F}"/>
              </a:ext>
            </a:extLst>
          </p:cNvPr>
          <p:cNvSpPr>
            <a:spLocks noGrp="1"/>
          </p:cNvSpPr>
          <p:nvPr>
            <p:ph type="pic" sz="quarter" idx="23"/>
          </p:nvPr>
        </p:nvSpPr>
        <p:spPr>
          <a:xfrm>
            <a:off x="4370762" y="3010894"/>
            <a:ext cx="621912" cy="1120259"/>
          </a:xfrm>
          <a:prstGeom prst="rect">
            <a:avLst/>
          </a:prstGeom>
        </p:spPr>
        <p:txBody>
          <a:bodyPr/>
          <a:lstStyle>
            <a:lvl1pPr>
              <a:defRPr sz="900"/>
            </a:lvl1pPr>
          </a:lstStyle>
          <a:p>
            <a:endParaRPr lang="en-US"/>
          </a:p>
        </p:txBody>
      </p:sp>
      <p:sp>
        <p:nvSpPr>
          <p:cNvPr id="14" name="Picture Placeholder 6">
            <a:extLst>
              <a:ext uri="{FF2B5EF4-FFF2-40B4-BE49-F238E27FC236}">
                <a16:creationId xmlns:a16="http://schemas.microsoft.com/office/drawing/2014/main" id="{E107CDEE-A69F-B54C-ACC4-AE4330D7C3DC}"/>
              </a:ext>
            </a:extLst>
          </p:cNvPr>
          <p:cNvSpPr>
            <a:spLocks noGrp="1"/>
          </p:cNvSpPr>
          <p:nvPr>
            <p:ph type="pic" sz="quarter" idx="24"/>
          </p:nvPr>
        </p:nvSpPr>
        <p:spPr>
          <a:xfrm>
            <a:off x="5143502" y="3010894"/>
            <a:ext cx="1383737" cy="2523663"/>
          </a:xfrm>
          <a:prstGeom prst="rect">
            <a:avLst/>
          </a:prstGeom>
        </p:spPr>
        <p:txBody>
          <a:bodyPr/>
          <a:lstStyle>
            <a:lvl1pPr>
              <a:defRPr sz="900"/>
            </a:lvl1pPr>
          </a:lstStyle>
          <a:p>
            <a:endParaRPr lang="en-US"/>
          </a:p>
        </p:txBody>
      </p:sp>
      <p:sp>
        <p:nvSpPr>
          <p:cNvPr id="15" name="Picture Placeholder 6">
            <a:extLst>
              <a:ext uri="{FF2B5EF4-FFF2-40B4-BE49-F238E27FC236}">
                <a16:creationId xmlns:a16="http://schemas.microsoft.com/office/drawing/2014/main" id="{BBB41BD0-BEB3-D54E-A065-609BC863B706}"/>
              </a:ext>
            </a:extLst>
          </p:cNvPr>
          <p:cNvSpPr>
            <a:spLocks noGrp="1"/>
          </p:cNvSpPr>
          <p:nvPr>
            <p:ph type="pic" sz="quarter" idx="25"/>
          </p:nvPr>
        </p:nvSpPr>
        <p:spPr>
          <a:xfrm>
            <a:off x="6678063" y="4118796"/>
            <a:ext cx="2004664" cy="1675251"/>
          </a:xfrm>
          <a:prstGeom prst="rect">
            <a:avLst/>
          </a:prstGeom>
        </p:spPr>
        <p:txBody>
          <a:bodyPr/>
          <a:lstStyle>
            <a:lvl1pPr>
              <a:defRPr sz="900"/>
            </a:lvl1pPr>
          </a:lstStyle>
          <a:p>
            <a:endParaRPr lang="en-US"/>
          </a:p>
        </p:txBody>
      </p:sp>
      <p:sp>
        <p:nvSpPr>
          <p:cNvPr id="13" name="Text Placeholder 11">
            <a:extLst>
              <a:ext uri="{FF2B5EF4-FFF2-40B4-BE49-F238E27FC236}">
                <a16:creationId xmlns:a16="http://schemas.microsoft.com/office/drawing/2014/main" id="{EEFAF70A-94D1-7A43-BD01-B9341CF2CC6F}"/>
              </a:ext>
            </a:extLst>
          </p:cNvPr>
          <p:cNvSpPr>
            <a:spLocks noGrp="1"/>
          </p:cNvSpPr>
          <p:nvPr>
            <p:ph type="body" sz="quarter" idx="26" hasCustomPrompt="1"/>
          </p:nvPr>
        </p:nvSpPr>
        <p:spPr>
          <a:xfrm>
            <a:off x="523281" y="659824"/>
            <a:ext cx="3523655"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6" name="Picture 15">
            <a:extLst>
              <a:ext uri="{FF2B5EF4-FFF2-40B4-BE49-F238E27FC236}">
                <a16:creationId xmlns:a16="http://schemas.microsoft.com/office/drawing/2014/main" id="{69FAFCFE-E323-42BB-B51A-92C2237FC2E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41206379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hoto Gallery - Bubbles">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524469" y="999267"/>
            <a:ext cx="3523060"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523876" y="2150074"/>
            <a:ext cx="3262934" cy="35268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523282" y="1874125"/>
            <a:ext cx="3523655"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21" name="Picture Placeholder 10">
            <a:extLst>
              <a:ext uri="{FF2B5EF4-FFF2-40B4-BE49-F238E27FC236}">
                <a16:creationId xmlns:a16="http://schemas.microsoft.com/office/drawing/2014/main" id="{523A6B96-F447-7B45-B1D6-F3C8C8552F3A}"/>
              </a:ext>
            </a:extLst>
          </p:cNvPr>
          <p:cNvSpPr>
            <a:spLocks noGrp="1"/>
          </p:cNvSpPr>
          <p:nvPr>
            <p:ph type="pic" sz="quarter" idx="23" hasCustomPrompt="1"/>
          </p:nvPr>
        </p:nvSpPr>
        <p:spPr>
          <a:xfrm>
            <a:off x="4598830" y="999269"/>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2" name="Picture Placeholder 10">
            <a:extLst>
              <a:ext uri="{FF2B5EF4-FFF2-40B4-BE49-F238E27FC236}">
                <a16:creationId xmlns:a16="http://schemas.microsoft.com/office/drawing/2014/main" id="{5F135290-EF75-4443-A4D4-9FB8F9A5CC8F}"/>
              </a:ext>
            </a:extLst>
          </p:cNvPr>
          <p:cNvSpPr>
            <a:spLocks noGrp="1"/>
          </p:cNvSpPr>
          <p:nvPr>
            <p:ph type="pic" sz="quarter" idx="24" hasCustomPrompt="1"/>
          </p:nvPr>
        </p:nvSpPr>
        <p:spPr>
          <a:xfrm>
            <a:off x="6716995" y="-81143"/>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3" name="Picture Placeholder 10">
            <a:extLst>
              <a:ext uri="{FF2B5EF4-FFF2-40B4-BE49-F238E27FC236}">
                <a16:creationId xmlns:a16="http://schemas.microsoft.com/office/drawing/2014/main" id="{5D26C15C-EF18-ED4A-835B-706A77EF6A1F}"/>
              </a:ext>
            </a:extLst>
          </p:cNvPr>
          <p:cNvSpPr>
            <a:spLocks noGrp="1"/>
          </p:cNvSpPr>
          <p:nvPr>
            <p:ph type="pic" sz="quarter" idx="25" hasCustomPrompt="1"/>
          </p:nvPr>
        </p:nvSpPr>
        <p:spPr>
          <a:xfrm>
            <a:off x="6222871" y="3188073"/>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4" name="Picture Placeholder 10">
            <a:extLst>
              <a:ext uri="{FF2B5EF4-FFF2-40B4-BE49-F238E27FC236}">
                <a16:creationId xmlns:a16="http://schemas.microsoft.com/office/drawing/2014/main" id="{2D1C00DC-AE17-3A42-A3B4-D57D21D15A72}"/>
              </a:ext>
            </a:extLst>
          </p:cNvPr>
          <p:cNvSpPr>
            <a:spLocks noGrp="1"/>
          </p:cNvSpPr>
          <p:nvPr>
            <p:ph type="pic" sz="quarter" idx="26" hasCustomPrompt="1"/>
          </p:nvPr>
        </p:nvSpPr>
        <p:spPr>
          <a:xfrm>
            <a:off x="8341036" y="2107665"/>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5" name="Picture Placeholder 10">
            <a:extLst>
              <a:ext uri="{FF2B5EF4-FFF2-40B4-BE49-F238E27FC236}">
                <a16:creationId xmlns:a16="http://schemas.microsoft.com/office/drawing/2014/main" id="{72FCF177-C367-BC43-A0F2-66ADA32F22E4}"/>
              </a:ext>
            </a:extLst>
          </p:cNvPr>
          <p:cNvSpPr>
            <a:spLocks noGrp="1"/>
          </p:cNvSpPr>
          <p:nvPr>
            <p:ph type="pic" sz="quarter" idx="27" hasCustomPrompt="1"/>
          </p:nvPr>
        </p:nvSpPr>
        <p:spPr>
          <a:xfrm>
            <a:off x="2946202" y="-1171448"/>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7" name="Picture Placeholder 10">
            <a:extLst>
              <a:ext uri="{FF2B5EF4-FFF2-40B4-BE49-F238E27FC236}">
                <a16:creationId xmlns:a16="http://schemas.microsoft.com/office/drawing/2014/main" id="{CDE3BC0F-9135-CA48-8AA5-0BC6B81A6BA5}"/>
              </a:ext>
            </a:extLst>
          </p:cNvPr>
          <p:cNvSpPr>
            <a:spLocks noGrp="1"/>
          </p:cNvSpPr>
          <p:nvPr>
            <p:ph type="pic" sz="quarter" idx="29" hasCustomPrompt="1"/>
          </p:nvPr>
        </p:nvSpPr>
        <p:spPr>
          <a:xfrm>
            <a:off x="7832695" y="5376875"/>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11" name="Text Placeholder 11">
            <a:extLst>
              <a:ext uri="{FF2B5EF4-FFF2-40B4-BE49-F238E27FC236}">
                <a16:creationId xmlns:a16="http://schemas.microsoft.com/office/drawing/2014/main" id="{227879A9-DCEB-4F46-B703-95001A4A2A0B}"/>
              </a:ext>
            </a:extLst>
          </p:cNvPr>
          <p:cNvSpPr>
            <a:spLocks noGrp="1"/>
          </p:cNvSpPr>
          <p:nvPr>
            <p:ph type="body" sz="quarter" idx="30" hasCustomPrompt="1"/>
          </p:nvPr>
        </p:nvSpPr>
        <p:spPr>
          <a:xfrm>
            <a:off x="523281" y="659824"/>
            <a:ext cx="3523655"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CF179497-5216-451F-8218-38F0186496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24008837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oto Gallery - HalfPage w/ Border">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1108422" y="1132003"/>
            <a:ext cx="3523060"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1107829" y="2282810"/>
            <a:ext cx="3523058" cy="35141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1107235" y="2006861"/>
            <a:ext cx="3523655"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62ED493-6B5A-F44A-8797-FDD7C117E664}"/>
              </a:ext>
            </a:extLst>
          </p:cNvPr>
          <p:cNvSpPr>
            <a:spLocks noGrp="1"/>
          </p:cNvSpPr>
          <p:nvPr>
            <p:ph type="pic" sz="quarter" idx="18"/>
          </p:nvPr>
        </p:nvSpPr>
        <p:spPr>
          <a:xfrm>
            <a:off x="5955740" y="0"/>
            <a:ext cx="3187669" cy="3429000"/>
          </a:xfrm>
          <a:prstGeom prst="rect">
            <a:avLst/>
          </a:prstGeom>
        </p:spPr>
        <p:txBody>
          <a:bodyPr/>
          <a:lstStyle>
            <a:lvl1pPr>
              <a:defRPr sz="900"/>
            </a:lvl1pPr>
          </a:lstStyle>
          <a:p>
            <a:endParaRPr lang="en-US"/>
          </a:p>
        </p:txBody>
      </p:sp>
      <p:sp>
        <p:nvSpPr>
          <p:cNvPr id="31" name="Picture Placeholder 30">
            <a:extLst>
              <a:ext uri="{FF2B5EF4-FFF2-40B4-BE49-F238E27FC236}">
                <a16:creationId xmlns:a16="http://schemas.microsoft.com/office/drawing/2014/main" id="{7437EBDA-A032-DD4D-B1B6-0FA474B32F91}"/>
              </a:ext>
            </a:extLst>
          </p:cNvPr>
          <p:cNvSpPr>
            <a:spLocks noGrp="1"/>
          </p:cNvSpPr>
          <p:nvPr>
            <p:ph type="pic" sz="quarter" idx="22"/>
          </p:nvPr>
        </p:nvSpPr>
        <p:spPr>
          <a:xfrm>
            <a:off x="2447058" y="-2475"/>
            <a:ext cx="2124348" cy="423581"/>
          </a:xfrm>
          <a:custGeom>
            <a:avLst/>
            <a:gdLst>
              <a:gd name="connsiteX0" fmla="*/ 0 w 2832464"/>
              <a:gd name="connsiteY0" fmla="*/ 0 h 423581"/>
              <a:gd name="connsiteX1" fmla="*/ 2832464 w 2832464"/>
              <a:gd name="connsiteY1" fmla="*/ 0 h 423581"/>
              <a:gd name="connsiteX2" fmla="*/ 2832464 w 2832464"/>
              <a:gd name="connsiteY2" fmla="*/ 423581 h 423581"/>
              <a:gd name="connsiteX3" fmla="*/ 0 w 2832464"/>
              <a:gd name="connsiteY3" fmla="*/ 423581 h 423581"/>
            </a:gdLst>
            <a:ahLst/>
            <a:cxnLst>
              <a:cxn ang="0">
                <a:pos x="connsiteX0" y="connsiteY0"/>
              </a:cxn>
              <a:cxn ang="0">
                <a:pos x="connsiteX1" y="connsiteY1"/>
              </a:cxn>
              <a:cxn ang="0">
                <a:pos x="connsiteX2" y="connsiteY2"/>
              </a:cxn>
              <a:cxn ang="0">
                <a:pos x="connsiteX3" y="connsiteY3"/>
              </a:cxn>
            </a:cxnLst>
            <a:rect l="l" t="t" r="r" b="b"/>
            <a:pathLst>
              <a:path w="2832464" h="423581">
                <a:moveTo>
                  <a:pt x="0" y="0"/>
                </a:moveTo>
                <a:lnTo>
                  <a:pt x="2832464" y="0"/>
                </a:lnTo>
                <a:lnTo>
                  <a:pt x="2832464" y="423581"/>
                </a:lnTo>
                <a:lnTo>
                  <a:pt x="0" y="423581"/>
                </a:lnTo>
                <a:close/>
              </a:path>
            </a:pathLst>
          </a:custGeom>
        </p:spPr>
        <p:txBody>
          <a:bodyPr wrap="square">
            <a:noAutofit/>
          </a:bodyPr>
          <a:lstStyle>
            <a:lvl1pPr>
              <a:defRPr sz="900"/>
            </a:lvl1pPr>
          </a:lstStyle>
          <a:p>
            <a:endParaRPr lang="en-US"/>
          </a:p>
        </p:txBody>
      </p:sp>
      <p:sp>
        <p:nvSpPr>
          <p:cNvPr id="33" name="Picture Placeholder 32">
            <a:extLst>
              <a:ext uri="{FF2B5EF4-FFF2-40B4-BE49-F238E27FC236}">
                <a16:creationId xmlns:a16="http://schemas.microsoft.com/office/drawing/2014/main" id="{A24018BA-64A1-E34C-8EA6-2C220E8D8E35}"/>
              </a:ext>
            </a:extLst>
          </p:cNvPr>
          <p:cNvSpPr>
            <a:spLocks noGrp="1"/>
          </p:cNvSpPr>
          <p:nvPr>
            <p:ph type="pic" sz="quarter" idx="24"/>
          </p:nvPr>
        </p:nvSpPr>
        <p:spPr>
          <a:xfrm>
            <a:off x="4572003" y="-2475"/>
            <a:ext cx="1383737" cy="6860475"/>
          </a:xfrm>
          <a:custGeom>
            <a:avLst/>
            <a:gdLst>
              <a:gd name="connsiteX0" fmla="*/ 0 w 1844983"/>
              <a:gd name="connsiteY0" fmla="*/ 0 h 6860475"/>
              <a:gd name="connsiteX1" fmla="*/ 1844983 w 1844983"/>
              <a:gd name="connsiteY1" fmla="*/ 0 h 6860475"/>
              <a:gd name="connsiteX2" fmla="*/ 1844983 w 1844983"/>
              <a:gd name="connsiteY2" fmla="*/ 6860475 h 6860475"/>
              <a:gd name="connsiteX3" fmla="*/ 0 w 1844983"/>
              <a:gd name="connsiteY3" fmla="*/ 6860475 h 6860475"/>
              <a:gd name="connsiteX4" fmla="*/ 0 w 1844983"/>
              <a:gd name="connsiteY4" fmla="*/ 5905387 h 6860475"/>
              <a:gd name="connsiteX5" fmla="*/ 491006 w 1844983"/>
              <a:gd name="connsiteY5" fmla="*/ 5905387 h 6860475"/>
              <a:gd name="connsiteX6" fmla="*/ 491006 w 1844983"/>
              <a:gd name="connsiteY6" fmla="*/ 423581 h 6860475"/>
              <a:gd name="connsiteX7" fmla="*/ 0 w 1844983"/>
              <a:gd name="connsiteY7" fmla="*/ 423581 h 686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4983" h="6860475">
                <a:moveTo>
                  <a:pt x="0" y="0"/>
                </a:moveTo>
                <a:lnTo>
                  <a:pt x="1844983" y="0"/>
                </a:lnTo>
                <a:lnTo>
                  <a:pt x="1844983" y="6860475"/>
                </a:lnTo>
                <a:lnTo>
                  <a:pt x="0" y="6860475"/>
                </a:lnTo>
                <a:lnTo>
                  <a:pt x="0" y="5905387"/>
                </a:lnTo>
                <a:lnTo>
                  <a:pt x="491006" y="5905387"/>
                </a:lnTo>
                <a:lnTo>
                  <a:pt x="491006" y="423581"/>
                </a:lnTo>
                <a:lnTo>
                  <a:pt x="0" y="423581"/>
                </a:lnTo>
                <a:close/>
              </a:path>
            </a:pathLst>
          </a:custGeom>
        </p:spPr>
        <p:txBody>
          <a:bodyPr wrap="square">
            <a:noAutofit/>
          </a:bodyPr>
          <a:lstStyle>
            <a:lvl1pPr>
              <a:defRPr sz="900"/>
            </a:lvl1pPr>
          </a:lstStyle>
          <a:p>
            <a:endParaRPr lang="en-US"/>
          </a:p>
        </p:txBody>
      </p:sp>
      <p:sp>
        <p:nvSpPr>
          <p:cNvPr id="15" name="Picture Placeholder 6">
            <a:extLst>
              <a:ext uri="{FF2B5EF4-FFF2-40B4-BE49-F238E27FC236}">
                <a16:creationId xmlns:a16="http://schemas.microsoft.com/office/drawing/2014/main" id="{BBB41BD0-BEB3-D54E-A065-609BC863B706}"/>
              </a:ext>
            </a:extLst>
          </p:cNvPr>
          <p:cNvSpPr>
            <a:spLocks noGrp="1"/>
          </p:cNvSpPr>
          <p:nvPr>
            <p:ph type="pic" sz="quarter" idx="25"/>
          </p:nvPr>
        </p:nvSpPr>
        <p:spPr>
          <a:xfrm>
            <a:off x="5955739" y="3429000"/>
            <a:ext cx="3188264" cy="3429000"/>
          </a:xfrm>
          <a:prstGeom prst="rect">
            <a:avLst/>
          </a:prstGeom>
        </p:spPr>
        <p:txBody>
          <a:bodyPr/>
          <a:lstStyle>
            <a:lvl1pPr>
              <a:defRPr sz="900"/>
            </a:lvl1pPr>
          </a:lstStyle>
          <a:p>
            <a:endParaRPr lang="en-US"/>
          </a:p>
        </p:txBody>
      </p:sp>
      <p:sp>
        <p:nvSpPr>
          <p:cNvPr id="13" name="Text Placeholder 11">
            <a:extLst>
              <a:ext uri="{FF2B5EF4-FFF2-40B4-BE49-F238E27FC236}">
                <a16:creationId xmlns:a16="http://schemas.microsoft.com/office/drawing/2014/main" id="{EEFAF70A-94D1-7A43-BD01-B9341CF2CC6F}"/>
              </a:ext>
            </a:extLst>
          </p:cNvPr>
          <p:cNvSpPr>
            <a:spLocks noGrp="1"/>
          </p:cNvSpPr>
          <p:nvPr>
            <p:ph type="body" sz="quarter" idx="26" hasCustomPrompt="1"/>
          </p:nvPr>
        </p:nvSpPr>
        <p:spPr>
          <a:xfrm>
            <a:off x="1107234" y="792556"/>
            <a:ext cx="3523655"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
        <p:nvSpPr>
          <p:cNvPr id="29" name="Picture Placeholder 28">
            <a:extLst>
              <a:ext uri="{FF2B5EF4-FFF2-40B4-BE49-F238E27FC236}">
                <a16:creationId xmlns:a16="http://schemas.microsoft.com/office/drawing/2014/main" id="{60C12EEC-4801-634A-A98C-BC079BD5EA77}"/>
              </a:ext>
            </a:extLst>
          </p:cNvPr>
          <p:cNvSpPr>
            <a:spLocks noGrp="1"/>
          </p:cNvSpPr>
          <p:nvPr>
            <p:ph type="pic" sz="quarter" idx="19"/>
          </p:nvPr>
        </p:nvSpPr>
        <p:spPr>
          <a:xfrm>
            <a:off x="0" y="3429000"/>
            <a:ext cx="4572000" cy="3429000"/>
          </a:xfrm>
          <a:custGeom>
            <a:avLst/>
            <a:gdLst>
              <a:gd name="connsiteX0" fmla="*/ 0 w 6096000"/>
              <a:gd name="connsiteY0" fmla="*/ 0 h 3429000"/>
              <a:gd name="connsiteX1" fmla="*/ 1063818 w 6096000"/>
              <a:gd name="connsiteY1" fmla="*/ 0 h 3429000"/>
              <a:gd name="connsiteX2" fmla="*/ 1063818 w 6096000"/>
              <a:gd name="connsiteY2" fmla="*/ 2473912 h 3429000"/>
              <a:gd name="connsiteX3" fmla="*/ 6096000 w 6096000"/>
              <a:gd name="connsiteY3" fmla="*/ 2473912 h 3429000"/>
              <a:gd name="connsiteX4" fmla="*/ 6096000 w 6096000"/>
              <a:gd name="connsiteY4" fmla="*/ 3429000 h 3429000"/>
              <a:gd name="connsiteX5" fmla="*/ 0 w 6096000"/>
              <a:gd name="connsiteY5"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3429000">
                <a:moveTo>
                  <a:pt x="0" y="0"/>
                </a:moveTo>
                <a:lnTo>
                  <a:pt x="1063818" y="0"/>
                </a:lnTo>
                <a:lnTo>
                  <a:pt x="1063818" y="2473912"/>
                </a:lnTo>
                <a:lnTo>
                  <a:pt x="6096000" y="2473912"/>
                </a:lnTo>
                <a:lnTo>
                  <a:pt x="6096000" y="3429000"/>
                </a:lnTo>
                <a:lnTo>
                  <a:pt x="0" y="3429000"/>
                </a:lnTo>
                <a:close/>
              </a:path>
            </a:pathLst>
          </a:custGeom>
        </p:spPr>
        <p:txBody>
          <a:bodyPr wrap="square">
            <a:noAutofit/>
          </a:bodyPr>
          <a:lstStyle>
            <a:lvl1pPr>
              <a:defRPr sz="900"/>
            </a:lvl1pPr>
          </a:lstStyle>
          <a:p>
            <a:endParaRPr lang="en-US"/>
          </a:p>
        </p:txBody>
      </p:sp>
      <p:sp>
        <p:nvSpPr>
          <p:cNvPr id="27" name="Picture Placeholder 26">
            <a:extLst>
              <a:ext uri="{FF2B5EF4-FFF2-40B4-BE49-F238E27FC236}">
                <a16:creationId xmlns:a16="http://schemas.microsoft.com/office/drawing/2014/main" id="{90E2859A-EC5E-6049-8DA6-03CAE9E701AC}"/>
              </a:ext>
            </a:extLst>
          </p:cNvPr>
          <p:cNvSpPr>
            <a:spLocks noGrp="1"/>
          </p:cNvSpPr>
          <p:nvPr>
            <p:ph type="pic" sz="quarter" idx="23"/>
          </p:nvPr>
        </p:nvSpPr>
        <p:spPr>
          <a:xfrm>
            <a:off x="0" y="0"/>
            <a:ext cx="2447058" cy="3429000"/>
          </a:xfrm>
          <a:custGeom>
            <a:avLst/>
            <a:gdLst>
              <a:gd name="connsiteX0" fmla="*/ 0 w 3262744"/>
              <a:gd name="connsiteY0" fmla="*/ 0 h 3429000"/>
              <a:gd name="connsiteX1" fmla="*/ 3262744 w 3262744"/>
              <a:gd name="connsiteY1" fmla="*/ 0 h 3429000"/>
              <a:gd name="connsiteX2" fmla="*/ 3262744 w 3262744"/>
              <a:gd name="connsiteY2" fmla="*/ 421106 h 3429000"/>
              <a:gd name="connsiteX3" fmla="*/ 1063818 w 3262744"/>
              <a:gd name="connsiteY3" fmla="*/ 421106 h 3429000"/>
              <a:gd name="connsiteX4" fmla="*/ 1063818 w 3262744"/>
              <a:gd name="connsiteY4" fmla="*/ 3429000 h 3429000"/>
              <a:gd name="connsiteX5" fmla="*/ 0 w 3262744"/>
              <a:gd name="connsiteY5"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2744" h="3429000">
                <a:moveTo>
                  <a:pt x="0" y="0"/>
                </a:moveTo>
                <a:lnTo>
                  <a:pt x="3262744" y="0"/>
                </a:lnTo>
                <a:lnTo>
                  <a:pt x="3262744" y="421106"/>
                </a:lnTo>
                <a:lnTo>
                  <a:pt x="1063818" y="421106"/>
                </a:lnTo>
                <a:lnTo>
                  <a:pt x="1063818" y="3429000"/>
                </a:lnTo>
                <a:lnTo>
                  <a:pt x="0" y="3429000"/>
                </a:lnTo>
                <a:close/>
              </a:path>
            </a:pathLst>
          </a:custGeom>
        </p:spPr>
        <p:txBody>
          <a:bodyPr wrap="square">
            <a:noAutofit/>
          </a:bodyPr>
          <a:lstStyle>
            <a:lvl1pPr>
              <a:defRPr sz="900"/>
            </a:lvl1pPr>
          </a:lstStyle>
          <a:p>
            <a:endParaRPr lang="en-US"/>
          </a:p>
        </p:txBody>
      </p:sp>
    </p:spTree>
    <p:extLst>
      <p:ext uri="{BB962C8B-B14F-4D97-AF65-F5344CB8AC3E}">
        <p14:creationId xmlns:p14="http://schemas.microsoft.com/office/powerpoint/2010/main" val="26627237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hoto Gallery - Full Page w/ Border">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1566205" y="1930362"/>
            <a:ext cx="6002767"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1565611" y="3081173"/>
            <a:ext cx="6003361" cy="2185919"/>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1565014" y="2805220"/>
            <a:ext cx="6003782"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21" name="Picture Placeholder 20">
            <a:extLst>
              <a:ext uri="{FF2B5EF4-FFF2-40B4-BE49-F238E27FC236}">
                <a16:creationId xmlns:a16="http://schemas.microsoft.com/office/drawing/2014/main" id="{0358620F-2FFB-6D48-96CA-CC0639EBBF66}"/>
              </a:ext>
            </a:extLst>
          </p:cNvPr>
          <p:cNvSpPr>
            <a:spLocks noGrp="1"/>
          </p:cNvSpPr>
          <p:nvPr>
            <p:ph type="pic" sz="quarter" idx="18"/>
          </p:nvPr>
        </p:nvSpPr>
        <p:spPr>
          <a:xfrm>
            <a:off x="7139337" y="175"/>
            <a:ext cx="2004664" cy="4198738"/>
          </a:xfrm>
          <a:custGeom>
            <a:avLst/>
            <a:gdLst>
              <a:gd name="connsiteX0" fmla="*/ 0 w 2672885"/>
              <a:gd name="connsiteY0" fmla="*/ 0 h 4194830"/>
              <a:gd name="connsiteX1" fmla="*/ 2672885 w 2672885"/>
              <a:gd name="connsiteY1" fmla="*/ 0 h 4194830"/>
              <a:gd name="connsiteX2" fmla="*/ 2672885 w 2672885"/>
              <a:gd name="connsiteY2" fmla="*/ 4194830 h 4194830"/>
              <a:gd name="connsiteX3" fmla="*/ 1320950 w 2672885"/>
              <a:gd name="connsiteY3" fmla="*/ 4194830 h 4194830"/>
              <a:gd name="connsiteX4" fmla="*/ 1320950 w 2672885"/>
              <a:gd name="connsiteY4" fmla="*/ 1011841 h 4194830"/>
              <a:gd name="connsiteX5" fmla="*/ 0 w 2672885"/>
              <a:gd name="connsiteY5" fmla="*/ 1011841 h 4194830"/>
              <a:gd name="connsiteX0" fmla="*/ 0 w 2672885"/>
              <a:gd name="connsiteY0" fmla="*/ 375139 h 4194830"/>
              <a:gd name="connsiteX1" fmla="*/ 2672885 w 2672885"/>
              <a:gd name="connsiteY1" fmla="*/ 0 h 4194830"/>
              <a:gd name="connsiteX2" fmla="*/ 2672885 w 2672885"/>
              <a:gd name="connsiteY2" fmla="*/ 4194830 h 4194830"/>
              <a:gd name="connsiteX3" fmla="*/ 1320950 w 2672885"/>
              <a:gd name="connsiteY3" fmla="*/ 4194830 h 4194830"/>
              <a:gd name="connsiteX4" fmla="*/ 1320950 w 2672885"/>
              <a:gd name="connsiteY4" fmla="*/ 1011841 h 4194830"/>
              <a:gd name="connsiteX5" fmla="*/ 0 w 2672885"/>
              <a:gd name="connsiteY5" fmla="*/ 1011841 h 4194830"/>
              <a:gd name="connsiteX6" fmla="*/ 0 w 2672885"/>
              <a:gd name="connsiteY6" fmla="*/ 375139 h 4194830"/>
              <a:gd name="connsiteX0" fmla="*/ 0 w 2672885"/>
              <a:gd name="connsiteY0" fmla="*/ 0 h 4198737"/>
              <a:gd name="connsiteX1" fmla="*/ 2672885 w 2672885"/>
              <a:gd name="connsiteY1" fmla="*/ 3907 h 4198737"/>
              <a:gd name="connsiteX2" fmla="*/ 2672885 w 2672885"/>
              <a:gd name="connsiteY2" fmla="*/ 4198737 h 4198737"/>
              <a:gd name="connsiteX3" fmla="*/ 1320950 w 2672885"/>
              <a:gd name="connsiteY3" fmla="*/ 4198737 h 4198737"/>
              <a:gd name="connsiteX4" fmla="*/ 1320950 w 2672885"/>
              <a:gd name="connsiteY4" fmla="*/ 1015748 h 4198737"/>
              <a:gd name="connsiteX5" fmla="*/ 0 w 2672885"/>
              <a:gd name="connsiteY5" fmla="*/ 1015748 h 4198737"/>
              <a:gd name="connsiteX6" fmla="*/ 0 w 2672885"/>
              <a:gd name="connsiteY6" fmla="*/ 0 h 4198737"/>
              <a:gd name="connsiteX0" fmla="*/ 0 w 2672885"/>
              <a:gd name="connsiteY0" fmla="*/ 1 h 4198738"/>
              <a:gd name="connsiteX1" fmla="*/ 2668977 w 2672885"/>
              <a:gd name="connsiteY1" fmla="*/ 0 h 4198738"/>
              <a:gd name="connsiteX2" fmla="*/ 2672885 w 2672885"/>
              <a:gd name="connsiteY2" fmla="*/ 4198738 h 4198738"/>
              <a:gd name="connsiteX3" fmla="*/ 1320950 w 2672885"/>
              <a:gd name="connsiteY3" fmla="*/ 4198738 h 4198738"/>
              <a:gd name="connsiteX4" fmla="*/ 1320950 w 2672885"/>
              <a:gd name="connsiteY4" fmla="*/ 1015749 h 4198738"/>
              <a:gd name="connsiteX5" fmla="*/ 0 w 2672885"/>
              <a:gd name="connsiteY5" fmla="*/ 1015749 h 4198738"/>
              <a:gd name="connsiteX6" fmla="*/ 0 w 2672885"/>
              <a:gd name="connsiteY6" fmla="*/ 1 h 419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85" h="4198738">
                <a:moveTo>
                  <a:pt x="0" y="1"/>
                </a:moveTo>
                <a:lnTo>
                  <a:pt x="2668977" y="0"/>
                </a:lnTo>
                <a:cubicBezTo>
                  <a:pt x="2670280" y="1399579"/>
                  <a:pt x="2671582" y="2799159"/>
                  <a:pt x="2672885" y="4198738"/>
                </a:cubicBezTo>
                <a:lnTo>
                  <a:pt x="1320950" y="4198738"/>
                </a:lnTo>
                <a:lnTo>
                  <a:pt x="1320950" y="1015749"/>
                </a:lnTo>
                <a:lnTo>
                  <a:pt x="0" y="1015749"/>
                </a:lnTo>
                <a:lnTo>
                  <a:pt x="0" y="1"/>
                </a:lnTo>
                <a:close/>
              </a:path>
            </a:pathLst>
          </a:custGeom>
        </p:spPr>
        <p:txBody>
          <a:bodyPr wrap="square">
            <a:noAutofit/>
          </a:bodyPr>
          <a:lstStyle>
            <a:lvl1pPr>
              <a:defRPr sz="900"/>
            </a:lvl1pPr>
          </a:lstStyle>
          <a:p>
            <a:endParaRPr lang="en-US"/>
          </a:p>
        </p:txBody>
      </p:sp>
      <p:sp>
        <p:nvSpPr>
          <p:cNvPr id="17" name="Picture Placeholder 16">
            <a:extLst>
              <a:ext uri="{FF2B5EF4-FFF2-40B4-BE49-F238E27FC236}">
                <a16:creationId xmlns:a16="http://schemas.microsoft.com/office/drawing/2014/main" id="{37877DEB-252E-9F44-B34F-E27305950720}"/>
              </a:ext>
            </a:extLst>
          </p:cNvPr>
          <p:cNvSpPr>
            <a:spLocks noGrp="1"/>
          </p:cNvSpPr>
          <p:nvPr>
            <p:ph type="pic" sz="quarter" idx="19"/>
          </p:nvPr>
        </p:nvSpPr>
        <p:spPr>
          <a:xfrm>
            <a:off x="2" y="5"/>
            <a:ext cx="3613353" cy="2659087"/>
          </a:xfrm>
          <a:custGeom>
            <a:avLst/>
            <a:gdLst>
              <a:gd name="connsiteX0" fmla="*/ 0 w 4817804"/>
              <a:gd name="connsiteY0" fmla="*/ 0 h 2659087"/>
              <a:gd name="connsiteX1" fmla="*/ 4817804 w 4817804"/>
              <a:gd name="connsiteY1" fmla="*/ 0 h 2659087"/>
              <a:gd name="connsiteX2" fmla="*/ 4817804 w 4817804"/>
              <a:gd name="connsiteY2" fmla="*/ 1015925 h 2659087"/>
              <a:gd name="connsiteX3" fmla="*/ 1338343 w 4817804"/>
              <a:gd name="connsiteY3" fmla="*/ 1015925 h 2659087"/>
              <a:gd name="connsiteX4" fmla="*/ 1338343 w 4817804"/>
              <a:gd name="connsiteY4" fmla="*/ 2659087 h 2659087"/>
              <a:gd name="connsiteX5" fmla="*/ 0 w 4817804"/>
              <a:gd name="connsiteY5" fmla="*/ 2659087 h 2659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17804" h="2659087">
                <a:moveTo>
                  <a:pt x="0" y="0"/>
                </a:moveTo>
                <a:lnTo>
                  <a:pt x="4817804" y="0"/>
                </a:lnTo>
                <a:lnTo>
                  <a:pt x="4817804" y="1015925"/>
                </a:lnTo>
                <a:lnTo>
                  <a:pt x="1338343" y="1015925"/>
                </a:lnTo>
                <a:lnTo>
                  <a:pt x="1338343" y="2659087"/>
                </a:lnTo>
                <a:lnTo>
                  <a:pt x="0" y="2659087"/>
                </a:lnTo>
                <a:close/>
              </a:path>
            </a:pathLst>
          </a:custGeom>
        </p:spPr>
        <p:txBody>
          <a:bodyPr wrap="square">
            <a:noAutofit/>
          </a:bodyPr>
          <a:lstStyle>
            <a:lvl1pPr>
              <a:defRPr sz="900"/>
            </a:lvl1pPr>
          </a:lstStyle>
          <a:p>
            <a:endParaRPr lang="en-US"/>
          </a:p>
        </p:txBody>
      </p:sp>
      <p:sp>
        <p:nvSpPr>
          <p:cNvPr id="25" name="Picture Placeholder 24">
            <a:extLst>
              <a:ext uri="{FF2B5EF4-FFF2-40B4-BE49-F238E27FC236}">
                <a16:creationId xmlns:a16="http://schemas.microsoft.com/office/drawing/2014/main" id="{BF9D9B71-BFFD-F149-98FF-4B3F74EDE6FE}"/>
              </a:ext>
            </a:extLst>
          </p:cNvPr>
          <p:cNvSpPr>
            <a:spLocks noGrp="1"/>
          </p:cNvSpPr>
          <p:nvPr>
            <p:ph type="pic" sz="quarter" idx="22"/>
          </p:nvPr>
        </p:nvSpPr>
        <p:spPr>
          <a:xfrm>
            <a:off x="1995840" y="5842077"/>
            <a:ext cx="3534809" cy="1015924"/>
          </a:xfrm>
          <a:custGeom>
            <a:avLst/>
            <a:gdLst>
              <a:gd name="connsiteX0" fmla="*/ 0 w 4713078"/>
              <a:gd name="connsiteY0" fmla="*/ 0 h 1015924"/>
              <a:gd name="connsiteX1" fmla="*/ 4713078 w 4713078"/>
              <a:gd name="connsiteY1" fmla="*/ 0 h 1015924"/>
              <a:gd name="connsiteX2" fmla="*/ 4713078 w 4713078"/>
              <a:gd name="connsiteY2" fmla="*/ 1015924 h 1015924"/>
              <a:gd name="connsiteX3" fmla="*/ 0 w 4713078"/>
              <a:gd name="connsiteY3" fmla="*/ 1015924 h 1015924"/>
            </a:gdLst>
            <a:ahLst/>
            <a:cxnLst>
              <a:cxn ang="0">
                <a:pos x="connsiteX0" y="connsiteY0"/>
              </a:cxn>
              <a:cxn ang="0">
                <a:pos x="connsiteX1" y="connsiteY1"/>
              </a:cxn>
              <a:cxn ang="0">
                <a:pos x="connsiteX2" y="connsiteY2"/>
              </a:cxn>
              <a:cxn ang="0">
                <a:pos x="connsiteX3" y="connsiteY3"/>
              </a:cxn>
            </a:cxnLst>
            <a:rect l="l" t="t" r="r" b="b"/>
            <a:pathLst>
              <a:path w="4713078" h="1015924">
                <a:moveTo>
                  <a:pt x="0" y="0"/>
                </a:moveTo>
                <a:lnTo>
                  <a:pt x="4713078" y="0"/>
                </a:lnTo>
                <a:lnTo>
                  <a:pt x="4713078" y="1015924"/>
                </a:lnTo>
                <a:lnTo>
                  <a:pt x="0" y="1015924"/>
                </a:lnTo>
                <a:close/>
              </a:path>
            </a:pathLst>
          </a:custGeom>
        </p:spPr>
        <p:txBody>
          <a:bodyPr wrap="square">
            <a:noAutofit/>
          </a:bodyPr>
          <a:lstStyle>
            <a:lvl1pPr>
              <a:defRPr sz="900"/>
            </a:lvl1pPr>
          </a:lstStyle>
          <a:p>
            <a:endParaRPr lang="en-US"/>
          </a:p>
        </p:txBody>
      </p:sp>
      <p:sp>
        <p:nvSpPr>
          <p:cNvPr id="19" name="Picture Placeholder 18">
            <a:extLst>
              <a:ext uri="{FF2B5EF4-FFF2-40B4-BE49-F238E27FC236}">
                <a16:creationId xmlns:a16="http://schemas.microsoft.com/office/drawing/2014/main" id="{93C10310-D492-2B48-82D8-47AD8800EC26}"/>
              </a:ext>
            </a:extLst>
          </p:cNvPr>
          <p:cNvSpPr>
            <a:spLocks noGrp="1"/>
          </p:cNvSpPr>
          <p:nvPr>
            <p:ph type="pic" sz="quarter" idx="23"/>
          </p:nvPr>
        </p:nvSpPr>
        <p:spPr>
          <a:xfrm>
            <a:off x="3613355" y="4"/>
            <a:ext cx="3525807" cy="1015925"/>
          </a:xfrm>
          <a:custGeom>
            <a:avLst/>
            <a:gdLst>
              <a:gd name="connsiteX0" fmla="*/ 0 w 4679169"/>
              <a:gd name="connsiteY0" fmla="*/ 0 h 1015925"/>
              <a:gd name="connsiteX1" fmla="*/ 4679169 w 4679169"/>
              <a:gd name="connsiteY1" fmla="*/ 0 h 1015925"/>
              <a:gd name="connsiteX2" fmla="*/ 4679169 w 4679169"/>
              <a:gd name="connsiteY2" fmla="*/ 1015925 h 1015925"/>
              <a:gd name="connsiteX3" fmla="*/ 0 w 4679169"/>
              <a:gd name="connsiteY3" fmla="*/ 1015925 h 1015925"/>
            </a:gdLst>
            <a:ahLst/>
            <a:cxnLst>
              <a:cxn ang="0">
                <a:pos x="connsiteX0" y="connsiteY0"/>
              </a:cxn>
              <a:cxn ang="0">
                <a:pos x="connsiteX1" y="connsiteY1"/>
              </a:cxn>
              <a:cxn ang="0">
                <a:pos x="connsiteX2" y="connsiteY2"/>
              </a:cxn>
              <a:cxn ang="0">
                <a:pos x="connsiteX3" y="connsiteY3"/>
              </a:cxn>
            </a:cxnLst>
            <a:rect l="l" t="t" r="r" b="b"/>
            <a:pathLst>
              <a:path w="4679169" h="1015925">
                <a:moveTo>
                  <a:pt x="0" y="0"/>
                </a:moveTo>
                <a:lnTo>
                  <a:pt x="4679169" y="0"/>
                </a:lnTo>
                <a:lnTo>
                  <a:pt x="4679169" y="1015925"/>
                </a:lnTo>
                <a:lnTo>
                  <a:pt x="0" y="1015925"/>
                </a:lnTo>
                <a:close/>
              </a:path>
            </a:pathLst>
          </a:custGeom>
        </p:spPr>
        <p:txBody>
          <a:bodyPr wrap="square">
            <a:noAutofit/>
          </a:bodyPr>
          <a:lstStyle>
            <a:lvl1pPr>
              <a:defRPr sz="900"/>
            </a:lvl1pPr>
          </a:lstStyle>
          <a:p>
            <a:endParaRPr lang="en-US"/>
          </a:p>
        </p:txBody>
      </p:sp>
      <p:sp>
        <p:nvSpPr>
          <p:cNvPr id="27" name="Picture Placeholder 26">
            <a:extLst>
              <a:ext uri="{FF2B5EF4-FFF2-40B4-BE49-F238E27FC236}">
                <a16:creationId xmlns:a16="http://schemas.microsoft.com/office/drawing/2014/main" id="{7248D697-E1D5-CE49-B64D-4F8496B4CF14}"/>
              </a:ext>
            </a:extLst>
          </p:cNvPr>
          <p:cNvSpPr>
            <a:spLocks noGrp="1"/>
          </p:cNvSpPr>
          <p:nvPr>
            <p:ph type="pic" sz="quarter" idx="24"/>
          </p:nvPr>
        </p:nvSpPr>
        <p:spPr>
          <a:xfrm>
            <a:off x="0" y="2659086"/>
            <a:ext cx="1995838" cy="4198914"/>
          </a:xfrm>
          <a:custGeom>
            <a:avLst/>
            <a:gdLst>
              <a:gd name="connsiteX0" fmla="*/ 0 w 2661117"/>
              <a:gd name="connsiteY0" fmla="*/ 0 h 4198914"/>
              <a:gd name="connsiteX1" fmla="*/ 1338343 w 2661117"/>
              <a:gd name="connsiteY1" fmla="*/ 0 h 4198914"/>
              <a:gd name="connsiteX2" fmla="*/ 1338343 w 2661117"/>
              <a:gd name="connsiteY2" fmla="*/ 3182991 h 4198914"/>
              <a:gd name="connsiteX3" fmla="*/ 2661117 w 2661117"/>
              <a:gd name="connsiteY3" fmla="*/ 3182991 h 4198914"/>
              <a:gd name="connsiteX4" fmla="*/ 2661117 w 2661117"/>
              <a:gd name="connsiteY4" fmla="*/ 4198914 h 4198914"/>
              <a:gd name="connsiteX5" fmla="*/ 0 w 2661117"/>
              <a:gd name="connsiteY5" fmla="*/ 4198914 h 419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1117" h="4198914">
                <a:moveTo>
                  <a:pt x="0" y="0"/>
                </a:moveTo>
                <a:lnTo>
                  <a:pt x="1338343" y="0"/>
                </a:lnTo>
                <a:lnTo>
                  <a:pt x="1338343" y="3182991"/>
                </a:lnTo>
                <a:lnTo>
                  <a:pt x="2661117" y="3182991"/>
                </a:lnTo>
                <a:lnTo>
                  <a:pt x="2661117" y="4198914"/>
                </a:lnTo>
                <a:lnTo>
                  <a:pt x="0" y="4198914"/>
                </a:lnTo>
                <a:close/>
              </a:path>
            </a:pathLst>
          </a:custGeom>
        </p:spPr>
        <p:txBody>
          <a:bodyPr wrap="square">
            <a:noAutofit/>
          </a:bodyPr>
          <a:lstStyle>
            <a:lvl1pPr>
              <a:defRPr sz="900"/>
            </a:lvl1pPr>
          </a:lstStyle>
          <a:p>
            <a:endParaRPr lang="en-US"/>
          </a:p>
        </p:txBody>
      </p:sp>
      <p:sp>
        <p:nvSpPr>
          <p:cNvPr id="23" name="Picture Placeholder 22">
            <a:extLst>
              <a:ext uri="{FF2B5EF4-FFF2-40B4-BE49-F238E27FC236}">
                <a16:creationId xmlns:a16="http://schemas.microsoft.com/office/drawing/2014/main" id="{7467BD37-282E-E446-8940-9805483E961C}"/>
              </a:ext>
            </a:extLst>
          </p:cNvPr>
          <p:cNvSpPr>
            <a:spLocks noGrp="1"/>
          </p:cNvSpPr>
          <p:nvPr>
            <p:ph type="pic" sz="quarter" idx="25"/>
          </p:nvPr>
        </p:nvSpPr>
        <p:spPr>
          <a:xfrm>
            <a:off x="5530648" y="4198915"/>
            <a:ext cx="3613355" cy="2659086"/>
          </a:xfrm>
          <a:custGeom>
            <a:avLst/>
            <a:gdLst>
              <a:gd name="connsiteX0" fmla="*/ 3465870 w 4817806"/>
              <a:gd name="connsiteY0" fmla="*/ 0 h 2659086"/>
              <a:gd name="connsiteX1" fmla="*/ 4817806 w 4817806"/>
              <a:gd name="connsiteY1" fmla="*/ 0 h 2659086"/>
              <a:gd name="connsiteX2" fmla="*/ 4817806 w 4817806"/>
              <a:gd name="connsiteY2" fmla="*/ 2659086 h 2659086"/>
              <a:gd name="connsiteX3" fmla="*/ 0 w 4817806"/>
              <a:gd name="connsiteY3" fmla="*/ 2659086 h 2659086"/>
              <a:gd name="connsiteX4" fmla="*/ 0 w 4817806"/>
              <a:gd name="connsiteY4" fmla="*/ 1643162 h 2659086"/>
              <a:gd name="connsiteX5" fmla="*/ 3465870 w 4817806"/>
              <a:gd name="connsiteY5" fmla="*/ 1643162 h 265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17806" h="2659086">
                <a:moveTo>
                  <a:pt x="3465870" y="0"/>
                </a:moveTo>
                <a:lnTo>
                  <a:pt x="4817806" y="0"/>
                </a:lnTo>
                <a:lnTo>
                  <a:pt x="4817806" y="2659086"/>
                </a:lnTo>
                <a:lnTo>
                  <a:pt x="0" y="2659086"/>
                </a:lnTo>
                <a:lnTo>
                  <a:pt x="0" y="1643162"/>
                </a:lnTo>
                <a:lnTo>
                  <a:pt x="3465870" y="1643162"/>
                </a:lnTo>
                <a:close/>
              </a:path>
            </a:pathLst>
          </a:custGeom>
        </p:spPr>
        <p:txBody>
          <a:bodyPr wrap="square">
            <a:noAutofit/>
          </a:bodyPr>
          <a:lstStyle>
            <a:lvl1pPr algn="r">
              <a:defRPr sz="900"/>
            </a:lvl1pPr>
          </a:lstStyle>
          <a:p>
            <a:endParaRPr lang="en-US"/>
          </a:p>
        </p:txBody>
      </p:sp>
      <p:sp>
        <p:nvSpPr>
          <p:cNvPr id="13" name="Text Placeholder 11">
            <a:extLst>
              <a:ext uri="{FF2B5EF4-FFF2-40B4-BE49-F238E27FC236}">
                <a16:creationId xmlns:a16="http://schemas.microsoft.com/office/drawing/2014/main" id="{EEFAF70A-94D1-7A43-BD01-B9341CF2CC6F}"/>
              </a:ext>
            </a:extLst>
          </p:cNvPr>
          <p:cNvSpPr>
            <a:spLocks noGrp="1"/>
          </p:cNvSpPr>
          <p:nvPr>
            <p:ph type="body" sz="quarter" idx="26" hasCustomPrompt="1"/>
          </p:nvPr>
        </p:nvSpPr>
        <p:spPr>
          <a:xfrm>
            <a:off x="1565014" y="1590918"/>
            <a:ext cx="6003782"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30558944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BA185A8-3B9F-9E4B-9AE7-F4EF90EE37C9}"/>
              </a:ext>
            </a:extLst>
          </p:cNvPr>
          <p:cNvSpPr>
            <a:spLocks noGrp="1"/>
          </p:cNvSpPr>
          <p:nvPr>
            <p:ph type="title"/>
          </p:nvPr>
        </p:nvSpPr>
        <p:spPr>
          <a:xfrm>
            <a:off x="685800" y="457200"/>
            <a:ext cx="7772400" cy="1143000"/>
          </a:xfrm>
          <a:prstGeom prst="rect">
            <a:avLst/>
          </a:prstGeom>
        </p:spPr>
        <p:txBody>
          <a:bodyPr/>
          <a:lstStyle>
            <a:lvl1pPr>
              <a:defRPr b="1"/>
            </a:lvl1pPr>
          </a:lstStyle>
          <a:p>
            <a:r>
              <a:rPr lang="en-US" dirty="0"/>
              <a:t>Click to edit Master title style</a:t>
            </a:r>
          </a:p>
        </p:txBody>
      </p:sp>
      <p:sp>
        <p:nvSpPr>
          <p:cNvPr id="4" name="Content Placeholder 2">
            <a:extLst>
              <a:ext uri="{FF2B5EF4-FFF2-40B4-BE49-F238E27FC236}">
                <a16:creationId xmlns:a16="http://schemas.microsoft.com/office/drawing/2014/main" id="{5B9E27E5-53EA-F04A-9A8A-B90B1C948E73}"/>
              </a:ext>
            </a:extLst>
          </p:cNvPr>
          <p:cNvSpPr>
            <a:spLocks noGrp="1"/>
          </p:cNvSpPr>
          <p:nvPr>
            <p:ph idx="1"/>
          </p:nvPr>
        </p:nvSpPr>
        <p:spPr>
          <a:xfrm>
            <a:off x="685800" y="1752600"/>
            <a:ext cx="7772400" cy="3810000"/>
          </a:xfrm>
          <a:prstGeom prst="rect">
            <a:avLst/>
          </a:prstGeom>
        </p:spPr>
        <p:txBody>
          <a:bodyPr/>
          <a:lstStyle>
            <a:lvl1pPr>
              <a:defRPr sz="2800"/>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9">
            <a:extLst>
              <a:ext uri="{FF2B5EF4-FFF2-40B4-BE49-F238E27FC236}">
                <a16:creationId xmlns:a16="http://schemas.microsoft.com/office/drawing/2014/main" id="{77878B50-8399-8F46-A679-8C57DBBD3916}"/>
              </a:ext>
            </a:extLst>
          </p:cNvPr>
          <p:cNvSpPr>
            <a:spLocks noChangeArrowheads="1"/>
          </p:cNvSpPr>
          <p:nvPr userDrawn="1"/>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Tree>
    <p:extLst>
      <p:ext uri="{BB962C8B-B14F-4D97-AF65-F5344CB8AC3E}">
        <p14:creationId xmlns:p14="http://schemas.microsoft.com/office/powerpoint/2010/main" val="4909414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5640F-6525-5446-B331-92545F7342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D913DC-84F2-814B-8B98-EEAED0B04B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C47D7A-DFBC-DD42-ACF6-2FA5097BA69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8923CCF-F834-EC44-B3AF-36748303E3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89B629-67F3-DC41-A418-24650F33E43F}"/>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6642178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36354049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49911724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39277088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35646916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41988201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139824721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184266459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351222508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408540140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384475879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35451210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867096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BA185A8-3B9F-9E4B-9AE7-F4EF90EE37C9}"/>
              </a:ext>
            </a:extLst>
          </p:cNvPr>
          <p:cNvSpPr>
            <a:spLocks noGrp="1"/>
          </p:cNvSpPr>
          <p:nvPr>
            <p:ph type="title"/>
          </p:nvPr>
        </p:nvSpPr>
        <p:spPr>
          <a:xfrm>
            <a:off x="685800" y="457200"/>
            <a:ext cx="7772400" cy="1143000"/>
          </a:xfrm>
          <a:prstGeom prst="rect">
            <a:avLst/>
          </a:prstGeom>
        </p:spPr>
        <p:txBody>
          <a:bodyPr/>
          <a:lstStyle>
            <a:lvl1pPr>
              <a:defRPr b="1"/>
            </a:lvl1pPr>
          </a:lstStyle>
          <a:p>
            <a:r>
              <a:rPr lang="en-US" dirty="0"/>
              <a:t>Click to edit Master title style</a:t>
            </a:r>
          </a:p>
        </p:txBody>
      </p:sp>
      <p:sp>
        <p:nvSpPr>
          <p:cNvPr id="4" name="Content Placeholder 2">
            <a:extLst>
              <a:ext uri="{FF2B5EF4-FFF2-40B4-BE49-F238E27FC236}">
                <a16:creationId xmlns:a16="http://schemas.microsoft.com/office/drawing/2014/main" id="{5B9E27E5-53EA-F04A-9A8A-B90B1C948E73}"/>
              </a:ext>
            </a:extLst>
          </p:cNvPr>
          <p:cNvSpPr>
            <a:spLocks noGrp="1"/>
          </p:cNvSpPr>
          <p:nvPr>
            <p:ph idx="1"/>
          </p:nvPr>
        </p:nvSpPr>
        <p:spPr>
          <a:xfrm>
            <a:off x="685800" y="1752600"/>
            <a:ext cx="7772400" cy="3810000"/>
          </a:xfrm>
          <a:prstGeom prst="rect">
            <a:avLst/>
          </a:prstGeom>
        </p:spPr>
        <p:txBody>
          <a:bodyPr/>
          <a:lstStyle>
            <a:lvl1pPr>
              <a:defRPr sz="2800"/>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9">
            <a:extLst>
              <a:ext uri="{FF2B5EF4-FFF2-40B4-BE49-F238E27FC236}">
                <a16:creationId xmlns:a16="http://schemas.microsoft.com/office/drawing/2014/main" id="{77878B50-8399-8F46-A679-8C57DBBD3916}"/>
              </a:ext>
            </a:extLst>
          </p:cNvPr>
          <p:cNvSpPr>
            <a:spLocks noChangeArrowheads="1"/>
          </p:cNvSpPr>
          <p:nvPr userDrawn="1"/>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Tree>
    <p:extLst>
      <p:ext uri="{BB962C8B-B14F-4D97-AF65-F5344CB8AC3E}">
        <p14:creationId xmlns:p14="http://schemas.microsoft.com/office/powerpoint/2010/main" val="298390694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D2D74-2660-B344-AFE9-F8D9172706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ABC8C5-328F-6B4D-B3CA-42B5F0926A7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7C34F60-AB21-1F4E-99CB-BED189B6171A}"/>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87BF0A2B-C10A-D84F-8845-A7A4820A03E8}"/>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7183137-51CC-0146-B3A2-E95DD0D99C58}"/>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F4F2C800-E6A5-EE47-9F5D-6559176AC179}" type="slidenum">
              <a:rPr lang="en-US" altLang="en-US"/>
              <a:pPr>
                <a:defRPr/>
              </a:pPr>
              <a:t>‹#›</a:t>
            </a:fld>
            <a:endParaRPr lang="en-US" altLang="en-US"/>
          </a:p>
        </p:txBody>
      </p:sp>
    </p:spTree>
    <p:extLst>
      <p:ext uri="{BB962C8B-B14F-4D97-AF65-F5344CB8AC3E}">
        <p14:creationId xmlns:p14="http://schemas.microsoft.com/office/powerpoint/2010/main" val="56595469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49BFC-8DC4-1043-9116-9C8878D18F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96530-A4DA-234C-80A3-6FFA0FD1A9F1}"/>
              </a:ext>
            </a:extLst>
          </p:cNvPr>
          <p:cNvSpPr>
            <a:spLocks noGrp="1"/>
          </p:cNvSpPr>
          <p:nvPr>
            <p:ph sz="half" idx="1"/>
          </p:nvPr>
        </p:nvSpPr>
        <p:spPr>
          <a:xfrm>
            <a:off x="685800" y="1752600"/>
            <a:ext cx="381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BC3B30-E6B1-EE49-A601-FAD230136040}"/>
              </a:ext>
            </a:extLst>
          </p:cNvPr>
          <p:cNvSpPr>
            <a:spLocks noGrp="1"/>
          </p:cNvSpPr>
          <p:nvPr>
            <p:ph sz="half" idx="2"/>
          </p:nvPr>
        </p:nvSpPr>
        <p:spPr>
          <a:xfrm>
            <a:off x="4648200" y="1752600"/>
            <a:ext cx="381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986C48-47D5-CF46-9C97-E8207131CD30}"/>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en-US"/>
          </a:p>
        </p:txBody>
      </p:sp>
      <p:sp>
        <p:nvSpPr>
          <p:cNvPr id="6" name="Footer Placeholder 5">
            <a:extLst>
              <a:ext uri="{FF2B5EF4-FFF2-40B4-BE49-F238E27FC236}">
                <a16:creationId xmlns:a16="http://schemas.microsoft.com/office/drawing/2014/main" id="{9AA27E03-6A6D-4E45-B739-84710C27D44A}"/>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7" name="Slide Number Placeholder 6">
            <a:extLst>
              <a:ext uri="{FF2B5EF4-FFF2-40B4-BE49-F238E27FC236}">
                <a16:creationId xmlns:a16="http://schemas.microsoft.com/office/drawing/2014/main" id="{4F9B890F-5089-DC4D-84C0-B7479C13532D}"/>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DADED417-B3A5-0247-A5EF-759E0B1E1E60}" type="slidenum">
              <a:rPr lang="en-US" altLang="en-US"/>
              <a:pPr>
                <a:defRPr/>
              </a:pPr>
              <a:t>‹#›</a:t>
            </a:fld>
            <a:endParaRPr lang="en-US" altLang="en-US"/>
          </a:p>
        </p:txBody>
      </p:sp>
    </p:spTree>
    <p:extLst>
      <p:ext uri="{BB962C8B-B14F-4D97-AF65-F5344CB8AC3E}">
        <p14:creationId xmlns:p14="http://schemas.microsoft.com/office/powerpoint/2010/main" val="332264664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D994F-7C79-9D4C-89E5-FC701A78538C}"/>
              </a:ext>
            </a:extLst>
          </p:cNvPr>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9C111860-1701-B444-9C82-8BD19C25DA60}"/>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42D173D8-C9FC-7548-A846-B0C5A9D966A1}"/>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C0A3EA6A-5374-0844-90E2-1A0C7E526184}"/>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03796480-D029-B94F-BE73-D819B106F9C3}" type="slidenum">
              <a:rPr lang="en-US" altLang="en-US"/>
              <a:pPr>
                <a:defRPr/>
              </a:pPr>
              <a:t>‹#›</a:t>
            </a:fld>
            <a:endParaRPr lang="en-US" altLang="en-US"/>
          </a:p>
        </p:txBody>
      </p:sp>
    </p:spTree>
    <p:extLst>
      <p:ext uri="{BB962C8B-B14F-4D97-AF65-F5344CB8AC3E}">
        <p14:creationId xmlns:p14="http://schemas.microsoft.com/office/powerpoint/2010/main" val="424297478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529308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33488-CFB5-1C4A-83A0-9F6AF9B58A71}"/>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3FBA32-7E1F-3D44-9BF0-10A93E8A0B3A}"/>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09D552-57B7-9646-B05E-6415C6C76F3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62E182A-30DF-354A-A100-F873D52D373F}"/>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en-US"/>
          </a:p>
        </p:txBody>
      </p:sp>
      <p:sp>
        <p:nvSpPr>
          <p:cNvPr id="6" name="Footer Placeholder 5">
            <a:extLst>
              <a:ext uri="{FF2B5EF4-FFF2-40B4-BE49-F238E27FC236}">
                <a16:creationId xmlns:a16="http://schemas.microsoft.com/office/drawing/2014/main" id="{64146504-C886-AA4F-82D4-B3C76B5785D1}"/>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7" name="Slide Number Placeholder 6">
            <a:extLst>
              <a:ext uri="{FF2B5EF4-FFF2-40B4-BE49-F238E27FC236}">
                <a16:creationId xmlns:a16="http://schemas.microsoft.com/office/drawing/2014/main" id="{8C1EC1C9-612C-4F48-97F2-7495EFA1A6B8}"/>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3E31C1A8-0226-5149-8605-B962693E6F7C}" type="slidenum">
              <a:rPr lang="en-US" altLang="en-US"/>
              <a:pPr>
                <a:defRPr/>
              </a:pPr>
              <a:t>‹#›</a:t>
            </a:fld>
            <a:endParaRPr lang="en-US" altLang="en-US"/>
          </a:p>
        </p:txBody>
      </p:sp>
    </p:spTree>
    <p:extLst>
      <p:ext uri="{BB962C8B-B14F-4D97-AF65-F5344CB8AC3E}">
        <p14:creationId xmlns:p14="http://schemas.microsoft.com/office/powerpoint/2010/main" val="163814366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90461956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92769208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27250582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0982118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05625342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46623565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3395747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02272143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66002378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24533198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5052E6B4-2895-484C-BD31-05CEE0B12703}"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41170861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BA185A8-3B9F-9E4B-9AE7-F4EF90EE37C9}"/>
              </a:ext>
            </a:extLst>
          </p:cNvPr>
          <p:cNvSpPr>
            <a:spLocks noGrp="1"/>
          </p:cNvSpPr>
          <p:nvPr>
            <p:ph type="title"/>
          </p:nvPr>
        </p:nvSpPr>
        <p:spPr>
          <a:xfrm>
            <a:off x="685800" y="457200"/>
            <a:ext cx="7772400" cy="1143000"/>
          </a:xfrm>
          <a:prstGeom prst="rect">
            <a:avLst/>
          </a:prstGeom>
        </p:spPr>
        <p:txBody>
          <a:bodyPr/>
          <a:lstStyle>
            <a:lvl1pPr>
              <a:defRPr b="1"/>
            </a:lvl1pPr>
          </a:lstStyle>
          <a:p>
            <a:r>
              <a:rPr lang="en-US" dirty="0"/>
              <a:t>Click to edit Master title style</a:t>
            </a:r>
          </a:p>
        </p:txBody>
      </p:sp>
      <p:sp>
        <p:nvSpPr>
          <p:cNvPr id="4" name="Content Placeholder 2">
            <a:extLst>
              <a:ext uri="{FF2B5EF4-FFF2-40B4-BE49-F238E27FC236}">
                <a16:creationId xmlns:a16="http://schemas.microsoft.com/office/drawing/2014/main" id="{5B9E27E5-53EA-F04A-9A8A-B90B1C948E73}"/>
              </a:ext>
            </a:extLst>
          </p:cNvPr>
          <p:cNvSpPr>
            <a:spLocks noGrp="1"/>
          </p:cNvSpPr>
          <p:nvPr>
            <p:ph idx="1"/>
          </p:nvPr>
        </p:nvSpPr>
        <p:spPr>
          <a:xfrm>
            <a:off x="685800" y="1752600"/>
            <a:ext cx="7772400" cy="3810000"/>
          </a:xfrm>
          <a:prstGeom prst="rect">
            <a:avLst/>
          </a:prstGeom>
        </p:spPr>
        <p:txBody>
          <a:bodyPr/>
          <a:lstStyle>
            <a:lvl1pPr>
              <a:defRPr sz="2800"/>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9">
            <a:extLst>
              <a:ext uri="{FF2B5EF4-FFF2-40B4-BE49-F238E27FC236}">
                <a16:creationId xmlns:a16="http://schemas.microsoft.com/office/drawing/2014/main" id="{77878B50-8399-8F46-A679-8C57DBBD3916}"/>
              </a:ext>
            </a:extLst>
          </p:cNvPr>
          <p:cNvSpPr>
            <a:spLocks noChangeArrowheads="1"/>
          </p:cNvSpPr>
          <p:nvPr userDrawn="1"/>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Tree>
    <p:extLst>
      <p:ext uri="{BB962C8B-B14F-4D97-AF65-F5344CB8AC3E}">
        <p14:creationId xmlns:p14="http://schemas.microsoft.com/office/powerpoint/2010/main" val="402961637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82DCDD5A-FEC8-E74B-8A94-9F0DB1AE95A3}"/>
              </a:ext>
            </a:extLst>
          </p:cNvPr>
          <p:cNvCxnSpPr/>
          <p:nvPr/>
        </p:nvCxnSpPr>
        <p:spPr>
          <a:xfrm>
            <a:off x="685800" y="3398839"/>
            <a:ext cx="78486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685800" y="1371601"/>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5" name="Date Placeholder 3">
            <a:extLst>
              <a:ext uri="{FF2B5EF4-FFF2-40B4-BE49-F238E27FC236}">
                <a16:creationId xmlns:a16="http://schemas.microsoft.com/office/drawing/2014/main" id="{D168660E-8ECE-7144-86DF-87B48A0B87CB}"/>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CD8DD584-F5C3-CE41-9506-9FD04107450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D4B42F7-CD5A-8C47-BD96-0545CF829AA5}"/>
              </a:ext>
            </a:extLst>
          </p:cNvPr>
          <p:cNvSpPr>
            <a:spLocks noGrp="1"/>
          </p:cNvSpPr>
          <p:nvPr>
            <p:ph type="sldNum" sz="quarter" idx="12"/>
          </p:nvPr>
        </p:nvSpPr>
        <p:spPr/>
        <p:txBody>
          <a:bodyPr/>
          <a:lstStyle>
            <a:lvl1pPr>
              <a:defRPr smtClean="0"/>
            </a:lvl1pPr>
          </a:lstStyle>
          <a:p>
            <a:pPr>
              <a:defRPr/>
            </a:pPr>
            <a:fld id="{2F5E16D9-FAD3-8343-A574-279BC8894A58}" type="slidenum">
              <a:rPr lang="en-US" altLang="en-US"/>
              <a:pPr>
                <a:defRPr/>
              </a:pPr>
              <a:t>‹#›</a:t>
            </a:fld>
            <a:endParaRPr lang="en-US" altLang="en-US"/>
          </a:p>
        </p:txBody>
      </p:sp>
    </p:spTree>
    <p:extLst>
      <p:ext uri="{BB962C8B-B14F-4D97-AF65-F5344CB8AC3E}">
        <p14:creationId xmlns:p14="http://schemas.microsoft.com/office/powerpoint/2010/main" val="168928147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6CBE16-87FB-024F-8667-128DD81B0772}"/>
              </a:ext>
            </a:extLst>
          </p:cNvPr>
          <p:cNvSpPr>
            <a:spLocks noGrp="1"/>
          </p:cNvSpPr>
          <p:nvPr>
            <p:ph type="dt" sz="half" idx="10"/>
          </p:nvPr>
        </p:nvSpPr>
        <p:spPr/>
        <p:txBody>
          <a:bodyPr/>
          <a:lstStyle>
            <a:lvl1pPr>
              <a:defRPr/>
            </a:lvl1pPr>
          </a:lstStyle>
          <a:p>
            <a:pPr>
              <a:defRPr/>
            </a:pPr>
            <a:endParaRPr lang="en-US" dirty="0"/>
          </a:p>
        </p:txBody>
      </p:sp>
      <p:sp>
        <p:nvSpPr>
          <p:cNvPr id="5" name="Footer Placeholder 4">
            <a:extLst>
              <a:ext uri="{FF2B5EF4-FFF2-40B4-BE49-F238E27FC236}">
                <a16:creationId xmlns:a16="http://schemas.microsoft.com/office/drawing/2014/main" id="{7429776A-9A07-4243-88CB-BFF348A2F09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3C29894-D723-9B4B-9E60-BE354F05F1BE}"/>
              </a:ext>
            </a:extLst>
          </p:cNvPr>
          <p:cNvSpPr>
            <a:spLocks noGrp="1"/>
          </p:cNvSpPr>
          <p:nvPr>
            <p:ph type="sldNum" sz="quarter" idx="12"/>
          </p:nvPr>
        </p:nvSpPr>
        <p:spPr/>
        <p:txBody>
          <a:bodyPr/>
          <a:lstStyle>
            <a:lvl1pPr>
              <a:defRPr/>
            </a:lvl1pPr>
          </a:lstStyle>
          <a:p>
            <a:pPr>
              <a:defRPr/>
            </a:pPr>
            <a:fld id="{6DFFECAE-5558-FC4F-A5D5-814DD6134961}" type="slidenum">
              <a:rPr lang="en-US" altLang="en-US"/>
              <a:pPr>
                <a:defRPr/>
              </a:pPr>
              <a:t>‹#›</a:t>
            </a:fld>
            <a:endParaRPr lang="en-US" altLang="en-US"/>
          </a:p>
        </p:txBody>
      </p:sp>
    </p:spTree>
    <p:extLst>
      <p:ext uri="{BB962C8B-B14F-4D97-AF65-F5344CB8AC3E}">
        <p14:creationId xmlns:p14="http://schemas.microsoft.com/office/powerpoint/2010/main" val="373478804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2"/>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CACA102-DDA1-DC44-A6FC-7A58C154E3F8}"/>
              </a:ext>
            </a:extLst>
          </p:cNvPr>
          <p:cNvCxnSpPr/>
          <p:nvPr/>
        </p:nvCxnSpPr>
        <p:spPr>
          <a:xfrm>
            <a:off x="731838" y="4598989"/>
            <a:ext cx="78486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22313" y="2362201"/>
            <a:ext cx="7772400" cy="2200275"/>
          </a:xfrm>
        </p:spPr>
        <p:txBody>
          <a:bodyPr anchor="b"/>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5"/>
            <a:ext cx="7772400" cy="1500187"/>
          </a:xfrm>
        </p:spPr>
        <p:txBody>
          <a:bodyPr>
            <a:normAutofit/>
          </a:bodyPr>
          <a:lstStyle>
            <a:lvl1pPr marL="0" indent="0">
              <a:buNone/>
              <a:defRPr sz="2400">
                <a:solidFill>
                  <a:schemeClr val="tx2"/>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B8BD3862-5F17-CF44-8DB4-162A339F9702}"/>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1B6C0AE4-23CD-D648-B943-B406F109697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208E2B5-8975-774E-9099-896EDBE4B666}"/>
              </a:ext>
            </a:extLst>
          </p:cNvPr>
          <p:cNvSpPr>
            <a:spLocks noGrp="1"/>
          </p:cNvSpPr>
          <p:nvPr>
            <p:ph type="sldNum" sz="quarter" idx="12"/>
          </p:nvPr>
        </p:nvSpPr>
        <p:spPr/>
        <p:txBody>
          <a:bodyPr/>
          <a:lstStyle>
            <a:lvl1pPr>
              <a:defRPr smtClean="0"/>
            </a:lvl1pPr>
          </a:lstStyle>
          <a:p>
            <a:pPr>
              <a:defRPr/>
            </a:pPr>
            <a:fld id="{1851FCD7-60BF-0443-9D82-274D5A41A98A}" type="slidenum">
              <a:rPr lang="en-US" altLang="en-US"/>
              <a:pPr>
                <a:defRPr/>
              </a:pPr>
              <a:t>‹#›</a:t>
            </a:fld>
            <a:endParaRPr lang="en-US" altLang="en-US"/>
          </a:p>
        </p:txBody>
      </p:sp>
    </p:spTree>
    <p:extLst>
      <p:ext uri="{BB962C8B-B14F-4D97-AF65-F5344CB8AC3E}">
        <p14:creationId xmlns:p14="http://schemas.microsoft.com/office/powerpoint/2010/main" val="760373954"/>
      </p:ext>
    </p:extLst>
  </p:cSld>
  <p:clrMapOvr>
    <a:overrideClrMapping bg1="dk1" tx1="lt1" bg2="dk2" tx2="lt2" accent1="accent1" accent2="accent2" accent3="accent3" accent4="accent4" accent5="accent5" accent6="accent6" hlink="hlink" folHlink="folHlink"/>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ECDF3B8C-B363-B74C-83EE-8A31D6CCB1B2}"/>
              </a:ext>
            </a:extLst>
          </p:cNvPr>
          <p:cNvSpPr>
            <a:spLocks noGrp="1"/>
          </p:cNvSpPr>
          <p:nvPr>
            <p:ph type="dt" sz="half" idx="10"/>
          </p:nvPr>
        </p:nvSpPr>
        <p:spPr/>
        <p:txBody>
          <a:bodyPr/>
          <a:lstStyle>
            <a:lvl1pPr>
              <a:defRPr/>
            </a:lvl1pPr>
          </a:lstStyle>
          <a:p>
            <a:pPr>
              <a:defRPr/>
            </a:pPr>
            <a:endParaRPr lang="en-US" dirty="0"/>
          </a:p>
        </p:txBody>
      </p:sp>
      <p:sp>
        <p:nvSpPr>
          <p:cNvPr id="6" name="Footer Placeholder 4">
            <a:extLst>
              <a:ext uri="{FF2B5EF4-FFF2-40B4-BE49-F238E27FC236}">
                <a16:creationId xmlns:a16="http://schemas.microsoft.com/office/drawing/2014/main" id="{219E2DE4-AC38-B645-8E19-91AFFA1788A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6131C8C-84EA-1248-82D0-0B3F51EB4DF2}"/>
              </a:ext>
            </a:extLst>
          </p:cNvPr>
          <p:cNvSpPr>
            <a:spLocks noGrp="1"/>
          </p:cNvSpPr>
          <p:nvPr>
            <p:ph type="sldNum" sz="quarter" idx="12"/>
          </p:nvPr>
        </p:nvSpPr>
        <p:spPr/>
        <p:txBody>
          <a:bodyPr/>
          <a:lstStyle>
            <a:lvl1pPr>
              <a:defRPr/>
            </a:lvl1pPr>
          </a:lstStyle>
          <a:p>
            <a:pPr>
              <a:defRPr/>
            </a:pPr>
            <a:fld id="{2D4FB8D5-209A-354C-A23E-7F23A4B35F42}" type="slidenum">
              <a:rPr lang="en-US" altLang="en-US"/>
              <a:pPr>
                <a:defRPr/>
              </a:pPr>
              <a:t>‹#›</a:t>
            </a:fld>
            <a:endParaRPr lang="en-US" altLang="en-US"/>
          </a:p>
        </p:txBody>
      </p:sp>
    </p:spTree>
    <p:extLst>
      <p:ext uri="{BB962C8B-B14F-4D97-AF65-F5344CB8AC3E}">
        <p14:creationId xmlns:p14="http://schemas.microsoft.com/office/powerpoint/2010/main" val="331654546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C85B07ED-3669-4B42-81D8-66BBEF2F7F18}"/>
              </a:ext>
            </a:extLst>
          </p:cNvPr>
          <p:cNvCxnSpPr/>
          <p:nvPr/>
        </p:nvCxnSpPr>
        <p:spPr>
          <a:xfrm rot="5400000">
            <a:off x="2218532" y="4045745"/>
            <a:ext cx="4708525"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3"/>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3"/>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6">
            <a:extLst>
              <a:ext uri="{FF2B5EF4-FFF2-40B4-BE49-F238E27FC236}">
                <a16:creationId xmlns:a16="http://schemas.microsoft.com/office/drawing/2014/main" id="{99919383-94F9-4647-8290-08165BC82D6A}"/>
              </a:ext>
            </a:extLst>
          </p:cNvPr>
          <p:cNvSpPr>
            <a:spLocks noGrp="1"/>
          </p:cNvSpPr>
          <p:nvPr>
            <p:ph type="dt" sz="half" idx="10"/>
          </p:nvPr>
        </p:nvSpPr>
        <p:spPr/>
        <p:txBody>
          <a:bodyPr/>
          <a:lstStyle>
            <a:lvl1pPr>
              <a:defRPr/>
            </a:lvl1pPr>
          </a:lstStyle>
          <a:p>
            <a:pPr>
              <a:defRPr/>
            </a:pPr>
            <a:endParaRPr lang="en-US"/>
          </a:p>
        </p:txBody>
      </p:sp>
      <p:sp>
        <p:nvSpPr>
          <p:cNvPr id="9" name="Footer Placeholder 7">
            <a:extLst>
              <a:ext uri="{FF2B5EF4-FFF2-40B4-BE49-F238E27FC236}">
                <a16:creationId xmlns:a16="http://schemas.microsoft.com/office/drawing/2014/main" id="{37189A5C-A5B9-8A4B-8617-C5D6E37E07D5}"/>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8">
            <a:extLst>
              <a:ext uri="{FF2B5EF4-FFF2-40B4-BE49-F238E27FC236}">
                <a16:creationId xmlns:a16="http://schemas.microsoft.com/office/drawing/2014/main" id="{63D8AA3B-37B7-5444-869E-D674D263FCBD}"/>
              </a:ext>
            </a:extLst>
          </p:cNvPr>
          <p:cNvSpPr>
            <a:spLocks noGrp="1"/>
          </p:cNvSpPr>
          <p:nvPr>
            <p:ph type="sldNum" sz="quarter" idx="12"/>
          </p:nvPr>
        </p:nvSpPr>
        <p:spPr/>
        <p:txBody>
          <a:bodyPr/>
          <a:lstStyle>
            <a:lvl1pPr>
              <a:defRPr smtClean="0"/>
            </a:lvl1pPr>
          </a:lstStyle>
          <a:p>
            <a:pPr>
              <a:defRPr/>
            </a:pPr>
            <a:fld id="{36CE7853-A0A6-444C-840C-D63A1B510177}" type="slidenum">
              <a:rPr lang="en-US" altLang="en-US"/>
              <a:pPr>
                <a:defRPr/>
              </a:pPr>
              <a:t>‹#›</a:t>
            </a:fld>
            <a:endParaRPr lang="en-US" altLang="en-US"/>
          </a:p>
        </p:txBody>
      </p:sp>
    </p:spTree>
    <p:extLst>
      <p:ext uri="{BB962C8B-B14F-4D97-AF65-F5344CB8AC3E}">
        <p14:creationId xmlns:p14="http://schemas.microsoft.com/office/powerpoint/2010/main" val="310286543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7BD6B3B7-2557-2A4F-B7FC-0E7459536A6B}"/>
              </a:ext>
            </a:extLst>
          </p:cNvPr>
          <p:cNvSpPr>
            <a:spLocks noGrp="1"/>
          </p:cNvSpPr>
          <p:nvPr>
            <p:ph type="dt" sz="half" idx="10"/>
          </p:nvPr>
        </p:nvSpPr>
        <p:spPr/>
        <p:txBody>
          <a:bodyPr/>
          <a:lstStyle>
            <a:lvl1pPr>
              <a:defRPr/>
            </a:lvl1pPr>
          </a:lstStyle>
          <a:p>
            <a:pPr>
              <a:defRPr/>
            </a:pPr>
            <a:endParaRPr lang="en-US" dirty="0"/>
          </a:p>
        </p:txBody>
      </p:sp>
      <p:sp>
        <p:nvSpPr>
          <p:cNvPr id="4" name="Footer Placeholder 4">
            <a:extLst>
              <a:ext uri="{FF2B5EF4-FFF2-40B4-BE49-F238E27FC236}">
                <a16:creationId xmlns:a16="http://schemas.microsoft.com/office/drawing/2014/main" id="{FC6BEE12-FEEF-0D43-900C-D971C6170F01}"/>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58CFEF7-C9E1-284D-B996-4F8A06FAE6C2}"/>
              </a:ext>
            </a:extLst>
          </p:cNvPr>
          <p:cNvSpPr>
            <a:spLocks noGrp="1"/>
          </p:cNvSpPr>
          <p:nvPr>
            <p:ph type="sldNum" sz="quarter" idx="12"/>
          </p:nvPr>
        </p:nvSpPr>
        <p:spPr/>
        <p:txBody>
          <a:bodyPr/>
          <a:lstStyle>
            <a:lvl1pPr>
              <a:defRPr/>
            </a:lvl1pPr>
          </a:lstStyle>
          <a:p>
            <a:pPr>
              <a:defRPr/>
            </a:pPr>
            <a:fld id="{C52079FF-467D-6D41-A1F4-C32363388CCE}" type="slidenum">
              <a:rPr lang="en-US" altLang="en-US"/>
              <a:pPr>
                <a:defRPr/>
              </a:pPr>
              <a:t>‹#›</a:t>
            </a:fld>
            <a:endParaRPr lang="en-US" altLang="en-US"/>
          </a:p>
        </p:txBody>
      </p:sp>
    </p:spTree>
    <p:extLst>
      <p:ext uri="{BB962C8B-B14F-4D97-AF65-F5344CB8AC3E}">
        <p14:creationId xmlns:p14="http://schemas.microsoft.com/office/powerpoint/2010/main" val="399951614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99494C39-4D5D-E149-84F3-07A849102757}"/>
              </a:ext>
            </a:extLst>
          </p:cNvPr>
          <p:cNvSpPr>
            <a:spLocks noGrp="1"/>
          </p:cNvSpPr>
          <p:nvPr>
            <p:ph type="dt" sz="half" idx="10"/>
          </p:nvPr>
        </p:nvSpPr>
        <p:spPr/>
        <p:txBody>
          <a:bodyPr/>
          <a:lstStyle>
            <a:lvl1pPr>
              <a:defRPr/>
            </a:lvl1pPr>
          </a:lstStyle>
          <a:p>
            <a:pPr>
              <a:defRPr/>
            </a:pPr>
            <a:endParaRPr lang="en-US" dirty="0"/>
          </a:p>
        </p:txBody>
      </p:sp>
      <p:sp>
        <p:nvSpPr>
          <p:cNvPr id="3" name="Footer Placeholder 4">
            <a:extLst>
              <a:ext uri="{FF2B5EF4-FFF2-40B4-BE49-F238E27FC236}">
                <a16:creationId xmlns:a16="http://schemas.microsoft.com/office/drawing/2014/main" id="{D8EDD62F-3058-6740-89FE-D6A8ADE43450}"/>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3686ED7D-0E8A-604C-9FD7-1EB6A03F816F}"/>
              </a:ext>
            </a:extLst>
          </p:cNvPr>
          <p:cNvSpPr>
            <a:spLocks noGrp="1"/>
          </p:cNvSpPr>
          <p:nvPr>
            <p:ph type="sldNum" sz="quarter" idx="12"/>
          </p:nvPr>
        </p:nvSpPr>
        <p:spPr/>
        <p:txBody>
          <a:bodyPr/>
          <a:lstStyle>
            <a:lvl1pPr>
              <a:defRPr/>
            </a:lvl1pPr>
          </a:lstStyle>
          <a:p>
            <a:pPr>
              <a:defRPr/>
            </a:pPr>
            <a:fld id="{94330214-C1B0-274F-B99E-7FB2C7279437}" type="slidenum">
              <a:rPr lang="en-US" altLang="en-US"/>
              <a:pPr>
                <a:defRPr/>
              </a:pPr>
              <a:t>‹#›</a:t>
            </a:fld>
            <a:endParaRPr lang="en-US" altLang="en-US"/>
          </a:p>
        </p:txBody>
      </p:sp>
    </p:spTree>
    <p:extLst>
      <p:ext uri="{BB962C8B-B14F-4D97-AF65-F5344CB8AC3E}">
        <p14:creationId xmlns:p14="http://schemas.microsoft.com/office/powerpoint/2010/main" val="197967617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4B7D8BF-4077-8544-897A-A202D01978F9}"/>
              </a:ext>
            </a:extLst>
          </p:cNvPr>
          <p:cNvCxnSpPr/>
          <p:nvPr/>
        </p:nvCxnSpPr>
        <p:spPr>
          <a:xfrm rot="5400000">
            <a:off x="-13494" y="3580607"/>
            <a:ext cx="5578475"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4"/>
            <a:ext cx="2139696" cy="4243615"/>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Date Placeholder 4">
            <a:extLst>
              <a:ext uri="{FF2B5EF4-FFF2-40B4-BE49-F238E27FC236}">
                <a16:creationId xmlns:a16="http://schemas.microsoft.com/office/drawing/2014/main" id="{C6A2EF62-737B-3E4C-908A-80A99C943F13}"/>
              </a:ext>
            </a:extLst>
          </p:cNvPr>
          <p:cNvSpPr>
            <a:spLocks noGrp="1"/>
          </p:cNvSpPr>
          <p:nvPr>
            <p:ph type="dt" sz="half" idx="10"/>
          </p:nvPr>
        </p:nvSpPr>
        <p:spPr/>
        <p:txBody>
          <a:bodyPr/>
          <a:lstStyle>
            <a:lvl1pPr>
              <a:defRPr/>
            </a:lvl1pPr>
          </a:lstStyle>
          <a:p>
            <a:pPr>
              <a:defRPr/>
            </a:pPr>
            <a:endParaRPr lang="en-US"/>
          </a:p>
        </p:txBody>
      </p:sp>
      <p:sp>
        <p:nvSpPr>
          <p:cNvPr id="7" name="Footer Placeholder 5">
            <a:extLst>
              <a:ext uri="{FF2B5EF4-FFF2-40B4-BE49-F238E27FC236}">
                <a16:creationId xmlns:a16="http://schemas.microsoft.com/office/drawing/2014/main" id="{5A7436DC-F284-5949-B7BA-4AA37FD4AAFA}"/>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E930B4BC-7EED-8342-A1BD-4A17C5F12A30}"/>
              </a:ext>
            </a:extLst>
          </p:cNvPr>
          <p:cNvSpPr>
            <a:spLocks noGrp="1"/>
          </p:cNvSpPr>
          <p:nvPr>
            <p:ph type="sldNum" sz="quarter" idx="12"/>
          </p:nvPr>
        </p:nvSpPr>
        <p:spPr/>
        <p:txBody>
          <a:bodyPr/>
          <a:lstStyle>
            <a:lvl1pPr>
              <a:defRPr smtClean="0"/>
            </a:lvl1pPr>
          </a:lstStyle>
          <a:p>
            <a:pPr>
              <a:defRPr/>
            </a:pPr>
            <a:fld id="{E7CFDA24-9594-0E41-8AF7-A187F9F52738}" type="slidenum">
              <a:rPr lang="en-US" altLang="en-US"/>
              <a:pPr>
                <a:defRPr/>
              </a:pPr>
              <a:t>‹#›</a:t>
            </a:fld>
            <a:endParaRPr lang="en-US" altLang="en-US"/>
          </a:p>
        </p:txBody>
      </p:sp>
    </p:spTree>
    <p:extLst>
      <p:ext uri="{BB962C8B-B14F-4D97-AF65-F5344CB8AC3E}">
        <p14:creationId xmlns:p14="http://schemas.microsoft.com/office/powerpoint/2010/main" val="289803977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rtlCol="0">
            <a:normAutofit/>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en-US" noProof="0"/>
              <a:t>Drag picture to placeholder or click icon to add</a:t>
            </a:r>
            <a:endParaRPr lang="en-US" noProof="0"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550BB1C6-097F-3C42-A33F-1F1B6C36E4C6}"/>
              </a:ext>
            </a:extLst>
          </p:cNvPr>
          <p:cNvSpPr>
            <a:spLocks noGrp="1"/>
          </p:cNvSpPr>
          <p:nvPr>
            <p:ph type="dt" sz="half" idx="10"/>
          </p:nvPr>
        </p:nvSpPr>
        <p:spPr/>
        <p:txBody>
          <a:bodyPr/>
          <a:lstStyle>
            <a:lvl1pPr>
              <a:defRPr/>
            </a:lvl1pPr>
          </a:lstStyle>
          <a:p>
            <a:pPr>
              <a:defRPr/>
            </a:pPr>
            <a:endParaRPr lang="en-US" dirty="0"/>
          </a:p>
        </p:txBody>
      </p:sp>
      <p:sp>
        <p:nvSpPr>
          <p:cNvPr id="6" name="Footer Placeholder 4">
            <a:extLst>
              <a:ext uri="{FF2B5EF4-FFF2-40B4-BE49-F238E27FC236}">
                <a16:creationId xmlns:a16="http://schemas.microsoft.com/office/drawing/2014/main" id="{44FBA4F0-4D0A-A64B-84AE-1C0E9C7AB79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3898FA1-B2FD-DE47-BEB8-CE463510C590}"/>
              </a:ext>
            </a:extLst>
          </p:cNvPr>
          <p:cNvSpPr>
            <a:spLocks noGrp="1"/>
          </p:cNvSpPr>
          <p:nvPr>
            <p:ph type="sldNum" sz="quarter" idx="12"/>
          </p:nvPr>
        </p:nvSpPr>
        <p:spPr/>
        <p:txBody>
          <a:bodyPr/>
          <a:lstStyle>
            <a:lvl1pPr>
              <a:defRPr/>
            </a:lvl1pPr>
          </a:lstStyle>
          <a:p>
            <a:pPr>
              <a:defRPr/>
            </a:pPr>
            <a:fld id="{C30FCAA1-8A8A-6A49-B2E5-05A39EBF64B7}" type="slidenum">
              <a:rPr lang="en-US" altLang="en-US"/>
              <a:pPr>
                <a:defRPr/>
              </a:pPr>
              <a:t>‹#›</a:t>
            </a:fld>
            <a:endParaRPr lang="en-US" altLang="en-US"/>
          </a:p>
        </p:txBody>
      </p:sp>
    </p:spTree>
    <p:extLst>
      <p:ext uri="{BB962C8B-B14F-4D97-AF65-F5344CB8AC3E}">
        <p14:creationId xmlns:p14="http://schemas.microsoft.com/office/powerpoint/2010/main" val="300566495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44687A-9899-7845-8A17-8B85C5EAE656}"/>
              </a:ext>
            </a:extLst>
          </p:cNvPr>
          <p:cNvSpPr>
            <a:spLocks noGrp="1"/>
          </p:cNvSpPr>
          <p:nvPr>
            <p:ph type="dt" sz="half" idx="10"/>
          </p:nvPr>
        </p:nvSpPr>
        <p:spPr/>
        <p:txBody>
          <a:bodyPr/>
          <a:lstStyle>
            <a:lvl1pPr>
              <a:defRPr/>
            </a:lvl1pPr>
          </a:lstStyle>
          <a:p>
            <a:pPr>
              <a:defRPr/>
            </a:pPr>
            <a:endParaRPr lang="en-US" dirty="0"/>
          </a:p>
        </p:txBody>
      </p:sp>
      <p:sp>
        <p:nvSpPr>
          <p:cNvPr id="5" name="Footer Placeholder 4">
            <a:extLst>
              <a:ext uri="{FF2B5EF4-FFF2-40B4-BE49-F238E27FC236}">
                <a16:creationId xmlns:a16="http://schemas.microsoft.com/office/drawing/2014/main" id="{C2335466-830B-4242-B0FD-C4787800351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954C0B0-9465-0B4F-A47F-5BAA7BEE0775}"/>
              </a:ext>
            </a:extLst>
          </p:cNvPr>
          <p:cNvSpPr>
            <a:spLocks noGrp="1"/>
          </p:cNvSpPr>
          <p:nvPr>
            <p:ph type="sldNum" sz="quarter" idx="12"/>
          </p:nvPr>
        </p:nvSpPr>
        <p:spPr/>
        <p:txBody>
          <a:bodyPr/>
          <a:lstStyle>
            <a:lvl1pPr>
              <a:defRPr/>
            </a:lvl1pPr>
          </a:lstStyle>
          <a:p>
            <a:pPr>
              <a:defRPr/>
            </a:pPr>
            <a:fld id="{DF6F8F63-C206-6F46-8B8A-B5AD3BBB21AD}" type="slidenum">
              <a:rPr lang="en-US" altLang="en-US"/>
              <a:pPr>
                <a:defRPr/>
              </a:pPr>
              <a:t>‹#›</a:t>
            </a:fld>
            <a:endParaRPr lang="en-US" altLang="en-US"/>
          </a:p>
        </p:txBody>
      </p:sp>
    </p:spTree>
    <p:extLst>
      <p:ext uri="{BB962C8B-B14F-4D97-AF65-F5344CB8AC3E}">
        <p14:creationId xmlns:p14="http://schemas.microsoft.com/office/powerpoint/2010/main" val="369414114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B76C9E6-01D3-814C-A399-2C11C31B8B77}"/>
              </a:ext>
            </a:extLst>
          </p:cNvPr>
          <p:cNvSpPr>
            <a:spLocks noGrp="1"/>
          </p:cNvSpPr>
          <p:nvPr>
            <p:ph type="dt" sz="half" idx="10"/>
          </p:nvPr>
        </p:nvSpPr>
        <p:spPr/>
        <p:txBody>
          <a:bodyPr/>
          <a:lstStyle>
            <a:lvl1pPr>
              <a:defRPr/>
            </a:lvl1pPr>
          </a:lstStyle>
          <a:p>
            <a:pPr>
              <a:defRPr/>
            </a:pPr>
            <a:endParaRPr lang="en-US" dirty="0"/>
          </a:p>
        </p:txBody>
      </p:sp>
      <p:sp>
        <p:nvSpPr>
          <p:cNvPr id="5" name="Footer Placeholder 4">
            <a:extLst>
              <a:ext uri="{FF2B5EF4-FFF2-40B4-BE49-F238E27FC236}">
                <a16:creationId xmlns:a16="http://schemas.microsoft.com/office/drawing/2014/main" id="{B93DE167-D490-5646-BA44-469DBA7652D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578A4AC-74A9-3945-A7C0-679F87F0B5F7}"/>
              </a:ext>
            </a:extLst>
          </p:cNvPr>
          <p:cNvSpPr>
            <a:spLocks noGrp="1"/>
          </p:cNvSpPr>
          <p:nvPr>
            <p:ph type="sldNum" sz="quarter" idx="12"/>
          </p:nvPr>
        </p:nvSpPr>
        <p:spPr/>
        <p:txBody>
          <a:bodyPr/>
          <a:lstStyle>
            <a:lvl1pPr>
              <a:defRPr/>
            </a:lvl1pPr>
          </a:lstStyle>
          <a:p>
            <a:pPr>
              <a:defRPr/>
            </a:pPr>
            <a:fld id="{AE04F972-602B-F04A-BF83-2471432BF8EA}" type="slidenum">
              <a:rPr lang="en-US" altLang="en-US"/>
              <a:pPr>
                <a:defRPr/>
              </a:pPr>
              <a:t>‹#›</a:t>
            </a:fld>
            <a:endParaRPr lang="en-US" altLang="en-US"/>
          </a:p>
        </p:txBody>
      </p:sp>
    </p:spTree>
    <p:extLst>
      <p:ext uri="{BB962C8B-B14F-4D97-AF65-F5344CB8AC3E}">
        <p14:creationId xmlns:p14="http://schemas.microsoft.com/office/powerpoint/2010/main" val="269893359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220679578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397237970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309697055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316056450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417696595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126550455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205156929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291795409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297628627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421694968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7CCB52-5D48-470B-B8DA-D8134110C94D}" type="slidenum">
              <a:rPr lang="en-US" smtClean="0"/>
              <a:t>‹#›</a:t>
            </a:fld>
            <a:endParaRPr lang="en-US"/>
          </a:p>
        </p:txBody>
      </p:sp>
    </p:spTree>
    <p:extLst>
      <p:ext uri="{BB962C8B-B14F-4D97-AF65-F5344CB8AC3E}">
        <p14:creationId xmlns:p14="http://schemas.microsoft.com/office/powerpoint/2010/main" val="42016209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18" Type="http://schemas.openxmlformats.org/officeDocument/2006/relationships/slideLayout" Target="../slideLayouts/slideLayout2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10" Type="http://schemas.openxmlformats.org/officeDocument/2006/relationships/slideLayout" Target="../slideLayouts/slideLayout16.xml"/><Relationship Id="rId19" Type="http://schemas.openxmlformats.org/officeDocument/2006/relationships/theme" Target="../theme/theme3.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19" Type="http://schemas.openxmlformats.org/officeDocument/2006/relationships/theme" Target="../theme/theme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58.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theme" Target="../theme/theme6.xml"/><Relationship Id="rId5" Type="http://schemas.openxmlformats.org/officeDocument/2006/relationships/slideLayout" Target="../slideLayouts/slideLayout60.xml"/><Relationship Id="rId4" Type="http://schemas.openxmlformats.org/officeDocument/2006/relationships/slideLayout" Target="../slideLayouts/slideLayout5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7.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0.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theme" Target="../theme/theme8.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1.xml"/><Relationship Id="rId3" Type="http://schemas.openxmlformats.org/officeDocument/2006/relationships/slideLayout" Target="../slideLayouts/slideLayout86.xml"/><Relationship Id="rId7" Type="http://schemas.openxmlformats.org/officeDocument/2006/relationships/slideLayout" Target="../slideLayouts/slideLayout90.xml"/><Relationship Id="rId12" Type="http://schemas.openxmlformats.org/officeDocument/2006/relationships/theme" Target="../theme/theme9.xml"/><Relationship Id="rId2" Type="http://schemas.openxmlformats.org/officeDocument/2006/relationships/slideLayout" Target="../slideLayouts/slideLayout85.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5" Type="http://schemas.openxmlformats.org/officeDocument/2006/relationships/slideLayout" Target="../slideLayouts/slideLayout88.xml"/><Relationship Id="rId10" Type="http://schemas.openxmlformats.org/officeDocument/2006/relationships/slideLayout" Target="../slideLayouts/slideLayout93.xml"/><Relationship Id="rId4" Type="http://schemas.openxmlformats.org/officeDocument/2006/relationships/slideLayout" Target="../slideLayouts/slideLayout87.xml"/><Relationship Id="rId9" Type="http://schemas.openxmlformats.org/officeDocument/2006/relationships/slideLayout" Target="../slideLayouts/slideLayout9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8A55487-52F1-A449-8D7B-F3806BE2D105}"/>
              </a:ext>
            </a:extLst>
          </p:cNvPr>
          <p:cNvSpPr>
            <a:spLocks noGrp="1" noChangeArrowheads="1"/>
          </p:cNvSpPr>
          <p:nvPr>
            <p:ph type="title"/>
          </p:nvPr>
        </p:nvSpPr>
        <p:spPr bwMode="auto">
          <a:xfrm>
            <a:off x="685800" y="457200"/>
            <a:ext cx="77724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7C847538-DA64-994B-8402-39D4FE540499}"/>
              </a:ext>
            </a:extLst>
          </p:cNvPr>
          <p:cNvSpPr>
            <a:spLocks noGrp="1" noChangeArrowheads="1"/>
          </p:cNvSpPr>
          <p:nvPr>
            <p:ph type="body" idx="1"/>
          </p:nvPr>
        </p:nvSpPr>
        <p:spPr bwMode="auto">
          <a:xfrm>
            <a:off x="685800" y="1752600"/>
            <a:ext cx="7772400" cy="381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Rectangle 9"/>
          <p:cNvSpPr>
            <a:spLocks noChangeArrowheads="1"/>
          </p:cNvSpPr>
          <p:nvPr userDrawn="1"/>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cxnSp>
        <p:nvCxnSpPr>
          <p:cNvPr id="6" name="Straight Connector 5"/>
          <p:cNvCxnSpPr/>
          <p:nvPr userDrawn="1"/>
        </p:nvCxnSpPr>
        <p:spPr bwMode="auto">
          <a:xfrm>
            <a:off x="0" y="6019800"/>
            <a:ext cx="9144000" cy="0"/>
          </a:xfrm>
          <a:prstGeom prst="line">
            <a:avLst/>
          </a:prstGeom>
          <a:solidFill>
            <a:schemeClr val="accent1"/>
          </a:solidFill>
          <a:ln w="9525" cap="flat" cmpd="sng" algn="ctr">
            <a:solidFill>
              <a:srgbClr val="006699"/>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pic>
        <p:nvPicPr>
          <p:cNvPr id="3" name="Picture 2" descr="IT's Employment Logo: Explore VR IT'S Employment, Institute for Community Inclusion,UMass Boston"/>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767333" y="6074591"/>
            <a:ext cx="4014467" cy="760806"/>
          </a:xfrm>
          <a:prstGeom prst="rect">
            <a:avLst/>
          </a:prstGeom>
        </p:spPr>
      </p:pic>
    </p:spTree>
  </p:cSld>
  <p:clrMap bg1="lt1" tx1="dk1" bg2="lt2" tx2="dk2" accent1="accent1" accent2="accent2" accent3="accent3" accent4="accent4" accent5="accent5" accent6="accent6" hlink="hlink" folHlink="folHlink"/>
  <p:sldLayoutIdLst>
    <p:sldLayoutId id="2147483728" r:id="rId1"/>
    <p:sldLayoutId id="2147483730" r:id="rId2"/>
    <p:sldLayoutId id="2147483731" r:id="rId3"/>
  </p:sldLayoutIdLst>
  <p:hf hdr="0" ftr="0" dt="0"/>
  <p:txStyles>
    <p:titleStyle>
      <a:lvl1pPr algn="ctr" rtl="0" eaLnBrk="0" fontAlgn="base" hangingPunct="0">
        <a:spcBef>
          <a:spcPct val="0"/>
        </a:spcBef>
        <a:spcAft>
          <a:spcPct val="0"/>
        </a:spcAft>
        <a:defRPr sz="4000" b="1" i="0" kern="1200">
          <a:solidFill>
            <a:schemeClr val="tx2"/>
          </a:solidFill>
          <a:latin typeface="Myriad Pro"/>
          <a:ea typeface="+mj-ea"/>
          <a:cs typeface="Myriad Pro"/>
        </a:defRPr>
      </a:lvl1pPr>
      <a:lvl2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2pPr>
      <a:lvl3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3pPr>
      <a:lvl4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4pPr>
      <a:lvl5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5pPr>
      <a:lvl6pPr marL="457200" algn="ctr" rtl="0" fontAlgn="base">
        <a:spcBef>
          <a:spcPct val="0"/>
        </a:spcBef>
        <a:spcAft>
          <a:spcPct val="0"/>
        </a:spcAft>
        <a:defRPr sz="3200" b="1">
          <a:solidFill>
            <a:schemeClr val="tx2"/>
          </a:solidFill>
          <a:latin typeface="Verdana" panose="020B0604030504040204" pitchFamily="34" charset="0"/>
          <a:ea typeface="Osaka" pitchFamily="-88" charset="-128"/>
        </a:defRPr>
      </a:lvl6pPr>
      <a:lvl7pPr marL="914400" algn="ctr" rtl="0" fontAlgn="base">
        <a:spcBef>
          <a:spcPct val="0"/>
        </a:spcBef>
        <a:spcAft>
          <a:spcPct val="0"/>
        </a:spcAft>
        <a:defRPr sz="3200" b="1">
          <a:solidFill>
            <a:schemeClr val="tx2"/>
          </a:solidFill>
          <a:latin typeface="Verdana" panose="020B0604030504040204" pitchFamily="34" charset="0"/>
          <a:ea typeface="Osaka" pitchFamily="-88" charset="-128"/>
        </a:defRPr>
      </a:lvl7pPr>
      <a:lvl8pPr marL="1371600" algn="ctr" rtl="0" fontAlgn="base">
        <a:spcBef>
          <a:spcPct val="0"/>
        </a:spcBef>
        <a:spcAft>
          <a:spcPct val="0"/>
        </a:spcAft>
        <a:defRPr sz="3200" b="1">
          <a:solidFill>
            <a:schemeClr val="tx2"/>
          </a:solidFill>
          <a:latin typeface="Verdana" panose="020B0604030504040204" pitchFamily="34" charset="0"/>
          <a:ea typeface="Osaka" pitchFamily="-88" charset="-128"/>
        </a:defRPr>
      </a:lvl8pPr>
      <a:lvl9pPr marL="1828800" algn="ctr" rtl="0" fontAlgn="base">
        <a:spcBef>
          <a:spcPct val="0"/>
        </a:spcBef>
        <a:spcAft>
          <a:spcPct val="0"/>
        </a:spcAft>
        <a:defRPr sz="3200" b="1">
          <a:solidFill>
            <a:schemeClr val="tx2"/>
          </a:solidFill>
          <a:latin typeface="Verdana" panose="020B0604030504040204" pitchFamily="34" charset="0"/>
          <a:ea typeface="Osaka" pitchFamily="-88" charset="-128"/>
        </a:defRPr>
      </a:lvl9pPr>
    </p:titleStyle>
    <p:bodyStyle>
      <a:lvl1pPr marL="342900" indent="-342900" algn="l" rtl="0" eaLnBrk="0" fontAlgn="base" hangingPunct="0">
        <a:spcBef>
          <a:spcPct val="20000"/>
        </a:spcBef>
        <a:spcAft>
          <a:spcPct val="0"/>
        </a:spcAft>
        <a:buChar char="•"/>
        <a:defRPr sz="3200" b="1" i="0" kern="1200">
          <a:solidFill>
            <a:schemeClr val="tx1"/>
          </a:solidFill>
          <a:latin typeface="Myriad Pro"/>
          <a:ea typeface="+mn-ea"/>
          <a:cs typeface="Myriad Pro"/>
        </a:defRPr>
      </a:lvl1pPr>
      <a:lvl2pPr marL="742950" indent="-285750" algn="l" rtl="0" eaLnBrk="0" fontAlgn="base" hangingPunct="0">
        <a:spcBef>
          <a:spcPct val="20000"/>
        </a:spcBef>
        <a:spcAft>
          <a:spcPct val="0"/>
        </a:spcAft>
        <a:buChar char="–"/>
        <a:defRPr sz="2800" b="1" i="0" kern="1200">
          <a:solidFill>
            <a:schemeClr val="tx1"/>
          </a:solidFill>
          <a:latin typeface="Myriad Pro"/>
          <a:ea typeface="+mn-ea"/>
          <a:cs typeface="Myriad Pro"/>
        </a:defRPr>
      </a:lvl2pPr>
      <a:lvl3pPr marL="1143000" indent="-228600" algn="l" rtl="0" eaLnBrk="0" fontAlgn="base" hangingPunct="0">
        <a:spcBef>
          <a:spcPct val="20000"/>
        </a:spcBef>
        <a:spcAft>
          <a:spcPct val="0"/>
        </a:spcAft>
        <a:buChar char="•"/>
        <a:defRPr sz="2400" b="1" i="0" kern="1200">
          <a:solidFill>
            <a:schemeClr val="tx1"/>
          </a:solidFill>
          <a:latin typeface="Myriad Pro"/>
          <a:ea typeface="+mn-ea"/>
          <a:cs typeface="Myriad Pro"/>
        </a:defRPr>
      </a:lvl3pPr>
      <a:lvl4pPr marL="16002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4pPr>
      <a:lvl5pPr marL="20574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5396272"/>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92" r:id="rId3"/>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2717607"/>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896" r:id="rId17"/>
    <p:sldLayoutId id="2147483897" r:id="rId18"/>
  </p:sldLayoutIdLst>
  <p:hf hdr="0" ftr="0" dt="0"/>
  <p:txStyles>
    <p:titleStyle>
      <a:lvl1pPr algn="l" defTabSz="514337" rtl="0" eaLnBrk="1" latinLnBrk="0" hangingPunct="1">
        <a:lnSpc>
          <a:spcPct val="90000"/>
        </a:lnSpc>
        <a:spcBef>
          <a:spcPct val="0"/>
        </a:spcBef>
        <a:buNone/>
        <a:defRPr sz="1800" b="1" i="0" kern="1200" cap="all" baseline="0">
          <a:solidFill>
            <a:schemeClr val="tx1"/>
          </a:solidFill>
          <a:latin typeface="Arial" charset="0"/>
          <a:ea typeface="Arial" charset="0"/>
          <a:cs typeface="Arial" charset="0"/>
        </a:defRPr>
      </a:lvl1pPr>
    </p:titleStyle>
    <p:bodyStyle>
      <a:lvl1pPr marL="128585" indent="-128585" algn="l" defTabSz="514337" rtl="0" eaLnBrk="1" latinLnBrk="0" hangingPunct="1">
        <a:lnSpc>
          <a:spcPct val="90000"/>
        </a:lnSpc>
        <a:spcBef>
          <a:spcPts val="563"/>
        </a:spcBef>
        <a:buFont typeface="Arial"/>
        <a:buChar char="•"/>
        <a:defRPr sz="788" b="0" i="0" kern="1200">
          <a:solidFill>
            <a:srgbClr val="595959"/>
          </a:solidFill>
          <a:latin typeface="Arial" charset="0"/>
          <a:ea typeface="Arial" charset="0"/>
          <a:cs typeface="Arial" charset="0"/>
        </a:defRPr>
      </a:lvl1pPr>
      <a:lvl2pPr marL="385753"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2pPr>
      <a:lvl3pPr marL="642921"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3pPr>
      <a:lvl4pPr marL="900090"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4pPr>
      <a:lvl5pPr marL="1157259"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5pPr>
      <a:lvl6pPr marL="1414427"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6pPr>
      <a:lvl7pPr marL="1671596"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7pPr>
      <a:lvl8pPr marL="1928765"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8pPr>
      <a:lvl9pPr marL="2185933"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9pPr>
    </p:bodyStyle>
    <p:otherStyle>
      <a:defPPr>
        <a:defRPr lang="en-US"/>
      </a:defPPr>
      <a:lvl1pPr marL="0" algn="l" defTabSz="514337" rtl="0" eaLnBrk="1" latinLnBrk="0" hangingPunct="1">
        <a:defRPr sz="1013" kern="1200">
          <a:solidFill>
            <a:schemeClr val="tx1"/>
          </a:solidFill>
          <a:latin typeface="+mn-lt"/>
          <a:ea typeface="+mn-ea"/>
          <a:cs typeface="+mn-cs"/>
        </a:defRPr>
      </a:lvl1pPr>
      <a:lvl2pPr marL="257169" algn="l" defTabSz="514337" rtl="0" eaLnBrk="1" latinLnBrk="0" hangingPunct="1">
        <a:defRPr sz="1013" kern="1200">
          <a:solidFill>
            <a:schemeClr val="tx1"/>
          </a:solidFill>
          <a:latin typeface="+mn-lt"/>
          <a:ea typeface="+mn-ea"/>
          <a:cs typeface="+mn-cs"/>
        </a:defRPr>
      </a:lvl2pPr>
      <a:lvl3pPr marL="514337" algn="l" defTabSz="514337" rtl="0" eaLnBrk="1" latinLnBrk="0" hangingPunct="1">
        <a:defRPr sz="1013" kern="1200">
          <a:solidFill>
            <a:schemeClr val="tx1"/>
          </a:solidFill>
          <a:latin typeface="+mn-lt"/>
          <a:ea typeface="+mn-ea"/>
          <a:cs typeface="+mn-cs"/>
        </a:defRPr>
      </a:lvl3pPr>
      <a:lvl4pPr marL="771506" algn="l" defTabSz="514337" rtl="0" eaLnBrk="1" latinLnBrk="0" hangingPunct="1">
        <a:defRPr sz="1013" kern="1200">
          <a:solidFill>
            <a:schemeClr val="tx1"/>
          </a:solidFill>
          <a:latin typeface="+mn-lt"/>
          <a:ea typeface="+mn-ea"/>
          <a:cs typeface="+mn-cs"/>
        </a:defRPr>
      </a:lvl4pPr>
      <a:lvl5pPr marL="1028675" algn="l" defTabSz="514337" rtl="0" eaLnBrk="1" latinLnBrk="0" hangingPunct="1">
        <a:defRPr sz="1013" kern="1200">
          <a:solidFill>
            <a:schemeClr val="tx1"/>
          </a:solidFill>
          <a:latin typeface="+mn-lt"/>
          <a:ea typeface="+mn-ea"/>
          <a:cs typeface="+mn-cs"/>
        </a:defRPr>
      </a:lvl5pPr>
      <a:lvl6pPr marL="1285843" algn="l" defTabSz="514337" rtl="0" eaLnBrk="1" latinLnBrk="0" hangingPunct="1">
        <a:defRPr sz="1013" kern="1200">
          <a:solidFill>
            <a:schemeClr val="tx1"/>
          </a:solidFill>
          <a:latin typeface="+mn-lt"/>
          <a:ea typeface="+mn-ea"/>
          <a:cs typeface="+mn-cs"/>
        </a:defRPr>
      </a:lvl6pPr>
      <a:lvl7pPr marL="1543011" algn="l" defTabSz="514337" rtl="0" eaLnBrk="1" latinLnBrk="0" hangingPunct="1">
        <a:defRPr sz="1013" kern="1200">
          <a:solidFill>
            <a:schemeClr val="tx1"/>
          </a:solidFill>
          <a:latin typeface="+mn-lt"/>
          <a:ea typeface="+mn-ea"/>
          <a:cs typeface="+mn-cs"/>
        </a:defRPr>
      </a:lvl7pPr>
      <a:lvl8pPr marL="1800180" algn="l" defTabSz="514337" rtl="0" eaLnBrk="1" latinLnBrk="0" hangingPunct="1">
        <a:defRPr sz="1013" kern="1200">
          <a:solidFill>
            <a:schemeClr val="tx1"/>
          </a:solidFill>
          <a:latin typeface="+mn-lt"/>
          <a:ea typeface="+mn-ea"/>
          <a:cs typeface="+mn-cs"/>
        </a:defRPr>
      </a:lvl8pPr>
      <a:lvl9pPr marL="2057349" algn="l" defTabSz="514337" rtl="0" eaLnBrk="1" latinLnBrk="0" hangingPunct="1">
        <a:defRPr sz="101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8334089"/>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898" r:id="rId17"/>
    <p:sldLayoutId id="2147483899" r:id="rId18"/>
  </p:sldLayoutIdLst>
  <p:hf hdr="0" ftr="0" dt="0"/>
  <p:txStyles>
    <p:titleStyle>
      <a:lvl1pPr algn="l" defTabSz="514337" rtl="0" eaLnBrk="1" latinLnBrk="0" hangingPunct="1">
        <a:lnSpc>
          <a:spcPct val="90000"/>
        </a:lnSpc>
        <a:spcBef>
          <a:spcPct val="0"/>
        </a:spcBef>
        <a:buNone/>
        <a:defRPr sz="1800" b="1" i="0" kern="1200" cap="all" baseline="0">
          <a:solidFill>
            <a:schemeClr val="tx1"/>
          </a:solidFill>
          <a:latin typeface="Arial" charset="0"/>
          <a:ea typeface="Arial" charset="0"/>
          <a:cs typeface="Arial" charset="0"/>
        </a:defRPr>
      </a:lvl1pPr>
    </p:titleStyle>
    <p:bodyStyle>
      <a:lvl1pPr marL="128585" indent="-128585" algn="l" defTabSz="514337" rtl="0" eaLnBrk="1" latinLnBrk="0" hangingPunct="1">
        <a:lnSpc>
          <a:spcPct val="90000"/>
        </a:lnSpc>
        <a:spcBef>
          <a:spcPts val="563"/>
        </a:spcBef>
        <a:buFont typeface="Arial"/>
        <a:buChar char="•"/>
        <a:defRPr sz="788" b="0" i="0" kern="1200">
          <a:solidFill>
            <a:srgbClr val="595959"/>
          </a:solidFill>
          <a:latin typeface="Arial" charset="0"/>
          <a:ea typeface="Arial" charset="0"/>
          <a:cs typeface="Arial" charset="0"/>
        </a:defRPr>
      </a:lvl1pPr>
      <a:lvl2pPr marL="385753"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2pPr>
      <a:lvl3pPr marL="642921"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3pPr>
      <a:lvl4pPr marL="900090"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4pPr>
      <a:lvl5pPr marL="1157259"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5pPr>
      <a:lvl6pPr marL="1414427"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6pPr>
      <a:lvl7pPr marL="1671596"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7pPr>
      <a:lvl8pPr marL="1928765"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8pPr>
      <a:lvl9pPr marL="2185933"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9pPr>
    </p:bodyStyle>
    <p:otherStyle>
      <a:defPPr>
        <a:defRPr lang="en-US"/>
      </a:defPPr>
      <a:lvl1pPr marL="0" algn="l" defTabSz="514337" rtl="0" eaLnBrk="1" latinLnBrk="0" hangingPunct="1">
        <a:defRPr sz="1013" kern="1200">
          <a:solidFill>
            <a:schemeClr val="tx1"/>
          </a:solidFill>
          <a:latin typeface="+mn-lt"/>
          <a:ea typeface="+mn-ea"/>
          <a:cs typeface="+mn-cs"/>
        </a:defRPr>
      </a:lvl1pPr>
      <a:lvl2pPr marL="257169" algn="l" defTabSz="514337" rtl="0" eaLnBrk="1" latinLnBrk="0" hangingPunct="1">
        <a:defRPr sz="1013" kern="1200">
          <a:solidFill>
            <a:schemeClr val="tx1"/>
          </a:solidFill>
          <a:latin typeface="+mn-lt"/>
          <a:ea typeface="+mn-ea"/>
          <a:cs typeface="+mn-cs"/>
        </a:defRPr>
      </a:lvl2pPr>
      <a:lvl3pPr marL="514337" algn="l" defTabSz="514337" rtl="0" eaLnBrk="1" latinLnBrk="0" hangingPunct="1">
        <a:defRPr sz="1013" kern="1200">
          <a:solidFill>
            <a:schemeClr val="tx1"/>
          </a:solidFill>
          <a:latin typeface="+mn-lt"/>
          <a:ea typeface="+mn-ea"/>
          <a:cs typeface="+mn-cs"/>
        </a:defRPr>
      </a:lvl3pPr>
      <a:lvl4pPr marL="771506" algn="l" defTabSz="514337" rtl="0" eaLnBrk="1" latinLnBrk="0" hangingPunct="1">
        <a:defRPr sz="1013" kern="1200">
          <a:solidFill>
            <a:schemeClr val="tx1"/>
          </a:solidFill>
          <a:latin typeface="+mn-lt"/>
          <a:ea typeface="+mn-ea"/>
          <a:cs typeface="+mn-cs"/>
        </a:defRPr>
      </a:lvl4pPr>
      <a:lvl5pPr marL="1028675" algn="l" defTabSz="514337" rtl="0" eaLnBrk="1" latinLnBrk="0" hangingPunct="1">
        <a:defRPr sz="1013" kern="1200">
          <a:solidFill>
            <a:schemeClr val="tx1"/>
          </a:solidFill>
          <a:latin typeface="+mn-lt"/>
          <a:ea typeface="+mn-ea"/>
          <a:cs typeface="+mn-cs"/>
        </a:defRPr>
      </a:lvl5pPr>
      <a:lvl6pPr marL="1285843" algn="l" defTabSz="514337" rtl="0" eaLnBrk="1" latinLnBrk="0" hangingPunct="1">
        <a:defRPr sz="1013" kern="1200">
          <a:solidFill>
            <a:schemeClr val="tx1"/>
          </a:solidFill>
          <a:latin typeface="+mn-lt"/>
          <a:ea typeface="+mn-ea"/>
          <a:cs typeface="+mn-cs"/>
        </a:defRPr>
      </a:lvl6pPr>
      <a:lvl7pPr marL="1543011" algn="l" defTabSz="514337" rtl="0" eaLnBrk="1" latinLnBrk="0" hangingPunct="1">
        <a:defRPr sz="1013" kern="1200">
          <a:solidFill>
            <a:schemeClr val="tx1"/>
          </a:solidFill>
          <a:latin typeface="+mn-lt"/>
          <a:ea typeface="+mn-ea"/>
          <a:cs typeface="+mn-cs"/>
        </a:defRPr>
      </a:lvl7pPr>
      <a:lvl8pPr marL="1800180" algn="l" defTabSz="514337" rtl="0" eaLnBrk="1" latinLnBrk="0" hangingPunct="1">
        <a:defRPr sz="1013" kern="1200">
          <a:solidFill>
            <a:schemeClr val="tx1"/>
          </a:solidFill>
          <a:latin typeface="+mn-lt"/>
          <a:ea typeface="+mn-ea"/>
          <a:cs typeface="+mn-cs"/>
        </a:defRPr>
      </a:lvl8pPr>
      <a:lvl9pPr marL="2057349" algn="l" defTabSz="514337" rtl="0" eaLnBrk="1" latinLnBrk="0" hangingPunct="1">
        <a:defRPr sz="1013"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708191567"/>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3" r:id="rId12"/>
    <p:sldLayoutId id="2147483900"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8A55487-52F1-A449-8D7B-F3806BE2D105}"/>
              </a:ext>
            </a:extLst>
          </p:cNvPr>
          <p:cNvSpPr>
            <a:spLocks noGrp="1" noChangeArrowheads="1"/>
          </p:cNvSpPr>
          <p:nvPr>
            <p:ph type="title"/>
          </p:nvPr>
        </p:nvSpPr>
        <p:spPr bwMode="auto">
          <a:xfrm>
            <a:off x="685800" y="457200"/>
            <a:ext cx="77724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7C847538-DA64-994B-8402-39D4FE540499}"/>
              </a:ext>
            </a:extLst>
          </p:cNvPr>
          <p:cNvSpPr>
            <a:spLocks noGrp="1" noChangeArrowheads="1"/>
          </p:cNvSpPr>
          <p:nvPr>
            <p:ph type="body" idx="1"/>
          </p:nvPr>
        </p:nvSpPr>
        <p:spPr bwMode="auto">
          <a:xfrm>
            <a:off x="685800" y="1752600"/>
            <a:ext cx="7772400" cy="3810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extLst>
      <p:ext uri="{BB962C8B-B14F-4D97-AF65-F5344CB8AC3E}">
        <p14:creationId xmlns:p14="http://schemas.microsoft.com/office/powerpoint/2010/main" val="1667119015"/>
      </p:ext>
    </p:extLst>
  </p:cSld>
  <p:clrMap bg1="lt1" tx1="dk1" bg2="lt2" tx2="dk2" accent1="accent1" accent2="accent2" accent3="accent3" accent4="accent4" accent5="accent5" accent6="accent6" hlink="hlink" folHlink="folHlink"/>
  <p:sldLayoutIdLst>
    <p:sldLayoutId id="2147483855" r:id="rId1"/>
    <p:sldLayoutId id="2147483856" r:id="rId2"/>
    <p:sldLayoutId id="2147483857" r:id="rId3"/>
    <p:sldLayoutId id="2147483858" r:id="rId4"/>
    <p:sldLayoutId id="2147483859" r:id="rId5"/>
  </p:sldLayoutIdLst>
  <p:hf hdr="0" ftr="0" dt="0"/>
  <p:txStyles>
    <p:titleStyle>
      <a:lvl1pPr algn="ctr" rtl="0" eaLnBrk="0" fontAlgn="base" hangingPunct="0">
        <a:spcBef>
          <a:spcPct val="0"/>
        </a:spcBef>
        <a:spcAft>
          <a:spcPct val="0"/>
        </a:spcAft>
        <a:defRPr sz="3200" b="1" kern="1200">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2pPr>
      <a:lvl3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3pPr>
      <a:lvl4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4pPr>
      <a:lvl5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5pPr>
      <a:lvl6pPr marL="457200" algn="ctr" rtl="0" fontAlgn="base">
        <a:spcBef>
          <a:spcPct val="0"/>
        </a:spcBef>
        <a:spcAft>
          <a:spcPct val="0"/>
        </a:spcAft>
        <a:defRPr sz="3200" b="1">
          <a:solidFill>
            <a:schemeClr val="tx2"/>
          </a:solidFill>
          <a:latin typeface="Verdana" panose="020B0604030504040204" pitchFamily="34" charset="0"/>
          <a:ea typeface="Osaka" pitchFamily="-88" charset="-128"/>
        </a:defRPr>
      </a:lvl6pPr>
      <a:lvl7pPr marL="914400" algn="ctr" rtl="0" fontAlgn="base">
        <a:spcBef>
          <a:spcPct val="0"/>
        </a:spcBef>
        <a:spcAft>
          <a:spcPct val="0"/>
        </a:spcAft>
        <a:defRPr sz="3200" b="1">
          <a:solidFill>
            <a:schemeClr val="tx2"/>
          </a:solidFill>
          <a:latin typeface="Verdana" panose="020B0604030504040204" pitchFamily="34" charset="0"/>
          <a:ea typeface="Osaka" pitchFamily="-88" charset="-128"/>
        </a:defRPr>
      </a:lvl7pPr>
      <a:lvl8pPr marL="1371600" algn="ctr" rtl="0" fontAlgn="base">
        <a:spcBef>
          <a:spcPct val="0"/>
        </a:spcBef>
        <a:spcAft>
          <a:spcPct val="0"/>
        </a:spcAft>
        <a:defRPr sz="3200" b="1">
          <a:solidFill>
            <a:schemeClr val="tx2"/>
          </a:solidFill>
          <a:latin typeface="Verdana" panose="020B0604030504040204" pitchFamily="34" charset="0"/>
          <a:ea typeface="Osaka" pitchFamily="-88" charset="-128"/>
        </a:defRPr>
      </a:lvl8pPr>
      <a:lvl9pPr marL="1828800" algn="ctr" rtl="0" fontAlgn="base">
        <a:spcBef>
          <a:spcPct val="0"/>
        </a:spcBef>
        <a:spcAft>
          <a:spcPct val="0"/>
        </a:spcAft>
        <a:defRPr sz="3200" b="1">
          <a:solidFill>
            <a:schemeClr val="tx2"/>
          </a:solidFill>
          <a:latin typeface="Verdana" panose="020B0604030504040204" pitchFamily="34" charset="0"/>
          <a:ea typeface="Osaka" pitchFamily="-88" charset="-128"/>
        </a:defRPr>
      </a:lvl9pPr>
    </p:titleStyle>
    <p:bodyStyle>
      <a:lvl1pPr marL="342900" indent="-342900" algn="l" rtl="0" eaLnBrk="0" fontAlgn="base" hangingPunct="0">
        <a:spcBef>
          <a:spcPct val="20000"/>
        </a:spcBef>
        <a:spcAft>
          <a:spcPct val="0"/>
        </a:spcAft>
        <a:buChar char="•"/>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b="1"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b="1"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eaLnBrk="1" fontAlgn="auto" hangingPunct="1">
              <a:spcBef>
                <a:spcPts val="0"/>
              </a:spcBef>
              <a:spcAft>
                <a:spcPts val="0"/>
              </a:spcAft>
            </a:pPr>
            <a:endParaRPr lang="en-US" b="0">
              <a:solidFill>
                <a:prstClr val="black">
                  <a:tint val="75000"/>
                </a:prstClr>
              </a:solidFill>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eaLnBrk="1" fontAlgn="auto" hangingPunct="1">
              <a:spcBef>
                <a:spcPts val="0"/>
              </a:spcBef>
              <a:spcAft>
                <a:spcPts val="0"/>
              </a:spcAft>
            </a:pPr>
            <a:endParaRPr lang="en-US" b="0">
              <a:solidFill>
                <a:prstClr val="black">
                  <a:tint val="75000"/>
                </a:prstClr>
              </a:solidFill>
              <a:latin typeface="Calibri"/>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eaLnBrk="1" fontAlgn="auto" hangingPunct="1">
              <a:spcBef>
                <a:spcPts val="0"/>
              </a:spcBef>
              <a:spcAft>
                <a:spcPts val="0"/>
              </a:spcAft>
            </a:pPr>
            <a:fld id="{5052E6B4-2895-484C-BD31-05CEE0B12703}" type="slidenum">
              <a:rPr lang="en-US" b="0" smtClean="0">
                <a:solidFill>
                  <a:prstClr val="black">
                    <a:tint val="75000"/>
                  </a:prstClr>
                </a:solidFill>
                <a:latin typeface="Calibri"/>
                <a:ea typeface="+mn-ea"/>
                <a:cs typeface="+mn-cs"/>
              </a:rPr>
              <a:pPr defTabSz="457200" eaLnBrk="1" fontAlgn="auto" hangingPunct="1">
                <a:spcBef>
                  <a:spcPts val="0"/>
                </a:spcBef>
                <a:spcAft>
                  <a:spcPts val="0"/>
                </a:spcAft>
              </a:pPr>
              <a:t>‹#›</a:t>
            </a:fld>
            <a:endParaRPr lang="en-US" b="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3216312361"/>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 id="2147483866" r:id="rId6"/>
    <p:sldLayoutId id="2147483867" r:id="rId7"/>
    <p:sldLayoutId id="2147483868" r:id="rId8"/>
    <p:sldLayoutId id="2147483869" r:id="rId9"/>
    <p:sldLayoutId id="2147483870" r:id="rId10"/>
    <p:sldLayoutId id="2147483871" r:id="rId11"/>
    <p:sldLayoutId id="2147483913"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6BF95BF-52DD-7040-BBE0-65305A53ED8F}"/>
              </a:ext>
            </a:extLst>
          </p:cNvPr>
          <p:cNvSpPr/>
          <p:nvPr/>
        </p:nvSpPr>
        <p:spPr>
          <a:xfrm>
            <a:off x="0" y="220663"/>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2" name="Title Placeholder 1">
            <a:extLst>
              <a:ext uri="{FF2B5EF4-FFF2-40B4-BE49-F238E27FC236}">
                <a16:creationId xmlns:a16="http://schemas.microsoft.com/office/drawing/2014/main" id="{154CC057-C9FB-8249-BE44-B93F2594C766}"/>
              </a:ext>
            </a:extLst>
          </p:cNvPr>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028" name="Text Placeholder 2">
            <a:extLst>
              <a:ext uri="{FF2B5EF4-FFF2-40B4-BE49-F238E27FC236}">
                <a16:creationId xmlns:a16="http://schemas.microsoft.com/office/drawing/2014/main" id="{9E46DAB4-0618-EC44-969F-CBC328E9929F}"/>
              </a:ext>
            </a:extLst>
          </p:cNvPr>
          <p:cNvSpPr>
            <a:spLocks noGrp="1"/>
          </p:cNvSpPr>
          <p:nvPr>
            <p:ph type="body" idx="1"/>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Rectangle 6">
            <a:extLst>
              <a:ext uri="{FF2B5EF4-FFF2-40B4-BE49-F238E27FC236}">
                <a16:creationId xmlns:a16="http://schemas.microsoft.com/office/drawing/2014/main" id="{4B54919F-5409-6E45-B80E-25314159942D}"/>
              </a:ext>
            </a:extLst>
          </p:cNvPr>
          <p:cNvSpPr/>
          <p:nvPr/>
        </p:nvSpPr>
        <p:spPr>
          <a:xfrm>
            <a:off x="0" y="0"/>
            <a:ext cx="9144000" cy="365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p>
        </p:txBody>
      </p:sp>
      <p:sp>
        <p:nvSpPr>
          <p:cNvPr id="4" name="Date Placeholder 3">
            <a:extLst>
              <a:ext uri="{FF2B5EF4-FFF2-40B4-BE49-F238E27FC236}">
                <a16:creationId xmlns:a16="http://schemas.microsoft.com/office/drawing/2014/main" id="{3541D3B3-9536-7B41-8EAB-F406F1CD9012}"/>
              </a:ext>
            </a:extLst>
          </p:cNvPr>
          <p:cNvSpPr>
            <a:spLocks noGrp="1"/>
          </p:cNvSpPr>
          <p:nvPr>
            <p:ph type="dt" sz="half" idx="2"/>
          </p:nvPr>
        </p:nvSpPr>
        <p:spPr>
          <a:xfrm>
            <a:off x="457200" y="19051"/>
            <a:ext cx="2895600" cy="328613"/>
          </a:xfrm>
          <a:prstGeom prst="rect">
            <a:avLst/>
          </a:prstGeom>
        </p:spPr>
        <p:txBody>
          <a:bodyPr vert="horz" lIns="91440" tIns="45720" rIns="91440" bIns="45720" rtlCol="0" anchor="ctr"/>
          <a:lstStyle>
            <a:lvl1pPr algn="l">
              <a:defRPr sz="1200">
                <a:solidFill>
                  <a:srgbClr val="FFFFFF"/>
                </a:solidFill>
                <a:latin typeface="Book Antiqua" charset="0"/>
                <a:ea typeface="ＭＳ Ｐゴシック" charset="0"/>
                <a:cs typeface="ＭＳ Ｐゴシック" charset="0"/>
              </a:defRPr>
            </a:lvl1pPr>
          </a:lstStyle>
          <a:p>
            <a:pPr>
              <a:defRPr/>
            </a:pPr>
            <a:endParaRPr lang="en-US" dirty="0"/>
          </a:p>
        </p:txBody>
      </p:sp>
      <p:sp>
        <p:nvSpPr>
          <p:cNvPr id="5" name="Footer Placeholder 4">
            <a:extLst>
              <a:ext uri="{FF2B5EF4-FFF2-40B4-BE49-F238E27FC236}">
                <a16:creationId xmlns:a16="http://schemas.microsoft.com/office/drawing/2014/main" id="{96BE581D-B9A6-D64C-ABC9-74DDA3CD25AC}"/>
              </a:ext>
            </a:extLst>
          </p:cNvPr>
          <p:cNvSpPr>
            <a:spLocks noGrp="1"/>
          </p:cNvSpPr>
          <p:nvPr>
            <p:ph type="ftr" sz="quarter" idx="3"/>
          </p:nvPr>
        </p:nvSpPr>
        <p:spPr>
          <a:xfrm>
            <a:off x="3429000" y="19051"/>
            <a:ext cx="4114800" cy="328613"/>
          </a:xfrm>
          <a:prstGeom prst="rect">
            <a:avLst/>
          </a:prstGeom>
        </p:spPr>
        <p:txBody>
          <a:bodyPr vert="horz" lIns="91440" tIns="45720" rIns="91440" bIns="45720" rtlCol="0" anchor="ctr"/>
          <a:lstStyle>
            <a:lvl1pPr algn="r">
              <a:defRPr sz="1200">
                <a:solidFill>
                  <a:srgbClr val="FFFFFF"/>
                </a:solidFill>
                <a:latin typeface="Book Antiqua"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E2DD885B-B15E-0B46-9712-27FA12704D23}"/>
              </a:ext>
            </a:extLst>
          </p:cNvPr>
          <p:cNvSpPr>
            <a:spLocks noGrp="1"/>
          </p:cNvSpPr>
          <p:nvPr>
            <p:ph type="sldNum" sz="quarter" idx="4"/>
          </p:nvPr>
        </p:nvSpPr>
        <p:spPr>
          <a:xfrm>
            <a:off x="7620000" y="19051"/>
            <a:ext cx="1066800" cy="328613"/>
          </a:xfrm>
          <a:prstGeom prst="rect">
            <a:avLst/>
          </a:prstGeom>
        </p:spPr>
        <p:txBody>
          <a:bodyPr vert="horz" wrap="square" lIns="91440" tIns="45720" rIns="91440" bIns="45720" numCol="1" anchor="ctr" anchorCtr="0" compatLnSpc="1">
            <a:prstTxWarp prst="textNoShape">
              <a:avLst/>
            </a:prstTxWarp>
          </a:bodyPr>
          <a:lstStyle>
            <a:lvl1pPr>
              <a:defRPr sz="1400" b="1" smtClean="0">
                <a:solidFill>
                  <a:srgbClr val="FFFFFF"/>
                </a:solidFill>
              </a:defRPr>
            </a:lvl1pPr>
          </a:lstStyle>
          <a:p>
            <a:pPr>
              <a:defRPr/>
            </a:pPr>
            <a:fld id="{75740777-AA5D-AC4C-B229-82B7C56FA244}" type="slidenum">
              <a:rPr lang="en-US" altLang="en-US"/>
              <a:pPr>
                <a:defRPr/>
              </a:pPr>
              <a:t>‹#›</a:t>
            </a:fld>
            <a:endParaRPr lang="en-US" altLang="en-US"/>
          </a:p>
        </p:txBody>
      </p:sp>
    </p:spTree>
    <p:extLst>
      <p:ext uri="{BB962C8B-B14F-4D97-AF65-F5344CB8AC3E}">
        <p14:creationId xmlns:p14="http://schemas.microsoft.com/office/powerpoint/2010/main" val="1562955610"/>
      </p:ext>
    </p:extLst>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0" r:id="rId6"/>
    <p:sldLayoutId id="2147483891" r:id="rId7"/>
    <p:sldLayoutId id="2147483892" r:id="rId8"/>
    <p:sldLayoutId id="2147483893" r:id="rId9"/>
    <p:sldLayoutId id="2147483894" r:id="rId10"/>
    <p:sldLayoutId id="2147483895" r:id="rId11"/>
  </p:sldLayoutIdLst>
  <p:hf hdr="0" ftr="0" dt="0"/>
  <p:txStyles>
    <p:titleStyle>
      <a:lvl1pPr algn="l" rtl="0" eaLnBrk="0" fontAlgn="base" hangingPunct="0">
        <a:spcBef>
          <a:spcPct val="0"/>
        </a:spcBef>
        <a:spcAft>
          <a:spcPct val="0"/>
        </a:spcAft>
        <a:defRPr sz="4000" kern="1200" spc="-1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Arial" charset="0"/>
          <a:ea typeface="ＭＳ Ｐゴシック" charset="0"/>
          <a:cs typeface="ＭＳ Ｐゴシック" charset="0"/>
        </a:defRPr>
      </a:lvl5pPr>
      <a:lvl6pPr marL="457189" algn="l" rtl="0" fontAlgn="base">
        <a:spcBef>
          <a:spcPct val="0"/>
        </a:spcBef>
        <a:spcAft>
          <a:spcPct val="0"/>
        </a:spcAft>
        <a:defRPr sz="4000">
          <a:solidFill>
            <a:schemeClr val="tx2"/>
          </a:solidFill>
          <a:latin typeface="Arial" charset="0"/>
          <a:ea typeface="ＭＳ Ｐゴシック" charset="0"/>
          <a:cs typeface="ＭＳ Ｐゴシック" charset="0"/>
        </a:defRPr>
      </a:lvl6pPr>
      <a:lvl7pPr marL="914377" algn="l" rtl="0" fontAlgn="base">
        <a:spcBef>
          <a:spcPct val="0"/>
        </a:spcBef>
        <a:spcAft>
          <a:spcPct val="0"/>
        </a:spcAft>
        <a:defRPr sz="4000">
          <a:solidFill>
            <a:schemeClr val="tx2"/>
          </a:solidFill>
          <a:latin typeface="Arial" charset="0"/>
          <a:ea typeface="ＭＳ Ｐゴシック" charset="0"/>
          <a:cs typeface="ＭＳ Ｐゴシック" charset="0"/>
        </a:defRPr>
      </a:lvl7pPr>
      <a:lvl8pPr marL="1371566" algn="l" rtl="0" fontAlgn="base">
        <a:spcBef>
          <a:spcPct val="0"/>
        </a:spcBef>
        <a:spcAft>
          <a:spcPct val="0"/>
        </a:spcAft>
        <a:defRPr sz="4000">
          <a:solidFill>
            <a:schemeClr val="tx2"/>
          </a:solidFill>
          <a:latin typeface="Arial" charset="0"/>
          <a:ea typeface="ＭＳ Ｐゴシック" charset="0"/>
          <a:cs typeface="ＭＳ Ｐゴシック" charset="0"/>
        </a:defRPr>
      </a:lvl8pPr>
      <a:lvl9pPr marL="1828754" algn="l" rtl="0" fontAlgn="base">
        <a:spcBef>
          <a:spcPct val="0"/>
        </a:spcBef>
        <a:spcAft>
          <a:spcPct val="0"/>
        </a:spcAft>
        <a:defRPr sz="4000">
          <a:solidFill>
            <a:schemeClr val="tx2"/>
          </a:solidFill>
          <a:latin typeface="Arial" charset="0"/>
          <a:ea typeface="ＭＳ Ｐゴシック" charset="0"/>
          <a:cs typeface="ＭＳ Ｐゴシック" charset="0"/>
        </a:defRPr>
      </a:lvl9pPr>
    </p:titleStyle>
    <p:bodyStyle>
      <a:lvl1pPr marL="182558" indent="-182558" algn="l" rtl="0" eaLnBrk="0" fontAlgn="base" hangingPunct="0">
        <a:spcBef>
          <a:spcPct val="20000"/>
        </a:spcBef>
        <a:spcAft>
          <a:spcPct val="0"/>
        </a:spcAft>
        <a:buClr>
          <a:schemeClr val="accent1"/>
        </a:buClr>
        <a:buSzPct val="85000"/>
        <a:buFont typeface="Arial" panose="020B0604020202020204" pitchFamily="34" charset="0"/>
        <a:buChar char="•"/>
        <a:defRPr sz="2400" kern="1200">
          <a:solidFill>
            <a:schemeClr val="tx1"/>
          </a:solidFill>
          <a:latin typeface="+mn-lt"/>
          <a:ea typeface="ＭＳ Ｐゴシック" charset="0"/>
          <a:cs typeface="ＭＳ Ｐゴシック" charset="0"/>
        </a:defRPr>
      </a:lvl1pPr>
      <a:lvl2pPr marL="457189" indent="-182558" algn="l" rtl="0" eaLnBrk="0" fontAlgn="base" hangingPunct="0">
        <a:spcBef>
          <a:spcPct val="20000"/>
        </a:spcBef>
        <a:spcAft>
          <a:spcPct val="0"/>
        </a:spcAft>
        <a:buClr>
          <a:schemeClr val="accent1"/>
        </a:buClr>
        <a:buSzPct val="85000"/>
        <a:buFont typeface="Wingdings" pitchFamily="2" charset="2"/>
        <a:buChar char="Ø"/>
        <a:defRPr sz="2000" kern="1200">
          <a:solidFill>
            <a:schemeClr val="tx1"/>
          </a:solidFill>
          <a:latin typeface="+mn-lt"/>
          <a:ea typeface="ＭＳ Ｐゴシック" charset="0"/>
          <a:cs typeface="+mn-cs"/>
        </a:defRPr>
      </a:lvl2pPr>
      <a:lvl3pPr marL="730232" indent="-182558" algn="l" rtl="0" eaLnBrk="0" fontAlgn="base" hangingPunct="0">
        <a:spcBef>
          <a:spcPct val="20000"/>
        </a:spcBef>
        <a:spcAft>
          <a:spcPct val="0"/>
        </a:spcAft>
        <a:buClr>
          <a:schemeClr val="accent1"/>
        </a:buClr>
        <a:buSzPct val="90000"/>
        <a:buFont typeface="Arial" panose="020B0604020202020204" pitchFamily="34" charset="0"/>
        <a:buChar char="•"/>
        <a:defRPr kern="1200">
          <a:solidFill>
            <a:schemeClr val="tx1"/>
          </a:solidFill>
          <a:latin typeface="+mn-lt"/>
          <a:ea typeface="ＭＳ Ｐゴシック" charset="0"/>
          <a:cs typeface="+mn-cs"/>
        </a:defRPr>
      </a:lvl3pPr>
      <a:lvl4pPr marL="1004863" indent="-182558" algn="l" rtl="0" eaLnBrk="0" fontAlgn="base" hangingPunct="0">
        <a:spcBef>
          <a:spcPct val="20000"/>
        </a:spcBef>
        <a:spcAft>
          <a:spcPct val="0"/>
        </a:spcAft>
        <a:buClr>
          <a:schemeClr val="accent1"/>
        </a:buClr>
        <a:buFont typeface="Arial" panose="020B0604020202020204" pitchFamily="34" charset="0"/>
        <a:buChar char="•"/>
        <a:defRPr sz="1600" kern="1200">
          <a:solidFill>
            <a:schemeClr val="tx1"/>
          </a:solidFill>
          <a:latin typeface="+mn-lt"/>
          <a:ea typeface="ＭＳ Ｐゴシック" charset="0"/>
          <a:cs typeface="+mn-cs"/>
        </a:defRPr>
      </a:lvl4pPr>
      <a:lvl5pPr marL="1187421" indent="-136522" algn="l" rtl="0" eaLnBrk="0" fontAlgn="base" hangingPunct="0">
        <a:spcBef>
          <a:spcPct val="20000"/>
        </a:spcBef>
        <a:spcAft>
          <a:spcPct val="0"/>
        </a:spcAft>
        <a:buClr>
          <a:schemeClr val="accent1"/>
        </a:buClr>
        <a:buSzPct val="100000"/>
        <a:buFont typeface="Arial" panose="020B0604020202020204" pitchFamily="34" charset="0"/>
        <a:buChar char="•"/>
        <a:defRPr sz="1400" kern="1200">
          <a:solidFill>
            <a:schemeClr val="tx1"/>
          </a:solidFill>
          <a:latin typeface="+mn-lt"/>
          <a:ea typeface="ＭＳ Ｐゴシック" charset="0"/>
          <a:cs typeface="+mn-cs"/>
        </a:defRPr>
      </a:lvl5pPr>
      <a:lvl6pPr marL="1371566" indent="-182875" algn="l" defTabSz="914377"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41" indent="-182875" algn="l" defTabSz="914377"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17" indent="-182875" algn="l" defTabSz="914377"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192" indent="-182875" algn="l" defTabSz="914377"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pattFill prst="lg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7CCB52-5D48-470B-B8DA-D8134110C94D}" type="slidenum">
              <a:rPr lang="en-US" smtClean="0"/>
              <a:t>‹#›</a:t>
            </a:fld>
            <a:endParaRPr lang="en-US"/>
          </a:p>
        </p:txBody>
      </p:sp>
    </p:spTree>
    <p:extLst>
      <p:ext uri="{BB962C8B-B14F-4D97-AF65-F5344CB8AC3E}">
        <p14:creationId xmlns:p14="http://schemas.microsoft.com/office/powerpoint/2010/main" val="4142567043"/>
      </p:ext>
    </p:extLst>
  </p:cSld>
  <p:clrMap bg1="lt1" tx1="dk1" bg2="lt2" tx2="dk2" accent1="accent1" accent2="accent2" accent3="accent3" accent4="accent4" accent5="accent5" accent6="accent6" hlink="hlink" folHlink="folHlink"/>
  <p:sldLayoutIdLst>
    <p:sldLayoutId id="2147483902" r:id="rId1"/>
    <p:sldLayoutId id="2147483903" r:id="rId2"/>
    <p:sldLayoutId id="2147483904" r:id="rId3"/>
    <p:sldLayoutId id="2147483905" r:id="rId4"/>
    <p:sldLayoutId id="2147483906" r:id="rId5"/>
    <p:sldLayoutId id="2147483907" r:id="rId6"/>
    <p:sldLayoutId id="2147483908" r:id="rId7"/>
    <p:sldLayoutId id="2147483909" r:id="rId8"/>
    <p:sldLayoutId id="2147483910" r:id="rId9"/>
    <p:sldLayoutId id="2147483911" r:id="rId10"/>
    <p:sldLayoutId id="2147483912"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54.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54.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2.xml"/></Relationships>
</file>

<file path=ppt/slides/_rels/slide7.xml.rels><?xml version="1.0" encoding="UTF-8" standalone="yes"?>
<Relationships xmlns="http://schemas.openxmlformats.org/package/2006/relationships"><Relationship Id="rId8" Type="http://schemas.openxmlformats.org/officeDocument/2006/relationships/image" Target="../media/image14.jpg"/><Relationship Id="rId13" Type="http://schemas.openxmlformats.org/officeDocument/2006/relationships/image" Target="../media/image17.png"/><Relationship Id="rId18" Type="http://schemas.openxmlformats.org/officeDocument/2006/relationships/hyperlink" Target="https://creativecommons.org/licenses/by-sa/3.0/" TargetMode="External"/><Relationship Id="rId3" Type="http://schemas.openxmlformats.org/officeDocument/2006/relationships/image" Target="../media/image11.jpeg"/><Relationship Id="rId7" Type="http://schemas.openxmlformats.org/officeDocument/2006/relationships/hyperlink" Target="https://www.flickr.com/photos/pargon/2444943158/" TargetMode="External"/><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notesSlide" Target="../notesSlides/notesSlide6.xml"/><Relationship Id="rId16" Type="http://schemas.openxmlformats.org/officeDocument/2006/relationships/image" Target="../media/image20.png"/><Relationship Id="rId1" Type="http://schemas.openxmlformats.org/officeDocument/2006/relationships/slideLayout" Target="../slideLayouts/slideLayout59.xml"/><Relationship Id="rId6" Type="http://schemas.openxmlformats.org/officeDocument/2006/relationships/image" Target="../media/image13.jpeg"/><Relationship Id="rId11" Type="http://schemas.openxmlformats.org/officeDocument/2006/relationships/hyperlink" Target="https://creativecommons.org/licenses/by/3.0/" TargetMode="External"/><Relationship Id="rId5" Type="http://schemas.openxmlformats.org/officeDocument/2006/relationships/hyperlink" Target="https://pxhere.com/en/photo/45917" TargetMode="External"/><Relationship Id="rId15" Type="http://schemas.openxmlformats.org/officeDocument/2006/relationships/image" Target="../media/image19.png"/><Relationship Id="rId10" Type="http://schemas.openxmlformats.org/officeDocument/2006/relationships/image" Target="../media/image15.png"/><Relationship Id="rId4" Type="http://schemas.openxmlformats.org/officeDocument/2006/relationships/image" Target="../media/image12.jpeg"/><Relationship Id="rId9" Type="http://schemas.openxmlformats.org/officeDocument/2006/relationships/hyperlink" Target="http://programmers.stackexchange.com/questions/148677/why-is-80-characters-the-standard-limit-for-code-width" TargetMode="External"/><Relationship Id="rId1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55.xml"/></Relationships>
</file>

<file path=ppt/slides/_rels/slide9.xml.rels><?xml version="1.0" encoding="UTF-8" standalone="yes"?>
<Relationships xmlns="http://schemas.openxmlformats.org/package/2006/relationships"><Relationship Id="rId8" Type="http://schemas.openxmlformats.org/officeDocument/2006/relationships/hyperlink" Target="http://abouteduat.weebly.com/learn-about-mechanics-of-writing.html" TargetMode="External"/><Relationship Id="rId3" Type="http://schemas.openxmlformats.org/officeDocument/2006/relationships/image" Target="../media/image23.png"/><Relationship Id="rId7" Type="http://schemas.openxmlformats.org/officeDocument/2006/relationships/image" Target="../media/image26.jpg"/><Relationship Id="rId2" Type="http://schemas.openxmlformats.org/officeDocument/2006/relationships/notesSlide" Target="../notesSlides/notesSlide8.xml"/><Relationship Id="rId1" Type="http://schemas.openxmlformats.org/officeDocument/2006/relationships/slideLayout" Target="../slideLayouts/slideLayout55.xml"/><Relationship Id="rId6" Type="http://schemas.openxmlformats.org/officeDocument/2006/relationships/image" Target="../media/image25.png"/><Relationship Id="rId5" Type="http://schemas.openxmlformats.org/officeDocument/2006/relationships/hyperlink" Target="http://www.itgstextbook.com/itgsopedia/2.2+Provision+for+special+needs.html" TargetMode="External"/><Relationship Id="rId10" Type="http://schemas.openxmlformats.org/officeDocument/2006/relationships/hyperlink" Target="https://creativecommons.org/licenses/by-sa/3.0/" TargetMode="External"/><Relationship Id="rId4" Type="http://schemas.openxmlformats.org/officeDocument/2006/relationships/image" Target="../media/image24.jpeg"/><Relationship Id="rId9" Type="http://schemas.openxmlformats.org/officeDocument/2006/relationships/hyperlink" Target="https://creativecommons.org/licenses/by-nc-nd/3.0/"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49.xml"/></Relationships>
</file>

<file path=ppt/slides/_rels/slide1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5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56.xml"/></Relationships>
</file>

<file path=ppt/slides/_rels/slide14.xml.rels><?xml version="1.0" encoding="UTF-8" standalone="yes"?>
<Relationships xmlns="http://schemas.openxmlformats.org/package/2006/relationships"><Relationship Id="rId3" Type="http://schemas.openxmlformats.org/officeDocument/2006/relationships/hyperlink" Target="https://www.colemaninstitute.org/category/public-policy/technology-and-information-access/" TargetMode="External"/><Relationship Id="rId2" Type="http://schemas.openxmlformats.org/officeDocument/2006/relationships/image" Target="../media/image31.emf"/><Relationship Id="rId1" Type="http://schemas.openxmlformats.org/officeDocument/2006/relationships/slideLayout" Target="../slideLayouts/slideLayout58.xml"/></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5.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56.xml"/><Relationship Id="rId5" Type="http://schemas.openxmlformats.org/officeDocument/2006/relationships/image" Target="../media/image35.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56.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55.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6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14.xml"/><Relationship Id="rId1" Type="http://schemas.openxmlformats.org/officeDocument/2006/relationships/slideLayout" Target="../slideLayouts/slideLayout55.xml"/></Relationships>
</file>

<file path=ppt/slides/_rels/slide21.xml.rels><?xml version="1.0" encoding="UTF-8" standalone="yes"?>
<Relationships xmlns="http://schemas.openxmlformats.org/package/2006/relationships"><Relationship Id="rId3" Type="http://schemas.openxmlformats.org/officeDocument/2006/relationships/hyperlink" Target="http://shipsontheshore.wordpress.com/2012/04/17/short-break/" TargetMode="External"/><Relationship Id="rId2" Type="http://schemas.openxmlformats.org/officeDocument/2006/relationships/image" Target="../media/image39.png"/><Relationship Id="rId1" Type="http://schemas.openxmlformats.org/officeDocument/2006/relationships/slideLayout" Target="../slideLayouts/slideLayout44.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44.xml"/></Relationships>
</file>

<file path=ppt/slides/_rels/slide23.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41.png"/><Relationship Id="rId7" Type="http://schemas.openxmlformats.org/officeDocument/2006/relationships/diagramColors" Target="../diagrams/colors4.xml"/><Relationship Id="rId2" Type="http://schemas.openxmlformats.org/officeDocument/2006/relationships/notesSlide" Target="../notesSlides/notesSlide16.xml"/><Relationship Id="rId1" Type="http://schemas.openxmlformats.org/officeDocument/2006/relationships/slideLayout" Target="../slideLayouts/slideLayout74.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5.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74.xml"/></Relationships>
</file>

<file path=ppt/slides/_rels/slide2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4.xml"/></Relationships>
</file>

<file path=ppt/slides/_rels/slide2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5.xml"/></Relationships>
</file>

<file path=ppt/slides/_rels/slide2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4.xml"/></Relationships>
</file>

<file path=ppt/slides/_rels/slide2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4.xml"/></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44.xml"/><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56.xml"/><Relationship Id="rId5" Type="http://schemas.openxmlformats.org/officeDocument/2006/relationships/hyperlink" Target="https://creativecommons.org/licenses/by-nc/3.0/" TargetMode="External"/><Relationship Id="rId4" Type="http://schemas.openxmlformats.org/officeDocument/2006/relationships/hyperlink" Target="http://www.pngall.com/steve-jobs-png"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5.xml"/></Relationships>
</file>

<file path=ppt/slides/_rels/slide33.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notesSlide" Target="../notesSlides/notesSlide21.xml"/><Relationship Id="rId1" Type="http://schemas.openxmlformats.org/officeDocument/2006/relationships/slideLayout" Target="../slideLayouts/slideLayout85.xml"/></Relationships>
</file>

<file path=ppt/slides/_rels/slide34.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notesSlide" Target="../notesSlides/notesSlide22.xml"/><Relationship Id="rId1" Type="http://schemas.openxmlformats.org/officeDocument/2006/relationships/slideLayout" Target="../slideLayouts/slideLayout85.xml"/></Relationships>
</file>

<file path=ppt/slides/_rels/slide35.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notesSlide" Target="../notesSlides/notesSlide23.xml"/><Relationship Id="rId1" Type="http://schemas.openxmlformats.org/officeDocument/2006/relationships/slideLayout" Target="../slideLayouts/slideLayout85.xml"/></Relationships>
</file>

<file path=ppt/slides/_rels/slide36.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notesSlide" Target="../notesSlides/notesSlide24.xml"/><Relationship Id="rId1" Type="http://schemas.openxmlformats.org/officeDocument/2006/relationships/slideLayout" Target="../slideLayouts/slideLayout85.xml"/></Relationships>
</file>

<file path=ppt/slides/_rels/slide37.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notesSlide" Target="../notesSlides/notesSlide25.xml"/><Relationship Id="rId1" Type="http://schemas.openxmlformats.org/officeDocument/2006/relationships/slideLayout" Target="../slideLayouts/slideLayout85.xml"/></Relationships>
</file>

<file path=ppt/slides/_rels/slide3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55.xml"/></Relationships>
</file>

<file path=ppt/slides/_rels/slide39.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55.xml"/></Relationships>
</file>

<file path=ppt/slides/_rels/slide4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6.xml"/><Relationship Id="rId1" Type="http://schemas.openxmlformats.org/officeDocument/2006/relationships/slideLayout" Target="../slideLayouts/slideLayout59.xml"/><Relationship Id="rId4" Type="http://schemas.openxmlformats.org/officeDocument/2006/relationships/image" Target="../media/image55.png"/></Relationships>
</file>

<file path=ppt/slides/_rels/slide4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7.xml"/><Relationship Id="rId1" Type="http://schemas.openxmlformats.org/officeDocument/2006/relationships/slideLayout" Target="../slideLayouts/slideLayout56.xml"/><Relationship Id="rId4" Type="http://schemas.openxmlformats.org/officeDocument/2006/relationships/image" Target="../media/image57.png"/></Relationships>
</file>

<file path=ppt/slides/_rels/slide4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hyperlink" Target="http://www.swaaac.org/" TargetMode="External"/><Relationship Id="rId1" Type="http://schemas.openxmlformats.org/officeDocument/2006/relationships/slideLayout" Target="../slideLayouts/slideLayout55.xml"/></Relationships>
</file>

<file path=ppt/slides/_rels/slide4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hyperlink" Target="https://employmentfirstcolorado.org/ready-for-work-technology" TargetMode="External"/><Relationship Id="rId1" Type="http://schemas.openxmlformats.org/officeDocument/2006/relationships/slideLayout" Target="../slideLayouts/slideLayout55.xml"/></Relationships>
</file>

<file path=ppt/slides/_rels/slide44.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28.xml"/><Relationship Id="rId1" Type="http://schemas.openxmlformats.org/officeDocument/2006/relationships/slideLayout" Target="../slideLayouts/slideLayout56.xml"/><Relationship Id="rId4" Type="http://schemas.openxmlformats.org/officeDocument/2006/relationships/image" Target="../media/image61.gif"/></Relationships>
</file>

<file path=ppt/slides/_rels/slide4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55.xml"/></Relationships>
</file>

<file path=ppt/slides/_rels/slide4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55.xml"/></Relationships>
</file>

<file path=ppt/slides/_rels/slide47.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64.png"/><Relationship Id="rId7" Type="http://schemas.openxmlformats.org/officeDocument/2006/relationships/diagramQuickStyle" Target="../diagrams/quickStyle5.xml"/><Relationship Id="rId2" Type="http://schemas.openxmlformats.org/officeDocument/2006/relationships/notesSlide" Target="../notesSlides/notesSlide29.xml"/><Relationship Id="rId1" Type="http://schemas.openxmlformats.org/officeDocument/2006/relationships/slideLayout" Target="../slideLayouts/slideLayout59.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65.png"/><Relationship Id="rId9" Type="http://schemas.microsoft.com/office/2007/relationships/diagramDrawing" Target="../diagrams/drawing5.xml"/></Relationships>
</file>

<file path=ppt/slides/_rels/slide48.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62.xml"/></Relationships>
</file>

<file path=ppt/slides/_rels/slide49.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hyperlink" Target="https://covid19.communityinclusion.org/" TargetMode="External"/><Relationship Id="rId1" Type="http://schemas.openxmlformats.org/officeDocument/2006/relationships/slideLayout" Target="../slideLayouts/slideLayout57.xml"/><Relationship Id="rId4" Type="http://schemas.openxmlformats.org/officeDocument/2006/relationships/image" Target="../media/image68.emf"/></Relationships>
</file>

<file path=ppt/slides/_rels/slide5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hyperlink" Target="https://umassboston.co1.qualtrics.com/jfe/form/SV_3mJt0XEM2kPHIHk" TargetMode="External"/><Relationship Id="rId1" Type="http://schemas.openxmlformats.org/officeDocument/2006/relationships/slideLayout" Target="../slideLayouts/slideLayout44.xml"/></Relationships>
</file>

<file path=ppt/slides/_rels/slide51.xml.rels><?xml version="1.0" encoding="UTF-8" standalone="yes"?>
<Relationships xmlns="http://schemas.openxmlformats.org/package/2006/relationships"><Relationship Id="rId3" Type="http://schemas.openxmlformats.org/officeDocument/2006/relationships/hyperlink" Target="mailto:david.hoff@umb.edu" TargetMode="External"/><Relationship Id="rId7" Type="http://schemas.openxmlformats.org/officeDocument/2006/relationships/hyperlink" Target="https://www.rawpixel.com/image/107004/thank-you-note-cup-coffee"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70.jpeg"/><Relationship Id="rId5" Type="http://schemas.openxmlformats.org/officeDocument/2006/relationships/hyperlink" Target="mailto:mary.dibiase@umb.edu" TargetMode="External"/><Relationship Id="rId4" Type="http://schemas.openxmlformats.org/officeDocument/2006/relationships/hyperlink" Target="mailto:russel.thelin@umb.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D7825-7A31-7440-A27A-28B75FACF008}"/>
              </a:ext>
            </a:extLst>
          </p:cNvPr>
          <p:cNvSpPr>
            <a:spLocks noGrp="1"/>
          </p:cNvSpPr>
          <p:nvPr>
            <p:ph type="title" idx="4294967295"/>
          </p:nvPr>
        </p:nvSpPr>
        <p:spPr>
          <a:xfrm>
            <a:off x="433778" y="-1325563"/>
            <a:ext cx="7886700" cy="1325563"/>
          </a:xfrm>
        </p:spPr>
        <p:txBody>
          <a:bodyPr/>
          <a:lstStyle/>
          <a:p>
            <a:r>
              <a:rPr lang="en-US" dirty="0"/>
              <a:t>Institute</a:t>
            </a:r>
            <a:r>
              <a:rPr lang="en-US" baseline="0" dirty="0"/>
              <a:t> for Community Inclusion</a:t>
            </a:r>
            <a:endParaRPr lang="en-US" dirty="0"/>
          </a:p>
        </p:txBody>
      </p:sp>
    </p:spTree>
    <p:extLst>
      <p:ext uri="{BB962C8B-B14F-4D97-AF65-F5344CB8AC3E}">
        <p14:creationId xmlns:p14="http://schemas.microsoft.com/office/powerpoint/2010/main" val="2651385131"/>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FFD0F2-AAE7-4629-94FA-409AA82134BA}"/>
              </a:ext>
            </a:extLst>
          </p:cNvPr>
          <p:cNvSpPr txBox="1"/>
          <p:nvPr/>
        </p:nvSpPr>
        <p:spPr>
          <a:xfrm>
            <a:off x="900545" y="4632328"/>
            <a:ext cx="7342909" cy="1144929"/>
          </a:xfrm>
          <a:prstGeom prst="rect">
            <a:avLst/>
          </a:prstGeom>
          <a:noFill/>
        </p:spPr>
        <p:txBody>
          <a:bodyPr wrap="square">
            <a:spAutoFit/>
          </a:bodyPr>
          <a:lstStyle/>
          <a:p>
            <a:pPr eaLnBrk="1" hangingPunct="1">
              <a:lnSpc>
                <a:spcPct val="90000"/>
              </a:lnSpc>
            </a:pPr>
            <a:r>
              <a:rPr lang="en-US" sz="2800" b="1" dirty="0">
                <a:latin typeface="+mn-lt"/>
                <a:cs typeface="+mn-cs"/>
              </a:rPr>
              <a:t>PRESENTER:</a:t>
            </a:r>
          </a:p>
          <a:p>
            <a:pPr marL="400050" lvl="1" indent="-228600" eaLnBrk="1" hangingPunct="1">
              <a:lnSpc>
                <a:spcPct val="90000"/>
              </a:lnSpc>
              <a:buFont typeface="Arial" panose="020B0604020202020204" pitchFamily="34" charset="0"/>
              <a:buChar char="•"/>
            </a:pPr>
            <a:r>
              <a:rPr lang="en-US" sz="2400" b="0" dirty="0">
                <a:latin typeface="+mn-lt"/>
                <a:cs typeface="+mn-cs"/>
              </a:rPr>
              <a:t>David Hoff</a:t>
            </a:r>
            <a:br>
              <a:rPr lang="en-US" sz="2400" b="0" dirty="0">
                <a:latin typeface="+mn-lt"/>
                <a:cs typeface="+mn-cs"/>
              </a:rPr>
            </a:br>
            <a:r>
              <a:rPr lang="en-US" sz="2400" b="0" dirty="0">
                <a:latin typeface="+mn-lt"/>
                <a:cs typeface="+mn-cs"/>
              </a:rPr>
              <a:t>Institute for Community Inclusion, </a:t>
            </a:r>
            <a:r>
              <a:rPr lang="en-US" sz="2400" b="0" i="1" dirty="0">
                <a:latin typeface="+mn-lt"/>
                <a:cs typeface="+mn-cs"/>
              </a:rPr>
              <a:t>UMass Boston</a:t>
            </a:r>
          </a:p>
        </p:txBody>
      </p:sp>
      <p:sp>
        <p:nvSpPr>
          <p:cNvPr id="3" name="Title 2">
            <a:extLst>
              <a:ext uri="{FF2B5EF4-FFF2-40B4-BE49-F238E27FC236}">
                <a16:creationId xmlns:a16="http://schemas.microsoft.com/office/drawing/2014/main" id="{8446AC52-A590-BC45-91FD-90BE3FBD9FF3}"/>
              </a:ext>
            </a:extLst>
          </p:cNvPr>
          <p:cNvSpPr>
            <a:spLocks noGrp="1"/>
          </p:cNvSpPr>
          <p:nvPr>
            <p:ph type="title" idx="4294967295"/>
          </p:nvPr>
        </p:nvSpPr>
        <p:spPr>
          <a:xfrm>
            <a:off x="900545" y="-1463674"/>
            <a:ext cx="7886700" cy="1325563"/>
          </a:xfrm>
        </p:spPr>
        <p:txBody>
          <a:bodyPr/>
          <a:lstStyle/>
          <a:p>
            <a:r>
              <a:rPr lang="en-US" dirty="0"/>
              <a:t>IT’s Employment</a:t>
            </a:r>
          </a:p>
        </p:txBody>
      </p:sp>
    </p:spTree>
    <p:extLst>
      <p:ext uri="{BB962C8B-B14F-4D97-AF65-F5344CB8AC3E}">
        <p14:creationId xmlns:p14="http://schemas.microsoft.com/office/powerpoint/2010/main" val="1271619082"/>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D45C2-2BAB-8D40-A1AC-5D740A709B21}"/>
              </a:ext>
            </a:extLst>
          </p:cNvPr>
          <p:cNvSpPr>
            <a:spLocks noGrp="1"/>
          </p:cNvSpPr>
          <p:nvPr>
            <p:ph type="title"/>
          </p:nvPr>
        </p:nvSpPr>
        <p:spPr>
          <a:xfrm>
            <a:off x="490928" y="-1311639"/>
            <a:ext cx="7772400" cy="1143000"/>
          </a:xfrm>
        </p:spPr>
        <p:txBody>
          <a:bodyPr/>
          <a:lstStyle/>
          <a:p>
            <a:r>
              <a:rPr lang="en-US" dirty="0"/>
              <a:t>Welcome</a:t>
            </a:r>
          </a:p>
        </p:txBody>
      </p:sp>
      <p:pic>
        <p:nvPicPr>
          <p:cNvPr id="4" name="Picture 3" descr="Welcome">
            <a:extLst>
              <a:ext uri="{FF2B5EF4-FFF2-40B4-BE49-F238E27FC236}">
                <a16:creationId xmlns:a16="http://schemas.microsoft.com/office/drawing/2014/main" id="{3001D49B-3A02-4BBB-98E3-978294D6626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86371" y="357963"/>
            <a:ext cx="4181514" cy="1505345"/>
          </a:xfrm>
          <a:prstGeom prst="rect">
            <a:avLst/>
          </a:prstGeom>
        </p:spPr>
      </p:pic>
      <p:sp>
        <p:nvSpPr>
          <p:cNvPr id="3" name="Content Placeholder 2">
            <a:extLst>
              <a:ext uri="{FF2B5EF4-FFF2-40B4-BE49-F238E27FC236}">
                <a16:creationId xmlns:a16="http://schemas.microsoft.com/office/drawing/2014/main" id="{66FECA0E-D2D7-4A9E-911E-39865B3CB414}"/>
              </a:ext>
            </a:extLst>
          </p:cNvPr>
          <p:cNvSpPr>
            <a:spLocks noGrp="1"/>
          </p:cNvSpPr>
          <p:nvPr>
            <p:ph idx="1"/>
          </p:nvPr>
        </p:nvSpPr>
        <p:spPr>
          <a:xfrm>
            <a:off x="685800" y="1752600"/>
            <a:ext cx="7772400" cy="2126673"/>
          </a:xfrm>
        </p:spPr>
        <p:txBody>
          <a:bodyPr/>
          <a:lstStyle/>
          <a:p>
            <a:pPr marL="0" indent="0" algn="ctr">
              <a:buNone/>
            </a:pPr>
            <a:r>
              <a:rPr lang="en-US" sz="2800" dirty="0">
                <a:latin typeface="Arial" panose="020B0604020202020204" pitchFamily="34" charset="0"/>
                <a:cs typeface="Arial" panose="020B0604020202020204" pitchFamily="34" charset="0"/>
              </a:rPr>
              <a:t>to Part 5 of</a:t>
            </a:r>
            <a:br>
              <a:rPr lang="en-US" sz="2800" dirty="0">
                <a:latin typeface="Arial" panose="020B0604020202020204" pitchFamily="34" charset="0"/>
                <a:cs typeface="Arial" panose="020B0604020202020204" pitchFamily="34" charset="0"/>
              </a:rPr>
            </a:br>
            <a:r>
              <a:rPr lang="en-US" i="1" dirty="0">
                <a:latin typeface="Arial" panose="020B0604020202020204" pitchFamily="34" charset="0"/>
                <a:cs typeface="Arial" panose="020B0604020202020204" pitchFamily="34" charset="0"/>
              </a:rPr>
              <a:t>Successful Transition from School To Employment for Youth with</a:t>
            </a:r>
            <a:br>
              <a:rPr lang="en-US" i="1" dirty="0">
                <a:latin typeface="Arial" panose="020B0604020202020204" pitchFamily="34" charset="0"/>
                <a:cs typeface="Arial" panose="020B0604020202020204" pitchFamily="34" charset="0"/>
              </a:rPr>
            </a:br>
            <a:r>
              <a:rPr lang="en-US" i="1" dirty="0">
                <a:latin typeface="Arial" panose="020B0604020202020204" pitchFamily="34" charset="0"/>
                <a:cs typeface="Arial" panose="020B0604020202020204" pitchFamily="34" charset="0"/>
              </a:rPr>
              <a:t>Intellectual Disabilities</a:t>
            </a:r>
            <a:endParaRPr lang="en-US" dirty="0"/>
          </a:p>
        </p:txBody>
      </p:sp>
      <p:sp>
        <p:nvSpPr>
          <p:cNvPr id="5" name="Content Placeholder 5">
            <a:extLst>
              <a:ext uri="{FF2B5EF4-FFF2-40B4-BE49-F238E27FC236}">
                <a16:creationId xmlns:a16="http://schemas.microsoft.com/office/drawing/2014/main" id="{7BEDBCC4-B422-4D12-86C7-EDB0A115A191}"/>
              </a:ext>
              <a:ext uri="{C183D7F6-B498-43B3-948B-1728B52AA6E4}">
                <adec:decorative xmlns:adec="http://schemas.microsoft.com/office/drawing/2017/decorative" val="1"/>
              </a:ext>
            </a:extLst>
          </p:cNvPr>
          <p:cNvSpPr txBox="1">
            <a:spLocks/>
          </p:cNvSpPr>
          <p:nvPr/>
        </p:nvSpPr>
        <p:spPr bwMode="auto">
          <a:xfrm>
            <a:off x="947757" y="4313705"/>
            <a:ext cx="7772400" cy="1241528"/>
          </a:xfrm>
          <a:prstGeom prst="rect">
            <a:avLst/>
          </a:prstGeom>
          <a:effectLst>
            <a:glow rad="139700">
              <a:schemeClr val="accent4">
                <a:satMod val="175000"/>
                <a:alpha val="40000"/>
              </a:schemeClr>
            </a:glow>
          </a:effectLst>
          <a:scene3d>
            <a:camera prst="orthographicFront"/>
            <a:lightRig rig="threePt" dir="t"/>
          </a:scene3d>
          <a:sp3d>
            <a:bevelT prst="angle"/>
          </a:sp3d>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i="0" kern="1200">
                <a:solidFill>
                  <a:schemeClr val="lt1"/>
                </a:solidFill>
                <a:latin typeface="+mn-lt"/>
                <a:ea typeface="+mn-ea"/>
                <a:cs typeface="+mn-cs"/>
              </a:defRPr>
            </a:lvl1pPr>
            <a:lvl2pPr marL="742950" indent="-285750" algn="l" rtl="0" eaLnBrk="0" fontAlgn="base" hangingPunct="0">
              <a:spcBef>
                <a:spcPct val="20000"/>
              </a:spcBef>
              <a:spcAft>
                <a:spcPct val="0"/>
              </a:spcAft>
              <a:buChar char="–"/>
              <a:defRPr sz="2800" b="1" i="0" kern="1200">
                <a:solidFill>
                  <a:schemeClr val="lt1"/>
                </a:solidFill>
                <a:latin typeface="+mn-lt"/>
                <a:ea typeface="+mn-ea"/>
                <a:cs typeface="+mn-cs"/>
              </a:defRPr>
            </a:lvl2pPr>
            <a:lvl3pPr marL="1143000" indent="-228600" algn="l" rtl="0" eaLnBrk="0" fontAlgn="base" hangingPunct="0">
              <a:spcBef>
                <a:spcPct val="20000"/>
              </a:spcBef>
              <a:spcAft>
                <a:spcPct val="0"/>
              </a:spcAft>
              <a:buChar char="•"/>
              <a:defRPr sz="2400" b="1" i="0" kern="1200">
                <a:solidFill>
                  <a:schemeClr val="lt1"/>
                </a:solidFill>
                <a:latin typeface="+mn-lt"/>
                <a:ea typeface="+mn-ea"/>
                <a:cs typeface="+mn-cs"/>
              </a:defRPr>
            </a:lvl3pPr>
            <a:lvl4pPr marL="1600200" indent="-228600" algn="l" rtl="0" eaLnBrk="0" fontAlgn="base" hangingPunct="0">
              <a:spcBef>
                <a:spcPct val="20000"/>
              </a:spcBef>
              <a:spcAft>
                <a:spcPct val="0"/>
              </a:spcAft>
              <a:buChar char="–"/>
              <a:defRPr sz="2000" b="1" i="0" kern="1200">
                <a:solidFill>
                  <a:schemeClr val="lt1"/>
                </a:solidFill>
                <a:latin typeface="+mn-lt"/>
                <a:ea typeface="+mn-ea"/>
                <a:cs typeface="+mn-cs"/>
              </a:defRPr>
            </a:lvl4pPr>
            <a:lvl5pPr marL="2057400" indent="-228600" algn="l" rtl="0" eaLnBrk="0" fontAlgn="base" hangingPunct="0">
              <a:spcBef>
                <a:spcPct val="20000"/>
              </a:spcBef>
              <a:spcAft>
                <a:spcPct val="0"/>
              </a:spcAft>
              <a:buChar char="»"/>
              <a:defRPr sz="2000" b="1"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FontTx/>
              <a:buNone/>
            </a:pPr>
            <a:r>
              <a:rPr lang="en-US" dirty="0"/>
              <a:t>Technology and Students with Intellectual Disabilities</a:t>
            </a:r>
          </a:p>
        </p:txBody>
      </p:sp>
    </p:spTree>
    <p:extLst>
      <p:ext uri="{BB962C8B-B14F-4D97-AF65-F5344CB8AC3E}">
        <p14:creationId xmlns:p14="http://schemas.microsoft.com/office/powerpoint/2010/main" val="4225227600"/>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190" y="2480956"/>
            <a:ext cx="8448154"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64453" y="453981"/>
            <a:ext cx="500634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Title 4">
            <a:extLst>
              <a:ext uri="{FF2B5EF4-FFF2-40B4-BE49-F238E27FC236}">
                <a16:creationId xmlns:a16="http://schemas.microsoft.com/office/drawing/2014/main" id="{609BBA29-4DE5-5945-9E2D-B7509DAF52EC}"/>
              </a:ext>
            </a:extLst>
          </p:cNvPr>
          <p:cNvSpPr>
            <a:spLocks noGrp="1"/>
          </p:cNvSpPr>
          <p:nvPr>
            <p:ph type="title"/>
          </p:nvPr>
        </p:nvSpPr>
        <p:spPr>
          <a:xfrm>
            <a:off x="2143432" y="461738"/>
            <a:ext cx="4927361" cy="715402"/>
          </a:xfrm>
        </p:spPr>
        <p:txBody>
          <a:bodyPr>
            <a:noAutofit/>
          </a:bodyPr>
          <a:lstStyle/>
          <a:p>
            <a:r>
              <a:rPr lang="en-US" sz="3300" dirty="0">
                <a:solidFill>
                  <a:srgbClr val="FFFFFF"/>
                </a:solidFill>
                <a:latin typeface="Arial"/>
              </a:rPr>
              <a:t>SESSION AGENDA</a:t>
            </a:r>
          </a:p>
        </p:txBody>
      </p:sp>
      <p:cxnSp>
        <p:nvCxnSpPr>
          <p:cNvPr id="4" name="Straight Connector 3">
            <a:extLst>
              <a:ext uri="{FF2B5EF4-FFF2-40B4-BE49-F238E27FC236}">
                <a16:creationId xmlns:a16="http://schemas.microsoft.com/office/drawing/2014/main" id="{8605CDF3-7FEA-44B1-9AAC-EE0E8873A96A}"/>
              </a:ext>
              <a:ext uri="{C183D7F6-B498-43B3-948B-1728B52AA6E4}">
                <adec:decorative xmlns:adec="http://schemas.microsoft.com/office/drawing/2017/decorative" val="1"/>
              </a:ext>
            </a:extLst>
          </p:cNvPr>
          <p:cNvCxnSpPr/>
          <p:nvPr/>
        </p:nvCxnSpPr>
        <p:spPr bwMode="auto">
          <a:xfrm>
            <a:off x="3087329" y="1177140"/>
            <a:ext cx="3048000" cy="0"/>
          </a:xfrm>
          <a:prstGeom prst="line">
            <a:avLst/>
          </a:prstGeom>
          <a:ln>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010F018-7DCD-4E7E-8A93-1A559C82FE8E}"/>
              </a:ext>
            </a:extLst>
          </p:cNvPr>
          <p:cNvSpPr txBox="1"/>
          <p:nvPr/>
        </p:nvSpPr>
        <p:spPr>
          <a:xfrm>
            <a:off x="2073207" y="1326304"/>
            <a:ext cx="4857136" cy="830997"/>
          </a:xfrm>
          <a:prstGeom prst="rect">
            <a:avLst/>
          </a:prstGeom>
          <a:noFill/>
        </p:spPr>
        <p:txBody>
          <a:bodyPr wrap="square" lIns="91440" tIns="45720" rIns="91440" bIns="45720" rtlCol="0" anchor="t">
            <a:spAutoFit/>
          </a:bodyPr>
          <a:lstStyle/>
          <a:p>
            <a:pPr algn="ctr"/>
            <a:r>
              <a:rPr lang="en-US" dirty="0">
                <a:solidFill>
                  <a:schemeClr val="bg1"/>
                </a:solidFill>
                <a:latin typeface="Arial"/>
                <a:cs typeface="Arial"/>
              </a:rPr>
              <a:t>Technology and Students with Intellectual Disabilities</a:t>
            </a:r>
            <a:endParaRPr lang="en-US" dirty="0"/>
          </a:p>
        </p:txBody>
      </p:sp>
      <p:graphicFrame>
        <p:nvGraphicFramePr>
          <p:cNvPr id="8" name="Content Placeholder 5" descr="1. Individuals with intellectual disabilities: Considerations in VR services&#10;2. Ensuring alignment with the career development process&#10;3. Best practices in work-based learning&#10;4. Ensuring informed choice">
            <a:extLst>
              <a:ext uri="{FF2B5EF4-FFF2-40B4-BE49-F238E27FC236}">
                <a16:creationId xmlns:a16="http://schemas.microsoft.com/office/drawing/2014/main" id="{FA1EBFA0-82A6-4541-81E2-2694AA9F2AA1}"/>
              </a:ext>
            </a:extLst>
          </p:cNvPr>
          <p:cNvGraphicFramePr>
            <a:graphicFrameLocks noGrp="1"/>
          </p:cNvGraphicFramePr>
          <p:nvPr>
            <p:ph idx="1"/>
            <p:extLst>
              <p:ext uri="{D42A27DB-BD31-4B8C-83A1-F6EECF244321}">
                <p14:modId xmlns:p14="http://schemas.microsoft.com/office/powerpoint/2010/main" val="912649707"/>
              </p:ext>
            </p:extLst>
          </p:nvPr>
        </p:nvGraphicFramePr>
        <p:xfrm>
          <a:off x="591741" y="2480954"/>
          <a:ext cx="7948612" cy="39153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Rectangle 15">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0326" y="453155"/>
            <a:ext cx="161201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461737"/>
            <a:ext cx="1612020" cy="1870055"/>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Tree>
    <p:extLst>
      <p:ext uri="{BB962C8B-B14F-4D97-AF65-F5344CB8AC3E}">
        <p14:creationId xmlns:p14="http://schemas.microsoft.com/office/powerpoint/2010/main" val="3949356127"/>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461737"/>
            <a:ext cx="1612020" cy="1870055"/>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64453" y="453981"/>
            <a:ext cx="500634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0326" y="453155"/>
            <a:ext cx="161201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190" y="2480956"/>
            <a:ext cx="8448154"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609BBA29-4DE5-5945-9E2D-B7509DAF52EC}"/>
              </a:ext>
            </a:extLst>
          </p:cNvPr>
          <p:cNvSpPr>
            <a:spLocks noGrp="1"/>
          </p:cNvSpPr>
          <p:nvPr>
            <p:ph type="title"/>
          </p:nvPr>
        </p:nvSpPr>
        <p:spPr>
          <a:xfrm>
            <a:off x="2143432" y="461738"/>
            <a:ext cx="4927361" cy="715402"/>
          </a:xfrm>
        </p:spPr>
        <p:txBody>
          <a:bodyPr>
            <a:noAutofit/>
          </a:bodyPr>
          <a:lstStyle/>
          <a:p>
            <a:r>
              <a:rPr lang="en-US" sz="3300" dirty="0">
                <a:solidFill>
                  <a:srgbClr val="FFFFFF"/>
                </a:solidFill>
                <a:latin typeface="Arial"/>
              </a:rPr>
              <a:t>SESSION OBJECTIVES</a:t>
            </a:r>
          </a:p>
        </p:txBody>
      </p:sp>
      <p:cxnSp>
        <p:nvCxnSpPr>
          <p:cNvPr id="4" name="Straight Connector 3">
            <a:extLst>
              <a:ext uri="{FF2B5EF4-FFF2-40B4-BE49-F238E27FC236}">
                <a16:creationId xmlns:a16="http://schemas.microsoft.com/office/drawing/2014/main" id="{8605CDF3-7FEA-44B1-9AAC-EE0E8873A96A}"/>
              </a:ext>
              <a:ext uri="{C183D7F6-B498-43B3-948B-1728B52AA6E4}">
                <adec:decorative xmlns:adec="http://schemas.microsoft.com/office/drawing/2017/decorative" val="1"/>
              </a:ext>
            </a:extLst>
          </p:cNvPr>
          <p:cNvCxnSpPr/>
          <p:nvPr/>
        </p:nvCxnSpPr>
        <p:spPr bwMode="auto">
          <a:xfrm>
            <a:off x="3087329" y="1177140"/>
            <a:ext cx="3048000" cy="0"/>
          </a:xfrm>
          <a:prstGeom prst="line">
            <a:avLst/>
          </a:prstGeom>
          <a:ln>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010F018-7DCD-4E7E-8A93-1A559C82FE8E}"/>
              </a:ext>
            </a:extLst>
          </p:cNvPr>
          <p:cNvSpPr txBox="1"/>
          <p:nvPr/>
        </p:nvSpPr>
        <p:spPr>
          <a:xfrm>
            <a:off x="2073207" y="1326304"/>
            <a:ext cx="4857136" cy="1200329"/>
          </a:xfrm>
          <a:prstGeom prst="rect">
            <a:avLst/>
          </a:prstGeom>
          <a:noFill/>
        </p:spPr>
        <p:txBody>
          <a:bodyPr wrap="square" lIns="91440" tIns="45720" rIns="91440" bIns="45720" rtlCol="0" anchor="t">
            <a:spAutoFit/>
          </a:bodyPr>
          <a:lstStyle/>
          <a:p>
            <a:pPr algn="ctr"/>
            <a:r>
              <a:rPr lang="en-US" dirty="0">
                <a:solidFill>
                  <a:schemeClr val="bg1"/>
                </a:solidFill>
                <a:latin typeface="Arial"/>
                <a:cs typeface="Arial"/>
              </a:rPr>
              <a:t>Technology and Students with Intellectual Disabilities</a:t>
            </a:r>
            <a:endParaRPr lang="en-US" dirty="0"/>
          </a:p>
          <a:p>
            <a:pPr algn="ctr"/>
            <a:endParaRPr lang="en-US" dirty="0"/>
          </a:p>
        </p:txBody>
      </p:sp>
      <p:graphicFrame>
        <p:nvGraphicFramePr>
          <p:cNvPr id="8" name="Content Placeholder 5" descr="5. Benefit issues&#10;6. Ensuring informed choice&#10;7. Cross-cultural issues">
            <a:extLst>
              <a:ext uri="{FF2B5EF4-FFF2-40B4-BE49-F238E27FC236}">
                <a16:creationId xmlns:a16="http://schemas.microsoft.com/office/drawing/2014/main" id="{FA1EBFA0-82A6-4541-81E2-2694AA9F2AA1}"/>
              </a:ext>
            </a:extLst>
          </p:cNvPr>
          <p:cNvGraphicFramePr>
            <a:graphicFrameLocks noGrp="1"/>
          </p:cNvGraphicFramePr>
          <p:nvPr>
            <p:ph idx="1"/>
            <p:extLst>
              <p:ext uri="{D42A27DB-BD31-4B8C-83A1-F6EECF244321}">
                <p14:modId xmlns:p14="http://schemas.microsoft.com/office/powerpoint/2010/main" val="2023675682"/>
              </p:ext>
            </p:extLst>
          </p:nvPr>
        </p:nvGraphicFramePr>
        <p:xfrm>
          <a:off x="591741" y="2798762"/>
          <a:ext cx="7948612" cy="35974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9289935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69F358C-450F-8846-8BAB-7A9481BB1BC8}"/>
              </a:ext>
            </a:extLst>
          </p:cNvPr>
          <p:cNvSpPr>
            <a:spLocks noGrp="1"/>
          </p:cNvSpPr>
          <p:nvPr>
            <p:ph type="title"/>
          </p:nvPr>
        </p:nvSpPr>
        <p:spPr>
          <a:xfrm>
            <a:off x="349827" y="533400"/>
            <a:ext cx="4802108" cy="1143000"/>
          </a:xfrm>
        </p:spPr>
        <p:style>
          <a:lnRef idx="0">
            <a:schemeClr val="accent1"/>
          </a:lnRef>
          <a:fillRef idx="3">
            <a:schemeClr val="accent1"/>
          </a:fillRef>
          <a:effectRef idx="3">
            <a:schemeClr val="accent1"/>
          </a:effectRef>
          <a:fontRef idx="minor">
            <a:schemeClr val="lt1"/>
          </a:fontRef>
        </p:style>
        <p:txBody>
          <a:bodyPr>
            <a:noAutofit/>
          </a:bodyPr>
          <a:lstStyle/>
          <a:p>
            <a:r>
              <a:rPr lang="en-US" sz="3600" dirty="0"/>
              <a:t>Community of Practice</a:t>
            </a:r>
          </a:p>
        </p:txBody>
      </p:sp>
      <p:sp>
        <p:nvSpPr>
          <p:cNvPr id="6" name="Content Placeholder 5">
            <a:extLst>
              <a:ext uri="{FF2B5EF4-FFF2-40B4-BE49-F238E27FC236}">
                <a16:creationId xmlns:a16="http://schemas.microsoft.com/office/drawing/2014/main" id="{8510FD7A-BF38-0444-A917-581130ACF55C}"/>
              </a:ext>
            </a:extLst>
          </p:cNvPr>
          <p:cNvSpPr>
            <a:spLocks noGrp="1"/>
          </p:cNvSpPr>
          <p:nvPr>
            <p:ph idx="1"/>
          </p:nvPr>
        </p:nvSpPr>
        <p:spPr>
          <a:xfrm>
            <a:off x="272241" y="2422468"/>
            <a:ext cx="5995555" cy="4869873"/>
          </a:xfrm>
        </p:spPr>
        <p:txBody>
          <a:bodyPr/>
          <a:lstStyle/>
          <a:p>
            <a:r>
              <a:rPr lang="en-US" dirty="0"/>
              <a:t>Series of 6 one-hour community of practice sessions, starting in July, ever week.</a:t>
            </a:r>
          </a:p>
          <a:p>
            <a:pPr>
              <a:spcBef>
                <a:spcPts val="1872"/>
              </a:spcBef>
            </a:pPr>
            <a:r>
              <a:rPr lang="en-US" dirty="0"/>
              <a:t>CoP is intended as facilitated discussion to follow up on the topics of the 5 training sessions.</a:t>
            </a:r>
          </a:p>
          <a:p>
            <a:pPr>
              <a:spcBef>
                <a:spcPts val="1872"/>
              </a:spcBef>
            </a:pPr>
            <a:r>
              <a:rPr lang="en-US" dirty="0"/>
              <a:t>Possible topics? Questions? Input on format?</a:t>
            </a:r>
          </a:p>
        </p:txBody>
      </p:sp>
      <p:pic>
        <p:nvPicPr>
          <p:cNvPr id="3" name="Picture 2" descr="Person holding sign: Coming Soon!">
            <a:extLst>
              <a:ext uri="{FF2B5EF4-FFF2-40B4-BE49-F238E27FC236}">
                <a16:creationId xmlns:a16="http://schemas.microsoft.com/office/drawing/2014/main" id="{7C48CAE3-5A43-3E4B-A54D-A1982E7ACD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3959" y="169717"/>
            <a:ext cx="2897800" cy="3393209"/>
          </a:xfrm>
          <a:prstGeom prst="rect">
            <a:avLst/>
          </a:prstGeom>
        </p:spPr>
      </p:pic>
    </p:spTree>
    <p:extLst>
      <p:ext uri="{BB962C8B-B14F-4D97-AF65-F5344CB8AC3E}">
        <p14:creationId xmlns:p14="http://schemas.microsoft.com/office/powerpoint/2010/main" val="317562690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32CA894-615F-F846-9330-EB8769DD3623}"/>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2" name="Title 1">
            <a:extLst>
              <a:ext uri="{FF2B5EF4-FFF2-40B4-BE49-F238E27FC236}">
                <a16:creationId xmlns:a16="http://schemas.microsoft.com/office/drawing/2014/main" id="{224E73C3-F23C-A44B-AAB2-DC9449AC64A6}"/>
              </a:ext>
            </a:extLst>
          </p:cNvPr>
          <p:cNvSpPr>
            <a:spLocks noGrp="1"/>
          </p:cNvSpPr>
          <p:nvPr>
            <p:ph type="title" idx="4294967295"/>
          </p:nvPr>
        </p:nvSpPr>
        <p:spPr>
          <a:xfrm>
            <a:off x="685800" y="-1559508"/>
            <a:ext cx="7772400" cy="1143000"/>
          </a:xfrm>
        </p:spPr>
        <p:txBody>
          <a:bodyPr/>
          <a:lstStyle/>
          <a:p>
            <a:r>
              <a:rPr lang="en-US" dirty="0"/>
              <a:t>Transformation of Technology Over the Decades</a:t>
            </a:r>
          </a:p>
        </p:txBody>
      </p:sp>
      <p:pic>
        <p:nvPicPr>
          <p:cNvPr id="9" name="Picture 8">
            <a:extLst>
              <a:ext uri="{FF2B5EF4-FFF2-40B4-BE49-F238E27FC236}">
                <a16:creationId xmlns:a16="http://schemas.microsoft.com/office/drawing/2014/main" id="{B9A85F82-B0AC-B444-B6A1-52C5BAD923AC}"/>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524000" y="1168719"/>
            <a:ext cx="1676400" cy="1077653"/>
          </a:xfrm>
          <a:prstGeom prst="rect">
            <a:avLst/>
          </a:prstGeom>
        </p:spPr>
      </p:pic>
      <p:pic>
        <p:nvPicPr>
          <p:cNvPr id="11" name="Picture 10">
            <a:extLst>
              <a:ext uri="{FF2B5EF4-FFF2-40B4-BE49-F238E27FC236}">
                <a16:creationId xmlns:a16="http://schemas.microsoft.com/office/drawing/2014/main" id="{77E75C2F-E5E7-EB47-827B-130D322308CD}"/>
              </a:ext>
              <a:ext uri="{C183D7F6-B498-43B3-948B-1728B52AA6E4}">
                <adec:decorative xmlns:adec="http://schemas.microsoft.com/office/drawing/2017/decorative" val="1"/>
              </a:ext>
            </a:extLst>
          </p:cNvPr>
          <p:cNvPicPr>
            <a:picLocks noChangeAspect="1"/>
          </p:cNvPicPr>
          <p:nvPr/>
        </p:nvPicPr>
        <p:blipFill rotWithShape="1">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rcRect/>
          <a:stretch/>
        </p:blipFill>
        <p:spPr>
          <a:xfrm>
            <a:off x="4133849" y="912346"/>
            <a:ext cx="2247902" cy="1891092"/>
          </a:xfrm>
          <a:prstGeom prst="rect">
            <a:avLst/>
          </a:prstGeom>
        </p:spPr>
      </p:pic>
      <p:pic>
        <p:nvPicPr>
          <p:cNvPr id="6" name="Picture 5">
            <a:extLst>
              <a:ext uri="{FF2B5EF4-FFF2-40B4-BE49-F238E27FC236}">
                <a16:creationId xmlns:a16="http://schemas.microsoft.com/office/drawing/2014/main" id="{73049838-8581-D24D-9BE5-C56B9BFAF53B}"/>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 uri="{837473B0-CC2E-450A-ABE3-18F120FF3D39}">
                <a1611:picAttrSrcUrl xmlns:a1611="http://schemas.microsoft.com/office/drawing/2016/11/main" r:id="rId7"/>
              </a:ext>
            </a:extLst>
          </a:blip>
          <a:stretch>
            <a:fillRect/>
          </a:stretch>
        </p:blipFill>
        <p:spPr>
          <a:xfrm>
            <a:off x="1295400" y="3657599"/>
            <a:ext cx="3123753" cy="2080469"/>
          </a:xfrm>
          <a:prstGeom prst="rect">
            <a:avLst/>
          </a:prstGeom>
        </p:spPr>
      </p:pic>
      <p:pic>
        <p:nvPicPr>
          <p:cNvPr id="14" name="Picture 13">
            <a:extLst>
              <a:ext uri="{FF2B5EF4-FFF2-40B4-BE49-F238E27FC236}">
                <a16:creationId xmlns:a16="http://schemas.microsoft.com/office/drawing/2014/main" id="{12AB5077-3D0B-8F43-B851-AAE181B571A8}"/>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a:ext>
              <a:ext uri="{837473B0-CC2E-450A-ABE3-18F120FF3D39}">
                <a1611:picAttrSrcUrl xmlns:a1611="http://schemas.microsoft.com/office/drawing/2016/11/main" r:id="rId9"/>
              </a:ext>
            </a:extLst>
          </a:blip>
          <a:stretch>
            <a:fillRect/>
          </a:stretch>
        </p:blipFill>
        <p:spPr>
          <a:xfrm>
            <a:off x="5029200" y="3846934"/>
            <a:ext cx="3683000" cy="1701800"/>
          </a:xfrm>
          <a:prstGeom prst="rect">
            <a:avLst/>
          </a:prstGeom>
        </p:spPr>
      </p:pic>
      <p:pic>
        <p:nvPicPr>
          <p:cNvPr id="3" name="Picture 2">
            <a:extLst>
              <a:ext uri="{FF2B5EF4-FFF2-40B4-BE49-F238E27FC236}">
                <a16:creationId xmlns:a16="http://schemas.microsoft.com/office/drawing/2014/main" id="{E8BAD893-E0FD-FB4C-9260-0C78A19F8573}"/>
              </a:ext>
              <a:ext uri="{C183D7F6-B498-43B3-948B-1728B52AA6E4}">
                <adec:decorative xmlns:adec="http://schemas.microsoft.com/office/drawing/2017/decorative" val="1"/>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629400" y="784086"/>
            <a:ext cx="2387600" cy="2387600"/>
          </a:xfrm>
          <a:prstGeom prst="rect">
            <a:avLst/>
          </a:prstGeom>
        </p:spPr>
      </p:pic>
      <p:sp>
        <p:nvSpPr>
          <p:cNvPr id="7" name="TextBox 6">
            <a:extLst>
              <a:ext uri="{FF2B5EF4-FFF2-40B4-BE49-F238E27FC236}">
                <a16:creationId xmlns:a16="http://schemas.microsoft.com/office/drawing/2014/main" id="{8231EB11-1FAC-814D-89AD-38CB89F7EEB4}"/>
              </a:ext>
            </a:extLst>
          </p:cNvPr>
          <p:cNvSpPr txBox="1"/>
          <p:nvPr/>
        </p:nvSpPr>
        <p:spPr>
          <a:xfrm>
            <a:off x="1295400" y="6565848"/>
            <a:ext cx="3123752" cy="2308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hlinkClick r:id="rId7" tooltip="https://www.flickr.com/photos/pargon/2444943158/"/>
              </a:rPr>
              <a:t>This Photo</a:t>
            </a:r>
            <a:r>
              <a:rPr kumimoji="0" lang="en-US" sz="9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rPr>
              <a:t> by Unknown Author is licensed under </a:t>
            </a:r>
            <a:r>
              <a:rPr kumimoji="0" lang="en-US" sz="9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hlinkClick r:id="rId11" tooltip="https://creativecommons.org/licenses/by/3.0/"/>
              </a:rPr>
              <a:t>CC BY</a:t>
            </a:r>
            <a:endParaRPr kumimoji="0" lang="en-US" sz="9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endParaRPr>
          </a:p>
        </p:txBody>
      </p:sp>
      <p:pic>
        <p:nvPicPr>
          <p:cNvPr id="16" name="Picture 15">
            <a:extLst>
              <a:ext uri="{FF2B5EF4-FFF2-40B4-BE49-F238E27FC236}">
                <a16:creationId xmlns:a16="http://schemas.microsoft.com/office/drawing/2014/main" id="{56EB39B7-070C-9D4C-80AB-41E2B87CC2F3}"/>
              </a:ext>
              <a:ext uri="{C183D7F6-B498-43B3-948B-1728B52AA6E4}">
                <adec:decorative xmlns:adec="http://schemas.microsoft.com/office/drawing/2017/decorative" val="1"/>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3164001" y="617142"/>
            <a:ext cx="3251194" cy="2739131"/>
          </a:xfrm>
          <a:prstGeom prst="rect">
            <a:avLst/>
          </a:prstGeom>
        </p:spPr>
      </p:pic>
      <p:pic>
        <p:nvPicPr>
          <p:cNvPr id="10" name="Picture 9">
            <a:extLst>
              <a:ext uri="{FF2B5EF4-FFF2-40B4-BE49-F238E27FC236}">
                <a16:creationId xmlns:a16="http://schemas.microsoft.com/office/drawing/2014/main" id="{9D83AFF5-A517-E447-9F23-2E406CAB2E5B}"/>
              </a:ext>
              <a:ext uri="{C183D7F6-B498-43B3-948B-1728B52AA6E4}">
                <adec:decorative xmlns:adec="http://schemas.microsoft.com/office/drawing/2017/decorative" val="1"/>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6365186" y="3722950"/>
            <a:ext cx="2232159" cy="2508043"/>
          </a:xfrm>
          <a:prstGeom prst="rect">
            <a:avLst/>
          </a:prstGeom>
        </p:spPr>
      </p:pic>
      <p:pic>
        <p:nvPicPr>
          <p:cNvPr id="22" name="Picture 21">
            <a:extLst>
              <a:ext uri="{FF2B5EF4-FFF2-40B4-BE49-F238E27FC236}">
                <a16:creationId xmlns:a16="http://schemas.microsoft.com/office/drawing/2014/main" id="{D527521B-177C-F64B-AD57-18175D68C07F}"/>
              </a:ext>
              <a:ext uri="{C183D7F6-B498-43B3-948B-1728B52AA6E4}">
                <adec:decorative xmlns:adec="http://schemas.microsoft.com/office/drawing/2017/decorative" val="1"/>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3468481" y="3676032"/>
            <a:ext cx="2539999" cy="1904999"/>
          </a:xfrm>
          <a:prstGeom prst="rect">
            <a:avLst/>
          </a:prstGeom>
        </p:spPr>
      </p:pic>
      <p:pic>
        <p:nvPicPr>
          <p:cNvPr id="18" name="Picture 17">
            <a:extLst>
              <a:ext uri="{FF2B5EF4-FFF2-40B4-BE49-F238E27FC236}">
                <a16:creationId xmlns:a16="http://schemas.microsoft.com/office/drawing/2014/main" id="{04E0F63A-2C1B-1344-A71B-B5CC06875492}"/>
              </a:ext>
              <a:ext uri="{C183D7F6-B498-43B3-948B-1728B52AA6E4}">
                <adec:decorative xmlns:adec="http://schemas.microsoft.com/office/drawing/2017/decorative" val="1"/>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371761" y="3200401"/>
            <a:ext cx="2855393" cy="2855393"/>
          </a:xfrm>
          <a:prstGeom prst="rect">
            <a:avLst/>
          </a:prstGeom>
        </p:spPr>
      </p:pic>
      <p:pic>
        <p:nvPicPr>
          <p:cNvPr id="20" name="Picture 19">
            <a:extLst>
              <a:ext uri="{FF2B5EF4-FFF2-40B4-BE49-F238E27FC236}">
                <a16:creationId xmlns:a16="http://schemas.microsoft.com/office/drawing/2014/main" id="{FBE1611D-3625-FA4D-B662-358635351F7F}"/>
              </a:ext>
              <a:ext uri="{C183D7F6-B498-43B3-948B-1728B52AA6E4}">
                <adec:decorative xmlns:adec="http://schemas.microsoft.com/office/drawing/2017/decorative" val="1"/>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7099300" y="518003"/>
            <a:ext cx="1705737" cy="3073400"/>
          </a:xfrm>
          <a:prstGeom prst="rect">
            <a:avLst/>
          </a:prstGeom>
        </p:spPr>
      </p:pic>
      <p:pic>
        <p:nvPicPr>
          <p:cNvPr id="5" name="Picture 4" descr="Picture series demonstrating transformation of technology over the past fifty years from dial phone, electric typewriter, pad and pen, mainframe computers and use of punch cards, to smart phones, laptop computers, people using tablets, people using desktop computers, the internet, and apps.">
            <a:extLst>
              <a:ext uri="{FF2B5EF4-FFF2-40B4-BE49-F238E27FC236}">
                <a16:creationId xmlns:a16="http://schemas.microsoft.com/office/drawing/2014/main" id="{26EB104A-3639-C740-92FD-708CE9430BD5}"/>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1167427" y="518003"/>
            <a:ext cx="2076449" cy="2768599"/>
          </a:xfrm>
          <a:prstGeom prst="rect">
            <a:avLst/>
          </a:prstGeom>
        </p:spPr>
      </p:pic>
      <p:sp>
        <p:nvSpPr>
          <p:cNvPr id="15" name="TextBox 14">
            <a:extLst>
              <a:ext uri="{FF2B5EF4-FFF2-40B4-BE49-F238E27FC236}">
                <a16:creationId xmlns:a16="http://schemas.microsoft.com/office/drawing/2014/main" id="{E85E51F8-7C38-2A4F-A7A5-A9CF371786BB}"/>
              </a:ext>
            </a:extLst>
          </p:cNvPr>
          <p:cNvSpPr txBox="1"/>
          <p:nvPr/>
        </p:nvSpPr>
        <p:spPr>
          <a:xfrm>
            <a:off x="5257800" y="6569039"/>
            <a:ext cx="3683000" cy="2308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hlinkClick r:id="rId9" tooltip="http://programmers.stackexchange.com/questions/148677/why-is-80-characters-the-standard-limit-for-code-width"/>
              </a:rPr>
              <a:t>This Photo</a:t>
            </a:r>
            <a:r>
              <a:rPr kumimoji="0" lang="en-US" sz="9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rPr>
              <a:t> by Unknown Author is licensed under </a:t>
            </a:r>
            <a:r>
              <a:rPr kumimoji="0" lang="en-US" sz="9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hlinkClick r:id="rId18" tooltip="https://creativecommons.org/licenses/by-sa/3.0/"/>
              </a:rPr>
              <a:t>CC BY-SA</a:t>
            </a:r>
            <a:endParaRPr kumimoji="0" lang="en-US" sz="9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17" name="Slide Number Placeholder 4">
            <a:extLst>
              <a:ext uri="{FF2B5EF4-FFF2-40B4-BE49-F238E27FC236}">
                <a16:creationId xmlns:a16="http://schemas.microsoft.com/office/drawing/2014/main" id="{A40AFFC5-B1CF-5540-A58F-F9E28D860DBA}"/>
              </a:ext>
            </a:extLst>
          </p:cNvPr>
          <p:cNvSpPr txBox="1">
            <a:spLocks/>
          </p:cNvSpPr>
          <p:nvPr/>
        </p:nvSpPr>
        <p:spPr>
          <a:xfrm>
            <a:off x="8712200" y="6452664"/>
            <a:ext cx="1905000" cy="457200"/>
          </a:xfrm>
          <a:prstGeom prst="rect">
            <a:avLst/>
          </a:prstGeom>
        </p:spPr>
        <p:txBody>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6pPr>
            <a:lvl7pPr marL="27432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7pPr>
            <a:lvl8pPr marL="32004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8pPr>
            <a:lvl9pPr marL="36576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03796480-D029-B94F-BE73-D819B106F9C3}" type="slidenum">
              <a:rPr kumimoji="0" lang="en-US" altLang="en-US" sz="14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l" defTabSz="914400" rtl="0" eaLnBrk="0" fontAlgn="base" latinLnBrk="0" hangingPunct="0">
                <a:lnSpc>
                  <a:spcPct val="100000"/>
                </a:lnSpc>
                <a:spcBef>
                  <a:spcPct val="0"/>
                </a:spcBef>
                <a:spcAft>
                  <a:spcPct val="0"/>
                </a:spcAft>
                <a:buClrTx/>
                <a:buSzTx/>
                <a:buFontTx/>
                <a:buNone/>
                <a:tabLst/>
                <a:defRPr/>
              </a:pPr>
              <a:t>7</a:t>
            </a:fld>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131970056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par>
                                <p:cTn id="8" presetID="9" presetClass="exit" presetSubtype="0" fill="hold" nodeType="withEffect">
                                  <p:stCondLst>
                                    <p:cond delay="0"/>
                                  </p:stCondLst>
                                  <p:childTnLst>
                                    <p:animEffect transition="out" filter="dissolve">
                                      <p:cBhvr>
                                        <p:cTn id="9" dur="500"/>
                                        <p:tgtEl>
                                          <p:spTgt spid="11"/>
                                        </p:tgtEl>
                                      </p:cBhvr>
                                    </p:animEffect>
                                    <p:set>
                                      <p:cBhvr>
                                        <p:cTn id="10" dur="1" fill="hold">
                                          <p:stCondLst>
                                            <p:cond delay="499"/>
                                          </p:stCondLst>
                                        </p:cTn>
                                        <p:tgtEl>
                                          <p:spTgt spid="11"/>
                                        </p:tgtEl>
                                        <p:attrNameLst>
                                          <p:attrName>style.visibility</p:attrName>
                                        </p:attrNameLst>
                                      </p:cBhvr>
                                      <p:to>
                                        <p:strVal val="hidden"/>
                                      </p:to>
                                    </p:set>
                                  </p:childTnLst>
                                </p:cTn>
                              </p:par>
                              <p:par>
                                <p:cTn id="11" presetID="9" presetClass="exit" presetSubtype="0" fill="hold" nodeType="withEffect">
                                  <p:stCondLst>
                                    <p:cond delay="0"/>
                                  </p:stCondLst>
                                  <p:childTnLst>
                                    <p:animEffect transition="out" filter="dissolve">
                                      <p:cBhvr>
                                        <p:cTn id="12" dur="500"/>
                                        <p:tgtEl>
                                          <p:spTgt spid="6"/>
                                        </p:tgtEl>
                                      </p:cBhvr>
                                    </p:animEffect>
                                    <p:set>
                                      <p:cBhvr>
                                        <p:cTn id="13" dur="1" fill="hold">
                                          <p:stCondLst>
                                            <p:cond delay="499"/>
                                          </p:stCondLst>
                                        </p:cTn>
                                        <p:tgtEl>
                                          <p:spTgt spid="6"/>
                                        </p:tgtEl>
                                        <p:attrNameLst>
                                          <p:attrName>style.visibility</p:attrName>
                                        </p:attrNameLst>
                                      </p:cBhvr>
                                      <p:to>
                                        <p:strVal val="hidden"/>
                                      </p:to>
                                    </p:set>
                                  </p:childTnLst>
                                </p:cTn>
                              </p:par>
                              <p:par>
                                <p:cTn id="14" presetID="9" presetClass="exit" presetSubtype="0" fill="hold" nodeType="withEffect">
                                  <p:stCondLst>
                                    <p:cond delay="0"/>
                                  </p:stCondLst>
                                  <p:childTnLst>
                                    <p:animEffect transition="out" filter="dissolve">
                                      <p:cBhvr>
                                        <p:cTn id="15" dur="500"/>
                                        <p:tgtEl>
                                          <p:spTgt spid="14"/>
                                        </p:tgtEl>
                                      </p:cBhvr>
                                    </p:animEffect>
                                    <p:set>
                                      <p:cBhvr>
                                        <p:cTn id="16" dur="1" fill="hold">
                                          <p:stCondLst>
                                            <p:cond delay="499"/>
                                          </p:stCondLst>
                                        </p:cTn>
                                        <p:tgtEl>
                                          <p:spTgt spid="14"/>
                                        </p:tgtEl>
                                        <p:attrNameLst>
                                          <p:attrName>style.visibility</p:attrName>
                                        </p:attrNameLst>
                                      </p:cBhvr>
                                      <p:to>
                                        <p:strVal val="hidden"/>
                                      </p:to>
                                    </p:set>
                                  </p:childTnLst>
                                </p:cTn>
                              </p:par>
                              <p:par>
                                <p:cTn id="17" presetID="9" presetClass="exit" presetSubtype="0" fill="hold" nodeType="withEffect">
                                  <p:stCondLst>
                                    <p:cond delay="0"/>
                                  </p:stCondLst>
                                  <p:childTnLst>
                                    <p:animEffect transition="out" filter="dissolve">
                                      <p:cBhvr>
                                        <p:cTn id="18" dur="500"/>
                                        <p:tgtEl>
                                          <p:spTgt spid="3"/>
                                        </p:tgtEl>
                                      </p:cBhvr>
                                    </p:animEffect>
                                    <p:set>
                                      <p:cBhvr>
                                        <p:cTn id="19" dur="1" fill="hold">
                                          <p:stCondLst>
                                            <p:cond delay="499"/>
                                          </p:stCondLst>
                                        </p:cTn>
                                        <p:tgtEl>
                                          <p:spTgt spid="3"/>
                                        </p:tgtEl>
                                        <p:attrNameLst>
                                          <p:attrName>style.visibility</p:attrName>
                                        </p:attrNameLst>
                                      </p:cBhvr>
                                      <p:to>
                                        <p:strVal val="hidden"/>
                                      </p:to>
                                    </p:set>
                                  </p:childTnLst>
                                </p:cTn>
                              </p:par>
                              <p:par>
                                <p:cTn id="20" presetID="1" presetClass="exit"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hidden"/>
                                      </p:to>
                                    </p:set>
                                  </p:childTnLst>
                                </p:cTn>
                              </p:par>
                              <p:par>
                                <p:cTn id="22" presetID="1" presetClass="exit"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hidden"/>
                                      </p:to>
                                    </p:set>
                                  </p:childTnLst>
                                </p:cTn>
                              </p:par>
                              <p:par>
                                <p:cTn id="24" presetID="9" presetClass="entr" presetSubtype="0" fill="hold" nodeType="withEffect">
                                  <p:stCondLst>
                                    <p:cond delay="1000"/>
                                  </p:stCondLst>
                                  <p:childTnLst>
                                    <p:set>
                                      <p:cBhvr>
                                        <p:cTn id="25" dur="1" fill="hold">
                                          <p:stCondLst>
                                            <p:cond delay="0"/>
                                          </p:stCondLst>
                                        </p:cTn>
                                        <p:tgtEl>
                                          <p:spTgt spid="5"/>
                                        </p:tgtEl>
                                        <p:attrNameLst>
                                          <p:attrName>style.visibility</p:attrName>
                                        </p:attrNameLst>
                                      </p:cBhvr>
                                      <p:to>
                                        <p:strVal val="visible"/>
                                      </p:to>
                                    </p:set>
                                    <p:animEffect transition="in" filter="dissolve">
                                      <p:cBhvr>
                                        <p:cTn id="26" dur="500"/>
                                        <p:tgtEl>
                                          <p:spTgt spid="5"/>
                                        </p:tgtEl>
                                      </p:cBhvr>
                                    </p:animEffect>
                                  </p:childTnLst>
                                </p:cTn>
                              </p:par>
                              <p:par>
                                <p:cTn id="27" presetID="9" presetClass="entr" presetSubtype="0" fill="hold" nodeType="withEffect">
                                  <p:stCondLst>
                                    <p:cond delay="1000"/>
                                  </p:stCondLst>
                                  <p:childTnLst>
                                    <p:set>
                                      <p:cBhvr>
                                        <p:cTn id="28" dur="1" fill="hold">
                                          <p:stCondLst>
                                            <p:cond delay="0"/>
                                          </p:stCondLst>
                                        </p:cTn>
                                        <p:tgtEl>
                                          <p:spTgt spid="16"/>
                                        </p:tgtEl>
                                        <p:attrNameLst>
                                          <p:attrName>style.visibility</p:attrName>
                                        </p:attrNameLst>
                                      </p:cBhvr>
                                      <p:to>
                                        <p:strVal val="visible"/>
                                      </p:to>
                                    </p:set>
                                    <p:animEffect transition="in" filter="dissolve">
                                      <p:cBhvr>
                                        <p:cTn id="29" dur="500"/>
                                        <p:tgtEl>
                                          <p:spTgt spid="16"/>
                                        </p:tgtEl>
                                      </p:cBhvr>
                                    </p:animEffect>
                                  </p:childTnLst>
                                </p:cTn>
                              </p:par>
                              <p:par>
                                <p:cTn id="30" presetID="9" presetClass="entr" presetSubtype="0" fill="hold" nodeType="withEffect">
                                  <p:stCondLst>
                                    <p:cond delay="1000"/>
                                  </p:stCondLst>
                                  <p:childTnLst>
                                    <p:set>
                                      <p:cBhvr>
                                        <p:cTn id="31" dur="1" fill="hold">
                                          <p:stCondLst>
                                            <p:cond delay="0"/>
                                          </p:stCondLst>
                                        </p:cTn>
                                        <p:tgtEl>
                                          <p:spTgt spid="20"/>
                                        </p:tgtEl>
                                        <p:attrNameLst>
                                          <p:attrName>style.visibility</p:attrName>
                                        </p:attrNameLst>
                                      </p:cBhvr>
                                      <p:to>
                                        <p:strVal val="visible"/>
                                      </p:to>
                                    </p:set>
                                    <p:animEffect transition="in" filter="dissolve">
                                      <p:cBhvr>
                                        <p:cTn id="32" dur="500"/>
                                        <p:tgtEl>
                                          <p:spTgt spid="20"/>
                                        </p:tgtEl>
                                      </p:cBhvr>
                                    </p:animEffect>
                                  </p:childTnLst>
                                </p:cTn>
                              </p:par>
                              <p:par>
                                <p:cTn id="33" presetID="9" presetClass="entr" presetSubtype="0" fill="hold" nodeType="withEffect">
                                  <p:stCondLst>
                                    <p:cond delay="1000"/>
                                  </p:stCondLst>
                                  <p:childTnLst>
                                    <p:set>
                                      <p:cBhvr>
                                        <p:cTn id="34" dur="1" fill="hold">
                                          <p:stCondLst>
                                            <p:cond delay="0"/>
                                          </p:stCondLst>
                                        </p:cTn>
                                        <p:tgtEl>
                                          <p:spTgt spid="18"/>
                                        </p:tgtEl>
                                        <p:attrNameLst>
                                          <p:attrName>style.visibility</p:attrName>
                                        </p:attrNameLst>
                                      </p:cBhvr>
                                      <p:to>
                                        <p:strVal val="visible"/>
                                      </p:to>
                                    </p:set>
                                    <p:animEffect transition="in" filter="dissolve">
                                      <p:cBhvr>
                                        <p:cTn id="35" dur="500"/>
                                        <p:tgtEl>
                                          <p:spTgt spid="18"/>
                                        </p:tgtEl>
                                      </p:cBhvr>
                                    </p:animEffect>
                                  </p:childTnLst>
                                </p:cTn>
                              </p:par>
                              <p:par>
                                <p:cTn id="36" presetID="9" presetClass="entr" presetSubtype="0" fill="hold" nodeType="withEffect">
                                  <p:stCondLst>
                                    <p:cond delay="1000"/>
                                  </p:stCondLst>
                                  <p:childTnLst>
                                    <p:set>
                                      <p:cBhvr>
                                        <p:cTn id="37" dur="1" fill="hold">
                                          <p:stCondLst>
                                            <p:cond delay="0"/>
                                          </p:stCondLst>
                                        </p:cTn>
                                        <p:tgtEl>
                                          <p:spTgt spid="22"/>
                                        </p:tgtEl>
                                        <p:attrNameLst>
                                          <p:attrName>style.visibility</p:attrName>
                                        </p:attrNameLst>
                                      </p:cBhvr>
                                      <p:to>
                                        <p:strVal val="visible"/>
                                      </p:to>
                                    </p:set>
                                    <p:animEffect transition="in" filter="dissolve">
                                      <p:cBhvr>
                                        <p:cTn id="38" dur="500"/>
                                        <p:tgtEl>
                                          <p:spTgt spid="22"/>
                                        </p:tgtEl>
                                      </p:cBhvr>
                                    </p:animEffect>
                                  </p:childTnLst>
                                </p:cTn>
                              </p:par>
                              <p:par>
                                <p:cTn id="39" presetID="9" presetClass="entr" presetSubtype="0" fill="hold" nodeType="withEffect">
                                  <p:stCondLst>
                                    <p:cond delay="1000"/>
                                  </p:stCondLst>
                                  <p:childTnLst>
                                    <p:set>
                                      <p:cBhvr>
                                        <p:cTn id="40" dur="1" fill="hold">
                                          <p:stCondLst>
                                            <p:cond delay="0"/>
                                          </p:stCondLst>
                                        </p:cTn>
                                        <p:tgtEl>
                                          <p:spTgt spid="10"/>
                                        </p:tgtEl>
                                        <p:attrNameLst>
                                          <p:attrName>style.visibility</p:attrName>
                                        </p:attrNameLst>
                                      </p:cBhvr>
                                      <p:to>
                                        <p:strVal val="visible"/>
                                      </p:to>
                                    </p:set>
                                    <p:animEffect transition="in" filter="dissolve">
                                      <p:cBhvr>
                                        <p:cTn id="4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A6A8BF-335C-AE40-B773-B656C4FBC047}"/>
              </a:ext>
            </a:extLst>
          </p:cNvPr>
          <p:cNvSpPr>
            <a:spLocks noGrp="1"/>
          </p:cNvSpPr>
          <p:nvPr>
            <p:ph type="title"/>
          </p:nvPr>
        </p:nvSpPr>
        <p:spPr>
          <a:xfrm>
            <a:off x="685800" y="-928254"/>
            <a:ext cx="7772400" cy="609600"/>
          </a:xfrm>
        </p:spPr>
        <p:txBody>
          <a:bodyPr>
            <a:normAutofit/>
          </a:bodyPr>
          <a:lstStyle/>
          <a:p>
            <a:r>
              <a:rPr lang="en-US" sz="1800" dirty="0"/>
              <a:t>Assistive Technology Federal Definitions</a:t>
            </a:r>
            <a:br>
              <a:rPr lang="en-US" sz="1800" dirty="0"/>
            </a:br>
            <a:r>
              <a:rPr lang="en-US" sz="1800" dirty="0"/>
              <a:t>IDEA and AT Act</a:t>
            </a:r>
          </a:p>
        </p:txBody>
      </p:sp>
      <p:sp useBgFill="1">
        <p:nvSpPr>
          <p:cNvPr id="19" name="Rectangle 18">
            <a:extLst>
              <a:ext uri="{FF2B5EF4-FFF2-40B4-BE49-F238E27FC236}">
                <a16:creationId xmlns:a16="http://schemas.microsoft.com/office/drawing/2014/main" id="{C5E1D13B-3A3C-462E-A6FF-A3D5A3881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6">
            <a:extLst>
              <a:ext uri="{FF2B5EF4-FFF2-40B4-BE49-F238E27FC236}">
                <a16:creationId xmlns:a16="http://schemas.microsoft.com/office/drawing/2014/main" id="{B82AB0A7-5ADB-43AA-A85D-9EB9D8BC0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095660" y="900814"/>
            <a:ext cx="56971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7">
            <a:extLst>
              <a:ext uri="{FF2B5EF4-FFF2-40B4-BE49-F238E27FC236}">
                <a16:creationId xmlns:a16="http://schemas.microsoft.com/office/drawing/2014/main" id="{94214E17-97F3-4B04-AAE9-03BA148AE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094656" y="633165"/>
            <a:ext cx="361990"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Rectangle 8">
            <a:extLst>
              <a:ext uri="{FF2B5EF4-FFF2-40B4-BE49-F238E27FC236}">
                <a16:creationId xmlns:a16="http://schemas.microsoft.com/office/drawing/2014/main" id="{EC9D92EA-1FC7-47BC-8749-59CAF27E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634080"/>
            <a:ext cx="5456646"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id="{7665220B-114E-F046-963E-163C09141DDC}"/>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80517" y="1379953"/>
            <a:ext cx="4772507" cy="4772507"/>
          </a:xfrm>
          <a:prstGeom prst="rect">
            <a:avLst/>
          </a:prstGeom>
        </p:spPr>
      </p:pic>
      <p:sp>
        <p:nvSpPr>
          <p:cNvPr id="8" name="Content Placeholder 7">
            <a:extLst>
              <a:ext uri="{FF2B5EF4-FFF2-40B4-BE49-F238E27FC236}">
                <a16:creationId xmlns:a16="http://schemas.microsoft.com/office/drawing/2014/main" id="{5C0D584A-8F87-FC40-A870-3123BEFD9E3E}"/>
              </a:ext>
            </a:extLst>
          </p:cNvPr>
          <p:cNvSpPr>
            <a:spLocks noGrp="1"/>
          </p:cNvSpPr>
          <p:nvPr>
            <p:ph idx="1"/>
          </p:nvPr>
        </p:nvSpPr>
        <p:spPr>
          <a:xfrm>
            <a:off x="380886" y="1419588"/>
            <a:ext cx="4612196" cy="3301517"/>
          </a:xfrm>
        </p:spPr>
        <p:txBody>
          <a:bodyPr vert="horz" lIns="91440" tIns="45720" rIns="91440" bIns="45720" rtlCol="0" anchor="t">
            <a:noAutofit/>
          </a:bodyPr>
          <a:lstStyle/>
          <a:p>
            <a:pPr marL="0" indent="0">
              <a:buNone/>
            </a:pPr>
            <a:r>
              <a:rPr lang="en-US" dirty="0">
                <a:solidFill>
                  <a:srgbClr val="FEFFFF"/>
                </a:solidFill>
              </a:rPr>
              <a:t>Any item, piece of equipment, or product system, </a:t>
            </a:r>
          </a:p>
          <a:p>
            <a:pPr marL="0" indent="0">
              <a:buNone/>
            </a:pPr>
            <a:r>
              <a:rPr lang="en-US" dirty="0">
                <a:solidFill>
                  <a:srgbClr val="FEFFFF"/>
                </a:solidFill>
              </a:rPr>
              <a:t>whether acquired commercially off the shelf, modified, or customized,</a:t>
            </a:r>
          </a:p>
          <a:p>
            <a:pPr marL="0" indent="0">
              <a:buNone/>
            </a:pPr>
            <a:r>
              <a:rPr lang="en-US" dirty="0">
                <a:solidFill>
                  <a:srgbClr val="FEFFFF"/>
                </a:solidFill>
              </a:rPr>
              <a:t>that is used to increase, maintain, or improve functional capabilities of a person with a disability.</a:t>
            </a:r>
          </a:p>
        </p:txBody>
      </p:sp>
    </p:spTree>
    <p:extLst>
      <p:ext uri="{BB962C8B-B14F-4D97-AF65-F5344CB8AC3E}">
        <p14:creationId xmlns:p14="http://schemas.microsoft.com/office/powerpoint/2010/main" val="166973126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88EA1-90AA-5E47-8791-E213EEFF0535}"/>
              </a:ext>
            </a:extLst>
          </p:cNvPr>
          <p:cNvSpPr>
            <a:spLocks noGrp="1"/>
          </p:cNvSpPr>
          <p:nvPr>
            <p:ph type="title"/>
          </p:nvPr>
        </p:nvSpPr>
        <p:spPr>
          <a:xfrm>
            <a:off x="421340" y="457200"/>
            <a:ext cx="7772400" cy="790851"/>
          </a:xfrm>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a:lstStyle/>
          <a:p>
            <a:r>
              <a:rPr lang="en-US" dirty="0"/>
              <a:t>AT: </a:t>
            </a:r>
            <a:r>
              <a:rPr lang="en-US" i="1" dirty="0"/>
              <a:t>What Are We Talking About?</a:t>
            </a:r>
          </a:p>
        </p:txBody>
      </p:sp>
      <p:sp>
        <p:nvSpPr>
          <p:cNvPr id="3" name="Content Placeholder 2">
            <a:extLst>
              <a:ext uri="{FF2B5EF4-FFF2-40B4-BE49-F238E27FC236}">
                <a16:creationId xmlns:a16="http://schemas.microsoft.com/office/drawing/2014/main" id="{BD0F030A-37A7-DD43-92E1-208C76053D0E}"/>
              </a:ext>
            </a:extLst>
          </p:cNvPr>
          <p:cNvSpPr>
            <a:spLocks noGrp="1"/>
          </p:cNvSpPr>
          <p:nvPr>
            <p:ph idx="1"/>
          </p:nvPr>
        </p:nvSpPr>
        <p:spPr>
          <a:xfrm>
            <a:off x="177451" y="1679864"/>
            <a:ext cx="7772400" cy="5178136"/>
          </a:xfrm>
        </p:spPr>
        <p:txBody>
          <a:bodyPr/>
          <a:lstStyle/>
          <a:p>
            <a:pPr>
              <a:lnSpc>
                <a:spcPct val="100000"/>
              </a:lnSpc>
            </a:pPr>
            <a:r>
              <a:rPr lang="en-US" sz="2400" b="1" dirty="0"/>
              <a:t>High tech and low-tech</a:t>
            </a:r>
          </a:p>
          <a:p>
            <a:pPr>
              <a:lnSpc>
                <a:spcPct val="100000"/>
              </a:lnSpc>
              <a:spcBef>
                <a:spcPts val="1176"/>
              </a:spcBef>
            </a:pPr>
            <a:r>
              <a:rPr lang="en-US" sz="2400" b="1" dirty="0"/>
              <a:t>Readily available &amp; disability specific</a:t>
            </a:r>
          </a:p>
          <a:p>
            <a:pPr>
              <a:lnSpc>
                <a:spcPct val="100000"/>
              </a:lnSpc>
              <a:spcBef>
                <a:spcPts val="1176"/>
              </a:spcBef>
            </a:pPr>
            <a:r>
              <a:rPr lang="en-US" sz="2400" b="1" dirty="0"/>
              <a:t>Readily available hardware</a:t>
            </a:r>
            <a:br>
              <a:rPr lang="en-US" sz="2400" dirty="0"/>
            </a:br>
            <a:r>
              <a:rPr lang="en-US" sz="2400" dirty="0"/>
              <a:t>(computers, tablets, smartphones)</a:t>
            </a:r>
          </a:p>
          <a:p>
            <a:pPr lvl="2">
              <a:lnSpc>
                <a:spcPct val="100000"/>
              </a:lnSpc>
              <a:spcBef>
                <a:spcPts val="0"/>
              </a:spcBef>
              <a:buFont typeface="Wingdings" pitchFamily="2" charset="2"/>
              <a:buChar char="Ø"/>
            </a:pPr>
            <a:r>
              <a:rPr lang="en-US" sz="2000" i="1" dirty="0"/>
              <a:t>Built-in accessibility and adaptations</a:t>
            </a:r>
          </a:p>
          <a:p>
            <a:pPr>
              <a:lnSpc>
                <a:spcPct val="100000"/>
              </a:lnSpc>
              <a:buFont typeface="Arial" panose="020B0604020202020204" pitchFamily="34" charset="0"/>
              <a:buChar char="•"/>
            </a:pPr>
            <a:r>
              <a:rPr lang="en-US" sz="2400" b="1" dirty="0"/>
              <a:t>Apps</a:t>
            </a:r>
          </a:p>
          <a:p>
            <a:pPr lvl="2">
              <a:lnSpc>
                <a:spcPct val="100000"/>
              </a:lnSpc>
              <a:spcBef>
                <a:spcPts val="0"/>
              </a:spcBef>
              <a:buFont typeface="Wingdings" pitchFamily="2" charset="2"/>
              <a:buChar char="Ø"/>
            </a:pPr>
            <a:r>
              <a:rPr lang="en-US" sz="2000" i="1" dirty="0"/>
              <a:t>Pre-installed on device</a:t>
            </a:r>
          </a:p>
          <a:p>
            <a:pPr lvl="2">
              <a:lnSpc>
                <a:spcPct val="100000"/>
              </a:lnSpc>
              <a:spcBef>
                <a:spcPts val="0"/>
              </a:spcBef>
              <a:buFont typeface="Wingdings" pitchFamily="2" charset="2"/>
              <a:buChar char="Ø"/>
            </a:pPr>
            <a:r>
              <a:rPr lang="en-US" sz="2000" i="1" dirty="0"/>
              <a:t>Added (general &amp; disability specific)</a:t>
            </a:r>
          </a:p>
          <a:p>
            <a:pPr>
              <a:lnSpc>
                <a:spcPct val="100000"/>
              </a:lnSpc>
              <a:spcBef>
                <a:spcPts val="1176"/>
              </a:spcBef>
            </a:pPr>
            <a:r>
              <a:rPr lang="en-US" sz="2400" b="1" dirty="0"/>
              <a:t>Disability specific devices</a:t>
            </a:r>
          </a:p>
        </p:txBody>
      </p:sp>
      <p:pic>
        <p:nvPicPr>
          <p:cNvPr id="30" name="Picture 29" descr="Magnifying glass&#10;">
            <a:extLst>
              <a:ext uri="{FF2B5EF4-FFF2-40B4-BE49-F238E27FC236}">
                <a16:creationId xmlns:a16="http://schemas.microsoft.com/office/drawing/2014/main" id="{BAB75BCC-3CE5-9C44-BB89-753A83D8DF8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521101" y="1477697"/>
            <a:ext cx="1200560" cy="975455"/>
          </a:xfrm>
          <a:prstGeom prst="rect">
            <a:avLst/>
          </a:prstGeom>
        </p:spPr>
      </p:pic>
      <p:pic>
        <p:nvPicPr>
          <p:cNvPr id="14" name="Picture 13" descr="Brailler">
            <a:extLst>
              <a:ext uri="{FF2B5EF4-FFF2-40B4-BE49-F238E27FC236}">
                <a16:creationId xmlns:a16="http://schemas.microsoft.com/office/drawing/2014/main" id="{65D7E140-3362-6041-97FE-21407E95CAA0}"/>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6644768" y="5352824"/>
            <a:ext cx="1305083" cy="945324"/>
          </a:xfrm>
          <a:prstGeom prst="rect">
            <a:avLst/>
          </a:prstGeom>
        </p:spPr>
      </p:pic>
      <p:pic>
        <p:nvPicPr>
          <p:cNvPr id="28" name="Picture 27" descr="Smart phone">
            <a:extLst>
              <a:ext uri="{FF2B5EF4-FFF2-40B4-BE49-F238E27FC236}">
                <a16:creationId xmlns:a16="http://schemas.microsoft.com/office/drawing/2014/main" id="{426B8630-F3C4-514A-9487-35BDD70B8F59}"/>
              </a:ext>
              <a:ext uri="{C183D7F6-B498-43B3-948B-1728B52AA6E4}">
                <adec:decorative xmlns:adec="http://schemas.microsoft.com/office/drawing/2017/decorative" val="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121381" y="2682798"/>
            <a:ext cx="1428750" cy="1905000"/>
          </a:xfrm>
          <a:prstGeom prst="rect">
            <a:avLst/>
          </a:prstGeom>
        </p:spPr>
      </p:pic>
      <p:pic>
        <p:nvPicPr>
          <p:cNvPr id="26" name="Picture 25" descr="Child using augmentive communication device">
            <a:extLst>
              <a:ext uri="{FF2B5EF4-FFF2-40B4-BE49-F238E27FC236}">
                <a16:creationId xmlns:a16="http://schemas.microsoft.com/office/drawing/2014/main" id="{9E0A72D4-3775-E048-A245-792C3CD8EF0F}"/>
              </a:ext>
            </a:extLst>
          </p:cNvPr>
          <p:cNvPicPr>
            <a:picLocks noChangeAspect="1"/>
          </p:cNvPicPr>
          <p:nvPr/>
        </p:nvPicPr>
        <p:blipFill>
          <a:blip r:embed="rId7">
            <a:extLst>
              <a:ext uri="{28A0092B-C50C-407E-A947-70E740481C1C}">
                <a14:useLocalDpi xmlns:a14="http://schemas.microsoft.com/office/drawing/2010/main"/>
              </a:ext>
              <a:ext uri="{837473B0-CC2E-450A-ABE3-18F120FF3D39}">
                <a1611:picAttrSrcUrl xmlns:a1611="http://schemas.microsoft.com/office/drawing/2016/11/main" r:id="rId8"/>
              </a:ext>
            </a:extLst>
          </a:blip>
          <a:stretch>
            <a:fillRect/>
          </a:stretch>
        </p:blipFill>
        <p:spPr>
          <a:xfrm>
            <a:off x="4433456" y="5102021"/>
            <a:ext cx="1587902" cy="952741"/>
          </a:xfrm>
          <a:prstGeom prst="rect">
            <a:avLst/>
          </a:prstGeom>
        </p:spPr>
      </p:pic>
      <p:sp>
        <p:nvSpPr>
          <p:cNvPr id="27" name="TextBox 26">
            <a:extLst>
              <a:ext uri="{FF2B5EF4-FFF2-40B4-BE49-F238E27FC236}">
                <a16:creationId xmlns:a16="http://schemas.microsoft.com/office/drawing/2014/main" id="{C1050FD7-914D-A748-86ED-69BCA4A41663}"/>
              </a:ext>
            </a:extLst>
          </p:cNvPr>
          <p:cNvSpPr txBox="1"/>
          <p:nvPr/>
        </p:nvSpPr>
        <p:spPr>
          <a:xfrm>
            <a:off x="1880753" y="6541533"/>
            <a:ext cx="3704926" cy="230832"/>
          </a:xfrm>
          <a:prstGeom prst="rect">
            <a:avLst/>
          </a:prstGeom>
          <a:noFill/>
        </p:spPr>
        <p:txBody>
          <a:bodyPr wrap="square" rtlCol="0">
            <a:spAutoFit/>
          </a:bodyPr>
          <a:lstStyle/>
          <a:p>
            <a:r>
              <a:rPr lang="en-US" sz="900" dirty="0">
                <a:hlinkClick r:id="rId8" tooltip="http://abouteduat.weebly.com/learn-about-mechanics-of-writing.html"/>
              </a:rPr>
              <a:t>This Photo</a:t>
            </a:r>
            <a:r>
              <a:rPr lang="en-US" sz="900" dirty="0"/>
              <a:t> by Unknown Author is licensed under </a:t>
            </a:r>
            <a:r>
              <a:rPr lang="en-US" sz="900" dirty="0">
                <a:hlinkClick r:id="rId9" tooltip="https://creativecommons.org/licenses/by-nc-nd/3.0/"/>
              </a:rPr>
              <a:t>CC BY-NC-ND</a:t>
            </a:r>
            <a:endParaRPr lang="en-US" sz="900" dirty="0"/>
          </a:p>
        </p:txBody>
      </p:sp>
      <p:sp>
        <p:nvSpPr>
          <p:cNvPr id="15" name="TextBox 14">
            <a:extLst>
              <a:ext uri="{FF2B5EF4-FFF2-40B4-BE49-F238E27FC236}">
                <a16:creationId xmlns:a16="http://schemas.microsoft.com/office/drawing/2014/main" id="{7A996AAA-147E-D940-87DC-2AFE9A900A69}"/>
              </a:ext>
            </a:extLst>
          </p:cNvPr>
          <p:cNvSpPr txBox="1"/>
          <p:nvPr/>
        </p:nvSpPr>
        <p:spPr>
          <a:xfrm>
            <a:off x="5486400" y="6541533"/>
            <a:ext cx="3526558" cy="230832"/>
          </a:xfrm>
          <a:prstGeom prst="rect">
            <a:avLst/>
          </a:prstGeom>
          <a:noFill/>
        </p:spPr>
        <p:txBody>
          <a:bodyPr wrap="square" rtlCol="0">
            <a:spAutoFit/>
          </a:bodyPr>
          <a:lstStyle/>
          <a:p>
            <a:r>
              <a:rPr lang="en-US" sz="900" dirty="0">
                <a:hlinkClick r:id="rId5" tooltip="http://www.itgstextbook.com/itgsopedia/2.2+Provision+for+special+needs.html"/>
              </a:rPr>
              <a:t>This Photo</a:t>
            </a:r>
            <a:r>
              <a:rPr lang="en-US" sz="900" dirty="0"/>
              <a:t> by Unknown Author is licensed under </a:t>
            </a:r>
            <a:r>
              <a:rPr lang="en-US" sz="900" dirty="0">
                <a:hlinkClick r:id="rId10" tooltip="https://creativecommons.org/licenses/by-sa/3.0/"/>
              </a:rPr>
              <a:t>CC BY-SA</a:t>
            </a:r>
            <a:endParaRPr lang="en-US" sz="900" dirty="0"/>
          </a:p>
        </p:txBody>
      </p:sp>
    </p:spTree>
    <p:extLst>
      <p:ext uri="{BB962C8B-B14F-4D97-AF65-F5344CB8AC3E}">
        <p14:creationId xmlns:p14="http://schemas.microsoft.com/office/powerpoint/2010/main" val="2089080877"/>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E6B7E-6BFC-3E42-80C6-DFCF59412B29}"/>
              </a:ext>
            </a:extLst>
          </p:cNvPr>
          <p:cNvSpPr>
            <a:spLocks noGrp="1"/>
          </p:cNvSpPr>
          <p:nvPr>
            <p:ph type="title" idx="4294967295"/>
          </p:nvPr>
        </p:nvSpPr>
        <p:spPr>
          <a:xfrm>
            <a:off x="4672703" y="3794336"/>
            <a:ext cx="3931694" cy="1922251"/>
          </a:xfrm>
        </p:spPr>
        <p:txBody>
          <a:bodyPr vert="horz" lIns="91440" tIns="45720" rIns="91440" bIns="45720" rtlCol="0" anchor="t">
            <a:noAutofit/>
          </a:bodyPr>
          <a:lstStyle/>
          <a:p>
            <a:r>
              <a:rPr lang="en-US" sz="3600" b="1" kern="1200" cap="small" dirty="0">
                <a:solidFill>
                  <a:schemeClr val="tx1"/>
                </a:solidFill>
                <a:latin typeface="+mj-lt"/>
                <a:ea typeface="+mj-ea"/>
                <a:cs typeface="+mj-cs"/>
              </a:rPr>
              <a:t>The Importance of Assistive Technology for People with Intellectual Disabilities</a:t>
            </a:r>
          </a:p>
        </p:txBody>
      </p:sp>
      <p:sp>
        <p:nvSpPr>
          <p:cNvPr id="16" name="Freeform: Shape 11">
            <a:extLst>
              <a:ext uri="{FF2B5EF4-FFF2-40B4-BE49-F238E27FC236}">
                <a16:creationId xmlns:a16="http://schemas.microsoft.com/office/drawing/2014/main" id="{60B21A5C-062F-46C2-8389-53D40F46AA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3466"/>
            <a:ext cx="4161778" cy="6374535"/>
          </a:xfrm>
          <a:custGeom>
            <a:avLst/>
            <a:gdLst>
              <a:gd name="connsiteX0" fmla="*/ 2203019 w 5549037"/>
              <a:gd name="connsiteY0" fmla="*/ 0 h 6374535"/>
              <a:gd name="connsiteX1" fmla="*/ 5549037 w 5549037"/>
              <a:gd name="connsiteY1" fmla="*/ 3346018 h 6374535"/>
              <a:gd name="connsiteX2" fmla="*/ 3797930 w 5549037"/>
              <a:gd name="connsiteY2" fmla="*/ 6288190 h 6374535"/>
              <a:gd name="connsiteX3" fmla="*/ 3618689 w 5549037"/>
              <a:gd name="connsiteY3" fmla="*/ 6374535 h 6374535"/>
              <a:gd name="connsiteX4" fmla="*/ 779546 w 5549037"/>
              <a:gd name="connsiteY4" fmla="*/ 6374535 h 6374535"/>
              <a:gd name="connsiteX5" fmla="*/ 537516 w 5549037"/>
              <a:gd name="connsiteY5" fmla="*/ 6248727 h 6374535"/>
              <a:gd name="connsiteX6" fmla="*/ 74641 w 5549037"/>
              <a:gd name="connsiteY6" fmla="*/ 5927968 h 6374535"/>
              <a:gd name="connsiteX7" fmla="*/ 0 w 5549037"/>
              <a:gd name="connsiteY7" fmla="*/ 5860130 h 6374535"/>
              <a:gd name="connsiteX8" fmla="*/ 0 w 5549037"/>
              <a:gd name="connsiteY8" fmla="*/ 831906 h 6374535"/>
              <a:gd name="connsiteX9" fmla="*/ 74641 w 5549037"/>
              <a:gd name="connsiteY9" fmla="*/ 764068 h 6374535"/>
              <a:gd name="connsiteX10" fmla="*/ 2203019 w 5549037"/>
              <a:gd name="connsiteY10" fmla="*/ 0 h 637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49037" h="6374535">
                <a:moveTo>
                  <a:pt x="2203019" y="0"/>
                </a:moveTo>
                <a:cubicBezTo>
                  <a:pt x="4050974" y="0"/>
                  <a:pt x="5549037" y="1498063"/>
                  <a:pt x="5549037" y="3346018"/>
                </a:cubicBezTo>
                <a:cubicBezTo>
                  <a:pt x="5549037" y="4616487"/>
                  <a:pt x="4840968" y="5721578"/>
                  <a:pt x="3797930" y="6288190"/>
                </a:cubicBezTo>
                <a:lnTo>
                  <a:pt x="3618689" y="6374535"/>
                </a:lnTo>
                <a:lnTo>
                  <a:pt x="779546" y="6374535"/>
                </a:lnTo>
                <a:lnTo>
                  <a:pt x="537516" y="6248727"/>
                </a:lnTo>
                <a:cubicBezTo>
                  <a:pt x="374031" y="6154721"/>
                  <a:pt x="219238" y="6047301"/>
                  <a:pt x="74641" y="5927968"/>
                </a:cubicBezTo>
                <a:lnTo>
                  <a:pt x="0" y="5860130"/>
                </a:lnTo>
                <a:lnTo>
                  <a:pt x="0" y="831906"/>
                </a:lnTo>
                <a:lnTo>
                  <a:pt x="74641" y="764068"/>
                </a:lnTo>
                <a:cubicBezTo>
                  <a:pt x="653030" y="286739"/>
                  <a:pt x="1394539" y="0"/>
                  <a:pt x="2203019"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5696739C-FB1A-9048-BCB1-ABA684CE9C16}"/>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0" y="647373"/>
            <a:ext cx="4038828" cy="6210629"/>
          </a:xfrm>
          <a:custGeom>
            <a:avLst/>
            <a:gdLst/>
            <a:ahLst/>
            <a:cxnLst/>
            <a:rect l="l" t="t" r="r" b="b"/>
            <a:pathLst>
              <a:path w="5385130" h="6210629">
                <a:moveTo>
                  <a:pt x="2203018" y="0"/>
                </a:moveTo>
                <a:cubicBezTo>
                  <a:pt x="3960450" y="0"/>
                  <a:pt x="5385130" y="1424680"/>
                  <a:pt x="5385130" y="3182112"/>
                </a:cubicBezTo>
                <a:cubicBezTo>
                  <a:pt x="5385130" y="4500186"/>
                  <a:pt x="4583748" y="5631087"/>
                  <a:pt x="3441640" y="6114158"/>
                </a:cubicBezTo>
                <a:lnTo>
                  <a:pt x="3178061" y="6210629"/>
                </a:lnTo>
                <a:lnTo>
                  <a:pt x="1233206" y="6210629"/>
                </a:lnTo>
                <a:lnTo>
                  <a:pt x="1108901" y="6171135"/>
                </a:lnTo>
                <a:cubicBezTo>
                  <a:pt x="767738" y="6046219"/>
                  <a:pt x="453928" y="5864559"/>
                  <a:pt x="178899" y="5637585"/>
                </a:cubicBezTo>
                <a:lnTo>
                  <a:pt x="0" y="5474990"/>
                </a:lnTo>
                <a:lnTo>
                  <a:pt x="0" y="889234"/>
                </a:lnTo>
                <a:lnTo>
                  <a:pt x="178899" y="726640"/>
                </a:lnTo>
                <a:cubicBezTo>
                  <a:pt x="728956" y="272693"/>
                  <a:pt x="1434142" y="0"/>
                  <a:pt x="2203018" y="0"/>
                </a:cubicBezTo>
                <a:close/>
              </a:path>
            </a:pathLst>
          </a:custGeom>
        </p:spPr>
      </p:pic>
      <p:sp>
        <p:nvSpPr>
          <p:cNvPr id="17" name="Freeform: Shape 13">
            <a:extLst>
              <a:ext uri="{FF2B5EF4-FFF2-40B4-BE49-F238E27FC236}">
                <a16:creationId xmlns:a16="http://schemas.microsoft.com/office/drawing/2014/main" id="{8A177BCC-4208-4795-8572-4D623BA1E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25322" y="1"/>
            <a:ext cx="3360420" cy="2513993"/>
          </a:xfrm>
          <a:custGeom>
            <a:avLst/>
            <a:gdLst>
              <a:gd name="connsiteX0" fmla="*/ 18382 w 4480560"/>
              <a:gd name="connsiteY0" fmla="*/ 0 h 2513993"/>
              <a:gd name="connsiteX1" fmla="*/ 4462178 w 4480560"/>
              <a:gd name="connsiteY1" fmla="*/ 0 h 2513993"/>
              <a:gd name="connsiteX2" fmla="*/ 4468994 w 4480560"/>
              <a:gd name="connsiteY2" fmla="*/ 44657 h 2513993"/>
              <a:gd name="connsiteX3" fmla="*/ 4480560 w 4480560"/>
              <a:gd name="connsiteY3" fmla="*/ 273713 h 2513993"/>
              <a:gd name="connsiteX4" fmla="*/ 2240280 w 4480560"/>
              <a:gd name="connsiteY4" fmla="*/ 2513993 h 2513993"/>
              <a:gd name="connsiteX5" fmla="*/ 0 w 4480560"/>
              <a:gd name="connsiteY5" fmla="*/ 273713 h 2513993"/>
              <a:gd name="connsiteX6" fmla="*/ 11567 w 4480560"/>
              <a:gd name="connsiteY6" fmla="*/ 44657 h 251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0560" h="2513993">
                <a:moveTo>
                  <a:pt x="18382" y="0"/>
                </a:moveTo>
                <a:lnTo>
                  <a:pt x="4462178" y="0"/>
                </a:lnTo>
                <a:lnTo>
                  <a:pt x="4468994" y="44657"/>
                </a:lnTo>
                <a:cubicBezTo>
                  <a:pt x="4476642" y="119969"/>
                  <a:pt x="4480560" y="196384"/>
                  <a:pt x="4480560" y="273713"/>
                </a:cubicBezTo>
                <a:cubicBezTo>
                  <a:pt x="4480560" y="1510985"/>
                  <a:pt x="3477552" y="2513993"/>
                  <a:pt x="2240280" y="2513993"/>
                </a:cubicBezTo>
                <a:cubicBezTo>
                  <a:pt x="1003008" y="2513993"/>
                  <a:pt x="0" y="1510985"/>
                  <a:pt x="0" y="273713"/>
                </a:cubicBezTo>
                <a:cubicBezTo>
                  <a:pt x="0" y="196384"/>
                  <a:pt x="3918" y="119969"/>
                  <a:pt x="11567" y="4465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0256C965-562F-9D4D-873E-0DE74570B745}"/>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4"/>
          <a:stretch/>
        </p:blipFill>
        <p:spPr>
          <a:xfrm>
            <a:off x="4048766" y="1"/>
            <a:ext cx="3113532" cy="2349401"/>
          </a:xfrm>
          <a:custGeom>
            <a:avLst/>
            <a:gdLst/>
            <a:ahLst/>
            <a:cxnLst/>
            <a:rect l="l" t="t" r="r" b="b"/>
            <a:pathLst>
              <a:path w="4151376" h="2349401">
                <a:moveTo>
                  <a:pt x="20101" y="0"/>
                </a:moveTo>
                <a:lnTo>
                  <a:pt x="4131276" y="0"/>
                </a:lnTo>
                <a:lnTo>
                  <a:pt x="4140659" y="61486"/>
                </a:lnTo>
                <a:cubicBezTo>
                  <a:pt x="4147746" y="131265"/>
                  <a:pt x="4151376" y="202065"/>
                  <a:pt x="4151376" y="273713"/>
                </a:cubicBezTo>
                <a:cubicBezTo>
                  <a:pt x="4151376" y="1420084"/>
                  <a:pt x="3222059" y="2349401"/>
                  <a:pt x="2075688" y="2349401"/>
                </a:cubicBezTo>
                <a:cubicBezTo>
                  <a:pt x="929317" y="2349401"/>
                  <a:pt x="0" y="1420084"/>
                  <a:pt x="0" y="273713"/>
                </a:cubicBezTo>
                <a:cubicBezTo>
                  <a:pt x="0" y="202065"/>
                  <a:pt x="3630" y="131265"/>
                  <a:pt x="10717" y="61486"/>
                </a:cubicBezTo>
                <a:close/>
              </a:path>
            </a:pathLst>
          </a:custGeom>
        </p:spPr>
      </p:pic>
      <p:sp>
        <p:nvSpPr>
          <p:cNvPr id="3" name="Slide Number Placeholder 2">
            <a:extLst>
              <a:ext uri="{FF2B5EF4-FFF2-40B4-BE49-F238E27FC236}">
                <a16:creationId xmlns:a16="http://schemas.microsoft.com/office/drawing/2014/main" id="{F77172AC-4C65-0142-AE2F-D6463C914F67}"/>
              </a:ext>
            </a:extLst>
          </p:cNvPr>
          <p:cNvSpPr>
            <a:spLocks noGrp="1"/>
          </p:cNvSpPr>
          <p:nvPr>
            <p:ph type="sldNum" sz="quarter" idx="12"/>
          </p:nvPr>
        </p:nvSpPr>
        <p:spPr/>
        <p:txBody>
          <a:bodyPr/>
          <a:lstStyle/>
          <a:p>
            <a:fld id="{5C20E49D-532B-574C-9B28-3CB5D48BEFC2}" type="slidenum">
              <a:rPr lang="en-US" smtClean="0"/>
              <a:t>10</a:t>
            </a:fld>
            <a:endParaRPr lang="en-US"/>
          </a:p>
        </p:txBody>
      </p:sp>
    </p:spTree>
    <p:extLst>
      <p:ext uri="{BB962C8B-B14F-4D97-AF65-F5344CB8AC3E}">
        <p14:creationId xmlns:p14="http://schemas.microsoft.com/office/powerpoint/2010/main" val="2073926184"/>
      </p:ext>
    </p:extLst>
  </p:cSld>
  <p:clrMapOvr>
    <a:overrideClrMapping bg1="dk1" tx1="lt1" bg2="dk2" tx2="lt2" accent1="accent1" accent2="accent2" accent3="accent3" accent4="accent4" accent5="accent5" accent6="accent6" hlink="hlink" folHlink="folHlink"/>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61660-DF69-644F-A19D-37077DE8FC29}"/>
              </a:ext>
            </a:extLst>
          </p:cNvPr>
          <p:cNvSpPr>
            <a:spLocks noGrp="1"/>
          </p:cNvSpPr>
          <p:nvPr>
            <p:ph type="title"/>
          </p:nvPr>
        </p:nvSpPr>
        <p:spPr>
          <a:xfrm>
            <a:off x="722168" y="283083"/>
            <a:ext cx="7772400" cy="1143000"/>
          </a:xfrm>
        </p:spPr>
        <p:txBody>
          <a:bodyPr/>
          <a:lstStyle/>
          <a:p>
            <a:pPr algn="ctr"/>
            <a:r>
              <a:rPr lang="en-US" i="1" cap="small" dirty="0">
                <a:solidFill>
                  <a:srgbClr val="006699"/>
                </a:solidFill>
              </a:rPr>
              <a:t>AT as Catalyst of Social Inclusion</a:t>
            </a:r>
          </a:p>
        </p:txBody>
      </p:sp>
      <p:pic>
        <p:nvPicPr>
          <p:cNvPr id="4097" name="Picture 1" descr="Flow chart: &#10;Institutional care for people with ID&#10;Deinstituionalizaton of care for people with ID&#10;Community care for peole with ID leading to:&#10;a) Empowered community living, leading to enchanced access to assistive technology, then Enhanced access to societal process (including education, employment and civic engagement), leading to Enhanced interpersonal relationships and community participation, and then Social inclusion of people with intellectual disabilities.&#10;Or&#10;b) Disempowered community living, limited access to assistive technology, leading to limited access to societal processes, leading to limited interpersonal relationships and community participation, leading to social exclusion of people with intellectual disabilities. ">
            <a:extLst>
              <a:ext uri="{FF2B5EF4-FFF2-40B4-BE49-F238E27FC236}">
                <a16:creationId xmlns:a16="http://schemas.microsoft.com/office/drawing/2014/main" id="{6AE7AA63-286D-3D48-BD7C-C438880E1D3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97619" y="1763413"/>
            <a:ext cx="8680126" cy="328151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59CCED4-AFCA-FB43-B920-AF78394772B1}"/>
              </a:ext>
            </a:extLst>
          </p:cNvPr>
          <p:cNvSpPr txBox="1"/>
          <p:nvPr/>
        </p:nvSpPr>
        <p:spPr>
          <a:xfrm>
            <a:off x="498764" y="5818909"/>
            <a:ext cx="8219209" cy="830997"/>
          </a:xfrm>
          <a:prstGeom prst="rect">
            <a:avLst/>
          </a:prstGeom>
          <a:noFill/>
        </p:spPr>
        <p:txBody>
          <a:bodyPr wrap="square" rtlCol="0">
            <a:spAutoFit/>
          </a:bodyPr>
          <a:lstStyle/>
          <a:p>
            <a:r>
              <a:rPr lang="en-US" sz="1200" dirty="0"/>
              <a:t>From: </a:t>
            </a:r>
            <a:r>
              <a:rPr lang="en-US" sz="1200" i="1" dirty="0"/>
              <a:t>Leaving No-One Behind: Using Assistive Technology to Enhance Community Living for People with Intellectual Disability</a:t>
            </a:r>
            <a:r>
              <a:rPr lang="en-US" sz="1200" dirty="0"/>
              <a:t>, </a:t>
            </a:r>
            <a:r>
              <a:rPr lang="en-US" sz="1200" dirty="0" err="1"/>
              <a:t>Owuor</a:t>
            </a:r>
            <a:r>
              <a:rPr lang="en-US" sz="1200" dirty="0"/>
              <a:t>, </a:t>
            </a:r>
            <a:r>
              <a:rPr lang="en-US" sz="1200" dirty="0" err="1"/>
              <a:t>Larkan</a:t>
            </a:r>
            <a:r>
              <a:rPr lang="en-US" sz="1200" dirty="0"/>
              <a:t> &amp; MacLachlan, 2017</a:t>
            </a:r>
          </a:p>
          <a:p>
            <a:endParaRPr lang="en-US" dirty="0"/>
          </a:p>
        </p:txBody>
      </p:sp>
    </p:spTree>
    <p:extLst>
      <p:ext uri="{BB962C8B-B14F-4D97-AF65-F5344CB8AC3E}">
        <p14:creationId xmlns:p14="http://schemas.microsoft.com/office/powerpoint/2010/main" val="4256159685"/>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960663-74E7-8E4B-A3D5-167EFEB50D06}"/>
              </a:ext>
            </a:extLst>
          </p:cNvPr>
          <p:cNvSpPr>
            <a:spLocks noGrp="1"/>
          </p:cNvSpPr>
          <p:nvPr>
            <p:ph type="title"/>
          </p:nvPr>
        </p:nvSpPr>
        <p:spPr>
          <a:xfrm>
            <a:off x="685800" y="6113318"/>
            <a:ext cx="7772400" cy="613064"/>
          </a:xfrm>
        </p:spPr>
        <p:txBody>
          <a:bodyPr/>
          <a:lstStyle/>
          <a:p>
            <a:r>
              <a:rPr lang="en-US" sz="1400" b="0" dirty="0"/>
              <a:t>From: </a:t>
            </a:r>
            <a:r>
              <a:rPr lang="en-US" sz="1400" b="0" i="1" dirty="0"/>
              <a:t>Leaving No-One Behind: Using Assistive Technology to Enhance Community Living for People with Intellectual Disability</a:t>
            </a:r>
            <a:r>
              <a:rPr lang="en-US" sz="1400" b="0" dirty="0"/>
              <a:t>, </a:t>
            </a:r>
            <a:r>
              <a:rPr lang="en-US" sz="1400" b="0" dirty="0" err="1"/>
              <a:t>Owuor</a:t>
            </a:r>
            <a:r>
              <a:rPr lang="en-US" sz="1400" b="0" dirty="0"/>
              <a:t>, </a:t>
            </a:r>
            <a:r>
              <a:rPr lang="en-US" sz="1400" b="0" dirty="0" err="1"/>
              <a:t>Larkan</a:t>
            </a:r>
            <a:r>
              <a:rPr lang="en-US" sz="1400" b="0" dirty="0"/>
              <a:t> &amp; MacLachlan, 2017</a:t>
            </a:r>
            <a:endParaRPr lang="en-US" b="0" dirty="0"/>
          </a:p>
        </p:txBody>
      </p:sp>
      <p:sp>
        <p:nvSpPr>
          <p:cNvPr id="3" name="TextBox 2">
            <a:extLst>
              <a:ext uri="{FF2B5EF4-FFF2-40B4-BE49-F238E27FC236}">
                <a16:creationId xmlns:a16="http://schemas.microsoft.com/office/drawing/2014/main" id="{527786DD-59A6-BE4C-AAC5-82C740D5CFED}"/>
              </a:ext>
            </a:extLst>
          </p:cNvPr>
          <p:cNvSpPr txBox="1"/>
          <p:nvPr/>
        </p:nvSpPr>
        <p:spPr>
          <a:xfrm>
            <a:off x="685800" y="855517"/>
            <a:ext cx="8042564" cy="3970318"/>
          </a:xfrm>
          <a:prstGeom prst="rect">
            <a:avLst/>
          </a:prstGeom>
          <a:scene3d>
            <a:camera prst="orthographicFront"/>
            <a:lightRig rig="threePt" dir="t"/>
          </a:scene3d>
          <a:sp3d>
            <a:bevelT prst="angle"/>
          </a:sp3d>
        </p:spPr>
        <p:style>
          <a:lnRef idx="1">
            <a:schemeClr val="accent4"/>
          </a:lnRef>
          <a:fillRef idx="3">
            <a:schemeClr val="accent4"/>
          </a:fillRef>
          <a:effectRef idx="2">
            <a:schemeClr val="accent4"/>
          </a:effectRef>
          <a:fontRef idx="minor">
            <a:schemeClr val="lt1"/>
          </a:fontRef>
        </p:style>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Arial" panose="020B0604020202020204" pitchFamily="34" charset="0"/>
                <a:ea typeface="Geneva" panose="020B0503030404040204" pitchFamily="34" charset="0"/>
                <a:cs typeface="+mn-cs"/>
              </a:rPr>
              <a:t>“AT is a mediator for people with intellectual disabilities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Arial" panose="020B0604020202020204" pitchFamily="34" charset="0"/>
                <a:ea typeface="Geneva" panose="020B0503030404040204" pitchFamily="34" charset="0"/>
                <a:cs typeface="+mn-cs"/>
              </a:rPr>
              <a:t>to attain not just their rights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Arial" panose="020B0604020202020204" pitchFamily="34" charset="0"/>
                <a:ea typeface="Geneva" panose="020B0503030404040204" pitchFamily="34" charset="0"/>
                <a:cs typeface="+mn-cs"/>
              </a:rPr>
              <a:t>but also the highest possible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Arial" panose="020B0604020202020204" pitchFamily="34" charset="0"/>
                <a:ea typeface="Geneva" panose="020B0503030404040204" pitchFamily="34" charset="0"/>
                <a:cs typeface="+mn-cs"/>
              </a:rPr>
              <a:t>quality of life and</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Arial" panose="020B0604020202020204" pitchFamily="34" charset="0"/>
                <a:ea typeface="Geneva" panose="020B0503030404040204" pitchFamily="34" charset="0"/>
                <a:cs typeface="+mn-cs"/>
              </a:rPr>
              <a:t>sense of participation and</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Arial" panose="020B0604020202020204" pitchFamily="34" charset="0"/>
                <a:ea typeface="Geneva" panose="020B0503030404040204" pitchFamily="34" charset="0"/>
                <a:cs typeface="+mn-cs"/>
              </a:rPr>
              <a:t>belonging in society.” </a:t>
            </a:r>
          </a:p>
        </p:txBody>
      </p:sp>
    </p:spTree>
    <p:extLst>
      <p:ext uri="{BB962C8B-B14F-4D97-AF65-F5344CB8AC3E}">
        <p14:creationId xmlns:p14="http://schemas.microsoft.com/office/powerpoint/2010/main" val="245356236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25435B3-336A-7A42-81A3-A76BFCA4B019}"/>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2" name="Title 1">
            <a:extLst>
              <a:ext uri="{FF2B5EF4-FFF2-40B4-BE49-F238E27FC236}">
                <a16:creationId xmlns:a16="http://schemas.microsoft.com/office/drawing/2014/main" id="{351DE1A2-5A08-9645-B121-2C09355F169A}"/>
              </a:ext>
            </a:extLst>
          </p:cNvPr>
          <p:cNvSpPr>
            <a:spLocks noGrp="1"/>
          </p:cNvSpPr>
          <p:nvPr>
            <p:ph type="title"/>
          </p:nvPr>
        </p:nvSpPr>
        <p:spPr>
          <a:xfrm>
            <a:off x="28575" y="-1524000"/>
            <a:ext cx="8147892" cy="1143000"/>
          </a:xfrm>
        </p:spPr>
        <p:txBody>
          <a:bodyPr/>
          <a:lstStyle/>
          <a:p>
            <a:r>
              <a:rPr lang="en-US" sz="2400" b="0" dirty="0"/>
              <a:t>Coleman Institute for Cognitive Disabilities</a:t>
            </a:r>
            <a:br>
              <a:rPr lang="en-US" sz="2400" b="0" dirty="0"/>
            </a:br>
            <a:r>
              <a:rPr lang="en-US" sz="2400" b="0" dirty="0"/>
              <a:t>University of Colorado</a:t>
            </a:r>
          </a:p>
        </p:txBody>
      </p:sp>
      <p:pic>
        <p:nvPicPr>
          <p:cNvPr id="12" name="Picture 11">
            <a:extLst>
              <a:ext uri="{FF2B5EF4-FFF2-40B4-BE49-F238E27FC236}">
                <a16:creationId xmlns:a16="http://schemas.microsoft.com/office/drawing/2014/main" id="{A0030439-F1BE-AE4C-AA57-71C8A72E267A}"/>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181100" y="5514975"/>
            <a:ext cx="7086600" cy="885825"/>
          </a:xfrm>
          <a:prstGeom prst="rect">
            <a:avLst/>
          </a:prstGeom>
        </p:spPr>
      </p:pic>
      <p:sp>
        <p:nvSpPr>
          <p:cNvPr id="4" name="Content Placeholder 2" descr="“Technology and information access today is no longer a luxury.It is essential for people with cognitive disabilities to have the same access as their peers without such disabilities in order to fully participate in the worlds of today and tomorrow.”&#13;&#10;">
            <a:extLst>
              <a:ext uri="{FF2B5EF4-FFF2-40B4-BE49-F238E27FC236}">
                <a16:creationId xmlns:a16="http://schemas.microsoft.com/office/drawing/2014/main" id="{8AB6DDAC-AB1F-674E-93B1-E0212E016748}"/>
              </a:ext>
            </a:extLst>
          </p:cNvPr>
          <p:cNvSpPr>
            <a:spLocks noGrp="1"/>
          </p:cNvSpPr>
          <p:nvPr>
            <p:ph idx="1"/>
          </p:nvPr>
        </p:nvSpPr>
        <p:spPr>
          <a:xfrm>
            <a:off x="838200" y="685800"/>
            <a:ext cx="7772400" cy="4191000"/>
          </a:xfrm>
          <a:solidFill>
            <a:srgbClr val="0060C1"/>
          </a:solidFill>
          <a:scene3d>
            <a:camera prst="orthographicFront"/>
            <a:lightRig rig="threePt" dir="t"/>
          </a:scene3d>
          <a:sp3d>
            <a:bevelT prst="angle"/>
          </a:sp3d>
        </p:spPr>
        <p:style>
          <a:lnRef idx="1">
            <a:schemeClr val="accent6"/>
          </a:lnRef>
          <a:fillRef idx="2">
            <a:schemeClr val="accent6"/>
          </a:fillRef>
          <a:effectRef idx="1">
            <a:schemeClr val="accent6"/>
          </a:effectRef>
          <a:fontRef idx="minor">
            <a:schemeClr val="dk1"/>
          </a:fontRef>
        </p:style>
        <p:txBody>
          <a:bodyPr/>
          <a:lstStyle/>
          <a:p>
            <a:pPr marL="0" indent="0" algn="ctr">
              <a:buNone/>
            </a:pPr>
            <a:r>
              <a:rPr lang="en-US" b="0" dirty="0">
                <a:solidFill>
                  <a:schemeClr val="bg1"/>
                </a:solidFill>
              </a:rPr>
              <a:t>“Technology and information access today is no longer a luxury.</a:t>
            </a:r>
            <a:br>
              <a:rPr lang="en-US" b="0" dirty="0">
                <a:solidFill>
                  <a:schemeClr val="bg1"/>
                </a:solidFill>
              </a:rPr>
            </a:br>
            <a:r>
              <a:rPr lang="en-US" b="0" dirty="0">
                <a:solidFill>
                  <a:schemeClr val="bg1"/>
                </a:solidFill>
              </a:rPr>
              <a:t>It is essential for </a:t>
            </a:r>
            <a:br>
              <a:rPr lang="en-US" b="0" dirty="0">
                <a:solidFill>
                  <a:schemeClr val="bg1"/>
                </a:solidFill>
              </a:rPr>
            </a:br>
            <a:r>
              <a:rPr lang="en-US" b="0" dirty="0">
                <a:solidFill>
                  <a:schemeClr val="bg1"/>
                </a:solidFill>
              </a:rPr>
              <a:t>people with cognitive disabilities to have the same access as their peers without such disabilities in order to fully participate in the worlds of today and tomorrow.”</a:t>
            </a:r>
          </a:p>
        </p:txBody>
      </p:sp>
      <p:sp>
        <p:nvSpPr>
          <p:cNvPr id="8" name="Slide Number Placeholder 4">
            <a:extLst>
              <a:ext uri="{FF2B5EF4-FFF2-40B4-BE49-F238E27FC236}">
                <a16:creationId xmlns:a16="http://schemas.microsoft.com/office/drawing/2014/main" id="{E59EC014-497D-B64D-A5FF-B90AA47F346B}"/>
              </a:ext>
            </a:extLst>
          </p:cNvPr>
          <p:cNvSpPr txBox="1">
            <a:spLocks/>
          </p:cNvSpPr>
          <p:nvPr/>
        </p:nvSpPr>
        <p:spPr>
          <a:xfrm>
            <a:off x="8610600" y="6400800"/>
            <a:ext cx="1905000" cy="457200"/>
          </a:xfrm>
          <a:prstGeom prst="rect">
            <a:avLst/>
          </a:prstGeom>
          <a:ln/>
        </p:spPr>
        <p:txBody>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6pPr>
            <a:lvl7pPr marL="27432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7pPr>
            <a:lvl8pPr marL="32004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8pPr>
            <a:lvl9pPr marL="36576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03796480-D029-B94F-BE73-D819B106F9C3}" type="slidenum">
              <a:rPr kumimoji="0" lang="en-US" altLang="en-US" sz="14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l" defTabSz="914400" rtl="0" eaLnBrk="0" fontAlgn="base" latinLnBrk="0" hangingPunct="0">
                <a:lnSpc>
                  <a:spcPct val="100000"/>
                </a:lnSpc>
                <a:spcBef>
                  <a:spcPct val="0"/>
                </a:spcBef>
                <a:spcAft>
                  <a:spcPct val="0"/>
                </a:spcAft>
                <a:buClrTx/>
                <a:buSzTx/>
                <a:buFontTx/>
                <a:buNone/>
                <a:tabLst/>
                <a:defRPr/>
              </a:pPr>
              <a:t>13</a:t>
            </a:fld>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259596613"/>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428662B-9AFE-214E-912F-EA1300A22AC0}"/>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C00000"/>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7" name="Title 6">
            <a:extLst>
              <a:ext uri="{FF2B5EF4-FFF2-40B4-BE49-F238E27FC236}">
                <a16:creationId xmlns:a16="http://schemas.microsoft.com/office/drawing/2014/main" id="{797BDEB7-0471-A14A-9476-0867D7ADFE2C}"/>
              </a:ext>
            </a:extLst>
          </p:cNvPr>
          <p:cNvSpPr>
            <a:spLocks noGrp="1"/>
          </p:cNvSpPr>
          <p:nvPr>
            <p:ph type="title"/>
          </p:nvPr>
        </p:nvSpPr>
        <p:spPr>
          <a:xfrm>
            <a:off x="2547504" y="-2138138"/>
            <a:ext cx="4572000" cy="1641130"/>
          </a:xfrm>
          <a:noFill/>
          <a:ln>
            <a:noFill/>
          </a:ln>
        </p:spPr>
        <p:style>
          <a:lnRef idx="2">
            <a:schemeClr val="dk1"/>
          </a:lnRef>
          <a:fillRef idx="1">
            <a:schemeClr val="lt1"/>
          </a:fillRef>
          <a:effectRef idx="0">
            <a:schemeClr val="dk1"/>
          </a:effectRef>
          <a:fontRef idx="minor">
            <a:schemeClr val="dk1"/>
          </a:fontRef>
        </p:style>
        <p:txBody>
          <a:bodyPr/>
          <a:lstStyle/>
          <a:p>
            <a:r>
              <a:rPr lang="en-US" sz="1800" b="0" dirty="0">
                <a:solidFill>
                  <a:schemeClr val="tx1"/>
                </a:solidFill>
              </a:rPr>
              <a:t>Declaration of the Rights of People with Cognitive Disabilities to Technology and Information Access</a:t>
            </a:r>
          </a:p>
        </p:txBody>
      </p:sp>
      <p:pic>
        <p:nvPicPr>
          <p:cNvPr id="9" name="Picture 8" descr="Picture of the the declaration of the rights of people with cognitive disabilities to technology and information access.">
            <a:extLst>
              <a:ext uri="{FF2B5EF4-FFF2-40B4-BE49-F238E27FC236}">
                <a16:creationId xmlns:a16="http://schemas.microsoft.com/office/drawing/2014/main" id="{696FB09F-AF47-AB44-8820-CBAC5FD23404}"/>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743200" y="457200"/>
            <a:ext cx="4180609" cy="5410200"/>
          </a:xfrm>
          <a:prstGeom prst="rect">
            <a:avLst/>
          </a:prstGeom>
        </p:spPr>
      </p:pic>
      <p:sp>
        <p:nvSpPr>
          <p:cNvPr id="10" name="TextBox 9">
            <a:extLst>
              <a:ext uri="{FF2B5EF4-FFF2-40B4-BE49-F238E27FC236}">
                <a16:creationId xmlns:a16="http://schemas.microsoft.com/office/drawing/2014/main" id="{A35D0F6F-D7C6-E74C-91DD-0B8E7FD15A0B}"/>
              </a:ext>
            </a:extLst>
          </p:cNvPr>
          <p:cNvSpPr txBox="1"/>
          <p:nvPr/>
        </p:nvSpPr>
        <p:spPr>
          <a:xfrm>
            <a:off x="533400" y="6024732"/>
            <a:ext cx="8839200" cy="3385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hlinkClick r:id="rId3"/>
              </a:rPr>
              <a:t>https://www.colemaninstitute.org/category/public-policy/technology-and-information-access/</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rPr>
              <a:t> </a:t>
            </a:r>
          </a:p>
        </p:txBody>
      </p:sp>
      <p:sp>
        <p:nvSpPr>
          <p:cNvPr id="5" name="Slide Number Placeholder 4">
            <a:extLst>
              <a:ext uri="{FF2B5EF4-FFF2-40B4-BE49-F238E27FC236}">
                <a16:creationId xmlns:a16="http://schemas.microsoft.com/office/drawing/2014/main" id="{C39BF629-4434-D746-A02F-51BC4B15E052}"/>
              </a:ext>
            </a:extLst>
          </p:cNvPr>
          <p:cNvSpPr>
            <a:spLocks noGrp="1"/>
          </p:cNvSpPr>
          <p:nvPr>
            <p:ph type="sldNum" sz="quarter" idx="12"/>
          </p:nvPr>
        </p:nvSpPr>
        <p:spPr>
          <a:xfrm>
            <a:off x="8458200" y="6400800"/>
            <a:ext cx="533400" cy="457200"/>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DADED417-B3A5-0247-A5EF-759E0B1E1E60}" type="slidenum">
              <a:rPr kumimoji="0" lang="en-US" altLang="en-US" sz="14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l" defTabSz="914400" rtl="0" eaLnBrk="0" fontAlgn="base" latinLnBrk="0" hangingPunct="0">
                <a:lnSpc>
                  <a:spcPct val="100000"/>
                </a:lnSpc>
                <a:spcBef>
                  <a:spcPct val="0"/>
                </a:spcBef>
                <a:spcAft>
                  <a:spcPct val="0"/>
                </a:spcAft>
                <a:buClrTx/>
                <a:buSzTx/>
                <a:buFontTx/>
                <a:buNone/>
                <a:tabLst/>
                <a:defRPr/>
              </a:pPr>
              <a:t>14</a:t>
            </a:fld>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263302036"/>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5E1D13B-3A3C-462E-A6FF-A3D5A3881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6">
            <a:extLst>
              <a:ext uri="{FF2B5EF4-FFF2-40B4-BE49-F238E27FC236}">
                <a16:creationId xmlns:a16="http://schemas.microsoft.com/office/drawing/2014/main" id="{B82AB0A7-5ADB-43AA-A85D-9EB9D8BC0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095660" y="900814"/>
            <a:ext cx="56971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94214E17-97F3-4B04-AAE9-03BA148AE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094656" y="633165"/>
            <a:ext cx="361990"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8">
            <a:extLst>
              <a:ext uri="{FF2B5EF4-FFF2-40B4-BE49-F238E27FC236}">
                <a16:creationId xmlns:a16="http://schemas.microsoft.com/office/drawing/2014/main" id="{EC9D92EA-1FC7-47BC-8749-59CAF27E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634080"/>
            <a:ext cx="5456646"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Title 5">
            <a:extLst>
              <a:ext uri="{FF2B5EF4-FFF2-40B4-BE49-F238E27FC236}">
                <a16:creationId xmlns:a16="http://schemas.microsoft.com/office/drawing/2014/main" id="{7A8E19C5-1088-8F4C-A41E-CFC379E45DD3}"/>
              </a:ext>
            </a:extLst>
          </p:cNvPr>
          <p:cNvSpPr>
            <a:spLocks noGrp="1"/>
          </p:cNvSpPr>
          <p:nvPr>
            <p:ph type="title"/>
          </p:nvPr>
        </p:nvSpPr>
        <p:spPr>
          <a:xfrm>
            <a:off x="278253" y="6134878"/>
            <a:ext cx="4680618" cy="613064"/>
          </a:xfrm>
        </p:spPr>
        <p:txBody>
          <a:bodyPr>
            <a:normAutofit fontScale="90000"/>
          </a:bodyPr>
          <a:lstStyle/>
          <a:p>
            <a:r>
              <a:rPr lang="en-US" sz="1400" b="0" dirty="0"/>
              <a:t>From: </a:t>
            </a:r>
            <a:r>
              <a:rPr lang="en-US" sz="1400" b="0" i="1" dirty="0"/>
              <a:t>Leaving No-One Behind: Using Assistive Technology to Enhance Community Living for People with Intellectual Disability</a:t>
            </a:r>
            <a:r>
              <a:rPr lang="en-US" sz="1400" b="0" dirty="0"/>
              <a:t>, </a:t>
            </a:r>
            <a:r>
              <a:rPr lang="en-US" sz="1400" b="0" dirty="0" err="1"/>
              <a:t>Owuor</a:t>
            </a:r>
            <a:r>
              <a:rPr lang="en-US" sz="1400" b="0" dirty="0"/>
              <a:t>, </a:t>
            </a:r>
            <a:r>
              <a:rPr lang="en-US" sz="1400" b="0" dirty="0" err="1"/>
              <a:t>Larkan</a:t>
            </a:r>
            <a:r>
              <a:rPr lang="en-US" sz="1400" b="0" dirty="0"/>
              <a:t> &amp; MacLachlan, 2017</a:t>
            </a:r>
            <a:endParaRPr lang="en-US" b="0" dirty="0"/>
          </a:p>
        </p:txBody>
      </p:sp>
      <p:sp>
        <p:nvSpPr>
          <p:cNvPr id="3" name="Content Placeholder 2">
            <a:extLst>
              <a:ext uri="{FF2B5EF4-FFF2-40B4-BE49-F238E27FC236}">
                <a16:creationId xmlns:a16="http://schemas.microsoft.com/office/drawing/2014/main" id="{E9513112-72C6-CD47-92FC-833EE4F40CA0}"/>
              </a:ext>
            </a:extLst>
          </p:cNvPr>
          <p:cNvSpPr>
            <a:spLocks noGrp="1"/>
          </p:cNvSpPr>
          <p:nvPr>
            <p:ph idx="1"/>
          </p:nvPr>
        </p:nvSpPr>
        <p:spPr>
          <a:xfrm>
            <a:off x="173611" y="1545794"/>
            <a:ext cx="4791025" cy="3677370"/>
          </a:xfrm>
        </p:spPr>
        <p:txBody>
          <a:bodyPr vert="horz" lIns="91440" tIns="45720" rIns="91440" bIns="45720" rtlCol="0" anchor="t">
            <a:normAutofit fontScale="77500" lnSpcReduction="20000"/>
          </a:bodyPr>
          <a:lstStyle/>
          <a:p>
            <a:pPr marL="0" indent="0" algn="ctr">
              <a:lnSpc>
                <a:spcPct val="120000"/>
              </a:lnSpc>
              <a:buNone/>
            </a:pPr>
            <a:r>
              <a:rPr lang="en-US" sz="3600" dirty="0">
                <a:solidFill>
                  <a:srgbClr val="FEFFFF"/>
                </a:solidFill>
              </a:rPr>
              <a:t>“There is considerable room for improvement in the area of employment outcomes for individuals with ID, and, perhaps, one way to improve these outcomes may simply be found in the palm of our hand.”</a:t>
            </a:r>
          </a:p>
          <a:p>
            <a:pPr>
              <a:lnSpc>
                <a:spcPct val="120000"/>
              </a:lnSpc>
            </a:pPr>
            <a:endParaRPr lang="en-US" sz="2100" dirty="0">
              <a:solidFill>
                <a:srgbClr val="FEFFFF"/>
              </a:solidFill>
            </a:endParaRPr>
          </a:p>
        </p:txBody>
      </p:sp>
      <p:pic>
        <p:nvPicPr>
          <p:cNvPr id="7" name="Picture 6" descr="Person holding smart phone with words on screen: Employment Success!">
            <a:extLst>
              <a:ext uri="{FF2B5EF4-FFF2-40B4-BE49-F238E27FC236}">
                <a16:creationId xmlns:a16="http://schemas.microsoft.com/office/drawing/2014/main" id="{61AF1513-EF5A-E94C-843B-70084546618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665602" y="1353980"/>
            <a:ext cx="3478169" cy="5257799"/>
          </a:xfrm>
          <a:prstGeom prst="rect">
            <a:avLst/>
          </a:prstGeom>
        </p:spPr>
      </p:pic>
    </p:spTree>
    <p:extLst>
      <p:ext uri="{BB962C8B-B14F-4D97-AF65-F5344CB8AC3E}">
        <p14:creationId xmlns:p14="http://schemas.microsoft.com/office/powerpoint/2010/main" val="1397280424"/>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DC442CC-E6A3-274F-959D-ABFAB442166D}"/>
              </a:ext>
              <a:ext uri="{C183D7F6-B498-43B3-948B-1728B52AA6E4}">
                <adec:decorative xmlns:adec="http://schemas.microsoft.com/office/drawing/2017/decorative" val="1"/>
              </a:ext>
            </a:extLst>
          </p:cNvPr>
          <p:cNvSpPr>
            <a:spLocks noChangeArrowheads="1"/>
          </p:cNvSpPr>
          <p:nvPr/>
        </p:nvSpPr>
        <p:spPr bwMode="auto">
          <a:xfrm>
            <a:off x="0" y="-248919"/>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5" name="Title 4">
            <a:extLst>
              <a:ext uri="{FF2B5EF4-FFF2-40B4-BE49-F238E27FC236}">
                <a16:creationId xmlns:a16="http://schemas.microsoft.com/office/drawing/2014/main" id="{26A4A2AA-97E7-AE42-931A-15598AF40B7D}"/>
              </a:ext>
            </a:extLst>
          </p:cNvPr>
          <p:cNvSpPr>
            <a:spLocks noGrp="1"/>
          </p:cNvSpPr>
          <p:nvPr>
            <p:ph type="title"/>
          </p:nvPr>
        </p:nvSpPr>
        <p:spPr>
          <a:xfrm>
            <a:off x="270163" y="368623"/>
            <a:ext cx="2933700" cy="2052333"/>
          </a:xfrm>
          <a:solidFill>
            <a:srgbClr val="0070C0"/>
          </a:solidFill>
          <a:scene3d>
            <a:camera prst="orthographicFront"/>
            <a:lightRig rig="threePt" dir="t"/>
          </a:scene3d>
          <a:sp3d>
            <a:bevelT prst="angle"/>
          </a:sp3d>
        </p:spPr>
        <p:style>
          <a:lnRef idx="1">
            <a:schemeClr val="accent4"/>
          </a:lnRef>
          <a:fillRef idx="2">
            <a:schemeClr val="accent4"/>
          </a:fillRef>
          <a:effectRef idx="1">
            <a:schemeClr val="accent4"/>
          </a:effectRef>
          <a:fontRef idx="minor">
            <a:schemeClr val="dk1"/>
          </a:fontRef>
        </p:style>
        <p:txBody>
          <a:bodyPr/>
          <a:lstStyle/>
          <a:p>
            <a:r>
              <a:rPr lang="en-US" sz="2800" dirty="0">
                <a:solidFill>
                  <a:schemeClr val="bg1"/>
                </a:solidFill>
              </a:rPr>
              <a:t>Employment First Meets Technology First</a:t>
            </a:r>
          </a:p>
        </p:txBody>
      </p:sp>
      <p:sp>
        <p:nvSpPr>
          <p:cNvPr id="10" name="TextBox 9">
            <a:extLst>
              <a:ext uri="{FF2B5EF4-FFF2-40B4-BE49-F238E27FC236}">
                <a16:creationId xmlns:a16="http://schemas.microsoft.com/office/drawing/2014/main" id="{8D17EDE5-3337-BF43-B56D-2CEB966F7982}"/>
              </a:ext>
            </a:extLst>
          </p:cNvPr>
          <p:cNvSpPr txBox="1"/>
          <p:nvPr/>
        </p:nvSpPr>
        <p:spPr>
          <a:xfrm>
            <a:off x="4345611" y="3945047"/>
            <a:ext cx="1265479" cy="646331"/>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Narrow" panose="020B0604020202020204" pitchFamily="34" charset="0"/>
                <a:ea typeface="Geneva" panose="020B0503030404040204" pitchFamily="34" charset="0"/>
                <a:cs typeface="Arial Narrow" panose="020B0604020202020204" pitchFamily="34" charset="0"/>
              </a:rPr>
              <a:t>Employment First</a:t>
            </a:r>
          </a:p>
        </p:txBody>
      </p:sp>
      <p:pic>
        <p:nvPicPr>
          <p:cNvPr id="17" name="Picture 16">
            <a:extLst>
              <a:ext uri="{FF2B5EF4-FFF2-40B4-BE49-F238E27FC236}">
                <a16:creationId xmlns:a16="http://schemas.microsoft.com/office/drawing/2014/main" id="{BF008D74-FA09-5B46-9ED0-65C43D3930D2}"/>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flipH="1">
            <a:off x="4145973" y="619111"/>
            <a:ext cx="4998027" cy="5647487"/>
          </a:xfrm>
          <a:prstGeom prst="rect">
            <a:avLst/>
          </a:prstGeom>
        </p:spPr>
      </p:pic>
      <p:pic>
        <p:nvPicPr>
          <p:cNvPr id="8" name="Picture 7" descr="Screenshot of Missouri Department of Mental Health Techology First web page">
            <a:extLst>
              <a:ext uri="{FF2B5EF4-FFF2-40B4-BE49-F238E27FC236}">
                <a16:creationId xmlns:a16="http://schemas.microsoft.com/office/drawing/2014/main" id="{07202D3D-228B-414A-AC6B-DB2D577F4EF0}"/>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231492" y="3638518"/>
            <a:ext cx="2676200" cy="1259388"/>
          </a:xfrm>
          <a:prstGeom prst="rect">
            <a:avLst/>
          </a:prstGeom>
          <a:ln>
            <a:solidFill>
              <a:schemeClr val="tx1"/>
            </a:solidFill>
          </a:ln>
        </p:spPr>
      </p:pic>
      <p:pic>
        <p:nvPicPr>
          <p:cNvPr id="9" name="Picture 8" descr="Screen shot of Ohio Technology First web page">
            <a:extLst>
              <a:ext uri="{FF2B5EF4-FFF2-40B4-BE49-F238E27FC236}">
                <a16:creationId xmlns:a16="http://schemas.microsoft.com/office/drawing/2014/main" id="{D0675F6D-51D7-0E42-877F-8B08817D4214}"/>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231492" y="5218920"/>
            <a:ext cx="2488215" cy="1371057"/>
          </a:xfrm>
          <a:prstGeom prst="rect">
            <a:avLst/>
          </a:prstGeom>
          <a:ln>
            <a:solidFill>
              <a:schemeClr val="tx1"/>
            </a:solidFill>
          </a:ln>
        </p:spPr>
      </p:pic>
      <p:sp>
        <p:nvSpPr>
          <p:cNvPr id="2" name="Slide Number Placeholder 1">
            <a:extLst>
              <a:ext uri="{FF2B5EF4-FFF2-40B4-BE49-F238E27FC236}">
                <a16:creationId xmlns:a16="http://schemas.microsoft.com/office/drawing/2014/main" id="{EEFA7314-1A88-6F44-A6B5-15BC9776C06E}"/>
              </a:ext>
            </a:extLst>
          </p:cNvPr>
          <p:cNvSpPr>
            <a:spLocks noGrp="1"/>
          </p:cNvSpPr>
          <p:nvPr>
            <p:ph type="sldNum" sz="quarter" idx="12"/>
          </p:nvPr>
        </p:nvSpPr>
        <p:spPr>
          <a:xfrm>
            <a:off x="8326582" y="6270942"/>
            <a:ext cx="585926" cy="457200"/>
          </a:xfrm>
        </p:spPr>
        <p:txBody>
          <a:bodyPr/>
          <a:lstStyle/>
          <a:p>
            <a:pPr>
              <a:defRPr/>
            </a:pPr>
            <a:fld id="{F4F2C800-E6A5-EE47-9F5D-6559176AC179}" type="slidenum">
              <a:rPr lang="en-US" altLang="en-US" sz="1200" smtClean="0"/>
              <a:pPr>
                <a:defRPr/>
              </a:pPr>
              <a:t>16</a:t>
            </a:fld>
            <a:endParaRPr lang="en-US" altLang="en-US" sz="1200" dirty="0"/>
          </a:p>
        </p:txBody>
      </p:sp>
    </p:spTree>
    <p:extLst>
      <p:ext uri="{BB962C8B-B14F-4D97-AF65-F5344CB8AC3E}">
        <p14:creationId xmlns:p14="http://schemas.microsoft.com/office/powerpoint/2010/main" val="2701213440"/>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1041109-A6D4-2E46-8571-812B41D8447A}"/>
              </a:ext>
            </a:extLst>
          </p:cNvPr>
          <p:cNvSpPr>
            <a:spLocks noGrp="1"/>
          </p:cNvSpPr>
          <p:nvPr>
            <p:ph idx="1"/>
          </p:nvPr>
        </p:nvSpPr>
        <p:spPr>
          <a:xfrm>
            <a:off x="3235662" y="414291"/>
            <a:ext cx="5755938" cy="4988982"/>
          </a:xfrm>
        </p:spPr>
        <p:txBody>
          <a:bodyPr/>
          <a:lstStyle/>
          <a:p>
            <a:pPr>
              <a:spcBef>
                <a:spcPts val="1176"/>
              </a:spcBef>
            </a:pPr>
            <a:r>
              <a:rPr lang="en-US" sz="2400" b="0" dirty="0"/>
              <a:t>Technology considered as source of support for all individuals.</a:t>
            </a:r>
          </a:p>
          <a:p>
            <a:pPr>
              <a:spcBef>
                <a:spcPts val="1176"/>
              </a:spcBef>
            </a:pPr>
            <a:r>
              <a:rPr lang="en-US" sz="2400" b="0" dirty="0"/>
              <a:t>Technology preferred over staff interventions.</a:t>
            </a:r>
          </a:p>
          <a:p>
            <a:pPr>
              <a:spcBef>
                <a:spcPts val="1176"/>
              </a:spcBef>
            </a:pPr>
            <a:r>
              <a:rPr lang="en-US" sz="2400" b="0" dirty="0"/>
              <a:t>Informed choice and</a:t>
            </a:r>
            <a:br>
              <a:rPr lang="en-US" sz="2400" b="0" dirty="0"/>
            </a:br>
            <a:r>
              <a:rPr lang="en-US" sz="2400" b="0" dirty="0"/>
              <a:t>self-determination as drivers.</a:t>
            </a:r>
          </a:p>
          <a:p>
            <a:pPr>
              <a:spcBef>
                <a:spcPts val="1176"/>
              </a:spcBef>
            </a:pPr>
            <a:r>
              <a:rPr lang="en-US" sz="2400" b="0" dirty="0"/>
              <a:t>Ability to become competent in technology is presumed.</a:t>
            </a:r>
          </a:p>
          <a:p>
            <a:pPr>
              <a:spcBef>
                <a:spcPts val="1176"/>
              </a:spcBef>
            </a:pPr>
            <a:r>
              <a:rPr lang="en-US" sz="2400" b="0" dirty="0"/>
              <a:t>Development of competency in technology begins early and is ongoing.</a:t>
            </a:r>
          </a:p>
          <a:p>
            <a:pPr>
              <a:spcBef>
                <a:spcPts val="1176"/>
              </a:spcBef>
            </a:pPr>
            <a:r>
              <a:rPr lang="en-US" sz="2400" b="0" dirty="0"/>
              <a:t>Consideration of technology is incorporated within all components of services/supports</a:t>
            </a:r>
          </a:p>
        </p:txBody>
      </p:sp>
      <p:pic>
        <p:nvPicPr>
          <p:cNvPr id="3" name="Picture 2">
            <a:extLst>
              <a:ext uri="{FF2B5EF4-FFF2-40B4-BE49-F238E27FC236}">
                <a16:creationId xmlns:a16="http://schemas.microsoft.com/office/drawing/2014/main" id="{EDE0A916-520C-8A45-B117-47B139BA904F}"/>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19178" y="524355"/>
            <a:ext cx="3554840" cy="2509717"/>
          </a:xfrm>
          <a:prstGeom prst="rect">
            <a:avLst/>
          </a:prstGeom>
        </p:spPr>
      </p:pic>
      <p:sp>
        <p:nvSpPr>
          <p:cNvPr id="8" name="Rectangle 7">
            <a:extLst>
              <a:ext uri="{FF2B5EF4-FFF2-40B4-BE49-F238E27FC236}">
                <a16:creationId xmlns:a16="http://schemas.microsoft.com/office/drawing/2014/main" id="{B5767885-EA25-6C4B-8B34-F101D157F6A6}"/>
              </a:ext>
              <a:ext uri="{C183D7F6-B498-43B3-948B-1728B52AA6E4}">
                <adec:decorative xmlns:adec="http://schemas.microsoft.com/office/drawing/2017/decorative" val="1"/>
              </a:ext>
            </a:extLst>
          </p:cNvPr>
          <p:cNvSpPr>
            <a:spLocks noChangeArrowheads="1"/>
          </p:cNvSpPr>
          <p:nvPr/>
        </p:nvSpPr>
        <p:spPr bwMode="auto">
          <a:xfrm>
            <a:off x="-2309" y="16164"/>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2" name="Title 1">
            <a:extLst>
              <a:ext uri="{FF2B5EF4-FFF2-40B4-BE49-F238E27FC236}">
                <a16:creationId xmlns:a16="http://schemas.microsoft.com/office/drawing/2014/main" id="{2EB41332-98C5-4946-911E-3DD6D2AB2F71}"/>
              </a:ext>
            </a:extLst>
          </p:cNvPr>
          <p:cNvSpPr>
            <a:spLocks noGrp="1"/>
          </p:cNvSpPr>
          <p:nvPr>
            <p:ph type="title"/>
          </p:nvPr>
        </p:nvSpPr>
        <p:spPr>
          <a:xfrm>
            <a:off x="381000" y="-1330227"/>
            <a:ext cx="7772400" cy="1143000"/>
          </a:xfrm>
        </p:spPr>
        <p:txBody>
          <a:bodyPr/>
          <a:lstStyle/>
          <a:p>
            <a:r>
              <a:rPr lang="en-US" dirty="0"/>
              <a:t>Technology First: What It Means</a:t>
            </a:r>
          </a:p>
        </p:txBody>
      </p:sp>
      <p:sp>
        <p:nvSpPr>
          <p:cNvPr id="7" name="Slide Number Placeholder 6">
            <a:extLst>
              <a:ext uri="{FF2B5EF4-FFF2-40B4-BE49-F238E27FC236}">
                <a16:creationId xmlns:a16="http://schemas.microsoft.com/office/drawing/2014/main" id="{3F11E2B3-C3DA-C942-B49B-052279951B57}"/>
              </a:ext>
            </a:extLst>
          </p:cNvPr>
          <p:cNvSpPr>
            <a:spLocks noGrp="1"/>
          </p:cNvSpPr>
          <p:nvPr>
            <p:ph type="sldNum" sz="quarter" idx="12"/>
          </p:nvPr>
        </p:nvSpPr>
        <p:spPr>
          <a:xfrm>
            <a:off x="8686800" y="6477000"/>
            <a:ext cx="1905000" cy="457200"/>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F4F2C800-E6A5-EE47-9F5D-6559176AC179}" type="slidenum">
              <a:rPr kumimoji="0" lang="en-US" altLang="en-US" sz="14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l" defTabSz="914400" rtl="0" eaLnBrk="0" fontAlgn="base" latinLnBrk="0" hangingPunct="0">
                <a:lnSpc>
                  <a:spcPct val="100000"/>
                </a:lnSpc>
                <a:spcBef>
                  <a:spcPct val="0"/>
                </a:spcBef>
                <a:spcAft>
                  <a:spcPct val="0"/>
                </a:spcAft>
                <a:buClrTx/>
                <a:buSzTx/>
                <a:buFontTx/>
                <a:buNone/>
                <a:tabLst/>
                <a:defRPr/>
              </a:pPr>
              <a:t>17</a:t>
            </a:fld>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349434589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23ED1-8AED-F74D-8F1A-2176559A0081}"/>
              </a:ext>
            </a:extLst>
          </p:cNvPr>
          <p:cNvSpPr>
            <a:spLocks noGrp="1"/>
          </p:cNvSpPr>
          <p:nvPr>
            <p:ph type="title"/>
          </p:nvPr>
        </p:nvSpPr>
        <p:spPr>
          <a:xfrm>
            <a:off x="346364" y="6317672"/>
            <a:ext cx="7772400" cy="394855"/>
          </a:xfrm>
        </p:spPr>
        <p:txBody>
          <a:bodyPr/>
          <a:lstStyle/>
          <a:p>
            <a:r>
              <a:rPr lang="en-US" sz="1400" b="0" i="1" dirty="0" err="1"/>
              <a:t>Damianidou</a:t>
            </a:r>
            <a:r>
              <a:rPr lang="en-US" sz="1400" b="0" i="1" dirty="0"/>
              <a:t>, Arthur-Kelly, Lyons, &amp; </a:t>
            </a:r>
            <a:r>
              <a:rPr lang="en-US" sz="1400" b="0" i="1" dirty="0" err="1"/>
              <a:t>Wehmeyer</a:t>
            </a:r>
            <a:r>
              <a:rPr lang="en-US" sz="1400" b="0" i="1" dirty="0"/>
              <a:t>, </a:t>
            </a:r>
            <a:r>
              <a:rPr lang="en-US" sz="1400" b="0" dirty="0"/>
              <a:t>2019 </a:t>
            </a:r>
          </a:p>
        </p:txBody>
      </p:sp>
      <p:pic>
        <p:nvPicPr>
          <p:cNvPr id="7" name="Picture 6">
            <a:extLst>
              <a:ext uri="{FF2B5EF4-FFF2-40B4-BE49-F238E27FC236}">
                <a16:creationId xmlns:a16="http://schemas.microsoft.com/office/drawing/2014/main" id="{62490C2B-96D9-F542-A682-E9BF98E32C85}"/>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46365" y="48492"/>
            <a:ext cx="8922326" cy="6691744"/>
          </a:xfrm>
          <a:prstGeom prst="rect">
            <a:avLst/>
          </a:prstGeom>
        </p:spPr>
      </p:pic>
      <p:sp>
        <p:nvSpPr>
          <p:cNvPr id="3" name="Content Placeholder 2">
            <a:extLst>
              <a:ext uri="{FF2B5EF4-FFF2-40B4-BE49-F238E27FC236}">
                <a16:creationId xmlns:a16="http://schemas.microsoft.com/office/drawing/2014/main" id="{2E493645-8A6F-0647-9666-F719B76411EB}"/>
              </a:ext>
            </a:extLst>
          </p:cNvPr>
          <p:cNvSpPr>
            <a:spLocks noGrp="1"/>
          </p:cNvSpPr>
          <p:nvPr>
            <p:ph idx="1"/>
          </p:nvPr>
        </p:nvSpPr>
        <p:spPr>
          <a:xfrm>
            <a:off x="1136072" y="983674"/>
            <a:ext cx="6518564" cy="3165763"/>
          </a:xfrm>
        </p:spPr>
        <p:txBody>
          <a:bodyPr/>
          <a:lstStyle/>
          <a:p>
            <a:pPr marL="0" indent="0" algn="ctr">
              <a:lnSpc>
                <a:spcPct val="100000"/>
              </a:lnSpc>
              <a:buNone/>
            </a:pPr>
            <a:r>
              <a:rPr lang="en-US" dirty="0">
                <a:solidFill>
                  <a:schemeClr val="bg1"/>
                </a:solidFill>
              </a:rPr>
              <a:t>Use of technology</a:t>
            </a:r>
          </a:p>
          <a:p>
            <a:pPr marL="0" indent="0" algn="ctr">
              <a:lnSpc>
                <a:spcPct val="100000"/>
              </a:lnSpc>
              <a:buNone/>
            </a:pPr>
            <a:r>
              <a:rPr lang="en-US" b="1" i="1" dirty="0">
                <a:solidFill>
                  <a:schemeClr val="bg1"/>
                </a:solidFill>
              </a:rPr>
              <a:t>enables</a:t>
            </a:r>
            <a:r>
              <a:rPr lang="en-US" dirty="0">
                <a:solidFill>
                  <a:schemeClr val="bg1"/>
                </a:solidFill>
              </a:rPr>
              <a:t>, </a:t>
            </a:r>
            <a:r>
              <a:rPr lang="en-US" b="1" i="1" dirty="0">
                <a:solidFill>
                  <a:schemeClr val="bg1"/>
                </a:solidFill>
              </a:rPr>
              <a:t>enhances</a:t>
            </a:r>
            <a:r>
              <a:rPr lang="en-US" dirty="0">
                <a:solidFill>
                  <a:schemeClr val="bg1"/>
                </a:solidFill>
              </a:rPr>
              <a:t> or </a:t>
            </a:r>
            <a:r>
              <a:rPr lang="en-US" b="1" i="1" dirty="0">
                <a:solidFill>
                  <a:schemeClr val="bg1"/>
                </a:solidFill>
              </a:rPr>
              <a:t>extends</a:t>
            </a:r>
          </a:p>
          <a:p>
            <a:pPr marL="0" indent="0" algn="ctr">
              <a:lnSpc>
                <a:spcPct val="100000"/>
              </a:lnSpc>
              <a:buNone/>
            </a:pPr>
            <a:r>
              <a:rPr lang="en-US" dirty="0">
                <a:solidFill>
                  <a:schemeClr val="bg1"/>
                </a:solidFill>
              </a:rPr>
              <a:t>the functional capabilities of people with IDD, potentially resulting in more positive employment-related outcomes</a:t>
            </a:r>
          </a:p>
        </p:txBody>
      </p:sp>
    </p:spTree>
    <p:extLst>
      <p:ext uri="{BB962C8B-B14F-4D97-AF65-F5344CB8AC3E}">
        <p14:creationId xmlns:p14="http://schemas.microsoft.com/office/powerpoint/2010/main" val="1893489748"/>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D88369-21A1-0A42-BA7D-05E9AC5A43DD}"/>
              </a:ext>
            </a:extLst>
          </p:cNvPr>
          <p:cNvSpPr>
            <a:spLocks noGrp="1"/>
          </p:cNvSpPr>
          <p:nvPr>
            <p:ph type="title" idx="4294967295"/>
          </p:nvPr>
        </p:nvSpPr>
        <p:spPr>
          <a:xfrm>
            <a:off x="138281" y="-1905000"/>
            <a:ext cx="8229600" cy="1143000"/>
          </a:xfrm>
        </p:spPr>
        <p:txBody>
          <a:bodyPr/>
          <a:lstStyle/>
          <a:p>
            <a:r>
              <a:rPr lang="en-US" dirty="0"/>
              <a:t>The Employment Process</a:t>
            </a:r>
          </a:p>
        </p:txBody>
      </p:sp>
      <p:sp>
        <p:nvSpPr>
          <p:cNvPr id="2" name="TextBox 1">
            <a:extLst>
              <a:ext uri="{FF2B5EF4-FFF2-40B4-BE49-F238E27FC236}">
                <a16:creationId xmlns:a16="http://schemas.microsoft.com/office/drawing/2014/main" id="{C8661422-0DB2-D24F-B146-7B8BE439A828}"/>
              </a:ext>
              <a:ext uri="{C183D7F6-B498-43B3-948B-1728B52AA6E4}">
                <adec:decorative xmlns:adec="http://schemas.microsoft.com/office/drawing/2017/decorative" val="1"/>
              </a:ext>
            </a:extLst>
          </p:cNvPr>
          <p:cNvSpPr txBox="1"/>
          <p:nvPr/>
        </p:nvSpPr>
        <p:spPr>
          <a:xfrm>
            <a:off x="133927" y="398272"/>
            <a:ext cx="4114800" cy="523220"/>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prstClr val="black"/>
                </a:solidFill>
                <a:effectLst>
                  <a:reflection blurRad="6350" stA="50000" endA="300" endPos="50000" dist="29997" dir="5400000" sy="-100000" algn="bl" rotWithShape="0"/>
                </a:effectLst>
                <a:uLnTx/>
                <a:uFillTx/>
                <a:latin typeface="Times" charset="0"/>
                <a:ea typeface="ＭＳ Ｐゴシック" charset="0"/>
                <a:cs typeface="+mn-cs"/>
              </a:rPr>
              <a:t>The Employment Process</a:t>
            </a:r>
          </a:p>
        </p:txBody>
      </p:sp>
      <p:graphicFrame>
        <p:nvGraphicFramePr>
          <p:cNvPr id="6" name="Diagram 5" descr="1.&#9;Person-Centered Planning.&#13;&#10;2.&#9;Exploration and Discovery.&#13;&#10;3.&#9;Job Development and Job Design.&#13;&#10;4.&#9;Initial Placement Support.&#13;&#10;5.&#9;Follow-Up Supports.&#13;&#10;"/>
          <p:cNvGraphicFramePr/>
          <p:nvPr>
            <p:extLst>
              <p:ext uri="{D42A27DB-BD31-4B8C-83A1-F6EECF244321}">
                <p14:modId xmlns:p14="http://schemas.microsoft.com/office/powerpoint/2010/main" val="2895652459"/>
              </p:ext>
            </p:extLst>
          </p:nvPr>
        </p:nvGraphicFramePr>
        <p:xfrm>
          <a:off x="252428" y="171240"/>
          <a:ext cx="8750300" cy="61803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7914F4CA-897D-214A-8D71-10AFFED61C52}" type="slidenum">
              <a:rPr kumimoji="0" lang="en-US" sz="1200" b="1" i="0" u="none" strike="noStrike" kern="1200" cap="none" spc="0" normalizeH="0" baseline="0" noProof="0" smtClean="0">
                <a:ln>
                  <a:noFill/>
                </a:ln>
                <a:solidFill>
                  <a:prstClr val="black">
                    <a:tint val="75000"/>
                  </a:prstClr>
                </a:solidFill>
                <a:effectLst/>
                <a:uLnTx/>
                <a:uFillTx/>
                <a:latin typeface="Times" charset="0"/>
                <a:ea typeface="ＭＳ Ｐゴシック"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19</a:t>
            </a:fld>
            <a:endParaRPr kumimoji="0" lang="en-US" sz="1200" b="1" i="0" u="none" strike="noStrike" kern="1200" cap="none" spc="0" normalizeH="0" baseline="0" noProof="0" dirty="0">
              <a:ln>
                <a:noFill/>
              </a:ln>
              <a:solidFill>
                <a:prstClr val="black">
                  <a:tint val="75000"/>
                </a:prstClr>
              </a:solidFill>
              <a:effectLst/>
              <a:uLnTx/>
              <a:uFillTx/>
              <a:latin typeface="Times" charset="0"/>
              <a:ea typeface="ＭＳ Ｐゴシック" charset="0"/>
              <a:cs typeface="+mn-cs"/>
            </a:endParaRPr>
          </a:p>
        </p:txBody>
      </p:sp>
    </p:spTree>
    <p:extLst>
      <p:ext uri="{BB962C8B-B14F-4D97-AF65-F5344CB8AC3E}">
        <p14:creationId xmlns:p14="http://schemas.microsoft.com/office/powerpoint/2010/main" val="3252536226"/>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C7FD0C-7735-264B-BA38-EF2F89F5A1F3}"/>
              </a:ext>
            </a:extLst>
          </p:cNvPr>
          <p:cNvSpPr>
            <a:spLocks noGrp="1"/>
          </p:cNvSpPr>
          <p:nvPr>
            <p:ph type="title"/>
          </p:nvPr>
        </p:nvSpPr>
        <p:spPr>
          <a:xfrm>
            <a:off x="1240022" y="365760"/>
            <a:ext cx="7025402" cy="1188720"/>
          </a:xfrm>
        </p:spPr>
        <p:txBody>
          <a:bodyPr vert="horz" lIns="91440" tIns="45720" rIns="91440" bIns="45720" rtlCol="0" anchor="ctr">
            <a:normAutofit/>
          </a:bodyPr>
          <a:lstStyle/>
          <a:p>
            <a:r>
              <a:rPr lang="en-US" kern="1200" cap="small" dirty="0">
                <a:solidFill>
                  <a:schemeClr val="tx1"/>
                </a:solidFill>
                <a:latin typeface="+mj-lt"/>
                <a:ea typeface="+mj-ea"/>
                <a:cs typeface="+mj-cs"/>
              </a:rPr>
              <a:t>Exercise</a:t>
            </a:r>
          </a:p>
        </p:txBody>
      </p:sp>
      <p:sp>
        <p:nvSpPr>
          <p:cNvPr id="9" name="Freeform: Shape 8">
            <a:extLst>
              <a:ext uri="{FF2B5EF4-FFF2-40B4-BE49-F238E27FC236}">
                <a16:creationId xmlns:a16="http://schemas.microsoft.com/office/drawing/2014/main" id="{7CB4857B-ED7C-444D-9F04-2F885114A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23075" cy="1558212"/>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chemeClr val="accent2">
              <a:lumMod val="100000"/>
              <a:lumOff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D18046FB-44EA-4FD8-A585-EA09A319B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0"/>
            <a:ext cx="9144000" cy="5166360"/>
          </a:xfrm>
          <a:custGeom>
            <a:avLst/>
            <a:gdLst>
              <a:gd name="connsiteX0" fmla="*/ 0 w 12191999"/>
              <a:gd name="connsiteY0" fmla="*/ 0 h 5166360"/>
              <a:gd name="connsiteX1" fmla="*/ 1822388 w 12191999"/>
              <a:gd name="connsiteY1" fmla="*/ 0 h 5166360"/>
              <a:gd name="connsiteX2" fmla="*/ 6468290 w 12191999"/>
              <a:gd name="connsiteY2" fmla="*/ 0 h 5166360"/>
              <a:gd name="connsiteX3" fmla="*/ 7796394 w 12191999"/>
              <a:gd name="connsiteY3" fmla="*/ 0 h 5166360"/>
              <a:gd name="connsiteX4" fmla="*/ 8376834 w 12191999"/>
              <a:gd name="connsiteY4" fmla="*/ 0 h 5166360"/>
              <a:gd name="connsiteX5" fmla="*/ 9704938 w 12191999"/>
              <a:gd name="connsiteY5" fmla="*/ 0 h 5166360"/>
              <a:gd name="connsiteX6" fmla="*/ 9704938 w 12191999"/>
              <a:gd name="connsiteY6" fmla="*/ 2 h 5166360"/>
              <a:gd name="connsiteX7" fmla="*/ 10283456 w 12191999"/>
              <a:gd name="connsiteY7" fmla="*/ 2 h 5166360"/>
              <a:gd name="connsiteX8" fmla="*/ 10863897 w 12191999"/>
              <a:gd name="connsiteY8" fmla="*/ 2 h 5166360"/>
              <a:gd name="connsiteX9" fmla="*/ 12191999 w 12191999"/>
              <a:gd name="connsiteY9" fmla="*/ 2 h 5166360"/>
              <a:gd name="connsiteX10" fmla="*/ 12191999 w 12191999"/>
              <a:gd name="connsiteY10" fmla="*/ 5166360 h 5166360"/>
              <a:gd name="connsiteX11" fmla="*/ 0 w 12191999"/>
              <a:gd name="connsiteY11" fmla="*/ 5166360 h 5166360"/>
              <a:gd name="connsiteX12" fmla="*/ 0 w 12191999"/>
              <a:gd name="connsiteY12" fmla="*/ 2604436 h 5166360"/>
              <a:gd name="connsiteX13" fmla="*/ 862341 w 12191999"/>
              <a:gd name="connsiteY13" fmla="*/ 743371 h 5166360"/>
              <a:gd name="connsiteX14" fmla="*/ 0 w 12191999"/>
              <a:gd name="connsiteY14" fmla="*/ 743371 h 5166360"/>
              <a:gd name="connsiteX15" fmla="*/ 0 w 12191999"/>
              <a:gd name="connsiteY15" fmla="*/ 742508 h 5166360"/>
              <a:gd name="connsiteX16" fmla="*/ 92826 w 12191999"/>
              <a:gd name="connsiteY16" fmla="*/ 742508 h 5166360"/>
              <a:gd name="connsiteX17" fmla="*/ 406486 w 12191999"/>
              <a:gd name="connsiteY17" fmla="*/ 742508 h 5166360"/>
              <a:gd name="connsiteX18" fmla="*/ 406486 w 12191999"/>
              <a:gd name="connsiteY18" fmla="*/ 742507 h 5166360"/>
              <a:gd name="connsiteX19" fmla="*/ 862741 w 12191999"/>
              <a:gd name="connsiteY19" fmla="*/ 742507 h 5166360"/>
              <a:gd name="connsiteX20" fmla="*/ 1206388 w 12191999"/>
              <a:gd name="connsiteY20" fmla="*/ 864 h 5166360"/>
              <a:gd name="connsiteX21" fmla="*/ 748500 w 12191999"/>
              <a:gd name="connsiteY21" fmla="*/ 864 h 5166360"/>
              <a:gd name="connsiteX22" fmla="*/ 0 w 12191999"/>
              <a:gd name="connsiteY22" fmla="*/ 864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1999" h="516636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479F5F2B-8B58-4140-AE6A-51F6C67B1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1"/>
            <a:ext cx="728740" cy="2096979"/>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Content Placeholder 3">
            <a:extLst>
              <a:ext uri="{FF2B5EF4-FFF2-40B4-BE49-F238E27FC236}">
                <a16:creationId xmlns:a16="http://schemas.microsoft.com/office/drawing/2014/main" id="{5B2A0491-C939-3A4C-9911-4FE51721BB19}"/>
              </a:ext>
            </a:extLst>
          </p:cNvPr>
          <p:cNvSpPr>
            <a:spLocks noGrp="1"/>
          </p:cNvSpPr>
          <p:nvPr>
            <p:ph idx="1"/>
          </p:nvPr>
        </p:nvSpPr>
        <p:spPr>
          <a:xfrm>
            <a:off x="1219908" y="1695372"/>
            <a:ext cx="7432924" cy="1612348"/>
          </a:xfrm>
        </p:spPr>
        <p:txBody>
          <a:bodyPr vert="horz" lIns="91440" tIns="45720" rIns="91440" bIns="45720" rtlCol="0" anchor="t">
            <a:noAutofit/>
          </a:bodyPr>
          <a:lstStyle/>
          <a:p>
            <a:pPr>
              <a:lnSpc>
                <a:spcPct val="100000"/>
              </a:lnSpc>
            </a:pPr>
            <a:r>
              <a:rPr lang="en-US" sz="2400" dirty="0"/>
              <a:t>Consider how technology can be used to assist and support an individual with an intellectual disability during each step of the employment process and within transition overall. In your group develop a list of examples.</a:t>
            </a:r>
          </a:p>
        </p:txBody>
      </p:sp>
      <p:sp>
        <p:nvSpPr>
          <p:cNvPr id="2" name="Slide Number Placeholder 1">
            <a:extLst>
              <a:ext uri="{FF2B5EF4-FFF2-40B4-BE49-F238E27FC236}">
                <a16:creationId xmlns:a16="http://schemas.microsoft.com/office/drawing/2014/main" id="{2D7EA0F2-91DA-3648-9044-7BAE64D8D70A}"/>
              </a:ext>
            </a:extLst>
          </p:cNvPr>
          <p:cNvSpPr>
            <a:spLocks noGrp="1"/>
          </p:cNvSpPr>
          <p:nvPr>
            <p:ph type="sldNum" sz="quarter" idx="4294967295"/>
          </p:nvPr>
        </p:nvSpPr>
        <p:spPr>
          <a:xfrm>
            <a:off x="6818386" y="6356350"/>
            <a:ext cx="1447038" cy="365125"/>
          </a:xfrm>
          <a:prstGeom prst="rect">
            <a:avLst/>
          </a:prstGeom>
        </p:spPr>
        <p:txBody>
          <a:bodyPr vert="horz" lIns="91440" tIns="45720" rIns="91440" bIns="45720" rtlCol="0" anchor="ctr">
            <a:normAutofit/>
          </a:bodyPr>
          <a:lstStyle/>
          <a:p>
            <a:pPr eaLnBrk="1" hangingPunct="1">
              <a:spcAft>
                <a:spcPts val="600"/>
              </a:spcAft>
            </a:pPr>
            <a:fld id="{5052E6B4-2895-484C-BD31-05CEE0B12703}" type="slidenum">
              <a:rPr lang="en-US">
                <a:solidFill>
                  <a:schemeClr val="tx1">
                    <a:alpha val="80000"/>
                  </a:schemeClr>
                </a:solidFill>
                <a:latin typeface="+mn-lt"/>
                <a:ea typeface="+mn-ea"/>
              </a:rPr>
              <a:pPr eaLnBrk="1" hangingPunct="1">
                <a:spcAft>
                  <a:spcPts val="600"/>
                </a:spcAft>
              </a:pPr>
              <a:t>20</a:t>
            </a:fld>
            <a:endParaRPr lang="en-US">
              <a:solidFill>
                <a:schemeClr val="tx1">
                  <a:alpha val="80000"/>
                </a:schemeClr>
              </a:solidFill>
              <a:latin typeface="+mn-lt"/>
              <a:ea typeface="+mn-ea"/>
            </a:endParaRPr>
          </a:p>
        </p:txBody>
      </p:sp>
      <p:pic>
        <p:nvPicPr>
          <p:cNvPr id="6" name="Picture 5">
            <a:extLst>
              <a:ext uri="{FF2B5EF4-FFF2-40B4-BE49-F238E27FC236}">
                <a16:creationId xmlns:a16="http://schemas.microsoft.com/office/drawing/2014/main" id="{693B357A-02FA-3844-B064-86E736D4EBC7}"/>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18563" y="3785377"/>
            <a:ext cx="2235614" cy="2893148"/>
          </a:xfrm>
          <a:prstGeom prst="rect">
            <a:avLst/>
          </a:prstGeom>
          <a:solidFill>
            <a:schemeClr val="bg1"/>
          </a:solidFill>
        </p:spPr>
      </p:pic>
    </p:spTree>
    <p:extLst>
      <p:ext uri="{BB962C8B-B14F-4D97-AF65-F5344CB8AC3E}">
        <p14:creationId xmlns:p14="http://schemas.microsoft.com/office/powerpoint/2010/main" val="1488849222"/>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180DE610-471B-4E8A-B23C-1974A9835C18}"/>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rcRect t="9091" r="27608" b="1"/>
          <a:stretch/>
        </p:blipFill>
        <p:spPr>
          <a:xfrm>
            <a:off x="2642616" y="0"/>
            <a:ext cx="6501384" cy="6857990"/>
          </a:xfrm>
          <a:prstGeom prst="rect">
            <a:avLst/>
          </a:prstGeom>
        </p:spPr>
      </p:pic>
      <p:sp>
        <p:nvSpPr>
          <p:cNvPr id="2" name="Title 1">
            <a:extLst>
              <a:ext uri="{FF2B5EF4-FFF2-40B4-BE49-F238E27FC236}">
                <a16:creationId xmlns:a16="http://schemas.microsoft.com/office/drawing/2014/main" id="{D97CC3C0-07E3-4934-9F8A-253AF00A61AC}"/>
              </a:ext>
            </a:extLst>
          </p:cNvPr>
          <p:cNvSpPr>
            <a:spLocks noGrp="1"/>
          </p:cNvSpPr>
          <p:nvPr>
            <p:ph type="title"/>
          </p:nvPr>
        </p:nvSpPr>
        <p:spPr>
          <a:xfrm>
            <a:off x="358485" y="1122363"/>
            <a:ext cx="3017520" cy="3204134"/>
          </a:xfrm>
        </p:spPr>
        <p:txBody>
          <a:bodyPr vert="horz" lIns="91440" tIns="45720" rIns="91440" bIns="45720" rtlCol="0" anchor="b">
            <a:normAutofit/>
          </a:bodyPr>
          <a:lstStyle/>
          <a:p>
            <a:pPr algn="l" eaLnBrk="1" hangingPunct="1">
              <a:lnSpc>
                <a:spcPct val="90000"/>
              </a:lnSpc>
            </a:pPr>
            <a:r>
              <a:rPr lang="en-US" sz="4200" dirty="0">
                <a:solidFill>
                  <a:schemeClr val="tx1"/>
                </a:solidFill>
                <a:latin typeface="+mj-lt"/>
                <a:cs typeface="+mj-cs"/>
              </a:rPr>
              <a:t>BREAK</a:t>
            </a:r>
          </a:p>
        </p:txBody>
      </p:sp>
      <p:sp>
        <p:nvSpPr>
          <p:cNvPr id="3" name="Slide Number Placeholder 2">
            <a:extLst>
              <a:ext uri="{FF2B5EF4-FFF2-40B4-BE49-F238E27FC236}">
                <a16:creationId xmlns:a16="http://schemas.microsoft.com/office/drawing/2014/main" id="{0AB52CDC-AD57-A242-9CEA-BCAC14E725F3}"/>
              </a:ext>
            </a:extLst>
          </p:cNvPr>
          <p:cNvSpPr>
            <a:spLocks noGrp="1"/>
          </p:cNvSpPr>
          <p:nvPr>
            <p:ph type="sldNum" sz="quarter" idx="12"/>
          </p:nvPr>
        </p:nvSpPr>
        <p:spPr/>
        <p:txBody>
          <a:bodyPr/>
          <a:lstStyle/>
          <a:p>
            <a:fld id="{5C20E49D-532B-574C-9B28-3CB5D48BEFC2}" type="slidenum">
              <a:rPr lang="en-US" smtClean="0"/>
              <a:t>21</a:t>
            </a:fld>
            <a:endParaRPr lang="en-US"/>
          </a:p>
        </p:txBody>
      </p:sp>
    </p:spTree>
    <p:extLst>
      <p:ext uri="{BB962C8B-B14F-4D97-AF65-F5344CB8AC3E}">
        <p14:creationId xmlns:p14="http://schemas.microsoft.com/office/powerpoint/2010/main" val="353254825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0"/>
                                  </p:stCondLst>
                                  <p:iterate>
                                    <p:tmPct val="10000"/>
                                  </p:iterate>
                                  <p:childTnLst>
                                    <p:set>
                                      <p:cBhvr>
                                        <p:cTn id="9" dur="1" fill="hold">
                                          <p:stCondLst>
                                            <p:cond delay="0"/>
                                          </p:stCondLst>
                                        </p:cTn>
                                        <p:tgtEl>
                                          <p:spTgt spid="20"/>
                                        </p:tgtEl>
                                        <p:attrNameLst>
                                          <p:attrName>style.visibility</p:attrName>
                                        </p:attrNameLst>
                                      </p:cBhvr>
                                      <p:to>
                                        <p:strVal val="visible"/>
                                      </p:to>
                                    </p:set>
                                    <p:animEffect transition="in" filter="fade">
                                      <p:cBhvr>
                                        <p:cTn id="10" dur="7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800C79-975E-0946-9233-2DC138F37A7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69114" y="790593"/>
            <a:ext cx="9682227" cy="5276814"/>
          </a:xfrm>
          <a:prstGeom prst="rect">
            <a:avLst/>
          </a:prstGeom>
        </p:spPr>
      </p:pic>
      <p:sp>
        <p:nvSpPr>
          <p:cNvPr id="2" name="Title 1">
            <a:extLst>
              <a:ext uri="{FF2B5EF4-FFF2-40B4-BE49-F238E27FC236}">
                <a16:creationId xmlns:a16="http://schemas.microsoft.com/office/drawing/2014/main" id="{4CB6896F-40E1-6B44-B9CE-41FC39263CC3}"/>
              </a:ext>
            </a:extLst>
          </p:cNvPr>
          <p:cNvSpPr>
            <a:spLocks noGrp="1"/>
          </p:cNvSpPr>
          <p:nvPr>
            <p:ph type="title"/>
          </p:nvPr>
        </p:nvSpPr>
        <p:spPr>
          <a:xfrm>
            <a:off x="1939637" y="2438401"/>
            <a:ext cx="4821382" cy="2189017"/>
          </a:xfrm>
        </p:spPr>
        <p:txBody>
          <a:bodyPr>
            <a:normAutofit fontScale="90000"/>
          </a:bodyPr>
          <a:lstStyle/>
          <a:p>
            <a:pPr algn="ctr"/>
            <a:r>
              <a:rPr lang="en-US" b="1" dirty="0">
                <a:solidFill>
                  <a:srgbClr val="FF0000"/>
                </a:solidFill>
              </a:rPr>
              <a:t>Using Technology for Remote Support,</a:t>
            </a:r>
            <a:br>
              <a:rPr lang="en-US" b="1" dirty="0">
                <a:solidFill>
                  <a:srgbClr val="FF0000"/>
                </a:solidFill>
              </a:rPr>
            </a:br>
            <a:r>
              <a:rPr lang="en-US" b="1" dirty="0">
                <a:solidFill>
                  <a:srgbClr val="FF0000"/>
                </a:solidFill>
              </a:rPr>
              <a:t>Self-Management, and Success in Employment</a:t>
            </a:r>
          </a:p>
        </p:txBody>
      </p:sp>
      <p:sp>
        <p:nvSpPr>
          <p:cNvPr id="3" name="Slide Number Placeholder 2">
            <a:extLst>
              <a:ext uri="{FF2B5EF4-FFF2-40B4-BE49-F238E27FC236}">
                <a16:creationId xmlns:a16="http://schemas.microsoft.com/office/drawing/2014/main" id="{E85A12DC-D1C7-A34A-AE80-D96250CF0C6D}"/>
              </a:ext>
            </a:extLst>
          </p:cNvPr>
          <p:cNvSpPr>
            <a:spLocks noGrp="1"/>
          </p:cNvSpPr>
          <p:nvPr>
            <p:ph type="sldNum" sz="quarter" idx="12"/>
          </p:nvPr>
        </p:nvSpPr>
        <p:spPr/>
        <p:txBody>
          <a:bodyPr/>
          <a:lstStyle/>
          <a:p>
            <a:fld id="{5C20E49D-532B-574C-9B28-3CB5D48BEFC2}" type="slidenum">
              <a:rPr lang="en-US" smtClean="0"/>
              <a:t>22</a:t>
            </a:fld>
            <a:endParaRPr lang="en-US"/>
          </a:p>
        </p:txBody>
      </p:sp>
    </p:spTree>
    <p:extLst>
      <p:ext uri="{BB962C8B-B14F-4D97-AF65-F5344CB8AC3E}">
        <p14:creationId xmlns:p14="http://schemas.microsoft.com/office/powerpoint/2010/main" val="2297290796"/>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3B79B4-B1CC-5348-9190-3A9EE12B2EEC}"/>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20596" y="2057977"/>
            <a:ext cx="2665990" cy="3046846"/>
          </a:xfrm>
          <a:prstGeom prst="rect">
            <a:avLst/>
          </a:prstGeom>
        </p:spPr>
      </p:pic>
      <p:sp>
        <p:nvSpPr>
          <p:cNvPr id="3" name="Title 2">
            <a:extLst>
              <a:ext uri="{FF2B5EF4-FFF2-40B4-BE49-F238E27FC236}">
                <a16:creationId xmlns:a16="http://schemas.microsoft.com/office/drawing/2014/main" id="{0F396775-8F2A-894A-8F81-BD87680C9875}"/>
              </a:ext>
            </a:extLst>
          </p:cNvPr>
          <p:cNvSpPr>
            <a:spLocks noGrp="1"/>
          </p:cNvSpPr>
          <p:nvPr>
            <p:ph type="title"/>
          </p:nvPr>
        </p:nvSpPr>
        <p:spPr>
          <a:xfrm>
            <a:off x="4028354" y="2403764"/>
            <a:ext cx="2022764" cy="1586346"/>
          </a:xfrm>
        </p:spPr>
        <p:txBody>
          <a:bodyPr>
            <a:normAutofit/>
          </a:bodyPr>
          <a:lstStyle/>
          <a:p>
            <a:pPr algn="ctr"/>
            <a:r>
              <a:rPr lang="en-US" sz="2000" b="1" dirty="0">
                <a:solidFill>
                  <a:srgbClr val="FFFF00"/>
                </a:solidFill>
              </a:rPr>
              <a:t>Technology Supports for Employment</a:t>
            </a:r>
          </a:p>
        </p:txBody>
      </p:sp>
      <p:graphicFrame>
        <p:nvGraphicFramePr>
          <p:cNvPr id="5" name="Diagram 4" descr="Technology supports for Employment: Wayfinding/Transportation, Communication, Task Instructions, Self-Care, Checklist, Reminders, Scheduling and Time Management, Task Training Through Video Modeling, Social Interactions and Behavior Management, Remote Staff Support">
            <a:extLst>
              <a:ext uri="{FF2B5EF4-FFF2-40B4-BE49-F238E27FC236}">
                <a16:creationId xmlns:a16="http://schemas.microsoft.com/office/drawing/2014/main" id="{F154CEB0-9956-B645-9F0B-A6E2E715DB58}"/>
              </a:ext>
            </a:extLst>
          </p:cNvPr>
          <p:cNvGraphicFramePr/>
          <p:nvPr>
            <p:extLst>
              <p:ext uri="{D42A27DB-BD31-4B8C-83A1-F6EECF244321}">
                <p14:modId xmlns:p14="http://schemas.microsoft.com/office/powerpoint/2010/main" val="4127553970"/>
              </p:ext>
            </p:extLst>
          </p:nvPr>
        </p:nvGraphicFramePr>
        <p:xfrm>
          <a:off x="387928" y="609600"/>
          <a:ext cx="8631382" cy="6248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Slide Number Placeholder 3">
            <a:extLst>
              <a:ext uri="{FF2B5EF4-FFF2-40B4-BE49-F238E27FC236}">
                <a16:creationId xmlns:a16="http://schemas.microsoft.com/office/drawing/2014/main" id="{ED167BEF-823F-6F4E-AE05-314BF1D96BCA}"/>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23</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4254592690"/>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061660-DF69-644F-A19D-37077DE8FC29}"/>
              </a:ext>
            </a:extLst>
          </p:cNvPr>
          <p:cNvSpPr>
            <a:spLocks noGrp="1"/>
          </p:cNvSpPr>
          <p:nvPr>
            <p:ph type="title"/>
          </p:nvPr>
        </p:nvSpPr>
        <p:spPr>
          <a:xfrm>
            <a:off x="235760" y="483816"/>
            <a:ext cx="3574747" cy="1454051"/>
          </a:xfrm>
        </p:spPr>
        <p:txBody>
          <a:bodyPr vert="horz" lIns="91440" tIns="45720" rIns="91440" bIns="45720" rtlCol="0" anchor="ctr">
            <a:noAutofit/>
          </a:bodyPr>
          <a:lstStyle/>
          <a:p>
            <a:r>
              <a:rPr lang="en-US" sz="2800" kern="1200" cap="small" dirty="0">
                <a:solidFill>
                  <a:schemeClr val="tx2"/>
                </a:solidFill>
                <a:latin typeface="+mj-lt"/>
                <a:ea typeface="+mj-ea"/>
                <a:cs typeface="+mj-cs"/>
              </a:rPr>
              <a:t>For individuals with ID, use of portable electronic assistive technology results in:</a:t>
            </a:r>
          </a:p>
        </p:txBody>
      </p:sp>
      <p:sp>
        <p:nvSpPr>
          <p:cNvPr id="3" name="TextBox 2">
            <a:extLst>
              <a:ext uri="{FF2B5EF4-FFF2-40B4-BE49-F238E27FC236}">
                <a16:creationId xmlns:a16="http://schemas.microsoft.com/office/drawing/2014/main" id="{527786DD-59A6-BE4C-AAC5-82C740D5CFED}"/>
              </a:ext>
            </a:extLst>
          </p:cNvPr>
          <p:cNvSpPr txBox="1"/>
          <p:nvPr/>
        </p:nvSpPr>
        <p:spPr>
          <a:xfrm>
            <a:off x="456962" y="2214034"/>
            <a:ext cx="3574461" cy="3353476"/>
          </a:xfrm>
          <a:prstGeom prst="rect">
            <a:avLst/>
          </a:prstGeom>
        </p:spPr>
        <p:txBody>
          <a:bodyPr vert="horz" lIns="91440" tIns="45720" rIns="91440" bIns="45720" rtlCol="0" anchor="t">
            <a:normAutofit/>
          </a:bodyPr>
          <a:lstStyle/>
          <a:p>
            <a:pPr marL="342900" indent="-228600" eaLnBrk="1" hangingPunct="1">
              <a:lnSpc>
                <a:spcPct val="90000"/>
              </a:lnSpc>
              <a:spcAft>
                <a:spcPts val="600"/>
              </a:spcAft>
              <a:buFont typeface="Arial" panose="020B0604020202020204" pitchFamily="34" charset="0"/>
              <a:buChar char="•"/>
            </a:pPr>
            <a:r>
              <a:rPr lang="en-US" i="1" dirty="0">
                <a:solidFill>
                  <a:schemeClr val="tx2"/>
                </a:solidFill>
                <a:latin typeface="+mn-lt"/>
                <a:ea typeface="+mn-ea"/>
              </a:rPr>
              <a:t>increased independence and correct responding to work-related tasks</a:t>
            </a:r>
            <a:br>
              <a:rPr lang="en-US" dirty="0">
                <a:solidFill>
                  <a:schemeClr val="tx2"/>
                </a:solidFill>
                <a:latin typeface="+mn-lt"/>
                <a:ea typeface="+mn-ea"/>
              </a:rPr>
            </a:br>
            <a:endParaRPr lang="en-US" dirty="0">
              <a:solidFill>
                <a:schemeClr val="tx2"/>
              </a:solidFill>
              <a:latin typeface="+mn-lt"/>
              <a:ea typeface="+mn-ea"/>
            </a:endParaRPr>
          </a:p>
          <a:p>
            <a:pPr marL="342900" indent="-228600" eaLnBrk="1" hangingPunct="1">
              <a:lnSpc>
                <a:spcPct val="90000"/>
              </a:lnSpc>
              <a:spcAft>
                <a:spcPts val="600"/>
              </a:spcAft>
              <a:buFont typeface="Arial" panose="020B0604020202020204" pitchFamily="34" charset="0"/>
              <a:buChar char="•"/>
            </a:pPr>
            <a:r>
              <a:rPr lang="en-US" i="1" dirty="0">
                <a:solidFill>
                  <a:schemeClr val="tx2"/>
                </a:solidFill>
                <a:latin typeface="+mn-lt"/>
                <a:ea typeface="+mn-ea"/>
              </a:rPr>
              <a:t>reduction in the level of external prompting required for participants to successfully complete tasks</a:t>
            </a:r>
            <a:r>
              <a:rPr lang="en-US" dirty="0">
                <a:solidFill>
                  <a:schemeClr val="tx2"/>
                </a:solidFill>
                <a:latin typeface="+mn-lt"/>
                <a:ea typeface="+mn-ea"/>
              </a:rPr>
              <a:t> </a:t>
            </a:r>
          </a:p>
        </p:txBody>
      </p:sp>
      <p:grpSp>
        <p:nvGrpSpPr>
          <p:cNvPr id="16" name="Group 15">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63680" y="-16714"/>
            <a:ext cx="4780320" cy="6874714"/>
            <a:chOff x="5818240" y="-1"/>
            <a:chExt cx="6373761" cy="6874714"/>
          </a:xfrm>
        </p:grpSpPr>
        <p:sp>
          <p:nvSpPr>
            <p:cNvPr id="17" name="Freeform: Shape 16">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Picture 6">
            <a:extLst>
              <a:ext uri="{FF2B5EF4-FFF2-40B4-BE49-F238E27FC236}">
                <a16:creationId xmlns:a16="http://schemas.microsoft.com/office/drawing/2014/main" id="{BF14BAB2-D407-A243-A193-8DE76EC2EF28}"/>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113713" y="1700784"/>
            <a:ext cx="2441836" cy="4379976"/>
          </a:xfrm>
          <a:prstGeom prst="rect">
            <a:avLst/>
          </a:prstGeom>
        </p:spPr>
      </p:pic>
      <p:sp>
        <p:nvSpPr>
          <p:cNvPr id="21" name="TextBox 20">
            <a:extLst>
              <a:ext uri="{FF2B5EF4-FFF2-40B4-BE49-F238E27FC236}">
                <a16:creationId xmlns:a16="http://schemas.microsoft.com/office/drawing/2014/main" id="{7C71C2DF-2C73-C54B-9460-9DEE49DAD784}"/>
              </a:ext>
            </a:extLst>
          </p:cNvPr>
          <p:cNvSpPr txBox="1"/>
          <p:nvPr/>
        </p:nvSpPr>
        <p:spPr>
          <a:xfrm>
            <a:off x="124705" y="6027003"/>
            <a:ext cx="4599695" cy="830997"/>
          </a:xfrm>
          <a:prstGeom prst="rect">
            <a:avLst/>
          </a:prstGeom>
          <a:noFill/>
        </p:spPr>
        <p:txBody>
          <a:bodyPr wrap="square" rtlCol="0">
            <a:spAutoFit/>
          </a:bodyPr>
          <a:lstStyle/>
          <a:p>
            <a:r>
              <a:rPr lang="en-US" sz="1200" dirty="0"/>
              <a:t>From: </a:t>
            </a:r>
            <a:r>
              <a:rPr lang="en-US" sz="1200" i="1" dirty="0"/>
              <a:t>Portable Electronic Assistive Technology to Improve Vocational Task Completion in Young Adults with an Intellectual Disability: A Review of the Literature</a:t>
            </a:r>
            <a:r>
              <a:rPr lang="en-US" sz="1200" dirty="0"/>
              <a:t>, Collins &amp; Collet-</a:t>
            </a:r>
            <a:r>
              <a:rPr lang="en-US" sz="1200" dirty="0" err="1"/>
              <a:t>Klingenbert</a:t>
            </a:r>
            <a:r>
              <a:rPr lang="en-US" sz="1200" dirty="0"/>
              <a:t>, 2016</a:t>
            </a:r>
          </a:p>
        </p:txBody>
      </p:sp>
    </p:spTree>
    <p:extLst>
      <p:ext uri="{BB962C8B-B14F-4D97-AF65-F5344CB8AC3E}">
        <p14:creationId xmlns:p14="http://schemas.microsoft.com/office/powerpoint/2010/main" val="3741642923"/>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1F6CF43-3F49-E44A-BDAC-806410A128E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270000" y="1371600"/>
            <a:ext cx="6604000" cy="4953000"/>
          </a:xfrm>
          <a:prstGeom prst="rect">
            <a:avLst/>
          </a:prstGeom>
        </p:spPr>
      </p:pic>
      <p:sp>
        <p:nvSpPr>
          <p:cNvPr id="2" name="Title 1">
            <a:extLst>
              <a:ext uri="{FF2B5EF4-FFF2-40B4-BE49-F238E27FC236}">
                <a16:creationId xmlns:a16="http://schemas.microsoft.com/office/drawing/2014/main" id="{4B50E43D-230E-4946-9342-B475FA4C6CD3}"/>
              </a:ext>
            </a:extLst>
          </p:cNvPr>
          <p:cNvSpPr>
            <a:spLocks noGrp="1"/>
          </p:cNvSpPr>
          <p:nvPr>
            <p:ph type="title"/>
          </p:nvPr>
        </p:nvSpPr>
        <p:spPr>
          <a:xfrm>
            <a:off x="2362200" y="2667000"/>
            <a:ext cx="4114800" cy="990600"/>
          </a:xfrm>
        </p:spPr>
        <p:txBody>
          <a:bodyPr>
            <a:normAutofit/>
          </a:bodyPr>
          <a:lstStyle/>
          <a:p>
            <a:pPr algn="ctr"/>
            <a:r>
              <a:rPr lang="en-US" sz="4800" dirty="0">
                <a:solidFill>
                  <a:schemeClr val="bg1"/>
                </a:solidFill>
              </a:rPr>
              <a:t>Using Video</a:t>
            </a:r>
          </a:p>
        </p:txBody>
      </p:sp>
      <p:sp>
        <p:nvSpPr>
          <p:cNvPr id="4" name="Slide Number Placeholder 3">
            <a:extLst>
              <a:ext uri="{FF2B5EF4-FFF2-40B4-BE49-F238E27FC236}">
                <a16:creationId xmlns:a16="http://schemas.microsoft.com/office/drawing/2014/main" id="{6FE07D64-A5B4-1D4A-8207-3017B0459CBD}"/>
              </a:ext>
            </a:extLst>
          </p:cNvPr>
          <p:cNvSpPr>
            <a:spLocks noGrp="1"/>
          </p:cNvSpPr>
          <p:nvPr>
            <p:ph type="sldNum" sz="quarter" idx="12"/>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400" b="1" i="0" u="none" strike="noStrike" kern="1200" cap="none" spc="0" normalizeH="0" baseline="0" noProof="0" smtClean="0">
                <a:ln>
                  <a:noFill/>
                </a:ln>
                <a:solidFill>
                  <a:srgbClr val="FFFFFF"/>
                </a:solidFill>
                <a:effectLst/>
                <a:uLnTx/>
                <a:uFillTx/>
                <a:latin typeface="Book Antiqua" panose="02040602050305030304" pitchFamily="18"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25</a:t>
            </a:fld>
            <a:endParaRPr kumimoji="0" lang="en-US" altLang="en-US" sz="1400" b="1" i="0" u="none" strike="noStrike" kern="1200" cap="none" spc="0" normalizeH="0" baseline="0" noProof="0">
              <a:ln>
                <a:noFill/>
              </a:ln>
              <a:solidFill>
                <a:srgbClr val="FFFFFF"/>
              </a:solidFill>
              <a:effectLst/>
              <a:uLnTx/>
              <a:uFillTx/>
              <a:latin typeface="Book Antiqua" panose="0204060205030503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3615160492"/>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B00EF-F772-B04D-8826-76FD50421EEE}"/>
              </a:ext>
            </a:extLst>
          </p:cNvPr>
          <p:cNvSpPr>
            <a:spLocks noGrp="1"/>
          </p:cNvSpPr>
          <p:nvPr>
            <p:ph type="title"/>
          </p:nvPr>
        </p:nvSpPr>
        <p:spPr>
          <a:xfrm>
            <a:off x="341555" y="505609"/>
            <a:ext cx="2487705" cy="1495313"/>
          </a:xfrm>
          <a:solidFill>
            <a:srgbClr val="0070C0"/>
          </a:solidFill>
          <a:scene3d>
            <a:camera prst="orthographicFront"/>
            <a:lightRig rig="threePt" dir="t"/>
          </a:scene3d>
          <a:sp3d>
            <a:bevelT prst="angle"/>
          </a:sp3d>
        </p:spPr>
        <p:style>
          <a:lnRef idx="2">
            <a:schemeClr val="accent6">
              <a:shade val="50000"/>
            </a:schemeClr>
          </a:lnRef>
          <a:fillRef idx="1">
            <a:schemeClr val="accent6"/>
          </a:fillRef>
          <a:effectRef idx="0">
            <a:schemeClr val="accent6"/>
          </a:effectRef>
          <a:fontRef idx="minor">
            <a:schemeClr val="lt1"/>
          </a:fontRef>
        </p:style>
        <p:txBody>
          <a:bodyPr/>
          <a:lstStyle/>
          <a:p>
            <a:r>
              <a:rPr lang="en-US" dirty="0">
                <a:solidFill>
                  <a:schemeClr val="bg1"/>
                </a:solidFill>
              </a:rPr>
              <a:t>Video Modeling</a:t>
            </a:r>
          </a:p>
        </p:txBody>
      </p:sp>
      <p:sp>
        <p:nvSpPr>
          <p:cNvPr id="3" name="Text Placeholder 2">
            <a:extLst>
              <a:ext uri="{FF2B5EF4-FFF2-40B4-BE49-F238E27FC236}">
                <a16:creationId xmlns:a16="http://schemas.microsoft.com/office/drawing/2014/main" id="{BAC01481-1EDA-E943-A105-47AB97C1CE42}"/>
              </a:ext>
            </a:extLst>
          </p:cNvPr>
          <p:cNvSpPr>
            <a:spLocks noGrp="1"/>
          </p:cNvSpPr>
          <p:nvPr>
            <p:ph type="body" idx="1"/>
          </p:nvPr>
        </p:nvSpPr>
        <p:spPr>
          <a:xfrm>
            <a:off x="3666417" y="685800"/>
            <a:ext cx="5230755" cy="5889812"/>
          </a:xfrm>
        </p:spPr>
        <p:txBody>
          <a:bodyPr/>
          <a:lstStyle/>
          <a:p>
            <a:pPr lvl="0">
              <a:spcBef>
                <a:spcPts val="2400"/>
              </a:spcBef>
            </a:pPr>
            <a:r>
              <a:rPr lang="en-US" sz="2000" b="1" dirty="0"/>
              <a:t>Basic Video Modeling:</a:t>
            </a:r>
            <a:br>
              <a:rPr lang="en-US" sz="2000" b="1" dirty="0"/>
            </a:br>
            <a:r>
              <a:rPr lang="en-US" sz="2000" dirty="0"/>
              <a:t>Employee reviews video examples before engaging in tasks. </a:t>
            </a:r>
          </a:p>
          <a:p>
            <a:pPr lvl="0">
              <a:spcBef>
                <a:spcPts val="2400"/>
              </a:spcBef>
            </a:pPr>
            <a:r>
              <a:rPr lang="en-US" sz="2000" b="1" dirty="0"/>
              <a:t>Simultaneous Video Modeling:</a:t>
            </a:r>
            <a:br>
              <a:rPr lang="en-US" sz="2000" b="1" dirty="0"/>
            </a:br>
            <a:r>
              <a:rPr lang="en-US" sz="2000" dirty="0"/>
              <a:t>Video of task being performed is played one time from beginning to end; individual follows along to complete tasks.</a:t>
            </a:r>
          </a:p>
          <a:p>
            <a:pPr lvl="0">
              <a:spcBef>
                <a:spcPts val="2400"/>
              </a:spcBef>
            </a:pPr>
            <a:r>
              <a:rPr lang="en-US" sz="2000" b="1" dirty="0"/>
              <a:t>Continuous Video Modeling:</a:t>
            </a:r>
            <a:br>
              <a:rPr lang="en-US" sz="2000" b="1" dirty="0"/>
            </a:br>
            <a:r>
              <a:rPr lang="en-US" sz="2000" dirty="0"/>
              <a:t>Video is played on a loop.</a:t>
            </a:r>
          </a:p>
          <a:p>
            <a:pPr lvl="0">
              <a:spcBef>
                <a:spcPts val="2400"/>
              </a:spcBef>
            </a:pPr>
            <a:r>
              <a:rPr lang="en-US" sz="2000" b="1" dirty="0"/>
              <a:t>Video Prompting or Cueing:</a:t>
            </a:r>
            <a:br>
              <a:rPr lang="en-US" sz="2000" b="1" dirty="0"/>
            </a:br>
            <a:r>
              <a:rPr lang="en-US" sz="2000" dirty="0"/>
              <a:t>While performing task, individual watches short video segments of each step needed to complete task. After performing each step, moves on to next video clip.</a:t>
            </a:r>
          </a:p>
        </p:txBody>
      </p:sp>
      <p:pic>
        <p:nvPicPr>
          <p:cNvPr id="5" name="Picture 4">
            <a:extLst>
              <a:ext uri="{FF2B5EF4-FFF2-40B4-BE49-F238E27FC236}">
                <a16:creationId xmlns:a16="http://schemas.microsoft.com/office/drawing/2014/main" id="{C5A8FBD6-65AF-F845-AA07-9053CC8BD31E}"/>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46828" y="2753958"/>
            <a:ext cx="2677160" cy="2677160"/>
          </a:xfrm>
          <a:prstGeom prst="rect">
            <a:avLst/>
          </a:prstGeom>
        </p:spPr>
      </p:pic>
      <p:sp>
        <p:nvSpPr>
          <p:cNvPr id="4" name="Slide Number Placeholder 3">
            <a:extLst>
              <a:ext uri="{FF2B5EF4-FFF2-40B4-BE49-F238E27FC236}">
                <a16:creationId xmlns:a16="http://schemas.microsoft.com/office/drawing/2014/main" id="{AC68845F-D72C-4946-9E70-E8F1319AFB21}"/>
              </a:ext>
            </a:extLst>
          </p:cNvPr>
          <p:cNvSpPr>
            <a:spLocks noGrp="1"/>
          </p:cNvSpPr>
          <p:nvPr>
            <p:ph type="sldNum" sz="quarter" idx="12"/>
          </p:nvPr>
        </p:nvSpPr>
        <p:spPr/>
        <p:txBody>
          <a:bodyPr/>
          <a:lstStyle/>
          <a:p>
            <a:pPr>
              <a:defRPr/>
            </a:pPr>
            <a:fld id="{6DFFECAE-5558-FC4F-A5D5-814DD6134961}" type="slidenum">
              <a:rPr lang="en-US" altLang="en-US" smtClean="0"/>
              <a:pPr>
                <a:defRPr/>
              </a:pPr>
              <a:t>26</a:t>
            </a:fld>
            <a:endParaRPr lang="en-US" altLang="en-US"/>
          </a:p>
        </p:txBody>
      </p:sp>
    </p:spTree>
    <p:extLst>
      <p:ext uri="{BB962C8B-B14F-4D97-AF65-F5344CB8AC3E}">
        <p14:creationId xmlns:p14="http://schemas.microsoft.com/office/powerpoint/2010/main" val="1200462695"/>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8595A5C-C67F-4740-8842-B99F41569BF1}"/>
              </a:ext>
            </a:extLst>
          </p:cNvPr>
          <p:cNvSpPr>
            <a:spLocks noGrp="1"/>
          </p:cNvSpPr>
          <p:nvPr>
            <p:ph type="title"/>
          </p:nvPr>
        </p:nvSpPr>
        <p:spPr>
          <a:xfrm>
            <a:off x="1019776" y="6252152"/>
            <a:ext cx="7772400" cy="529936"/>
          </a:xfrm>
        </p:spPr>
        <p:txBody>
          <a:bodyPr/>
          <a:lstStyle/>
          <a:p>
            <a:pPr algn="l"/>
            <a:r>
              <a:rPr lang="en-US" sz="1400" b="0" i="1" dirty="0"/>
              <a:t>Portable electronic assistive technology to improve vocational task completion in young adults with an intellectual disability: A review of the literature</a:t>
            </a:r>
            <a:r>
              <a:rPr lang="en-US" sz="1400" b="0" dirty="0"/>
              <a:t>, Collins &amp; Collet-Klingenberg, 2017</a:t>
            </a:r>
            <a:endParaRPr lang="en-US" sz="1400" dirty="0"/>
          </a:p>
        </p:txBody>
      </p:sp>
      <p:sp>
        <p:nvSpPr>
          <p:cNvPr id="10" name="TextBox 9">
            <a:extLst>
              <a:ext uri="{FF2B5EF4-FFF2-40B4-BE49-F238E27FC236}">
                <a16:creationId xmlns:a16="http://schemas.microsoft.com/office/drawing/2014/main" id="{67B067EC-077F-B847-A98C-C5CEB9C4AFEA}"/>
              </a:ext>
            </a:extLst>
          </p:cNvPr>
          <p:cNvSpPr txBox="1"/>
          <p:nvPr/>
        </p:nvSpPr>
        <p:spPr>
          <a:xfrm>
            <a:off x="1019776" y="3325945"/>
            <a:ext cx="1626442" cy="830997"/>
          </a:xfrm>
          <a:prstGeom prst="rect">
            <a:avLst/>
          </a:prstGeom>
          <a:noFill/>
        </p:spPr>
        <p:txBody>
          <a:bodyPr wrap="square" rtlCol="0">
            <a:spAutoFit/>
          </a:bodyPr>
          <a:lstStyle/>
          <a:p>
            <a:pPr algn="ctr"/>
            <a:r>
              <a:rPr lang="en-US" b="1" dirty="0">
                <a:solidFill>
                  <a:srgbClr val="3366CC"/>
                </a:solidFill>
              </a:rPr>
              <a:t>Video</a:t>
            </a:r>
          </a:p>
          <a:p>
            <a:pPr algn="ctr"/>
            <a:r>
              <a:rPr lang="en-US" b="1" dirty="0">
                <a:solidFill>
                  <a:srgbClr val="3366CC"/>
                </a:solidFill>
              </a:rPr>
              <a:t>Checklist</a:t>
            </a:r>
          </a:p>
        </p:txBody>
      </p:sp>
      <p:pic>
        <p:nvPicPr>
          <p:cNvPr id="9" name="Picture 8" descr="Hands holding tablet with words Video Checklist">
            <a:extLst>
              <a:ext uri="{FF2B5EF4-FFF2-40B4-BE49-F238E27FC236}">
                <a16:creationId xmlns:a16="http://schemas.microsoft.com/office/drawing/2014/main" id="{8BE494BC-7E6C-B545-B282-C6E61B33B50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2968336"/>
            <a:ext cx="3752898" cy="2598882"/>
          </a:xfrm>
          <a:prstGeom prst="rect">
            <a:avLst/>
          </a:prstGeom>
        </p:spPr>
      </p:pic>
      <p:sp>
        <p:nvSpPr>
          <p:cNvPr id="3" name="Content Placeholder 2">
            <a:extLst>
              <a:ext uri="{FF2B5EF4-FFF2-40B4-BE49-F238E27FC236}">
                <a16:creationId xmlns:a16="http://schemas.microsoft.com/office/drawing/2014/main" id="{4A48913C-6594-1D4C-90BE-C2DBF5AB109C}"/>
              </a:ext>
            </a:extLst>
          </p:cNvPr>
          <p:cNvSpPr>
            <a:spLocks noGrp="1"/>
          </p:cNvSpPr>
          <p:nvPr>
            <p:ph idx="1"/>
          </p:nvPr>
        </p:nvSpPr>
        <p:spPr>
          <a:xfrm>
            <a:off x="3665994" y="535132"/>
            <a:ext cx="5153891" cy="5541818"/>
          </a:xfrm>
        </p:spPr>
        <p:style>
          <a:lnRef idx="2">
            <a:schemeClr val="accent5"/>
          </a:lnRef>
          <a:fillRef idx="1">
            <a:schemeClr val="lt1"/>
          </a:fillRef>
          <a:effectRef idx="0">
            <a:schemeClr val="accent5"/>
          </a:effectRef>
          <a:fontRef idx="minor">
            <a:schemeClr val="dk1"/>
          </a:fontRef>
        </p:style>
        <p:txBody>
          <a:bodyPr>
            <a:normAutofit fontScale="85000" lnSpcReduction="20000"/>
          </a:bodyPr>
          <a:lstStyle/>
          <a:p>
            <a:pPr marL="0" indent="0">
              <a:lnSpc>
                <a:spcPct val="120000"/>
              </a:lnSpc>
              <a:spcBef>
                <a:spcPts val="0"/>
              </a:spcBef>
              <a:buNone/>
            </a:pPr>
            <a:r>
              <a:rPr lang="en-US" dirty="0"/>
              <a:t>Use of technology able to provide timely instruction on how to complete tasks serves two very important purposes for individuals with ID: </a:t>
            </a:r>
          </a:p>
          <a:p>
            <a:pPr marL="514350" indent="-514350">
              <a:lnSpc>
                <a:spcPct val="120000"/>
              </a:lnSpc>
              <a:spcBef>
                <a:spcPts val="1200"/>
              </a:spcBef>
              <a:buFont typeface="+mj-lt"/>
              <a:buAutoNum type="arabicPeriod"/>
            </a:pPr>
            <a:r>
              <a:rPr lang="en-US" dirty="0"/>
              <a:t>Reduces on-site supports provided by a job coach because prerecorded video sequences provide actionable steps that individual can follow to get the job done. </a:t>
            </a:r>
          </a:p>
          <a:p>
            <a:pPr marL="514350" indent="-514350">
              <a:lnSpc>
                <a:spcPct val="120000"/>
              </a:lnSpc>
              <a:spcBef>
                <a:spcPts val="1200"/>
              </a:spcBef>
              <a:buFont typeface="+mj-lt"/>
              <a:buAutoNum type="arabicPeriod"/>
            </a:pPr>
            <a:r>
              <a:rPr lang="en-US" dirty="0"/>
              <a:t>By virtue of having less in-person supports provided by a coach, technology facilitates independence and improved social experiences with peers at work. </a:t>
            </a:r>
          </a:p>
          <a:p>
            <a:pPr>
              <a:lnSpc>
                <a:spcPct val="120000"/>
              </a:lnSpc>
              <a:spcBef>
                <a:spcPts val="0"/>
              </a:spcBef>
            </a:pPr>
            <a:endParaRPr lang="en-US" dirty="0"/>
          </a:p>
        </p:txBody>
      </p:sp>
    </p:spTree>
    <p:extLst>
      <p:ext uri="{BB962C8B-B14F-4D97-AF65-F5344CB8AC3E}">
        <p14:creationId xmlns:p14="http://schemas.microsoft.com/office/powerpoint/2010/main" val="1185637538"/>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39194-04B1-1A4D-B678-029935637EFF}"/>
              </a:ext>
            </a:extLst>
          </p:cNvPr>
          <p:cNvSpPr>
            <a:spLocks noGrp="1"/>
          </p:cNvSpPr>
          <p:nvPr>
            <p:ph type="title"/>
          </p:nvPr>
        </p:nvSpPr>
        <p:spPr>
          <a:xfrm>
            <a:off x="162807" y="533400"/>
            <a:ext cx="6080760" cy="1143000"/>
          </a:xfrm>
          <a:scene3d>
            <a:camera prst="orthographicFront"/>
            <a:lightRig rig="threePt" dir="t"/>
          </a:scene3d>
          <a:sp3d>
            <a:bevelT prst="angle"/>
          </a:sp3d>
        </p:spPr>
        <p:style>
          <a:lnRef idx="1">
            <a:schemeClr val="accent4"/>
          </a:lnRef>
          <a:fillRef idx="2">
            <a:schemeClr val="accent4"/>
          </a:fillRef>
          <a:effectRef idx="1">
            <a:schemeClr val="accent4"/>
          </a:effectRef>
          <a:fontRef idx="minor">
            <a:schemeClr val="dk1"/>
          </a:fontRef>
        </p:style>
        <p:txBody>
          <a:bodyPr/>
          <a:lstStyle/>
          <a:p>
            <a:pPr algn="ctr"/>
            <a:r>
              <a:rPr lang="en-US" cap="small" dirty="0"/>
              <a:t>Other Uses of Video</a:t>
            </a:r>
          </a:p>
        </p:txBody>
      </p:sp>
      <p:sp>
        <p:nvSpPr>
          <p:cNvPr id="3" name="Text Placeholder 2">
            <a:extLst>
              <a:ext uri="{FF2B5EF4-FFF2-40B4-BE49-F238E27FC236}">
                <a16:creationId xmlns:a16="http://schemas.microsoft.com/office/drawing/2014/main" id="{EC73F52F-DF46-984B-83EB-E8EDBC1160BE}"/>
              </a:ext>
            </a:extLst>
          </p:cNvPr>
          <p:cNvSpPr>
            <a:spLocks noGrp="1"/>
          </p:cNvSpPr>
          <p:nvPr>
            <p:ph type="body" idx="1"/>
          </p:nvPr>
        </p:nvSpPr>
        <p:spPr>
          <a:xfrm>
            <a:off x="169433" y="2042160"/>
            <a:ext cx="6381974" cy="4114800"/>
          </a:xfrm>
        </p:spPr>
        <p:txBody>
          <a:bodyPr/>
          <a:lstStyle/>
          <a:p>
            <a:pPr lvl="0">
              <a:spcBef>
                <a:spcPts val="1240"/>
              </a:spcBef>
            </a:pPr>
            <a:r>
              <a:rPr lang="en-US" sz="2400" b="1" dirty="0"/>
              <a:t>Error Correction Video Feedback:</a:t>
            </a:r>
            <a:r>
              <a:rPr lang="en-US" sz="2400" dirty="0"/>
              <a:t> When individual makes error, they review video of task being performed correctly.</a:t>
            </a:r>
          </a:p>
          <a:p>
            <a:pPr lvl="0">
              <a:spcBef>
                <a:spcPts val="2440"/>
              </a:spcBef>
            </a:pPr>
            <a:r>
              <a:rPr lang="en-US" sz="2400" b="1" dirty="0"/>
              <a:t>Video Feedback: </a:t>
            </a:r>
            <a:r>
              <a:rPr lang="en-US" sz="2400" dirty="0"/>
              <a:t>Individual is videotaped as they engage in tasks, then evaluates their performance. </a:t>
            </a:r>
          </a:p>
          <a:p>
            <a:pPr>
              <a:spcBef>
                <a:spcPts val="2440"/>
              </a:spcBef>
            </a:pPr>
            <a:r>
              <a:rPr lang="en-US" sz="2400" b="1" dirty="0"/>
              <a:t>Video Stories: </a:t>
            </a:r>
            <a:r>
              <a:rPr lang="en-US" sz="2400" dirty="0"/>
              <a:t>Filming an individual telling a story about their routines at work or in the community, which they regularly view. </a:t>
            </a:r>
          </a:p>
        </p:txBody>
      </p:sp>
      <p:pic>
        <p:nvPicPr>
          <p:cNvPr id="5" name="Picture 4">
            <a:extLst>
              <a:ext uri="{FF2B5EF4-FFF2-40B4-BE49-F238E27FC236}">
                <a16:creationId xmlns:a16="http://schemas.microsoft.com/office/drawing/2014/main" id="{A9FDB68C-2CC8-3F42-BEE4-AE7D3951C210}"/>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841331" y="893781"/>
            <a:ext cx="2090211" cy="3166987"/>
          </a:xfrm>
          <a:prstGeom prst="rect">
            <a:avLst/>
          </a:prstGeom>
        </p:spPr>
      </p:pic>
      <p:sp>
        <p:nvSpPr>
          <p:cNvPr id="4" name="Slide Number Placeholder 3">
            <a:extLst>
              <a:ext uri="{FF2B5EF4-FFF2-40B4-BE49-F238E27FC236}">
                <a16:creationId xmlns:a16="http://schemas.microsoft.com/office/drawing/2014/main" id="{078C738A-CC10-1A49-8D2C-8F913E1F8D4C}"/>
              </a:ext>
            </a:extLst>
          </p:cNvPr>
          <p:cNvSpPr>
            <a:spLocks noGrp="1"/>
          </p:cNvSpPr>
          <p:nvPr>
            <p:ph type="sldNum" sz="quarter" idx="12"/>
          </p:nvPr>
        </p:nvSpPr>
        <p:spPr/>
        <p:txBody>
          <a:bodyPr/>
          <a:lstStyle/>
          <a:p>
            <a:pPr>
              <a:defRPr/>
            </a:pPr>
            <a:fld id="{6DFFECAE-5558-FC4F-A5D5-814DD6134961}" type="slidenum">
              <a:rPr lang="en-US" altLang="en-US" smtClean="0"/>
              <a:pPr>
                <a:defRPr/>
              </a:pPr>
              <a:t>28</a:t>
            </a:fld>
            <a:endParaRPr lang="en-US" altLang="en-US"/>
          </a:p>
        </p:txBody>
      </p:sp>
    </p:spTree>
    <p:extLst>
      <p:ext uri="{BB962C8B-B14F-4D97-AF65-F5344CB8AC3E}">
        <p14:creationId xmlns:p14="http://schemas.microsoft.com/office/powerpoint/2010/main" val="414313373"/>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DEB08-903A-0249-8C36-B8F60B0978BE}"/>
              </a:ext>
            </a:extLst>
          </p:cNvPr>
          <p:cNvSpPr>
            <a:spLocks noGrp="1"/>
          </p:cNvSpPr>
          <p:nvPr>
            <p:ph type="title"/>
          </p:nvPr>
        </p:nvSpPr>
        <p:spPr/>
        <p:txBody>
          <a:bodyPr>
            <a:normAutofit fontScale="90000"/>
          </a:bodyPr>
          <a:lstStyle/>
          <a:p>
            <a:r>
              <a:rPr lang="en-US" b="1" cap="small" dirty="0"/>
              <a:t>The Emerging Role of Remote Job Supports</a:t>
            </a:r>
          </a:p>
        </p:txBody>
      </p:sp>
      <p:sp>
        <p:nvSpPr>
          <p:cNvPr id="3" name="Text Placeholder 2">
            <a:extLst>
              <a:ext uri="{FF2B5EF4-FFF2-40B4-BE49-F238E27FC236}">
                <a16:creationId xmlns:a16="http://schemas.microsoft.com/office/drawing/2014/main" id="{B74A733C-F0D5-3942-BABB-E960EB5E7BFE}"/>
              </a:ext>
            </a:extLst>
          </p:cNvPr>
          <p:cNvSpPr>
            <a:spLocks noGrp="1"/>
          </p:cNvSpPr>
          <p:nvPr>
            <p:ph type="body" idx="1"/>
          </p:nvPr>
        </p:nvSpPr>
        <p:spPr>
          <a:xfrm>
            <a:off x="395774" y="1812986"/>
            <a:ext cx="5716006" cy="2057400"/>
          </a:xfrm>
        </p:spPr>
        <p:style>
          <a:lnRef idx="1">
            <a:schemeClr val="accent4"/>
          </a:lnRef>
          <a:fillRef idx="2">
            <a:schemeClr val="accent4"/>
          </a:fillRef>
          <a:effectRef idx="1">
            <a:schemeClr val="accent4"/>
          </a:effectRef>
          <a:fontRef idx="minor">
            <a:schemeClr val="dk1"/>
          </a:fontRef>
        </p:style>
        <p:txBody>
          <a:bodyPr/>
          <a:lstStyle/>
          <a:p>
            <a:r>
              <a:rPr lang="en-US" dirty="0"/>
              <a:t>Less obtrusive</a:t>
            </a:r>
          </a:p>
          <a:p>
            <a:r>
              <a:rPr lang="en-US" dirty="0"/>
              <a:t>More efficient use of resources</a:t>
            </a:r>
          </a:p>
          <a:p>
            <a:r>
              <a:rPr lang="en-US" dirty="0"/>
              <a:t>Wider availability of job coaching</a:t>
            </a:r>
          </a:p>
          <a:p>
            <a:r>
              <a:rPr lang="en-US" dirty="0"/>
              <a:t>Does not require staff on-site</a:t>
            </a:r>
          </a:p>
        </p:txBody>
      </p:sp>
      <p:pic>
        <p:nvPicPr>
          <p:cNvPr id="6" name="Picture 5">
            <a:extLst>
              <a:ext uri="{FF2B5EF4-FFF2-40B4-BE49-F238E27FC236}">
                <a16:creationId xmlns:a16="http://schemas.microsoft.com/office/drawing/2014/main" id="{F67EC628-B5CF-C646-ACE7-416DDEB64E2A}"/>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371478" y="4305398"/>
            <a:ext cx="4315322" cy="2425211"/>
          </a:xfrm>
          <a:prstGeom prst="rect">
            <a:avLst/>
          </a:prstGeom>
          <a:ln>
            <a:solidFill>
              <a:schemeClr val="accent4">
                <a:shade val="95000"/>
                <a:satMod val="105000"/>
              </a:schemeClr>
            </a:solidFill>
          </a:ln>
        </p:spPr>
      </p:pic>
      <p:sp>
        <p:nvSpPr>
          <p:cNvPr id="4" name="Slide Number Placeholder 3">
            <a:extLst>
              <a:ext uri="{FF2B5EF4-FFF2-40B4-BE49-F238E27FC236}">
                <a16:creationId xmlns:a16="http://schemas.microsoft.com/office/drawing/2014/main" id="{9BE651AC-BF6D-3346-B2C8-32A72C121834}"/>
              </a:ext>
            </a:extLst>
          </p:cNvPr>
          <p:cNvSpPr>
            <a:spLocks noGrp="1"/>
          </p:cNvSpPr>
          <p:nvPr>
            <p:ph type="sldNum" sz="quarter" idx="12"/>
          </p:nvPr>
        </p:nvSpPr>
        <p:spPr/>
        <p:txBody>
          <a:bodyPr/>
          <a:lstStyle/>
          <a:p>
            <a:pPr>
              <a:defRPr/>
            </a:pPr>
            <a:fld id="{6DFFECAE-5558-FC4F-A5D5-814DD6134961}" type="slidenum">
              <a:rPr lang="en-US" altLang="en-US" smtClean="0"/>
              <a:pPr>
                <a:defRPr/>
              </a:pPr>
              <a:t>29</a:t>
            </a:fld>
            <a:endParaRPr lang="en-US" altLang="en-US"/>
          </a:p>
        </p:txBody>
      </p:sp>
    </p:spTree>
    <p:extLst>
      <p:ext uri="{BB962C8B-B14F-4D97-AF65-F5344CB8AC3E}">
        <p14:creationId xmlns:p14="http://schemas.microsoft.com/office/powerpoint/2010/main" val="562821844"/>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A0592-C85A-5849-8121-9EF82F5F5690}"/>
              </a:ext>
            </a:extLst>
          </p:cNvPr>
          <p:cNvSpPr>
            <a:spLocks noGrp="1"/>
          </p:cNvSpPr>
          <p:nvPr>
            <p:ph type="title"/>
          </p:nvPr>
        </p:nvSpPr>
        <p:spPr>
          <a:xfrm>
            <a:off x="628650" y="-1200437"/>
            <a:ext cx="7886700" cy="1325563"/>
          </a:xfrm>
        </p:spPr>
        <p:txBody>
          <a:bodyPr>
            <a:normAutofit/>
          </a:bodyPr>
          <a:lstStyle/>
          <a:p>
            <a:r>
              <a:rPr lang="en-US" sz="2400" dirty="0"/>
              <a:t>Using</a:t>
            </a:r>
            <a:r>
              <a:rPr lang="en-US" sz="2400" baseline="0" dirty="0"/>
              <a:t> technology for supports can be a game changer</a:t>
            </a:r>
            <a:endParaRPr lang="en-US" sz="2400" dirty="0"/>
          </a:p>
        </p:txBody>
      </p:sp>
      <p:pic>
        <p:nvPicPr>
          <p:cNvPr id="7" name="Picture 6">
            <a:extLst>
              <a:ext uri="{FF2B5EF4-FFF2-40B4-BE49-F238E27FC236}">
                <a16:creationId xmlns:a16="http://schemas.microsoft.com/office/drawing/2014/main" id="{35936185-CE7F-F94E-8601-787300A63EEF}"/>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337326"/>
            <a:ext cx="3854702" cy="4567183"/>
          </a:xfrm>
          <a:prstGeom prst="rect">
            <a:avLst/>
          </a:prstGeom>
        </p:spPr>
      </p:pic>
      <p:pic>
        <p:nvPicPr>
          <p:cNvPr id="4" name="Picture 3" descr="Robot holding sign: This is new and we're all learning ">
            <a:extLst>
              <a:ext uri="{FF2B5EF4-FFF2-40B4-BE49-F238E27FC236}">
                <a16:creationId xmlns:a16="http://schemas.microsoft.com/office/drawing/2014/main" id="{60B3293E-F8E6-6A41-B228-87A1B8C6D65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854702" y="2424545"/>
            <a:ext cx="4675253" cy="3656048"/>
          </a:xfrm>
          <a:prstGeom prst="rect">
            <a:avLst/>
          </a:prstGeom>
        </p:spPr>
      </p:pic>
      <p:sp>
        <p:nvSpPr>
          <p:cNvPr id="3" name="Slide Number Placeholder 2">
            <a:extLst>
              <a:ext uri="{FF2B5EF4-FFF2-40B4-BE49-F238E27FC236}">
                <a16:creationId xmlns:a16="http://schemas.microsoft.com/office/drawing/2014/main" id="{A1BE2F4E-CC8D-C74D-9379-BE3B11A62C3B}"/>
              </a:ext>
            </a:extLst>
          </p:cNvPr>
          <p:cNvSpPr>
            <a:spLocks noGrp="1"/>
          </p:cNvSpPr>
          <p:nvPr>
            <p:ph type="sldNum" sz="quarter" idx="12"/>
          </p:nvPr>
        </p:nvSpPr>
        <p:spPr/>
        <p:txBody>
          <a:bodyPr/>
          <a:lstStyle/>
          <a:p>
            <a:fld id="{5C20E49D-532B-574C-9B28-3CB5D48BEFC2}" type="slidenum">
              <a:rPr lang="en-US" smtClean="0"/>
              <a:t>30</a:t>
            </a:fld>
            <a:endParaRPr lang="en-US"/>
          </a:p>
        </p:txBody>
      </p:sp>
    </p:spTree>
    <p:extLst>
      <p:ext uri="{BB962C8B-B14F-4D97-AF65-F5344CB8AC3E}">
        <p14:creationId xmlns:p14="http://schemas.microsoft.com/office/powerpoint/2010/main" val="1205418319"/>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2" name="Title 1">
            <a:extLst>
              <a:ext uri="{FF2B5EF4-FFF2-40B4-BE49-F238E27FC236}">
                <a16:creationId xmlns:a16="http://schemas.microsoft.com/office/drawing/2014/main" id="{BC0D1BB0-FAD3-144F-A22C-DBFF050E60D9}"/>
              </a:ext>
            </a:extLst>
          </p:cNvPr>
          <p:cNvSpPr>
            <a:spLocks noGrp="1"/>
          </p:cNvSpPr>
          <p:nvPr>
            <p:ph type="title"/>
          </p:nvPr>
        </p:nvSpPr>
        <p:spPr/>
        <p:txBody>
          <a:bodyPr/>
          <a:lstStyle/>
          <a:p>
            <a:r>
              <a:rPr lang="en-US" sz="4000" cap="small" dirty="0"/>
              <a:t>Steve Jobs</a:t>
            </a:r>
          </a:p>
        </p:txBody>
      </p:sp>
      <p:pic>
        <p:nvPicPr>
          <p:cNvPr id="8" name="Picture 7">
            <a:extLst>
              <a:ext uri="{FF2B5EF4-FFF2-40B4-BE49-F238E27FC236}">
                <a16:creationId xmlns:a16="http://schemas.microsoft.com/office/drawing/2014/main" id="{C0D9D36A-BEB5-744A-B1CE-2F772E6CD5C6}"/>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837473B0-CC2E-450A-ABE3-18F120FF3D39}">
                <a1611:picAttrSrcUrl xmlns:a1611="http://schemas.microsoft.com/office/drawing/2016/11/main" r:id="rId4"/>
              </a:ext>
            </a:extLst>
          </a:blip>
          <a:stretch>
            <a:fillRect/>
          </a:stretch>
        </p:blipFill>
        <p:spPr>
          <a:xfrm>
            <a:off x="6145696" y="1295400"/>
            <a:ext cx="2810719" cy="3581400"/>
          </a:xfrm>
          <a:prstGeom prst="rect">
            <a:avLst/>
          </a:prstGeom>
        </p:spPr>
      </p:pic>
      <p:sp>
        <p:nvSpPr>
          <p:cNvPr id="3" name="Content Placeholder 2" descr="“I don’t focus on the technology.I focus on what’s in it for the customer.I want to give the customer an incredible experience.”">
            <a:extLst>
              <a:ext uri="{FF2B5EF4-FFF2-40B4-BE49-F238E27FC236}">
                <a16:creationId xmlns:a16="http://schemas.microsoft.com/office/drawing/2014/main" id="{8A37ACD3-A626-754C-9896-9097B67CB868}"/>
              </a:ext>
            </a:extLst>
          </p:cNvPr>
          <p:cNvSpPr>
            <a:spLocks noGrp="1"/>
          </p:cNvSpPr>
          <p:nvPr>
            <p:ph idx="1"/>
          </p:nvPr>
        </p:nvSpPr>
        <p:spPr>
          <a:xfrm>
            <a:off x="609600" y="1930102"/>
            <a:ext cx="4906617" cy="4318298"/>
          </a:xfrm>
          <a:solidFill>
            <a:srgbClr val="0070C0"/>
          </a:solidFill>
          <a:scene3d>
            <a:camera prst="orthographicFront"/>
            <a:lightRig rig="threePt" dir="t"/>
          </a:scene3d>
          <a:sp3d>
            <a:bevelT prst="angle"/>
          </a:sp3d>
        </p:spPr>
        <p:style>
          <a:lnRef idx="2">
            <a:schemeClr val="accent2">
              <a:shade val="50000"/>
            </a:schemeClr>
          </a:lnRef>
          <a:fillRef idx="1">
            <a:schemeClr val="accent2"/>
          </a:fillRef>
          <a:effectRef idx="0">
            <a:schemeClr val="accent2"/>
          </a:effectRef>
          <a:fontRef idx="minor">
            <a:schemeClr val="lt1"/>
          </a:fontRef>
        </p:style>
        <p:txBody>
          <a:bodyPr anchor="ctr" anchorCtr="0"/>
          <a:lstStyle/>
          <a:p>
            <a:pPr marL="0" indent="0" algn="ctr">
              <a:buNone/>
            </a:pPr>
            <a:r>
              <a:rPr lang="en-US" b="0" dirty="0"/>
              <a:t>“I don’t focus on the technology.</a:t>
            </a:r>
            <a:br>
              <a:rPr lang="en-US" b="0" dirty="0"/>
            </a:br>
            <a:r>
              <a:rPr lang="en-US" b="0" dirty="0"/>
              <a:t>I focus on what’s in it for the customer.</a:t>
            </a:r>
            <a:br>
              <a:rPr lang="en-US" b="0" dirty="0"/>
            </a:br>
            <a:r>
              <a:rPr lang="en-US" b="0" dirty="0"/>
              <a:t>I want to give the customer an incredible experience.”</a:t>
            </a:r>
          </a:p>
        </p:txBody>
      </p:sp>
      <p:sp>
        <p:nvSpPr>
          <p:cNvPr id="9" name="TextBox 8">
            <a:extLst>
              <a:ext uri="{FF2B5EF4-FFF2-40B4-BE49-F238E27FC236}">
                <a16:creationId xmlns:a16="http://schemas.microsoft.com/office/drawing/2014/main" id="{5839C177-DF4E-3D4B-BFD2-8FC85C049DF9}"/>
              </a:ext>
            </a:extLst>
          </p:cNvPr>
          <p:cNvSpPr txBox="1"/>
          <p:nvPr/>
        </p:nvSpPr>
        <p:spPr>
          <a:xfrm>
            <a:off x="7130005" y="6400800"/>
            <a:ext cx="1852914"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hlinkClick r:id="rId4" tooltip="http://www.pngall.com/steve-jobs-png"/>
              </a:rPr>
              <a:t>This Photo</a:t>
            </a:r>
            <a:r>
              <a:rPr kumimoji="0" lang="en-US" sz="9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rPr>
              <a:t> by Unknown Author is licensed under </a:t>
            </a:r>
            <a:r>
              <a:rPr kumimoji="0" lang="en-US" sz="9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hlinkClick r:id="rId5" tooltip="https://creativecommons.org/licenses/by-nc/3.0/"/>
              </a:rPr>
              <a:t>CC BY-NC</a:t>
            </a:r>
            <a:endParaRPr kumimoji="0" lang="en-US" sz="9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5" name="Slide Number Placeholder 4">
            <a:extLst>
              <a:ext uri="{FF2B5EF4-FFF2-40B4-BE49-F238E27FC236}">
                <a16:creationId xmlns:a16="http://schemas.microsoft.com/office/drawing/2014/main" id="{F29FA275-32F2-094E-815A-638D3D26F364}"/>
              </a:ext>
            </a:extLst>
          </p:cNvPr>
          <p:cNvSpPr>
            <a:spLocks noGrp="1"/>
          </p:cNvSpPr>
          <p:nvPr>
            <p:ph type="sldNum" sz="quarter" idx="12"/>
          </p:nvPr>
        </p:nvSpPr>
        <p:spPr>
          <a:xfrm>
            <a:off x="8686800" y="6128266"/>
            <a:ext cx="1905000" cy="457200"/>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F4F2C800-E6A5-EE47-9F5D-6559176AC179}" type="slidenum">
              <a:rPr kumimoji="0" lang="en-US" altLang="en-US" sz="14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l" defTabSz="914400" rtl="0" eaLnBrk="0" fontAlgn="base" latinLnBrk="0" hangingPunct="0">
                <a:lnSpc>
                  <a:spcPct val="100000"/>
                </a:lnSpc>
                <a:spcBef>
                  <a:spcPct val="0"/>
                </a:spcBef>
                <a:spcAft>
                  <a:spcPct val="0"/>
                </a:spcAft>
                <a:buClrTx/>
                <a:buSzTx/>
                <a:buFontTx/>
                <a:buNone/>
                <a:tabLst/>
                <a:defRPr/>
              </a:pPr>
              <a:t>31</a:t>
            </a:fld>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198304095"/>
      </p:ext>
    </p:extLst>
  </p:cSld>
  <p:clrMapOvr>
    <a:masterClrMapping/>
  </p:clrMapOvr>
  <p:transition spd="slow">
    <p:wip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2" name="Title 1">
            <a:extLst>
              <a:ext uri="{FF2B5EF4-FFF2-40B4-BE49-F238E27FC236}">
                <a16:creationId xmlns:a16="http://schemas.microsoft.com/office/drawing/2014/main" id="{CBCE779C-7EA3-994F-9E66-33014FEE7FCB}"/>
              </a:ext>
            </a:extLst>
          </p:cNvPr>
          <p:cNvSpPr>
            <a:spLocks noGrp="1"/>
          </p:cNvSpPr>
          <p:nvPr>
            <p:ph type="title"/>
          </p:nvPr>
        </p:nvSpPr>
        <p:spPr>
          <a:xfrm>
            <a:off x="434108" y="-1371476"/>
            <a:ext cx="8229600" cy="1143000"/>
          </a:xfrm>
        </p:spPr>
        <p:txBody>
          <a:bodyPr/>
          <a:lstStyle/>
          <a:p>
            <a:r>
              <a:rPr lang="en-US" dirty="0"/>
              <a:t>Technology Framework</a:t>
            </a:r>
          </a:p>
        </p:txBody>
      </p:sp>
      <p:sp>
        <p:nvSpPr>
          <p:cNvPr id="55" name="TextBox 54"/>
          <p:cNvSpPr txBox="1"/>
          <p:nvPr/>
        </p:nvSpPr>
        <p:spPr>
          <a:xfrm>
            <a:off x="2128433" y="381000"/>
            <a:ext cx="4784367" cy="53340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small" spc="0" normalizeH="0" baseline="0" noProof="0" dirty="0">
                <a:ln>
                  <a:noFill/>
                </a:ln>
                <a:solidFill>
                  <a:prstClr val="white"/>
                </a:solidFill>
                <a:effectLst/>
                <a:uLnTx/>
                <a:uFillTx/>
                <a:latin typeface="Calibri"/>
                <a:ea typeface="Geneva" panose="020B0503030404040204" pitchFamily="34" charset="0"/>
                <a:cs typeface="+mn-cs"/>
              </a:rPr>
              <a:t>Technology Framework </a:t>
            </a:r>
          </a:p>
        </p:txBody>
      </p:sp>
      <p:sp>
        <p:nvSpPr>
          <p:cNvPr id="54" name="Rectangle 53" descr="Technology Framework"/>
          <p:cNvSpPr/>
          <p:nvPr/>
        </p:nvSpPr>
        <p:spPr>
          <a:xfrm>
            <a:off x="0" y="393929"/>
            <a:ext cx="9144000" cy="749071"/>
          </a:xfrm>
          <a:prstGeom prst="rect">
            <a:avLst/>
          </a:prstGeom>
          <a:solidFill>
            <a:schemeClr val="bg1">
              <a:lumMod val="95000"/>
              <a:alpha val="99000"/>
            </a:schemeClr>
          </a:solidFill>
          <a:ln>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Rectangle 30">
            <a:extLst>
              <a:ext uri="{C183D7F6-B498-43B3-948B-1728B52AA6E4}">
                <adec:decorative xmlns:adec="http://schemas.microsoft.com/office/drawing/2017/decorative" val="1"/>
              </a:ext>
            </a:extLst>
          </p:cNvPr>
          <p:cNvSpPr/>
          <p:nvPr/>
        </p:nvSpPr>
        <p:spPr>
          <a:xfrm>
            <a:off x="-26691" y="152400"/>
            <a:ext cx="9144000" cy="56902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Freeform 28">
            <a:extLst>
              <a:ext uri="{C183D7F6-B498-43B3-948B-1728B52AA6E4}">
                <adec:decorative xmlns:adec="http://schemas.microsoft.com/office/drawing/2017/decorative" val="1"/>
              </a:ext>
            </a:extLst>
          </p:cNvPr>
          <p:cNvSpPr>
            <a:spLocks noEditPoints="1"/>
          </p:cNvSpPr>
          <p:nvPr/>
        </p:nvSpPr>
        <p:spPr bwMode="auto">
          <a:xfrm rot="5400000" flipH="1">
            <a:off x="1650512" y="3029837"/>
            <a:ext cx="2550345" cy="1369124"/>
          </a:xfrm>
          <a:custGeom>
            <a:avLst/>
            <a:gdLst>
              <a:gd name="T0" fmla="*/ 1748 w 1871"/>
              <a:gd name="T1" fmla="*/ 287 h 1020"/>
              <a:gd name="T2" fmla="*/ 1302 w 1871"/>
              <a:gd name="T3" fmla="*/ 287 h 1020"/>
              <a:gd name="T4" fmla="*/ 1286 w 1871"/>
              <a:gd name="T5" fmla="*/ 304 h 1020"/>
              <a:gd name="T6" fmla="*/ 924 w 1871"/>
              <a:gd name="T7" fmla="*/ 299 h 1020"/>
              <a:gd name="T8" fmla="*/ 924 w 1871"/>
              <a:gd name="T9" fmla="*/ 299 h 1020"/>
              <a:gd name="T10" fmla="*/ 844 w 1871"/>
              <a:gd name="T11" fmla="*/ 187 h 1020"/>
              <a:gd name="T12" fmla="*/ 839 w 1871"/>
              <a:gd name="T13" fmla="*/ 182 h 1020"/>
              <a:gd name="T14" fmla="*/ 182 w 1871"/>
              <a:gd name="T15" fmla="*/ 182 h 1020"/>
              <a:gd name="T16" fmla="*/ 182 w 1871"/>
              <a:gd name="T17" fmla="*/ 839 h 1020"/>
              <a:gd name="T18" fmla="*/ 839 w 1871"/>
              <a:gd name="T19" fmla="*/ 839 h 1020"/>
              <a:gd name="T20" fmla="*/ 929 w 1871"/>
              <a:gd name="T21" fmla="*/ 711 h 1020"/>
              <a:gd name="T22" fmla="*/ 1286 w 1871"/>
              <a:gd name="T23" fmla="*/ 716 h 1020"/>
              <a:gd name="T24" fmla="*/ 1302 w 1871"/>
              <a:gd name="T25" fmla="*/ 733 h 1020"/>
              <a:gd name="T26" fmla="*/ 1748 w 1871"/>
              <a:gd name="T27" fmla="*/ 733 h 1020"/>
              <a:gd name="T28" fmla="*/ 1748 w 1871"/>
              <a:gd name="T29" fmla="*/ 287 h 1020"/>
              <a:gd name="T30" fmla="*/ 506 w 1871"/>
              <a:gd name="T31" fmla="*/ 922 h 1020"/>
              <a:gd name="T32" fmla="*/ 96 w 1871"/>
              <a:gd name="T33" fmla="*/ 512 h 1020"/>
              <a:gd name="T34" fmla="*/ 506 w 1871"/>
              <a:gd name="T35" fmla="*/ 102 h 1020"/>
              <a:gd name="T36" fmla="*/ 916 w 1871"/>
              <a:gd name="T37" fmla="*/ 512 h 1020"/>
              <a:gd name="T38" fmla="*/ 506 w 1871"/>
              <a:gd name="T39" fmla="*/ 922 h 1020"/>
              <a:gd name="T40" fmla="*/ 1524 w 1871"/>
              <a:gd name="T41" fmla="*/ 778 h 1020"/>
              <a:gd name="T42" fmla="*/ 1260 w 1871"/>
              <a:gd name="T43" fmla="*/ 514 h 1020"/>
              <a:gd name="T44" fmla="*/ 1524 w 1871"/>
              <a:gd name="T45" fmla="*/ 250 h 1020"/>
              <a:gd name="T46" fmla="*/ 1788 w 1871"/>
              <a:gd name="T47" fmla="*/ 514 h 1020"/>
              <a:gd name="T48" fmla="*/ 1524 w 1871"/>
              <a:gd name="T49" fmla="*/ 778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1" h="1020">
                <a:moveTo>
                  <a:pt x="1748" y="287"/>
                </a:moveTo>
                <a:cubicBezTo>
                  <a:pt x="1625" y="164"/>
                  <a:pt x="1425" y="164"/>
                  <a:pt x="1302" y="287"/>
                </a:cubicBezTo>
                <a:cubicBezTo>
                  <a:pt x="1296" y="293"/>
                  <a:pt x="1291" y="298"/>
                  <a:pt x="1286" y="304"/>
                </a:cubicBezTo>
                <a:cubicBezTo>
                  <a:pt x="1122" y="415"/>
                  <a:pt x="949" y="315"/>
                  <a:pt x="924" y="299"/>
                </a:cubicBezTo>
                <a:cubicBezTo>
                  <a:pt x="924" y="299"/>
                  <a:pt x="924" y="299"/>
                  <a:pt x="924" y="299"/>
                </a:cubicBezTo>
                <a:cubicBezTo>
                  <a:pt x="904" y="259"/>
                  <a:pt x="877" y="221"/>
                  <a:pt x="844" y="187"/>
                </a:cubicBezTo>
                <a:cubicBezTo>
                  <a:pt x="842" y="185"/>
                  <a:pt x="840" y="183"/>
                  <a:pt x="839" y="182"/>
                </a:cubicBezTo>
                <a:cubicBezTo>
                  <a:pt x="657" y="0"/>
                  <a:pt x="363" y="0"/>
                  <a:pt x="182" y="182"/>
                </a:cubicBezTo>
                <a:cubicBezTo>
                  <a:pt x="0" y="363"/>
                  <a:pt x="0" y="657"/>
                  <a:pt x="182" y="839"/>
                </a:cubicBezTo>
                <a:cubicBezTo>
                  <a:pt x="363" y="1020"/>
                  <a:pt x="657" y="1020"/>
                  <a:pt x="839" y="839"/>
                </a:cubicBezTo>
                <a:cubicBezTo>
                  <a:pt x="877" y="800"/>
                  <a:pt x="907" y="757"/>
                  <a:pt x="929" y="711"/>
                </a:cubicBezTo>
                <a:cubicBezTo>
                  <a:pt x="1087" y="607"/>
                  <a:pt x="1252" y="696"/>
                  <a:pt x="1286" y="716"/>
                </a:cubicBezTo>
                <a:cubicBezTo>
                  <a:pt x="1291" y="722"/>
                  <a:pt x="1296" y="727"/>
                  <a:pt x="1302" y="733"/>
                </a:cubicBezTo>
                <a:cubicBezTo>
                  <a:pt x="1425" y="856"/>
                  <a:pt x="1625" y="856"/>
                  <a:pt x="1748" y="733"/>
                </a:cubicBezTo>
                <a:cubicBezTo>
                  <a:pt x="1871" y="610"/>
                  <a:pt x="1871" y="410"/>
                  <a:pt x="1748" y="287"/>
                </a:cubicBezTo>
                <a:close/>
                <a:moveTo>
                  <a:pt x="506" y="922"/>
                </a:moveTo>
                <a:cubicBezTo>
                  <a:pt x="280" y="922"/>
                  <a:pt x="96" y="738"/>
                  <a:pt x="96" y="512"/>
                </a:cubicBezTo>
                <a:cubicBezTo>
                  <a:pt x="96" y="286"/>
                  <a:pt x="280" y="102"/>
                  <a:pt x="506" y="102"/>
                </a:cubicBezTo>
                <a:cubicBezTo>
                  <a:pt x="732" y="102"/>
                  <a:pt x="916" y="286"/>
                  <a:pt x="916" y="512"/>
                </a:cubicBezTo>
                <a:cubicBezTo>
                  <a:pt x="916" y="738"/>
                  <a:pt x="732" y="922"/>
                  <a:pt x="506" y="922"/>
                </a:cubicBezTo>
                <a:close/>
                <a:moveTo>
                  <a:pt x="1524" y="778"/>
                </a:moveTo>
                <a:cubicBezTo>
                  <a:pt x="1378" y="778"/>
                  <a:pt x="1260" y="660"/>
                  <a:pt x="1260" y="514"/>
                </a:cubicBezTo>
                <a:cubicBezTo>
                  <a:pt x="1260" y="368"/>
                  <a:pt x="1378" y="250"/>
                  <a:pt x="1524" y="250"/>
                </a:cubicBezTo>
                <a:cubicBezTo>
                  <a:pt x="1670" y="250"/>
                  <a:pt x="1788" y="368"/>
                  <a:pt x="1788" y="514"/>
                </a:cubicBezTo>
                <a:cubicBezTo>
                  <a:pt x="1788" y="660"/>
                  <a:pt x="1670" y="778"/>
                  <a:pt x="1524" y="778"/>
                </a:cubicBezTo>
                <a:close/>
              </a:path>
            </a:pathLst>
          </a:custGeom>
          <a:solidFill>
            <a:schemeClr val="tx1">
              <a:lumMod val="65000"/>
              <a:lumOff val="35000"/>
            </a:schemeClr>
          </a:solidFill>
          <a:ln w="22225" cap="flat">
            <a:noFill/>
            <a:prstDash val="solid"/>
            <a:miter lim="800000"/>
            <a:headEnd/>
            <a:tailEnd/>
          </a:ln>
          <a:effectLst>
            <a:outerShdw blurRad="38100" dist="25400" dir="7740000" algn="tr" rotWithShape="0">
              <a:prstClr val="black">
                <a:alpha val="40000"/>
              </a:prstClr>
            </a:out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Geneva" panose="020B0503030404040204" pitchFamily="34" charset="0"/>
              <a:cs typeface="+mn-cs"/>
            </a:endParaRPr>
          </a:p>
        </p:txBody>
      </p:sp>
      <p:sp>
        <p:nvSpPr>
          <p:cNvPr id="8" name="Freeform 28">
            <a:extLst>
              <a:ext uri="{C183D7F6-B498-43B3-948B-1728B52AA6E4}">
                <adec:decorative xmlns:adec="http://schemas.microsoft.com/office/drawing/2017/decorative" val="1"/>
              </a:ext>
            </a:extLst>
          </p:cNvPr>
          <p:cNvSpPr>
            <a:spLocks noEditPoints="1"/>
          </p:cNvSpPr>
          <p:nvPr/>
        </p:nvSpPr>
        <p:spPr bwMode="auto">
          <a:xfrm rot="10800000" flipH="1">
            <a:off x="3197563" y="1251559"/>
            <a:ext cx="2550345" cy="1369124"/>
          </a:xfrm>
          <a:custGeom>
            <a:avLst/>
            <a:gdLst>
              <a:gd name="T0" fmla="*/ 1748 w 1871"/>
              <a:gd name="T1" fmla="*/ 287 h 1020"/>
              <a:gd name="T2" fmla="*/ 1302 w 1871"/>
              <a:gd name="T3" fmla="*/ 287 h 1020"/>
              <a:gd name="T4" fmla="*/ 1286 w 1871"/>
              <a:gd name="T5" fmla="*/ 304 h 1020"/>
              <a:gd name="T6" fmla="*/ 924 w 1871"/>
              <a:gd name="T7" fmla="*/ 299 h 1020"/>
              <a:gd name="T8" fmla="*/ 924 w 1871"/>
              <a:gd name="T9" fmla="*/ 299 h 1020"/>
              <a:gd name="T10" fmla="*/ 844 w 1871"/>
              <a:gd name="T11" fmla="*/ 187 h 1020"/>
              <a:gd name="T12" fmla="*/ 839 w 1871"/>
              <a:gd name="T13" fmla="*/ 182 h 1020"/>
              <a:gd name="T14" fmla="*/ 182 w 1871"/>
              <a:gd name="T15" fmla="*/ 182 h 1020"/>
              <a:gd name="T16" fmla="*/ 182 w 1871"/>
              <a:gd name="T17" fmla="*/ 839 h 1020"/>
              <a:gd name="T18" fmla="*/ 839 w 1871"/>
              <a:gd name="T19" fmla="*/ 839 h 1020"/>
              <a:gd name="T20" fmla="*/ 929 w 1871"/>
              <a:gd name="T21" fmla="*/ 711 h 1020"/>
              <a:gd name="T22" fmla="*/ 1286 w 1871"/>
              <a:gd name="T23" fmla="*/ 716 h 1020"/>
              <a:gd name="T24" fmla="*/ 1302 w 1871"/>
              <a:gd name="T25" fmla="*/ 733 h 1020"/>
              <a:gd name="T26" fmla="*/ 1748 w 1871"/>
              <a:gd name="T27" fmla="*/ 733 h 1020"/>
              <a:gd name="T28" fmla="*/ 1748 w 1871"/>
              <a:gd name="T29" fmla="*/ 287 h 1020"/>
              <a:gd name="T30" fmla="*/ 506 w 1871"/>
              <a:gd name="T31" fmla="*/ 922 h 1020"/>
              <a:gd name="T32" fmla="*/ 96 w 1871"/>
              <a:gd name="T33" fmla="*/ 512 h 1020"/>
              <a:gd name="T34" fmla="*/ 506 w 1871"/>
              <a:gd name="T35" fmla="*/ 102 h 1020"/>
              <a:gd name="T36" fmla="*/ 916 w 1871"/>
              <a:gd name="T37" fmla="*/ 512 h 1020"/>
              <a:gd name="T38" fmla="*/ 506 w 1871"/>
              <a:gd name="T39" fmla="*/ 922 h 1020"/>
              <a:gd name="T40" fmla="*/ 1524 w 1871"/>
              <a:gd name="T41" fmla="*/ 778 h 1020"/>
              <a:gd name="T42" fmla="*/ 1260 w 1871"/>
              <a:gd name="T43" fmla="*/ 514 h 1020"/>
              <a:gd name="T44" fmla="*/ 1524 w 1871"/>
              <a:gd name="T45" fmla="*/ 250 h 1020"/>
              <a:gd name="T46" fmla="*/ 1788 w 1871"/>
              <a:gd name="T47" fmla="*/ 514 h 1020"/>
              <a:gd name="T48" fmla="*/ 1524 w 1871"/>
              <a:gd name="T49" fmla="*/ 778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1" h="1020">
                <a:moveTo>
                  <a:pt x="1748" y="287"/>
                </a:moveTo>
                <a:cubicBezTo>
                  <a:pt x="1625" y="164"/>
                  <a:pt x="1425" y="164"/>
                  <a:pt x="1302" y="287"/>
                </a:cubicBezTo>
                <a:cubicBezTo>
                  <a:pt x="1296" y="293"/>
                  <a:pt x="1291" y="298"/>
                  <a:pt x="1286" y="304"/>
                </a:cubicBezTo>
                <a:cubicBezTo>
                  <a:pt x="1122" y="415"/>
                  <a:pt x="949" y="315"/>
                  <a:pt x="924" y="299"/>
                </a:cubicBezTo>
                <a:cubicBezTo>
                  <a:pt x="924" y="299"/>
                  <a:pt x="924" y="299"/>
                  <a:pt x="924" y="299"/>
                </a:cubicBezTo>
                <a:cubicBezTo>
                  <a:pt x="904" y="259"/>
                  <a:pt x="877" y="221"/>
                  <a:pt x="844" y="187"/>
                </a:cubicBezTo>
                <a:cubicBezTo>
                  <a:pt x="842" y="185"/>
                  <a:pt x="840" y="183"/>
                  <a:pt x="839" y="182"/>
                </a:cubicBezTo>
                <a:cubicBezTo>
                  <a:pt x="657" y="0"/>
                  <a:pt x="363" y="0"/>
                  <a:pt x="182" y="182"/>
                </a:cubicBezTo>
                <a:cubicBezTo>
                  <a:pt x="0" y="363"/>
                  <a:pt x="0" y="657"/>
                  <a:pt x="182" y="839"/>
                </a:cubicBezTo>
                <a:cubicBezTo>
                  <a:pt x="363" y="1020"/>
                  <a:pt x="657" y="1020"/>
                  <a:pt x="839" y="839"/>
                </a:cubicBezTo>
                <a:cubicBezTo>
                  <a:pt x="877" y="800"/>
                  <a:pt x="907" y="757"/>
                  <a:pt x="929" y="711"/>
                </a:cubicBezTo>
                <a:cubicBezTo>
                  <a:pt x="1087" y="607"/>
                  <a:pt x="1252" y="696"/>
                  <a:pt x="1286" y="716"/>
                </a:cubicBezTo>
                <a:cubicBezTo>
                  <a:pt x="1291" y="722"/>
                  <a:pt x="1296" y="727"/>
                  <a:pt x="1302" y="733"/>
                </a:cubicBezTo>
                <a:cubicBezTo>
                  <a:pt x="1425" y="856"/>
                  <a:pt x="1625" y="856"/>
                  <a:pt x="1748" y="733"/>
                </a:cubicBezTo>
                <a:cubicBezTo>
                  <a:pt x="1871" y="610"/>
                  <a:pt x="1871" y="410"/>
                  <a:pt x="1748" y="287"/>
                </a:cubicBezTo>
                <a:close/>
                <a:moveTo>
                  <a:pt x="506" y="922"/>
                </a:moveTo>
                <a:cubicBezTo>
                  <a:pt x="280" y="922"/>
                  <a:pt x="96" y="738"/>
                  <a:pt x="96" y="512"/>
                </a:cubicBezTo>
                <a:cubicBezTo>
                  <a:pt x="96" y="286"/>
                  <a:pt x="280" y="102"/>
                  <a:pt x="506" y="102"/>
                </a:cubicBezTo>
                <a:cubicBezTo>
                  <a:pt x="732" y="102"/>
                  <a:pt x="916" y="286"/>
                  <a:pt x="916" y="512"/>
                </a:cubicBezTo>
                <a:cubicBezTo>
                  <a:pt x="916" y="738"/>
                  <a:pt x="732" y="922"/>
                  <a:pt x="506" y="922"/>
                </a:cubicBezTo>
                <a:close/>
                <a:moveTo>
                  <a:pt x="1524" y="778"/>
                </a:moveTo>
                <a:cubicBezTo>
                  <a:pt x="1378" y="778"/>
                  <a:pt x="1260" y="660"/>
                  <a:pt x="1260" y="514"/>
                </a:cubicBezTo>
                <a:cubicBezTo>
                  <a:pt x="1260" y="368"/>
                  <a:pt x="1378" y="250"/>
                  <a:pt x="1524" y="250"/>
                </a:cubicBezTo>
                <a:cubicBezTo>
                  <a:pt x="1670" y="250"/>
                  <a:pt x="1788" y="368"/>
                  <a:pt x="1788" y="514"/>
                </a:cubicBezTo>
                <a:cubicBezTo>
                  <a:pt x="1788" y="660"/>
                  <a:pt x="1670" y="778"/>
                  <a:pt x="1524" y="778"/>
                </a:cubicBezTo>
                <a:close/>
              </a:path>
            </a:pathLst>
          </a:custGeom>
          <a:solidFill>
            <a:schemeClr val="tx1">
              <a:lumMod val="65000"/>
              <a:lumOff val="35000"/>
            </a:schemeClr>
          </a:solidFill>
          <a:ln w="22225" cap="flat">
            <a:noFill/>
            <a:prstDash val="solid"/>
            <a:miter lim="800000"/>
            <a:headEnd/>
            <a:tailEnd/>
          </a:ln>
          <a:effectLst>
            <a:outerShdw blurRad="38100" dist="25400" dir="7740000" algn="tr" rotWithShape="0">
              <a:prstClr val="black">
                <a:alpha val="40000"/>
              </a:prstClr>
            </a:out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Geneva" panose="020B0503030404040204" pitchFamily="34" charset="0"/>
              <a:cs typeface="+mn-cs"/>
            </a:endParaRPr>
          </a:p>
        </p:txBody>
      </p:sp>
      <p:sp>
        <p:nvSpPr>
          <p:cNvPr id="10" name="Freeform 28">
            <a:extLst>
              <a:ext uri="{C183D7F6-B498-43B3-948B-1728B52AA6E4}">
                <adec:decorative xmlns:adec="http://schemas.microsoft.com/office/drawing/2017/decorative" val="1"/>
              </a:ext>
            </a:extLst>
          </p:cNvPr>
          <p:cNvSpPr>
            <a:spLocks noEditPoints="1"/>
          </p:cNvSpPr>
          <p:nvPr/>
        </p:nvSpPr>
        <p:spPr bwMode="auto">
          <a:xfrm rot="16200000" flipH="1">
            <a:off x="4971990" y="2800412"/>
            <a:ext cx="2550345" cy="1369124"/>
          </a:xfrm>
          <a:custGeom>
            <a:avLst/>
            <a:gdLst>
              <a:gd name="T0" fmla="*/ 1748 w 1871"/>
              <a:gd name="T1" fmla="*/ 287 h 1020"/>
              <a:gd name="T2" fmla="*/ 1302 w 1871"/>
              <a:gd name="T3" fmla="*/ 287 h 1020"/>
              <a:gd name="T4" fmla="*/ 1286 w 1871"/>
              <a:gd name="T5" fmla="*/ 304 h 1020"/>
              <a:gd name="T6" fmla="*/ 924 w 1871"/>
              <a:gd name="T7" fmla="*/ 299 h 1020"/>
              <a:gd name="T8" fmla="*/ 924 w 1871"/>
              <a:gd name="T9" fmla="*/ 299 h 1020"/>
              <a:gd name="T10" fmla="*/ 844 w 1871"/>
              <a:gd name="T11" fmla="*/ 187 h 1020"/>
              <a:gd name="T12" fmla="*/ 839 w 1871"/>
              <a:gd name="T13" fmla="*/ 182 h 1020"/>
              <a:gd name="T14" fmla="*/ 182 w 1871"/>
              <a:gd name="T15" fmla="*/ 182 h 1020"/>
              <a:gd name="T16" fmla="*/ 182 w 1871"/>
              <a:gd name="T17" fmla="*/ 839 h 1020"/>
              <a:gd name="T18" fmla="*/ 839 w 1871"/>
              <a:gd name="T19" fmla="*/ 839 h 1020"/>
              <a:gd name="T20" fmla="*/ 929 w 1871"/>
              <a:gd name="T21" fmla="*/ 711 h 1020"/>
              <a:gd name="T22" fmla="*/ 1286 w 1871"/>
              <a:gd name="T23" fmla="*/ 716 h 1020"/>
              <a:gd name="T24" fmla="*/ 1302 w 1871"/>
              <a:gd name="T25" fmla="*/ 733 h 1020"/>
              <a:gd name="T26" fmla="*/ 1748 w 1871"/>
              <a:gd name="T27" fmla="*/ 733 h 1020"/>
              <a:gd name="T28" fmla="*/ 1748 w 1871"/>
              <a:gd name="T29" fmla="*/ 287 h 1020"/>
              <a:gd name="T30" fmla="*/ 506 w 1871"/>
              <a:gd name="T31" fmla="*/ 922 h 1020"/>
              <a:gd name="T32" fmla="*/ 96 w 1871"/>
              <a:gd name="T33" fmla="*/ 512 h 1020"/>
              <a:gd name="T34" fmla="*/ 506 w 1871"/>
              <a:gd name="T35" fmla="*/ 102 h 1020"/>
              <a:gd name="T36" fmla="*/ 916 w 1871"/>
              <a:gd name="T37" fmla="*/ 512 h 1020"/>
              <a:gd name="T38" fmla="*/ 506 w 1871"/>
              <a:gd name="T39" fmla="*/ 922 h 1020"/>
              <a:gd name="T40" fmla="*/ 1524 w 1871"/>
              <a:gd name="T41" fmla="*/ 778 h 1020"/>
              <a:gd name="T42" fmla="*/ 1260 w 1871"/>
              <a:gd name="T43" fmla="*/ 514 h 1020"/>
              <a:gd name="T44" fmla="*/ 1524 w 1871"/>
              <a:gd name="T45" fmla="*/ 250 h 1020"/>
              <a:gd name="T46" fmla="*/ 1788 w 1871"/>
              <a:gd name="T47" fmla="*/ 514 h 1020"/>
              <a:gd name="T48" fmla="*/ 1524 w 1871"/>
              <a:gd name="T49" fmla="*/ 778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1" h="1020">
                <a:moveTo>
                  <a:pt x="1748" y="287"/>
                </a:moveTo>
                <a:cubicBezTo>
                  <a:pt x="1625" y="164"/>
                  <a:pt x="1425" y="164"/>
                  <a:pt x="1302" y="287"/>
                </a:cubicBezTo>
                <a:cubicBezTo>
                  <a:pt x="1296" y="293"/>
                  <a:pt x="1291" y="298"/>
                  <a:pt x="1286" y="304"/>
                </a:cubicBezTo>
                <a:cubicBezTo>
                  <a:pt x="1122" y="415"/>
                  <a:pt x="949" y="315"/>
                  <a:pt x="924" y="299"/>
                </a:cubicBezTo>
                <a:cubicBezTo>
                  <a:pt x="924" y="299"/>
                  <a:pt x="924" y="299"/>
                  <a:pt x="924" y="299"/>
                </a:cubicBezTo>
                <a:cubicBezTo>
                  <a:pt x="904" y="259"/>
                  <a:pt x="877" y="221"/>
                  <a:pt x="844" y="187"/>
                </a:cubicBezTo>
                <a:cubicBezTo>
                  <a:pt x="842" y="185"/>
                  <a:pt x="840" y="183"/>
                  <a:pt x="839" y="182"/>
                </a:cubicBezTo>
                <a:cubicBezTo>
                  <a:pt x="657" y="0"/>
                  <a:pt x="363" y="0"/>
                  <a:pt x="182" y="182"/>
                </a:cubicBezTo>
                <a:cubicBezTo>
                  <a:pt x="0" y="363"/>
                  <a:pt x="0" y="657"/>
                  <a:pt x="182" y="839"/>
                </a:cubicBezTo>
                <a:cubicBezTo>
                  <a:pt x="363" y="1020"/>
                  <a:pt x="657" y="1020"/>
                  <a:pt x="839" y="839"/>
                </a:cubicBezTo>
                <a:cubicBezTo>
                  <a:pt x="877" y="800"/>
                  <a:pt x="907" y="757"/>
                  <a:pt x="929" y="711"/>
                </a:cubicBezTo>
                <a:cubicBezTo>
                  <a:pt x="1087" y="607"/>
                  <a:pt x="1252" y="696"/>
                  <a:pt x="1286" y="716"/>
                </a:cubicBezTo>
                <a:cubicBezTo>
                  <a:pt x="1291" y="722"/>
                  <a:pt x="1296" y="727"/>
                  <a:pt x="1302" y="733"/>
                </a:cubicBezTo>
                <a:cubicBezTo>
                  <a:pt x="1425" y="856"/>
                  <a:pt x="1625" y="856"/>
                  <a:pt x="1748" y="733"/>
                </a:cubicBezTo>
                <a:cubicBezTo>
                  <a:pt x="1871" y="610"/>
                  <a:pt x="1871" y="410"/>
                  <a:pt x="1748" y="287"/>
                </a:cubicBezTo>
                <a:close/>
                <a:moveTo>
                  <a:pt x="506" y="922"/>
                </a:moveTo>
                <a:cubicBezTo>
                  <a:pt x="280" y="922"/>
                  <a:pt x="96" y="738"/>
                  <a:pt x="96" y="512"/>
                </a:cubicBezTo>
                <a:cubicBezTo>
                  <a:pt x="96" y="286"/>
                  <a:pt x="280" y="102"/>
                  <a:pt x="506" y="102"/>
                </a:cubicBezTo>
                <a:cubicBezTo>
                  <a:pt x="732" y="102"/>
                  <a:pt x="916" y="286"/>
                  <a:pt x="916" y="512"/>
                </a:cubicBezTo>
                <a:cubicBezTo>
                  <a:pt x="916" y="738"/>
                  <a:pt x="732" y="922"/>
                  <a:pt x="506" y="922"/>
                </a:cubicBezTo>
                <a:close/>
                <a:moveTo>
                  <a:pt x="1524" y="778"/>
                </a:moveTo>
                <a:cubicBezTo>
                  <a:pt x="1378" y="778"/>
                  <a:pt x="1260" y="660"/>
                  <a:pt x="1260" y="514"/>
                </a:cubicBezTo>
                <a:cubicBezTo>
                  <a:pt x="1260" y="368"/>
                  <a:pt x="1378" y="250"/>
                  <a:pt x="1524" y="250"/>
                </a:cubicBezTo>
                <a:cubicBezTo>
                  <a:pt x="1670" y="250"/>
                  <a:pt x="1788" y="368"/>
                  <a:pt x="1788" y="514"/>
                </a:cubicBezTo>
                <a:cubicBezTo>
                  <a:pt x="1788" y="660"/>
                  <a:pt x="1670" y="778"/>
                  <a:pt x="1524" y="778"/>
                </a:cubicBezTo>
                <a:close/>
              </a:path>
            </a:pathLst>
          </a:custGeom>
          <a:solidFill>
            <a:schemeClr val="tx1">
              <a:lumMod val="65000"/>
              <a:lumOff val="35000"/>
            </a:schemeClr>
          </a:solidFill>
          <a:ln w="22225" cap="flat">
            <a:noFill/>
            <a:prstDash val="solid"/>
            <a:miter lim="800000"/>
            <a:headEnd/>
            <a:tailEnd/>
          </a:ln>
          <a:effectLst>
            <a:outerShdw blurRad="38100" dist="25400" dir="7740000" algn="tr" rotWithShape="0">
              <a:prstClr val="black">
                <a:alpha val="40000"/>
              </a:prstClr>
            </a:out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Geneva" panose="020B0503030404040204" pitchFamily="34" charset="0"/>
              <a:cs typeface="+mn-cs"/>
            </a:endParaRPr>
          </a:p>
        </p:txBody>
      </p:sp>
      <p:sp>
        <p:nvSpPr>
          <p:cNvPr id="4" name="Freeform 28">
            <a:extLst>
              <a:ext uri="{C183D7F6-B498-43B3-948B-1728B52AA6E4}">
                <adec:decorative xmlns:adec="http://schemas.microsoft.com/office/drawing/2017/decorative" val="1"/>
              </a:ext>
            </a:extLst>
          </p:cNvPr>
          <p:cNvSpPr>
            <a:spLocks noEditPoints="1"/>
          </p:cNvSpPr>
          <p:nvPr/>
        </p:nvSpPr>
        <p:spPr bwMode="auto">
          <a:xfrm flipH="1">
            <a:off x="3420909" y="4606986"/>
            <a:ext cx="2550345" cy="1369124"/>
          </a:xfrm>
          <a:custGeom>
            <a:avLst/>
            <a:gdLst>
              <a:gd name="T0" fmla="*/ 1748 w 1871"/>
              <a:gd name="T1" fmla="*/ 287 h 1020"/>
              <a:gd name="T2" fmla="*/ 1302 w 1871"/>
              <a:gd name="T3" fmla="*/ 287 h 1020"/>
              <a:gd name="T4" fmla="*/ 1286 w 1871"/>
              <a:gd name="T5" fmla="*/ 304 h 1020"/>
              <a:gd name="T6" fmla="*/ 924 w 1871"/>
              <a:gd name="T7" fmla="*/ 299 h 1020"/>
              <a:gd name="T8" fmla="*/ 924 w 1871"/>
              <a:gd name="T9" fmla="*/ 299 h 1020"/>
              <a:gd name="T10" fmla="*/ 844 w 1871"/>
              <a:gd name="T11" fmla="*/ 187 h 1020"/>
              <a:gd name="T12" fmla="*/ 839 w 1871"/>
              <a:gd name="T13" fmla="*/ 182 h 1020"/>
              <a:gd name="T14" fmla="*/ 182 w 1871"/>
              <a:gd name="T15" fmla="*/ 182 h 1020"/>
              <a:gd name="T16" fmla="*/ 182 w 1871"/>
              <a:gd name="T17" fmla="*/ 839 h 1020"/>
              <a:gd name="T18" fmla="*/ 839 w 1871"/>
              <a:gd name="T19" fmla="*/ 839 h 1020"/>
              <a:gd name="T20" fmla="*/ 929 w 1871"/>
              <a:gd name="T21" fmla="*/ 711 h 1020"/>
              <a:gd name="T22" fmla="*/ 1286 w 1871"/>
              <a:gd name="T23" fmla="*/ 716 h 1020"/>
              <a:gd name="T24" fmla="*/ 1302 w 1871"/>
              <a:gd name="T25" fmla="*/ 733 h 1020"/>
              <a:gd name="T26" fmla="*/ 1748 w 1871"/>
              <a:gd name="T27" fmla="*/ 733 h 1020"/>
              <a:gd name="T28" fmla="*/ 1748 w 1871"/>
              <a:gd name="T29" fmla="*/ 287 h 1020"/>
              <a:gd name="T30" fmla="*/ 506 w 1871"/>
              <a:gd name="T31" fmla="*/ 922 h 1020"/>
              <a:gd name="T32" fmla="*/ 96 w 1871"/>
              <a:gd name="T33" fmla="*/ 512 h 1020"/>
              <a:gd name="T34" fmla="*/ 506 w 1871"/>
              <a:gd name="T35" fmla="*/ 102 h 1020"/>
              <a:gd name="T36" fmla="*/ 916 w 1871"/>
              <a:gd name="T37" fmla="*/ 512 h 1020"/>
              <a:gd name="T38" fmla="*/ 506 w 1871"/>
              <a:gd name="T39" fmla="*/ 922 h 1020"/>
              <a:gd name="T40" fmla="*/ 1524 w 1871"/>
              <a:gd name="T41" fmla="*/ 778 h 1020"/>
              <a:gd name="T42" fmla="*/ 1260 w 1871"/>
              <a:gd name="T43" fmla="*/ 514 h 1020"/>
              <a:gd name="T44" fmla="*/ 1524 w 1871"/>
              <a:gd name="T45" fmla="*/ 250 h 1020"/>
              <a:gd name="T46" fmla="*/ 1788 w 1871"/>
              <a:gd name="T47" fmla="*/ 514 h 1020"/>
              <a:gd name="T48" fmla="*/ 1524 w 1871"/>
              <a:gd name="T49" fmla="*/ 778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1" h="1020">
                <a:moveTo>
                  <a:pt x="1748" y="287"/>
                </a:moveTo>
                <a:cubicBezTo>
                  <a:pt x="1625" y="164"/>
                  <a:pt x="1425" y="164"/>
                  <a:pt x="1302" y="287"/>
                </a:cubicBezTo>
                <a:cubicBezTo>
                  <a:pt x="1296" y="293"/>
                  <a:pt x="1291" y="298"/>
                  <a:pt x="1286" y="304"/>
                </a:cubicBezTo>
                <a:cubicBezTo>
                  <a:pt x="1122" y="415"/>
                  <a:pt x="949" y="315"/>
                  <a:pt x="924" y="299"/>
                </a:cubicBezTo>
                <a:cubicBezTo>
                  <a:pt x="924" y="299"/>
                  <a:pt x="924" y="299"/>
                  <a:pt x="924" y="299"/>
                </a:cubicBezTo>
                <a:cubicBezTo>
                  <a:pt x="904" y="259"/>
                  <a:pt x="877" y="221"/>
                  <a:pt x="844" y="187"/>
                </a:cubicBezTo>
                <a:cubicBezTo>
                  <a:pt x="842" y="185"/>
                  <a:pt x="840" y="183"/>
                  <a:pt x="839" y="182"/>
                </a:cubicBezTo>
                <a:cubicBezTo>
                  <a:pt x="657" y="0"/>
                  <a:pt x="363" y="0"/>
                  <a:pt x="182" y="182"/>
                </a:cubicBezTo>
                <a:cubicBezTo>
                  <a:pt x="0" y="363"/>
                  <a:pt x="0" y="657"/>
                  <a:pt x="182" y="839"/>
                </a:cubicBezTo>
                <a:cubicBezTo>
                  <a:pt x="363" y="1020"/>
                  <a:pt x="657" y="1020"/>
                  <a:pt x="839" y="839"/>
                </a:cubicBezTo>
                <a:cubicBezTo>
                  <a:pt x="877" y="800"/>
                  <a:pt x="907" y="757"/>
                  <a:pt x="929" y="711"/>
                </a:cubicBezTo>
                <a:cubicBezTo>
                  <a:pt x="1087" y="607"/>
                  <a:pt x="1252" y="696"/>
                  <a:pt x="1286" y="716"/>
                </a:cubicBezTo>
                <a:cubicBezTo>
                  <a:pt x="1291" y="722"/>
                  <a:pt x="1296" y="727"/>
                  <a:pt x="1302" y="733"/>
                </a:cubicBezTo>
                <a:cubicBezTo>
                  <a:pt x="1425" y="856"/>
                  <a:pt x="1625" y="856"/>
                  <a:pt x="1748" y="733"/>
                </a:cubicBezTo>
                <a:cubicBezTo>
                  <a:pt x="1871" y="610"/>
                  <a:pt x="1871" y="410"/>
                  <a:pt x="1748" y="287"/>
                </a:cubicBezTo>
                <a:close/>
                <a:moveTo>
                  <a:pt x="506" y="922"/>
                </a:moveTo>
                <a:cubicBezTo>
                  <a:pt x="280" y="922"/>
                  <a:pt x="96" y="738"/>
                  <a:pt x="96" y="512"/>
                </a:cubicBezTo>
                <a:cubicBezTo>
                  <a:pt x="96" y="286"/>
                  <a:pt x="280" y="102"/>
                  <a:pt x="506" y="102"/>
                </a:cubicBezTo>
                <a:cubicBezTo>
                  <a:pt x="732" y="102"/>
                  <a:pt x="916" y="286"/>
                  <a:pt x="916" y="512"/>
                </a:cubicBezTo>
                <a:cubicBezTo>
                  <a:pt x="916" y="738"/>
                  <a:pt x="732" y="922"/>
                  <a:pt x="506" y="922"/>
                </a:cubicBezTo>
                <a:close/>
                <a:moveTo>
                  <a:pt x="1524" y="778"/>
                </a:moveTo>
                <a:cubicBezTo>
                  <a:pt x="1378" y="778"/>
                  <a:pt x="1260" y="660"/>
                  <a:pt x="1260" y="514"/>
                </a:cubicBezTo>
                <a:cubicBezTo>
                  <a:pt x="1260" y="368"/>
                  <a:pt x="1378" y="250"/>
                  <a:pt x="1524" y="250"/>
                </a:cubicBezTo>
                <a:cubicBezTo>
                  <a:pt x="1670" y="250"/>
                  <a:pt x="1788" y="368"/>
                  <a:pt x="1788" y="514"/>
                </a:cubicBezTo>
                <a:cubicBezTo>
                  <a:pt x="1788" y="660"/>
                  <a:pt x="1670" y="778"/>
                  <a:pt x="1524" y="778"/>
                </a:cubicBezTo>
                <a:close/>
              </a:path>
            </a:pathLst>
          </a:custGeom>
          <a:solidFill>
            <a:schemeClr val="tx1">
              <a:lumMod val="65000"/>
              <a:lumOff val="35000"/>
            </a:schemeClr>
          </a:solidFill>
          <a:ln w="22225" cap="flat">
            <a:noFill/>
            <a:prstDash val="solid"/>
            <a:miter lim="800000"/>
            <a:headEnd/>
            <a:tailEnd/>
          </a:ln>
          <a:effectLst>
            <a:outerShdw blurRad="38100" dist="25400" dir="7740000" algn="tr" rotWithShape="0">
              <a:prstClr val="black">
                <a:alpha val="40000"/>
              </a:prstClr>
            </a:out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Geneva" panose="020B0503030404040204" pitchFamily="34" charset="0"/>
              <a:cs typeface="+mn-cs"/>
            </a:endParaRPr>
          </a:p>
        </p:txBody>
      </p:sp>
      <p:sp>
        <p:nvSpPr>
          <p:cNvPr id="6" name="Freeform 28">
            <a:extLst>
              <a:ext uri="{C183D7F6-B498-43B3-948B-1728B52AA6E4}">
                <adec:decorative xmlns:adec="http://schemas.microsoft.com/office/drawing/2017/decorative" val="1"/>
              </a:ext>
            </a:extLst>
          </p:cNvPr>
          <p:cNvSpPr>
            <a:spLocks noEditPoints="1"/>
          </p:cNvSpPr>
          <p:nvPr/>
        </p:nvSpPr>
        <p:spPr bwMode="auto">
          <a:xfrm rot="2700000" flipH="1">
            <a:off x="2203310" y="4178096"/>
            <a:ext cx="2550345" cy="1369124"/>
          </a:xfrm>
          <a:custGeom>
            <a:avLst/>
            <a:gdLst>
              <a:gd name="T0" fmla="*/ 1748 w 1871"/>
              <a:gd name="T1" fmla="*/ 287 h 1020"/>
              <a:gd name="T2" fmla="*/ 1302 w 1871"/>
              <a:gd name="T3" fmla="*/ 287 h 1020"/>
              <a:gd name="T4" fmla="*/ 1286 w 1871"/>
              <a:gd name="T5" fmla="*/ 304 h 1020"/>
              <a:gd name="T6" fmla="*/ 924 w 1871"/>
              <a:gd name="T7" fmla="*/ 299 h 1020"/>
              <a:gd name="T8" fmla="*/ 924 w 1871"/>
              <a:gd name="T9" fmla="*/ 299 h 1020"/>
              <a:gd name="T10" fmla="*/ 844 w 1871"/>
              <a:gd name="T11" fmla="*/ 187 h 1020"/>
              <a:gd name="T12" fmla="*/ 839 w 1871"/>
              <a:gd name="T13" fmla="*/ 182 h 1020"/>
              <a:gd name="T14" fmla="*/ 182 w 1871"/>
              <a:gd name="T15" fmla="*/ 182 h 1020"/>
              <a:gd name="T16" fmla="*/ 182 w 1871"/>
              <a:gd name="T17" fmla="*/ 839 h 1020"/>
              <a:gd name="T18" fmla="*/ 839 w 1871"/>
              <a:gd name="T19" fmla="*/ 839 h 1020"/>
              <a:gd name="T20" fmla="*/ 929 w 1871"/>
              <a:gd name="T21" fmla="*/ 711 h 1020"/>
              <a:gd name="T22" fmla="*/ 1286 w 1871"/>
              <a:gd name="T23" fmla="*/ 716 h 1020"/>
              <a:gd name="T24" fmla="*/ 1302 w 1871"/>
              <a:gd name="T25" fmla="*/ 733 h 1020"/>
              <a:gd name="T26" fmla="*/ 1748 w 1871"/>
              <a:gd name="T27" fmla="*/ 733 h 1020"/>
              <a:gd name="T28" fmla="*/ 1748 w 1871"/>
              <a:gd name="T29" fmla="*/ 287 h 1020"/>
              <a:gd name="T30" fmla="*/ 506 w 1871"/>
              <a:gd name="T31" fmla="*/ 922 h 1020"/>
              <a:gd name="T32" fmla="*/ 96 w 1871"/>
              <a:gd name="T33" fmla="*/ 512 h 1020"/>
              <a:gd name="T34" fmla="*/ 506 w 1871"/>
              <a:gd name="T35" fmla="*/ 102 h 1020"/>
              <a:gd name="T36" fmla="*/ 916 w 1871"/>
              <a:gd name="T37" fmla="*/ 512 h 1020"/>
              <a:gd name="T38" fmla="*/ 506 w 1871"/>
              <a:gd name="T39" fmla="*/ 922 h 1020"/>
              <a:gd name="T40" fmla="*/ 1524 w 1871"/>
              <a:gd name="T41" fmla="*/ 778 h 1020"/>
              <a:gd name="T42" fmla="*/ 1260 w 1871"/>
              <a:gd name="T43" fmla="*/ 514 h 1020"/>
              <a:gd name="T44" fmla="*/ 1524 w 1871"/>
              <a:gd name="T45" fmla="*/ 250 h 1020"/>
              <a:gd name="T46" fmla="*/ 1788 w 1871"/>
              <a:gd name="T47" fmla="*/ 514 h 1020"/>
              <a:gd name="T48" fmla="*/ 1524 w 1871"/>
              <a:gd name="T49" fmla="*/ 778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1" h="1020">
                <a:moveTo>
                  <a:pt x="1748" y="287"/>
                </a:moveTo>
                <a:cubicBezTo>
                  <a:pt x="1625" y="164"/>
                  <a:pt x="1425" y="164"/>
                  <a:pt x="1302" y="287"/>
                </a:cubicBezTo>
                <a:cubicBezTo>
                  <a:pt x="1296" y="293"/>
                  <a:pt x="1291" y="298"/>
                  <a:pt x="1286" y="304"/>
                </a:cubicBezTo>
                <a:cubicBezTo>
                  <a:pt x="1122" y="415"/>
                  <a:pt x="949" y="315"/>
                  <a:pt x="924" y="299"/>
                </a:cubicBezTo>
                <a:cubicBezTo>
                  <a:pt x="924" y="299"/>
                  <a:pt x="924" y="299"/>
                  <a:pt x="924" y="299"/>
                </a:cubicBezTo>
                <a:cubicBezTo>
                  <a:pt x="904" y="259"/>
                  <a:pt x="877" y="221"/>
                  <a:pt x="844" y="187"/>
                </a:cubicBezTo>
                <a:cubicBezTo>
                  <a:pt x="842" y="185"/>
                  <a:pt x="840" y="183"/>
                  <a:pt x="839" y="182"/>
                </a:cubicBezTo>
                <a:cubicBezTo>
                  <a:pt x="657" y="0"/>
                  <a:pt x="363" y="0"/>
                  <a:pt x="182" y="182"/>
                </a:cubicBezTo>
                <a:cubicBezTo>
                  <a:pt x="0" y="363"/>
                  <a:pt x="0" y="657"/>
                  <a:pt x="182" y="839"/>
                </a:cubicBezTo>
                <a:cubicBezTo>
                  <a:pt x="363" y="1020"/>
                  <a:pt x="657" y="1020"/>
                  <a:pt x="839" y="839"/>
                </a:cubicBezTo>
                <a:cubicBezTo>
                  <a:pt x="877" y="800"/>
                  <a:pt x="907" y="757"/>
                  <a:pt x="929" y="711"/>
                </a:cubicBezTo>
                <a:cubicBezTo>
                  <a:pt x="1087" y="607"/>
                  <a:pt x="1252" y="696"/>
                  <a:pt x="1286" y="716"/>
                </a:cubicBezTo>
                <a:cubicBezTo>
                  <a:pt x="1291" y="722"/>
                  <a:pt x="1296" y="727"/>
                  <a:pt x="1302" y="733"/>
                </a:cubicBezTo>
                <a:cubicBezTo>
                  <a:pt x="1425" y="856"/>
                  <a:pt x="1625" y="856"/>
                  <a:pt x="1748" y="733"/>
                </a:cubicBezTo>
                <a:cubicBezTo>
                  <a:pt x="1871" y="610"/>
                  <a:pt x="1871" y="410"/>
                  <a:pt x="1748" y="287"/>
                </a:cubicBezTo>
                <a:close/>
                <a:moveTo>
                  <a:pt x="506" y="922"/>
                </a:moveTo>
                <a:cubicBezTo>
                  <a:pt x="280" y="922"/>
                  <a:pt x="96" y="738"/>
                  <a:pt x="96" y="512"/>
                </a:cubicBezTo>
                <a:cubicBezTo>
                  <a:pt x="96" y="286"/>
                  <a:pt x="280" y="102"/>
                  <a:pt x="506" y="102"/>
                </a:cubicBezTo>
                <a:cubicBezTo>
                  <a:pt x="732" y="102"/>
                  <a:pt x="916" y="286"/>
                  <a:pt x="916" y="512"/>
                </a:cubicBezTo>
                <a:cubicBezTo>
                  <a:pt x="916" y="738"/>
                  <a:pt x="732" y="922"/>
                  <a:pt x="506" y="922"/>
                </a:cubicBezTo>
                <a:close/>
                <a:moveTo>
                  <a:pt x="1524" y="778"/>
                </a:moveTo>
                <a:cubicBezTo>
                  <a:pt x="1378" y="778"/>
                  <a:pt x="1260" y="660"/>
                  <a:pt x="1260" y="514"/>
                </a:cubicBezTo>
                <a:cubicBezTo>
                  <a:pt x="1260" y="368"/>
                  <a:pt x="1378" y="250"/>
                  <a:pt x="1524" y="250"/>
                </a:cubicBezTo>
                <a:cubicBezTo>
                  <a:pt x="1670" y="250"/>
                  <a:pt x="1788" y="368"/>
                  <a:pt x="1788" y="514"/>
                </a:cubicBezTo>
                <a:cubicBezTo>
                  <a:pt x="1788" y="660"/>
                  <a:pt x="1670" y="778"/>
                  <a:pt x="1524" y="778"/>
                </a:cubicBezTo>
                <a:close/>
              </a:path>
            </a:pathLst>
          </a:custGeom>
          <a:solidFill>
            <a:schemeClr val="accent1">
              <a:lumMod val="75000"/>
            </a:schemeClr>
          </a:solidFill>
          <a:ln w="22225" cap="flat">
            <a:noFill/>
            <a:prstDash val="solid"/>
            <a:miter lim="800000"/>
            <a:headEnd/>
            <a:tailEnd/>
          </a:ln>
          <a:effectLst>
            <a:outerShdw blurRad="38100" dist="25400" dir="7740000" algn="tr" rotWithShape="0">
              <a:prstClr val="black">
                <a:alpha val="40000"/>
              </a:prstClr>
            </a:out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Geneva" panose="020B0503030404040204" pitchFamily="34" charset="0"/>
              <a:cs typeface="+mn-cs"/>
            </a:endParaRPr>
          </a:p>
        </p:txBody>
      </p:sp>
      <p:sp>
        <p:nvSpPr>
          <p:cNvPr id="9" name="Freeform 28">
            <a:extLst>
              <a:ext uri="{C183D7F6-B498-43B3-948B-1728B52AA6E4}">
                <adec:decorative xmlns:adec="http://schemas.microsoft.com/office/drawing/2017/decorative" val="1"/>
              </a:ext>
            </a:extLst>
          </p:cNvPr>
          <p:cNvSpPr>
            <a:spLocks noEditPoints="1"/>
          </p:cNvSpPr>
          <p:nvPr/>
        </p:nvSpPr>
        <p:spPr bwMode="auto">
          <a:xfrm rot="13500000" flipH="1">
            <a:off x="4414141" y="1815896"/>
            <a:ext cx="2550345" cy="1369124"/>
          </a:xfrm>
          <a:custGeom>
            <a:avLst/>
            <a:gdLst>
              <a:gd name="T0" fmla="*/ 1748 w 1871"/>
              <a:gd name="T1" fmla="*/ 287 h 1020"/>
              <a:gd name="T2" fmla="*/ 1302 w 1871"/>
              <a:gd name="T3" fmla="*/ 287 h 1020"/>
              <a:gd name="T4" fmla="*/ 1286 w 1871"/>
              <a:gd name="T5" fmla="*/ 304 h 1020"/>
              <a:gd name="T6" fmla="*/ 924 w 1871"/>
              <a:gd name="T7" fmla="*/ 299 h 1020"/>
              <a:gd name="T8" fmla="*/ 924 w 1871"/>
              <a:gd name="T9" fmla="*/ 299 h 1020"/>
              <a:gd name="T10" fmla="*/ 844 w 1871"/>
              <a:gd name="T11" fmla="*/ 187 h 1020"/>
              <a:gd name="T12" fmla="*/ 839 w 1871"/>
              <a:gd name="T13" fmla="*/ 182 h 1020"/>
              <a:gd name="T14" fmla="*/ 182 w 1871"/>
              <a:gd name="T15" fmla="*/ 182 h 1020"/>
              <a:gd name="T16" fmla="*/ 182 w 1871"/>
              <a:gd name="T17" fmla="*/ 839 h 1020"/>
              <a:gd name="T18" fmla="*/ 839 w 1871"/>
              <a:gd name="T19" fmla="*/ 839 h 1020"/>
              <a:gd name="T20" fmla="*/ 929 w 1871"/>
              <a:gd name="T21" fmla="*/ 711 h 1020"/>
              <a:gd name="T22" fmla="*/ 1286 w 1871"/>
              <a:gd name="T23" fmla="*/ 716 h 1020"/>
              <a:gd name="T24" fmla="*/ 1302 w 1871"/>
              <a:gd name="T25" fmla="*/ 733 h 1020"/>
              <a:gd name="T26" fmla="*/ 1748 w 1871"/>
              <a:gd name="T27" fmla="*/ 733 h 1020"/>
              <a:gd name="T28" fmla="*/ 1748 w 1871"/>
              <a:gd name="T29" fmla="*/ 287 h 1020"/>
              <a:gd name="T30" fmla="*/ 506 w 1871"/>
              <a:gd name="T31" fmla="*/ 922 h 1020"/>
              <a:gd name="T32" fmla="*/ 96 w 1871"/>
              <a:gd name="T33" fmla="*/ 512 h 1020"/>
              <a:gd name="T34" fmla="*/ 506 w 1871"/>
              <a:gd name="T35" fmla="*/ 102 h 1020"/>
              <a:gd name="T36" fmla="*/ 916 w 1871"/>
              <a:gd name="T37" fmla="*/ 512 h 1020"/>
              <a:gd name="T38" fmla="*/ 506 w 1871"/>
              <a:gd name="T39" fmla="*/ 922 h 1020"/>
              <a:gd name="T40" fmla="*/ 1524 w 1871"/>
              <a:gd name="T41" fmla="*/ 778 h 1020"/>
              <a:gd name="T42" fmla="*/ 1260 w 1871"/>
              <a:gd name="T43" fmla="*/ 514 h 1020"/>
              <a:gd name="T44" fmla="*/ 1524 w 1871"/>
              <a:gd name="T45" fmla="*/ 250 h 1020"/>
              <a:gd name="T46" fmla="*/ 1788 w 1871"/>
              <a:gd name="T47" fmla="*/ 514 h 1020"/>
              <a:gd name="T48" fmla="*/ 1524 w 1871"/>
              <a:gd name="T49" fmla="*/ 778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1" h="1020">
                <a:moveTo>
                  <a:pt x="1748" y="287"/>
                </a:moveTo>
                <a:cubicBezTo>
                  <a:pt x="1625" y="164"/>
                  <a:pt x="1425" y="164"/>
                  <a:pt x="1302" y="287"/>
                </a:cubicBezTo>
                <a:cubicBezTo>
                  <a:pt x="1296" y="293"/>
                  <a:pt x="1291" y="298"/>
                  <a:pt x="1286" y="304"/>
                </a:cubicBezTo>
                <a:cubicBezTo>
                  <a:pt x="1122" y="415"/>
                  <a:pt x="949" y="315"/>
                  <a:pt x="924" y="299"/>
                </a:cubicBezTo>
                <a:cubicBezTo>
                  <a:pt x="924" y="299"/>
                  <a:pt x="924" y="299"/>
                  <a:pt x="924" y="299"/>
                </a:cubicBezTo>
                <a:cubicBezTo>
                  <a:pt x="904" y="259"/>
                  <a:pt x="877" y="221"/>
                  <a:pt x="844" y="187"/>
                </a:cubicBezTo>
                <a:cubicBezTo>
                  <a:pt x="842" y="185"/>
                  <a:pt x="840" y="183"/>
                  <a:pt x="839" y="182"/>
                </a:cubicBezTo>
                <a:cubicBezTo>
                  <a:pt x="657" y="0"/>
                  <a:pt x="363" y="0"/>
                  <a:pt x="182" y="182"/>
                </a:cubicBezTo>
                <a:cubicBezTo>
                  <a:pt x="0" y="363"/>
                  <a:pt x="0" y="657"/>
                  <a:pt x="182" y="839"/>
                </a:cubicBezTo>
                <a:cubicBezTo>
                  <a:pt x="363" y="1020"/>
                  <a:pt x="657" y="1020"/>
                  <a:pt x="839" y="839"/>
                </a:cubicBezTo>
                <a:cubicBezTo>
                  <a:pt x="877" y="800"/>
                  <a:pt x="907" y="757"/>
                  <a:pt x="929" y="711"/>
                </a:cubicBezTo>
                <a:cubicBezTo>
                  <a:pt x="1087" y="607"/>
                  <a:pt x="1252" y="696"/>
                  <a:pt x="1286" y="716"/>
                </a:cubicBezTo>
                <a:cubicBezTo>
                  <a:pt x="1291" y="722"/>
                  <a:pt x="1296" y="727"/>
                  <a:pt x="1302" y="733"/>
                </a:cubicBezTo>
                <a:cubicBezTo>
                  <a:pt x="1425" y="856"/>
                  <a:pt x="1625" y="856"/>
                  <a:pt x="1748" y="733"/>
                </a:cubicBezTo>
                <a:cubicBezTo>
                  <a:pt x="1871" y="610"/>
                  <a:pt x="1871" y="410"/>
                  <a:pt x="1748" y="287"/>
                </a:cubicBezTo>
                <a:close/>
                <a:moveTo>
                  <a:pt x="506" y="922"/>
                </a:moveTo>
                <a:cubicBezTo>
                  <a:pt x="280" y="922"/>
                  <a:pt x="96" y="738"/>
                  <a:pt x="96" y="512"/>
                </a:cubicBezTo>
                <a:cubicBezTo>
                  <a:pt x="96" y="286"/>
                  <a:pt x="280" y="102"/>
                  <a:pt x="506" y="102"/>
                </a:cubicBezTo>
                <a:cubicBezTo>
                  <a:pt x="732" y="102"/>
                  <a:pt x="916" y="286"/>
                  <a:pt x="916" y="512"/>
                </a:cubicBezTo>
                <a:cubicBezTo>
                  <a:pt x="916" y="738"/>
                  <a:pt x="732" y="922"/>
                  <a:pt x="506" y="922"/>
                </a:cubicBezTo>
                <a:close/>
                <a:moveTo>
                  <a:pt x="1524" y="778"/>
                </a:moveTo>
                <a:cubicBezTo>
                  <a:pt x="1378" y="778"/>
                  <a:pt x="1260" y="660"/>
                  <a:pt x="1260" y="514"/>
                </a:cubicBezTo>
                <a:cubicBezTo>
                  <a:pt x="1260" y="368"/>
                  <a:pt x="1378" y="250"/>
                  <a:pt x="1524" y="250"/>
                </a:cubicBezTo>
                <a:cubicBezTo>
                  <a:pt x="1670" y="250"/>
                  <a:pt x="1788" y="368"/>
                  <a:pt x="1788" y="514"/>
                </a:cubicBezTo>
                <a:cubicBezTo>
                  <a:pt x="1788" y="660"/>
                  <a:pt x="1670" y="778"/>
                  <a:pt x="1524" y="778"/>
                </a:cubicBezTo>
                <a:close/>
              </a:path>
            </a:pathLst>
          </a:custGeom>
          <a:solidFill>
            <a:schemeClr val="accent2">
              <a:lumMod val="75000"/>
            </a:schemeClr>
          </a:solidFill>
          <a:ln w="22225" cap="flat">
            <a:noFill/>
            <a:prstDash val="solid"/>
            <a:miter lim="800000"/>
            <a:headEnd/>
            <a:tailEnd/>
          </a:ln>
          <a:effectLst>
            <a:outerShdw blurRad="38100" dist="25400" dir="7740000" algn="tr" rotWithShape="0">
              <a:prstClr val="black">
                <a:alpha val="40000"/>
              </a:prstClr>
            </a:out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Geneva" panose="020B0503030404040204" pitchFamily="34" charset="0"/>
              <a:cs typeface="+mn-cs"/>
            </a:endParaRPr>
          </a:p>
        </p:txBody>
      </p:sp>
      <p:sp>
        <p:nvSpPr>
          <p:cNvPr id="11" name="Freeform 28">
            <a:extLst>
              <a:ext uri="{C183D7F6-B498-43B3-948B-1728B52AA6E4}">
                <adec:decorative xmlns:adec="http://schemas.microsoft.com/office/drawing/2017/decorative" val="1"/>
              </a:ext>
            </a:extLst>
          </p:cNvPr>
          <p:cNvSpPr>
            <a:spLocks noEditPoints="1"/>
          </p:cNvSpPr>
          <p:nvPr/>
        </p:nvSpPr>
        <p:spPr bwMode="auto">
          <a:xfrm rot="18792584" flipH="1">
            <a:off x="4561883" y="4165725"/>
            <a:ext cx="2550345" cy="1369124"/>
          </a:xfrm>
          <a:custGeom>
            <a:avLst/>
            <a:gdLst>
              <a:gd name="T0" fmla="*/ 1748 w 1871"/>
              <a:gd name="T1" fmla="*/ 287 h 1020"/>
              <a:gd name="T2" fmla="*/ 1302 w 1871"/>
              <a:gd name="T3" fmla="*/ 287 h 1020"/>
              <a:gd name="T4" fmla="*/ 1286 w 1871"/>
              <a:gd name="T5" fmla="*/ 304 h 1020"/>
              <a:gd name="T6" fmla="*/ 924 w 1871"/>
              <a:gd name="T7" fmla="*/ 299 h 1020"/>
              <a:gd name="T8" fmla="*/ 924 w 1871"/>
              <a:gd name="T9" fmla="*/ 299 h 1020"/>
              <a:gd name="T10" fmla="*/ 844 w 1871"/>
              <a:gd name="T11" fmla="*/ 187 h 1020"/>
              <a:gd name="T12" fmla="*/ 839 w 1871"/>
              <a:gd name="T13" fmla="*/ 182 h 1020"/>
              <a:gd name="T14" fmla="*/ 182 w 1871"/>
              <a:gd name="T15" fmla="*/ 182 h 1020"/>
              <a:gd name="T16" fmla="*/ 182 w 1871"/>
              <a:gd name="T17" fmla="*/ 839 h 1020"/>
              <a:gd name="T18" fmla="*/ 839 w 1871"/>
              <a:gd name="T19" fmla="*/ 839 h 1020"/>
              <a:gd name="T20" fmla="*/ 929 w 1871"/>
              <a:gd name="T21" fmla="*/ 711 h 1020"/>
              <a:gd name="T22" fmla="*/ 1286 w 1871"/>
              <a:gd name="T23" fmla="*/ 716 h 1020"/>
              <a:gd name="T24" fmla="*/ 1302 w 1871"/>
              <a:gd name="T25" fmla="*/ 733 h 1020"/>
              <a:gd name="T26" fmla="*/ 1748 w 1871"/>
              <a:gd name="T27" fmla="*/ 733 h 1020"/>
              <a:gd name="T28" fmla="*/ 1748 w 1871"/>
              <a:gd name="T29" fmla="*/ 287 h 1020"/>
              <a:gd name="T30" fmla="*/ 506 w 1871"/>
              <a:gd name="T31" fmla="*/ 922 h 1020"/>
              <a:gd name="T32" fmla="*/ 96 w 1871"/>
              <a:gd name="T33" fmla="*/ 512 h 1020"/>
              <a:gd name="T34" fmla="*/ 506 w 1871"/>
              <a:gd name="T35" fmla="*/ 102 h 1020"/>
              <a:gd name="T36" fmla="*/ 916 w 1871"/>
              <a:gd name="T37" fmla="*/ 512 h 1020"/>
              <a:gd name="T38" fmla="*/ 506 w 1871"/>
              <a:gd name="T39" fmla="*/ 922 h 1020"/>
              <a:gd name="T40" fmla="*/ 1524 w 1871"/>
              <a:gd name="T41" fmla="*/ 778 h 1020"/>
              <a:gd name="T42" fmla="*/ 1260 w 1871"/>
              <a:gd name="T43" fmla="*/ 514 h 1020"/>
              <a:gd name="T44" fmla="*/ 1524 w 1871"/>
              <a:gd name="T45" fmla="*/ 250 h 1020"/>
              <a:gd name="T46" fmla="*/ 1788 w 1871"/>
              <a:gd name="T47" fmla="*/ 514 h 1020"/>
              <a:gd name="T48" fmla="*/ 1524 w 1871"/>
              <a:gd name="T49" fmla="*/ 778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1" h="1020">
                <a:moveTo>
                  <a:pt x="1748" y="287"/>
                </a:moveTo>
                <a:cubicBezTo>
                  <a:pt x="1625" y="164"/>
                  <a:pt x="1425" y="164"/>
                  <a:pt x="1302" y="287"/>
                </a:cubicBezTo>
                <a:cubicBezTo>
                  <a:pt x="1296" y="293"/>
                  <a:pt x="1291" y="298"/>
                  <a:pt x="1286" y="304"/>
                </a:cubicBezTo>
                <a:cubicBezTo>
                  <a:pt x="1122" y="415"/>
                  <a:pt x="949" y="315"/>
                  <a:pt x="924" y="299"/>
                </a:cubicBezTo>
                <a:cubicBezTo>
                  <a:pt x="924" y="299"/>
                  <a:pt x="924" y="299"/>
                  <a:pt x="924" y="299"/>
                </a:cubicBezTo>
                <a:cubicBezTo>
                  <a:pt x="904" y="259"/>
                  <a:pt x="877" y="221"/>
                  <a:pt x="844" y="187"/>
                </a:cubicBezTo>
                <a:cubicBezTo>
                  <a:pt x="842" y="185"/>
                  <a:pt x="840" y="183"/>
                  <a:pt x="839" y="182"/>
                </a:cubicBezTo>
                <a:cubicBezTo>
                  <a:pt x="657" y="0"/>
                  <a:pt x="363" y="0"/>
                  <a:pt x="182" y="182"/>
                </a:cubicBezTo>
                <a:cubicBezTo>
                  <a:pt x="0" y="363"/>
                  <a:pt x="0" y="657"/>
                  <a:pt x="182" y="839"/>
                </a:cubicBezTo>
                <a:cubicBezTo>
                  <a:pt x="363" y="1020"/>
                  <a:pt x="657" y="1020"/>
                  <a:pt x="839" y="839"/>
                </a:cubicBezTo>
                <a:cubicBezTo>
                  <a:pt x="877" y="800"/>
                  <a:pt x="907" y="757"/>
                  <a:pt x="929" y="711"/>
                </a:cubicBezTo>
                <a:cubicBezTo>
                  <a:pt x="1087" y="607"/>
                  <a:pt x="1252" y="696"/>
                  <a:pt x="1286" y="716"/>
                </a:cubicBezTo>
                <a:cubicBezTo>
                  <a:pt x="1291" y="722"/>
                  <a:pt x="1296" y="727"/>
                  <a:pt x="1302" y="733"/>
                </a:cubicBezTo>
                <a:cubicBezTo>
                  <a:pt x="1425" y="856"/>
                  <a:pt x="1625" y="856"/>
                  <a:pt x="1748" y="733"/>
                </a:cubicBezTo>
                <a:cubicBezTo>
                  <a:pt x="1871" y="610"/>
                  <a:pt x="1871" y="410"/>
                  <a:pt x="1748" y="287"/>
                </a:cubicBezTo>
                <a:close/>
                <a:moveTo>
                  <a:pt x="506" y="922"/>
                </a:moveTo>
                <a:cubicBezTo>
                  <a:pt x="280" y="922"/>
                  <a:pt x="96" y="738"/>
                  <a:pt x="96" y="512"/>
                </a:cubicBezTo>
                <a:cubicBezTo>
                  <a:pt x="96" y="286"/>
                  <a:pt x="280" y="102"/>
                  <a:pt x="506" y="102"/>
                </a:cubicBezTo>
                <a:cubicBezTo>
                  <a:pt x="732" y="102"/>
                  <a:pt x="916" y="286"/>
                  <a:pt x="916" y="512"/>
                </a:cubicBezTo>
                <a:cubicBezTo>
                  <a:pt x="916" y="738"/>
                  <a:pt x="732" y="922"/>
                  <a:pt x="506" y="922"/>
                </a:cubicBezTo>
                <a:close/>
                <a:moveTo>
                  <a:pt x="1524" y="778"/>
                </a:moveTo>
                <a:cubicBezTo>
                  <a:pt x="1378" y="778"/>
                  <a:pt x="1260" y="660"/>
                  <a:pt x="1260" y="514"/>
                </a:cubicBezTo>
                <a:cubicBezTo>
                  <a:pt x="1260" y="368"/>
                  <a:pt x="1378" y="250"/>
                  <a:pt x="1524" y="250"/>
                </a:cubicBezTo>
                <a:cubicBezTo>
                  <a:pt x="1670" y="250"/>
                  <a:pt x="1788" y="368"/>
                  <a:pt x="1788" y="514"/>
                </a:cubicBezTo>
                <a:cubicBezTo>
                  <a:pt x="1788" y="660"/>
                  <a:pt x="1670" y="778"/>
                  <a:pt x="1524" y="778"/>
                </a:cubicBezTo>
                <a:close/>
              </a:path>
            </a:pathLst>
          </a:custGeom>
          <a:solidFill>
            <a:schemeClr val="accent6">
              <a:lumMod val="75000"/>
            </a:schemeClr>
          </a:solidFill>
          <a:ln w="22225" cap="flat">
            <a:noFill/>
            <a:prstDash val="solid"/>
            <a:miter lim="800000"/>
            <a:headEnd/>
            <a:tailEnd/>
          </a:ln>
          <a:effectLst>
            <a:outerShdw blurRad="38100" dist="25400" dir="7740000" algn="tr" rotWithShape="0">
              <a:prstClr val="black">
                <a:alpha val="40000"/>
              </a:prstClr>
            </a:out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Geneva" panose="020B0503030404040204" pitchFamily="34" charset="0"/>
              <a:cs typeface="+mn-cs"/>
            </a:endParaRPr>
          </a:p>
        </p:txBody>
      </p:sp>
      <p:sp>
        <p:nvSpPr>
          <p:cNvPr id="7" name="Freeform 28">
            <a:extLst>
              <a:ext uri="{C183D7F6-B498-43B3-948B-1728B52AA6E4}">
                <adec:decorative xmlns:adec="http://schemas.microsoft.com/office/drawing/2017/decorative" val="1"/>
              </a:ext>
            </a:extLst>
          </p:cNvPr>
          <p:cNvSpPr>
            <a:spLocks noEditPoints="1"/>
          </p:cNvSpPr>
          <p:nvPr/>
        </p:nvSpPr>
        <p:spPr bwMode="auto">
          <a:xfrm rot="8100000" flipH="1">
            <a:off x="2057401" y="2044496"/>
            <a:ext cx="2550345" cy="1369124"/>
          </a:xfrm>
          <a:custGeom>
            <a:avLst/>
            <a:gdLst>
              <a:gd name="T0" fmla="*/ 1748 w 1871"/>
              <a:gd name="T1" fmla="*/ 287 h 1020"/>
              <a:gd name="T2" fmla="*/ 1302 w 1871"/>
              <a:gd name="T3" fmla="*/ 287 h 1020"/>
              <a:gd name="T4" fmla="*/ 1286 w 1871"/>
              <a:gd name="T5" fmla="*/ 304 h 1020"/>
              <a:gd name="T6" fmla="*/ 924 w 1871"/>
              <a:gd name="T7" fmla="*/ 299 h 1020"/>
              <a:gd name="T8" fmla="*/ 924 w 1871"/>
              <a:gd name="T9" fmla="*/ 299 h 1020"/>
              <a:gd name="T10" fmla="*/ 844 w 1871"/>
              <a:gd name="T11" fmla="*/ 187 h 1020"/>
              <a:gd name="T12" fmla="*/ 839 w 1871"/>
              <a:gd name="T13" fmla="*/ 182 h 1020"/>
              <a:gd name="T14" fmla="*/ 182 w 1871"/>
              <a:gd name="T15" fmla="*/ 182 h 1020"/>
              <a:gd name="T16" fmla="*/ 182 w 1871"/>
              <a:gd name="T17" fmla="*/ 839 h 1020"/>
              <a:gd name="T18" fmla="*/ 839 w 1871"/>
              <a:gd name="T19" fmla="*/ 839 h 1020"/>
              <a:gd name="T20" fmla="*/ 929 w 1871"/>
              <a:gd name="T21" fmla="*/ 711 h 1020"/>
              <a:gd name="T22" fmla="*/ 1286 w 1871"/>
              <a:gd name="T23" fmla="*/ 716 h 1020"/>
              <a:gd name="T24" fmla="*/ 1302 w 1871"/>
              <a:gd name="T25" fmla="*/ 733 h 1020"/>
              <a:gd name="T26" fmla="*/ 1748 w 1871"/>
              <a:gd name="T27" fmla="*/ 733 h 1020"/>
              <a:gd name="T28" fmla="*/ 1748 w 1871"/>
              <a:gd name="T29" fmla="*/ 287 h 1020"/>
              <a:gd name="T30" fmla="*/ 506 w 1871"/>
              <a:gd name="T31" fmla="*/ 922 h 1020"/>
              <a:gd name="T32" fmla="*/ 96 w 1871"/>
              <a:gd name="T33" fmla="*/ 512 h 1020"/>
              <a:gd name="T34" fmla="*/ 506 w 1871"/>
              <a:gd name="T35" fmla="*/ 102 h 1020"/>
              <a:gd name="T36" fmla="*/ 916 w 1871"/>
              <a:gd name="T37" fmla="*/ 512 h 1020"/>
              <a:gd name="T38" fmla="*/ 506 w 1871"/>
              <a:gd name="T39" fmla="*/ 922 h 1020"/>
              <a:gd name="T40" fmla="*/ 1524 w 1871"/>
              <a:gd name="T41" fmla="*/ 778 h 1020"/>
              <a:gd name="T42" fmla="*/ 1260 w 1871"/>
              <a:gd name="T43" fmla="*/ 514 h 1020"/>
              <a:gd name="T44" fmla="*/ 1524 w 1871"/>
              <a:gd name="T45" fmla="*/ 250 h 1020"/>
              <a:gd name="T46" fmla="*/ 1788 w 1871"/>
              <a:gd name="T47" fmla="*/ 514 h 1020"/>
              <a:gd name="T48" fmla="*/ 1524 w 1871"/>
              <a:gd name="T49" fmla="*/ 778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71" h="1020">
                <a:moveTo>
                  <a:pt x="1748" y="287"/>
                </a:moveTo>
                <a:cubicBezTo>
                  <a:pt x="1625" y="164"/>
                  <a:pt x="1425" y="164"/>
                  <a:pt x="1302" y="287"/>
                </a:cubicBezTo>
                <a:cubicBezTo>
                  <a:pt x="1296" y="293"/>
                  <a:pt x="1291" y="298"/>
                  <a:pt x="1286" y="304"/>
                </a:cubicBezTo>
                <a:cubicBezTo>
                  <a:pt x="1122" y="415"/>
                  <a:pt x="949" y="315"/>
                  <a:pt x="924" y="299"/>
                </a:cubicBezTo>
                <a:cubicBezTo>
                  <a:pt x="924" y="299"/>
                  <a:pt x="924" y="299"/>
                  <a:pt x="924" y="299"/>
                </a:cubicBezTo>
                <a:cubicBezTo>
                  <a:pt x="904" y="259"/>
                  <a:pt x="877" y="221"/>
                  <a:pt x="844" y="187"/>
                </a:cubicBezTo>
                <a:cubicBezTo>
                  <a:pt x="842" y="185"/>
                  <a:pt x="840" y="183"/>
                  <a:pt x="839" y="182"/>
                </a:cubicBezTo>
                <a:cubicBezTo>
                  <a:pt x="657" y="0"/>
                  <a:pt x="363" y="0"/>
                  <a:pt x="182" y="182"/>
                </a:cubicBezTo>
                <a:cubicBezTo>
                  <a:pt x="0" y="363"/>
                  <a:pt x="0" y="657"/>
                  <a:pt x="182" y="839"/>
                </a:cubicBezTo>
                <a:cubicBezTo>
                  <a:pt x="363" y="1020"/>
                  <a:pt x="657" y="1020"/>
                  <a:pt x="839" y="839"/>
                </a:cubicBezTo>
                <a:cubicBezTo>
                  <a:pt x="877" y="800"/>
                  <a:pt x="907" y="757"/>
                  <a:pt x="929" y="711"/>
                </a:cubicBezTo>
                <a:cubicBezTo>
                  <a:pt x="1087" y="607"/>
                  <a:pt x="1252" y="696"/>
                  <a:pt x="1286" y="716"/>
                </a:cubicBezTo>
                <a:cubicBezTo>
                  <a:pt x="1291" y="722"/>
                  <a:pt x="1296" y="727"/>
                  <a:pt x="1302" y="733"/>
                </a:cubicBezTo>
                <a:cubicBezTo>
                  <a:pt x="1425" y="856"/>
                  <a:pt x="1625" y="856"/>
                  <a:pt x="1748" y="733"/>
                </a:cubicBezTo>
                <a:cubicBezTo>
                  <a:pt x="1871" y="610"/>
                  <a:pt x="1871" y="410"/>
                  <a:pt x="1748" y="287"/>
                </a:cubicBezTo>
                <a:close/>
                <a:moveTo>
                  <a:pt x="506" y="922"/>
                </a:moveTo>
                <a:cubicBezTo>
                  <a:pt x="280" y="922"/>
                  <a:pt x="96" y="738"/>
                  <a:pt x="96" y="512"/>
                </a:cubicBezTo>
                <a:cubicBezTo>
                  <a:pt x="96" y="286"/>
                  <a:pt x="280" y="102"/>
                  <a:pt x="506" y="102"/>
                </a:cubicBezTo>
                <a:cubicBezTo>
                  <a:pt x="732" y="102"/>
                  <a:pt x="916" y="286"/>
                  <a:pt x="916" y="512"/>
                </a:cubicBezTo>
                <a:cubicBezTo>
                  <a:pt x="916" y="738"/>
                  <a:pt x="732" y="922"/>
                  <a:pt x="506" y="922"/>
                </a:cubicBezTo>
                <a:close/>
                <a:moveTo>
                  <a:pt x="1524" y="778"/>
                </a:moveTo>
                <a:cubicBezTo>
                  <a:pt x="1378" y="778"/>
                  <a:pt x="1260" y="660"/>
                  <a:pt x="1260" y="514"/>
                </a:cubicBezTo>
                <a:cubicBezTo>
                  <a:pt x="1260" y="368"/>
                  <a:pt x="1378" y="250"/>
                  <a:pt x="1524" y="250"/>
                </a:cubicBezTo>
                <a:cubicBezTo>
                  <a:pt x="1670" y="250"/>
                  <a:pt x="1788" y="368"/>
                  <a:pt x="1788" y="514"/>
                </a:cubicBezTo>
                <a:cubicBezTo>
                  <a:pt x="1788" y="660"/>
                  <a:pt x="1670" y="778"/>
                  <a:pt x="1524" y="778"/>
                </a:cubicBezTo>
                <a:close/>
              </a:path>
            </a:pathLst>
          </a:custGeom>
          <a:solidFill>
            <a:schemeClr val="accent3">
              <a:lumMod val="75000"/>
            </a:schemeClr>
          </a:solidFill>
          <a:ln w="22225" cap="flat">
            <a:noFill/>
            <a:prstDash val="solid"/>
            <a:miter lim="800000"/>
            <a:headEnd/>
            <a:tailEnd/>
          </a:ln>
          <a:effectLst>
            <a:outerShdw blurRad="38100" dist="25400" dir="7740000" algn="tr" rotWithShape="0">
              <a:prstClr val="black">
                <a:alpha val="40000"/>
              </a:prstClr>
            </a:out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25000" noProof="0" dirty="0">
              <a:ln>
                <a:noFill/>
              </a:ln>
              <a:solidFill>
                <a:prstClr val="black"/>
              </a:solidFill>
              <a:effectLst/>
              <a:uLnTx/>
              <a:uFillTx/>
              <a:latin typeface="Calibri"/>
              <a:ea typeface="Geneva" panose="020B0503030404040204" pitchFamily="34" charset="0"/>
              <a:cs typeface="+mn-cs"/>
            </a:endParaRPr>
          </a:p>
        </p:txBody>
      </p:sp>
      <p:sp>
        <p:nvSpPr>
          <p:cNvPr id="16" name="Oval 15">
            <a:extLst>
              <a:ext uri="{C183D7F6-B498-43B3-948B-1728B52AA6E4}">
                <adec:decorative xmlns:adec="http://schemas.microsoft.com/office/drawing/2017/decorative" val="1"/>
              </a:ext>
            </a:extLst>
          </p:cNvPr>
          <p:cNvSpPr/>
          <p:nvPr/>
        </p:nvSpPr>
        <p:spPr>
          <a:xfrm>
            <a:off x="5021317" y="5045793"/>
            <a:ext cx="533400" cy="533400"/>
          </a:xfrm>
          <a:prstGeom prst="ellipse">
            <a:avLst/>
          </a:prstGeom>
          <a:gradFill flip="none" rotWithShape="1">
            <a:gsLst>
              <a:gs pos="15000">
                <a:schemeClr val="accent6"/>
              </a:gs>
              <a:gs pos="84000">
                <a:schemeClr val="accent6">
                  <a:lumMod val="75000"/>
                </a:schemeClr>
              </a:gs>
            </a:gsLst>
            <a:lin ang="0" scaled="0"/>
            <a:tileRect/>
          </a:gradFill>
          <a:ln>
            <a:solidFill>
              <a:schemeClr val="tx1">
                <a:lumMod val="65000"/>
                <a:lumOff val="35000"/>
              </a:schemeClr>
            </a:solidFill>
          </a:ln>
          <a:effectLst>
            <a:outerShdw blurRad="101600" dist="50800" dir="7560000" rotWithShape="0">
              <a:prstClr val="black">
                <a:alpha val="65000"/>
              </a:prstClr>
            </a:outerShdw>
          </a:effectLst>
          <a:scene3d>
            <a:camera prst="orthographicFront"/>
            <a:lightRig rig="threePt" dir="t"/>
          </a:scene3d>
          <a:sp3d extrusionH="76200" contourW="19050" prstMaterial="matte">
            <a:bevelT w="0" h="0"/>
            <a:extrusionClr>
              <a:schemeClr val="bg1">
                <a:lumMod val="95000"/>
              </a:schemeClr>
            </a:extrusionClr>
            <a:contourClr>
              <a:schemeClr val="bg1">
                <a:lumMod val="9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a:extLst>
              <a:ext uri="{C183D7F6-B498-43B3-948B-1728B52AA6E4}">
                <adec:decorative xmlns:adec="http://schemas.microsoft.com/office/drawing/2017/decorative" val="1"/>
              </a:ext>
            </a:extLst>
          </p:cNvPr>
          <p:cNvSpPr/>
          <p:nvPr/>
        </p:nvSpPr>
        <p:spPr>
          <a:xfrm>
            <a:off x="2635469" y="4021035"/>
            <a:ext cx="533400" cy="533400"/>
          </a:xfrm>
          <a:prstGeom prst="ellipse">
            <a:avLst/>
          </a:prstGeom>
          <a:gradFill flip="none" rotWithShape="1">
            <a:gsLst>
              <a:gs pos="15000">
                <a:schemeClr val="accent1"/>
              </a:gs>
              <a:gs pos="84000">
                <a:schemeClr val="accent1">
                  <a:lumMod val="75000"/>
                </a:schemeClr>
              </a:gs>
            </a:gsLst>
            <a:lin ang="0" scaled="0"/>
            <a:tileRect/>
          </a:gradFill>
          <a:ln>
            <a:solidFill>
              <a:schemeClr val="tx1">
                <a:lumMod val="65000"/>
                <a:lumOff val="35000"/>
              </a:schemeClr>
            </a:solidFill>
          </a:ln>
          <a:effectLst>
            <a:outerShdw blurRad="101600" dist="50800" dir="7560000" rotWithShape="0">
              <a:prstClr val="black">
                <a:alpha val="65000"/>
              </a:prstClr>
            </a:outerShdw>
          </a:effectLst>
          <a:scene3d>
            <a:camera prst="orthographicFront"/>
            <a:lightRig rig="threePt" dir="t"/>
          </a:scene3d>
          <a:sp3d extrusionH="76200" contourW="19050" prstMaterial="matte">
            <a:bevelT w="0" h="0"/>
            <a:extrusionClr>
              <a:schemeClr val="bg1">
                <a:lumMod val="95000"/>
              </a:schemeClr>
            </a:extrusionClr>
            <a:contourClr>
              <a:schemeClr val="bg1">
                <a:lumMod val="9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Oval 17">
            <a:extLst>
              <a:ext uri="{C183D7F6-B498-43B3-948B-1728B52AA6E4}">
                <adec:decorative xmlns:adec="http://schemas.microsoft.com/office/drawing/2017/decorative" val="1"/>
              </a:ext>
            </a:extLst>
          </p:cNvPr>
          <p:cNvSpPr/>
          <p:nvPr/>
        </p:nvSpPr>
        <p:spPr>
          <a:xfrm>
            <a:off x="3626069" y="1656207"/>
            <a:ext cx="533400" cy="533400"/>
          </a:xfrm>
          <a:prstGeom prst="ellipse">
            <a:avLst/>
          </a:prstGeom>
          <a:gradFill flip="none" rotWithShape="1">
            <a:gsLst>
              <a:gs pos="15000">
                <a:schemeClr val="accent3"/>
              </a:gs>
              <a:gs pos="84000">
                <a:schemeClr val="accent3">
                  <a:lumMod val="75000"/>
                </a:schemeClr>
              </a:gs>
            </a:gsLst>
            <a:lin ang="0" scaled="0"/>
            <a:tileRect/>
          </a:gradFill>
          <a:ln>
            <a:solidFill>
              <a:schemeClr val="tx1">
                <a:lumMod val="65000"/>
                <a:lumOff val="35000"/>
              </a:schemeClr>
            </a:solidFill>
          </a:ln>
          <a:effectLst>
            <a:outerShdw blurRad="101600" dist="50800" dir="7560000" rotWithShape="0">
              <a:prstClr val="black">
                <a:alpha val="65000"/>
              </a:prstClr>
            </a:outerShdw>
          </a:effectLst>
          <a:scene3d>
            <a:camera prst="orthographicFront"/>
            <a:lightRig rig="threePt" dir="t"/>
          </a:scene3d>
          <a:sp3d extrusionH="76200" contourW="19050" prstMaterial="matte">
            <a:bevelT w="0" h="0"/>
            <a:extrusionClr>
              <a:schemeClr val="bg1">
                <a:lumMod val="95000"/>
              </a:schemeClr>
            </a:extrusionClr>
            <a:contourClr>
              <a:schemeClr val="bg1">
                <a:lumMod val="9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Oval 18">
            <a:extLst>
              <a:ext uri="{C183D7F6-B498-43B3-948B-1728B52AA6E4}">
                <adec:decorative xmlns:adec="http://schemas.microsoft.com/office/drawing/2017/decorative" val="1"/>
              </a:ext>
            </a:extLst>
          </p:cNvPr>
          <p:cNvSpPr/>
          <p:nvPr/>
        </p:nvSpPr>
        <p:spPr>
          <a:xfrm>
            <a:off x="5998779" y="2646808"/>
            <a:ext cx="533400" cy="533400"/>
          </a:xfrm>
          <a:prstGeom prst="ellipse">
            <a:avLst/>
          </a:prstGeom>
          <a:gradFill flip="none" rotWithShape="1">
            <a:gsLst>
              <a:gs pos="15000">
                <a:schemeClr val="accent2"/>
              </a:gs>
              <a:gs pos="84000">
                <a:schemeClr val="accent2">
                  <a:lumMod val="75000"/>
                </a:schemeClr>
              </a:gs>
            </a:gsLst>
            <a:lin ang="0" scaled="0"/>
            <a:tileRect/>
          </a:gradFill>
          <a:ln>
            <a:solidFill>
              <a:schemeClr val="tx1">
                <a:lumMod val="65000"/>
                <a:lumOff val="35000"/>
              </a:schemeClr>
            </a:solidFill>
          </a:ln>
          <a:effectLst>
            <a:outerShdw blurRad="101600" dist="50800" dir="7560000" rotWithShape="0">
              <a:prstClr val="black">
                <a:alpha val="65000"/>
              </a:prstClr>
            </a:outerShdw>
          </a:effectLst>
          <a:scene3d>
            <a:camera prst="orthographicFront"/>
            <a:lightRig rig="threePt" dir="t"/>
          </a:scene3d>
          <a:sp3d extrusionH="76200" contourW="19050" prstMaterial="matte">
            <a:bevelT w="0" h="0"/>
            <a:extrusionClr>
              <a:schemeClr val="bg1">
                <a:lumMod val="95000"/>
              </a:schemeClr>
            </a:extrusionClr>
            <a:contourClr>
              <a:schemeClr val="bg1">
                <a:lumMod val="9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0" name="Elbow Connector 19">
            <a:extLst>
              <a:ext uri="{C183D7F6-B498-43B3-948B-1728B52AA6E4}">
                <adec:decorative xmlns:adec="http://schemas.microsoft.com/office/drawing/2017/decorative" val="1"/>
              </a:ext>
            </a:extLst>
          </p:cNvPr>
          <p:cNvCxnSpPr>
            <a:stCxn id="23" idx="1"/>
          </p:cNvCxnSpPr>
          <p:nvPr/>
        </p:nvCxnSpPr>
        <p:spPr>
          <a:xfrm rot="10800000" flipV="1">
            <a:off x="5339257" y="5181988"/>
            <a:ext cx="1473064" cy="112330"/>
          </a:xfrm>
          <a:prstGeom prst="bentConnector3">
            <a:avLst>
              <a:gd name="adj1" fmla="val 50000"/>
            </a:avLst>
          </a:prstGeom>
          <a:ln w="25400">
            <a:solidFill>
              <a:schemeClr val="accent6">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C183D7F6-B498-43B3-948B-1728B52AA6E4}">
                <adec:decorative xmlns:adec="http://schemas.microsoft.com/office/drawing/2017/decorative" val="1"/>
              </a:ext>
            </a:extLst>
          </p:cNvPr>
          <p:cNvCxnSpPr>
            <a:stCxn id="27" idx="1"/>
          </p:cNvCxnSpPr>
          <p:nvPr/>
        </p:nvCxnSpPr>
        <p:spPr>
          <a:xfrm rot="10800000" flipV="1">
            <a:off x="6264174" y="2058092"/>
            <a:ext cx="440174" cy="857384"/>
          </a:xfrm>
          <a:prstGeom prst="bentConnector2">
            <a:avLst/>
          </a:prstGeom>
          <a:ln w="25400">
            <a:solidFill>
              <a:schemeClr val="accent2">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4" name="Elbow Connector 43">
            <a:extLst>
              <a:ext uri="{C183D7F6-B498-43B3-948B-1728B52AA6E4}">
                <adec:decorative xmlns:adec="http://schemas.microsoft.com/office/drawing/2017/decorative" val="1"/>
              </a:ext>
            </a:extLst>
          </p:cNvPr>
          <p:cNvCxnSpPr/>
          <p:nvPr/>
        </p:nvCxnSpPr>
        <p:spPr>
          <a:xfrm flipV="1">
            <a:off x="2324792" y="1792934"/>
            <a:ext cx="1474916" cy="366750"/>
          </a:xfrm>
          <a:prstGeom prst="bentConnector3">
            <a:avLst>
              <a:gd name="adj1" fmla="val 50000"/>
            </a:avLst>
          </a:prstGeom>
          <a:ln w="25400">
            <a:solidFill>
              <a:schemeClr val="accent3">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0" name="Elbow Connector 49">
            <a:extLst>
              <a:ext uri="{C183D7F6-B498-43B3-948B-1728B52AA6E4}">
                <adec:decorative xmlns:adec="http://schemas.microsoft.com/office/drawing/2017/decorative" val="1"/>
              </a:ext>
            </a:extLst>
          </p:cNvPr>
          <p:cNvCxnSpPr>
            <a:stCxn id="49" idx="3"/>
          </p:cNvCxnSpPr>
          <p:nvPr/>
        </p:nvCxnSpPr>
        <p:spPr>
          <a:xfrm flipV="1">
            <a:off x="2452644" y="4292336"/>
            <a:ext cx="469232" cy="942754"/>
          </a:xfrm>
          <a:prstGeom prst="bentConnector2">
            <a:avLst/>
          </a:prstGeom>
          <a:ln w="25400">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3" name="Group 12" descr="Implement and evaluate"/>
          <p:cNvGrpSpPr/>
          <p:nvPr/>
        </p:nvGrpSpPr>
        <p:grpSpPr>
          <a:xfrm>
            <a:off x="3687616" y="2767676"/>
            <a:ext cx="1722584" cy="1702858"/>
            <a:chOff x="3107679" y="1323928"/>
            <a:chExt cx="1696466" cy="1699229"/>
          </a:xfrm>
        </p:grpSpPr>
        <p:sp>
          <p:nvSpPr>
            <p:cNvPr id="14" name="Oval 13"/>
            <p:cNvSpPr/>
            <p:nvPr/>
          </p:nvSpPr>
          <p:spPr>
            <a:xfrm>
              <a:off x="3107679" y="1323928"/>
              <a:ext cx="1696466" cy="1699229"/>
            </a:xfrm>
            <a:prstGeom prst="ellipse">
              <a:avLst/>
            </a:prstGeom>
            <a:gradFill flip="none" rotWithShape="1">
              <a:gsLst>
                <a:gs pos="15000">
                  <a:schemeClr val="bg1"/>
                </a:gs>
                <a:gs pos="84000">
                  <a:schemeClr val="bg1">
                    <a:lumMod val="86000"/>
                  </a:schemeClr>
                </a:gs>
              </a:gsLst>
              <a:lin ang="0" scaled="0"/>
              <a:tileRect/>
            </a:gradFill>
            <a:ln w="34925">
              <a:gradFill>
                <a:gsLst>
                  <a:gs pos="63740">
                    <a:schemeClr val="accent2">
                      <a:lumMod val="75000"/>
                    </a:schemeClr>
                  </a:gs>
                  <a:gs pos="30000">
                    <a:schemeClr val="accent3">
                      <a:lumMod val="75000"/>
                    </a:schemeClr>
                  </a:gs>
                  <a:gs pos="0">
                    <a:schemeClr val="accent1">
                      <a:lumMod val="75000"/>
                    </a:schemeClr>
                  </a:gs>
                  <a:gs pos="100000">
                    <a:schemeClr val="accent6">
                      <a:lumMod val="75000"/>
                    </a:schemeClr>
                  </a:gs>
                </a:gsLst>
                <a:lin ang="0" scaled="0"/>
              </a:gradFill>
            </a:ln>
            <a:effectLst>
              <a:outerShdw blurRad="254000" dist="139700" dir="7560000" rotWithShape="0">
                <a:prstClr val="black">
                  <a:alpha val="65000"/>
                </a:prstClr>
              </a:outerShdw>
            </a:effectLst>
            <a:scene3d>
              <a:camera prst="orthographicFront"/>
              <a:lightRig rig="threePt" dir="t"/>
            </a:scene3d>
            <a:sp3d extrusionH="76200" contourW="19050" prstMaterial="matte">
              <a:bevelT w="0" h="0"/>
              <a:extrusionClr>
                <a:schemeClr val="bg1">
                  <a:lumMod val="95000"/>
                </a:schemeClr>
              </a:extrusionClr>
              <a:contourClr>
                <a:schemeClr val="bg1">
                  <a:lumMod val="9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a:spLocks/>
            </p:cNvSpPr>
            <p:nvPr/>
          </p:nvSpPr>
          <p:spPr>
            <a:xfrm>
              <a:off x="3279609" y="1471416"/>
              <a:ext cx="1395146" cy="1291498"/>
            </a:xfrm>
            <a:prstGeom prst="rect">
              <a:avLst/>
            </a:prstGeom>
            <a:noFill/>
            <a:effectLst/>
          </p:spPr>
          <p:txBody>
            <a:bodyPr wrap="square" rtlCol="0" anchor="ctr" anchorCtr="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Geneva" panose="020B0503030404040204" pitchFamily="34" charset="0"/>
                  <a:cs typeface="+mn-cs"/>
                </a:rPr>
                <a:t>Implement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Geneva" panose="020B0503030404040204" pitchFamily="34" charset="0"/>
                  <a:cs typeface="+mn-cs"/>
                </a:rPr>
                <a:t>&amp;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Geneva" panose="020B0503030404040204" pitchFamily="34" charset="0"/>
                  <a:cs typeface="+mn-cs"/>
                </a:rPr>
                <a:t>Evaluate </a:t>
              </a:r>
            </a:p>
          </p:txBody>
        </p:sp>
      </p:grpSp>
      <p:sp>
        <p:nvSpPr>
          <p:cNvPr id="49" name="Rounded Rectangle 48" descr="Narrow the gap"/>
          <p:cNvSpPr/>
          <p:nvPr/>
        </p:nvSpPr>
        <p:spPr>
          <a:xfrm>
            <a:off x="63062" y="4114800"/>
            <a:ext cx="2222938" cy="1371600"/>
          </a:xfrm>
          <a:prstGeom prst="roundRect">
            <a:avLst>
              <a:gd name="adj" fmla="val 20589"/>
            </a:avLst>
          </a:prstGeom>
          <a:solidFill>
            <a:schemeClr val="bg1">
              <a:lumMod val="9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mn-ea"/>
                <a:cs typeface="+mn-cs"/>
              </a:rPr>
              <a:t>Narrow the Gap</a:t>
            </a:r>
            <a:br>
              <a:rPr kumimoji="0" lang="en-US" sz="20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mn-ea"/>
                <a:cs typeface="+mn-cs"/>
              </a:rPr>
            </a:br>
            <a:r>
              <a:rPr kumimoji="0" lang="en-US" sz="20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mn-ea"/>
                <a:cs typeface="+mn-cs"/>
              </a:rPr>
              <a:t> </a:t>
            </a:r>
          </a:p>
        </p:txBody>
      </p:sp>
      <p:sp>
        <p:nvSpPr>
          <p:cNvPr id="23" name="Rounded Rectangle 22" descr="Gap and barrier analysis"/>
          <p:cNvSpPr/>
          <p:nvPr/>
        </p:nvSpPr>
        <p:spPr>
          <a:xfrm>
            <a:off x="6812321" y="3962401"/>
            <a:ext cx="2237086" cy="1371600"/>
          </a:xfrm>
          <a:prstGeom prst="roundRect">
            <a:avLst/>
          </a:prstGeom>
          <a:solidFill>
            <a:schemeClr val="bg1">
              <a:lumMod val="95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mn-ea"/>
                <a:cs typeface="+mn-cs"/>
              </a:rPr>
              <a:t>Gap &amp; Barrier Analysis </a:t>
            </a:r>
          </a:p>
        </p:txBody>
      </p:sp>
      <p:sp>
        <p:nvSpPr>
          <p:cNvPr id="27" name="Rounded Rectangle 26" descr="Environment"/>
          <p:cNvSpPr/>
          <p:nvPr/>
        </p:nvSpPr>
        <p:spPr>
          <a:xfrm>
            <a:off x="6704348" y="1371600"/>
            <a:ext cx="2240280" cy="1280852"/>
          </a:xfrm>
          <a:prstGeom prst="roundRect">
            <a:avLst/>
          </a:prstGeom>
          <a:solidFill>
            <a:schemeClr val="bg1">
              <a:lumMod val="9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mn-ea"/>
                <a:cs typeface="+mn-cs"/>
              </a:rPr>
              <a:t>Environment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mn-ea"/>
              <a:cs typeface="+mn-cs"/>
            </a:endParaRPr>
          </a:p>
        </p:txBody>
      </p:sp>
      <p:sp>
        <p:nvSpPr>
          <p:cNvPr id="43" name="Rounded Rectangle 42" descr="Individual"/>
          <p:cNvSpPr/>
          <p:nvPr/>
        </p:nvSpPr>
        <p:spPr>
          <a:xfrm>
            <a:off x="84512" y="1340502"/>
            <a:ext cx="2240280" cy="1371600"/>
          </a:xfrm>
          <a:prstGeom prst="roundRect">
            <a:avLst/>
          </a:prstGeom>
          <a:solidFill>
            <a:schemeClr val="bg1">
              <a:lumMod val="9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mn-ea"/>
                <a:cs typeface="+mn-cs"/>
              </a:rPr>
              <a:t>Individual</a:t>
            </a:r>
            <a:br>
              <a:rPr kumimoji="0" lang="en-US" sz="18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mn-ea"/>
                <a:cs typeface="+mn-cs"/>
              </a:rPr>
            </a:br>
            <a:endParaRPr kumimoji="0" lang="en-US" sz="1400" b="1" i="0" u="none" strike="noStrike" kern="1200" cap="none" spc="50" normalizeH="0" baseline="0" noProof="0" dirty="0">
              <a:ln w="13500">
                <a:solidFill>
                  <a:srgbClr val="0070C0">
                    <a:shade val="2500"/>
                    <a:alpha val="2000"/>
                  </a:srgbClr>
                </a:solidFill>
                <a:prstDash val="solid"/>
              </a:ln>
              <a:solidFill>
                <a:prstClr val="black">
                  <a:alpha val="95000"/>
                </a:prstClr>
              </a:solidFill>
              <a:effectLst>
                <a:innerShdw blurRad="50900" dist="38500" dir="13500000">
                  <a:srgbClr val="000000">
                    <a:alpha val="60000"/>
                  </a:srgbClr>
                </a:innerShdw>
              </a:effectLst>
              <a:uLnTx/>
              <a:uFillTx/>
              <a:latin typeface="Calibri"/>
              <a:ea typeface="+mn-ea"/>
              <a:cs typeface="+mn-cs"/>
            </a:endParaRPr>
          </a:p>
        </p:txBody>
      </p:sp>
      <p:sp>
        <p:nvSpPr>
          <p:cNvPr id="3" name="Slide Number Placeholder 2">
            <a:extLst>
              <a:ext uri="{FF2B5EF4-FFF2-40B4-BE49-F238E27FC236}">
                <a16:creationId xmlns:a16="http://schemas.microsoft.com/office/drawing/2014/main" id="{218565A2-4A15-0948-9E36-947B98DF9016}"/>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D7CCB52-5D48-470B-B8DA-D8134110C94D}"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32</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107457858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8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3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18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dissolve">
                                      <p:cBhvr>
                                        <p:cTn id="24" dur="500"/>
                                        <p:tgtEl>
                                          <p:spTgt spid="7"/>
                                        </p:tgtEl>
                                      </p:cBhvr>
                                    </p:animEffect>
                                  </p:childTnLst>
                                </p:cTn>
                              </p:par>
                            </p:childTnLst>
                          </p:cTn>
                        </p:par>
                        <p:par>
                          <p:cTn id="25" fill="hold">
                            <p:stCondLst>
                              <p:cond delay="500"/>
                            </p:stCondLst>
                            <p:childTnLst>
                              <p:par>
                                <p:cTn id="26" presetID="9" presetClass="entr" presetSubtype="0" fill="hold" grpId="0" nodeType="after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dissolve">
                                      <p:cBhvr>
                                        <p:cTn id="28" dur="500"/>
                                        <p:tgtEl>
                                          <p:spTgt spid="18"/>
                                        </p:tgtEl>
                                      </p:cBhvr>
                                    </p:animEffect>
                                  </p:childTnLst>
                                </p:cTn>
                              </p:par>
                            </p:childTnLst>
                          </p:cTn>
                        </p:par>
                        <p:par>
                          <p:cTn id="29" fill="hold">
                            <p:stCondLst>
                              <p:cond delay="1000"/>
                            </p:stCondLst>
                            <p:childTnLst>
                              <p:par>
                                <p:cTn id="30" presetID="9" presetClass="entr" presetSubtype="0" fill="hold" nodeType="after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dissolve">
                                      <p:cBhvr>
                                        <p:cTn id="32" dur="500"/>
                                        <p:tgtEl>
                                          <p:spTgt spid="44"/>
                                        </p:tgtEl>
                                      </p:cBhvr>
                                    </p:animEffect>
                                  </p:childTnLst>
                                </p:cTn>
                              </p:par>
                            </p:childTnLst>
                          </p:cTn>
                        </p:par>
                        <p:par>
                          <p:cTn id="33" fill="hold">
                            <p:stCondLst>
                              <p:cond delay="1500"/>
                            </p:stCondLst>
                            <p:childTnLst>
                              <p:par>
                                <p:cTn id="34" presetID="9" presetClass="entr" presetSubtype="0" fill="hold" grpId="0" nodeType="after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dissolve">
                                      <p:cBhvr>
                                        <p:cTn id="36" dur="500"/>
                                        <p:tgtEl>
                                          <p:spTgt spid="43"/>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dissolve">
                                      <p:cBhvr>
                                        <p:cTn id="41" dur="500"/>
                                        <p:tgtEl>
                                          <p:spTgt spid="9"/>
                                        </p:tgtEl>
                                      </p:cBhvr>
                                    </p:animEffect>
                                  </p:childTnLst>
                                </p:cTn>
                              </p:par>
                            </p:childTnLst>
                          </p:cTn>
                        </p:par>
                        <p:par>
                          <p:cTn id="42" fill="hold">
                            <p:stCondLst>
                              <p:cond delay="500"/>
                            </p:stCondLst>
                            <p:childTnLst>
                              <p:par>
                                <p:cTn id="43" presetID="9" presetClass="entr" presetSubtype="0" fill="hold" grpId="0" nodeType="after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dissolve">
                                      <p:cBhvr>
                                        <p:cTn id="45" dur="500"/>
                                        <p:tgtEl>
                                          <p:spTgt spid="19"/>
                                        </p:tgtEl>
                                      </p:cBhvr>
                                    </p:animEffect>
                                  </p:childTnLst>
                                </p:cTn>
                              </p:par>
                            </p:childTnLst>
                          </p:cTn>
                        </p:par>
                        <p:par>
                          <p:cTn id="46" fill="hold">
                            <p:stCondLst>
                              <p:cond delay="1000"/>
                            </p:stCondLst>
                            <p:childTnLst>
                              <p:par>
                                <p:cTn id="47" presetID="9" presetClass="entr" presetSubtype="0" fill="hold" nodeType="after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dissolve">
                                      <p:cBhvr>
                                        <p:cTn id="49" dur="500"/>
                                        <p:tgtEl>
                                          <p:spTgt spid="35"/>
                                        </p:tgtEl>
                                      </p:cBhvr>
                                    </p:animEffect>
                                  </p:childTnLst>
                                </p:cTn>
                              </p:par>
                            </p:childTnLst>
                          </p:cTn>
                        </p:par>
                        <p:par>
                          <p:cTn id="50" fill="hold">
                            <p:stCondLst>
                              <p:cond delay="1500"/>
                            </p:stCondLst>
                            <p:childTnLst>
                              <p:par>
                                <p:cTn id="51" presetID="9" presetClass="entr" presetSubtype="0" fill="hold" grpId="0" nodeType="after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dissolve">
                                      <p:cBhvr>
                                        <p:cTn id="53" dur="500"/>
                                        <p:tgtEl>
                                          <p:spTgt spid="27"/>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dissolve">
                                      <p:cBhvr>
                                        <p:cTn id="58" dur="500"/>
                                        <p:tgtEl>
                                          <p:spTgt spid="11"/>
                                        </p:tgtEl>
                                      </p:cBhvr>
                                    </p:animEffect>
                                  </p:childTnLst>
                                </p:cTn>
                              </p:par>
                            </p:childTnLst>
                          </p:cTn>
                        </p:par>
                        <p:par>
                          <p:cTn id="59" fill="hold">
                            <p:stCondLst>
                              <p:cond delay="500"/>
                            </p:stCondLst>
                            <p:childTnLst>
                              <p:par>
                                <p:cTn id="60" presetID="9" presetClass="entr" presetSubtype="0" fill="hold" grpId="0"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dissolve">
                                      <p:cBhvr>
                                        <p:cTn id="62" dur="500"/>
                                        <p:tgtEl>
                                          <p:spTgt spid="16"/>
                                        </p:tgtEl>
                                      </p:cBhvr>
                                    </p:animEffect>
                                  </p:childTnLst>
                                </p:cTn>
                              </p:par>
                            </p:childTnLst>
                          </p:cTn>
                        </p:par>
                        <p:par>
                          <p:cTn id="63" fill="hold">
                            <p:stCondLst>
                              <p:cond delay="1000"/>
                            </p:stCondLst>
                            <p:childTnLst>
                              <p:par>
                                <p:cTn id="64" presetID="9" presetClass="entr" presetSubtype="0" fill="hold" nodeType="after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dissolve">
                                      <p:cBhvr>
                                        <p:cTn id="66" dur="500"/>
                                        <p:tgtEl>
                                          <p:spTgt spid="20"/>
                                        </p:tgtEl>
                                      </p:cBhvr>
                                    </p:animEffect>
                                  </p:childTnLst>
                                </p:cTn>
                              </p:par>
                            </p:childTnLst>
                          </p:cTn>
                        </p:par>
                        <p:par>
                          <p:cTn id="67" fill="hold">
                            <p:stCondLst>
                              <p:cond delay="1500"/>
                            </p:stCondLst>
                            <p:childTnLst>
                              <p:par>
                                <p:cTn id="68" presetID="9" presetClass="entr" presetSubtype="0" fill="hold" grpId="0" nodeType="after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dissolve">
                                      <p:cBhvr>
                                        <p:cTn id="70" dur="500"/>
                                        <p:tgtEl>
                                          <p:spTgt spid="23"/>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6"/>
                                        </p:tgtEl>
                                        <p:attrNameLst>
                                          <p:attrName>style.visibility</p:attrName>
                                        </p:attrNameLst>
                                      </p:cBhvr>
                                      <p:to>
                                        <p:strVal val="visible"/>
                                      </p:to>
                                    </p:set>
                                    <p:animEffect transition="in" filter="dissolve">
                                      <p:cBhvr>
                                        <p:cTn id="75" dur="500"/>
                                        <p:tgtEl>
                                          <p:spTgt spid="6"/>
                                        </p:tgtEl>
                                      </p:cBhvr>
                                    </p:animEffect>
                                  </p:childTnLst>
                                </p:cTn>
                              </p:par>
                            </p:childTnLst>
                          </p:cTn>
                        </p:par>
                        <p:par>
                          <p:cTn id="76" fill="hold">
                            <p:stCondLst>
                              <p:cond delay="500"/>
                            </p:stCondLst>
                            <p:childTnLst>
                              <p:par>
                                <p:cTn id="77" presetID="9" presetClass="entr" presetSubtype="0" fill="hold" grpId="0" nodeType="after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dissolve">
                                      <p:cBhvr>
                                        <p:cTn id="79" dur="500"/>
                                        <p:tgtEl>
                                          <p:spTgt spid="17"/>
                                        </p:tgtEl>
                                      </p:cBhvr>
                                    </p:animEffect>
                                  </p:childTnLst>
                                </p:cTn>
                              </p:par>
                            </p:childTnLst>
                          </p:cTn>
                        </p:par>
                        <p:par>
                          <p:cTn id="80" fill="hold">
                            <p:stCondLst>
                              <p:cond delay="1000"/>
                            </p:stCondLst>
                            <p:childTnLst>
                              <p:par>
                                <p:cTn id="81" presetID="9" presetClass="entr" presetSubtype="0" fill="hold" nodeType="afterEffect">
                                  <p:stCondLst>
                                    <p:cond delay="0"/>
                                  </p:stCondLst>
                                  <p:childTnLst>
                                    <p:set>
                                      <p:cBhvr>
                                        <p:cTn id="82" dur="1" fill="hold">
                                          <p:stCondLst>
                                            <p:cond delay="0"/>
                                          </p:stCondLst>
                                        </p:cTn>
                                        <p:tgtEl>
                                          <p:spTgt spid="50"/>
                                        </p:tgtEl>
                                        <p:attrNameLst>
                                          <p:attrName>style.visibility</p:attrName>
                                        </p:attrNameLst>
                                      </p:cBhvr>
                                      <p:to>
                                        <p:strVal val="visible"/>
                                      </p:to>
                                    </p:set>
                                    <p:animEffect transition="in" filter="dissolve">
                                      <p:cBhvr>
                                        <p:cTn id="83" dur="500"/>
                                        <p:tgtEl>
                                          <p:spTgt spid="50"/>
                                        </p:tgtEl>
                                      </p:cBhvr>
                                    </p:animEffect>
                                  </p:childTnLst>
                                </p:cTn>
                              </p:par>
                            </p:childTnLst>
                          </p:cTn>
                        </p:par>
                        <p:par>
                          <p:cTn id="84" fill="hold">
                            <p:stCondLst>
                              <p:cond delay="1500"/>
                            </p:stCondLst>
                            <p:childTnLst>
                              <p:par>
                                <p:cTn id="85" presetID="9" presetClass="entr" presetSubtype="0" fill="hold" grpId="0" nodeType="afterEffect">
                                  <p:stCondLst>
                                    <p:cond delay="0"/>
                                  </p:stCondLst>
                                  <p:childTnLst>
                                    <p:set>
                                      <p:cBhvr>
                                        <p:cTn id="86" dur="1" fill="hold">
                                          <p:stCondLst>
                                            <p:cond delay="0"/>
                                          </p:stCondLst>
                                        </p:cTn>
                                        <p:tgtEl>
                                          <p:spTgt spid="49"/>
                                        </p:tgtEl>
                                        <p:attrNameLst>
                                          <p:attrName>style.visibility</p:attrName>
                                        </p:attrNameLst>
                                      </p:cBhvr>
                                      <p:to>
                                        <p:strVal val="visible"/>
                                      </p:to>
                                    </p:set>
                                    <p:animEffect transition="in" filter="dissolve">
                                      <p:cBhvr>
                                        <p:cTn id="87" dur="500"/>
                                        <p:tgtEl>
                                          <p:spTgt spid="49"/>
                                        </p:tgtEl>
                                      </p:cBhvr>
                                    </p:animEffect>
                                  </p:childTnLst>
                                </p:cTn>
                              </p:par>
                            </p:childTnLst>
                          </p:cTn>
                        </p:par>
                      </p:childTnLst>
                    </p:cTn>
                  </p:par>
                  <p:par>
                    <p:cTn id="88" fill="hold">
                      <p:stCondLst>
                        <p:cond delay="indefinite"/>
                      </p:stCondLst>
                      <p:childTnLst>
                        <p:par>
                          <p:cTn id="89" fill="hold">
                            <p:stCondLst>
                              <p:cond delay="0"/>
                            </p:stCondLst>
                            <p:childTnLst>
                              <p:par>
                                <p:cTn id="90" presetID="53" presetClass="entr" presetSubtype="16" fill="hold" nodeType="clickEffect">
                                  <p:stCondLst>
                                    <p:cond delay="0"/>
                                  </p:stCondLst>
                                  <p:childTnLst>
                                    <p:set>
                                      <p:cBhvr>
                                        <p:cTn id="91" dur="1" fill="hold">
                                          <p:stCondLst>
                                            <p:cond delay="0"/>
                                          </p:stCondLst>
                                        </p:cTn>
                                        <p:tgtEl>
                                          <p:spTgt spid="13"/>
                                        </p:tgtEl>
                                        <p:attrNameLst>
                                          <p:attrName>style.visibility</p:attrName>
                                        </p:attrNameLst>
                                      </p:cBhvr>
                                      <p:to>
                                        <p:strVal val="visible"/>
                                      </p:to>
                                    </p:set>
                                    <p:anim calcmode="lin" valueType="num">
                                      <p:cBhvr>
                                        <p:cTn id="92" dur="800" fill="hold"/>
                                        <p:tgtEl>
                                          <p:spTgt spid="13"/>
                                        </p:tgtEl>
                                        <p:attrNameLst>
                                          <p:attrName>ppt_w</p:attrName>
                                        </p:attrNameLst>
                                      </p:cBhvr>
                                      <p:tavLst>
                                        <p:tav tm="0">
                                          <p:val>
                                            <p:fltVal val="0"/>
                                          </p:val>
                                        </p:tav>
                                        <p:tav tm="100000">
                                          <p:val>
                                            <p:strVal val="#ppt_w"/>
                                          </p:val>
                                        </p:tav>
                                      </p:tavLst>
                                    </p:anim>
                                    <p:anim calcmode="lin" valueType="num">
                                      <p:cBhvr>
                                        <p:cTn id="93" dur="800" fill="hold"/>
                                        <p:tgtEl>
                                          <p:spTgt spid="13"/>
                                        </p:tgtEl>
                                        <p:attrNameLst>
                                          <p:attrName>ppt_h</p:attrName>
                                        </p:attrNameLst>
                                      </p:cBhvr>
                                      <p:tavLst>
                                        <p:tav tm="0">
                                          <p:val>
                                            <p:fltVal val="0"/>
                                          </p:val>
                                        </p:tav>
                                        <p:tav tm="100000">
                                          <p:val>
                                            <p:strVal val="#ppt_h"/>
                                          </p:val>
                                        </p:tav>
                                      </p:tavLst>
                                    </p:anim>
                                    <p:animEffect transition="in" filter="fade">
                                      <p:cBhvr>
                                        <p:cTn id="94" dur="8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0" grpId="0" animBg="1"/>
      <p:bldP spid="4" grpId="0" animBg="1"/>
      <p:bldP spid="6" grpId="0" animBg="1"/>
      <p:bldP spid="9" grpId="0" animBg="1"/>
      <p:bldP spid="11" grpId="0" animBg="1"/>
      <p:bldP spid="7" grpId="0" animBg="1"/>
      <p:bldP spid="16" grpId="0" animBg="1"/>
      <p:bldP spid="17" grpId="0" animBg="1"/>
      <p:bldP spid="18" grpId="0" animBg="1"/>
      <p:bldP spid="19" grpId="0" animBg="1"/>
      <p:bldP spid="49" grpId="0" animBg="1"/>
      <p:bldP spid="23" grpId="0" animBg="1"/>
      <p:bldP spid="27" grpId="0" animBg="1"/>
      <p:bldP spid="4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a:spLocks noChangeArrowheads="1"/>
          </p:cNvSpPr>
          <p:nvPr/>
        </p:nvSpPr>
        <p:spPr bwMode="auto">
          <a:xfrm>
            <a:off x="-6031" y="16164"/>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2" name="Title 1">
            <a:extLst>
              <a:ext uri="{FF2B5EF4-FFF2-40B4-BE49-F238E27FC236}">
                <a16:creationId xmlns:a16="http://schemas.microsoft.com/office/drawing/2014/main" id="{16CDE95B-85EA-E444-9A4A-741AEABB9DDF}"/>
              </a:ext>
            </a:extLst>
          </p:cNvPr>
          <p:cNvSpPr>
            <a:spLocks noGrp="1"/>
          </p:cNvSpPr>
          <p:nvPr>
            <p:ph type="title"/>
          </p:nvPr>
        </p:nvSpPr>
        <p:spPr>
          <a:xfrm>
            <a:off x="766970" y="-1940023"/>
            <a:ext cx="8229600" cy="1143000"/>
          </a:xfrm>
        </p:spPr>
        <p:txBody>
          <a:bodyPr/>
          <a:lstStyle/>
          <a:p>
            <a:r>
              <a:rPr lang="en-US" dirty="0"/>
              <a:t>Individual</a:t>
            </a:r>
          </a:p>
        </p:txBody>
      </p:sp>
      <p:sp>
        <p:nvSpPr>
          <p:cNvPr id="19" name="CasetăText 103">
            <a:extLst>
              <a:ext uri="{C183D7F6-B498-43B3-948B-1728B52AA6E4}">
                <adec:decorative xmlns:adec="http://schemas.microsoft.com/office/drawing/2017/decorative" val="1"/>
              </a:ext>
            </a:extLst>
          </p:cNvPr>
          <p:cNvSpPr txBox="1"/>
          <p:nvPr/>
        </p:nvSpPr>
        <p:spPr>
          <a:xfrm>
            <a:off x="0" y="838200"/>
            <a:ext cx="3276600" cy="1066800"/>
          </a:xfrm>
          <a:prstGeom prst="rect">
            <a:avLst/>
          </a:prstGeom>
          <a:noFill/>
        </p:spPr>
        <p:txBody>
          <a:bodyPr wrap="square"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solidFill>
                    <a:prstClr val="black">
                      <a:lumMod val="85000"/>
                      <a:lumOff val="15000"/>
                    </a:prstClr>
                  </a:solidFill>
                </a:ln>
                <a:solidFill>
                  <a:srgbClr val="8064A2">
                    <a:lumMod val="75000"/>
                  </a:srgbClr>
                </a:solidFill>
                <a:effectLst/>
                <a:uLnTx/>
                <a:uFillTx/>
                <a:latin typeface="Calibri"/>
                <a:ea typeface="Geneva" panose="020B0503030404040204" pitchFamily="34" charset="0"/>
                <a:cs typeface="+mn-cs"/>
              </a:rPr>
              <a:t> </a:t>
            </a:r>
            <a:r>
              <a:rPr kumimoji="0" lang="en-US" sz="5400" b="1" i="0" u="none" strike="noStrike" kern="1200" cap="none" spc="0" normalizeH="0" baseline="0" noProof="0" dirty="0">
                <a:ln>
                  <a:solidFill>
                    <a:prstClr val="black">
                      <a:lumMod val="85000"/>
                      <a:lumOff val="15000"/>
                    </a:prstClr>
                  </a:solidFill>
                </a:ln>
                <a:solidFill>
                  <a:srgbClr val="9BBB59">
                    <a:lumMod val="75000"/>
                  </a:srgbClr>
                </a:solidFill>
                <a:effectLst/>
                <a:uLnTx/>
                <a:uFillTx/>
                <a:latin typeface="Calibri"/>
                <a:ea typeface="Geneva" panose="020B0503030404040204" pitchFamily="34" charset="0"/>
                <a:cs typeface="+mn-cs"/>
              </a:rPr>
              <a:t>Individual </a:t>
            </a:r>
          </a:p>
        </p:txBody>
      </p:sp>
      <p:sp>
        <p:nvSpPr>
          <p:cNvPr id="20" name="Flowchart: Alternate Process 19" descr="Challenging tasks&#13;&#10;Strengths &#13;&#10;Compensatory strategies &#13;&#10;Self-maintenance strategies&#13;&#10;Learning preference or style&#13;&#10;Progressive or stable nature &#13;&#10;Natural motivators  &#13;&#10;Access &amp; experience with tech&#13;&#10;Technical skill level &#13;&#10;Technology preferences &#13;&#10;Current supports available  &#13;&#10;Accessibility needs &#13;&#10;"/>
          <p:cNvSpPr/>
          <p:nvPr/>
        </p:nvSpPr>
        <p:spPr>
          <a:xfrm>
            <a:off x="3892420" y="457200"/>
            <a:ext cx="4953001" cy="5943600"/>
          </a:xfrm>
          <a:prstGeom prst="flowChartAlternateProcess">
            <a:avLst/>
          </a:prstGeom>
          <a:solidFill>
            <a:schemeClr val="bg1">
              <a:lumMod val="95000"/>
            </a:schemeClr>
          </a:solidFill>
          <a:ln w="34925">
            <a:solidFill>
              <a:schemeClr val="tx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noAutofit/>
          </a:bodyPr>
          <a:lstStyle/>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Challenging tasks</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Strengths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Compensatory strategies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Self-maintenance strategies</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Learning preference or style</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Progressive or stable nature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Natural motivators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400" b="1" i="1" u="none" strike="noStrike" kern="1200" cap="none" spc="0" normalizeH="0" baseline="0" noProof="0" dirty="0">
                <a:ln>
                  <a:noFill/>
                </a:ln>
                <a:solidFill>
                  <a:prstClr val="black">
                    <a:lumMod val="95000"/>
                    <a:lumOff val="5000"/>
                  </a:prstClr>
                </a:solidFill>
                <a:effectLst/>
                <a:uLnTx/>
                <a:uFillTx/>
                <a:latin typeface="Calibri"/>
                <a:ea typeface="+mn-ea"/>
                <a:cs typeface="+mn-cs"/>
              </a:rPr>
              <a:t>Access &amp; experience with tech</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400" b="1" i="1" u="none" strike="noStrike" kern="1200" cap="none" spc="0" normalizeH="0" baseline="0" noProof="0" dirty="0">
                <a:ln>
                  <a:noFill/>
                </a:ln>
                <a:solidFill>
                  <a:prstClr val="black">
                    <a:lumMod val="95000"/>
                    <a:lumOff val="5000"/>
                  </a:prstClr>
                </a:solidFill>
                <a:effectLst/>
                <a:uLnTx/>
                <a:uFillTx/>
                <a:latin typeface="Calibri"/>
                <a:ea typeface="+mn-ea"/>
                <a:cs typeface="+mn-cs"/>
              </a:rPr>
              <a:t>Technical skill level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400" b="1" i="1" u="none" strike="noStrike" kern="1200" cap="none" spc="0" normalizeH="0" baseline="0" noProof="0" dirty="0">
                <a:ln>
                  <a:noFill/>
                </a:ln>
                <a:solidFill>
                  <a:prstClr val="black">
                    <a:lumMod val="95000"/>
                    <a:lumOff val="5000"/>
                  </a:prstClr>
                </a:solidFill>
                <a:effectLst/>
                <a:uLnTx/>
                <a:uFillTx/>
                <a:latin typeface="Calibri"/>
                <a:ea typeface="+mn-ea"/>
                <a:cs typeface="+mn-cs"/>
              </a:rPr>
              <a:t>Technology preferences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400" b="1" i="1" u="none" strike="noStrike" kern="1200" cap="none" spc="0" normalizeH="0" baseline="0" noProof="0" dirty="0">
                <a:ln>
                  <a:noFill/>
                </a:ln>
                <a:solidFill>
                  <a:prstClr val="black">
                    <a:lumMod val="95000"/>
                    <a:lumOff val="5000"/>
                  </a:prstClr>
                </a:solidFill>
                <a:effectLst/>
                <a:uLnTx/>
                <a:uFillTx/>
                <a:latin typeface="Calibri"/>
                <a:ea typeface="+mn-ea"/>
                <a:cs typeface="+mn-cs"/>
              </a:rPr>
              <a:t>Current supports available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400" b="1" i="1" u="none" strike="noStrike" kern="1200" cap="none" spc="0" normalizeH="0" baseline="0" noProof="0" dirty="0">
                <a:ln>
                  <a:noFill/>
                </a:ln>
                <a:solidFill>
                  <a:prstClr val="black">
                    <a:lumMod val="95000"/>
                    <a:lumOff val="5000"/>
                  </a:prstClr>
                </a:solidFill>
                <a:effectLst/>
                <a:uLnTx/>
                <a:uFillTx/>
                <a:latin typeface="Calibri"/>
                <a:ea typeface="+mn-ea"/>
                <a:cs typeface="+mn-cs"/>
              </a:rPr>
              <a:t>Accessibility needs </a:t>
            </a:r>
            <a:endPar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endParaRPr>
          </a:p>
        </p:txBody>
      </p:sp>
      <p:sp>
        <p:nvSpPr>
          <p:cNvPr id="24" name="Freeform 33">
            <a:hlinkClick r:id="rId3" action="ppaction://hlinksldjump"/>
            <a:extLst>
              <a:ext uri="{C183D7F6-B498-43B3-948B-1728B52AA6E4}">
                <adec:decorative xmlns:adec="http://schemas.microsoft.com/office/drawing/2017/decorative" val="1"/>
              </a:ext>
            </a:extLst>
          </p:cNvPr>
          <p:cNvSpPr>
            <a:spLocks noEditPoints="1"/>
          </p:cNvSpPr>
          <p:nvPr/>
        </p:nvSpPr>
        <p:spPr bwMode="auto">
          <a:xfrm>
            <a:off x="326288" y="1930400"/>
            <a:ext cx="2743200" cy="3291840"/>
          </a:xfrm>
          <a:custGeom>
            <a:avLst/>
            <a:gdLst>
              <a:gd name="T0" fmla="*/ 106 w 211"/>
              <a:gd name="T1" fmla="*/ 0 h 280"/>
              <a:gd name="T2" fmla="*/ 99 w 211"/>
              <a:gd name="T3" fmla="*/ 0 h 280"/>
              <a:gd name="T4" fmla="*/ 2 w 211"/>
              <a:gd name="T5" fmla="*/ 97 h 280"/>
              <a:gd name="T6" fmla="*/ 25 w 211"/>
              <a:gd name="T7" fmla="*/ 171 h 280"/>
              <a:gd name="T8" fmla="*/ 31 w 211"/>
              <a:gd name="T9" fmla="*/ 189 h 280"/>
              <a:gd name="T10" fmla="*/ 31 w 211"/>
              <a:gd name="T11" fmla="*/ 203 h 280"/>
              <a:gd name="T12" fmla="*/ 37 w 211"/>
              <a:gd name="T13" fmla="*/ 220 h 280"/>
              <a:gd name="T14" fmla="*/ 37 w 211"/>
              <a:gd name="T15" fmla="*/ 253 h 280"/>
              <a:gd name="T16" fmla="*/ 52 w 211"/>
              <a:gd name="T17" fmla="*/ 268 h 280"/>
              <a:gd name="T18" fmla="*/ 74 w 211"/>
              <a:gd name="T19" fmla="*/ 268 h 280"/>
              <a:gd name="T20" fmla="*/ 89 w 211"/>
              <a:gd name="T21" fmla="*/ 280 h 280"/>
              <a:gd name="T22" fmla="*/ 124 w 211"/>
              <a:gd name="T23" fmla="*/ 280 h 280"/>
              <a:gd name="T24" fmla="*/ 138 w 211"/>
              <a:gd name="T25" fmla="*/ 268 h 280"/>
              <a:gd name="T26" fmla="*/ 161 w 211"/>
              <a:gd name="T27" fmla="*/ 268 h 280"/>
              <a:gd name="T28" fmla="*/ 176 w 211"/>
              <a:gd name="T29" fmla="*/ 253 h 280"/>
              <a:gd name="T30" fmla="*/ 176 w 211"/>
              <a:gd name="T31" fmla="*/ 220 h 280"/>
              <a:gd name="T32" fmla="*/ 181 w 211"/>
              <a:gd name="T33" fmla="*/ 203 h 280"/>
              <a:gd name="T34" fmla="*/ 181 w 211"/>
              <a:gd name="T35" fmla="*/ 189 h 280"/>
              <a:gd name="T36" fmla="*/ 188 w 211"/>
              <a:gd name="T37" fmla="*/ 171 h 280"/>
              <a:gd name="T38" fmla="*/ 211 w 211"/>
              <a:gd name="T39" fmla="*/ 105 h 280"/>
              <a:gd name="T40" fmla="*/ 106 w 211"/>
              <a:gd name="T41" fmla="*/ 0 h 280"/>
              <a:gd name="T42" fmla="*/ 114 w 211"/>
              <a:gd name="T43" fmla="*/ 203 h 280"/>
              <a:gd name="T44" fmla="*/ 99 w 211"/>
              <a:gd name="T45" fmla="*/ 203 h 280"/>
              <a:gd name="T46" fmla="*/ 99 w 211"/>
              <a:gd name="T47" fmla="*/ 158 h 280"/>
              <a:gd name="T48" fmla="*/ 114 w 211"/>
              <a:gd name="T49" fmla="*/ 158 h 280"/>
              <a:gd name="T50" fmla="*/ 114 w 211"/>
              <a:gd name="T51" fmla="*/ 203 h 280"/>
              <a:gd name="T52" fmla="*/ 164 w 211"/>
              <a:gd name="T53" fmla="*/ 152 h 280"/>
              <a:gd name="T54" fmla="*/ 151 w 211"/>
              <a:gd name="T55" fmla="*/ 189 h 280"/>
              <a:gd name="T56" fmla="*/ 151 w 211"/>
              <a:gd name="T57" fmla="*/ 203 h 280"/>
              <a:gd name="T58" fmla="*/ 129 w 211"/>
              <a:gd name="T59" fmla="*/ 203 h 280"/>
              <a:gd name="T60" fmla="*/ 129 w 211"/>
              <a:gd name="T61" fmla="*/ 158 h 280"/>
              <a:gd name="T62" fmla="*/ 149 w 211"/>
              <a:gd name="T63" fmla="*/ 131 h 280"/>
              <a:gd name="T64" fmla="*/ 146 w 211"/>
              <a:gd name="T65" fmla="*/ 111 h 280"/>
              <a:gd name="T66" fmla="*/ 132 w 211"/>
              <a:gd name="T67" fmla="*/ 105 h 280"/>
              <a:gd name="T68" fmla="*/ 121 w 211"/>
              <a:gd name="T69" fmla="*/ 110 h 280"/>
              <a:gd name="T70" fmla="*/ 113 w 211"/>
              <a:gd name="T71" fmla="*/ 143 h 280"/>
              <a:gd name="T72" fmla="*/ 99 w 211"/>
              <a:gd name="T73" fmla="*/ 143 h 280"/>
              <a:gd name="T74" fmla="*/ 92 w 211"/>
              <a:gd name="T75" fmla="*/ 110 h 280"/>
              <a:gd name="T76" fmla="*/ 81 w 211"/>
              <a:gd name="T77" fmla="*/ 105 h 280"/>
              <a:gd name="T78" fmla="*/ 67 w 211"/>
              <a:gd name="T79" fmla="*/ 111 h 280"/>
              <a:gd name="T80" fmla="*/ 63 w 211"/>
              <a:gd name="T81" fmla="*/ 131 h 280"/>
              <a:gd name="T82" fmla="*/ 84 w 211"/>
              <a:gd name="T83" fmla="*/ 158 h 280"/>
              <a:gd name="T84" fmla="*/ 84 w 211"/>
              <a:gd name="T85" fmla="*/ 203 h 280"/>
              <a:gd name="T86" fmla="*/ 61 w 211"/>
              <a:gd name="T87" fmla="*/ 203 h 280"/>
              <a:gd name="T88" fmla="*/ 61 w 211"/>
              <a:gd name="T89" fmla="*/ 189 h 280"/>
              <a:gd name="T90" fmla="*/ 48 w 211"/>
              <a:gd name="T91" fmla="*/ 152 h 280"/>
              <a:gd name="T92" fmla="*/ 32 w 211"/>
              <a:gd name="T93" fmla="*/ 99 h 280"/>
              <a:gd name="T94" fmla="*/ 101 w 211"/>
              <a:gd name="T95" fmla="*/ 30 h 280"/>
              <a:gd name="T96" fmla="*/ 106 w 211"/>
              <a:gd name="T97" fmla="*/ 30 h 280"/>
              <a:gd name="T98" fmla="*/ 181 w 211"/>
              <a:gd name="T99" fmla="*/ 105 h 280"/>
              <a:gd name="T100" fmla="*/ 164 w 211"/>
              <a:gd name="T101" fmla="*/ 152 h 280"/>
              <a:gd name="T102" fmla="*/ 128 w 211"/>
              <a:gd name="T103" fmla="*/ 142 h 280"/>
              <a:gd name="T104" fmla="*/ 132 w 211"/>
              <a:gd name="T105" fmla="*/ 120 h 280"/>
              <a:gd name="T106" fmla="*/ 134 w 211"/>
              <a:gd name="T107" fmla="*/ 120 h 280"/>
              <a:gd name="T108" fmla="*/ 135 w 211"/>
              <a:gd name="T109" fmla="*/ 128 h 280"/>
              <a:gd name="T110" fmla="*/ 128 w 211"/>
              <a:gd name="T111" fmla="*/ 142 h 280"/>
              <a:gd name="T112" fmla="*/ 84 w 211"/>
              <a:gd name="T113" fmla="*/ 142 h 280"/>
              <a:gd name="T114" fmla="*/ 78 w 211"/>
              <a:gd name="T115" fmla="*/ 128 h 280"/>
              <a:gd name="T116" fmla="*/ 79 w 211"/>
              <a:gd name="T117" fmla="*/ 120 h 280"/>
              <a:gd name="T118" fmla="*/ 81 w 211"/>
              <a:gd name="T119" fmla="*/ 120 h 280"/>
              <a:gd name="T120" fmla="*/ 84 w 211"/>
              <a:gd name="T121" fmla="*/ 142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1" h="280">
                <a:moveTo>
                  <a:pt x="106" y="0"/>
                </a:moveTo>
                <a:cubicBezTo>
                  <a:pt x="104" y="0"/>
                  <a:pt x="101" y="0"/>
                  <a:pt x="99" y="0"/>
                </a:cubicBezTo>
                <a:cubicBezTo>
                  <a:pt x="47" y="4"/>
                  <a:pt x="5" y="46"/>
                  <a:pt x="2" y="97"/>
                </a:cubicBezTo>
                <a:cubicBezTo>
                  <a:pt x="0" y="125"/>
                  <a:pt x="9" y="151"/>
                  <a:pt x="25" y="171"/>
                </a:cubicBezTo>
                <a:cubicBezTo>
                  <a:pt x="29" y="176"/>
                  <a:pt x="31" y="183"/>
                  <a:pt x="31" y="189"/>
                </a:cubicBezTo>
                <a:cubicBezTo>
                  <a:pt x="31" y="203"/>
                  <a:pt x="31" y="203"/>
                  <a:pt x="31" y="203"/>
                </a:cubicBezTo>
                <a:cubicBezTo>
                  <a:pt x="31" y="210"/>
                  <a:pt x="33" y="216"/>
                  <a:pt x="37" y="220"/>
                </a:cubicBezTo>
                <a:cubicBezTo>
                  <a:pt x="37" y="253"/>
                  <a:pt x="37" y="253"/>
                  <a:pt x="37" y="253"/>
                </a:cubicBezTo>
                <a:cubicBezTo>
                  <a:pt x="37" y="261"/>
                  <a:pt x="43" y="268"/>
                  <a:pt x="52" y="268"/>
                </a:cubicBezTo>
                <a:cubicBezTo>
                  <a:pt x="74" y="268"/>
                  <a:pt x="74" y="268"/>
                  <a:pt x="74" y="268"/>
                </a:cubicBezTo>
                <a:cubicBezTo>
                  <a:pt x="76" y="275"/>
                  <a:pt x="82" y="280"/>
                  <a:pt x="89" y="280"/>
                </a:cubicBezTo>
                <a:cubicBezTo>
                  <a:pt x="124" y="280"/>
                  <a:pt x="124" y="280"/>
                  <a:pt x="124" y="280"/>
                </a:cubicBezTo>
                <a:cubicBezTo>
                  <a:pt x="131" y="280"/>
                  <a:pt x="137" y="275"/>
                  <a:pt x="138" y="268"/>
                </a:cubicBezTo>
                <a:cubicBezTo>
                  <a:pt x="161" y="268"/>
                  <a:pt x="161" y="268"/>
                  <a:pt x="161" y="268"/>
                </a:cubicBezTo>
                <a:cubicBezTo>
                  <a:pt x="169" y="268"/>
                  <a:pt x="176" y="261"/>
                  <a:pt x="176" y="253"/>
                </a:cubicBezTo>
                <a:cubicBezTo>
                  <a:pt x="176" y="220"/>
                  <a:pt x="176" y="220"/>
                  <a:pt x="176" y="220"/>
                </a:cubicBezTo>
                <a:cubicBezTo>
                  <a:pt x="179" y="216"/>
                  <a:pt x="181" y="210"/>
                  <a:pt x="181" y="203"/>
                </a:cubicBezTo>
                <a:cubicBezTo>
                  <a:pt x="181" y="189"/>
                  <a:pt x="181" y="189"/>
                  <a:pt x="181" y="189"/>
                </a:cubicBezTo>
                <a:cubicBezTo>
                  <a:pt x="181" y="183"/>
                  <a:pt x="183" y="176"/>
                  <a:pt x="188" y="171"/>
                </a:cubicBezTo>
                <a:cubicBezTo>
                  <a:pt x="202" y="153"/>
                  <a:pt x="211" y="130"/>
                  <a:pt x="211" y="105"/>
                </a:cubicBezTo>
                <a:cubicBezTo>
                  <a:pt x="211" y="47"/>
                  <a:pt x="164" y="0"/>
                  <a:pt x="106" y="0"/>
                </a:cubicBezTo>
                <a:close/>
                <a:moveTo>
                  <a:pt x="114" y="203"/>
                </a:moveTo>
                <a:cubicBezTo>
                  <a:pt x="99" y="203"/>
                  <a:pt x="99" y="203"/>
                  <a:pt x="99" y="203"/>
                </a:cubicBezTo>
                <a:cubicBezTo>
                  <a:pt x="99" y="158"/>
                  <a:pt x="99" y="158"/>
                  <a:pt x="99" y="158"/>
                </a:cubicBezTo>
                <a:cubicBezTo>
                  <a:pt x="114" y="158"/>
                  <a:pt x="114" y="158"/>
                  <a:pt x="114" y="158"/>
                </a:cubicBezTo>
                <a:lnTo>
                  <a:pt x="114" y="203"/>
                </a:lnTo>
                <a:close/>
                <a:moveTo>
                  <a:pt x="164" y="152"/>
                </a:moveTo>
                <a:cubicBezTo>
                  <a:pt x="156" y="162"/>
                  <a:pt x="151" y="176"/>
                  <a:pt x="151" y="189"/>
                </a:cubicBezTo>
                <a:cubicBezTo>
                  <a:pt x="151" y="203"/>
                  <a:pt x="151" y="203"/>
                  <a:pt x="151" y="203"/>
                </a:cubicBezTo>
                <a:cubicBezTo>
                  <a:pt x="129" y="203"/>
                  <a:pt x="129" y="203"/>
                  <a:pt x="129" y="203"/>
                </a:cubicBezTo>
                <a:cubicBezTo>
                  <a:pt x="129" y="158"/>
                  <a:pt x="129" y="158"/>
                  <a:pt x="129" y="158"/>
                </a:cubicBezTo>
                <a:cubicBezTo>
                  <a:pt x="143" y="155"/>
                  <a:pt x="148" y="136"/>
                  <a:pt x="149" y="131"/>
                </a:cubicBezTo>
                <a:cubicBezTo>
                  <a:pt x="149" y="130"/>
                  <a:pt x="152" y="119"/>
                  <a:pt x="146" y="111"/>
                </a:cubicBezTo>
                <a:cubicBezTo>
                  <a:pt x="144" y="108"/>
                  <a:pt x="139" y="105"/>
                  <a:pt x="132" y="105"/>
                </a:cubicBezTo>
                <a:cubicBezTo>
                  <a:pt x="127" y="105"/>
                  <a:pt x="124" y="106"/>
                  <a:pt x="121" y="110"/>
                </a:cubicBezTo>
                <a:cubicBezTo>
                  <a:pt x="114" y="117"/>
                  <a:pt x="113" y="131"/>
                  <a:pt x="113" y="143"/>
                </a:cubicBezTo>
                <a:cubicBezTo>
                  <a:pt x="99" y="143"/>
                  <a:pt x="99" y="143"/>
                  <a:pt x="99" y="143"/>
                </a:cubicBezTo>
                <a:cubicBezTo>
                  <a:pt x="100" y="131"/>
                  <a:pt x="98" y="117"/>
                  <a:pt x="92" y="110"/>
                </a:cubicBezTo>
                <a:cubicBezTo>
                  <a:pt x="89" y="106"/>
                  <a:pt x="85" y="105"/>
                  <a:pt x="81" y="105"/>
                </a:cubicBezTo>
                <a:cubicBezTo>
                  <a:pt x="73" y="105"/>
                  <a:pt x="69" y="108"/>
                  <a:pt x="67" y="111"/>
                </a:cubicBezTo>
                <a:cubicBezTo>
                  <a:pt x="61" y="119"/>
                  <a:pt x="63" y="130"/>
                  <a:pt x="63" y="131"/>
                </a:cubicBezTo>
                <a:cubicBezTo>
                  <a:pt x="64" y="135"/>
                  <a:pt x="70" y="155"/>
                  <a:pt x="84" y="158"/>
                </a:cubicBezTo>
                <a:cubicBezTo>
                  <a:pt x="84" y="203"/>
                  <a:pt x="84" y="203"/>
                  <a:pt x="84" y="203"/>
                </a:cubicBezTo>
                <a:cubicBezTo>
                  <a:pt x="61" y="203"/>
                  <a:pt x="61" y="203"/>
                  <a:pt x="61" y="203"/>
                </a:cubicBezTo>
                <a:cubicBezTo>
                  <a:pt x="61" y="189"/>
                  <a:pt x="61" y="189"/>
                  <a:pt x="61" y="189"/>
                </a:cubicBezTo>
                <a:cubicBezTo>
                  <a:pt x="61" y="176"/>
                  <a:pt x="57" y="162"/>
                  <a:pt x="48" y="152"/>
                </a:cubicBezTo>
                <a:cubicBezTo>
                  <a:pt x="36" y="137"/>
                  <a:pt x="30" y="118"/>
                  <a:pt x="32" y="99"/>
                </a:cubicBezTo>
                <a:cubicBezTo>
                  <a:pt x="34" y="62"/>
                  <a:pt x="64" y="32"/>
                  <a:pt x="101" y="30"/>
                </a:cubicBezTo>
                <a:cubicBezTo>
                  <a:pt x="103" y="30"/>
                  <a:pt x="105" y="30"/>
                  <a:pt x="106" y="30"/>
                </a:cubicBezTo>
                <a:cubicBezTo>
                  <a:pt x="148" y="30"/>
                  <a:pt x="181" y="63"/>
                  <a:pt x="181" y="105"/>
                </a:cubicBezTo>
                <a:cubicBezTo>
                  <a:pt x="181" y="122"/>
                  <a:pt x="175" y="138"/>
                  <a:pt x="164" y="152"/>
                </a:cubicBezTo>
                <a:close/>
                <a:moveTo>
                  <a:pt x="128" y="142"/>
                </a:moveTo>
                <a:cubicBezTo>
                  <a:pt x="128" y="131"/>
                  <a:pt x="130" y="122"/>
                  <a:pt x="132" y="120"/>
                </a:cubicBezTo>
                <a:cubicBezTo>
                  <a:pt x="133" y="120"/>
                  <a:pt x="134" y="120"/>
                  <a:pt x="134" y="120"/>
                </a:cubicBezTo>
                <a:cubicBezTo>
                  <a:pt x="135" y="122"/>
                  <a:pt x="135" y="126"/>
                  <a:pt x="135" y="128"/>
                </a:cubicBezTo>
                <a:cubicBezTo>
                  <a:pt x="133" y="134"/>
                  <a:pt x="130" y="139"/>
                  <a:pt x="128" y="142"/>
                </a:cubicBezTo>
                <a:close/>
                <a:moveTo>
                  <a:pt x="84" y="142"/>
                </a:moveTo>
                <a:cubicBezTo>
                  <a:pt x="82" y="139"/>
                  <a:pt x="79" y="134"/>
                  <a:pt x="78" y="128"/>
                </a:cubicBezTo>
                <a:cubicBezTo>
                  <a:pt x="78" y="126"/>
                  <a:pt x="77" y="122"/>
                  <a:pt x="79" y="120"/>
                </a:cubicBezTo>
                <a:cubicBezTo>
                  <a:pt x="79" y="120"/>
                  <a:pt x="80" y="120"/>
                  <a:pt x="81" y="120"/>
                </a:cubicBezTo>
                <a:cubicBezTo>
                  <a:pt x="83" y="122"/>
                  <a:pt x="84" y="131"/>
                  <a:pt x="84" y="142"/>
                </a:cubicBezTo>
                <a:close/>
              </a:path>
            </a:pathLst>
          </a:custGeom>
          <a:solidFill>
            <a:schemeClr val="accent3">
              <a:lumMod val="75000"/>
            </a:schemeClr>
          </a:solidFill>
          <a:ln w="34925">
            <a:noFill/>
          </a:ln>
          <a:effectLst>
            <a:innerShdw blurRad="63500" dist="50800" dir="13500000">
              <a:prstClr val="black">
                <a:alpha val="50000"/>
              </a:prstClr>
            </a:inn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
        <p:nvSpPr>
          <p:cNvPr id="10" name="TextBox 9" descr="Feel free to share examples of these factors in the chat.&#13;&#10;">
            <a:extLst>
              <a:ext uri="{FF2B5EF4-FFF2-40B4-BE49-F238E27FC236}">
                <a16:creationId xmlns:a16="http://schemas.microsoft.com/office/drawing/2014/main" id="{D068F216-DD4B-B84B-94F8-AFE789D0C55B}"/>
              </a:ext>
            </a:extLst>
          </p:cNvPr>
          <p:cNvSpPr txBox="1"/>
          <p:nvPr/>
        </p:nvSpPr>
        <p:spPr>
          <a:xfrm>
            <a:off x="284724" y="5705614"/>
            <a:ext cx="3185634" cy="707886"/>
          </a:xfrm>
          <a:prstGeom prst="rect">
            <a:avLst/>
          </a:prstGeom>
          <a:effectLst>
            <a:glow rad="139700">
              <a:schemeClr val="accent3">
                <a:satMod val="175000"/>
                <a:alpha val="40000"/>
              </a:schemeClr>
            </a:glow>
            <a:outerShdw blurRad="40000" dist="20000" dir="5400000" rotWithShape="0">
              <a:srgbClr val="000000">
                <a:alpha val="38000"/>
              </a:srgbClr>
            </a:outerShdw>
          </a:effectLst>
        </p:spPr>
        <p:style>
          <a:lnRef idx="3">
            <a:schemeClr val="lt1"/>
          </a:lnRef>
          <a:fillRef idx="1">
            <a:schemeClr val="accent3"/>
          </a:fillRef>
          <a:effectRef idx="1">
            <a:schemeClr val="accent3"/>
          </a:effectRef>
          <a:fontRef idx="minor">
            <a:schemeClr val="lt1"/>
          </a:fontRef>
        </p:style>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Arial Narrow" panose="020B0604020202020204" pitchFamily="34" charset="0"/>
                <a:ea typeface="+mn-ea"/>
                <a:cs typeface="Arial Narrow" panose="020B0604020202020204" pitchFamily="34" charset="0"/>
              </a:rPr>
              <a:t>Feel free to share examples of these factors.</a:t>
            </a:r>
          </a:p>
        </p:txBody>
      </p:sp>
      <p:sp>
        <p:nvSpPr>
          <p:cNvPr id="3" name="Slide Number Placeholder 2">
            <a:extLst>
              <a:ext uri="{FF2B5EF4-FFF2-40B4-BE49-F238E27FC236}">
                <a16:creationId xmlns:a16="http://schemas.microsoft.com/office/drawing/2014/main" id="{0E541DF9-C53B-314C-946C-40D2F04BF4FD}"/>
              </a:ext>
            </a:extLst>
          </p:cNvPr>
          <p:cNvSpPr>
            <a:spLocks noGrp="1"/>
          </p:cNvSpPr>
          <p:nvPr>
            <p:ph type="sldNum" sz="quarter" idx="12"/>
          </p:nvPr>
        </p:nvSpPr>
        <p:spPr>
          <a:xfrm>
            <a:off x="6867332" y="6395893"/>
            <a:ext cx="2133600" cy="365125"/>
          </a:xfrm>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D7CCB52-5D48-470B-B8DA-D8134110C94D}"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33</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ea typeface="Geneva" panose="020B0503030404040204" pitchFamily="34" charset="0"/>
              <a:cs typeface="+mn-cs"/>
            </a:endParaRPr>
          </a:p>
        </p:txBody>
      </p:sp>
      <p:sp>
        <p:nvSpPr>
          <p:cNvPr id="26" name="Rectangle 25">
            <a:extLst>
              <a:ext uri="{C183D7F6-B498-43B3-948B-1728B52AA6E4}">
                <adec:decorative xmlns:adec="http://schemas.microsoft.com/office/drawing/2017/decorative" val="1"/>
              </a:ext>
            </a:extLst>
          </p:cNvPr>
          <p:cNvSpPr/>
          <p:nvPr/>
        </p:nvSpPr>
        <p:spPr>
          <a:xfrm flipV="1">
            <a:off x="1" y="304800"/>
            <a:ext cx="9156441" cy="609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05392653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20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1400"/>
                                        <p:tgtEl>
                                          <p:spTgt spid="24"/>
                                        </p:tgtEl>
                                      </p:cBhvr>
                                    </p:animEffect>
                                  </p:childTnLst>
                                </p:cTn>
                              </p:par>
                              <p:par>
                                <p:cTn id="8" presetID="10" presetClass="entr" presetSubtype="0" fill="hold" grpId="1" nodeType="withEffect">
                                  <p:stCondLst>
                                    <p:cond delay="20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3000"/>
                                        <p:tgtEl>
                                          <p:spTgt spid="20"/>
                                        </p:tgtEl>
                                      </p:cBhvr>
                                    </p:animEffect>
                                  </p:childTnLst>
                                </p:cTn>
                              </p:par>
                              <p:par>
                                <p:cTn id="11" presetID="2" presetClass="entr" presetSubtype="8" decel="91000" fill="hold" grpId="0" nodeType="withEffect">
                                  <p:stCondLst>
                                    <p:cond delay="20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1200" fill="hold"/>
                                        <p:tgtEl>
                                          <p:spTgt spid="20"/>
                                        </p:tgtEl>
                                        <p:attrNameLst>
                                          <p:attrName>ppt_x</p:attrName>
                                        </p:attrNameLst>
                                      </p:cBhvr>
                                      <p:tavLst>
                                        <p:tav tm="0">
                                          <p:val>
                                            <p:strVal val="0-#ppt_w/2"/>
                                          </p:val>
                                        </p:tav>
                                        <p:tav tm="100000">
                                          <p:val>
                                            <p:strVal val="#ppt_x"/>
                                          </p:val>
                                        </p:tav>
                                      </p:tavLst>
                                    </p:anim>
                                    <p:anim calcmode="lin" valueType="num">
                                      <p:cBhvr additive="base">
                                        <p:cTn id="14" dur="1200" fill="hold"/>
                                        <p:tgtEl>
                                          <p:spTgt spid="20"/>
                                        </p:tgtEl>
                                        <p:attrNameLst>
                                          <p:attrName>ppt_y</p:attrName>
                                        </p:attrNameLst>
                                      </p:cBhvr>
                                      <p:tavLst>
                                        <p:tav tm="0">
                                          <p:val>
                                            <p:strVal val="#ppt_y"/>
                                          </p:val>
                                        </p:tav>
                                        <p:tav tm="100000">
                                          <p:val>
                                            <p:strVal val="#ppt_y"/>
                                          </p:val>
                                        </p:tav>
                                      </p:tavLst>
                                    </p:anim>
                                  </p:childTnLst>
                                </p:cTn>
                              </p:par>
                              <p:par>
                                <p:cTn id="15" presetID="53" presetClass="entr" presetSubtype="16" fill="hold" grpId="2" nodeType="withEffect">
                                  <p:stCondLst>
                                    <p:cond delay="200"/>
                                  </p:stCondLst>
                                  <p:childTnLst>
                                    <p:set>
                                      <p:cBhvr>
                                        <p:cTn id="16" dur="1" fill="hold">
                                          <p:stCondLst>
                                            <p:cond delay="0"/>
                                          </p:stCondLst>
                                        </p:cTn>
                                        <p:tgtEl>
                                          <p:spTgt spid="20"/>
                                        </p:tgtEl>
                                        <p:attrNameLst>
                                          <p:attrName>style.visibility</p:attrName>
                                        </p:attrNameLst>
                                      </p:cBhvr>
                                      <p:to>
                                        <p:strVal val="visible"/>
                                      </p:to>
                                    </p:set>
                                    <p:anim calcmode="lin" valueType="num">
                                      <p:cBhvr>
                                        <p:cTn id="17" dur="1200" fill="hold"/>
                                        <p:tgtEl>
                                          <p:spTgt spid="20"/>
                                        </p:tgtEl>
                                        <p:attrNameLst>
                                          <p:attrName>ppt_w</p:attrName>
                                        </p:attrNameLst>
                                      </p:cBhvr>
                                      <p:tavLst>
                                        <p:tav tm="0">
                                          <p:val>
                                            <p:fltVal val="0"/>
                                          </p:val>
                                        </p:tav>
                                        <p:tav tm="100000">
                                          <p:val>
                                            <p:strVal val="#ppt_w"/>
                                          </p:val>
                                        </p:tav>
                                      </p:tavLst>
                                    </p:anim>
                                    <p:anim calcmode="lin" valueType="num">
                                      <p:cBhvr>
                                        <p:cTn id="18" dur="1200" fill="hold"/>
                                        <p:tgtEl>
                                          <p:spTgt spid="20"/>
                                        </p:tgtEl>
                                        <p:attrNameLst>
                                          <p:attrName>ppt_h</p:attrName>
                                        </p:attrNameLst>
                                      </p:cBhvr>
                                      <p:tavLst>
                                        <p:tav tm="0">
                                          <p:val>
                                            <p:fltVal val="0"/>
                                          </p:val>
                                        </p:tav>
                                        <p:tav tm="100000">
                                          <p:val>
                                            <p:strVal val="#ppt_h"/>
                                          </p:val>
                                        </p:tav>
                                      </p:tavLst>
                                    </p:anim>
                                    <p:animEffect transition="in" filter="fade">
                                      <p:cBhvr>
                                        <p:cTn id="19" dur="1200"/>
                                        <p:tgtEl>
                                          <p:spTgt spid="20"/>
                                        </p:tgtEl>
                                      </p:cBhvr>
                                    </p:animEffect>
                                  </p:childTnLst>
                                </p:cTn>
                              </p:par>
                              <p:par>
                                <p:cTn id="20" presetID="42" presetClass="entr" presetSubtype="0" fill="hold" grpId="0" nodeType="withEffect">
                                  <p:stCondLst>
                                    <p:cond delay="150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1000"/>
                                        <p:tgtEl>
                                          <p:spTgt spid="19"/>
                                        </p:tgtEl>
                                      </p:cBhvr>
                                    </p:animEffect>
                                    <p:anim calcmode="lin" valueType="num">
                                      <p:cBhvr>
                                        <p:cTn id="23" dur="1000" fill="hold"/>
                                        <p:tgtEl>
                                          <p:spTgt spid="19"/>
                                        </p:tgtEl>
                                        <p:attrNameLst>
                                          <p:attrName>ppt_x</p:attrName>
                                        </p:attrNameLst>
                                      </p:cBhvr>
                                      <p:tavLst>
                                        <p:tav tm="0">
                                          <p:val>
                                            <p:strVal val="#ppt_x"/>
                                          </p:val>
                                        </p:tav>
                                        <p:tav tm="100000">
                                          <p:val>
                                            <p:strVal val="#ppt_x"/>
                                          </p:val>
                                        </p:tav>
                                      </p:tavLst>
                                    </p:anim>
                                    <p:anim calcmode="lin" valueType="num">
                                      <p:cBhvr>
                                        <p:cTn id="24" dur="1000" fill="hold"/>
                                        <p:tgtEl>
                                          <p:spTgt spid="19"/>
                                        </p:tgtEl>
                                        <p:attrNameLst>
                                          <p:attrName>ppt_y</p:attrName>
                                        </p:attrNameLst>
                                      </p:cBhvr>
                                      <p:tavLst>
                                        <p:tav tm="0">
                                          <p:val>
                                            <p:strVal val="#ppt_y+.1"/>
                                          </p:val>
                                        </p:tav>
                                        <p:tav tm="100000">
                                          <p:val>
                                            <p:strVal val="#ppt_y"/>
                                          </p:val>
                                        </p:tav>
                                      </p:tavLst>
                                    </p:anim>
                                  </p:childTnLst>
                                </p:cTn>
                              </p:par>
                            </p:childTnLst>
                          </p:cTn>
                        </p:par>
                        <p:par>
                          <p:cTn id="25" fill="hold">
                            <p:stCondLst>
                              <p:cond delay="3200"/>
                            </p:stCondLst>
                            <p:childTnLst>
                              <p:par>
                                <p:cTn id="26" presetID="53" presetClass="entr" presetSubtype="16"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animBg="1"/>
      <p:bldP spid="20" grpId="1" animBg="1"/>
      <p:bldP spid="20" grpId="2" animBg="1"/>
      <p:bldP spid="24" grpId="0" animBg="1"/>
      <p:bldP spid="1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pattFill prst="pct5">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12" name="Rectangle 11">
            <a:extLs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3" name="Title 2"/>
          <p:cNvSpPr>
            <a:spLocks noGrp="1"/>
          </p:cNvSpPr>
          <p:nvPr>
            <p:ph type="title"/>
          </p:nvPr>
        </p:nvSpPr>
        <p:spPr>
          <a:xfrm>
            <a:off x="228600" y="-2000250"/>
            <a:ext cx="8229600" cy="857250"/>
          </a:xfrm>
        </p:spPr>
        <p:txBody>
          <a:bodyPr>
            <a:noAutofit/>
          </a:bodyPr>
          <a:lstStyle/>
          <a:p>
            <a:r>
              <a:rPr lang="en-US" sz="1800" dirty="0"/>
              <a:t>Environment</a:t>
            </a:r>
          </a:p>
        </p:txBody>
      </p:sp>
      <p:sp>
        <p:nvSpPr>
          <p:cNvPr id="13" name="Rectangle 12">
            <a:extLst>
              <a:ext uri="{C183D7F6-B498-43B3-948B-1728B52AA6E4}">
                <adec:decorative xmlns:adec="http://schemas.microsoft.com/office/drawing/2017/decorative" val="1"/>
              </a:ext>
            </a:extLst>
          </p:cNvPr>
          <p:cNvSpPr/>
          <p:nvPr/>
        </p:nvSpPr>
        <p:spPr>
          <a:xfrm flipV="1">
            <a:off x="1" y="304800"/>
            <a:ext cx="9156441" cy="5734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CasetăText 103">
            <a:extLst>
              <a:ext uri="{C183D7F6-B498-43B3-948B-1728B52AA6E4}">
                <adec:decorative xmlns:adec="http://schemas.microsoft.com/office/drawing/2017/decorative" val="1"/>
              </a:ext>
            </a:extLst>
          </p:cNvPr>
          <p:cNvSpPr txBox="1"/>
          <p:nvPr/>
        </p:nvSpPr>
        <p:spPr>
          <a:xfrm>
            <a:off x="-88642" y="657225"/>
            <a:ext cx="4038600" cy="1066800"/>
          </a:xfrm>
          <a:prstGeom prst="rect">
            <a:avLst/>
          </a:prstGeom>
          <a:noFill/>
        </p:spPr>
        <p:txBody>
          <a:bodyPr wrap="square"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solidFill>
                    <a:prstClr val="black">
                      <a:lumMod val="85000"/>
                      <a:lumOff val="15000"/>
                    </a:prstClr>
                  </a:solidFill>
                </a:ln>
                <a:solidFill>
                  <a:srgbClr val="4BACC6">
                    <a:lumMod val="75000"/>
                  </a:srgbClr>
                </a:solidFill>
                <a:effectLst/>
                <a:uLnTx/>
                <a:uFillTx/>
                <a:latin typeface="Calibri"/>
                <a:ea typeface="Geneva" panose="020B0503030404040204" pitchFamily="34" charset="0"/>
                <a:cs typeface="+mn-cs"/>
              </a:rPr>
              <a:t> </a:t>
            </a:r>
            <a:r>
              <a:rPr kumimoji="0" lang="en-US" sz="5400" b="1" i="0" u="none" strike="noStrike" kern="1200" cap="none" spc="0" normalizeH="0" baseline="0" noProof="0" dirty="0">
                <a:ln>
                  <a:solidFill>
                    <a:prstClr val="black">
                      <a:lumMod val="85000"/>
                      <a:lumOff val="15000"/>
                    </a:prstClr>
                  </a:solidFill>
                </a:ln>
                <a:solidFill>
                  <a:srgbClr val="C0504D">
                    <a:lumMod val="75000"/>
                  </a:srgbClr>
                </a:solidFill>
                <a:effectLst/>
                <a:uLnTx/>
                <a:uFillTx/>
                <a:latin typeface="Calibri"/>
                <a:ea typeface="Geneva" panose="020B0503030404040204" pitchFamily="34" charset="0"/>
                <a:cs typeface="+mn-cs"/>
              </a:rPr>
              <a:t>Environment</a:t>
            </a:r>
            <a:r>
              <a:rPr kumimoji="0" lang="en-US" sz="5400" b="1" i="0" u="none" strike="noStrike" kern="1200" cap="none" spc="0" normalizeH="0" baseline="0" noProof="0" dirty="0">
                <a:ln>
                  <a:solidFill>
                    <a:prstClr val="black">
                      <a:lumMod val="85000"/>
                      <a:lumOff val="15000"/>
                    </a:prstClr>
                  </a:solidFill>
                </a:ln>
                <a:solidFill>
                  <a:srgbClr val="4BACC6">
                    <a:lumMod val="75000"/>
                  </a:srgbClr>
                </a:solidFill>
                <a:effectLst/>
                <a:uLnTx/>
                <a:uFillTx/>
                <a:latin typeface="Calibri"/>
                <a:ea typeface="Geneva" panose="020B0503030404040204" pitchFamily="34" charset="0"/>
                <a:cs typeface="+mn-cs"/>
              </a:rPr>
              <a:t> </a:t>
            </a:r>
          </a:p>
        </p:txBody>
      </p:sp>
      <p:sp>
        <p:nvSpPr>
          <p:cNvPr id="11" name="Freeform 33">
            <a:hlinkClick r:id="rId3" action="ppaction://hlinksldjump"/>
            <a:extLst>
              <a:ext uri="{C183D7F6-B498-43B3-948B-1728B52AA6E4}">
                <adec:decorative xmlns:adec="http://schemas.microsoft.com/office/drawing/2017/decorative" val="1"/>
              </a:ext>
            </a:extLst>
          </p:cNvPr>
          <p:cNvSpPr>
            <a:spLocks noEditPoints="1"/>
          </p:cNvSpPr>
          <p:nvPr/>
        </p:nvSpPr>
        <p:spPr bwMode="auto">
          <a:xfrm>
            <a:off x="457200" y="2133600"/>
            <a:ext cx="2743200" cy="3291840"/>
          </a:xfrm>
          <a:custGeom>
            <a:avLst/>
            <a:gdLst>
              <a:gd name="T0" fmla="*/ 106 w 211"/>
              <a:gd name="T1" fmla="*/ 0 h 280"/>
              <a:gd name="T2" fmla="*/ 99 w 211"/>
              <a:gd name="T3" fmla="*/ 0 h 280"/>
              <a:gd name="T4" fmla="*/ 2 w 211"/>
              <a:gd name="T5" fmla="*/ 97 h 280"/>
              <a:gd name="T6" fmla="*/ 25 w 211"/>
              <a:gd name="T7" fmla="*/ 171 h 280"/>
              <a:gd name="T8" fmla="*/ 31 w 211"/>
              <a:gd name="T9" fmla="*/ 189 h 280"/>
              <a:gd name="T10" fmla="*/ 31 w 211"/>
              <a:gd name="T11" fmla="*/ 203 h 280"/>
              <a:gd name="T12" fmla="*/ 37 w 211"/>
              <a:gd name="T13" fmla="*/ 220 h 280"/>
              <a:gd name="T14" fmla="*/ 37 w 211"/>
              <a:gd name="T15" fmla="*/ 253 h 280"/>
              <a:gd name="T16" fmla="*/ 52 w 211"/>
              <a:gd name="T17" fmla="*/ 268 h 280"/>
              <a:gd name="T18" fmla="*/ 74 w 211"/>
              <a:gd name="T19" fmla="*/ 268 h 280"/>
              <a:gd name="T20" fmla="*/ 89 w 211"/>
              <a:gd name="T21" fmla="*/ 280 h 280"/>
              <a:gd name="T22" fmla="*/ 124 w 211"/>
              <a:gd name="T23" fmla="*/ 280 h 280"/>
              <a:gd name="T24" fmla="*/ 138 w 211"/>
              <a:gd name="T25" fmla="*/ 268 h 280"/>
              <a:gd name="T26" fmla="*/ 161 w 211"/>
              <a:gd name="T27" fmla="*/ 268 h 280"/>
              <a:gd name="T28" fmla="*/ 176 w 211"/>
              <a:gd name="T29" fmla="*/ 253 h 280"/>
              <a:gd name="T30" fmla="*/ 176 w 211"/>
              <a:gd name="T31" fmla="*/ 220 h 280"/>
              <a:gd name="T32" fmla="*/ 181 w 211"/>
              <a:gd name="T33" fmla="*/ 203 h 280"/>
              <a:gd name="T34" fmla="*/ 181 w 211"/>
              <a:gd name="T35" fmla="*/ 189 h 280"/>
              <a:gd name="T36" fmla="*/ 188 w 211"/>
              <a:gd name="T37" fmla="*/ 171 h 280"/>
              <a:gd name="T38" fmla="*/ 211 w 211"/>
              <a:gd name="T39" fmla="*/ 105 h 280"/>
              <a:gd name="T40" fmla="*/ 106 w 211"/>
              <a:gd name="T41" fmla="*/ 0 h 280"/>
              <a:gd name="T42" fmla="*/ 114 w 211"/>
              <a:gd name="T43" fmla="*/ 203 h 280"/>
              <a:gd name="T44" fmla="*/ 99 w 211"/>
              <a:gd name="T45" fmla="*/ 203 h 280"/>
              <a:gd name="T46" fmla="*/ 99 w 211"/>
              <a:gd name="T47" fmla="*/ 158 h 280"/>
              <a:gd name="T48" fmla="*/ 114 w 211"/>
              <a:gd name="T49" fmla="*/ 158 h 280"/>
              <a:gd name="T50" fmla="*/ 114 w 211"/>
              <a:gd name="T51" fmla="*/ 203 h 280"/>
              <a:gd name="T52" fmla="*/ 164 w 211"/>
              <a:gd name="T53" fmla="*/ 152 h 280"/>
              <a:gd name="T54" fmla="*/ 151 w 211"/>
              <a:gd name="T55" fmla="*/ 189 h 280"/>
              <a:gd name="T56" fmla="*/ 151 w 211"/>
              <a:gd name="T57" fmla="*/ 203 h 280"/>
              <a:gd name="T58" fmla="*/ 129 w 211"/>
              <a:gd name="T59" fmla="*/ 203 h 280"/>
              <a:gd name="T60" fmla="*/ 129 w 211"/>
              <a:gd name="T61" fmla="*/ 158 h 280"/>
              <a:gd name="T62" fmla="*/ 149 w 211"/>
              <a:gd name="T63" fmla="*/ 131 h 280"/>
              <a:gd name="T64" fmla="*/ 146 w 211"/>
              <a:gd name="T65" fmla="*/ 111 h 280"/>
              <a:gd name="T66" fmla="*/ 132 w 211"/>
              <a:gd name="T67" fmla="*/ 105 h 280"/>
              <a:gd name="T68" fmla="*/ 121 w 211"/>
              <a:gd name="T69" fmla="*/ 110 h 280"/>
              <a:gd name="T70" fmla="*/ 113 w 211"/>
              <a:gd name="T71" fmla="*/ 143 h 280"/>
              <a:gd name="T72" fmla="*/ 99 w 211"/>
              <a:gd name="T73" fmla="*/ 143 h 280"/>
              <a:gd name="T74" fmla="*/ 92 w 211"/>
              <a:gd name="T75" fmla="*/ 110 h 280"/>
              <a:gd name="T76" fmla="*/ 81 w 211"/>
              <a:gd name="T77" fmla="*/ 105 h 280"/>
              <a:gd name="T78" fmla="*/ 67 w 211"/>
              <a:gd name="T79" fmla="*/ 111 h 280"/>
              <a:gd name="T80" fmla="*/ 63 w 211"/>
              <a:gd name="T81" fmla="*/ 131 h 280"/>
              <a:gd name="T82" fmla="*/ 84 w 211"/>
              <a:gd name="T83" fmla="*/ 158 h 280"/>
              <a:gd name="T84" fmla="*/ 84 w 211"/>
              <a:gd name="T85" fmla="*/ 203 h 280"/>
              <a:gd name="T86" fmla="*/ 61 w 211"/>
              <a:gd name="T87" fmla="*/ 203 h 280"/>
              <a:gd name="T88" fmla="*/ 61 w 211"/>
              <a:gd name="T89" fmla="*/ 189 h 280"/>
              <a:gd name="T90" fmla="*/ 48 w 211"/>
              <a:gd name="T91" fmla="*/ 152 h 280"/>
              <a:gd name="T92" fmla="*/ 32 w 211"/>
              <a:gd name="T93" fmla="*/ 99 h 280"/>
              <a:gd name="T94" fmla="*/ 101 w 211"/>
              <a:gd name="T95" fmla="*/ 30 h 280"/>
              <a:gd name="T96" fmla="*/ 106 w 211"/>
              <a:gd name="T97" fmla="*/ 30 h 280"/>
              <a:gd name="T98" fmla="*/ 181 w 211"/>
              <a:gd name="T99" fmla="*/ 105 h 280"/>
              <a:gd name="T100" fmla="*/ 164 w 211"/>
              <a:gd name="T101" fmla="*/ 152 h 280"/>
              <a:gd name="T102" fmla="*/ 128 w 211"/>
              <a:gd name="T103" fmla="*/ 142 h 280"/>
              <a:gd name="T104" fmla="*/ 132 w 211"/>
              <a:gd name="T105" fmla="*/ 120 h 280"/>
              <a:gd name="T106" fmla="*/ 134 w 211"/>
              <a:gd name="T107" fmla="*/ 120 h 280"/>
              <a:gd name="T108" fmla="*/ 135 w 211"/>
              <a:gd name="T109" fmla="*/ 128 h 280"/>
              <a:gd name="T110" fmla="*/ 128 w 211"/>
              <a:gd name="T111" fmla="*/ 142 h 280"/>
              <a:gd name="T112" fmla="*/ 84 w 211"/>
              <a:gd name="T113" fmla="*/ 142 h 280"/>
              <a:gd name="T114" fmla="*/ 78 w 211"/>
              <a:gd name="T115" fmla="*/ 128 h 280"/>
              <a:gd name="T116" fmla="*/ 79 w 211"/>
              <a:gd name="T117" fmla="*/ 120 h 280"/>
              <a:gd name="T118" fmla="*/ 81 w 211"/>
              <a:gd name="T119" fmla="*/ 120 h 280"/>
              <a:gd name="T120" fmla="*/ 84 w 211"/>
              <a:gd name="T121" fmla="*/ 142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1" h="280">
                <a:moveTo>
                  <a:pt x="106" y="0"/>
                </a:moveTo>
                <a:cubicBezTo>
                  <a:pt x="104" y="0"/>
                  <a:pt x="101" y="0"/>
                  <a:pt x="99" y="0"/>
                </a:cubicBezTo>
                <a:cubicBezTo>
                  <a:pt x="47" y="4"/>
                  <a:pt x="5" y="46"/>
                  <a:pt x="2" y="97"/>
                </a:cubicBezTo>
                <a:cubicBezTo>
                  <a:pt x="0" y="125"/>
                  <a:pt x="9" y="151"/>
                  <a:pt x="25" y="171"/>
                </a:cubicBezTo>
                <a:cubicBezTo>
                  <a:pt x="29" y="176"/>
                  <a:pt x="31" y="183"/>
                  <a:pt x="31" y="189"/>
                </a:cubicBezTo>
                <a:cubicBezTo>
                  <a:pt x="31" y="203"/>
                  <a:pt x="31" y="203"/>
                  <a:pt x="31" y="203"/>
                </a:cubicBezTo>
                <a:cubicBezTo>
                  <a:pt x="31" y="210"/>
                  <a:pt x="33" y="216"/>
                  <a:pt x="37" y="220"/>
                </a:cubicBezTo>
                <a:cubicBezTo>
                  <a:pt x="37" y="253"/>
                  <a:pt x="37" y="253"/>
                  <a:pt x="37" y="253"/>
                </a:cubicBezTo>
                <a:cubicBezTo>
                  <a:pt x="37" y="261"/>
                  <a:pt x="43" y="268"/>
                  <a:pt x="52" y="268"/>
                </a:cubicBezTo>
                <a:cubicBezTo>
                  <a:pt x="74" y="268"/>
                  <a:pt x="74" y="268"/>
                  <a:pt x="74" y="268"/>
                </a:cubicBezTo>
                <a:cubicBezTo>
                  <a:pt x="76" y="275"/>
                  <a:pt x="82" y="280"/>
                  <a:pt x="89" y="280"/>
                </a:cubicBezTo>
                <a:cubicBezTo>
                  <a:pt x="124" y="280"/>
                  <a:pt x="124" y="280"/>
                  <a:pt x="124" y="280"/>
                </a:cubicBezTo>
                <a:cubicBezTo>
                  <a:pt x="131" y="280"/>
                  <a:pt x="137" y="275"/>
                  <a:pt x="138" y="268"/>
                </a:cubicBezTo>
                <a:cubicBezTo>
                  <a:pt x="161" y="268"/>
                  <a:pt x="161" y="268"/>
                  <a:pt x="161" y="268"/>
                </a:cubicBezTo>
                <a:cubicBezTo>
                  <a:pt x="169" y="268"/>
                  <a:pt x="176" y="261"/>
                  <a:pt x="176" y="253"/>
                </a:cubicBezTo>
                <a:cubicBezTo>
                  <a:pt x="176" y="220"/>
                  <a:pt x="176" y="220"/>
                  <a:pt x="176" y="220"/>
                </a:cubicBezTo>
                <a:cubicBezTo>
                  <a:pt x="179" y="216"/>
                  <a:pt x="181" y="210"/>
                  <a:pt x="181" y="203"/>
                </a:cubicBezTo>
                <a:cubicBezTo>
                  <a:pt x="181" y="189"/>
                  <a:pt x="181" y="189"/>
                  <a:pt x="181" y="189"/>
                </a:cubicBezTo>
                <a:cubicBezTo>
                  <a:pt x="181" y="183"/>
                  <a:pt x="183" y="176"/>
                  <a:pt x="188" y="171"/>
                </a:cubicBezTo>
                <a:cubicBezTo>
                  <a:pt x="202" y="153"/>
                  <a:pt x="211" y="130"/>
                  <a:pt x="211" y="105"/>
                </a:cubicBezTo>
                <a:cubicBezTo>
                  <a:pt x="211" y="47"/>
                  <a:pt x="164" y="0"/>
                  <a:pt x="106" y="0"/>
                </a:cubicBezTo>
                <a:close/>
                <a:moveTo>
                  <a:pt x="114" y="203"/>
                </a:moveTo>
                <a:cubicBezTo>
                  <a:pt x="99" y="203"/>
                  <a:pt x="99" y="203"/>
                  <a:pt x="99" y="203"/>
                </a:cubicBezTo>
                <a:cubicBezTo>
                  <a:pt x="99" y="158"/>
                  <a:pt x="99" y="158"/>
                  <a:pt x="99" y="158"/>
                </a:cubicBezTo>
                <a:cubicBezTo>
                  <a:pt x="114" y="158"/>
                  <a:pt x="114" y="158"/>
                  <a:pt x="114" y="158"/>
                </a:cubicBezTo>
                <a:lnTo>
                  <a:pt x="114" y="203"/>
                </a:lnTo>
                <a:close/>
                <a:moveTo>
                  <a:pt x="164" y="152"/>
                </a:moveTo>
                <a:cubicBezTo>
                  <a:pt x="156" y="162"/>
                  <a:pt x="151" y="176"/>
                  <a:pt x="151" y="189"/>
                </a:cubicBezTo>
                <a:cubicBezTo>
                  <a:pt x="151" y="203"/>
                  <a:pt x="151" y="203"/>
                  <a:pt x="151" y="203"/>
                </a:cubicBezTo>
                <a:cubicBezTo>
                  <a:pt x="129" y="203"/>
                  <a:pt x="129" y="203"/>
                  <a:pt x="129" y="203"/>
                </a:cubicBezTo>
                <a:cubicBezTo>
                  <a:pt x="129" y="158"/>
                  <a:pt x="129" y="158"/>
                  <a:pt x="129" y="158"/>
                </a:cubicBezTo>
                <a:cubicBezTo>
                  <a:pt x="143" y="155"/>
                  <a:pt x="148" y="136"/>
                  <a:pt x="149" y="131"/>
                </a:cubicBezTo>
                <a:cubicBezTo>
                  <a:pt x="149" y="130"/>
                  <a:pt x="152" y="119"/>
                  <a:pt x="146" y="111"/>
                </a:cubicBezTo>
                <a:cubicBezTo>
                  <a:pt x="144" y="108"/>
                  <a:pt x="139" y="105"/>
                  <a:pt x="132" y="105"/>
                </a:cubicBezTo>
                <a:cubicBezTo>
                  <a:pt x="127" y="105"/>
                  <a:pt x="124" y="106"/>
                  <a:pt x="121" y="110"/>
                </a:cubicBezTo>
                <a:cubicBezTo>
                  <a:pt x="114" y="117"/>
                  <a:pt x="113" y="131"/>
                  <a:pt x="113" y="143"/>
                </a:cubicBezTo>
                <a:cubicBezTo>
                  <a:pt x="99" y="143"/>
                  <a:pt x="99" y="143"/>
                  <a:pt x="99" y="143"/>
                </a:cubicBezTo>
                <a:cubicBezTo>
                  <a:pt x="100" y="131"/>
                  <a:pt x="98" y="117"/>
                  <a:pt x="92" y="110"/>
                </a:cubicBezTo>
                <a:cubicBezTo>
                  <a:pt x="89" y="106"/>
                  <a:pt x="85" y="105"/>
                  <a:pt x="81" y="105"/>
                </a:cubicBezTo>
                <a:cubicBezTo>
                  <a:pt x="73" y="105"/>
                  <a:pt x="69" y="108"/>
                  <a:pt x="67" y="111"/>
                </a:cubicBezTo>
                <a:cubicBezTo>
                  <a:pt x="61" y="119"/>
                  <a:pt x="63" y="130"/>
                  <a:pt x="63" y="131"/>
                </a:cubicBezTo>
                <a:cubicBezTo>
                  <a:pt x="64" y="135"/>
                  <a:pt x="70" y="155"/>
                  <a:pt x="84" y="158"/>
                </a:cubicBezTo>
                <a:cubicBezTo>
                  <a:pt x="84" y="203"/>
                  <a:pt x="84" y="203"/>
                  <a:pt x="84" y="203"/>
                </a:cubicBezTo>
                <a:cubicBezTo>
                  <a:pt x="61" y="203"/>
                  <a:pt x="61" y="203"/>
                  <a:pt x="61" y="203"/>
                </a:cubicBezTo>
                <a:cubicBezTo>
                  <a:pt x="61" y="189"/>
                  <a:pt x="61" y="189"/>
                  <a:pt x="61" y="189"/>
                </a:cubicBezTo>
                <a:cubicBezTo>
                  <a:pt x="61" y="176"/>
                  <a:pt x="57" y="162"/>
                  <a:pt x="48" y="152"/>
                </a:cubicBezTo>
                <a:cubicBezTo>
                  <a:pt x="36" y="137"/>
                  <a:pt x="30" y="118"/>
                  <a:pt x="32" y="99"/>
                </a:cubicBezTo>
                <a:cubicBezTo>
                  <a:pt x="34" y="62"/>
                  <a:pt x="64" y="32"/>
                  <a:pt x="101" y="30"/>
                </a:cubicBezTo>
                <a:cubicBezTo>
                  <a:pt x="103" y="30"/>
                  <a:pt x="105" y="30"/>
                  <a:pt x="106" y="30"/>
                </a:cubicBezTo>
                <a:cubicBezTo>
                  <a:pt x="148" y="30"/>
                  <a:pt x="181" y="63"/>
                  <a:pt x="181" y="105"/>
                </a:cubicBezTo>
                <a:cubicBezTo>
                  <a:pt x="181" y="122"/>
                  <a:pt x="175" y="138"/>
                  <a:pt x="164" y="152"/>
                </a:cubicBezTo>
                <a:close/>
                <a:moveTo>
                  <a:pt x="128" y="142"/>
                </a:moveTo>
                <a:cubicBezTo>
                  <a:pt x="128" y="131"/>
                  <a:pt x="130" y="122"/>
                  <a:pt x="132" y="120"/>
                </a:cubicBezTo>
                <a:cubicBezTo>
                  <a:pt x="133" y="120"/>
                  <a:pt x="134" y="120"/>
                  <a:pt x="134" y="120"/>
                </a:cubicBezTo>
                <a:cubicBezTo>
                  <a:pt x="135" y="122"/>
                  <a:pt x="135" y="126"/>
                  <a:pt x="135" y="128"/>
                </a:cubicBezTo>
                <a:cubicBezTo>
                  <a:pt x="133" y="134"/>
                  <a:pt x="130" y="139"/>
                  <a:pt x="128" y="142"/>
                </a:cubicBezTo>
                <a:close/>
                <a:moveTo>
                  <a:pt x="84" y="142"/>
                </a:moveTo>
                <a:cubicBezTo>
                  <a:pt x="82" y="139"/>
                  <a:pt x="79" y="134"/>
                  <a:pt x="78" y="128"/>
                </a:cubicBezTo>
                <a:cubicBezTo>
                  <a:pt x="78" y="126"/>
                  <a:pt x="77" y="122"/>
                  <a:pt x="79" y="120"/>
                </a:cubicBezTo>
                <a:cubicBezTo>
                  <a:pt x="79" y="120"/>
                  <a:pt x="80" y="120"/>
                  <a:pt x="81" y="120"/>
                </a:cubicBezTo>
                <a:cubicBezTo>
                  <a:pt x="83" y="122"/>
                  <a:pt x="84" y="131"/>
                  <a:pt x="84" y="142"/>
                </a:cubicBezTo>
                <a:close/>
              </a:path>
            </a:pathLst>
          </a:custGeom>
          <a:solidFill>
            <a:schemeClr val="accent2">
              <a:lumMod val="75000"/>
            </a:schemeClr>
          </a:solidFill>
          <a:ln w="34925">
            <a:noFill/>
          </a:ln>
          <a:effectLst>
            <a:innerShdw blurRad="63500" dist="50800" dir="13500000">
              <a:prstClr val="black">
                <a:alpha val="50000"/>
              </a:prstClr>
            </a:inn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
        <p:nvSpPr>
          <p:cNvPr id="8" name="Flowchart: Alternate Process 7" descr="In what environment is the barrier occurring?  &#13;&#10;Resources available to everyone in the environment &#13;&#10;Policies &amp; attitudes related to technology &#13;&#10;Required tasks &#13;&#10;Safety, security, or environmental concerns that may impact the use of tech&#13;&#10;Available supports&#13;&#10;Environmental infrastructure &#13;&#10;"/>
          <p:cNvSpPr/>
          <p:nvPr/>
        </p:nvSpPr>
        <p:spPr>
          <a:xfrm>
            <a:off x="4114800" y="457200"/>
            <a:ext cx="4876800" cy="5886450"/>
          </a:xfrm>
          <a:prstGeom prst="flowChartAlternateProcess">
            <a:avLst/>
          </a:prstGeom>
          <a:solidFill>
            <a:schemeClr val="bg1">
              <a:lumMod val="95000"/>
            </a:schemeClr>
          </a:solidFill>
          <a:ln w="34925">
            <a:solidFill>
              <a:schemeClr val="tx1"/>
            </a:solidFill>
          </a:ln>
          <a:effectLst>
            <a:innerShdw blurRad="63500" dist="50800" dir="13500000">
              <a:schemeClr val="tx1">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normAutofit lnSpcReduction="10000"/>
          </a:bodyPr>
          <a:lstStyle/>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lumMod val="95000"/>
                    <a:lumOff val="5000"/>
                  </a:prstClr>
                </a:solidFill>
                <a:effectLst/>
                <a:uLnTx/>
                <a:uFillTx/>
                <a:latin typeface="Calibri"/>
                <a:ea typeface="+mn-ea"/>
                <a:cs typeface="+mn-cs"/>
              </a:rPr>
              <a:t>In what environment is the barrier occurring?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lumMod val="95000"/>
                    <a:lumOff val="5000"/>
                  </a:prstClr>
                </a:solidFill>
                <a:effectLst/>
                <a:uLnTx/>
                <a:uFillTx/>
                <a:latin typeface="Calibri"/>
                <a:ea typeface="+mn-ea"/>
                <a:cs typeface="+mn-cs"/>
              </a:rPr>
              <a:t>Resources available to everyone in the environment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lumMod val="95000"/>
                    <a:lumOff val="5000"/>
                  </a:prstClr>
                </a:solidFill>
                <a:effectLst/>
                <a:uLnTx/>
                <a:uFillTx/>
                <a:latin typeface="Calibri"/>
                <a:ea typeface="+mn-ea"/>
                <a:cs typeface="+mn-cs"/>
              </a:rPr>
              <a:t>Policies &amp; attitudes related to technology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lumMod val="95000"/>
                    <a:lumOff val="5000"/>
                  </a:prstClr>
                </a:solidFill>
                <a:effectLst/>
                <a:uLnTx/>
                <a:uFillTx/>
                <a:latin typeface="Calibri"/>
                <a:ea typeface="+mn-ea"/>
                <a:cs typeface="+mn-cs"/>
              </a:rPr>
              <a:t>Required tasks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lumMod val="95000"/>
                    <a:lumOff val="5000"/>
                  </a:prstClr>
                </a:solidFill>
                <a:effectLst/>
                <a:uLnTx/>
                <a:uFillTx/>
                <a:latin typeface="Calibri"/>
                <a:ea typeface="+mn-ea"/>
                <a:cs typeface="+mn-cs"/>
              </a:rPr>
              <a:t>Safety, security, or environmental concerns that may impact the use of tech</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lumMod val="95000"/>
                    <a:lumOff val="5000"/>
                  </a:prstClr>
                </a:solidFill>
                <a:effectLst/>
                <a:uLnTx/>
                <a:uFillTx/>
                <a:latin typeface="Calibri"/>
                <a:ea typeface="+mn-ea"/>
                <a:cs typeface="+mn-cs"/>
              </a:rPr>
              <a:t>Available supports</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lumMod val="95000"/>
                    <a:lumOff val="5000"/>
                  </a:prstClr>
                </a:solidFill>
                <a:effectLst/>
                <a:uLnTx/>
                <a:uFillTx/>
                <a:latin typeface="Calibri"/>
                <a:ea typeface="+mn-ea"/>
                <a:cs typeface="+mn-cs"/>
              </a:rPr>
              <a:t>Environmental infrastructure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600" b="0" i="0" u="none" strike="noStrike" kern="1200" cap="none" spc="0" normalizeH="0" baseline="0" noProof="0" dirty="0">
              <a:ln>
                <a:noFill/>
              </a:ln>
              <a:solidFill>
                <a:prstClr val="black">
                  <a:lumMod val="95000"/>
                  <a:lumOff val="5000"/>
                </a:prstClr>
              </a:solidFill>
              <a:effectLst/>
              <a:uLnTx/>
              <a:uFillTx/>
              <a:latin typeface="Calibri"/>
              <a:ea typeface="+mn-ea"/>
              <a:cs typeface="+mn-cs"/>
            </a:endParaRPr>
          </a:p>
        </p:txBody>
      </p:sp>
      <p:sp>
        <p:nvSpPr>
          <p:cNvPr id="14" name="TextBox 13" descr="Feel free to share examples of these factors in the chat.&#13;&#10;">
            <a:extLst>
              <a:ext uri="{FF2B5EF4-FFF2-40B4-BE49-F238E27FC236}">
                <a16:creationId xmlns:a16="http://schemas.microsoft.com/office/drawing/2014/main" id="{93B4627B-EB27-1148-8BED-AF51EAA1B199}"/>
              </a:ext>
            </a:extLst>
          </p:cNvPr>
          <p:cNvSpPr txBox="1"/>
          <p:nvPr/>
        </p:nvSpPr>
        <p:spPr>
          <a:xfrm>
            <a:off x="288636" y="5818257"/>
            <a:ext cx="3185634" cy="707886"/>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Arial Narrow" panose="020B0604020202020204" pitchFamily="34" charset="0"/>
                <a:ea typeface="+mn-ea"/>
                <a:cs typeface="Arial Narrow" panose="020B0604020202020204" pitchFamily="34" charset="0"/>
              </a:rPr>
              <a:t>Feel free to share examples of these factors in the chat.</a:t>
            </a:r>
          </a:p>
        </p:txBody>
      </p:sp>
      <p:sp>
        <p:nvSpPr>
          <p:cNvPr id="4" name="Slide Number Placeholder 3">
            <a:extLst>
              <a:ext uri="{FF2B5EF4-FFF2-40B4-BE49-F238E27FC236}">
                <a16:creationId xmlns:a16="http://schemas.microsoft.com/office/drawing/2014/main" id="{A4D622C7-E1B8-A049-AE2E-F2EF4B208B46}"/>
              </a:ext>
            </a:extLst>
          </p:cNvPr>
          <p:cNvSpPr>
            <a:spLocks noGrp="1"/>
          </p:cNvSpPr>
          <p:nvPr>
            <p:ph type="sldNum" sz="quarter" idx="12"/>
          </p:nvPr>
        </p:nvSpPr>
        <p:spPr>
          <a:xfrm>
            <a:off x="6858000" y="6370637"/>
            <a:ext cx="2133600" cy="365125"/>
          </a:xfrm>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D7CCB52-5D48-470B-B8DA-D8134110C94D}"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34</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306183294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20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1400"/>
                                        <p:tgtEl>
                                          <p:spTgt spid="11"/>
                                        </p:tgtEl>
                                      </p:cBhvr>
                                    </p:animEffect>
                                  </p:childTnLst>
                                </p:cTn>
                              </p:par>
                              <p:par>
                                <p:cTn id="8" presetID="10" presetClass="entr" presetSubtype="0" fill="hold" grpId="1" nodeType="withEffect">
                                  <p:stCondLst>
                                    <p:cond delay="2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0"/>
                                        <p:tgtEl>
                                          <p:spTgt spid="8"/>
                                        </p:tgtEl>
                                      </p:cBhvr>
                                    </p:animEffect>
                                  </p:childTnLst>
                                </p:cTn>
                              </p:par>
                              <p:par>
                                <p:cTn id="11" presetID="2" presetClass="entr" presetSubtype="8" decel="91000" fill="hold" grpId="0" nodeType="withEffect">
                                  <p:stCondLst>
                                    <p:cond delay="20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1200" fill="hold"/>
                                        <p:tgtEl>
                                          <p:spTgt spid="8"/>
                                        </p:tgtEl>
                                        <p:attrNameLst>
                                          <p:attrName>ppt_x</p:attrName>
                                        </p:attrNameLst>
                                      </p:cBhvr>
                                      <p:tavLst>
                                        <p:tav tm="0">
                                          <p:val>
                                            <p:strVal val="0-#ppt_w/2"/>
                                          </p:val>
                                        </p:tav>
                                        <p:tav tm="100000">
                                          <p:val>
                                            <p:strVal val="#ppt_x"/>
                                          </p:val>
                                        </p:tav>
                                      </p:tavLst>
                                    </p:anim>
                                    <p:anim calcmode="lin" valueType="num">
                                      <p:cBhvr additive="base">
                                        <p:cTn id="14" dur="1200" fill="hold"/>
                                        <p:tgtEl>
                                          <p:spTgt spid="8"/>
                                        </p:tgtEl>
                                        <p:attrNameLst>
                                          <p:attrName>ppt_y</p:attrName>
                                        </p:attrNameLst>
                                      </p:cBhvr>
                                      <p:tavLst>
                                        <p:tav tm="0">
                                          <p:val>
                                            <p:strVal val="#ppt_y"/>
                                          </p:val>
                                        </p:tav>
                                        <p:tav tm="100000">
                                          <p:val>
                                            <p:strVal val="#ppt_y"/>
                                          </p:val>
                                        </p:tav>
                                      </p:tavLst>
                                    </p:anim>
                                  </p:childTnLst>
                                </p:cTn>
                              </p:par>
                              <p:par>
                                <p:cTn id="15" presetID="53" presetClass="entr" presetSubtype="16" fill="hold" grpId="2" nodeType="withEffect">
                                  <p:stCondLst>
                                    <p:cond delay="200"/>
                                  </p:stCondLst>
                                  <p:childTnLst>
                                    <p:set>
                                      <p:cBhvr>
                                        <p:cTn id="16" dur="1" fill="hold">
                                          <p:stCondLst>
                                            <p:cond delay="0"/>
                                          </p:stCondLst>
                                        </p:cTn>
                                        <p:tgtEl>
                                          <p:spTgt spid="8"/>
                                        </p:tgtEl>
                                        <p:attrNameLst>
                                          <p:attrName>style.visibility</p:attrName>
                                        </p:attrNameLst>
                                      </p:cBhvr>
                                      <p:to>
                                        <p:strVal val="visible"/>
                                      </p:to>
                                    </p:set>
                                    <p:anim calcmode="lin" valueType="num">
                                      <p:cBhvr>
                                        <p:cTn id="17" dur="1200" fill="hold"/>
                                        <p:tgtEl>
                                          <p:spTgt spid="8"/>
                                        </p:tgtEl>
                                        <p:attrNameLst>
                                          <p:attrName>ppt_w</p:attrName>
                                        </p:attrNameLst>
                                      </p:cBhvr>
                                      <p:tavLst>
                                        <p:tav tm="0">
                                          <p:val>
                                            <p:fltVal val="0"/>
                                          </p:val>
                                        </p:tav>
                                        <p:tav tm="100000">
                                          <p:val>
                                            <p:strVal val="#ppt_w"/>
                                          </p:val>
                                        </p:tav>
                                      </p:tavLst>
                                    </p:anim>
                                    <p:anim calcmode="lin" valueType="num">
                                      <p:cBhvr>
                                        <p:cTn id="18" dur="1200" fill="hold"/>
                                        <p:tgtEl>
                                          <p:spTgt spid="8"/>
                                        </p:tgtEl>
                                        <p:attrNameLst>
                                          <p:attrName>ppt_h</p:attrName>
                                        </p:attrNameLst>
                                      </p:cBhvr>
                                      <p:tavLst>
                                        <p:tav tm="0">
                                          <p:val>
                                            <p:fltVal val="0"/>
                                          </p:val>
                                        </p:tav>
                                        <p:tav tm="100000">
                                          <p:val>
                                            <p:strVal val="#ppt_h"/>
                                          </p:val>
                                        </p:tav>
                                      </p:tavLst>
                                    </p:anim>
                                    <p:animEffect transition="in" filter="fade">
                                      <p:cBhvr>
                                        <p:cTn id="19" dur="1200"/>
                                        <p:tgtEl>
                                          <p:spTgt spid="8"/>
                                        </p:tgtEl>
                                      </p:cBhvr>
                                    </p:animEffect>
                                  </p:childTnLst>
                                </p:cTn>
                              </p:par>
                              <p:par>
                                <p:cTn id="20" presetID="42" presetClass="entr" presetSubtype="0" fill="hold" grpId="0" nodeType="withEffect">
                                  <p:stCondLst>
                                    <p:cond delay="15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childTnLst>
                          </p:cTn>
                        </p:par>
                        <p:par>
                          <p:cTn id="25" fill="hold">
                            <p:stCondLst>
                              <p:cond delay="3200"/>
                            </p:stCondLst>
                            <p:childTnLst>
                              <p:par>
                                <p:cTn id="26" presetID="53" presetClass="entr" presetSubtype="16"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500" fill="hold"/>
                                        <p:tgtEl>
                                          <p:spTgt spid="14"/>
                                        </p:tgtEl>
                                        <p:attrNameLst>
                                          <p:attrName>ppt_w</p:attrName>
                                        </p:attrNameLst>
                                      </p:cBhvr>
                                      <p:tavLst>
                                        <p:tav tm="0">
                                          <p:val>
                                            <p:fltVal val="0"/>
                                          </p:val>
                                        </p:tav>
                                        <p:tav tm="100000">
                                          <p:val>
                                            <p:strVal val="#ppt_w"/>
                                          </p:val>
                                        </p:tav>
                                      </p:tavLst>
                                    </p:anim>
                                    <p:anim calcmode="lin" valueType="num">
                                      <p:cBhvr>
                                        <p:cTn id="29" dur="500" fill="hold"/>
                                        <p:tgtEl>
                                          <p:spTgt spid="14"/>
                                        </p:tgtEl>
                                        <p:attrNameLst>
                                          <p:attrName>ppt_h</p:attrName>
                                        </p:attrNameLst>
                                      </p:cBhvr>
                                      <p:tavLst>
                                        <p:tav tm="0">
                                          <p:val>
                                            <p:fltVal val="0"/>
                                          </p:val>
                                        </p:tav>
                                        <p:tav tm="100000">
                                          <p:val>
                                            <p:strVal val="#ppt_h"/>
                                          </p:val>
                                        </p:tav>
                                      </p:tavLst>
                                    </p:anim>
                                    <p:animEffect transition="in" filter="fade">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8" grpId="0" animBg="1"/>
      <p:bldP spid="8" grpId="1" animBg="1"/>
      <p:bldP spid="8" grpId="2" animBg="1"/>
      <p:bldP spid="1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3" name="Title 2"/>
          <p:cNvSpPr>
            <a:spLocks noGrp="1"/>
          </p:cNvSpPr>
          <p:nvPr>
            <p:ph type="title"/>
          </p:nvPr>
        </p:nvSpPr>
        <p:spPr>
          <a:xfrm>
            <a:off x="228600" y="-2000250"/>
            <a:ext cx="8229600" cy="857250"/>
          </a:xfrm>
        </p:spPr>
        <p:txBody>
          <a:bodyPr>
            <a:noAutofit/>
          </a:bodyPr>
          <a:lstStyle/>
          <a:p>
            <a:r>
              <a:rPr lang="en-US" sz="2400" dirty="0"/>
              <a:t>Gap &amp; Barrier Analysis</a:t>
            </a:r>
          </a:p>
        </p:txBody>
      </p:sp>
      <p:sp>
        <p:nvSpPr>
          <p:cNvPr id="10" name="CasetăText 103">
            <a:extLst>
              <a:ext uri="{C183D7F6-B498-43B3-948B-1728B52AA6E4}">
                <adec:decorative xmlns:adec="http://schemas.microsoft.com/office/drawing/2017/decorative" val="1"/>
              </a:ext>
            </a:extLst>
          </p:cNvPr>
          <p:cNvSpPr txBox="1"/>
          <p:nvPr/>
        </p:nvSpPr>
        <p:spPr>
          <a:xfrm>
            <a:off x="0" y="533400"/>
            <a:ext cx="4343400" cy="1524000"/>
          </a:xfrm>
          <a:prstGeom prst="rect">
            <a:avLst/>
          </a:prstGeom>
          <a:noFill/>
          <a:ln>
            <a:noFill/>
          </a:ln>
        </p:spPr>
        <p:txBody>
          <a:bodyPr wrap="square" rtlCol="0">
            <a:normAutofit fontScale="70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600" b="1" i="0" u="none" strike="noStrike" kern="1200" cap="none" spc="0" normalizeH="0" baseline="0" noProof="0" dirty="0">
                <a:ln>
                  <a:solidFill>
                    <a:prstClr val="black">
                      <a:lumMod val="85000"/>
                      <a:lumOff val="15000"/>
                    </a:prstClr>
                  </a:solidFill>
                </a:ln>
                <a:solidFill>
                  <a:srgbClr val="F79646">
                    <a:lumMod val="75000"/>
                  </a:srgbClr>
                </a:solidFill>
                <a:effectLst/>
                <a:uLnTx/>
                <a:uFillTx/>
                <a:latin typeface="Calibri"/>
                <a:ea typeface="Geneva" panose="020B0503030404040204" pitchFamily="34" charset="0"/>
                <a:cs typeface="+mn-cs"/>
              </a:rPr>
              <a:t>Gap &amp; Barrier Analysis </a:t>
            </a:r>
            <a:r>
              <a:rPr kumimoji="0" lang="en-US" sz="5400" b="1" i="0" u="none" strike="noStrike" kern="1200" cap="none" spc="0" normalizeH="0" baseline="0" noProof="0" dirty="0">
                <a:ln>
                  <a:solidFill>
                    <a:prstClr val="black">
                      <a:lumMod val="85000"/>
                      <a:lumOff val="15000"/>
                    </a:prstClr>
                  </a:solidFill>
                </a:ln>
                <a:solidFill>
                  <a:srgbClr val="F79646">
                    <a:lumMod val="75000"/>
                  </a:srgbClr>
                </a:solidFill>
                <a:effectLst/>
                <a:uLnTx/>
                <a:uFillTx/>
                <a:latin typeface="Calibri"/>
                <a:ea typeface="Geneva" panose="020B0503030404040204" pitchFamily="34" charset="0"/>
                <a:cs typeface="+mn-cs"/>
              </a:rPr>
              <a:t>	</a:t>
            </a:r>
          </a:p>
        </p:txBody>
      </p:sp>
      <p:sp>
        <p:nvSpPr>
          <p:cNvPr id="11" name="Freeform 33">
            <a:hlinkClick r:id="rId3" action="ppaction://hlinksldjump"/>
            <a:extLst>
              <a:ext uri="{C183D7F6-B498-43B3-948B-1728B52AA6E4}">
                <adec:decorative xmlns:adec="http://schemas.microsoft.com/office/drawing/2017/decorative" val="1"/>
              </a:ext>
            </a:extLst>
          </p:cNvPr>
          <p:cNvSpPr>
            <a:spLocks noEditPoints="1"/>
          </p:cNvSpPr>
          <p:nvPr/>
        </p:nvSpPr>
        <p:spPr bwMode="auto">
          <a:xfrm>
            <a:off x="457200" y="2057400"/>
            <a:ext cx="2651760" cy="3291840"/>
          </a:xfrm>
          <a:custGeom>
            <a:avLst/>
            <a:gdLst>
              <a:gd name="T0" fmla="*/ 106 w 211"/>
              <a:gd name="T1" fmla="*/ 0 h 280"/>
              <a:gd name="T2" fmla="*/ 99 w 211"/>
              <a:gd name="T3" fmla="*/ 0 h 280"/>
              <a:gd name="T4" fmla="*/ 2 w 211"/>
              <a:gd name="T5" fmla="*/ 97 h 280"/>
              <a:gd name="T6" fmla="*/ 25 w 211"/>
              <a:gd name="T7" fmla="*/ 171 h 280"/>
              <a:gd name="T8" fmla="*/ 31 w 211"/>
              <a:gd name="T9" fmla="*/ 189 h 280"/>
              <a:gd name="T10" fmla="*/ 31 w 211"/>
              <a:gd name="T11" fmla="*/ 203 h 280"/>
              <a:gd name="T12" fmla="*/ 37 w 211"/>
              <a:gd name="T13" fmla="*/ 220 h 280"/>
              <a:gd name="T14" fmla="*/ 37 w 211"/>
              <a:gd name="T15" fmla="*/ 253 h 280"/>
              <a:gd name="T16" fmla="*/ 52 w 211"/>
              <a:gd name="T17" fmla="*/ 268 h 280"/>
              <a:gd name="T18" fmla="*/ 74 w 211"/>
              <a:gd name="T19" fmla="*/ 268 h 280"/>
              <a:gd name="T20" fmla="*/ 89 w 211"/>
              <a:gd name="T21" fmla="*/ 280 h 280"/>
              <a:gd name="T22" fmla="*/ 124 w 211"/>
              <a:gd name="T23" fmla="*/ 280 h 280"/>
              <a:gd name="T24" fmla="*/ 138 w 211"/>
              <a:gd name="T25" fmla="*/ 268 h 280"/>
              <a:gd name="T26" fmla="*/ 161 w 211"/>
              <a:gd name="T27" fmla="*/ 268 h 280"/>
              <a:gd name="T28" fmla="*/ 176 w 211"/>
              <a:gd name="T29" fmla="*/ 253 h 280"/>
              <a:gd name="T30" fmla="*/ 176 w 211"/>
              <a:gd name="T31" fmla="*/ 220 h 280"/>
              <a:gd name="T32" fmla="*/ 181 w 211"/>
              <a:gd name="T33" fmla="*/ 203 h 280"/>
              <a:gd name="T34" fmla="*/ 181 w 211"/>
              <a:gd name="T35" fmla="*/ 189 h 280"/>
              <a:gd name="T36" fmla="*/ 188 w 211"/>
              <a:gd name="T37" fmla="*/ 171 h 280"/>
              <a:gd name="T38" fmla="*/ 211 w 211"/>
              <a:gd name="T39" fmla="*/ 105 h 280"/>
              <a:gd name="T40" fmla="*/ 106 w 211"/>
              <a:gd name="T41" fmla="*/ 0 h 280"/>
              <a:gd name="T42" fmla="*/ 114 w 211"/>
              <a:gd name="T43" fmla="*/ 203 h 280"/>
              <a:gd name="T44" fmla="*/ 99 w 211"/>
              <a:gd name="T45" fmla="*/ 203 h 280"/>
              <a:gd name="T46" fmla="*/ 99 w 211"/>
              <a:gd name="T47" fmla="*/ 158 h 280"/>
              <a:gd name="T48" fmla="*/ 114 w 211"/>
              <a:gd name="T49" fmla="*/ 158 h 280"/>
              <a:gd name="T50" fmla="*/ 114 w 211"/>
              <a:gd name="T51" fmla="*/ 203 h 280"/>
              <a:gd name="T52" fmla="*/ 164 w 211"/>
              <a:gd name="T53" fmla="*/ 152 h 280"/>
              <a:gd name="T54" fmla="*/ 151 w 211"/>
              <a:gd name="T55" fmla="*/ 189 h 280"/>
              <a:gd name="T56" fmla="*/ 151 w 211"/>
              <a:gd name="T57" fmla="*/ 203 h 280"/>
              <a:gd name="T58" fmla="*/ 129 w 211"/>
              <a:gd name="T59" fmla="*/ 203 h 280"/>
              <a:gd name="T60" fmla="*/ 129 w 211"/>
              <a:gd name="T61" fmla="*/ 158 h 280"/>
              <a:gd name="T62" fmla="*/ 149 w 211"/>
              <a:gd name="T63" fmla="*/ 131 h 280"/>
              <a:gd name="T64" fmla="*/ 146 w 211"/>
              <a:gd name="T65" fmla="*/ 111 h 280"/>
              <a:gd name="T66" fmla="*/ 132 w 211"/>
              <a:gd name="T67" fmla="*/ 105 h 280"/>
              <a:gd name="T68" fmla="*/ 121 w 211"/>
              <a:gd name="T69" fmla="*/ 110 h 280"/>
              <a:gd name="T70" fmla="*/ 113 w 211"/>
              <a:gd name="T71" fmla="*/ 143 h 280"/>
              <a:gd name="T72" fmla="*/ 99 w 211"/>
              <a:gd name="T73" fmla="*/ 143 h 280"/>
              <a:gd name="T74" fmla="*/ 92 w 211"/>
              <a:gd name="T75" fmla="*/ 110 h 280"/>
              <a:gd name="T76" fmla="*/ 81 w 211"/>
              <a:gd name="T77" fmla="*/ 105 h 280"/>
              <a:gd name="T78" fmla="*/ 67 w 211"/>
              <a:gd name="T79" fmla="*/ 111 h 280"/>
              <a:gd name="T80" fmla="*/ 63 w 211"/>
              <a:gd name="T81" fmla="*/ 131 h 280"/>
              <a:gd name="T82" fmla="*/ 84 w 211"/>
              <a:gd name="T83" fmla="*/ 158 h 280"/>
              <a:gd name="T84" fmla="*/ 84 w 211"/>
              <a:gd name="T85" fmla="*/ 203 h 280"/>
              <a:gd name="T86" fmla="*/ 61 w 211"/>
              <a:gd name="T87" fmla="*/ 203 h 280"/>
              <a:gd name="T88" fmla="*/ 61 w 211"/>
              <a:gd name="T89" fmla="*/ 189 h 280"/>
              <a:gd name="T90" fmla="*/ 48 w 211"/>
              <a:gd name="T91" fmla="*/ 152 h 280"/>
              <a:gd name="T92" fmla="*/ 32 w 211"/>
              <a:gd name="T93" fmla="*/ 99 h 280"/>
              <a:gd name="T94" fmla="*/ 101 w 211"/>
              <a:gd name="T95" fmla="*/ 30 h 280"/>
              <a:gd name="T96" fmla="*/ 106 w 211"/>
              <a:gd name="T97" fmla="*/ 30 h 280"/>
              <a:gd name="T98" fmla="*/ 181 w 211"/>
              <a:gd name="T99" fmla="*/ 105 h 280"/>
              <a:gd name="T100" fmla="*/ 164 w 211"/>
              <a:gd name="T101" fmla="*/ 152 h 280"/>
              <a:gd name="T102" fmla="*/ 128 w 211"/>
              <a:gd name="T103" fmla="*/ 142 h 280"/>
              <a:gd name="T104" fmla="*/ 132 w 211"/>
              <a:gd name="T105" fmla="*/ 120 h 280"/>
              <a:gd name="T106" fmla="*/ 134 w 211"/>
              <a:gd name="T107" fmla="*/ 120 h 280"/>
              <a:gd name="T108" fmla="*/ 135 w 211"/>
              <a:gd name="T109" fmla="*/ 128 h 280"/>
              <a:gd name="T110" fmla="*/ 128 w 211"/>
              <a:gd name="T111" fmla="*/ 142 h 280"/>
              <a:gd name="T112" fmla="*/ 84 w 211"/>
              <a:gd name="T113" fmla="*/ 142 h 280"/>
              <a:gd name="T114" fmla="*/ 78 w 211"/>
              <a:gd name="T115" fmla="*/ 128 h 280"/>
              <a:gd name="T116" fmla="*/ 79 w 211"/>
              <a:gd name="T117" fmla="*/ 120 h 280"/>
              <a:gd name="T118" fmla="*/ 81 w 211"/>
              <a:gd name="T119" fmla="*/ 120 h 280"/>
              <a:gd name="T120" fmla="*/ 84 w 211"/>
              <a:gd name="T121" fmla="*/ 142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1" h="280">
                <a:moveTo>
                  <a:pt x="106" y="0"/>
                </a:moveTo>
                <a:cubicBezTo>
                  <a:pt x="104" y="0"/>
                  <a:pt x="101" y="0"/>
                  <a:pt x="99" y="0"/>
                </a:cubicBezTo>
                <a:cubicBezTo>
                  <a:pt x="47" y="4"/>
                  <a:pt x="5" y="46"/>
                  <a:pt x="2" y="97"/>
                </a:cubicBezTo>
                <a:cubicBezTo>
                  <a:pt x="0" y="125"/>
                  <a:pt x="9" y="151"/>
                  <a:pt x="25" y="171"/>
                </a:cubicBezTo>
                <a:cubicBezTo>
                  <a:pt x="29" y="176"/>
                  <a:pt x="31" y="183"/>
                  <a:pt x="31" y="189"/>
                </a:cubicBezTo>
                <a:cubicBezTo>
                  <a:pt x="31" y="203"/>
                  <a:pt x="31" y="203"/>
                  <a:pt x="31" y="203"/>
                </a:cubicBezTo>
                <a:cubicBezTo>
                  <a:pt x="31" y="210"/>
                  <a:pt x="33" y="216"/>
                  <a:pt x="37" y="220"/>
                </a:cubicBezTo>
                <a:cubicBezTo>
                  <a:pt x="37" y="253"/>
                  <a:pt x="37" y="253"/>
                  <a:pt x="37" y="253"/>
                </a:cubicBezTo>
                <a:cubicBezTo>
                  <a:pt x="37" y="261"/>
                  <a:pt x="43" y="268"/>
                  <a:pt x="52" y="268"/>
                </a:cubicBezTo>
                <a:cubicBezTo>
                  <a:pt x="74" y="268"/>
                  <a:pt x="74" y="268"/>
                  <a:pt x="74" y="268"/>
                </a:cubicBezTo>
                <a:cubicBezTo>
                  <a:pt x="76" y="275"/>
                  <a:pt x="82" y="280"/>
                  <a:pt x="89" y="280"/>
                </a:cubicBezTo>
                <a:cubicBezTo>
                  <a:pt x="124" y="280"/>
                  <a:pt x="124" y="280"/>
                  <a:pt x="124" y="280"/>
                </a:cubicBezTo>
                <a:cubicBezTo>
                  <a:pt x="131" y="280"/>
                  <a:pt x="137" y="275"/>
                  <a:pt x="138" y="268"/>
                </a:cubicBezTo>
                <a:cubicBezTo>
                  <a:pt x="161" y="268"/>
                  <a:pt x="161" y="268"/>
                  <a:pt x="161" y="268"/>
                </a:cubicBezTo>
                <a:cubicBezTo>
                  <a:pt x="169" y="268"/>
                  <a:pt x="176" y="261"/>
                  <a:pt x="176" y="253"/>
                </a:cubicBezTo>
                <a:cubicBezTo>
                  <a:pt x="176" y="220"/>
                  <a:pt x="176" y="220"/>
                  <a:pt x="176" y="220"/>
                </a:cubicBezTo>
                <a:cubicBezTo>
                  <a:pt x="179" y="216"/>
                  <a:pt x="181" y="210"/>
                  <a:pt x="181" y="203"/>
                </a:cubicBezTo>
                <a:cubicBezTo>
                  <a:pt x="181" y="189"/>
                  <a:pt x="181" y="189"/>
                  <a:pt x="181" y="189"/>
                </a:cubicBezTo>
                <a:cubicBezTo>
                  <a:pt x="181" y="183"/>
                  <a:pt x="183" y="176"/>
                  <a:pt x="188" y="171"/>
                </a:cubicBezTo>
                <a:cubicBezTo>
                  <a:pt x="202" y="153"/>
                  <a:pt x="211" y="130"/>
                  <a:pt x="211" y="105"/>
                </a:cubicBezTo>
                <a:cubicBezTo>
                  <a:pt x="211" y="47"/>
                  <a:pt x="164" y="0"/>
                  <a:pt x="106" y="0"/>
                </a:cubicBezTo>
                <a:close/>
                <a:moveTo>
                  <a:pt x="114" y="203"/>
                </a:moveTo>
                <a:cubicBezTo>
                  <a:pt x="99" y="203"/>
                  <a:pt x="99" y="203"/>
                  <a:pt x="99" y="203"/>
                </a:cubicBezTo>
                <a:cubicBezTo>
                  <a:pt x="99" y="158"/>
                  <a:pt x="99" y="158"/>
                  <a:pt x="99" y="158"/>
                </a:cubicBezTo>
                <a:cubicBezTo>
                  <a:pt x="114" y="158"/>
                  <a:pt x="114" y="158"/>
                  <a:pt x="114" y="158"/>
                </a:cubicBezTo>
                <a:lnTo>
                  <a:pt x="114" y="203"/>
                </a:lnTo>
                <a:close/>
                <a:moveTo>
                  <a:pt x="164" y="152"/>
                </a:moveTo>
                <a:cubicBezTo>
                  <a:pt x="156" y="162"/>
                  <a:pt x="151" y="176"/>
                  <a:pt x="151" y="189"/>
                </a:cubicBezTo>
                <a:cubicBezTo>
                  <a:pt x="151" y="203"/>
                  <a:pt x="151" y="203"/>
                  <a:pt x="151" y="203"/>
                </a:cubicBezTo>
                <a:cubicBezTo>
                  <a:pt x="129" y="203"/>
                  <a:pt x="129" y="203"/>
                  <a:pt x="129" y="203"/>
                </a:cubicBezTo>
                <a:cubicBezTo>
                  <a:pt x="129" y="158"/>
                  <a:pt x="129" y="158"/>
                  <a:pt x="129" y="158"/>
                </a:cubicBezTo>
                <a:cubicBezTo>
                  <a:pt x="143" y="155"/>
                  <a:pt x="148" y="136"/>
                  <a:pt x="149" y="131"/>
                </a:cubicBezTo>
                <a:cubicBezTo>
                  <a:pt x="149" y="130"/>
                  <a:pt x="152" y="119"/>
                  <a:pt x="146" y="111"/>
                </a:cubicBezTo>
                <a:cubicBezTo>
                  <a:pt x="144" y="108"/>
                  <a:pt x="139" y="105"/>
                  <a:pt x="132" y="105"/>
                </a:cubicBezTo>
                <a:cubicBezTo>
                  <a:pt x="127" y="105"/>
                  <a:pt x="124" y="106"/>
                  <a:pt x="121" y="110"/>
                </a:cubicBezTo>
                <a:cubicBezTo>
                  <a:pt x="114" y="117"/>
                  <a:pt x="113" y="131"/>
                  <a:pt x="113" y="143"/>
                </a:cubicBezTo>
                <a:cubicBezTo>
                  <a:pt x="99" y="143"/>
                  <a:pt x="99" y="143"/>
                  <a:pt x="99" y="143"/>
                </a:cubicBezTo>
                <a:cubicBezTo>
                  <a:pt x="100" y="131"/>
                  <a:pt x="98" y="117"/>
                  <a:pt x="92" y="110"/>
                </a:cubicBezTo>
                <a:cubicBezTo>
                  <a:pt x="89" y="106"/>
                  <a:pt x="85" y="105"/>
                  <a:pt x="81" y="105"/>
                </a:cubicBezTo>
                <a:cubicBezTo>
                  <a:pt x="73" y="105"/>
                  <a:pt x="69" y="108"/>
                  <a:pt x="67" y="111"/>
                </a:cubicBezTo>
                <a:cubicBezTo>
                  <a:pt x="61" y="119"/>
                  <a:pt x="63" y="130"/>
                  <a:pt x="63" y="131"/>
                </a:cubicBezTo>
                <a:cubicBezTo>
                  <a:pt x="64" y="135"/>
                  <a:pt x="70" y="155"/>
                  <a:pt x="84" y="158"/>
                </a:cubicBezTo>
                <a:cubicBezTo>
                  <a:pt x="84" y="203"/>
                  <a:pt x="84" y="203"/>
                  <a:pt x="84" y="203"/>
                </a:cubicBezTo>
                <a:cubicBezTo>
                  <a:pt x="61" y="203"/>
                  <a:pt x="61" y="203"/>
                  <a:pt x="61" y="203"/>
                </a:cubicBezTo>
                <a:cubicBezTo>
                  <a:pt x="61" y="189"/>
                  <a:pt x="61" y="189"/>
                  <a:pt x="61" y="189"/>
                </a:cubicBezTo>
                <a:cubicBezTo>
                  <a:pt x="61" y="176"/>
                  <a:pt x="57" y="162"/>
                  <a:pt x="48" y="152"/>
                </a:cubicBezTo>
                <a:cubicBezTo>
                  <a:pt x="36" y="137"/>
                  <a:pt x="30" y="118"/>
                  <a:pt x="32" y="99"/>
                </a:cubicBezTo>
                <a:cubicBezTo>
                  <a:pt x="34" y="62"/>
                  <a:pt x="64" y="32"/>
                  <a:pt x="101" y="30"/>
                </a:cubicBezTo>
                <a:cubicBezTo>
                  <a:pt x="103" y="30"/>
                  <a:pt x="105" y="30"/>
                  <a:pt x="106" y="30"/>
                </a:cubicBezTo>
                <a:cubicBezTo>
                  <a:pt x="148" y="30"/>
                  <a:pt x="181" y="63"/>
                  <a:pt x="181" y="105"/>
                </a:cubicBezTo>
                <a:cubicBezTo>
                  <a:pt x="181" y="122"/>
                  <a:pt x="175" y="138"/>
                  <a:pt x="164" y="152"/>
                </a:cubicBezTo>
                <a:close/>
                <a:moveTo>
                  <a:pt x="128" y="142"/>
                </a:moveTo>
                <a:cubicBezTo>
                  <a:pt x="128" y="131"/>
                  <a:pt x="130" y="122"/>
                  <a:pt x="132" y="120"/>
                </a:cubicBezTo>
                <a:cubicBezTo>
                  <a:pt x="133" y="120"/>
                  <a:pt x="134" y="120"/>
                  <a:pt x="134" y="120"/>
                </a:cubicBezTo>
                <a:cubicBezTo>
                  <a:pt x="135" y="122"/>
                  <a:pt x="135" y="126"/>
                  <a:pt x="135" y="128"/>
                </a:cubicBezTo>
                <a:cubicBezTo>
                  <a:pt x="133" y="134"/>
                  <a:pt x="130" y="139"/>
                  <a:pt x="128" y="142"/>
                </a:cubicBezTo>
                <a:close/>
                <a:moveTo>
                  <a:pt x="84" y="142"/>
                </a:moveTo>
                <a:cubicBezTo>
                  <a:pt x="82" y="139"/>
                  <a:pt x="79" y="134"/>
                  <a:pt x="78" y="128"/>
                </a:cubicBezTo>
                <a:cubicBezTo>
                  <a:pt x="78" y="126"/>
                  <a:pt x="77" y="122"/>
                  <a:pt x="79" y="120"/>
                </a:cubicBezTo>
                <a:cubicBezTo>
                  <a:pt x="79" y="120"/>
                  <a:pt x="80" y="120"/>
                  <a:pt x="81" y="120"/>
                </a:cubicBezTo>
                <a:cubicBezTo>
                  <a:pt x="83" y="122"/>
                  <a:pt x="84" y="131"/>
                  <a:pt x="84" y="142"/>
                </a:cubicBezTo>
                <a:close/>
              </a:path>
            </a:pathLst>
          </a:custGeom>
          <a:solidFill>
            <a:schemeClr val="accent6">
              <a:lumMod val="75000"/>
            </a:schemeClr>
          </a:solidFill>
          <a:ln w="34925">
            <a:noFill/>
          </a:ln>
          <a:effectLst>
            <a:innerShdw blurRad="63500" dist="50800" dir="13500000">
              <a:prstClr val="black">
                <a:alpha val="50000"/>
              </a:prstClr>
            </a:inn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
        <p:nvSpPr>
          <p:cNvPr id="8" name="Flowchart: Alternate Process 7" descr="Task or tasks that are not being completed to expectations  &#13;&#10;Environmental barrier &#13;&#10;Individual barrier or skill gap &#13;&#10;Interaction between environment and individual barrier&#13;&#10;What strategies have been tried in this environment and how effective have they been?  &#13;&#10;"/>
          <p:cNvSpPr/>
          <p:nvPr/>
        </p:nvSpPr>
        <p:spPr>
          <a:xfrm>
            <a:off x="3733800" y="1225551"/>
            <a:ext cx="5105400" cy="4953000"/>
          </a:xfrm>
          <a:prstGeom prst="flowChartAlternateProcess">
            <a:avLst/>
          </a:prstGeom>
          <a:solidFill>
            <a:schemeClr val="bg1">
              <a:lumMod val="95000"/>
            </a:schemeClr>
          </a:solidFill>
          <a:ln w="34925">
            <a:solidFill>
              <a:schemeClr val="tx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normAutofit/>
          </a:bodyPr>
          <a:lstStyle/>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Task or tasks that are not being completed to expectations  </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Environmental barrier </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Individual barrier or skill gap </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Interaction between environment and individual barrier</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Calibri"/>
                <a:ea typeface="+mn-ea"/>
                <a:cs typeface="+mn-cs"/>
              </a:rPr>
              <a:t>What strategies have been tried in this environment and how effective have they been?  </a:t>
            </a:r>
          </a:p>
        </p:txBody>
      </p:sp>
      <p:sp>
        <p:nvSpPr>
          <p:cNvPr id="9" name="TextBox 8" descr="Feel free to share examples of these factors in the chat.&#13;&#10;">
            <a:extLst>
              <a:ext uri="{FF2B5EF4-FFF2-40B4-BE49-F238E27FC236}">
                <a16:creationId xmlns:a16="http://schemas.microsoft.com/office/drawing/2014/main" id="{CED22ED8-2C57-5747-94D9-827E43776CE9}"/>
              </a:ext>
            </a:extLst>
          </p:cNvPr>
          <p:cNvSpPr txBox="1"/>
          <p:nvPr/>
        </p:nvSpPr>
        <p:spPr>
          <a:xfrm>
            <a:off x="274083" y="5735708"/>
            <a:ext cx="3185634" cy="707886"/>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Arial Narrow" panose="020B0604020202020204" pitchFamily="34" charset="0"/>
                <a:ea typeface="+mn-ea"/>
                <a:cs typeface="Arial Narrow" panose="020B0604020202020204" pitchFamily="34" charset="0"/>
              </a:rPr>
              <a:t>Feel free to share examples of these factors.</a:t>
            </a:r>
          </a:p>
        </p:txBody>
      </p:sp>
      <p:sp>
        <p:nvSpPr>
          <p:cNvPr id="4" name="Slide Number Placeholder 3">
            <a:extLst>
              <a:ext uri="{FF2B5EF4-FFF2-40B4-BE49-F238E27FC236}">
                <a16:creationId xmlns:a16="http://schemas.microsoft.com/office/drawing/2014/main" id="{CE99AE71-2713-B541-9BCF-C43665ECCE5E}"/>
              </a:ext>
            </a:extLst>
          </p:cNvPr>
          <p:cNvSpPr>
            <a:spLocks noGrp="1"/>
          </p:cNvSpPr>
          <p:nvPr>
            <p:ph type="sldNum" sz="quarter" idx="12"/>
          </p:nvPr>
        </p:nvSpPr>
        <p:spPr>
          <a:xfrm>
            <a:off x="6858000" y="6369051"/>
            <a:ext cx="2133600" cy="365125"/>
          </a:xfrm>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D7CCB52-5D48-470B-B8DA-D8134110C94D}"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35</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ea typeface="Geneva" panose="020B0503030404040204" pitchFamily="34" charset="0"/>
              <a:cs typeface="+mn-cs"/>
            </a:endParaRPr>
          </a:p>
        </p:txBody>
      </p:sp>
      <p:sp>
        <p:nvSpPr>
          <p:cNvPr id="12" name="Rectangle 11">
            <a:extLst>
              <a:ext uri="{C183D7F6-B498-43B3-948B-1728B52AA6E4}">
                <adec:decorative xmlns:adec="http://schemas.microsoft.com/office/drawing/2017/decorative" val="1"/>
              </a:ext>
            </a:extLst>
          </p:cNvPr>
          <p:cNvSpPr/>
          <p:nvPr/>
        </p:nvSpPr>
        <p:spPr>
          <a:xfrm>
            <a:off x="0" y="857250"/>
            <a:ext cx="9144000"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17708695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20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1400"/>
                                        <p:tgtEl>
                                          <p:spTgt spid="11"/>
                                        </p:tgtEl>
                                      </p:cBhvr>
                                    </p:animEffect>
                                  </p:childTnLst>
                                </p:cTn>
                              </p:par>
                              <p:par>
                                <p:cTn id="8" presetID="10" presetClass="entr" presetSubtype="0" fill="hold" grpId="1" nodeType="withEffect">
                                  <p:stCondLst>
                                    <p:cond delay="2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0"/>
                                        <p:tgtEl>
                                          <p:spTgt spid="8"/>
                                        </p:tgtEl>
                                      </p:cBhvr>
                                    </p:animEffect>
                                  </p:childTnLst>
                                </p:cTn>
                              </p:par>
                              <p:par>
                                <p:cTn id="11" presetID="2" presetClass="entr" presetSubtype="8" decel="91000" fill="hold" grpId="0" nodeType="withEffect">
                                  <p:stCondLst>
                                    <p:cond delay="20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1200" fill="hold"/>
                                        <p:tgtEl>
                                          <p:spTgt spid="8"/>
                                        </p:tgtEl>
                                        <p:attrNameLst>
                                          <p:attrName>ppt_x</p:attrName>
                                        </p:attrNameLst>
                                      </p:cBhvr>
                                      <p:tavLst>
                                        <p:tav tm="0">
                                          <p:val>
                                            <p:strVal val="0-#ppt_w/2"/>
                                          </p:val>
                                        </p:tav>
                                        <p:tav tm="100000">
                                          <p:val>
                                            <p:strVal val="#ppt_x"/>
                                          </p:val>
                                        </p:tav>
                                      </p:tavLst>
                                    </p:anim>
                                    <p:anim calcmode="lin" valueType="num">
                                      <p:cBhvr additive="base">
                                        <p:cTn id="14" dur="1200" fill="hold"/>
                                        <p:tgtEl>
                                          <p:spTgt spid="8"/>
                                        </p:tgtEl>
                                        <p:attrNameLst>
                                          <p:attrName>ppt_y</p:attrName>
                                        </p:attrNameLst>
                                      </p:cBhvr>
                                      <p:tavLst>
                                        <p:tav tm="0">
                                          <p:val>
                                            <p:strVal val="#ppt_y"/>
                                          </p:val>
                                        </p:tav>
                                        <p:tav tm="100000">
                                          <p:val>
                                            <p:strVal val="#ppt_y"/>
                                          </p:val>
                                        </p:tav>
                                      </p:tavLst>
                                    </p:anim>
                                  </p:childTnLst>
                                </p:cTn>
                              </p:par>
                              <p:par>
                                <p:cTn id="15" presetID="53" presetClass="entr" presetSubtype="16" fill="hold" grpId="2" nodeType="withEffect">
                                  <p:stCondLst>
                                    <p:cond delay="200"/>
                                  </p:stCondLst>
                                  <p:childTnLst>
                                    <p:set>
                                      <p:cBhvr>
                                        <p:cTn id="16" dur="1" fill="hold">
                                          <p:stCondLst>
                                            <p:cond delay="0"/>
                                          </p:stCondLst>
                                        </p:cTn>
                                        <p:tgtEl>
                                          <p:spTgt spid="8"/>
                                        </p:tgtEl>
                                        <p:attrNameLst>
                                          <p:attrName>style.visibility</p:attrName>
                                        </p:attrNameLst>
                                      </p:cBhvr>
                                      <p:to>
                                        <p:strVal val="visible"/>
                                      </p:to>
                                    </p:set>
                                    <p:anim calcmode="lin" valueType="num">
                                      <p:cBhvr>
                                        <p:cTn id="17" dur="1200" fill="hold"/>
                                        <p:tgtEl>
                                          <p:spTgt spid="8"/>
                                        </p:tgtEl>
                                        <p:attrNameLst>
                                          <p:attrName>ppt_w</p:attrName>
                                        </p:attrNameLst>
                                      </p:cBhvr>
                                      <p:tavLst>
                                        <p:tav tm="0">
                                          <p:val>
                                            <p:fltVal val="0"/>
                                          </p:val>
                                        </p:tav>
                                        <p:tav tm="100000">
                                          <p:val>
                                            <p:strVal val="#ppt_w"/>
                                          </p:val>
                                        </p:tav>
                                      </p:tavLst>
                                    </p:anim>
                                    <p:anim calcmode="lin" valueType="num">
                                      <p:cBhvr>
                                        <p:cTn id="18" dur="1200" fill="hold"/>
                                        <p:tgtEl>
                                          <p:spTgt spid="8"/>
                                        </p:tgtEl>
                                        <p:attrNameLst>
                                          <p:attrName>ppt_h</p:attrName>
                                        </p:attrNameLst>
                                      </p:cBhvr>
                                      <p:tavLst>
                                        <p:tav tm="0">
                                          <p:val>
                                            <p:fltVal val="0"/>
                                          </p:val>
                                        </p:tav>
                                        <p:tav tm="100000">
                                          <p:val>
                                            <p:strVal val="#ppt_h"/>
                                          </p:val>
                                        </p:tav>
                                      </p:tavLst>
                                    </p:anim>
                                    <p:animEffect transition="in" filter="fade">
                                      <p:cBhvr>
                                        <p:cTn id="19" dur="1200"/>
                                        <p:tgtEl>
                                          <p:spTgt spid="8"/>
                                        </p:tgtEl>
                                      </p:cBhvr>
                                    </p:animEffect>
                                  </p:childTnLst>
                                </p:cTn>
                              </p:par>
                              <p:par>
                                <p:cTn id="20" presetID="42" presetClass="entr" presetSubtype="0" fill="hold" grpId="0" nodeType="withEffect">
                                  <p:stCondLst>
                                    <p:cond delay="15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childTnLst>
                          </p:cTn>
                        </p:par>
                        <p:par>
                          <p:cTn id="25" fill="hold">
                            <p:stCondLst>
                              <p:cond delay="3200"/>
                            </p:stCondLst>
                            <p:childTnLst>
                              <p:par>
                                <p:cTn id="26" presetID="53" presetClass="entr" presetSubtype="16"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animEffect transition="in" filter="fade">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8" grpId="0" animBg="1"/>
      <p:bldP spid="8" grpId="1" animBg="1"/>
      <p:bldP spid="8" grpId="2" animBg="1"/>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2" name="Title 1">
            <a:extLst>
              <a:ext uri="{FF2B5EF4-FFF2-40B4-BE49-F238E27FC236}">
                <a16:creationId xmlns:a16="http://schemas.microsoft.com/office/drawing/2014/main" id="{60C7B9AF-67B1-5B45-B3A3-D0BE1D8698A6}"/>
              </a:ext>
            </a:extLst>
          </p:cNvPr>
          <p:cNvSpPr>
            <a:spLocks noGrp="1"/>
          </p:cNvSpPr>
          <p:nvPr>
            <p:ph type="title"/>
          </p:nvPr>
        </p:nvSpPr>
        <p:spPr>
          <a:xfrm>
            <a:off x="121188" y="-1933892"/>
            <a:ext cx="8229600" cy="1143000"/>
          </a:xfrm>
        </p:spPr>
        <p:txBody>
          <a:bodyPr/>
          <a:lstStyle/>
          <a:p>
            <a:r>
              <a:rPr lang="en-US" dirty="0"/>
              <a:t>Narrow the Gap</a:t>
            </a:r>
          </a:p>
        </p:txBody>
      </p:sp>
      <p:sp>
        <p:nvSpPr>
          <p:cNvPr id="15" name="Rectangle 14">
            <a:extLst>
              <a:ext uri="{C183D7F6-B498-43B3-948B-1728B52AA6E4}">
                <adec:decorative xmlns:adec="http://schemas.microsoft.com/office/drawing/2017/decorative" val="1"/>
              </a:ext>
            </a:extLst>
          </p:cNvPr>
          <p:cNvSpPr/>
          <p:nvPr/>
        </p:nvSpPr>
        <p:spPr>
          <a:xfrm flipV="1">
            <a:off x="-12441" y="228600"/>
            <a:ext cx="9156441" cy="5734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CasetăText 103">
            <a:extLst>
              <a:ext uri="{C183D7F6-B498-43B3-948B-1728B52AA6E4}">
                <adec:decorative xmlns:adec="http://schemas.microsoft.com/office/drawing/2017/decorative" val="1"/>
              </a:ext>
            </a:extLst>
          </p:cNvPr>
          <p:cNvSpPr txBox="1"/>
          <p:nvPr/>
        </p:nvSpPr>
        <p:spPr>
          <a:xfrm>
            <a:off x="-152400" y="533400"/>
            <a:ext cx="3124200" cy="1600200"/>
          </a:xfrm>
          <a:prstGeom prst="rect">
            <a:avLst/>
          </a:prstGeom>
          <a:noFill/>
        </p:spPr>
        <p:txBody>
          <a:bodyPr wrap="square" rtlCol="0">
            <a:normAutofit fontScale="92500"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solidFill>
                    <a:prstClr val="black">
                      <a:lumMod val="85000"/>
                      <a:lumOff val="15000"/>
                    </a:prstClr>
                  </a:solidFill>
                </a:ln>
                <a:solidFill>
                  <a:srgbClr val="0070C0">
                    <a:lumMod val="75000"/>
                  </a:srgbClr>
                </a:solidFill>
                <a:effectLst/>
                <a:uLnTx/>
                <a:uFillTx/>
                <a:latin typeface="Calibri"/>
                <a:ea typeface="Geneva" panose="020B0503030404040204" pitchFamily="34" charset="0"/>
                <a:cs typeface="+mn-cs"/>
              </a:rPr>
              <a:t>Narrow the Gap </a:t>
            </a:r>
          </a:p>
        </p:txBody>
      </p:sp>
      <p:sp>
        <p:nvSpPr>
          <p:cNvPr id="11" name="Freeform 33">
            <a:hlinkClick r:id="rId3" action="ppaction://hlinksldjump"/>
            <a:extLst>
              <a:ext uri="{C183D7F6-B498-43B3-948B-1728B52AA6E4}">
                <adec:decorative xmlns:adec="http://schemas.microsoft.com/office/drawing/2017/decorative" val="1"/>
              </a:ext>
            </a:extLst>
          </p:cNvPr>
          <p:cNvSpPr>
            <a:spLocks noEditPoints="1"/>
          </p:cNvSpPr>
          <p:nvPr/>
        </p:nvSpPr>
        <p:spPr bwMode="auto">
          <a:xfrm>
            <a:off x="121188" y="2054241"/>
            <a:ext cx="2393412" cy="3048000"/>
          </a:xfrm>
          <a:custGeom>
            <a:avLst/>
            <a:gdLst>
              <a:gd name="T0" fmla="*/ 106 w 211"/>
              <a:gd name="T1" fmla="*/ 0 h 280"/>
              <a:gd name="T2" fmla="*/ 99 w 211"/>
              <a:gd name="T3" fmla="*/ 0 h 280"/>
              <a:gd name="T4" fmla="*/ 2 w 211"/>
              <a:gd name="T5" fmla="*/ 97 h 280"/>
              <a:gd name="T6" fmla="*/ 25 w 211"/>
              <a:gd name="T7" fmla="*/ 171 h 280"/>
              <a:gd name="T8" fmla="*/ 31 w 211"/>
              <a:gd name="T9" fmla="*/ 189 h 280"/>
              <a:gd name="T10" fmla="*/ 31 w 211"/>
              <a:gd name="T11" fmla="*/ 203 h 280"/>
              <a:gd name="T12" fmla="*/ 37 w 211"/>
              <a:gd name="T13" fmla="*/ 220 h 280"/>
              <a:gd name="T14" fmla="*/ 37 w 211"/>
              <a:gd name="T15" fmla="*/ 253 h 280"/>
              <a:gd name="T16" fmla="*/ 52 w 211"/>
              <a:gd name="T17" fmla="*/ 268 h 280"/>
              <a:gd name="T18" fmla="*/ 74 w 211"/>
              <a:gd name="T19" fmla="*/ 268 h 280"/>
              <a:gd name="T20" fmla="*/ 89 w 211"/>
              <a:gd name="T21" fmla="*/ 280 h 280"/>
              <a:gd name="T22" fmla="*/ 124 w 211"/>
              <a:gd name="T23" fmla="*/ 280 h 280"/>
              <a:gd name="T24" fmla="*/ 138 w 211"/>
              <a:gd name="T25" fmla="*/ 268 h 280"/>
              <a:gd name="T26" fmla="*/ 161 w 211"/>
              <a:gd name="T27" fmla="*/ 268 h 280"/>
              <a:gd name="T28" fmla="*/ 176 w 211"/>
              <a:gd name="T29" fmla="*/ 253 h 280"/>
              <a:gd name="T30" fmla="*/ 176 w 211"/>
              <a:gd name="T31" fmla="*/ 220 h 280"/>
              <a:gd name="T32" fmla="*/ 181 w 211"/>
              <a:gd name="T33" fmla="*/ 203 h 280"/>
              <a:gd name="T34" fmla="*/ 181 w 211"/>
              <a:gd name="T35" fmla="*/ 189 h 280"/>
              <a:gd name="T36" fmla="*/ 188 w 211"/>
              <a:gd name="T37" fmla="*/ 171 h 280"/>
              <a:gd name="T38" fmla="*/ 211 w 211"/>
              <a:gd name="T39" fmla="*/ 105 h 280"/>
              <a:gd name="T40" fmla="*/ 106 w 211"/>
              <a:gd name="T41" fmla="*/ 0 h 280"/>
              <a:gd name="T42" fmla="*/ 114 w 211"/>
              <a:gd name="T43" fmla="*/ 203 h 280"/>
              <a:gd name="T44" fmla="*/ 99 w 211"/>
              <a:gd name="T45" fmla="*/ 203 h 280"/>
              <a:gd name="T46" fmla="*/ 99 w 211"/>
              <a:gd name="T47" fmla="*/ 158 h 280"/>
              <a:gd name="T48" fmla="*/ 114 w 211"/>
              <a:gd name="T49" fmla="*/ 158 h 280"/>
              <a:gd name="T50" fmla="*/ 114 w 211"/>
              <a:gd name="T51" fmla="*/ 203 h 280"/>
              <a:gd name="T52" fmla="*/ 164 w 211"/>
              <a:gd name="T53" fmla="*/ 152 h 280"/>
              <a:gd name="T54" fmla="*/ 151 w 211"/>
              <a:gd name="T55" fmla="*/ 189 h 280"/>
              <a:gd name="T56" fmla="*/ 151 w 211"/>
              <a:gd name="T57" fmla="*/ 203 h 280"/>
              <a:gd name="T58" fmla="*/ 129 w 211"/>
              <a:gd name="T59" fmla="*/ 203 h 280"/>
              <a:gd name="T60" fmla="*/ 129 w 211"/>
              <a:gd name="T61" fmla="*/ 158 h 280"/>
              <a:gd name="T62" fmla="*/ 149 w 211"/>
              <a:gd name="T63" fmla="*/ 131 h 280"/>
              <a:gd name="T64" fmla="*/ 146 w 211"/>
              <a:gd name="T65" fmla="*/ 111 h 280"/>
              <a:gd name="T66" fmla="*/ 132 w 211"/>
              <a:gd name="T67" fmla="*/ 105 h 280"/>
              <a:gd name="T68" fmla="*/ 121 w 211"/>
              <a:gd name="T69" fmla="*/ 110 h 280"/>
              <a:gd name="T70" fmla="*/ 113 w 211"/>
              <a:gd name="T71" fmla="*/ 143 h 280"/>
              <a:gd name="T72" fmla="*/ 99 w 211"/>
              <a:gd name="T73" fmla="*/ 143 h 280"/>
              <a:gd name="T74" fmla="*/ 92 w 211"/>
              <a:gd name="T75" fmla="*/ 110 h 280"/>
              <a:gd name="T76" fmla="*/ 81 w 211"/>
              <a:gd name="T77" fmla="*/ 105 h 280"/>
              <a:gd name="T78" fmla="*/ 67 w 211"/>
              <a:gd name="T79" fmla="*/ 111 h 280"/>
              <a:gd name="T80" fmla="*/ 63 w 211"/>
              <a:gd name="T81" fmla="*/ 131 h 280"/>
              <a:gd name="T82" fmla="*/ 84 w 211"/>
              <a:gd name="T83" fmla="*/ 158 h 280"/>
              <a:gd name="T84" fmla="*/ 84 w 211"/>
              <a:gd name="T85" fmla="*/ 203 h 280"/>
              <a:gd name="T86" fmla="*/ 61 w 211"/>
              <a:gd name="T87" fmla="*/ 203 h 280"/>
              <a:gd name="T88" fmla="*/ 61 w 211"/>
              <a:gd name="T89" fmla="*/ 189 h 280"/>
              <a:gd name="T90" fmla="*/ 48 w 211"/>
              <a:gd name="T91" fmla="*/ 152 h 280"/>
              <a:gd name="T92" fmla="*/ 32 w 211"/>
              <a:gd name="T93" fmla="*/ 99 h 280"/>
              <a:gd name="T94" fmla="*/ 101 w 211"/>
              <a:gd name="T95" fmla="*/ 30 h 280"/>
              <a:gd name="T96" fmla="*/ 106 w 211"/>
              <a:gd name="T97" fmla="*/ 30 h 280"/>
              <a:gd name="T98" fmla="*/ 181 w 211"/>
              <a:gd name="T99" fmla="*/ 105 h 280"/>
              <a:gd name="T100" fmla="*/ 164 w 211"/>
              <a:gd name="T101" fmla="*/ 152 h 280"/>
              <a:gd name="T102" fmla="*/ 128 w 211"/>
              <a:gd name="T103" fmla="*/ 142 h 280"/>
              <a:gd name="T104" fmla="*/ 132 w 211"/>
              <a:gd name="T105" fmla="*/ 120 h 280"/>
              <a:gd name="T106" fmla="*/ 134 w 211"/>
              <a:gd name="T107" fmla="*/ 120 h 280"/>
              <a:gd name="T108" fmla="*/ 135 w 211"/>
              <a:gd name="T109" fmla="*/ 128 h 280"/>
              <a:gd name="T110" fmla="*/ 128 w 211"/>
              <a:gd name="T111" fmla="*/ 142 h 280"/>
              <a:gd name="T112" fmla="*/ 84 w 211"/>
              <a:gd name="T113" fmla="*/ 142 h 280"/>
              <a:gd name="T114" fmla="*/ 78 w 211"/>
              <a:gd name="T115" fmla="*/ 128 h 280"/>
              <a:gd name="T116" fmla="*/ 79 w 211"/>
              <a:gd name="T117" fmla="*/ 120 h 280"/>
              <a:gd name="T118" fmla="*/ 81 w 211"/>
              <a:gd name="T119" fmla="*/ 120 h 280"/>
              <a:gd name="T120" fmla="*/ 84 w 211"/>
              <a:gd name="T121" fmla="*/ 142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1" h="280">
                <a:moveTo>
                  <a:pt x="106" y="0"/>
                </a:moveTo>
                <a:cubicBezTo>
                  <a:pt x="104" y="0"/>
                  <a:pt x="101" y="0"/>
                  <a:pt x="99" y="0"/>
                </a:cubicBezTo>
                <a:cubicBezTo>
                  <a:pt x="47" y="4"/>
                  <a:pt x="5" y="46"/>
                  <a:pt x="2" y="97"/>
                </a:cubicBezTo>
                <a:cubicBezTo>
                  <a:pt x="0" y="125"/>
                  <a:pt x="9" y="151"/>
                  <a:pt x="25" y="171"/>
                </a:cubicBezTo>
                <a:cubicBezTo>
                  <a:pt x="29" y="176"/>
                  <a:pt x="31" y="183"/>
                  <a:pt x="31" y="189"/>
                </a:cubicBezTo>
                <a:cubicBezTo>
                  <a:pt x="31" y="203"/>
                  <a:pt x="31" y="203"/>
                  <a:pt x="31" y="203"/>
                </a:cubicBezTo>
                <a:cubicBezTo>
                  <a:pt x="31" y="210"/>
                  <a:pt x="33" y="216"/>
                  <a:pt x="37" y="220"/>
                </a:cubicBezTo>
                <a:cubicBezTo>
                  <a:pt x="37" y="253"/>
                  <a:pt x="37" y="253"/>
                  <a:pt x="37" y="253"/>
                </a:cubicBezTo>
                <a:cubicBezTo>
                  <a:pt x="37" y="261"/>
                  <a:pt x="43" y="268"/>
                  <a:pt x="52" y="268"/>
                </a:cubicBezTo>
                <a:cubicBezTo>
                  <a:pt x="74" y="268"/>
                  <a:pt x="74" y="268"/>
                  <a:pt x="74" y="268"/>
                </a:cubicBezTo>
                <a:cubicBezTo>
                  <a:pt x="76" y="275"/>
                  <a:pt x="82" y="280"/>
                  <a:pt x="89" y="280"/>
                </a:cubicBezTo>
                <a:cubicBezTo>
                  <a:pt x="124" y="280"/>
                  <a:pt x="124" y="280"/>
                  <a:pt x="124" y="280"/>
                </a:cubicBezTo>
                <a:cubicBezTo>
                  <a:pt x="131" y="280"/>
                  <a:pt x="137" y="275"/>
                  <a:pt x="138" y="268"/>
                </a:cubicBezTo>
                <a:cubicBezTo>
                  <a:pt x="161" y="268"/>
                  <a:pt x="161" y="268"/>
                  <a:pt x="161" y="268"/>
                </a:cubicBezTo>
                <a:cubicBezTo>
                  <a:pt x="169" y="268"/>
                  <a:pt x="176" y="261"/>
                  <a:pt x="176" y="253"/>
                </a:cubicBezTo>
                <a:cubicBezTo>
                  <a:pt x="176" y="220"/>
                  <a:pt x="176" y="220"/>
                  <a:pt x="176" y="220"/>
                </a:cubicBezTo>
                <a:cubicBezTo>
                  <a:pt x="179" y="216"/>
                  <a:pt x="181" y="210"/>
                  <a:pt x="181" y="203"/>
                </a:cubicBezTo>
                <a:cubicBezTo>
                  <a:pt x="181" y="189"/>
                  <a:pt x="181" y="189"/>
                  <a:pt x="181" y="189"/>
                </a:cubicBezTo>
                <a:cubicBezTo>
                  <a:pt x="181" y="183"/>
                  <a:pt x="183" y="176"/>
                  <a:pt x="188" y="171"/>
                </a:cubicBezTo>
                <a:cubicBezTo>
                  <a:pt x="202" y="153"/>
                  <a:pt x="211" y="130"/>
                  <a:pt x="211" y="105"/>
                </a:cubicBezTo>
                <a:cubicBezTo>
                  <a:pt x="211" y="47"/>
                  <a:pt x="164" y="0"/>
                  <a:pt x="106" y="0"/>
                </a:cubicBezTo>
                <a:close/>
                <a:moveTo>
                  <a:pt x="114" y="203"/>
                </a:moveTo>
                <a:cubicBezTo>
                  <a:pt x="99" y="203"/>
                  <a:pt x="99" y="203"/>
                  <a:pt x="99" y="203"/>
                </a:cubicBezTo>
                <a:cubicBezTo>
                  <a:pt x="99" y="158"/>
                  <a:pt x="99" y="158"/>
                  <a:pt x="99" y="158"/>
                </a:cubicBezTo>
                <a:cubicBezTo>
                  <a:pt x="114" y="158"/>
                  <a:pt x="114" y="158"/>
                  <a:pt x="114" y="158"/>
                </a:cubicBezTo>
                <a:lnTo>
                  <a:pt x="114" y="203"/>
                </a:lnTo>
                <a:close/>
                <a:moveTo>
                  <a:pt x="164" y="152"/>
                </a:moveTo>
                <a:cubicBezTo>
                  <a:pt x="156" y="162"/>
                  <a:pt x="151" y="176"/>
                  <a:pt x="151" y="189"/>
                </a:cubicBezTo>
                <a:cubicBezTo>
                  <a:pt x="151" y="203"/>
                  <a:pt x="151" y="203"/>
                  <a:pt x="151" y="203"/>
                </a:cubicBezTo>
                <a:cubicBezTo>
                  <a:pt x="129" y="203"/>
                  <a:pt x="129" y="203"/>
                  <a:pt x="129" y="203"/>
                </a:cubicBezTo>
                <a:cubicBezTo>
                  <a:pt x="129" y="158"/>
                  <a:pt x="129" y="158"/>
                  <a:pt x="129" y="158"/>
                </a:cubicBezTo>
                <a:cubicBezTo>
                  <a:pt x="143" y="155"/>
                  <a:pt x="148" y="136"/>
                  <a:pt x="149" y="131"/>
                </a:cubicBezTo>
                <a:cubicBezTo>
                  <a:pt x="149" y="130"/>
                  <a:pt x="152" y="119"/>
                  <a:pt x="146" y="111"/>
                </a:cubicBezTo>
                <a:cubicBezTo>
                  <a:pt x="144" y="108"/>
                  <a:pt x="139" y="105"/>
                  <a:pt x="132" y="105"/>
                </a:cubicBezTo>
                <a:cubicBezTo>
                  <a:pt x="127" y="105"/>
                  <a:pt x="124" y="106"/>
                  <a:pt x="121" y="110"/>
                </a:cubicBezTo>
                <a:cubicBezTo>
                  <a:pt x="114" y="117"/>
                  <a:pt x="113" y="131"/>
                  <a:pt x="113" y="143"/>
                </a:cubicBezTo>
                <a:cubicBezTo>
                  <a:pt x="99" y="143"/>
                  <a:pt x="99" y="143"/>
                  <a:pt x="99" y="143"/>
                </a:cubicBezTo>
                <a:cubicBezTo>
                  <a:pt x="100" y="131"/>
                  <a:pt x="98" y="117"/>
                  <a:pt x="92" y="110"/>
                </a:cubicBezTo>
                <a:cubicBezTo>
                  <a:pt x="89" y="106"/>
                  <a:pt x="85" y="105"/>
                  <a:pt x="81" y="105"/>
                </a:cubicBezTo>
                <a:cubicBezTo>
                  <a:pt x="73" y="105"/>
                  <a:pt x="69" y="108"/>
                  <a:pt x="67" y="111"/>
                </a:cubicBezTo>
                <a:cubicBezTo>
                  <a:pt x="61" y="119"/>
                  <a:pt x="63" y="130"/>
                  <a:pt x="63" y="131"/>
                </a:cubicBezTo>
                <a:cubicBezTo>
                  <a:pt x="64" y="135"/>
                  <a:pt x="70" y="155"/>
                  <a:pt x="84" y="158"/>
                </a:cubicBezTo>
                <a:cubicBezTo>
                  <a:pt x="84" y="203"/>
                  <a:pt x="84" y="203"/>
                  <a:pt x="84" y="203"/>
                </a:cubicBezTo>
                <a:cubicBezTo>
                  <a:pt x="61" y="203"/>
                  <a:pt x="61" y="203"/>
                  <a:pt x="61" y="203"/>
                </a:cubicBezTo>
                <a:cubicBezTo>
                  <a:pt x="61" y="189"/>
                  <a:pt x="61" y="189"/>
                  <a:pt x="61" y="189"/>
                </a:cubicBezTo>
                <a:cubicBezTo>
                  <a:pt x="61" y="176"/>
                  <a:pt x="57" y="162"/>
                  <a:pt x="48" y="152"/>
                </a:cubicBezTo>
                <a:cubicBezTo>
                  <a:pt x="36" y="137"/>
                  <a:pt x="30" y="118"/>
                  <a:pt x="32" y="99"/>
                </a:cubicBezTo>
                <a:cubicBezTo>
                  <a:pt x="34" y="62"/>
                  <a:pt x="64" y="32"/>
                  <a:pt x="101" y="30"/>
                </a:cubicBezTo>
                <a:cubicBezTo>
                  <a:pt x="103" y="30"/>
                  <a:pt x="105" y="30"/>
                  <a:pt x="106" y="30"/>
                </a:cubicBezTo>
                <a:cubicBezTo>
                  <a:pt x="148" y="30"/>
                  <a:pt x="181" y="63"/>
                  <a:pt x="181" y="105"/>
                </a:cubicBezTo>
                <a:cubicBezTo>
                  <a:pt x="181" y="122"/>
                  <a:pt x="175" y="138"/>
                  <a:pt x="164" y="152"/>
                </a:cubicBezTo>
                <a:close/>
                <a:moveTo>
                  <a:pt x="128" y="142"/>
                </a:moveTo>
                <a:cubicBezTo>
                  <a:pt x="128" y="131"/>
                  <a:pt x="130" y="122"/>
                  <a:pt x="132" y="120"/>
                </a:cubicBezTo>
                <a:cubicBezTo>
                  <a:pt x="133" y="120"/>
                  <a:pt x="134" y="120"/>
                  <a:pt x="134" y="120"/>
                </a:cubicBezTo>
                <a:cubicBezTo>
                  <a:pt x="135" y="122"/>
                  <a:pt x="135" y="126"/>
                  <a:pt x="135" y="128"/>
                </a:cubicBezTo>
                <a:cubicBezTo>
                  <a:pt x="133" y="134"/>
                  <a:pt x="130" y="139"/>
                  <a:pt x="128" y="142"/>
                </a:cubicBezTo>
                <a:close/>
                <a:moveTo>
                  <a:pt x="84" y="142"/>
                </a:moveTo>
                <a:cubicBezTo>
                  <a:pt x="82" y="139"/>
                  <a:pt x="79" y="134"/>
                  <a:pt x="78" y="128"/>
                </a:cubicBezTo>
                <a:cubicBezTo>
                  <a:pt x="78" y="126"/>
                  <a:pt x="77" y="122"/>
                  <a:pt x="79" y="120"/>
                </a:cubicBezTo>
                <a:cubicBezTo>
                  <a:pt x="79" y="120"/>
                  <a:pt x="80" y="120"/>
                  <a:pt x="81" y="120"/>
                </a:cubicBezTo>
                <a:cubicBezTo>
                  <a:pt x="83" y="122"/>
                  <a:pt x="84" y="131"/>
                  <a:pt x="84" y="142"/>
                </a:cubicBezTo>
                <a:close/>
              </a:path>
            </a:pathLst>
          </a:custGeom>
          <a:solidFill>
            <a:schemeClr val="accent1">
              <a:lumMod val="75000"/>
            </a:schemeClr>
          </a:solidFill>
          <a:ln w="34925">
            <a:noFill/>
          </a:ln>
          <a:effectLst>
            <a:innerShdw blurRad="63500" dist="50800" dir="13500000">
              <a:prstClr val="black">
                <a:alpha val="50000"/>
              </a:prstClr>
            </a:inn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
        <p:nvSpPr>
          <p:cNvPr id="8" name="Flowchart: Alternate Process 7" descr="Necessary skills &amp; training needs &#13;&#10;Costs associated with tech &#13;&#10;Could the tech be distracting or isolating? &#13;&#10;Safety or security concerns &#13;&#10;Supports available to assist&#13;&#10;Is the tech adaptable?&#13;&#10;Who will own the technology? &#13;&#10;How will the tech be transported?&#13;&#10;Availability of a demo or trial&#13;&#10;Accessibility features &#13;&#10;Is tech associated with a request for an accommodation?&#13;&#10;Age appropriateness &#13;&#10;"/>
          <p:cNvSpPr/>
          <p:nvPr/>
        </p:nvSpPr>
        <p:spPr>
          <a:xfrm>
            <a:off x="3155413" y="431022"/>
            <a:ext cx="5867399" cy="6294438"/>
          </a:xfrm>
          <a:prstGeom prst="flowChartAlternateProcess">
            <a:avLst/>
          </a:prstGeom>
          <a:solidFill>
            <a:schemeClr val="bg1">
              <a:lumMod val="95000"/>
            </a:schemeClr>
          </a:solidFill>
          <a:ln w="34925">
            <a:solidFill>
              <a:schemeClr val="tx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Necessary skills &amp; </a:t>
            </a: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training needs </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Costs associated with tech </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Could the tech be distracting or isolating? </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Safety </a:t>
            </a: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or security concerns </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Supports available to assist</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Is the tech adaptable?</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Who will own the technology? </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How will the tech be transported?</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Availability of a demo or trial</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Accessibility features </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Is tech associated with a request for an accommodation?</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rPr>
              <a:t>Age appropriateness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1200" cap="none" spc="0" normalizeH="0" baseline="0" noProof="0" dirty="0">
              <a:ln>
                <a:noFill/>
              </a:ln>
              <a:solidFill>
                <a:prstClr val="black">
                  <a:lumMod val="95000"/>
                  <a:lumOff val="5000"/>
                </a:prstClr>
              </a:solidFill>
              <a:effectLst/>
              <a:uLnTx/>
              <a:uFillTx/>
              <a:latin typeface="Calibri"/>
              <a:ea typeface="+mn-ea"/>
              <a:cs typeface="+mn-cs"/>
            </a:endParaRPr>
          </a:p>
        </p:txBody>
      </p:sp>
      <p:sp>
        <p:nvSpPr>
          <p:cNvPr id="9" name="TextBox 8" descr="Feel free to share examples of these factors in the chat.&#13;&#10;">
            <a:extLst>
              <a:ext uri="{FF2B5EF4-FFF2-40B4-BE49-F238E27FC236}">
                <a16:creationId xmlns:a16="http://schemas.microsoft.com/office/drawing/2014/main" id="{E48162E2-6F3F-4640-BE81-924B4760C4D4}"/>
              </a:ext>
            </a:extLst>
          </p:cNvPr>
          <p:cNvSpPr txBox="1"/>
          <p:nvPr/>
        </p:nvSpPr>
        <p:spPr>
          <a:xfrm>
            <a:off x="121188" y="5556410"/>
            <a:ext cx="2789238" cy="707886"/>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Arial Narrow" panose="020B0604020202020204" pitchFamily="34" charset="0"/>
                <a:ea typeface="+mn-ea"/>
                <a:cs typeface="Arial Narrow" panose="020B0604020202020204" pitchFamily="34" charset="0"/>
              </a:rPr>
              <a:t>Feel free to share examples of these factors.</a:t>
            </a:r>
          </a:p>
        </p:txBody>
      </p:sp>
      <p:sp>
        <p:nvSpPr>
          <p:cNvPr id="3" name="Slide Number Placeholder 2">
            <a:extLst>
              <a:ext uri="{FF2B5EF4-FFF2-40B4-BE49-F238E27FC236}">
                <a16:creationId xmlns:a16="http://schemas.microsoft.com/office/drawing/2014/main" id="{5175B3BD-DA6E-BE4B-A22C-AC55B7E1D04E}"/>
              </a:ext>
            </a:extLst>
          </p:cNvPr>
          <p:cNvSpPr>
            <a:spLocks noGrp="1"/>
          </p:cNvSpPr>
          <p:nvPr>
            <p:ph type="sldNum" sz="quarter" idx="12"/>
          </p:nvPr>
        </p:nvSpPr>
        <p:spPr>
          <a:xfrm>
            <a:off x="7001164" y="6492875"/>
            <a:ext cx="2133600" cy="365125"/>
          </a:xfrm>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D7CCB52-5D48-470B-B8DA-D8134110C94D}"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36</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88697954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20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1400"/>
                                        <p:tgtEl>
                                          <p:spTgt spid="11"/>
                                        </p:tgtEl>
                                      </p:cBhvr>
                                    </p:animEffect>
                                  </p:childTnLst>
                                </p:cTn>
                              </p:par>
                              <p:par>
                                <p:cTn id="8" presetID="10" presetClass="entr" presetSubtype="0" fill="hold" grpId="1" nodeType="withEffect">
                                  <p:stCondLst>
                                    <p:cond delay="2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0"/>
                                        <p:tgtEl>
                                          <p:spTgt spid="8"/>
                                        </p:tgtEl>
                                      </p:cBhvr>
                                    </p:animEffect>
                                  </p:childTnLst>
                                </p:cTn>
                              </p:par>
                              <p:par>
                                <p:cTn id="11" presetID="2" presetClass="entr" presetSubtype="8" decel="91000" fill="hold" grpId="0" nodeType="withEffect">
                                  <p:stCondLst>
                                    <p:cond delay="20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1200" fill="hold"/>
                                        <p:tgtEl>
                                          <p:spTgt spid="8"/>
                                        </p:tgtEl>
                                        <p:attrNameLst>
                                          <p:attrName>ppt_x</p:attrName>
                                        </p:attrNameLst>
                                      </p:cBhvr>
                                      <p:tavLst>
                                        <p:tav tm="0">
                                          <p:val>
                                            <p:strVal val="0-#ppt_w/2"/>
                                          </p:val>
                                        </p:tav>
                                        <p:tav tm="100000">
                                          <p:val>
                                            <p:strVal val="#ppt_x"/>
                                          </p:val>
                                        </p:tav>
                                      </p:tavLst>
                                    </p:anim>
                                    <p:anim calcmode="lin" valueType="num">
                                      <p:cBhvr additive="base">
                                        <p:cTn id="14" dur="1200" fill="hold"/>
                                        <p:tgtEl>
                                          <p:spTgt spid="8"/>
                                        </p:tgtEl>
                                        <p:attrNameLst>
                                          <p:attrName>ppt_y</p:attrName>
                                        </p:attrNameLst>
                                      </p:cBhvr>
                                      <p:tavLst>
                                        <p:tav tm="0">
                                          <p:val>
                                            <p:strVal val="#ppt_y"/>
                                          </p:val>
                                        </p:tav>
                                        <p:tav tm="100000">
                                          <p:val>
                                            <p:strVal val="#ppt_y"/>
                                          </p:val>
                                        </p:tav>
                                      </p:tavLst>
                                    </p:anim>
                                  </p:childTnLst>
                                </p:cTn>
                              </p:par>
                              <p:par>
                                <p:cTn id="15" presetID="53" presetClass="entr" presetSubtype="16" fill="hold" grpId="2" nodeType="withEffect">
                                  <p:stCondLst>
                                    <p:cond delay="200"/>
                                  </p:stCondLst>
                                  <p:childTnLst>
                                    <p:set>
                                      <p:cBhvr>
                                        <p:cTn id="16" dur="1" fill="hold">
                                          <p:stCondLst>
                                            <p:cond delay="0"/>
                                          </p:stCondLst>
                                        </p:cTn>
                                        <p:tgtEl>
                                          <p:spTgt spid="8"/>
                                        </p:tgtEl>
                                        <p:attrNameLst>
                                          <p:attrName>style.visibility</p:attrName>
                                        </p:attrNameLst>
                                      </p:cBhvr>
                                      <p:to>
                                        <p:strVal val="visible"/>
                                      </p:to>
                                    </p:set>
                                    <p:anim calcmode="lin" valueType="num">
                                      <p:cBhvr>
                                        <p:cTn id="17" dur="1200" fill="hold"/>
                                        <p:tgtEl>
                                          <p:spTgt spid="8"/>
                                        </p:tgtEl>
                                        <p:attrNameLst>
                                          <p:attrName>ppt_w</p:attrName>
                                        </p:attrNameLst>
                                      </p:cBhvr>
                                      <p:tavLst>
                                        <p:tav tm="0">
                                          <p:val>
                                            <p:fltVal val="0"/>
                                          </p:val>
                                        </p:tav>
                                        <p:tav tm="100000">
                                          <p:val>
                                            <p:strVal val="#ppt_w"/>
                                          </p:val>
                                        </p:tav>
                                      </p:tavLst>
                                    </p:anim>
                                    <p:anim calcmode="lin" valueType="num">
                                      <p:cBhvr>
                                        <p:cTn id="18" dur="1200" fill="hold"/>
                                        <p:tgtEl>
                                          <p:spTgt spid="8"/>
                                        </p:tgtEl>
                                        <p:attrNameLst>
                                          <p:attrName>ppt_h</p:attrName>
                                        </p:attrNameLst>
                                      </p:cBhvr>
                                      <p:tavLst>
                                        <p:tav tm="0">
                                          <p:val>
                                            <p:fltVal val="0"/>
                                          </p:val>
                                        </p:tav>
                                        <p:tav tm="100000">
                                          <p:val>
                                            <p:strVal val="#ppt_h"/>
                                          </p:val>
                                        </p:tav>
                                      </p:tavLst>
                                    </p:anim>
                                    <p:animEffect transition="in" filter="fade">
                                      <p:cBhvr>
                                        <p:cTn id="19" dur="1200"/>
                                        <p:tgtEl>
                                          <p:spTgt spid="8"/>
                                        </p:tgtEl>
                                      </p:cBhvr>
                                    </p:animEffect>
                                  </p:childTnLst>
                                </p:cTn>
                              </p:par>
                              <p:par>
                                <p:cTn id="20" presetID="42" presetClass="entr" presetSubtype="0" fill="hold" grpId="0" nodeType="withEffect">
                                  <p:stCondLst>
                                    <p:cond delay="15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childTnLst>
                          </p:cTn>
                        </p:par>
                        <p:par>
                          <p:cTn id="25" fill="hold">
                            <p:stCondLst>
                              <p:cond delay="3200"/>
                            </p:stCondLst>
                            <p:childTnLst>
                              <p:par>
                                <p:cTn id="26" presetID="53" presetClass="entr" presetSubtype="16"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animEffect transition="in" filter="fade">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8" grpId="0" animBg="1"/>
      <p:bldP spid="8" grpId="1" animBg="1"/>
      <p:bldP spid="8" grpId="2" animBg="1"/>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pattFill prst="pct5">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12" name="Rectangle 11">
            <a:extLs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Geneva" panose="020B0503030404040204" pitchFamily="34" charset="0"/>
              <a:cs typeface="+mn-cs"/>
            </a:endParaRPr>
          </a:p>
        </p:txBody>
      </p:sp>
      <p:sp>
        <p:nvSpPr>
          <p:cNvPr id="2" name="Title 1">
            <a:extLst>
              <a:ext uri="{FF2B5EF4-FFF2-40B4-BE49-F238E27FC236}">
                <a16:creationId xmlns:a16="http://schemas.microsoft.com/office/drawing/2014/main" id="{CBA576FB-D58C-2641-A5AC-9E0F1E4D65C6}"/>
              </a:ext>
            </a:extLst>
          </p:cNvPr>
          <p:cNvSpPr>
            <a:spLocks noGrp="1"/>
          </p:cNvSpPr>
          <p:nvPr>
            <p:ph type="title"/>
          </p:nvPr>
        </p:nvSpPr>
        <p:spPr>
          <a:xfrm>
            <a:off x="228600" y="-1697632"/>
            <a:ext cx="8229600" cy="1143000"/>
          </a:xfrm>
        </p:spPr>
        <p:txBody>
          <a:bodyPr/>
          <a:lstStyle/>
          <a:p>
            <a:r>
              <a:rPr lang="en-US" dirty="0"/>
              <a:t>Implement</a:t>
            </a:r>
            <a:r>
              <a:rPr lang="en-US" baseline="0" dirty="0"/>
              <a:t> &amp; Evaluate</a:t>
            </a:r>
            <a:endParaRPr lang="en-US" dirty="0"/>
          </a:p>
        </p:txBody>
      </p:sp>
      <p:sp>
        <p:nvSpPr>
          <p:cNvPr id="13" name="Rectangle 12">
            <a:extLst>
              <a:ext uri="{C183D7F6-B498-43B3-948B-1728B52AA6E4}">
                <adec:decorative xmlns:adec="http://schemas.microsoft.com/office/drawing/2017/decorative" val="1"/>
              </a:ext>
            </a:extLst>
          </p:cNvPr>
          <p:cNvSpPr/>
          <p:nvPr/>
        </p:nvSpPr>
        <p:spPr>
          <a:xfrm flipV="1">
            <a:off x="1" y="304800"/>
            <a:ext cx="9156441" cy="5734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CasetăText 103">
            <a:extLst>
              <a:ext uri="{C183D7F6-B498-43B3-948B-1728B52AA6E4}">
                <adec:decorative xmlns:adec="http://schemas.microsoft.com/office/drawing/2017/decorative" val="1"/>
              </a:ext>
            </a:extLst>
          </p:cNvPr>
          <p:cNvSpPr txBox="1"/>
          <p:nvPr/>
        </p:nvSpPr>
        <p:spPr>
          <a:xfrm>
            <a:off x="0" y="533400"/>
            <a:ext cx="3276600" cy="1151930"/>
          </a:xfrm>
          <a:prstGeom prst="rect">
            <a:avLst/>
          </a:prstGeom>
          <a:noFill/>
        </p:spPr>
        <p:txBody>
          <a:bodyPr wrap="square" rtlCol="0">
            <a:normAutofit fontScale="77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solidFill>
                    <a:prstClr val="black">
                      <a:lumMod val="85000"/>
                      <a:lumOff val="15000"/>
                    </a:prstClr>
                  </a:solidFill>
                </a:ln>
                <a:solidFill>
                  <a:prstClr val="white">
                    <a:lumMod val="50000"/>
                  </a:prstClr>
                </a:solidFill>
                <a:effectLst/>
                <a:uLnTx/>
                <a:uFillTx/>
                <a:latin typeface="Calibri"/>
                <a:ea typeface="Geneva" panose="020B0503030404040204" pitchFamily="34" charset="0"/>
                <a:cs typeface="+mn-cs"/>
              </a:rPr>
              <a:t>Implement &amp; Evaluate </a:t>
            </a:r>
          </a:p>
        </p:txBody>
      </p:sp>
      <p:sp>
        <p:nvSpPr>
          <p:cNvPr id="14" name="Freeform 33">
            <a:hlinkClick r:id="rId3" action="ppaction://hlinksldjump"/>
            <a:extLst>
              <a:ext uri="{C183D7F6-B498-43B3-948B-1728B52AA6E4}">
                <adec:decorative xmlns:adec="http://schemas.microsoft.com/office/drawing/2017/decorative" val="1"/>
              </a:ext>
            </a:extLst>
          </p:cNvPr>
          <p:cNvSpPr>
            <a:spLocks noEditPoints="1"/>
          </p:cNvSpPr>
          <p:nvPr/>
        </p:nvSpPr>
        <p:spPr bwMode="auto">
          <a:xfrm>
            <a:off x="228600" y="1711940"/>
            <a:ext cx="2651760" cy="3291840"/>
          </a:xfrm>
          <a:custGeom>
            <a:avLst/>
            <a:gdLst>
              <a:gd name="T0" fmla="*/ 106 w 211"/>
              <a:gd name="T1" fmla="*/ 0 h 280"/>
              <a:gd name="T2" fmla="*/ 99 w 211"/>
              <a:gd name="T3" fmla="*/ 0 h 280"/>
              <a:gd name="T4" fmla="*/ 2 w 211"/>
              <a:gd name="T5" fmla="*/ 97 h 280"/>
              <a:gd name="T6" fmla="*/ 25 w 211"/>
              <a:gd name="T7" fmla="*/ 171 h 280"/>
              <a:gd name="T8" fmla="*/ 31 w 211"/>
              <a:gd name="T9" fmla="*/ 189 h 280"/>
              <a:gd name="T10" fmla="*/ 31 w 211"/>
              <a:gd name="T11" fmla="*/ 203 h 280"/>
              <a:gd name="T12" fmla="*/ 37 w 211"/>
              <a:gd name="T13" fmla="*/ 220 h 280"/>
              <a:gd name="T14" fmla="*/ 37 w 211"/>
              <a:gd name="T15" fmla="*/ 253 h 280"/>
              <a:gd name="T16" fmla="*/ 52 w 211"/>
              <a:gd name="T17" fmla="*/ 268 h 280"/>
              <a:gd name="T18" fmla="*/ 74 w 211"/>
              <a:gd name="T19" fmla="*/ 268 h 280"/>
              <a:gd name="T20" fmla="*/ 89 w 211"/>
              <a:gd name="T21" fmla="*/ 280 h 280"/>
              <a:gd name="T22" fmla="*/ 124 w 211"/>
              <a:gd name="T23" fmla="*/ 280 h 280"/>
              <a:gd name="T24" fmla="*/ 138 w 211"/>
              <a:gd name="T25" fmla="*/ 268 h 280"/>
              <a:gd name="T26" fmla="*/ 161 w 211"/>
              <a:gd name="T27" fmla="*/ 268 h 280"/>
              <a:gd name="T28" fmla="*/ 176 w 211"/>
              <a:gd name="T29" fmla="*/ 253 h 280"/>
              <a:gd name="T30" fmla="*/ 176 w 211"/>
              <a:gd name="T31" fmla="*/ 220 h 280"/>
              <a:gd name="T32" fmla="*/ 181 w 211"/>
              <a:gd name="T33" fmla="*/ 203 h 280"/>
              <a:gd name="T34" fmla="*/ 181 w 211"/>
              <a:gd name="T35" fmla="*/ 189 h 280"/>
              <a:gd name="T36" fmla="*/ 188 w 211"/>
              <a:gd name="T37" fmla="*/ 171 h 280"/>
              <a:gd name="T38" fmla="*/ 211 w 211"/>
              <a:gd name="T39" fmla="*/ 105 h 280"/>
              <a:gd name="T40" fmla="*/ 106 w 211"/>
              <a:gd name="T41" fmla="*/ 0 h 280"/>
              <a:gd name="T42" fmla="*/ 114 w 211"/>
              <a:gd name="T43" fmla="*/ 203 h 280"/>
              <a:gd name="T44" fmla="*/ 99 w 211"/>
              <a:gd name="T45" fmla="*/ 203 h 280"/>
              <a:gd name="T46" fmla="*/ 99 w 211"/>
              <a:gd name="T47" fmla="*/ 158 h 280"/>
              <a:gd name="T48" fmla="*/ 114 w 211"/>
              <a:gd name="T49" fmla="*/ 158 h 280"/>
              <a:gd name="T50" fmla="*/ 114 w 211"/>
              <a:gd name="T51" fmla="*/ 203 h 280"/>
              <a:gd name="T52" fmla="*/ 164 w 211"/>
              <a:gd name="T53" fmla="*/ 152 h 280"/>
              <a:gd name="T54" fmla="*/ 151 w 211"/>
              <a:gd name="T55" fmla="*/ 189 h 280"/>
              <a:gd name="T56" fmla="*/ 151 w 211"/>
              <a:gd name="T57" fmla="*/ 203 h 280"/>
              <a:gd name="T58" fmla="*/ 129 w 211"/>
              <a:gd name="T59" fmla="*/ 203 h 280"/>
              <a:gd name="T60" fmla="*/ 129 w 211"/>
              <a:gd name="T61" fmla="*/ 158 h 280"/>
              <a:gd name="T62" fmla="*/ 149 w 211"/>
              <a:gd name="T63" fmla="*/ 131 h 280"/>
              <a:gd name="T64" fmla="*/ 146 w 211"/>
              <a:gd name="T65" fmla="*/ 111 h 280"/>
              <a:gd name="T66" fmla="*/ 132 w 211"/>
              <a:gd name="T67" fmla="*/ 105 h 280"/>
              <a:gd name="T68" fmla="*/ 121 w 211"/>
              <a:gd name="T69" fmla="*/ 110 h 280"/>
              <a:gd name="T70" fmla="*/ 113 w 211"/>
              <a:gd name="T71" fmla="*/ 143 h 280"/>
              <a:gd name="T72" fmla="*/ 99 w 211"/>
              <a:gd name="T73" fmla="*/ 143 h 280"/>
              <a:gd name="T74" fmla="*/ 92 w 211"/>
              <a:gd name="T75" fmla="*/ 110 h 280"/>
              <a:gd name="T76" fmla="*/ 81 w 211"/>
              <a:gd name="T77" fmla="*/ 105 h 280"/>
              <a:gd name="T78" fmla="*/ 67 w 211"/>
              <a:gd name="T79" fmla="*/ 111 h 280"/>
              <a:gd name="T80" fmla="*/ 63 w 211"/>
              <a:gd name="T81" fmla="*/ 131 h 280"/>
              <a:gd name="T82" fmla="*/ 84 w 211"/>
              <a:gd name="T83" fmla="*/ 158 h 280"/>
              <a:gd name="T84" fmla="*/ 84 w 211"/>
              <a:gd name="T85" fmla="*/ 203 h 280"/>
              <a:gd name="T86" fmla="*/ 61 w 211"/>
              <a:gd name="T87" fmla="*/ 203 h 280"/>
              <a:gd name="T88" fmla="*/ 61 w 211"/>
              <a:gd name="T89" fmla="*/ 189 h 280"/>
              <a:gd name="T90" fmla="*/ 48 w 211"/>
              <a:gd name="T91" fmla="*/ 152 h 280"/>
              <a:gd name="T92" fmla="*/ 32 w 211"/>
              <a:gd name="T93" fmla="*/ 99 h 280"/>
              <a:gd name="T94" fmla="*/ 101 w 211"/>
              <a:gd name="T95" fmla="*/ 30 h 280"/>
              <a:gd name="T96" fmla="*/ 106 w 211"/>
              <a:gd name="T97" fmla="*/ 30 h 280"/>
              <a:gd name="T98" fmla="*/ 181 w 211"/>
              <a:gd name="T99" fmla="*/ 105 h 280"/>
              <a:gd name="T100" fmla="*/ 164 w 211"/>
              <a:gd name="T101" fmla="*/ 152 h 280"/>
              <a:gd name="T102" fmla="*/ 128 w 211"/>
              <a:gd name="T103" fmla="*/ 142 h 280"/>
              <a:gd name="T104" fmla="*/ 132 w 211"/>
              <a:gd name="T105" fmla="*/ 120 h 280"/>
              <a:gd name="T106" fmla="*/ 134 w 211"/>
              <a:gd name="T107" fmla="*/ 120 h 280"/>
              <a:gd name="T108" fmla="*/ 135 w 211"/>
              <a:gd name="T109" fmla="*/ 128 h 280"/>
              <a:gd name="T110" fmla="*/ 128 w 211"/>
              <a:gd name="T111" fmla="*/ 142 h 280"/>
              <a:gd name="T112" fmla="*/ 84 w 211"/>
              <a:gd name="T113" fmla="*/ 142 h 280"/>
              <a:gd name="T114" fmla="*/ 78 w 211"/>
              <a:gd name="T115" fmla="*/ 128 h 280"/>
              <a:gd name="T116" fmla="*/ 79 w 211"/>
              <a:gd name="T117" fmla="*/ 120 h 280"/>
              <a:gd name="T118" fmla="*/ 81 w 211"/>
              <a:gd name="T119" fmla="*/ 120 h 280"/>
              <a:gd name="T120" fmla="*/ 84 w 211"/>
              <a:gd name="T121" fmla="*/ 142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1" h="280">
                <a:moveTo>
                  <a:pt x="106" y="0"/>
                </a:moveTo>
                <a:cubicBezTo>
                  <a:pt x="104" y="0"/>
                  <a:pt x="101" y="0"/>
                  <a:pt x="99" y="0"/>
                </a:cubicBezTo>
                <a:cubicBezTo>
                  <a:pt x="47" y="4"/>
                  <a:pt x="5" y="46"/>
                  <a:pt x="2" y="97"/>
                </a:cubicBezTo>
                <a:cubicBezTo>
                  <a:pt x="0" y="125"/>
                  <a:pt x="9" y="151"/>
                  <a:pt x="25" y="171"/>
                </a:cubicBezTo>
                <a:cubicBezTo>
                  <a:pt x="29" y="176"/>
                  <a:pt x="31" y="183"/>
                  <a:pt x="31" y="189"/>
                </a:cubicBezTo>
                <a:cubicBezTo>
                  <a:pt x="31" y="203"/>
                  <a:pt x="31" y="203"/>
                  <a:pt x="31" y="203"/>
                </a:cubicBezTo>
                <a:cubicBezTo>
                  <a:pt x="31" y="210"/>
                  <a:pt x="33" y="216"/>
                  <a:pt x="37" y="220"/>
                </a:cubicBezTo>
                <a:cubicBezTo>
                  <a:pt x="37" y="253"/>
                  <a:pt x="37" y="253"/>
                  <a:pt x="37" y="253"/>
                </a:cubicBezTo>
                <a:cubicBezTo>
                  <a:pt x="37" y="261"/>
                  <a:pt x="43" y="268"/>
                  <a:pt x="52" y="268"/>
                </a:cubicBezTo>
                <a:cubicBezTo>
                  <a:pt x="74" y="268"/>
                  <a:pt x="74" y="268"/>
                  <a:pt x="74" y="268"/>
                </a:cubicBezTo>
                <a:cubicBezTo>
                  <a:pt x="76" y="275"/>
                  <a:pt x="82" y="280"/>
                  <a:pt x="89" y="280"/>
                </a:cubicBezTo>
                <a:cubicBezTo>
                  <a:pt x="124" y="280"/>
                  <a:pt x="124" y="280"/>
                  <a:pt x="124" y="280"/>
                </a:cubicBezTo>
                <a:cubicBezTo>
                  <a:pt x="131" y="280"/>
                  <a:pt x="137" y="275"/>
                  <a:pt x="138" y="268"/>
                </a:cubicBezTo>
                <a:cubicBezTo>
                  <a:pt x="161" y="268"/>
                  <a:pt x="161" y="268"/>
                  <a:pt x="161" y="268"/>
                </a:cubicBezTo>
                <a:cubicBezTo>
                  <a:pt x="169" y="268"/>
                  <a:pt x="176" y="261"/>
                  <a:pt x="176" y="253"/>
                </a:cubicBezTo>
                <a:cubicBezTo>
                  <a:pt x="176" y="220"/>
                  <a:pt x="176" y="220"/>
                  <a:pt x="176" y="220"/>
                </a:cubicBezTo>
                <a:cubicBezTo>
                  <a:pt x="179" y="216"/>
                  <a:pt x="181" y="210"/>
                  <a:pt x="181" y="203"/>
                </a:cubicBezTo>
                <a:cubicBezTo>
                  <a:pt x="181" y="189"/>
                  <a:pt x="181" y="189"/>
                  <a:pt x="181" y="189"/>
                </a:cubicBezTo>
                <a:cubicBezTo>
                  <a:pt x="181" y="183"/>
                  <a:pt x="183" y="176"/>
                  <a:pt x="188" y="171"/>
                </a:cubicBezTo>
                <a:cubicBezTo>
                  <a:pt x="202" y="153"/>
                  <a:pt x="211" y="130"/>
                  <a:pt x="211" y="105"/>
                </a:cubicBezTo>
                <a:cubicBezTo>
                  <a:pt x="211" y="47"/>
                  <a:pt x="164" y="0"/>
                  <a:pt x="106" y="0"/>
                </a:cubicBezTo>
                <a:close/>
                <a:moveTo>
                  <a:pt x="114" y="203"/>
                </a:moveTo>
                <a:cubicBezTo>
                  <a:pt x="99" y="203"/>
                  <a:pt x="99" y="203"/>
                  <a:pt x="99" y="203"/>
                </a:cubicBezTo>
                <a:cubicBezTo>
                  <a:pt x="99" y="158"/>
                  <a:pt x="99" y="158"/>
                  <a:pt x="99" y="158"/>
                </a:cubicBezTo>
                <a:cubicBezTo>
                  <a:pt x="114" y="158"/>
                  <a:pt x="114" y="158"/>
                  <a:pt x="114" y="158"/>
                </a:cubicBezTo>
                <a:lnTo>
                  <a:pt x="114" y="203"/>
                </a:lnTo>
                <a:close/>
                <a:moveTo>
                  <a:pt x="164" y="152"/>
                </a:moveTo>
                <a:cubicBezTo>
                  <a:pt x="156" y="162"/>
                  <a:pt x="151" y="176"/>
                  <a:pt x="151" y="189"/>
                </a:cubicBezTo>
                <a:cubicBezTo>
                  <a:pt x="151" y="203"/>
                  <a:pt x="151" y="203"/>
                  <a:pt x="151" y="203"/>
                </a:cubicBezTo>
                <a:cubicBezTo>
                  <a:pt x="129" y="203"/>
                  <a:pt x="129" y="203"/>
                  <a:pt x="129" y="203"/>
                </a:cubicBezTo>
                <a:cubicBezTo>
                  <a:pt x="129" y="158"/>
                  <a:pt x="129" y="158"/>
                  <a:pt x="129" y="158"/>
                </a:cubicBezTo>
                <a:cubicBezTo>
                  <a:pt x="143" y="155"/>
                  <a:pt x="148" y="136"/>
                  <a:pt x="149" y="131"/>
                </a:cubicBezTo>
                <a:cubicBezTo>
                  <a:pt x="149" y="130"/>
                  <a:pt x="152" y="119"/>
                  <a:pt x="146" y="111"/>
                </a:cubicBezTo>
                <a:cubicBezTo>
                  <a:pt x="144" y="108"/>
                  <a:pt x="139" y="105"/>
                  <a:pt x="132" y="105"/>
                </a:cubicBezTo>
                <a:cubicBezTo>
                  <a:pt x="127" y="105"/>
                  <a:pt x="124" y="106"/>
                  <a:pt x="121" y="110"/>
                </a:cubicBezTo>
                <a:cubicBezTo>
                  <a:pt x="114" y="117"/>
                  <a:pt x="113" y="131"/>
                  <a:pt x="113" y="143"/>
                </a:cubicBezTo>
                <a:cubicBezTo>
                  <a:pt x="99" y="143"/>
                  <a:pt x="99" y="143"/>
                  <a:pt x="99" y="143"/>
                </a:cubicBezTo>
                <a:cubicBezTo>
                  <a:pt x="100" y="131"/>
                  <a:pt x="98" y="117"/>
                  <a:pt x="92" y="110"/>
                </a:cubicBezTo>
                <a:cubicBezTo>
                  <a:pt x="89" y="106"/>
                  <a:pt x="85" y="105"/>
                  <a:pt x="81" y="105"/>
                </a:cubicBezTo>
                <a:cubicBezTo>
                  <a:pt x="73" y="105"/>
                  <a:pt x="69" y="108"/>
                  <a:pt x="67" y="111"/>
                </a:cubicBezTo>
                <a:cubicBezTo>
                  <a:pt x="61" y="119"/>
                  <a:pt x="63" y="130"/>
                  <a:pt x="63" y="131"/>
                </a:cubicBezTo>
                <a:cubicBezTo>
                  <a:pt x="64" y="135"/>
                  <a:pt x="70" y="155"/>
                  <a:pt x="84" y="158"/>
                </a:cubicBezTo>
                <a:cubicBezTo>
                  <a:pt x="84" y="203"/>
                  <a:pt x="84" y="203"/>
                  <a:pt x="84" y="203"/>
                </a:cubicBezTo>
                <a:cubicBezTo>
                  <a:pt x="61" y="203"/>
                  <a:pt x="61" y="203"/>
                  <a:pt x="61" y="203"/>
                </a:cubicBezTo>
                <a:cubicBezTo>
                  <a:pt x="61" y="189"/>
                  <a:pt x="61" y="189"/>
                  <a:pt x="61" y="189"/>
                </a:cubicBezTo>
                <a:cubicBezTo>
                  <a:pt x="61" y="176"/>
                  <a:pt x="57" y="162"/>
                  <a:pt x="48" y="152"/>
                </a:cubicBezTo>
                <a:cubicBezTo>
                  <a:pt x="36" y="137"/>
                  <a:pt x="30" y="118"/>
                  <a:pt x="32" y="99"/>
                </a:cubicBezTo>
                <a:cubicBezTo>
                  <a:pt x="34" y="62"/>
                  <a:pt x="64" y="32"/>
                  <a:pt x="101" y="30"/>
                </a:cubicBezTo>
                <a:cubicBezTo>
                  <a:pt x="103" y="30"/>
                  <a:pt x="105" y="30"/>
                  <a:pt x="106" y="30"/>
                </a:cubicBezTo>
                <a:cubicBezTo>
                  <a:pt x="148" y="30"/>
                  <a:pt x="181" y="63"/>
                  <a:pt x="181" y="105"/>
                </a:cubicBezTo>
                <a:cubicBezTo>
                  <a:pt x="181" y="122"/>
                  <a:pt x="175" y="138"/>
                  <a:pt x="164" y="152"/>
                </a:cubicBezTo>
                <a:close/>
                <a:moveTo>
                  <a:pt x="128" y="142"/>
                </a:moveTo>
                <a:cubicBezTo>
                  <a:pt x="128" y="131"/>
                  <a:pt x="130" y="122"/>
                  <a:pt x="132" y="120"/>
                </a:cubicBezTo>
                <a:cubicBezTo>
                  <a:pt x="133" y="120"/>
                  <a:pt x="134" y="120"/>
                  <a:pt x="134" y="120"/>
                </a:cubicBezTo>
                <a:cubicBezTo>
                  <a:pt x="135" y="122"/>
                  <a:pt x="135" y="126"/>
                  <a:pt x="135" y="128"/>
                </a:cubicBezTo>
                <a:cubicBezTo>
                  <a:pt x="133" y="134"/>
                  <a:pt x="130" y="139"/>
                  <a:pt x="128" y="142"/>
                </a:cubicBezTo>
                <a:close/>
                <a:moveTo>
                  <a:pt x="84" y="142"/>
                </a:moveTo>
                <a:cubicBezTo>
                  <a:pt x="82" y="139"/>
                  <a:pt x="79" y="134"/>
                  <a:pt x="78" y="128"/>
                </a:cubicBezTo>
                <a:cubicBezTo>
                  <a:pt x="78" y="126"/>
                  <a:pt x="77" y="122"/>
                  <a:pt x="79" y="120"/>
                </a:cubicBezTo>
                <a:cubicBezTo>
                  <a:pt x="79" y="120"/>
                  <a:pt x="80" y="120"/>
                  <a:pt x="81" y="120"/>
                </a:cubicBezTo>
                <a:cubicBezTo>
                  <a:pt x="83" y="122"/>
                  <a:pt x="84" y="131"/>
                  <a:pt x="84" y="142"/>
                </a:cubicBezTo>
                <a:close/>
              </a:path>
            </a:pathLst>
          </a:custGeom>
          <a:solidFill>
            <a:schemeClr val="bg1">
              <a:lumMod val="50000"/>
            </a:schemeClr>
          </a:solidFill>
          <a:ln w="34925">
            <a:noFill/>
          </a:ln>
          <a:effectLst>
            <a:innerShdw blurRad="63500" dist="50800" dir="13500000">
              <a:prstClr val="black">
                <a:alpha val="50000"/>
              </a:prstClr>
            </a:innerShdw>
          </a:effectLst>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Geneva" panose="020B0503030404040204" pitchFamily="34" charset="0"/>
              <a:cs typeface="+mn-cs"/>
            </a:endParaRPr>
          </a:p>
        </p:txBody>
      </p:sp>
      <p:sp>
        <p:nvSpPr>
          <p:cNvPr id="8" name="Flowchart: Alternate Process 7" descr="Follow up considerations: &#13;&#10;Is the tech working? &#13;&#10;Person is able to access &amp; operate tech&#13;&#10;Technology works in the environment &#13;&#10;Are task expectations being met?  &#13;&#10;Is the tech creating distractions or barriers? &#13;&#10;Feedback from the individual, employer, &amp; supports&#13;&#10;Necessary environmental changes &#13;&#10;Further training or supervision needs &#13;&#10;Unintended impacts &#13;&#10;Consider task analysis to assess data"/>
          <p:cNvSpPr/>
          <p:nvPr/>
        </p:nvSpPr>
        <p:spPr>
          <a:xfrm>
            <a:off x="3295880" y="481606"/>
            <a:ext cx="5715000" cy="6111876"/>
          </a:xfrm>
          <a:prstGeom prst="flowChartAlternateProcess">
            <a:avLst/>
          </a:prstGeom>
          <a:solidFill>
            <a:schemeClr val="bg1">
              <a:lumMod val="95000"/>
            </a:schemeClr>
          </a:solidFill>
          <a:ln w="34925">
            <a:solidFill>
              <a:schemeClr val="tx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noAutofit/>
          </a:bodyPr>
          <a:lstStyle/>
          <a:p>
            <a:pPr marL="0" marR="0" lvl="0" indent="0" algn="l" defTabSz="914400" rtl="0" eaLnBrk="1" fontAlgn="auto" latinLnBrk="0" hangingPunct="1">
              <a:lnSpc>
                <a:spcPct val="100000"/>
              </a:lnSpc>
              <a:spcBef>
                <a:spcPts val="800"/>
              </a:spcBef>
              <a:spcAft>
                <a:spcPts val="0"/>
              </a:spcAft>
              <a:buClrTx/>
              <a:buSzTx/>
              <a:buFontTx/>
              <a:buNone/>
              <a:tabLst/>
              <a:defRPr/>
            </a:pPr>
            <a:r>
              <a:rPr kumimoji="0" lang="en-US" sz="2300" b="1" i="0" u="none" strike="noStrike" kern="1200" cap="none" spc="0" normalizeH="0" baseline="0" noProof="0" dirty="0">
                <a:ln>
                  <a:noFill/>
                </a:ln>
                <a:solidFill>
                  <a:prstClr val="black">
                    <a:lumMod val="95000"/>
                    <a:lumOff val="5000"/>
                  </a:prstClr>
                </a:solidFill>
                <a:effectLst/>
                <a:uLnTx/>
                <a:uFillTx/>
                <a:latin typeface="Calibri"/>
                <a:ea typeface="+mn-ea"/>
                <a:cs typeface="+mn-cs"/>
              </a:rPr>
              <a:t>Follow up considerations: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Is the tech working?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Person is able to access &amp; operate tech</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Technology works in the environment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Are task expectations being met?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Is the tech creating distractions or barriers?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Feedback from the individual, employer, &amp; supports</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Necessary environmental changes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Further training or supervision needs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Unintended impacts </a:t>
            </a:r>
          </a:p>
          <a:p>
            <a:pPr marL="285750" marR="0" lvl="0" indent="-285750" algn="l" defTabSz="91440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2300" b="0" i="0" u="none" strike="noStrike" kern="1200" cap="none" spc="0" normalizeH="0" baseline="0" noProof="0" dirty="0">
                <a:ln>
                  <a:noFill/>
                </a:ln>
                <a:solidFill>
                  <a:prstClr val="black">
                    <a:lumMod val="95000"/>
                    <a:lumOff val="5000"/>
                  </a:prstClr>
                </a:solidFill>
                <a:effectLst/>
                <a:uLnTx/>
                <a:uFillTx/>
                <a:latin typeface="Calibri"/>
                <a:ea typeface="+mn-ea"/>
                <a:cs typeface="+mn-cs"/>
              </a:rPr>
              <a:t>Consider task analysis to assess data</a:t>
            </a:r>
          </a:p>
        </p:txBody>
      </p:sp>
      <p:sp>
        <p:nvSpPr>
          <p:cNvPr id="15" name="TextBox 14" descr="Feel free to share examples of these factors in the chat.&#13;&#10;">
            <a:extLst>
              <a:ext uri="{FF2B5EF4-FFF2-40B4-BE49-F238E27FC236}">
                <a16:creationId xmlns:a16="http://schemas.microsoft.com/office/drawing/2014/main" id="{0F23F8CF-BBEE-7C4D-9E5A-99D8F9769197}"/>
              </a:ext>
            </a:extLst>
          </p:cNvPr>
          <p:cNvSpPr txBox="1"/>
          <p:nvPr/>
        </p:nvSpPr>
        <p:spPr>
          <a:xfrm>
            <a:off x="133120" y="5608280"/>
            <a:ext cx="2997918" cy="707886"/>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Arial Narrow" panose="020B0604020202020204" pitchFamily="34" charset="0"/>
                <a:ea typeface="+mn-ea"/>
                <a:cs typeface="Arial Narrow" panose="020B0604020202020204" pitchFamily="34" charset="0"/>
              </a:rPr>
              <a:t>Feel free to share examples of these factors.</a:t>
            </a:r>
          </a:p>
        </p:txBody>
      </p:sp>
      <p:sp>
        <p:nvSpPr>
          <p:cNvPr id="4" name="Slide Number Placeholder 3">
            <a:extLst>
              <a:ext uri="{FF2B5EF4-FFF2-40B4-BE49-F238E27FC236}">
                <a16:creationId xmlns:a16="http://schemas.microsoft.com/office/drawing/2014/main" id="{FCD397E7-21D5-6E4F-92FE-740C3DBA32E0}"/>
              </a:ext>
            </a:extLst>
          </p:cNvPr>
          <p:cNvSpPr>
            <a:spLocks noGrp="1"/>
          </p:cNvSpPr>
          <p:nvPr>
            <p:ph type="sldNum" sz="quarter" idx="12"/>
          </p:nvPr>
        </p:nvSpPr>
        <p:spPr>
          <a:xfrm>
            <a:off x="6896560" y="6474402"/>
            <a:ext cx="2133600" cy="365125"/>
          </a:xfrm>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D7CCB52-5D48-470B-B8DA-D8134110C94D}"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37</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16401150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20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1400"/>
                                        <p:tgtEl>
                                          <p:spTgt spid="14"/>
                                        </p:tgtEl>
                                      </p:cBhvr>
                                    </p:animEffect>
                                  </p:childTnLst>
                                </p:cTn>
                              </p:par>
                              <p:par>
                                <p:cTn id="8" presetID="10" presetClass="entr" presetSubtype="0" fill="hold" grpId="1" nodeType="withEffect">
                                  <p:stCondLst>
                                    <p:cond delay="2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0"/>
                                        <p:tgtEl>
                                          <p:spTgt spid="8"/>
                                        </p:tgtEl>
                                      </p:cBhvr>
                                    </p:animEffect>
                                  </p:childTnLst>
                                </p:cTn>
                              </p:par>
                              <p:par>
                                <p:cTn id="11" presetID="2" presetClass="entr" presetSubtype="8" decel="91000" fill="hold" grpId="0" nodeType="withEffect">
                                  <p:stCondLst>
                                    <p:cond delay="20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1200" fill="hold"/>
                                        <p:tgtEl>
                                          <p:spTgt spid="8"/>
                                        </p:tgtEl>
                                        <p:attrNameLst>
                                          <p:attrName>ppt_x</p:attrName>
                                        </p:attrNameLst>
                                      </p:cBhvr>
                                      <p:tavLst>
                                        <p:tav tm="0">
                                          <p:val>
                                            <p:strVal val="0-#ppt_w/2"/>
                                          </p:val>
                                        </p:tav>
                                        <p:tav tm="100000">
                                          <p:val>
                                            <p:strVal val="#ppt_x"/>
                                          </p:val>
                                        </p:tav>
                                      </p:tavLst>
                                    </p:anim>
                                    <p:anim calcmode="lin" valueType="num">
                                      <p:cBhvr additive="base">
                                        <p:cTn id="14" dur="1200" fill="hold"/>
                                        <p:tgtEl>
                                          <p:spTgt spid="8"/>
                                        </p:tgtEl>
                                        <p:attrNameLst>
                                          <p:attrName>ppt_y</p:attrName>
                                        </p:attrNameLst>
                                      </p:cBhvr>
                                      <p:tavLst>
                                        <p:tav tm="0">
                                          <p:val>
                                            <p:strVal val="#ppt_y"/>
                                          </p:val>
                                        </p:tav>
                                        <p:tav tm="100000">
                                          <p:val>
                                            <p:strVal val="#ppt_y"/>
                                          </p:val>
                                        </p:tav>
                                      </p:tavLst>
                                    </p:anim>
                                  </p:childTnLst>
                                </p:cTn>
                              </p:par>
                              <p:par>
                                <p:cTn id="15" presetID="53" presetClass="entr" presetSubtype="16" fill="hold" grpId="2" nodeType="withEffect">
                                  <p:stCondLst>
                                    <p:cond delay="200"/>
                                  </p:stCondLst>
                                  <p:childTnLst>
                                    <p:set>
                                      <p:cBhvr>
                                        <p:cTn id="16" dur="1" fill="hold">
                                          <p:stCondLst>
                                            <p:cond delay="0"/>
                                          </p:stCondLst>
                                        </p:cTn>
                                        <p:tgtEl>
                                          <p:spTgt spid="8"/>
                                        </p:tgtEl>
                                        <p:attrNameLst>
                                          <p:attrName>style.visibility</p:attrName>
                                        </p:attrNameLst>
                                      </p:cBhvr>
                                      <p:to>
                                        <p:strVal val="visible"/>
                                      </p:to>
                                    </p:set>
                                    <p:anim calcmode="lin" valueType="num">
                                      <p:cBhvr>
                                        <p:cTn id="17" dur="1200" fill="hold"/>
                                        <p:tgtEl>
                                          <p:spTgt spid="8"/>
                                        </p:tgtEl>
                                        <p:attrNameLst>
                                          <p:attrName>ppt_w</p:attrName>
                                        </p:attrNameLst>
                                      </p:cBhvr>
                                      <p:tavLst>
                                        <p:tav tm="0">
                                          <p:val>
                                            <p:fltVal val="0"/>
                                          </p:val>
                                        </p:tav>
                                        <p:tav tm="100000">
                                          <p:val>
                                            <p:strVal val="#ppt_w"/>
                                          </p:val>
                                        </p:tav>
                                      </p:tavLst>
                                    </p:anim>
                                    <p:anim calcmode="lin" valueType="num">
                                      <p:cBhvr>
                                        <p:cTn id="18" dur="1200" fill="hold"/>
                                        <p:tgtEl>
                                          <p:spTgt spid="8"/>
                                        </p:tgtEl>
                                        <p:attrNameLst>
                                          <p:attrName>ppt_h</p:attrName>
                                        </p:attrNameLst>
                                      </p:cBhvr>
                                      <p:tavLst>
                                        <p:tav tm="0">
                                          <p:val>
                                            <p:fltVal val="0"/>
                                          </p:val>
                                        </p:tav>
                                        <p:tav tm="100000">
                                          <p:val>
                                            <p:strVal val="#ppt_h"/>
                                          </p:val>
                                        </p:tav>
                                      </p:tavLst>
                                    </p:anim>
                                    <p:animEffect transition="in" filter="fade">
                                      <p:cBhvr>
                                        <p:cTn id="19" dur="1200"/>
                                        <p:tgtEl>
                                          <p:spTgt spid="8"/>
                                        </p:tgtEl>
                                      </p:cBhvr>
                                    </p:animEffect>
                                  </p:childTnLst>
                                </p:cTn>
                              </p:par>
                              <p:par>
                                <p:cTn id="20" presetID="42" presetClass="entr" presetSubtype="0" fill="hold" grpId="0" nodeType="withEffect">
                                  <p:stCondLst>
                                    <p:cond delay="15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childTnLst>
                          </p:cTn>
                        </p:par>
                        <p:par>
                          <p:cTn id="25" fill="hold">
                            <p:stCondLst>
                              <p:cond delay="3200"/>
                            </p:stCondLst>
                            <p:childTnLst>
                              <p:par>
                                <p:cTn id="26" presetID="53" presetClass="entr" presetSubtype="16"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p:cTn id="28" dur="500" fill="hold"/>
                                        <p:tgtEl>
                                          <p:spTgt spid="15"/>
                                        </p:tgtEl>
                                        <p:attrNameLst>
                                          <p:attrName>ppt_w</p:attrName>
                                        </p:attrNameLst>
                                      </p:cBhvr>
                                      <p:tavLst>
                                        <p:tav tm="0">
                                          <p:val>
                                            <p:fltVal val="0"/>
                                          </p:val>
                                        </p:tav>
                                        <p:tav tm="100000">
                                          <p:val>
                                            <p:strVal val="#ppt_w"/>
                                          </p:val>
                                        </p:tav>
                                      </p:tavLst>
                                    </p:anim>
                                    <p:anim calcmode="lin" valueType="num">
                                      <p:cBhvr>
                                        <p:cTn id="29" dur="500" fill="hold"/>
                                        <p:tgtEl>
                                          <p:spTgt spid="15"/>
                                        </p:tgtEl>
                                        <p:attrNameLst>
                                          <p:attrName>ppt_h</p:attrName>
                                        </p:attrNameLst>
                                      </p:cBhvr>
                                      <p:tavLst>
                                        <p:tav tm="0">
                                          <p:val>
                                            <p:fltVal val="0"/>
                                          </p:val>
                                        </p:tav>
                                        <p:tav tm="100000">
                                          <p:val>
                                            <p:strVal val="#ppt_h"/>
                                          </p:val>
                                        </p:tav>
                                      </p:tavLst>
                                    </p:anim>
                                    <p:animEffect transition="in" filter="fade">
                                      <p:cBhvr>
                                        <p:cTn id="3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animBg="1"/>
      <p:bldP spid="8" grpId="0" animBg="1"/>
      <p:bldP spid="8" grpId="1" animBg="1"/>
      <p:bldP spid="8" grpId="2" animBg="1"/>
      <p:bldP spid="1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F5B046C-8316-1A42-BBA3-4610F60B37A4}"/>
              </a:ext>
            </a:extLst>
          </p:cNvPr>
          <p:cNvSpPr>
            <a:spLocks noGrp="1"/>
          </p:cNvSpPr>
          <p:nvPr>
            <p:ph type="title"/>
          </p:nvPr>
        </p:nvSpPr>
        <p:spPr>
          <a:xfrm>
            <a:off x="1770830" y="294409"/>
            <a:ext cx="6126029" cy="1143000"/>
          </a:xfrm>
        </p:spPr>
        <p:txBody>
          <a:bodyPr>
            <a:normAutofit/>
          </a:bodyPr>
          <a:lstStyle/>
          <a:p>
            <a:pPr algn="ctr"/>
            <a:r>
              <a:rPr lang="en-US" sz="3200" cap="small" dirty="0"/>
              <a:t>At the end of transition, every student should understand:</a:t>
            </a:r>
          </a:p>
        </p:txBody>
      </p:sp>
      <p:sp>
        <p:nvSpPr>
          <p:cNvPr id="7" name="Content Placeholder 6">
            <a:extLst>
              <a:ext uri="{FF2B5EF4-FFF2-40B4-BE49-F238E27FC236}">
                <a16:creationId xmlns:a16="http://schemas.microsoft.com/office/drawing/2014/main" id="{FC7FBC24-EAE8-A54C-8CCF-234C95F5AD3B}"/>
              </a:ext>
            </a:extLst>
          </p:cNvPr>
          <p:cNvSpPr>
            <a:spLocks noGrp="1"/>
          </p:cNvSpPr>
          <p:nvPr>
            <p:ph idx="1"/>
          </p:nvPr>
        </p:nvSpPr>
        <p:spPr>
          <a:xfrm>
            <a:off x="2169964" y="1624445"/>
            <a:ext cx="5528974" cy="4738255"/>
          </a:xfrm>
          <a:scene3d>
            <a:camera prst="orthographicFront"/>
            <a:lightRig rig="threePt" dir="t"/>
          </a:scene3d>
          <a:sp3d>
            <a:bevelT prst="angle"/>
          </a:sp3d>
        </p:spPr>
        <p:style>
          <a:lnRef idx="2">
            <a:schemeClr val="accent3">
              <a:shade val="50000"/>
            </a:schemeClr>
          </a:lnRef>
          <a:fillRef idx="1">
            <a:schemeClr val="accent3"/>
          </a:fillRef>
          <a:effectRef idx="0">
            <a:schemeClr val="accent3"/>
          </a:effectRef>
          <a:fontRef idx="minor">
            <a:schemeClr val="lt1"/>
          </a:fontRef>
        </p:style>
        <p:txBody>
          <a:bodyPr>
            <a:normAutofit/>
          </a:bodyPr>
          <a:lstStyle/>
          <a:p>
            <a:r>
              <a:rPr lang="en-US" sz="2400" dirty="0"/>
              <a:t>AT as a concept</a:t>
            </a:r>
          </a:p>
          <a:p>
            <a:r>
              <a:rPr lang="en-US" sz="2400" dirty="0"/>
              <a:t>Their specific employment-related needs that can be addressed through AT </a:t>
            </a:r>
          </a:p>
          <a:p>
            <a:r>
              <a:rPr lang="en-US" sz="2400" dirty="0"/>
              <a:t>How to identify, select, and obtain AT for employment</a:t>
            </a:r>
          </a:p>
          <a:p>
            <a:r>
              <a:rPr lang="en-US" sz="2400" dirty="0"/>
              <a:t>How to use specific AT to support employment success</a:t>
            </a:r>
          </a:p>
          <a:p>
            <a:r>
              <a:rPr lang="en-US" sz="2400" dirty="0"/>
              <a:t>Their right to AT in terms of employment</a:t>
            </a:r>
          </a:p>
          <a:p>
            <a:r>
              <a:rPr lang="en-US" sz="2400" dirty="0"/>
              <a:t>How to advocate for AT in employment</a:t>
            </a:r>
          </a:p>
          <a:p>
            <a:r>
              <a:rPr lang="en-US" sz="2400" dirty="0"/>
              <a:t>Their AT support needs and available resources</a:t>
            </a:r>
          </a:p>
        </p:txBody>
      </p:sp>
      <p:pic>
        <p:nvPicPr>
          <p:cNvPr id="8" name="Picture 7">
            <a:extLst>
              <a:ext uri="{FF2B5EF4-FFF2-40B4-BE49-F238E27FC236}">
                <a16:creationId xmlns:a16="http://schemas.microsoft.com/office/drawing/2014/main" id="{6BD968B5-A09A-E54F-A36B-E75FF645243C}"/>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96859" y="2687781"/>
            <a:ext cx="1122680" cy="4318000"/>
          </a:xfrm>
          <a:prstGeom prst="rect">
            <a:avLst/>
          </a:prstGeom>
        </p:spPr>
      </p:pic>
      <p:pic>
        <p:nvPicPr>
          <p:cNvPr id="10" name="Picture 9">
            <a:extLst>
              <a:ext uri="{FF2B5EF4-FFF2-40B4-BE49-F238E27FC236}">
                <a16:creationId xmlns:a16="http://schemas.microsoft.com/office/drawing/2014/main" id="{4D69BBFE-964E-1541-8BE2-55881AAF881C}"/>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18122" y="748145"/>
            <a:ext cx="1847582" cy="3158260"/>
          </a:xfrm>
          <a:prstGeom prst="rect">
            <a:avLst/>
          </a:prstGeom>
        </p:spPr>
      </p:pic>
      <p:sp>
        <p:nvSpPr>
          <p:cNvPr id="5" name="Slide Number Placeholder 4">
            <a:extLst>
              <a:ext uri="{FF2B5EF4-FFF2-40B4-BE49-F238E27FC236}">
                <a16:creationId xmlns:a16="http://schemas.microsoft.com/office/drawing/2014/main" id="{B9A4D6A7-02A6-204C-8B11-FEDACC7B5B2F}"/>
              </a:ext>
            </a:extLst>
          </p:cNvPr>
          <p:cNvSpPr>
            <a:spLocks noGrp="1"/>
          </p:cNvSpPr>
          <p:nvPr>
            <p:ph type="sldNum" sz="quarter" idx="4294967295"/>
          </p:nvPr>
        </p:nvSpPr>
        <p:spPr>
          <a:xfrm>
            <a:off x="8364538" y="6362700"/>
            <a:ext cx="779462" cy="457200"/>
          </a:xfrm>
          <a:prstGeom prst="rect">
            <a:avLst/>
          </a:prstGeom>
        </p:spPr>
        <p:txBody>
          <a:bodyPr/>
          <a:lstStyle/>
          <a:p>
            <a:pPr>
              <a:defRPr/>
            </a:pPr>
            <a:fld id="{DADED417-B3A5-0247-A5EF-759E0B1E1E60}" type="slidenum">
              <a:rPr lang="en-US" altLang="en-US" sz="1200" smtClean="0"/>
              <a:pPr>
                <a:defRPr/>
              </a:pPr>
              <a:t>38</a:t>
            </a:fld>
            <a:endParaRPr lang="en-US" altLang="en-US" sz="1200" dirty="0"/>
          </a:p>
        </p:txBody>
      </p:sp>
    </p:spTree>
    <p:extLst>
      <p:ext uri="{BB962C8B-B14F-4D97-AF65-F5344CB8AC3E}">
        <p14:creationId xmlns:p14="http://schemas.microsoft.com/office/powerpoint/2010/main" val="1788267365"/>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FCC09A4D-B7AD-8848-AD80-EB915515581A}"/>
              </a:ext>
            </a:extLst>
          </p:cNvPr>
          <p:cNvSpPr>
            <a:spLocks noGrp="1"/>
          </p:cNvSpPr>
          <p:nvPr>
            <p:ph type="title"/>
          </p:nvPr>
        </p:nvSpPr>
        <p:spPr>
          <a:xfrm>
            <a:off x="718879" y="800392"/>
            <a:ext cx="7698523" cy="1212102"/>
          </a:xfrm>
        </p:spPr>
        <p:txBody>
          <a:bodyPr vert="horz" lIns="91440" tIns="45720" rIns="91440" bIns="45720" rtlCol="0" anchor="ctr">
            <a:normAutofit/>
          </a:bodyPr>
          <a:lstStyle/>
          <a:p>
            <a:r>
              <a:rPr lang="en-US" kern="1200" cap="small" dirty="0">
                <a:solidFill>
                  <a:srgbClr val="FFFFFF"/>
                </a:solidFill>
                <a:latin typeface="+mj-lt"/>
                <a:ea typeface="+mj-ea"/>
                <a:cs typeface="+mj-cs"/>
              </a:rPr>
              <a:t>Exercise</a:t>
            </a:r>
          </a:p>
        </p:txBody>
      </p:sp>
      <p:sp>
        <p:nvSpPr>
          <p:cNvPr id="3" name="Content Placeholder 2">
            <a:extLst>
              <a:ext uri="{FF2B5EF4-FFF2-40B4-BE49-F238E27FC236}">
                <a16:creationId xmlns:a16="http://schemas.microsoft.com/office/drawing/2014/main" id="{78F93B3F-183A-534F-A686-7D9CCA9FA0DC}"/>
              </a:ext>
            </a:extLst>
          </p:cNvPr>
          <p:cNvSpPr>
            <a:spLocks noGrp="1"/>
          </p:cNvSpPr>
          <p:nvPr>
            <p:ph idx="1"/>
          </p:nvPr>
        </p:nvSpPr>
        <p:spPr>
          <a:xfrm>
            <a:off x="960817" y="2904190"/>
            <a:ext cx="8180897" cy="3553277"/>
          </a:xfrm>
        </p:spPr>
        <p:txBody>
          <a:bodyPr vert="horz" lIns="91440" tIns="45720" rIns="91440" bIns="45720" rtlCol="0" anchor="ctr">
            <a:normAutofit/>
          </a:bodyPr>
          <a:lstStyle/>
          <a:p>
            <a:pPr marL="0" indent="0">
              <a:buNone/>
            </a:pPr>
            <a:r>
              <a:rPr lang="en-US" sz="2400" b="1" dirty="0"/>
              <a:t>In your breakout group, discuss:</a:t>
            </a:r>
          </a:p>
          <a:p>
            <a:r>
              <a:rPr lang="en-US" sz="2400" dirty="0"/>
              <a:t>Strategies for meeting these goals within the transition process</a:t>
            </a:r>
          </a:p>
          <a:p>
            <a:pPr lvl="0"/>
            <a:r>
              <a:rPr lang="en-US" sz="2400" dirty="0"/>
              <a:t>The role of VR in supporting the student to meet these goals</a:t>
            </a:r>
          </a:p>
          <a:p>
            <a:pPr lvl="0"/>
            <a:r>
              <a:rPr lang="en-US" sz="2400" dirty="0"/>
              <a:t>Partners who can assist</a:t>
            </a:r>
          </a:p>
          <a:p>
            <a:endParaRPr lang="en-US" sz="2400" dirty="0"/>
          </a:p>
        </p:txBody>
      </p:sp>
      <p:pic>
        <p:nvPicPr>
          <p:cNvPr id="5" name="Picture 4">
            <a:extLst>
              <a:ext uri="{FF2B5EF4-FFF2-40B4-BE49-F238E27FC236}">
                <a16:creationId xmlns:a16="http://schemas.microsoft.com/office/drawing/2014/main" id="{BDC91E7D-7C18-0A4A-8583-C542629A89A0}"/>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50672" y="1088736"/>
            <a:ext cx="2034100" cy="2632364"/>
          </a:xfrm>
          <a:prstGeom prst="rect">
            <a:avLst/>
          </a:prstGeom>
          <a:solidFill>
            <a:schemeClr val="bg1"/>
          </a:solidFill>
        </p:spPr>
      </p:pic>
    </p:spTree>
    <p:extLst>
      <p:ext uri="{BB962C8B-B14F-4D97-AF65-F5344CB8AC3E}">
        <p14:creationId xmlns:p14="http://schemas.microsoft.com/office/powerpoint/2010/main" val="3266747891"/>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99896D83-90FE-784F-B82B-428534614E87}"/>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415" y="663158"/>
            <a:ext cx="2729489" cy="2224534"/>
          </a:xfrm>
          <a:prstGeom prst="rect">
            <a:avLst/>
          </a:prstGeom>
        </p:spPr>
      </p:pic>
      <p:sp>
        <p:nvSpPr>
          <p:cNvPr id="29" name="TextBox 28">
            <a:extLst>
              <a:ext uri="{FF2B5EF4-FFF2-40B4-BE49-F238E27FC236}">
                <a16:creationId xmlns:a16="http://schemas.microsoft.com/office/drawing/2014/main" id="{1B7A3CD6-9929-7C4C-AB0C-983D0F7089EE}"/>
              </a:ext>
            </a:extLst>
          </p:cNvPr>
          <p:cNvSpPr txBox="1"/>
          <p:nvPr/>
        </p:nvSpPr>
        <p:spPr>
          <a:xfrm>
            <a:off x="382401" y="946113"/>
            <a:ext cx="1981200" cy="1384995"/>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rPr>
              <a:t>But know where to find me!</a:t>
            </a:r>
          </a:p>
        </p:txBody>
      </p:sp>
      <p:sp>
        <p:nvSpPr>
          <p:cNvPr id="12" name="Title 11">
            <a:extLst>
              <a:ext uri="{FF2B5EF4-FFF2-40B4-BE49-F238E27FC236}">
                <a16:creationId xmlns:a16="http://schemas.microsoft.com/office/drawing/2014/main" id="{59479A15-7EB5-0D48-A0E2-2E5379FDEDA9}"/>
              </a:ext>
              <a:ext uri="{C183D7F6-B498-43B3-948B-1728B52AA6E4}">
                <adec:decorative xmlns:adec="http://schemas.microsoft.com/office/drawing/2017/decorative" val="1"/>
              </a:ext>
            </a:extLst>
          </p:cNvPr>
          <p:cNvSpPr>
            <a:spLocks noGrp="1"/>
          </p:cNvSpPr>
          <p:nvPr>
            <p:ph type="title" idx="4294967295"/>
          </p:nvPr>
        </p:nvSpPr>
        <p:spPr>
          <a:xfrm>
            <a:off x="3505200" y="6077004"/>
            <a:ext cx="3429000" cy="638104"/>
          </a:xfrm>
          <a:solidFill>
            <a:srgbClr val="FF0000"/>
          </a:solidFill>
          <a:scene3d>
            <a:camera prst="orthographicFront"/>
            <a:lightRig rig="threePt" dir="t"/>
          </a:scene3d>
          <a:sp3d>
            <a:bevelT prst="angle"/>
          </a:sp3d>
        </p:spPr>
        <p:style>
          <a:lnRef idx="1">
            <a:schemeClr val="accent4"/>
          </a:lnRef>
          <a:fillRef idx="2">
            <a:schemeClr val="accent4"/>
          </a:fillRef>
          <a:effectRef idx="1">
            <a:schemeClr val="accent4"/>
          </a:effectRef>
          <a:fontRef idx="minor">
            <a:schemeClr val="dk1"/>
          </a:fontRef>
        </p:style>
        <p:txBody>
          <a:bodyPr/>
          <a:lstStyle/>
          <a:p>
            <a:r>
              <a:rPr lang="en-US" dirty="0">
                <a:solidFill>
                  <a:srgbClr val="FFFF00"/>
                </a:solidFill>
              </a:rPr>
              <a:t>Tech Expert</a:t>
            </a:r>
          </a:p>
        </p:txBody>
      </p:sp>
      <p:pic>
        <p:nvPicPr>
          <p:cNvPr id="7" name="Picture 6" descr="Drawing of man with dark brown hair, glasses with tape fixing them, suspenders, bow tie,  and a pocket protector, with tech expert underneath him. A red X covers him to indicate that you don't need to be a tech expert to help individuals with their tech needs - but your need to know where to find them if needed.">
            <a:extLst>
              <a:ext uri="{FF2B5EF4-FFF2-40B4-BE49-F238E27FC236}">
                <a16:creationId xmlns:a16="http://schemas.microsoft.com/office/drawing/2014/main" id="{FF03FE34-15EE-CA43-91B7-C6A6564A6236}"/>
              </a:ext>
              <a:ext uri="{C183D7F6-B498-43B3-948B-1728B52AA6E4}">
                <adec:decorative xmlns:adec="http://schemas.microsoft.com/office/drawing/2017/decorative" val="0"/>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14607" t="4494" r="15730" b="15730"/>
          <a:stretch/>
        </p:blipFill>
        <p:spPr>
          <a:xfrm>
            <a:off x="2645587" y="470349"/>
            <a:ext cx="4800600" cy="5497461"/>
          </a:xfrm>
          <a:prstGeom prst="rect">
            <a:avLst/>
          </a:prstGeom>
        </p:spPr>
      </p:pic>
      <p:cxnSp>
        <p:nvCxnSpPr>
          <p:cNvPr id="16" name="Straight Connector 15">
            <a:extLst>
              <a:ext uri="{FF2B5EF4-FFF2-40B4-BE49-F238E27FC236}">
                <a16:creationId xmlns:a16="http://schemas.microsoft.com/office/drawing/2014/main" id="{948E8C0A-9ED7-B842-BC65-6733E9059916}"/>
              </a:ext>
              <a:ext uri="{C183D7F6-B498-43B3-948B-1728B52AA6E4}">
                <adec:decorative xmlns:adec="http://schemas.microsoft.com/office/drawing/2017/decorative" val="1"/>
              </a:ext>
            </a:extLst>
          </p:cNvPr>
          <p:cNvCxnSpPr/>
          <p:nvPr/>
        </p:nvCxnSpPr>
        <p:spPr bwMode="auto">
          <a:xfrm flipV="1">
            <a:off x="2262447" y="606449"/>
            <a:ext cx="5259471" cy="5313959"/>
          </a:xfrm>
          <a:prstGeom prst="line">
            <a:avLst/>
          </a:prstGeom>
          <a:solidFill>
            <a:schemeClr val="accent1"/>
          </a:solidFill>
          <a:ln w="254000" cap="rnd"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4" name="Straight Connector 13">
            <a:extLst>
              <a:ext uri="{FF2B5EF4-FFF2-40B4-BE49-F238E27FC236}">
                <a16:creationId xmlns:a16="http://schemas.microsoft.com/office/drawing/2014/main" id="{87BEBDEA-1CA6-C344-9E94-77DAE3B6712C}"/>
              </a:ext>
              <a:ext uri="{C183D7F6-B498-43B3-948B-1728B52AA6E4}">
                <adec:decorative xmlns:adec="http://schemas.microsoft.com/office/drawing/2017/decorative" val="1"/>
              </a:ext>
            </a:extLst>
          </p:cNvPr>
          <p:cNvCxnSpPr/>
          <p:nvPr/>
        </p:nvCxnSpPr>
        <p:spPr bwMode="auto">
          <a:xfrm>
            <a:off x="2645587" y="497255"/>
            <a:ext cx="5448300" cy="5532348"/>
          </a:xfrm>
          <a:prstGeom prst="line">
            <a:avLst/>
          </a:prstGeom>
          <a:solidFill>
            <a:schemeClr val="accent1"/>
          </a:solidFill>
          <a:ln w="254000" cap="rnd"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0" name="Rectangle 9">
            <a:extLs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9" name="Slide Number Placeholder 4">
            <a:extLst>
              <a:ext uri="{FF2B5EF4-FFF2-40B4-BE49-F238E27FC236}">
                <a16:creationId xmlns:a16="http://schemas.microsoft.com/office/drawing/2014/main" id="{83B9E02F-9641-E24F-83BC-7E6E165D16AC}"/>
              </a:ext>
            </a:extLst>
          </p:cNvPr>
          <p:cNvSpPr txBox="1">
            <a:spLocks/>
          </p:cNvSpPr>
          <p:nvPr/>
        </p:nvSpPr>
        <p:spPr>
          <a:xfrm>
            <a:off x="8610600" y="6429304"/>
            <a:ext cx="457200" cy="457200"/>
          </a:xfrm>
          <a:prstGeom prst="rect">
            <a:avLst/>
          </a:prstGeom>
        </p:spPr>
        <p:txBody>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6pPr>
            <a:lvl7pPr marL="27432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7pPr>
            <a:lvl8pPr marL="32004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8pPr>
            <a:lvl9pPr marL="36576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03796480-D029-B94F-BE73-D819B106F9C3}" type="slidenum">
              <a:rPr kumimoji="0" lang="en-US" altLang="en-US" sz="14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l" defTabSz="914400" rtl="0" eaLnBrk="0" fontAlgn="base" latinLnBrk="0" hangingPunct="0">
                <a:lnSpc>
                  <a:spcPct val="100000"/>
                </a:lnSpc>
                <a:spcBef>
                  <a:spcPct val="0"/>
                </a:spcBef>
                <a:spcAft>
                  <a:spcPct val="0"/>
                </a:spcAft>
                <a:buClrTx/>
                <a:buSzTx/>
                <a:buFontTx/>
                <a:buNone/>
                <a:tabLst/>
                <a:defRPr/>
              </a:pPr>
              <a:t>40</a:t>
            </a:fld>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419769742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1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7666971-618F-064A-8A66-BF7F2B495265}"/>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2" name="Title 1">
            <a:extLst>
              <a:ext uri="{FF2B5EF4-FFF2-40B4-BE49-F238E27FC236}">
                <a16:creationId xmlns:a16="http://schemas.microsoft.com/office/drawing/2014/main" id="{23D93167-EBDD-7646-8FA0-27F770C32DC7}"/>
              </a:ext>
            </a:extLst>
          </p:cNvPr>
          <p:cNvSpPr>
            <a:spLocks noGrp="1"/>
          </p:cNvSpPr>
          <p:nvPr>
            <p:ph type="title"/>
          </p:nvPr>
        </p:nvSpPr>
        <p:spPr>
          <a:xfrm>
            <a:off x="685800" y="-1760836"/>
            <a:ext cx="7772400" cy="1143000"/>
          </a:xfrm>
        </p:spPr>
        <p:txBody>
          <a:bodyPr/>
          <a:lstStyle/>
          <a:p>
            <a:r>
              <a:rPr lang="en-US" sz="2400" dirty="0"/>
              <a:t>State Assistive Technology </a:t>
            </a:r>
            <a:r>
              <a:rPr lang="en-US" sz="2400" baseline="0" dirty="0"/>
              <a:t>Center</a:t>
            </a:r>
            <a:endParaRPr lang="en-US" sz="2400" dirty="0"/>
          </a:p>
        </p:txBody>
      </p:sp>
      <p:pic>
        <p:nvPicPr>
          <p:cNvPr id="5" name="Picture 4">
            <a:extLst>
              <a:ext uri="{FF2B5EF4-FFF2-40B4-BE49-F238E27FC236}">
                <a16:creationId xmlns:a16="http://schemas.microsoft.com/office/drawing/2014/main" id="{AAC915A5-BCD8-914F-BFD6-ACB5ACB10BB4}"/>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68435" y="608302"/>
            <a:ext cx="3472292" cy="2388937"/>
          </a:xfrm>
          <a:prstGeom prst="rect">
            <a:avLst/>
          </a:prstGeom>
        </p:spPr>
      </p:pic>
      <p:pic>
        <p:nvPicPr>
          <p:cNvPr id="25" name="Picture 24" descr="Screenshot of Center for Inclusive Design and Engineering, University of Colorado Denver, State Assistive Technology Project">
            <a:extLst>
              <a:ext uri="{FF2B5EF4-FFF2-40B4-BE49-F238E27FC236}">
                <a16:creationId xmlns:a16="http://schemas.microsoft.com/office/drawing/2014/main" id="{499A7FFF-696B-C142-92A8-C27798C50613}"/>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293180" y="543746"/>
            <a:ext cx="4191000" cy="5618108"/>
          </a:xfrm>
          <a:prstGeom prst="rect">
            <a:avLst/>
          </a:prstGeom>
          <a:ln>
            <a:solidFill>
              <a:schemeClr val="tx1"/>
            </a:solidFill>
          </a:ln>
        </p:spPr>
      </p:pic>
      <p:sp>
        <p:nvSpPr>
          <p:cNvPr id="3" name="Slide Number Placeholder 2">
            <a:extLst>
              <a:ext uri="{FF2B5EF4-FFF2-40B4-BE49-F238E27FC236}">
                <a16:creationId xmlns:a16="http://schemas.microsoft.com/office/drawing/2014/main" id="{1FAF453E-A033-024B-9BB2-AAF8D73166B4}"/>
              </a:ext>
            </a:extLst>
          </p:cNvPr>
          <p:cNvSpPr>
            <a:spLocks noGrp="1"/>
          </p:cNvSpPr>
          <p:nvPr>
            <p:ph type="sldNum" sz="quarter" idx="12"/>
          </p:nvPr>
        </p:nvSpPr>
        <p:spPr>
          <a:xfrm>
            <a:off x="8610600" y="6400800"/>
            <a:ext cx="1905000" cy="457200"/>
          </a:xfrm>
        </p:spPr>
        <p:txBody>
          <a:bodyPr/>
          <a:lstStyle/>
          <a:p>
            <a:pPr>
              <a:defRPr/>
            </a:pPr>
            <a:fld id="{F4F2C800-E6A5-EE47-9F5D-6559176AC179}" type="slidenum">
              <a:rPr lang="en-US" altLang="en-US" sz="1400" smtClean="0"/>
              <a:pPr>
                <a:defRPr/>
              </a:pPr>
              <a:t>41</a:t>
            </a:fld>
            <a:endParaRPr lang="en-US" altLang="en-US" sz="1400"/>
          </a:p>
        </p:txBody>
      </p:sp>
    </p:spTree>
    <p:extLst>
      <p:ext uri="{BB962C8B-B14F-4D97-AF65-F5344CB8AC3E}">
        <p14:creationId xmlns:p14="http://schemas.microsoft.com/office/powerpoint/2010/main" val="4009655221"/>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Screenshot of SWAAAC: Statewide Assistive Technology Augementative and Alternative Communication - http://www.swaaac.org  ">
            <a:extLst>
              <a:ext uri="{FF2B5EF4-FFF2-40B4-BE49-F238E27FC236}">
                <a16:creationId xmlns:a16="http://schemas.microsoft.com/office/drawing/2014/main" id="{6C236A93-F8BF-DF4A-972E-3973302ADBED}"/>
              </a:ext>
            </a:extLst>
          </p:cNvPr>
          <p:cNvSpPr>
            <a:spLocks noGrp="1"/>
          </p:cNvSpPr>
          <p:nvPr>
            <p:ph type="title"/>
          </p:nvPr>
        </p:nvSpPr>
        <p:spPr>
          <a:xfrm>
            <a:off x="2497282" y="554182"/>
            <a:ext cx="4149436" cy="568036"/>
          </a:xfrm>
        </p:spPr>
        <p:txBody>
          <a:bodyPr/>
          <a:lstStyle/>
          <a:p>
            <a:r>
              <a:rPr lang="en-US" sz="2400" b="0" dirty="0">
                <a:hlinkClick r:id="rId2"/>
              </a:rPr>
              <a:t>http://www.swaaac.org</a:t>
            </a:r>
            <a:r>
              <a:rPr lang="en-US" sz="2400" b="0" dirty="0"/>
              <a:t> </a:t>
            </a:r>
          </a:p>
        </p:txBody>
      </p:sp>
      <p:pic>
        <p:nvPicPr>
          <p:cNvPr id="5" name="Picture 4" descr="Screenshot of SWAAAC Website: ">
            <a:extLst>
              <a:ext uri="{FF2B5EF4-FFF2-40B4-BE49-F238E27FC236}">
                <a16:creationId xmlns:a16="http://schemas.microsoft.com/office/drawing/2014/main" id="{91913336-B3E5-524F-9319-74B42440FA0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479876" y="1440873"/>
            <a:ext cx="6347942" cy="4678797"/>
          </a:xfrm>
          <a:prstGeom prst="rect">
            <a:avLst/>
          </a:prstGeom>
          <a:ln>
            <a:solidFill>
              <a:schemeClr val="tx1"/>
            </a:solidFill>
          </a:ln>
        </p:spPr>
      </p:pic>
    </p:spTree>
    <p:extLst>
      <p:ext uri="{BB962C8B-B14F-4D97-AF65-F5344CB8AC3E}">
        <p14:creationId xmlns:p14="http://schemas.microsoft.com/office/powerpoint/2010/main" val="2642411421"/>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descr="Screenshot of Technology Solutions for Emplloyment section of Colorado Office of Employment First website: https://employmentfirstcolorado.org/ready-for-work-technology ">
            <a:extLst>
              <a:ext uri="{FF2B5EF4-FFF2-40B4-BE49-F238E27FC236}">
                <a16:creationId xmlns:a16="http://schemas.microsoft.com/office/drawing/2014/main" id="{6CAB0ACE-BDB3-5243-8FFF-94291D44EAF7}"/>
              </a:ext>
            </a:extLst>
          </p:cNvPr>
          <p:cNvSpPr>
            <a:spLocks noGrp="1"/>
          </p:cNvSpPr>
          <p:nvPr>
            <p:ph type="title"/>
          </p:nvPr>
        </p:nvSpPr>
        <p:spPr>
          <a:xfrm>
            <a:off x="342900" y="415636"/>
            <a:ext cx="8458200" cy="595746"/>
          </a:xfrm>
        </p:spPr>
        <p:txBody>
          <a:bodyPr/>
          <a:lstStyle/>
          <a:p>
            <a:r>
              <a:rPr lang="en-US" sz="2400" b="0" dirty="0">
                <a:hlinkClick r:id="rId2"/>
              </a:rPr>
              <a:t>https://employmentfirstcolorado.org/ready-for-work-technology</a:t>
            </a:r>
            <a:r>
              <a:rPr lang="en-US" sz="2400" b="0" dirty="0"/>
              <a:t> </a:t>
            </a:r>
            <a:endParaRPr lang="en-US" b="0" dirty="0"/>
          </a:p>
        </p:txBody>
      </p:sp>
      <p:pic>
        <p:nvPicPr>
          <p:cNvPr id="10" name="Picture 9" descr="Screenshot of Technology Solutions for Employment Section of Colorado Office of Employment First website">
            <a:extLst>
              <a:ext uri="{FF2B5EF4-FFF2-40B4-BE49-F238E27FC236}">
                <a16:creationId xmlns:a16="http://schemas.microsoft.com/office/drawing/2014/main" id="{C7FABFC8-8EB4-604A-8DEF-F51AA8C6182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893981" y="1122953"/>
            <a:ext cx="5356037" cy="5153156"/>
          </a:xfrm>
          <a:prstGeom prst="rect">
            <a:avLst/>
          </a:prstGeom>
          <a:ln>
            <a:solidFill>
              <a:schemeClr val="tx1"/>
            </a:solidFill>
          </a:ln>
        </p:spPr>
      </p:pic>
      <p:sp>
        <p:nvSpPr>
          <p:cNvPr id="5" name="Slide Number Placeholder 4">
            <a:extLst>
              <a:ext uri="{FF2B5EF4-FFF2-40B4-BE49-F238E27FC236}">
                <a16:creationId xmlns:a16="http://schemas.microsoft.com/office/drawing/2014/main" id="{43B95053-AE3E-2E4A-8967-B2AA627B7059}"/>
              </a:ext>
            </a:extLst>
          </p:cNvPr>
          <p:cNvSpPr>
            <a:spLocks noGrp="1"/>
          </p:cNvSpPr>
          <p:nvPr>
            <p:ph type="sldNum" sz="quarter" idx="4294967295"/>
          </p:nvPr>
        </p:nvSpPr>
        <p:spPr>
          <a:xfrm>
            <a:off x="8528050" y="6275388"/>
            <a:ext cx="615950" cy="457200"/>
          </a:xfrm>
          <a:prstGeom prst="rect">
            <a:avLst/>
          </a:prstGeom>
        </p:spPr>
        <p:txBody>
          <a:bodyPr/>
          <a:lstStyle/>
          <a:p>
            <a:pPr>
              <a:defRPr/>
            </a:pPr>
            <a:fld id="{DADED417-B3A5-0247-A5EF-759E0B1E1E60}" type="slidenum">
              <a:rPr lang="en-US" altLang="en-US" sz="1200" smtClean="0"/>
              <a:pPr>
                <a:defRPr/>
              </a:pPr>
              <a:t>43</a:t>
            </a:fld>
            <a:endParaRPr lang="en-US" altLang="en-US" sz="1200" dirty="0"/>
          </a:p>
        </p:txBody>
      </p:sp>
    </p:spTree>
    <p:extLst>
      <p:ext uri="{BB962C8B-B14F-4D97-AF65-F5344CB8AC3E}">
        <p14:creationId xmlns:p14="http://schemas.microsoft.com/office/powerpoint/2010/main" val="2112757678"/>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6C25BB2-5CCF-1C4B-9B4D-CD413E310827}"/>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2" name="Title 1">
            <a:extLst>
              <a:ext uri="{FF2B5EF4-FFF2-40B4-BE49-F238E27FC236}">
                <a16:creationId xmlns:a16="http://schemas.microsoft.com/office/drawing/2014/main" id="{87AC2421-B2EC-A849-A779-BDD13445DBD1}"/>
              </a:ext>
            </a:extLst>
          </p:cNvPr>
          <p:cNvSpPr>
            <a:spLocks noGrp="1"/>
          </p:cNvSpPr>
          <p:nvPr>
            <p:ph type="title"/>
          </p:nvPr>
        </p:nvSpPr>
        <p:spPr>
          <a:xfrm>
            <a:off x="314226" y="743606"/>
            <a:ext cx="2819645" cy="1082143"/>
          </a:xfrm>
          <a:effectLst>
            <a:glow rad="228600">
              <a:schemeClr val="accent2">
                <a:satMod val="175000"/>
                <a:alpha val="40000"/>
              </a:schemeClr>
            </a:glow>
          </a:effectLst>
          <a:scene3d>
            <a:camera prst="isometricOffAxis1Right"/>
            <a:lightRig rig="threePt" dir="t"/>
          </a:scene3d>
          <a:sp3d>
            <a:bevelT prst="angle"/>
          </a:sp3d>
        </p:spPr>
        <p:style>
          <a:lnRef idx="3">
            <a:schemeClr val="lt1"/>
          </a:lnRef>
          <a:fillRef idx="1">
            <a:schemeClr val="accent2"/>
          </a:fillRef>
          <a:effectRef idx="1">
            <a:schemeClr val="accent2"/>
          </a:effectRef>
          <a:fontRef idx="minor">
            <a:schemeClr val="lt1"/>
          </a:fontRef>
        </p:style>
        <p:txBody>
          <a:bodyPr/>
          <a:lstStyle/>
          <a:p>
            <a:r>
              <a:rPr lang="en-US" b="1" i="1" cap="small" dirty="0"/>
              <a:t>National Resources</a:t>
            </a:r>
          </a:p>
        </p:txBody>
      </p:sp>
      <p:pic>
        <p:nvPicPr>
          <p:cNvPr id="7" name="Picture 6" descr="JAN - Job Accommodation Network ">
            <a:extLst>
              <a:ext uri="{FF2B5EF4-FFF2-40B4-BE49-F238E27FC236}">
                <a16:creationId xmlns:a16="http://schemas.microsoft.com/office/drawing/2014/main" id="{93999A9D-CFB8-EE4F-8552-5918A775FF74}"/>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476973" y="1728725"/>
            <a:ext cx="3051142" cy="1219079"/>
          </a:xfrm>
          <a:prstGeom prst="rect">
            <a:avLst/>
          </a:prstGeom>
        </p:spPr>
      </p:pic>
      <p:pic>
        <p:nvPicPr>
          <p:cNvPr id="11" name="Picture 10" descr="AT 3 Center ">
            <a:extLst>
              <a:ext uri="{FF2B5EF4-FFF2-40B4-BE49-F238E27FC236}">
                <a16:creationId xmlns:a16="http://schemas.microsoft.com/office/drawing/2014/main" id="{77FF6C2A-527C-E445-9CD1-9A4E9F42293E}"/>
              </a:ext>
            </a:extLst>
          </p:cNvPr>
          <p:cNvPicPr>
            <a:picLocks noChangeAspect="1"/>
          </p:cNvPicPr>
          <p:nvPr/>
        </p:nvPicPr>
        <p:blipFill>
          <a:blip r:embed="rId4"/>
          <a:stretch>
            <a:fillRect/>
          </a:stretch>
        </p:blipFill>
        <p:spPr>
          <a:xfrm>
            <a:off x="826132" y="3602100"/>
            <a:ext cx="2162165" cy="1210813"/>
          </a:xfrm>
          <a:prstGeom prst="rect">
            <a:avLst/>
          </a:prstGeom>
        </p:spPr>
      </p:pic>
      <p:sp>
        <p:nvSpPr>
          <p:cNvPr id="8" name="TextBox 7" descr="Feel free to share examples of these factors in the chat.&#13;&#10;">
            <a:extLst>
              <a:ext uri="{FF2B5EF4-FFF2-40B4-BE49-F238E27FC236}">
                <a16:creationId xmlns:a16="http://schemas.microsoft.com/office/drawing/2014/main" id="{FA960F2E-3E24-0A4E-809C-D1FDE4E74F24}"/>
              </a:ext>
            </a:extLst>
          </p:cNvPr>
          <p:cNvSpPr txBox="1"/>
          <p:nvPr/>
        </p:nvSpPr>
        <p:spPr>
          <a:xfrm>
            <a:off x="5212007" y="5388817"/>
            <a:ext cx="3398593" cy="707886"/>
          </a:xfrm>
          <a:prstGeom prst="rect">
            <a:avLst/>
          </a:prstGeom>
          <a:solidFill>
            <a:srgbClr val="0060C1"/>
          </a:solidFill>
          <a:effectLst>
            <a:glow rad="139700">
              <a:schemeClr val="accent4">
                <a:satMod val="175000"/>
                <a:alpha val="40000"/>
              </a:schemeClr>
            </a:glow>
          </a:effectLst>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sz="2000" i="1" dirty="0">
                <a:solidFill>
                  <a:schemeClr val="bg1"/>
                </a:solidFill>
                <a:latin typeface="Arial Narrow" panose="020B0604020202020204" pitchFamily="34" charset="0"/>
                <a:cs typeface="Arial Narrow" panose="020B0604020202020204" pitchFamily="34" charset="0"/>
              </a:rPr>
              <a:t>Feel free to share additional technology resources</a:t>
            </a:r>
          </a:p>
        </p:txBody>
      </p:sp>
      <p:sp>
        <p:nvSpPr>
          <p:cNvPr id="4" name="Slide Number Placeholder 3">
            <a:extLst>
              <a:ext uri="{FF2B5EF4-FFF2-40B4-BE49-F238E27FC236}">
                <a16:creationId xmlns:a16="http://schemas.microsoft.com/office/drawing/2014/main" id="{88364AF3-C034-4745-A43B-CBC8C88362B0}"/>
              </a:ext>
            </a:extLst>
          </p:cNvPr>
          <p:cNvSpPr>
            <a:spLocks noGrp="1"/>
          </p:cNvSpPr>
          <p:nvPr>
            <p:ph type="sldNum" sz="quarter" idx="12"/>
          </p:nvPr>
        </p:nvSpPr>
        <p:spPr>
          <a:xfrm>
            <a:off x="8610600" y="6402636"/>
            <a:ext cx="1905000" cy="457200"/>
          </a:xfrm>
        </p:spPr>
        <p:txBody>
          <a:bodyPr/>
          <a:lstStyle/>
          <a:p>
            <a:pPr>
              <a:defRPr/>
            </a:pPr>
            <a:fld id="{F4F2C800-E6A5-EE47-9F5D-6559176AC179}" type="slidenum">
              <a:rPr lang="en-US" altLang="en-US" sz="1400" smtClean="0"/>
              <a:pPr>
                <a:defRPr/>
              </a:pPr>
              <a:t>44</a:t>
            </a:fld>
            <a:endParaRPr lang="en-US" altLang="en-US" sz="1400" dirty="0"/>
          </a:p>
        </p:txBody>
      </p:sp>
      <p:sp>
        <p:nvSpPr>
          <p:cNvPr id="3" name="TextBox 2">
            <a:extLst>
              <a:ext uri="{FF2B5EF4-FFF2-40B4-BE49-F238E27FC236}">
                <a16:creationId xmlns:a16="http://schemas.microsoft.com/office/drawing/2014/main" id="{3A46D9CB-52C7-0E46-9459-79D27B16E649}"/>
              </a:ext>
            </a:extLst>
          </p:cNvPr>
          <p:cNvSpPr txBox="1"/>
          <p:nvPr/>
        </p:nvSpPr>
        <p:spPr>
          <a:xfrm>
            <a:off x="5365307" y="3034383"/>
            <a:ext cx="3091992" cy="461665"/>
          </a:xfrm>
          <a:prstGeom prst="rect">
            <a:avLst/>
          </a:prstGeom>
          <a:noFill/>
        </p:spPr>
        <p:txBody>
          <a:bodyPr wrap="square" rtlCol="0">
            <a:spAutoFit/>
          </a:bodyPr>
          <a:lstStyle/>
          <a:p>
            <a:pPr algn="ctr"/>
            <a:r>
              <a:rPr lang="en-US" dirty="0"/>
              <a:t>https://</a:t>
            </a:r>
            <a:r>
              <a:rPr lang="en-US" dirty="0" err="1"/>
              <a:t>askjan.org</a:t>
            </a:r>
            <a:r>
              <a:rPr lang="en-US" dirty="0"/>
              <a:t> </a:t>
            </a:r>
          </a:p>
        </p:txBody>
      </p:sp>
      <p:sp>
        <p:nvSpPr>
          <p:cNvPr id="6" name="TextBox 5">
            <a:extLst>
              <a:ext uri="{FF2B5EF4-FFF2-40B4-BE49-F238E27FC236}">
                <a16:creationId xmlns:a16="http://schemas.microsoft.com/office/drawing/2014/main" id="{28A6F0FB-683F-6640-AFCC-934EB51DC308}"/>
              </a:ext>
            </a:extLst>
          </p:cNvPr>
          <p:cNvSpPr txBox="1"/>
          <p:nvPr/>
        </p:nvSpPr>
        <p:spPr>
          <a:xfrm>
            <a:off x="242985" y="4939646"/>
            <a:ext cx="3302808" cy="471340"/>
          </a:xfrm>
          <a:prstGeom prst="rect">
            <a:avLst/>
          </a:prstGeom>
          <a:noFill/>
        </p:spPr>
        <p:txBody>
          <a:bodyPr wrap="square" rtlCol="0">
            <a:spAutoFit/>
          </a:bodyPr>
          <a:lstStyle/>
          <a:p>
            <a:pPr algn="ctr"/>
            <a:r>
              <a:rPr lang="en-US" dirty="0"/>
              <a:t>www.at3center.net </a:t>
            </a:r>
          </a:p>
        </p:txBody>
      </p:sp>
    </p:spTree>
    <p:extLst>
      <p:ext uri="{BB962C8B-B14F-4D97-AF65-F5344CB8AC3E}">
        <p14:creationId xmlns:p14="http://schemas.microsoft.com/office/powerpoint/2010/main" val="327616234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06623" y="900814"/>
            <a:ext cx="569713"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08327" y="633165"/>
            <a:ext cx="36199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Shape 16">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965" y="636723"/>
            <a:ext cx="3000047"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itle 4">
            <a:extLst>
              <a:ext uri="{FF2B5EF4-FFF2-40B4-BE49-F238E27FC236}">
                <a16:creationId xmlns:a16="http://schemas.microsoft.com/office/drawing/2014/main" id="{0CC98C52-01ED-9F48-A656-B5FEEE58FE09}"/>
              </a:ext>
            </a:extLst>
          </p:cNvPr>
          <p:cNvSpPr>
            <a:spLocks noGrp="1"/>
          </p:cNvSpPr>
          <p:nvPr>
            <p:ph type="title"/>
          </p:nvPr>
        </p:nvSpPr>
        <p:spPr>
          <a:xfrm>
            <a:off x="550415" y="982272"/>
            <a:ext cx="2692053" cy="4560970"/>
          </a:xfrm>
        </p:spPr>
        <p:txBody>
          <a:bodyPr vert="horz" lIns="91440" tIns="45720" rIns="91440" bIns="45720" rtlCol="0" anchor="ctr">
            <a:normAutofit/>
          </a:bodyPr>
          <a:lstStyle/>
          <a:p>
            <a:r>
              <a:rPr lang="en-US" sz="4000" i="1" kern="1200" dirty="0">
                <a:solidFill>
                  <a:srgbClr val="FFFFFF"/>
                </a:solidFill>
                <a:latin typeface="+mj-lt"/>
                <a:ea typeface="+mj-ea"/>
                <a:cs typeface="+mj-cs"/>
              </a:rPr>
              <a:t>Building AT Competency</a:t>
            </a:r>
          </a:p>
        </p:txBody>
      </p:sp>
      <p:sp>
        <p:nvSpPr>
          <p:cNvPr id="19"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676336" y="1352302"/>
            <a:ext cx="4991698"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 name="Content Placeholder 5">
            <a:extLst>
              <a:ext uri="{FF2B5EF4-FFF2-40B4-BE49-F238E27FC236}">
                <a16:creationId xmlns:a16="http://schemas.microsoft.com/office/drawing/2014/main" id="{F22FE837-F493-404B-9DA4-EA526A43442A}"/>
              </a:ext>
            </a:extLst>
          </p:cNvPr>
          <p:cNvSpPr>
            <a:spLocks noGrp="1"/>
          </p:cNvSpPr>
          <p:nvPr>
            <p:ph idx="1"/>
          </p:nvPr>
        </p:nvSpPr>
        <p:spPr>
          <a:xfrm>
            <a:off x="3916396" y="1719618"/>
            <a:ext cx="4461623" cy="4334629"/>
          </a:xfrm>
        </p:spPr>
        <p:txBody>
          <a:bodyPr vert="horz" lIns="91440" tIns="45720" rIns="91440" bIns="45720" rtlCol="0" anchor="ctr">
            <a:normAutofit/>
          </a:bodyPr>
          <a:lstStyle/>
          <a:p>
            <a:pPr>
              <a:spcBef>
                <a:spcPts val="1600"/>
              </a:spcBef>
            </a:pPr>
            <a:r>
              <a:rPr lang="en-US" dirty="0">
                <a:solidFill>
                  <a:srgbClr val="FEFFFF"/>
                </a:solidFill>
              </a:rPr>
              <a:t>VR staff</a:t>
            </a:r>
          </a:p>
          <a:p>
            <a:pPr>
              <a:spcBef>
                <a:spcPts val="1600"/>
              </a:spcBef>
            </a:pPr>
            <a:r>
              <a:rPr lang="en-US" dirty="0">
                <a:solidFill>
                  <a:srgbClr val="FEFFFF"/>
                </a:solidFill>
              </a:rPr>
              <a:t>School staff</a:t>
            </a:r>
          </a:p>
          <a:p>
            <a:pPr>
              <a:spcBef>
                <a:spcPts val="1600"/>
              </a:spcBef>
            </a:pPr>
            <a:r>
              <a:rPr lang="en-US" dirty="0">
                <a:solidFill>
                  <a:srgbClr val="FEFFFF"/>
                </a:solidFill>
              </a:rPr>
              <a:t>Service providers</a:t>
            </a:r>
          </a:p>
          <a:p>
            <a:pPr>
              <a:spcBef>
                <a:spcPts val="1600"/>
              </a:spcBef>
            </a:pPr>
            <a:r>
              <a:rPr lang="en-US" dirty="0">
                <a:solidFill>
                  <a:srgbClr val="FEFFFF"/>
                </a:solidFill>
              </a:rPr>
              <a:t>Youth </a:t>
            </a:r>
          </a:p>
          <a:p>
            <a:pPr>
              <a:spcBef>
                <a:spcPts val="1600"/>
              </a:spcBef>
            </a:pPr>
            <a:r>
              <a:rPr lang="en-US" dirty="0">
                <a:solidFill>
                  <a:srgbClr val="FEFFFF"/>
                </a:solidFill>
              </a:rPr>
              <a:t>Families</a:t>
            </a:r>
          </a:p>
          <a:p>
            <a:pPr>
              <a:spcBef>
                <a:spcPts val="1600"/>
              </a:spcBef>
            </a:pPr>
            <a:r>
              <a:rPr lang="en-US" dirty="0">
                <a:solidFill>
                  <a:srgbClr val="FEFFFF"/>
                </a:solidFill>
              </a:rPr>
              <a:t>Others</a:t>
            </a:r>
          </a:p>
        </p:txBody>
      </p:sp>
      <p:sp>
        <p:nvSpPr>
          <p:cNvPr id="4" name="Slide Number Placeholder 3">
            <a:extLst>
              <a:ext uri="{FF2B5EF4-FFF2-40B4-BE49-F238E27FC236}">
                <a16:creationId xmlns:a16="http://schemas.microsoft.com/office/drawing/2014/main" id="{6BAFC20B-D662-224D-96EA-8B03A43ED617}"/>
              </a:ext>
            </a:extLst>
          </p:cNvPr>
          <p:cNvSpPr>
            <a:spLocks noGrp="1"/>
          </p:cNvSpPr>
          <p:nvPr>
            <p:ph type="sldNum" sz="quarter" idx="4294967295"/>
          </p:nvPr>
        </p:nvSpPr>
        <p:spPr>
          <a:xfrm>
            <a:off x="8030718" y="6175188"/>
            <a:ext cx="514350" cy="320040"/>
          </a:xfrm>
          <a:prstGeom prst="rect">
            <a:avLst/>
          </a:prstGeom>
        </p:spPr>
        <p:txBody>
          <a:bodyPr vert="horz" lIns="91440" tIns="45720" rIns="91440" bIns="45720" rtlCol="0" anchor="ctr">
            <a:normAutofit/>
          </a:bodyPr>
          <a:lstStyle/>
          <a:p>
            <a:pPr eaLnBrk="1" hangingPunct="1">
              <a:spcAft>
                <a:spcPts val="600"/>
              </a:spcAft>
            </a:pPr>
            <a:fld id="{5D7CCB52-5D48-470B-B8DA-D8134110C94D}" type="slidenum">
              <a:rPr lang="en-US" sz="900">
                <a:solidFill>
                  <a:srgbClr val="FFFFFF"/>
                </a:solidFill>
                <a:latin typeface="+mn-lt"/>
                <a:ea typeface="+mn-ea"/>
              </a:rPr>
              <a:pPr eaLnBrk="1" hangingPunct="1">
                <a:spcAft>
                  <a:spcPts val="600"/>
                </a:spcAft>
              </a:pPr>
              <a:t>45</a:t>
            </a:fld>
            <a:endParaRPr lang="en-US" sz="900">
              <a:solidFill>
                <a:srgbClr val="FFFFFF"/>
              </a:solidFill>
              <a:latin typeface="+mn-lt"/>
              <a:ea typeface="+mn-ea"/>
            </a:endParaRPr>
          </a:p>
        </p:txBody>
      </p:sp>
      <p:pic>
        <p:nvPicPr>
          <p:cNvPr id="8" name="Picture 7">
            <a:extLst>
              <a:ext uri="{FF2B5EF4-FFF2-40B4-BE49-F238E27FC236}">
                <a16:creationId xmlns:a16="http://schemas.microsoft.com/office/drawing/2014/main" id="{E4E90DD5-1C51-5342-9BBB-20C159E3F92B}"/>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028230" y="376881"/>
            <a:ext cx="2589849" cy="2959827"/>
          </a:xfrm>
          <a:prstGeom prst="rect">
            <a:avLst/>
          </a:prstGeom>
        </p:spPr>
      </p:pic>
    </p:spTree>
    <p:extLst>
      <p:ext uri="{BB962C8B-B14F-4D97-AF65-F5344CB8AC3E}">
        <p14:creationId xmlns:p14="http://schemas.microsoft.com/office/powerpoint/2010/main" val="3270832702"/>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D4181-3038-874B-8B44-3E0AA70FFDA9}"/>
              </a:ext>
            </a:extLst>
          </p:cNvPr>
          <p:cNvSpPr>
            <a:spLocks noGrp="1"/>
          </p:cNvSpPr>
          <p:nvPr>
            <p:ph type="title"/>
          </p:nvPr>
        </p:nvSpPr>
        <p:spPr>
          <a:xfrm>
            <a:off x="810491" y="-1482436"/>
            <a:ext cx="7772400" cy="1143000"/>
          </a:xfrm>
        </p:spPr>
        <p:txBody>
          <a:bodyPr>
            <a:normAutofit/>
          </a:bodyPr>
          <a:lstStyle/>
          <a:p>
            <a:r>
              <a:rPr lang="en-US" sz="2400" dirty="0"/>
              <a:t>Discussion</a:t>
            </a:r>
          </a:p>
        </p:txBody>
      </p:sp>
      <p:pic>
        <p:nvPicPr>
          <p:cNvPr id="7" name="Picture 6" descr="What are necessary AT competencies? Discussion">
            <a:extLst>
              <a:ext uri="{FF2B5EF4-FFF2-40B4-BE49-F238E27FC236}">
                <a16:creationId xmlns:a16="http://schemas.microsoft.com/office/drawing/2014/main" id="{ECC84DED-C00A-2841-A93E-7859B105B95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92282" y="949937"/>
            <a:ext cx="8208818" cy="4958126"/>
          </a:xfrm>
          <a:prstGeom prst="rect">
            <a:avLst/>
          </a:prstGeom>
        </p:spPr>
      </p:pic>
    </p:spTree>
    <p:extLst>
      <p:ext uri="{BB962C8B-B14F-4D97-AF65-F5344CB8AC3E}">
        <p14:creationId xmlns:p14="http://schemas.microsoft.com/office/powerpoint/2010/main" val="3176293046"/>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7F5CA-E5F3-9F4F-9885-B776C59DC2F6}"/>
              </a:ext>
            </a:extLst>
          </p:cNvPr>
          <p:cNvSpPr>
            <a:spLocks noGrp="1"/>
          </p:cNvSpPr>
          <p:nvPr>
            <p:ph type="title" idx="4294967295"/>
          </p:nvPr>
        </p:nvSpPr>
        <p:spPr>
          <a:xfrm>
            <a:off x="525066" y="-1822450"/>
            <a:ext cx="7772400" cy="1143000"/>
          </a:xfrm>
        </p:spPr>
        <p:txBody>
          <a:bodyPr/>
          <a:lstStyle/>
          <a:p>
            <a:r>
              <a:rPr lang="en-US" dirty="0"/>
              <a:t>Questions and Challenges</a:t>
            </a:r>
          </a:p>
        </p:txBody>
      </p:sp>
      <p:pic>
        <p:nvPicPr>
          <p:cNvPr id="9" name="Picture 8">
            <a:extLst>
              <a:ext uri="{FF2B5EF4-FFF2-40B4-BE49-F238E27FC236}">
                <a16:creationId xmlns:a16="http://schemas.microsoft.com/office/drawing/2014/main" id="{F0BE02D4-3532-B245-9C6F-CA6193DC340C}"/>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89218" y="1219200"/>
            <a:ext cx="1905000" cy="2032000"/>
          </a:xfrm>
          <a:prstGeom prst="rect">
            <a:avLst/>
          </a:prstGeom>
        </p:spPr>
      </p:pic>
      <p:pic>
        <p:nvPicPr>
          <p:cNvPr id="7" name="Picture 6">
            <a:extLst>
              <a:ext uri="{FF2B5EF4-FFF2-40B4-BE49-F238E27FC236}">
                <a16:creationId xmlns:a16="http://schemas.microsoft.com/office/drawing/2014/main" id="{61D4052A-2B31-D54C-BE9F-45B2EE3ED884}"/>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429000" y="3429000"/>
            <a:ext cx="2932073" cy="1647825"/>
          </a:xfrm>
          <a:prstGeom prst="rect">
            <a:avLst/>
          </a:prstGeom>
        </p:spPr>
      </p:pic>
      <p:graphicFrame>
        <p:nvGraphicFramePr>
          <p:cNvPr id="5" name="Diagram 4" descr="Diagram showing questions and challenges regarding use of technology: Ongoing AT Support, Lack of awareness of options, Funding, Traaining, Ownership, Employer Support, System Policies, Technology Ever Evolving">
            <a:extLst>
              <a:ext uri="{FF2B5EF4-FFF2-40B4-BE49-F238E27FC236}">
                <a16:creationId xmlns:a16="http://schemas.microsoft.com/office/drawing/2014/main" id="{2F1269F8-39C1-8E47-AB2F-A9907D58F902}"/>
              </a:ext>
            </a:extLst>
          </p:cNvPr>
          <p:cNvGraphicFramePr/>
          <p:nvPr>
            <p:extLst>
              <p:ext uri="{D42A27DB-BD31-4B8C-83A1-F6EECF244321}">
                <p14:modId xmlns:p14="http://schemas.microsoft.com/office/powerpoint/2010/main" val="296460393"/>
              </p:ext>
            </p:extLst>
          </p:nvPr>
        </p:nvGraphicFramePr>
        <p:xfrm>
          <a:off x="0" y="0"/>
          <a:ext cx="9144000" cy="69342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6" name="Slide Number Placeholder 3">
            <a:extLst>
              <a:ext uri="{FF2B5EF4-FFF2-40B4-BE49-F238E27FC236}">
                <a16:creationId xmlns:a16="http://schemas.microsoft.com/office/drawing/2014/main" id="{EEBCF8C2-9FCF-5442-84F9-1A9F227FABCA}"/>
              </a:ext>
            </a:extLst>
          </p:cNvPr>
          <p:cNvSpPr txBox="1">
            <a:spLocks/>
          </p:cNvSpPr>
          <p:nvPr/>
        </p:nvSpPr>
        <p:spPr>
          <a:xfrm>
            <a:off x="8610600" y="6400800"/>
            <a:ext cx="1905000" cy="457200"/>
          </a:xfrm>
          <a:prstGeom prst="rect">
            <a:avLst/>
          </a:prstGeom>
        </p:spPr>
        <p:txBody>
          <a:bodyPr/>
          <a:ls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6pPr>
            <a:lvl7pPr marL="27432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7pPr>
            <a:lvl8pPr marL="32004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8pPr>
            <a:lvl9pPr marL="36576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DADED417-B3A5-0247-A5EF-759E0B1E1E60}" type="slidenum">
              <a:rPr kumimoji="0" lang="en-US" altLang="en-US" sz="14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l" defTabSz="914400" rtl="0" eaLnBrk="0" fontAlgn="base" latinLnBrk="0" hangingPunct="0">
                <a:lnSpc>
                  <a:spcPct val="100000"/>
                </a:lnSpc>
                <a:spcBef>
                  <a:spcPct val="0"/>
                </a:spcBef>
                <a:spcAft>
                  <a:spcPct val="0"/>
                </a:spcAft>
                <a:buClrTx/>
                <a:buSzTx/>
                <a:buFontTx/>
                <a:buNone/>
                <a:tabLst/>
                <a:defRPr/>
              </a:pPr>
              <a:t>47</a:t>
            </a:fld>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30459171"/>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E5E604C-2B75-504E-8157-C83E32CF9484}"/>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728265"/>
            <a:ext cx="9144000" cy="5143501"/>
          </a:xfrm>
          <a:prstGeom prst="rect">
            <a:avLst/>
          </a:prstGeom>
        </p:spPr>
      </p:pic>
      <p:sp>
        <p:nvSpPr>
          <p:cNvPr id="2" name="Title 1">
            <a:extLst>
              <a:ext uri="{FF2B5EF4-FFF2-40B4-BE49-F238E27FC236}">
                <a16:creationId xmlns:a16="http://schemas.microsoft.com/office/drawing/2014/main" id="{3028EC6E-0B51-804C-A952-6AE808FFA120}"/>
              </a:ext>
            </a:extLst>
          </p:cNvPr>
          <p:cNvSpPr>
            <a:spLocks noGrp="1"/>
          </p:cNvSpPr>
          <p:nvPr>
            <p:ph type="title"/>
          </p:nvPr>
        </p:nvSpPr>
        <p:spPr>
          <a:xfrm>
            <a:off x="457200" y="3733800"/>
            <a:ext cx="8229600" cy="1143000"/>
          </a:xfrm>
        </p:spPr>
        <p:txBody>
          <a:bodyPr>
            <a:noAutofit/>
          </a:bodyPr>
          <a:lstStyle/>
          <a:p>
            <a:r>
              <a:rPr lang="en-US" sz="2400" i="1" dirty="0">
                <a:solidFill>
                  <a:srgbClr val="FFFF00"/>
                </a:solidFill>
              </a:rPr>
              <a:t>Mizuta Masahide</a:t>
            </a:r>
            <a:br>
              <a:rPr lang="en-US" sz="2400" i="1" dirty="0">
                <a:solidFill>
                  <a:srgbClr val="FFFF00"/>
                </a:solidFill>
              </a:rPr>
            </a:br>
            <a:r>
              <a:rPr lang="en-US" sz="2400" i="1" dirty="0">
                <a:solidFill>
                  <a:srgbClr val="FFFF00"/>
                </a:solidFill>
              </a:rPr>
              <a:t>(17th century Japanese poet and samurai)</a:t>
            </a:r>
            <a:br>
              <a:rPr lang="en-US" sz="2400" dirty="0">
                <a:solidFill>
                  <a:srgbClr val="FFFF00"/>
                </a:solidFill>
              </a:rPr>
            </a:br>
            <a:endParaRPr lang="en-US" sz="2400" dirty="0">
              <a:solidFill>
                <a:srgbClr val="FFFF00"/>
              </a:solidFill>
            </a:endParaRPr>
          </a:p>
        </p:txBody>
      </p:sp>
      <p:sp>
        <p:nvSpPr>
          <p:cNvPr id="3" name="Content Placeholder 2">
            <a:extLst>
              <a:ext uri="{FF2B5EF4-FFF2-40B4-BE49-F238E27FC236}">
                <a16:creationId xmlns:a16="http://schemas.microsoft.com/office/drawing/2014/main" id="{5035B1A7-CB1E-FE42-8C74-C92F5031E837}"/>
              </a:ext>
            </a:extLst>
          </p:cNvPr>
          <p:cNvSpPr>
            <a:spLocks noGrp="1"/>
          </p:cNvSpPr>
          <p:nvPr>
            <p:ph idx="1"/>
          </p:nvPr>
        </p:nvSpPr>
        <p:spPr>
          <a:xfrm>
            <a:off x="152400" y="1145236"/>
            <a:ext cx="8229600" cy="4525963"/>
          </a:xfrm>
        </p:spPr>
        <p:txBody>
          <a:bodyPr/>
          <a:lstStyle/>
          <a:p>
            <a:pPr marL="0" indent="0">
              <a:buNone/>
            </a:pPr>
            <a:r>
              <a:rPr lang="en-US" dirty="0">
                <a:solidFill>
                  <a:schemeClr val="bg1"/>
                </a:solidFill>
              </a:rPr>
              <a:t>“My barn having burned down, </a:t>
            </a:r>
          </a:p>
          <a:p>
            <a:pPr marL="0" indent="0">
              <a:buNone/>
            </a:pPr>
            <a:r>
              <a:rPr lang="en-US" dirty="0">
                <a:solidFill>
                  <a:schemeClr val="bg1"/>
                </a:solidFill>
              </a:rPr>
              <a:t>I can now see the moon.”</a:t>
            </a:r>
          </a:p>
        </p:txBody>
      </p:sp>
      <p:sp>
        <p:nvSpPr>
          <p:cNvPr id="4" name="Slide Number Placeholder 3">
            <a:extLst>
              <a:ext uri="{FF2B5EF4-FFF2-40B4-BE49-F238E27FC236}">
                <a16:creationId xmlns:a16="http://schemas.microsoft.com/office/drawing/2014/main" id="{AEC6117C-2D05-9C46-8BC3-0E840817EE38}"/>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DFFECAE-5558-FC4F-A5D5-814DD6134961}" type="slidenum">
              <a:rPr kumimoji="0" lang="en-US" alt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48</a:t>
            </a:fld>
            <a:endParaRPr kumimoji="0" lang="en-US"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2549548735"/>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82648BC-7F05-B649-BD89-42940699FD18}"/>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2" name="Title 1">
            <a:extLst>
              <a:ext uri="{FF2B5EF4-FFF2-40B4-BE49-F238E27FC236}">
                <a16:creationId xmlns:a16="http://schemas.microsoft.com/office/drawing/2014/main" id="{60AA201A-5C3C-4848-9E5E-21DFCD413745}"/>
              </a:ext>
            </a:extLst>
          </p:cNvPr>
          <p:cNvSpPr>
            <a:spLocks noGrp="1"/>
          </p:cNvSpPr>
          <p:nvPr>
            <p:ph type="title"/>
          </p:nvPr>
        </p:nvSpPr>
        <p:spPr>
          <a:xfrm>
            <a:off x="685800" y="304800"/>
            <a:ext cx="7772400" cy="1143000"/>
          </a:xfrm>
        </p:spPr>
        <p:txBody>
          <a:bodyPr/>
          <a:lstStyle/>
          <a:p>
            <a:r>
              <a:rPr lang="en-US" dirty="0"/>
              <a:t>ICI Publications</a:t>
            </a:r>
            <a:br>
              <a:rPr lang="en-US" dirty="0"/>
            </a:br>
            <a:r>
              <a:rPr lang="en-US" sz="2400" b="0" dirty="0">
                <a:hlinkClick r:id="rId2"/>
              </a:rPr>
              <a:t>https://covid19.communityinclusion.org</a:t>
            </a:r>
            <a:r>
              <a:rPr lang="en-US" sz="2400" b="0" dirty="0"/>
              <a:t> </a:t>
            </a:r>
          </a:p>
        </p:txBody>
      </p:sp>
      <p:pic>
        <p:nvPicPr>
          <p:cNvPr id="6" name="Picture 5" descr="Picture of ICI Tools for Inclusion: Easy to Access Assistive Technology and Apps for Individual Success">
            <a:extLst>
              <a:ext uri="{FF2B5EF4-FFF2-40B4-BE49-F238E27FC236}">
                <a16:creationId xmlns:a16="http://schemas.microsoft.com/office/drawing/2014/main" id="{55B5CEAB-B082-FA49-ADAF-222F7AC77F8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49538" y="1617108"/>
            <a:ext cx="3664526" cy="4742327"/>
          </a:xfrm>
          <a:prstGeom prst="rect">
            <a:avLst/>
          </a:prstGeom>
          <a:ln>
            <a:solidFill>
              <a:schemeClr val="tx1"/>
            </a:solidFill>
          </a:ln>
        </p:spPr>
      </p:pic>
      <p:pic>
        <p:nvPicPr>
          <p:cNvPr id="12" name="Picture 11" descr="Picture of ICI Tools for Inclusion: Using Technology for Remote Support, Self-Managemernt, and Success in Employment and the Community">
            <a:extLst>
              <a:ext uri="{FF2B5EF4-FFF2-40B4-BE49-F238E27FC236}">
                <a16:creationId xmlns:a16="http://schemas.microsoft.com/office/drawing/2014/main" id="{6502CC0B-4C82-7040-B526-62384029B5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95101" y="1617109"/>
            <a:ext cx="3667160" cy="4745736"/>
          </a:xfrm>
          <a:prstGeom prst="rect">
            <a:avLst/>
          </a:prstGeom>
          <a:ln>
            <a:solidFill>
              <a:schemeClr val="tx1"/>
            </a:solidFill>
          </a:ln>
        </p:spPr>
      </p:pic>
      <p:sp>
        <p:nvSpPr>
          <p:cNvPr id="4" name="Slide Number Placeholder 3">
            <a:extLst>
              <a:ext uri="{FF2B5EF4-FFF2-40B4-BE49-F238E27FC236}">
                <a16:creationId xmlns:a16="http://schemas.microsoft.com/office/drawing/2014/main" id="{41429D68-2034-644D-A987-3063CE7A7924}"/>
              </a:ext>
            </a:extLst>
          </p:cNvPr>
          <p:cNvSpPr>
            <a:spLocks noGrp="1"/>
          </p:cNvSpPr>
          <p:nvPr>
            <p:ph type="sldNum" sz="quarter" idx="12"/>
          </p:nvPr>
        </p:nvSpPr>
        <p:spPr>
          <a:xfrm>
            <a:off x="8648033" y="6400800"/>
            <a:ext cx="1905000" cy="457200"/>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DADED417-B3A5-0247-A5EF-759E0B1E1E60}" type="slidenum">
              <a:rPr kumimoji="0" lang="en-US" altLang="en-US" sz="14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l" defTabSz="914400" rtl="0" eaLnBrk="0" fontAlgn="base" latinLnBrk="0" hangingPunct="0">
                <a:lnSpc>
                  <a:spcPct val="100000"/>
                </a:lnSpc>
                <a:spcBef>
                  <a:spcPct val="0"/>
                </a:spcBef>
                <a:spcAft>
                  <a:spcPct val="0"/>
                </a:spcAft>
                <a:buClrTx/>
                <a:buSzTx/>
                <a:buFontTx/>
                <a:buNone/>
                <a:tabLst/>
                <a:defRPr/>
              </a:pPr>
              <a:t>49</a:t>
            </a:fld>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189185298"/>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9">
            <a:extLst>
              <a:ext uri="{FF2B5EF4-FFF2-40B4-BE49-F238E27FC236}">
                <a16:creationId xmlns:a16="http://schemas.microsoft.com/office/drawing/2014/main" id="{41E7C69C-C674-0C49-AA25-B423A449C9DC}"/>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
        <p:nvSpPr>
          <p:cNvPr id="2" name="Title 1">
            <a:extLst>
              <a:ext uri="{FF2B5EF4-FFF2-40B4-BE49-F238E27FC236}">
                <a16:creationId xmlns:a16="http://schemas.microsoft.com/office/drawing/2014/main" id="{F0DFE6EA-ADA4-E94D-B5D7-139ED2A930E6}"/>
              </a:ext>
            </a:extLst>
          </p:cNvPr>
          <p:cNvSpPr>
            <a:spLocks noGrp="1"/>
          </p:cNvSpPr>
          <p:nvPr>
            <p:ph type="title"/>
          </p:nvPr>
        </p:nvSpPr>
        <p:spPr>
          <a:xfrm>
            <a:off x="628650" y="136524"/>
            <a:ext cx="7886700" cy="1325563"/>
          </a:xfrm>
        </p:spPr>
        <p:txBody>
          <a:bodyPr/>
          <a:lstStyle/>
          <a:p>
            <a:r>
              <a:rPr lang="en-US" b="1" cap="small" dirty="0"/>
              <a:t>Evaluation</a:t>
            </a:r>
          </a:p>
        </p:txBody>
      </p:sp>
      <p:sp>
        <p:nvSpPr>
          <p:cNvPr id="3" name="Content Placeholder 2">
            <a:extLst>
              <a:ext uri="{FF2B5EF4-FFF2-40B4-BE49-F238E27FC236}">
                <a16:creationId xmlns:a16="http://schemas.microsoft.com/office/drawing/2014/main" id="{B6E3BD9D-8106-8542-BAFC-304FC0CCC04B}"/>
              </a:ext>
            </a:extLst>
          </p:cNvPr>
          <p:cNvSpPr>
            <a:spLocks noGrp="1"/>
          </p:cNvSpPr>
          <p:nvPr>
            <p:ph idx="1"/>
          </p:nvPr>
        </p:nvSpPr>
        <p:spPr>
          <a:xfrm>
            <a:off x="724478" y="1128711"/>
            <a:ext cx="8616950" cy="942975"/>
          </a:xfrm>
        </p:spPr>
        <p:txBody>
          <a:bodyPr>
            <a:normAutofit/>
          </a:bodyPr>
          <a:lstStyle/>
          <a:p>
            <a:r>
              <a:rPr lang="en-US" sz="2000" dirty="0">
                <a:hlinkClick r:id="rId2"/>
              </a:rPr>
              <a:t>https://umassboston.co1.qualtrics.com/jfe/form/SV_3mJt0XEM2kPHIHk</a:t>
            </a:r>
            <a:endParaRPr lang="en-US" sz="2000" dirty="0"/>
          </a:p>
        </p:txBody>
      </p:sp>
      <p:pic>
        <p:nvPicPr>
          <p:cNvPr id="8" name="Picture 7">
            <a:extLst>
              <a:ext uri="{FF2B5EF4-FFF2-40B4-BE49-F238E27FC236}">
                <a16:creationId xmlns:a16="http://schemas.microsoft.com/office/drawing/2014/main" id="{6920620D-2097-8A47-A7C4-1A320DEBD1DC}"/>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2389909" y="1992022"/>
            <a:ext cx="3823854" cy="4128223"/>
          </a:xfrm>
          <a:prstGeom prst="rect">
            <a:avLst/>
          </a:prstGeom>
          <a:ln>
            <a:solidFill>
              <a:schemeClr val="tx1"/>
            </a:solidFill>
          </a:ln>
        </p:spPr>
      </p:pic>
      <p:sp>
        <p:nvSpPr>
          <p:cNvPr id="4" name="Slide Number Placeholder 3">
            <a:extLst>
              <a:ext uri="{FF2B5EF4-FFF2-40B4-BE49-F238E27FC236}">
                <a16:creationId xmlns:a16="http://schemas.microsoft.com/office/drawing/2014/main" id="{0D5B297B-2E86-F34A-B36C-25BE77253417}"/>
              </a:ext>
            </a:extLst>
          </p:cNvPr>
          <p:cNvSpPr>
            <a:spLocks noGrp="1"/>
          </p:cNvSpPr>
          <p:nvPr>
            <p:ph type="sldNum" sz="quarter" idx="12"/>
          </p:nvPr>
        </p:nvSpPr>
        <p:spPr/>
        <p:txBody>
          <a:bodyPr/>
          <a:lstStyle/>
          <a:p>
            <a:fld id="{5C20E49D-532B-574C-9B28-3CB5D48BEFC2}" type="slidenum">
              <a:rPr lang="en-US" smtClean="0"/>
              <a:t>50</a:t>
            </a:fld>
            <a:endParaRPr lang="en-US"/>
          </a:p>
        </p:txBody>
      </p:sp>
    </p:spTree>
    <p:extLst>
      <p:ext uri="{BB962C8B-B14F-4D97-AF65-F5344CB8AC3E}">
        <p14:creationId xmlns:p14="http://schemas.microsoft.com/office/powerpoint/2010/main" val="2055772331"/>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3">
            <a:extLst>
              <a:ext uri="{FF2B5EF4-FFF2-40B4-BE49-F238E27FC236}">
                <a16:creationId xmlns:a16="http://schemas.microsoft.com/office/drawing/2014/main" id="{85016AEC-0320-4ED0-8ECB-FE11DDDFE1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Verdana"/>
              <a:ea typeface="Osaka"/>
              <a:cs typeface="+mn-cs"/>
            </a:endParaRPr>
          </a:p>
        </p:txBody>
      </p:sp>
      <p:sp>
        <p:nvSpPr>
          <p:cNvPr id="15" name="Rectangle 15">
            <a:extLst>
              <a:ext uri="{FF2B5EF4-FFF2-40B4-BE49-F238E27FC236}">
                <a16:creationId xmlns:a16="http://schemas.microsoft.com/office/drawing/2014/main" id="{C70C3B59-DE2C-4611-8148-812575C5CA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541782"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Verdana"/>
              <a:ea typeface="Osaka"/>
              <a:cs typeface="+mn-cs"/>
            </a:endParaRPr>
          </a:p>
        </p:txBody>
      </p:sp>
      <p:sp>
        <p:nvSpPr>
          <p:cNvPr id="4" name="Content Placeholder 3">
            <a:extLst>
              <a:ext uri="{FF2B5EF4-FFF2-40B4-BE49-F238E27FC236}">
                <a16:creationId xmlns:a16="http://schemas.microsoft.com/office/drawing/2014/main" id="{D19BF16C-652B-4F42-8539-956FEA03BB1B}"/>
              </a:ext>
            </a:extLst>
          </p:cNvPr>
          <p:cNvSpPr>
            <a:spLocks noGrp="1"/>
          </p:cNvSpPr>
          <p:nvPr>
            <p:ph sz="half" idx="2"/>
          </p:nvPr>
        </p:nvSpPr>
        <p:spPr>
          <a:xfrm>
            <a:off x="3886200" y="4233777"/>
            <a:ext cx="4797442" cy="2015774"/>
          </a:xfrm>
          <a:ln>
            <a:solidFill>
              <a:schemeClr val="accent5">
                <a:lumMod val="25000"/>
              </a:schemeClr>
            </a:solidFill>
          </a:ln>
        </p:spPr>
        <p:txBody>
          <a:bodyPr vert="horz" lIns="91440" tIns="45720" rIns="91440" bIns="45720" rtlCol="0" anchor="ctr">
            <a:normAutofit/>
          </a:bodyPr>
          <a:lstStyle/>
          <a:p>
            <a:pPr marL="0" indent="-228600" eaLnBrk="1" hangingPunct="1">
              <a:lnSpc>
                <a:spcPct val="90000"/>
              </a:lnSpc>
              <a:buFont typeface="Arial" panose="020B0604020202020204" pitchFamily="34" charset="0"/>
              <a:buChar char="•"/>
            </a:pPr>
            <a:endParaRPr lang="en-US" sz="1700" dirty="0">
              <a:latin typeface="+mn-lt"/>
              <a:cs typeface="+mn-cs"/>
            </a:endParaRPr>
          </a:p>
          <a:p>
            <a:pPr marL="0" indent="0" eaLnBrk="1" hangingPunct="1">
              <a:lnSpc>
                <a:spcPct val="90000"/>
              </a:lnSpc>
              <a:buNone/>
            </a:pPr>
            <a:r>
              <a:rPr lang="en-US" sz="2400" dirty="0">
                <a:latin typeface="Arial" panose="020B0604020202020204" pitchFamily="34" charset="0"/>
                <a:cs typeface="Arial" panose="020B0604020202020204" pitchFamily="34" charset="0"/>
              </a:rPr>
              <a:t>QUESTIONS OR COMMENTS?</a:t>
            </a:r>
          </a:p>
          <a:p>
            <a:pPr marL="0" indent="-228600" eaLnBrk="1" hangingPunct="1">
              <a:lnSpc>
                <a:spcPct val="90000"/>
              </a:lnSpc>
              <a:buFont typeface="Arial" panose="020B0604020202020204" pitchFamily="34" charset="0"/>
              <a:buChar char="•"/>
            </a:pPr>
            <a:r>
              <a:rPr lang="en-US" sz="2000" b="0" dirty="0">
                <a:latin typeface="Arial" panose="020B0604020202020204" pitchFamily="34" charset="0"/>
                <a:cs typeface="Arial" panose="020B0604020202020204" pitchFamily="34" charset="0"/>
              </a:rPr>
              <a:t>David Hoff: </a:t>
            </a:r>
            <a:r>
              <a:rPr lang="en-US" sz="2000" b="0" dirty="0">
                <a:latin typeface="Arial" panose="020B0604020202020204" pitchFamily="34" charset="0"/>
                <a:cs typeface="Arial" panose="020B0604020202020204" pitchFamily="34" charset="0"/>
                <a:hlinkClick r:id="rId3"/>
              </a:rPr>
              <a:t>david.hoff@umb.edu</a:t>
            </a:r>
            <a:endParaRPr lang="en-US" sz="2000" b="0" dirty="0">
              <a:latin typeface="Arial" panose="020B0604020202020204" pitchFamily="34" charset="0"/>
              <a:cs typeface="Arial" panose="020B0604020202020204" pitchFamily="34" charset="0"/>
            </a:endParaRPr>
          </a:p>
          <a:p>
            <a:pPr marL="0" indent="-228600" eaLnBrk="1" hangingPunct="1">
              <a:lnSpc>
                <a:spcPct val="90000"/>
              </a:lnSpc>
              <a:buFont typeface="Arial" panose="020B0604020202020204" pitchFamily="34" charset="0"/>
              <a:buChar char="•"/>
            </a:pPr>
            <a:r>
              <a:rPr lang="en-US" sz="2000" b="0" dirty="0">
                <a:latin typeface="Arial" panose="020B0604020202020204" pitchFamily="34" charset="0"/>
                <a:cs typeface="Arial" panose="020B0604020202020204" pitchFamily="34" charset="0"/>
              </a:rPr>
              <a:t>Russ </a:t>
            </a:r>
            <a:r>
              <a:rPr lang="en-US" sz="2000" b="0" dirty="0" err="1">
                <a:latin typeface="Arial" panose="020B0604020202020204" pitchFamily="34" charset="0"/>
                <a:cs typeface="Arial" panose="020B0604020202020204" pitchFamily="34" charset="0"/>
              </a:rPr>
              <a:t>Thelin</a:t>
            </a:r>
            <a:r>
              <a:rPr lang="en-US" sz="2000" b="0" dirty="0">
                <a:latin typeface="Arial" panose="020B0604020202020204" pitchFamily="34" charset="0"/>
                <a:cs typeface="Arial" panose="020B0604020202020204" pitchFamily="34" charset="0"/>
              </a:rPr>
              <a:t>: </a:t>
            </a:r>
            <a:r>
              <a:rPr lang="en-US" sz="2000" b="0" dirty="0">
                <a:latin typeface="Arial" panose="020B0604020202020204" pitchFamily="34" charset="0"/>
                <a:cs typeface="Arial" panose="020B0604020202020204" pitchFamily="34" charset="0"/>
                <a:hlinkClick r:id="rId4"/>
              </a:rPr>
              <a:t>russell.thelin@umb.edu</a:t>
            </a:r>
            <a:endParaRPr lang="en-US" sz="2000" b="0" dirty="0">
              <a:latin typeface="Arial" panose="020B0604020202020204" pitchFamily="34" charset="0"/>
              <a:cs typeface="Arial" panose="020B0604020202020204" pitchFamily="34" charset="0"/>
            </a:endParaRPr>
          </a:p>
          <a:p>
            <a:pPr marL="0" indent="-228600" eaLnBrk="1" hangingPunct="1">
              <a:lnSpc>
                <a:spcPct val="90000"/>
              </a:lnSpc>
              <a:buFont typeface="Arial" panose="020B0604020202020204" pitchFamily="34" charset="0"/>
              <a:buChar char="•"/>
            </a:pPr>
            <a:r>
              <a:rPr lang="en-US" sz="2000" b="0" dirty="0">
                <a:latin typeface="Arial" panose="020B0604020202020204" pitchFamily="34" charset="0"/>
                <a:cs typeface="Arial" panose="020B0604020202020204" pitchFamily="34" charset="0"/>
              </a:rPr>
              <a:t>Mary </a:t>
            </a:r>
            <a:r>
              <a:rPr lang="en-US" sz="2000" b="0" dirty="0" err="1">
                <a:latin typeface="Arial" panose="020B0604020202020204" pitchFamily="34" charset="0"/>
                <a:cs typeface="Arial" panose="020B0604020202020204" pitchFamily="34" charset="0"/>
              </a:rPr>
              <a:t>DiBiase</a:t>
            </a:r>
            <a:r>
              <a:rPr lang="en-US" sz="2000" b="0" dirty="0">
                <a:latin typeface="Arial" panose="020B0604020202020204" pitchFamily="34" charset="0"/>
                <a:cs typeface="Arial" panose="020B0604020202020204" pitchFamily="34" charset="0"/>
              </a:rPr>
              <a:t>: </a:t>
            </a:r>
            <a:r>
              <a:rPr lang="en-US" sz="2000" b="0" dirty="0">
                <a:latin typeface="Arial" panose="020B0604020202020204" pitchFamily="34" charset="0"/>
                <a:cs typeface="Arial" panose="020B0604020202020204" pitchFamily="34" charset="0"/>
                <a:hlinkClick r:id="rId5"/>
              </a:rPr>
              <a:t>mary.dibiase@umb.edu</a:t>
            </a:r>
            <a:endParaRPr lang="en-US" sz="2000" b="0" dirty="0">
              <a:latin typeface="Arial" panose="020B0604020202020204" pitchFamily="34" charset="0"/>
              <a:cs typeface="Arial" panose="020B0604020202020204" pitchFamily="34" charset="0"/>
            </a:endParaRPr>
          </a:p>
          <a:p>
            <a:pPr marL="0" indent="-228600" eaLnBrk="1" hangingPunct="1">
              <a:lnSpc>
                <a:spcPct val="90000"/>
              </a:lnSpc>
              <a:buFont typeface="Arial" panose="020B0604020202020204" pitchFamily="34" charset="0"/>
              <a:buChar char="•"/>
            </a:pPr>
            <a:endParaRPr lang="en-US" sz="1700" dirty="0">
              <a:latin typeface="+mn-lt"/>
              <a:cs typeface="+mn-cs"/>
            </a:endParaRPr>
          </a:p>
        </p:txBody>
      </p:sp>
      <p:sp>
        <p:nvSpPr>
          <p:cNvPr id="9" name="TextBox 8">
            <a:extLst>
              <a:ext uri="{FF2B5EF4-FFF2-40B4-BE49-F238E27FC236}">
                <a16:creationId xmlns:a16="http://schemas.microsoft.com/office/drawing/2014/main" id="{110070C4-51FC-4152-96D0-CAAEA5871D57}"/>
              </a:ext>
            </a:extLst>
          </p:cNvPr>
          <p:cNvSpPr txBox="1"/>
          <p:nvPr/>
        </p:nvSpPr>
        <p:spPr>
          <a:xfrm>
            <a:off x="893898" y="4233777"/>
            <a:ext cx="3318322" cy="2015774"/>
          </a:xfrm>
          <a:prstGeom prst="rect">
            <a:avLst/>
          </a:prstGeom>
        </p:spPr>
        <p:txBody>
          <a:bodyPr vert="horz" lIns="91440" tIns="45720" rIns="91440" bIns="45720" rtlCol="0" anchor="ctr">
            <a:normAutofit/>
          </a:bodyPr>
          <a:lstStyle/>
          <a:p>
            <a:pPr marL="0" marR="0" lvl="0" indent="0" algn="l" defTabSz="914400" rtl="0" eaLnBrk="1" fontAlgn="base" latinLnBrk="0" hangingPunct="1">
              <a:lnSpc>
                <a:spcPct val="90000"/>
              </a:lnSpc>
              <a:spcBef>
                <a:spcPct val="0"/>
              </a:spcBef>
              <a:spcAft>
                <a:spcPts val="600"/>
              </a:spcAft>
              <a:buClrTx/>
              <a:buSzTx/>
              <a:buFontTx/>
              <a:buNone/>
              <a:tabLst/>
              <a:defRPr/>
            </a:pPr>
            <a:r>
              <a:rPr kumimoji="0" lang="en-US" sz="3200" b="1" i="0" u="none" strike="noStrike" kern="1200" cap="none" spc="0" normalizeH="0" baseline="0" noProof="0">
                <a:ln>
                  <a:noFill/>
                </a:ln>
                <a:solidFill>
                  <a:srgbClr val="000000"/>
                </a:solidFill>
                <a:effectLst/>
                <a:uLnTx/>
                <a:uFillTx/>
                <a:latin typeface="Arial" panose="020B0604020202020204" pitchFamily="34" charset="0"/>
                <a:ea typeface="Osaka"/>
                <a:cs typeface="Arial" panose="020B0604020202020204" pitchFamily="34" charset="0"/>
              </a:rPr>
              <a:t>THANK YOU FOR WHAT YOU DO!</a:t>
            </a:r>
          </a:p>
        </p:txBody>
      </p:sp>
      <p:pic>
        <p:nvPicPr>
          <p:cNvPr id="6" name="Picture 5">
            <a:extLst>
              <a:ext uri="{FF2B5EF4-FFF2-40B4-BE49-F238E27FC236}">
                <a16:creationId xmlns:a16="http://schemas.microsoft.com/office/drawing/2014/main" id="{28E9E88E-C859-4100-B34B-0A53A246AD6B}"/>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a:ext>
              <a:ext uri="{837473B0-CC2E-450A-ABE3-18F120FF3D39}">
                <a1611:picAttrSrcUrl xmlns:a1611="http://schemas.microsoft.com/office/drawing/2016/11/main" r:id="rId7"/>
              </a:ext>
            </a:extLst>
          </a:blip>
          <a:stretch>
            <a:fillRect/>
          </a:stretch>
        </p:blipFill>
        <p:spPr>
          <a:xfrm>
            <a:off x="1012148" y="1227987"/>
            <a:ext cx="7671494" cy="2397341"/>
          </a:xfrm>
          <a:prstGeom prst="rect">
            <a:avLst/>
          </a:prstGeom>
          <a:effectLst>
            <a:outerShdw blurRad="406400" dist="317500" dir="5400000" sx="89000" sy="89000" rotWithShape="0">
              <a:prstClr val="black">
                <a:alpha val="15000"/>
              </a:prstClr>
            </a:outerShdw>
          </a:effectLst>
        </p:spPr>
      </p:pic>
      <p:sp>
        <p:nvSpPr>
          <p:cNvPr id="2" name="Title 1">
            <a:extLst>
              <a:ext uri="{FF2B5EF4-FFF2-40B4-BE49-F238E27FC236}">
                <a16:creationId xmlns:a16="http://schemas.microsoft.com/office/drawing/2014/main" id="{C80AA036-3157-BE43-B860-5E8A948AB3CF}"/>
              </a:ext>
            </a:extLst>
          </p:cNvPr>
          <p:cNvSpPr>
            <a:spLocks noGrp="1"/>
          </p:cNvSpPr>
          <p:nvPr>
            <p:ph type="title"/>
          </p:nvPr>
        </p:nvSpPr>
        <p:spPr>
          <a:xfrm>
            <a:off x="685685" y="-1447224"/>
            <a:ext cx="7772400" cy="1143000"/>
          </a:xfrm>
        </p:spPr>
        <p:txBody>
          <a:bodyPr/>
          <a:lstStyle/>
          <a:p>
            <a:r>
              <a:rPr lang="en-US" dirty="0"/>
              <a:t>Thank You</a:t>
            </a:r>
          </a:p>
        </p:txBody>
      </p:sp>
    </p:spTree>
    <p:extLst>
      <p:ext uri="{BB962C8B-B14F-4D97-AF65-F5344CB8AC3E}">
        <p14:creationId xmlns:p14="http://schemas.microsoft.com/office/powerpoint/2010/main" val="1632919322"/>
      </p:ext>
    </p:extLst>
  </p:cSld>
  <p:clrMapOvr>
    <a:masterClrMapping/>
  </p:clrMapOvr>
  <p:transition spd="slow">
    <p:wipe/>
  </p:transition>
</p:sld>
</file>

<file path=ppt/theme/_rels/theme8.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Verdana"/>
        <a:ea typeface="Osaka"/>
        <a:cs typeface=""/>
      </a:majorFont>
      <a:minorFont>
        <a:latin typeface="Verdana"/>
        <a:ea typeface="Osaka"/>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Large Photography">
  <a:themeElements>
    <a:clrScheme name="JFF Colors 1">
      <a:dk1>
        <a:srgbClr val="222222"/>
      </a:dk1>
      <a:lt1>
        <a:srgbClr val="FFFFFF"/>
      </a:lt1>
      <a:dk2>
        <a:srgbClr val="7B868C"/>
      </a:dk2>
      <a:lt2>
        <a:srgbClr val="D9D8D6"/>
      </a:lt2>
      <a:accent1>
        <a:srgbClr val="FF532E"/>
      </a:accent1>
      <a:accent2>
        <a:srgbClr val="3AC1CC"/>
      </a:accent2>
      <a:accent3>
        <a:srgbClr val="DEE12B"/>
      </a:accent3>
      <a:accent4>
        <a:srgbClr val="00CE7B"/>
      </a:accent4>
      <a:accent5>
        <a:srgbClr val="B3DFD7"/>
      </a:accent5>
      <a:accent6>
        <a:srgbClr val="F0D383"/>
      </a:accent6>
      <a:hlink>
        <a:srgbClr val="3A5DAB"/>
      </a:hlink>
      <a:folHlink>
        <a:srgbClr val="0077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85000"/>
          </a:schemeClr>
        </a:solidFill>
        <a:ln>
          <a:noFill/>
        </a:ln>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heme2" id="{6710149A-582D-3742-96CD-BDC54B2318BE}" vid="{DFAE3D30-4EA1-6949-9475-E311DE2C05E6}"/>
    </a:ext>
  </a:extLst>
</a:theme>
</file>

<file path=ppt/theme/theme4.xml><?xml version="1.0" encoding="utf-8"?>
<a:theme xmlns:a="http://schemas.openxmlformats.org/drawingml/2006/main" name="1_Large Photography">
  <a:themeElements>
    <a:clrScheme name="JFF Colors 1">
      <a:dk1>
        <a:srgbClr val="222222"/>
      </a:dk1>
      <a:lt1>
        <a:srgbClr val="FFFFFF"/>
      </a:lt1>
      <a:dk2>
        <a:srgbClr val="7B868C"/>
      </a:dk2>
      <a:lt2>
        <a:srgbClr val="D9D8D6"/>
      </a:lt2>
      <a:accent1>
        <a:srgbClr val="FF532E"/>
      </a:accent1>
      <a:accent2>
        <a:srgbClr val="3AC1CC"/>
      </a:accent2>
      <a:accent3>
        <a:srgbClr val="DEE12B"/>
      </a:accent3>
      <a:accent4>
        <a:srgbClr val="00CE7B"/>
      </a:accent4>
      <a:accent5>
        <a:srgbClr val="B3DFD7"/>
      </a:accent5>
      <a:accent6>
        <a:srgbClr val="F0D383"/>
      </a:accent6>
      <a:hlink>
        <a:srgbClr val="3A5DAB"/>
      </a:hlink>
      <a:folHlink>
        <a:srgbClr val="0077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85000"/>
          </a:schemeClr>
        </a:solidFill>
        <a:ln>
          <a:noFill/>
        </a:ln>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heme2" id="{6710149A-582D-3742-96CD-BDC54B2318BE}" vid="{DFAE3D30-4EA1-6949-9475-E311DE2C05E6}"/>
    </a:ext>
  </a:extLst>
</a:theme>
</file>

<file path=ppt/theme/theme5.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Verdana"/>
        <a:ea typeface="Osaka"/>
        <a:cs typeface=""/>
      </a:majorFont>
      <a:minorFont>
        <a:latin typeface="Verdana"/>
        <a:ea typeface="Osaka"/>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9.xml><?xml version="1.0" encoding="utf-8"?>
<a:theme xmlns:a="http://schemas.openxmlformats.org/drawingml/2006/main" name="2_Office Theme">
  <a:themeElements>
    <a:clrScheme name="gear connection">
      <a:dk1>
        <a:sysClr val="windowText" lastClr="000000"/>
      </a:dk1>
      <a:lt1>
        <a:sysClr val="window" lastClr="FFFFFF"/>
      </a:lt1>
      <a:dk2>
        <a:srgbClr val="494429"/>
      </a:dk2>
      <a:lt2>
        <a:srgbClr val="EEECE1"/>
      </a:lt2>
      <a:accent1>
        <a:srgbClr val="0070C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2F019337DF98A499EAAC8A798D6801F" ma:contentTypeVersion="12" ma:contentTypeDescription="Create a new document." ma:contentTypeScope="" ma:versionID="7666b2807527ea28ff393d3607e1cb9b">
  <xsd:schema xmlns:xsd="http://www.w3.org/2001/XMLSchema" xmlns:xs="http://www.w3.org/2001/XMLSchema" xmlns:p="http://schemas.microsoft.com/office/2006/metadata/properties" xmlns:ns2="2bc8ae9c-bef2-4549-a984-96433b9672ec" xmlns:ns3="2bb0f661-3dcc-4120-973d-72296a565fac" targetNamespace="http://schemas.microsoft.com/office/2006/metadata/properties" ma:root="true" ma:fieldsID="e405bbf0a0b48eae02a1461fbc11997c" ns2:_="" ns3:_="">
    <xsd:import namespace="2bc8ae9c-bef2-4549-a984-96433b9672ec"/>
    <xsd:import namespace="2bb0f661-3dcc-4120-973d-72296a565fa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c8ae9c-bef2-4549-a984-96433b967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bb0f661-3dcc-4120-973d-72296a565fa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1B9D3B-1438-4792-80C1-80AF0716D020}">
  <ds:schemaRefs>
    <ds:schemaRef ds:uri="http://schemas.microsoft.com/sharepoint/v3/contenttype/forms"/>
  </ds:schemaRefs>
</ds:datastoreItem>
</file>

<file path=customXml/itemProps2.xml><?xml version="1.0" encoding="utf-8"?>
<ds:datastoreItem xmlns:ds="http://schemas.openxmlformats.org/officeDocument/2006/customXml" ds:itemID="{A944C976-94EE-4168-AFE7-A83E7C958363}">
  <ds:schemaRefs>
    <ds:schemaRef ds:uri="http://schemas.microsoft.com/office/2006/documentManagement/types"/>
    <ds:schemaRef ds:uri="http://schemas.microsoft.com/office/2006/metadata/properties"/>
    <ds:schemaRef ds:uri="http://schemas.openxmlformats.org/package/2006/metadata/core-properties"/>
    <ds:schemaRef ds:uri="http://purl.org/dc/terms/"/>
    <ds:schemaRef ds:uri="http://schemas.microsoft.com/office/infopath/2007/PartnerControls"/>
    <ds:schemaRef ds:uri="http://purl.org/dc/elements/1.1/"/>
    <ds:schemaRef ds:uri="http://purl.org/dc/dcmitype/"/>
    <ds:schemaRef ds:uri="http://www.w3.org/XML/1998/namespace"/>
    <ds:schemaRef ds:uri="2bb0f661-3dcc-4120-973d-72296a565fac"/>
    <ds:schemaRef ds:uri="2bc8ae9c-bef2-4549-a984-96433b9672ec"/>
  </ds:schemaRefs>
</ds:datastoreItem>
</file>

<file path=customXml/itemProps3.xml><?xml version="1.0" encoding="utf-8"?>
<ds:datastoreItem xmlns:ds="http://schemas.openxmlformats.org/officeDocument/2006/customXml" ds:itemID="{76A6DD7C-2E25-436D-B419-1C35057B6F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bc8ae9c-bef2-4549-a984-96433b9672ec"/>
    <ds:schemaRef ds:uri="2bb0f661-3dcc-4120-973d-72296a565f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Macintosh HD:Applications:Microsoft Office 2004:Templates:Presentations:Designs:Blank Presentation</Template>
  <TotalTime>2708</TotalTime>
  <Words>2078</Words>
  <Application>Microsoft Macintosh PowerPoint</Application>
  <PresentationFormat>On-screen Show (4:3)</PresentationFormat>
  <Paragraphs>324</Paragraphs>
  <Slides>51</Slides>
  <Notes>30</Notes>
  <HiddenSlides>0</HiddenSlides>
  <MMClips>0</MMClips>
  <ScaleCrop>false</ScaleCrop>
  <HeadingPairs>
    <vt:vector size="6" baseType="variant">
      <vt:variant>
        <vt:lpstr>Fonts Used</vt:lpstr>
      </vt:variant>
      <vt:variant>
        <vt:i4>10</vt:i4>
      </vt:variant>
      <vt:variant>
        <vt:lpstr>Theme</vt:lpstr>
      </vt:variant>
      <vt:variant>
        <vt:i4>9</vt:i4>
      </vt:variant>
      <vt:variant>
        <vt:lpstr>Slide Titles</vt:lpstr>
      </vt:variant>
      <vt:variant>
        <vt:i4>51</vt:i4>
      </vt:variant>
    </vt:vector>
  </HeadingPairs>
  <TitlesOfParts>
    <vt:vector size="70" baseType="lpstr">
      <vt:lpstr>Arial</vt:lpstr>
      <vt:lpstr>Arial Narrow</vt:lpstr>
      <vt:lpstr>Book Antiqua</vt:lpstr>
      <vt:lpstr>Calibri</vt:lpstr>
      <vt:lpstr>Calibri Light</vt:lpstr>
      <vt:lpstr>Myriad Pro</vt:lpstr>
      <vt:lpstr>Times</vt:lpstr>
      <vt:lpstr>Times New Roman</vt:lpstr>
      <vt:lpstr>Verdana</vt:lpstr>
      <vt:lpstr>Wingdings</vt:lpstr>
      <vt:lpstr>Blank Presentation</vt:lpstr>
      <vt:lpstr>Custom Design</vt:lpstr>
      <vt:lpstr>Large Photography</vt:lpstr>
      <vt:lpstr>1_Large Photography</vt:lpstr>
      <vt:lpstr>Office Theme</vt:lpstr>
      <vt:lpstr>1_Blank Presentation</vt:lpstr>
      <vt:lpstr>1_Office Theme</vt:lpstr>
      <vt:lpstr>Clarity</vt:lpstr>
      <vt:lpstr>2_Office Theme</vt:lpstr>
      <vt:lpstr>Institute for Community Inclusion</vt:lpstr>
      <vt:lpstr>IT’s Employment</vt:lpstr>
      <vt:lpstr>Welcome</vt:lpstr>
      <vt:lpstr>SESSION AGENDA</vt:lpstr>
      <vt:lpstr>SESSION OBJECTIVES</vt:lpstr>
      <vt:lpstr>Community of Practice</vt:lpstr>
      <vt:lpstr>Transformation of Technology Over the Decades</vt:lpstr>
      <vt:lpstr>Assistive Technology Federal Definitions IDEA and AT Act</vt:lpstr>
      <vt:lpstr>AT: What Are We Talking About?</vt:lpstr>
      <vt:lpstr>The Importance of Assistive Technology for People with Intellectual Disabilities</vt:lpstr>
      <vt:lpstr>AT as Catalyst of Social Inclusion</vt:lpstr>
      <vt:lpstr>From: Leaving No-One Behind: Using Assistive Technology to Enhance Community Living for People with Intellectual Disability, Owuor, Larkan &amp; MacLachlan, 2017</vt:lpstr>
      <vt:lpstr>Coleman Institute for Cognitive Disabilities University of Colorado</vt:lpstr>
      <vt:lpstr>Declaration of the Rights of People with Cognitive Disabilities to Technology and Information Access</vt:lpstr>
      <vt:lpstr>From: Leaving No-One Behind: Using Assistive Technology to Enhance Community Living for People with Intellectual Disability, Owuor, Larkan &amp; MacLachlan, 2017</vt:lpstr>
      <vt:lpstr>Employment First Meets Technology First</vt:lpstr>
      <vt:lpstr>Technology First: What It Means</vt:lpstr>
      <vt:lpstr>Damianidou, Arthur-Kelly, Lyons, &amp; Wehmeyer, 2019 </vt:lpstr>
      <vt:lpstr>The Employment Process</vt:lpstr>
      <vt:lpstr>Exercise</vt:lpstr>
      <vt:lpstr>BREAK</vt:lpstr>
      <vt:lpstr>Using Technology for Remote Support, Self-Management, and Success in Employment</vt:lpstr>
      <vt:lpstr>Technology Supports for Employment</vt:lpstr>
      <vt:lpstr>For individuals with ID, use of portable electronic assistive technology results in:</vt:lpstr>
      <vt:lpstr>Using Video</vt:lpstr>
      <vt:lpstr>Video Modeling</vt:lpstr>
      <vt:lpstr>Portable electronic assistive technology to improve vocational task completion in young adults with an intellectual disability: A review of the literature, Collins &amp; Collet-Klingenberg, 2017</vt:lpstr>
      <vt:lpstr>Other Uses of Video</vt:lpstr>
      <vt:lpstr>The Emerging Role of Remote Job Supports</vt:lpstr>
      <vt:lpstr>Using technology for supports can be a game changer</vt:lpstr>
      <vt:lpstr>Steve Jobs</vt:lpstr>
      <vt:lpstr>Technology Framework</vt:lpstr>
      <vt:lpstr>Individual</vt:lpstr>
      <vt:lpstr>Environment</vt:lpstr>
      <vt:lpstr>Gap &amp; Barrier Analysis</vt:lpstr>
      <vt:lpstr>Narrow the Gap</vt:lpstr>
      <vt:lpstr>Implement &amp; Evaluate</vt:lpstr>
      <vt:lpstr>At the end of transition, every student should understand:</vt:lpstr>
      <vt:lpstr>Exercise</vt:lpstr>
      <vt:lpstr>Tech Expert</vt:lpstr>
      <vt:lpstr>State Assistive Technology Center</vt:lpstr>
      <vt:lpstr>http://www.swaaac.org </vt:lpstr>
      <vt:lpstr>https://employmentfirstcolorado.org/ready-for-work-technology </vt:lpstr>
      <vt:lpstr>National Resources</vt:lpstr>
      <vt:lpstr>Building AT Competency</vt:lpstr>
      <vt:lpstr>Discussion</vt:lpstr>
      <vt:lpstr>Questions and Challenges</vt:lpstr>
      <vt:lpstr>Mizuta Masahide (17th century Japanese poet and samurai) </vt:lpstr>
      <vt:lpstr>ICI Publications https://covid19.communityinclusion.org </vt:lpstr>
      <vt:lpstr>Evaluation</vt:lpstr>
      <vt:lpstr>Thank You</vt:lpstr>
    </vt:vector>
  </TitlesOfParts>
  <Company>UMass Boston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ICI</dc:creator>
  <cp:lastModifiedBy>David Hoff</cp:lastModifiedBy>
  <cp:revision>172</cp:revision>
  <dcterms:created xsi:type="dcterms:W3CDTF">2006-09-27T14:52:23Z</dcterms:created>
  <dcterms:modified xsi:type="dcterms:W3CDTF">2021-06-04T16:53:02Z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0x01010002F019337DF98A499EAAC8A798D6801F</vt:lpwstr>
  </property>
</Properties>
</file>