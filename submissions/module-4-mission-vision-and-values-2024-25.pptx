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8" r:id="rId4"/>
    <p:sldMasterId id="2147483726" r:id="rId5"/>
    <p:sldMasterId id="2147483740" r:id="rId6"/>
  </p:sldMasterIdLst>
  <p:notesMasterIdLst>
    <p:notesMasterId r:id="rId26"/>
  </p:notesMasterIdLst>
  <p:sldIdLst>
    <p:sldId id="518" r:id="rId7"/>
    <p:sldId id="498" r:id="rId8"/>
    <p:sldId id="501" r:id="rId9"/>
    <p:sldId id="499" r:id="rId10"/>
    <p:sldId id="500" r:id="rId11"/>
    <p:sldId id="502" r:id="rId12"/>
    <p:sldId id="504" r:id="rId13"/>
    <p:sldId id="505" r:id="rId14"/>
    <p:sldId id="506" r:id="rId15"/>
    <p:sldId id="507" r:id="rId16"/>
    <p:sldId id="508" r:id="rId17"/>
    <p:sldId id="509" r:id="rId18"/>
    <p:sldId id="510" r:id="rId19"/>
    <p:sldId id="512" r:id="rId20"/>
    <p:sldId id="513" r:id="rId21"/>
    <p:sldId id="514" r:id="rId22"/>
    <p:sldId id="515" r:id="rId23"/>
    <p:sldId id="516" r:id="rId24"/>
    <p:sldId id="51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3F384E5-CB3D-C24D-A06B-6FC5F0C85919}">
          <p14:sldIdLst>
            <p14:sldId id="518"/>
            <p14:sldId id="498"/>
            <p14:sldId id="501"/>
            <p14:sldId id="499"/>
            <p14:sldId id="500"/>
            <p14:sldId id="502"/>
            <p14:sldId id="504"/>
            <p14:sldId id="505"/>
            <p14:sldId id="506"/>
            <p14:sldId id="507"/>
            <p14:sldId id="508"/>
            <p14:sldId id="509"/>
            <p14:sldId id="510"/>
            <p14:sldId id="512"/>
            <p14:sldId id="513"/>
            <p14:sldId id="514"/>
            <p14:sldId id="515"/>
            <p14:sldId id="516"/>
            <p14:sldId id="519"/>
          </p14:sldIdLst>
        </p14:section>
        <p14:section name="Untitled Section" id="{FB007EE1-944F-B142-BB6F-47E954C7020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3E6E23-313B-D745-1DF0-145B1D34ED9F}" v="1" dt="2024-12-03T14:25:05.4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5868"/>
    <p:restoredTop sz="95588"/>
  </p:normalViewPr>
  <p:slideViewPr>
    <p:cSldViewPr snapToGrid="0" snapToObjects="1">
      <p:cViewPr varScale="1">
        <p:scale>
          <a:sx n="77" d="100"/>
          <a:sy n="77" d="100"/>
        </p:scale>
        <p:origin x="114" y="798"/>
      </p:cViewPr>
      <p:guideLst/>
    </p:cSldViewPr>
  </p:slideViewPr>
  <p:notesTextViewPr>
    <p:cViewPr>
      <p:scale>
        <a:sx n="1" d="1"/>
        <a:sy n="1" d="1"/>
      </p:scale>
      <p:origin x="0" y="0"/>
    </p:cViewPr>
  </p:notesTextViewPr>
  <p:sorterViewPr>
    <p:cViewPr>
      <p:scale>
        <a:sx n="1" d="1"/>
        <a:sy n="1" d="1"/>
      </p:scale>
      <p:origin x="0" y="0"/>
    </p:cViewPr>
  </p:sorterViewPr>
  <p:notesViewPr>
    <p:cSldViewPr snapToGrid="0" snapToObjects="1">
      <p:cViewPr varScale="1">
        <p:scale>
          <a:sx n="83" d="100"/>
          <a:sy n="83" d="100"/>
        </p:scale>
        <p:origin x="3992"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yn Peterson" userId="S::bryn.peterson@umb.edu::fd16c8ef-faa2-4aae-bb46-064735fd85dc" providerId="AD" clId="Web-{1D27A772-EC68-3D18-56B2-F0AF3DED6D95}"/>
    <pc:docChg chg="modSld">
      <pc:chgData name="Bryn Peterson" userId="S::bryn.peterson@umb.edu::fd16c8ef-faa2-4aae-bb46-064735fd85dc" providerId="AD" clId="Web-{1D27A772-EC68-3D18-56B2-F0AF3DED6D95}" dt="2024-12-03T23:59:33.991" v="94"/>
      <pc:docMkLst>
        <pc:docMk/>
      </pc:docMkLst>
      <pc:sldChg chg="modNotes">
        <pc:chgData name="Bryn Peterson" userId="S::bryn.peterson@umb.edu::fd16c8ef-faa2-4aae-bb46-064735fd85dc" providerId="AD" clId="Web-{1D27A772-EC68-3D18-56B2-F0AF3DED6D95}" dt="2024-12-03T23:29:29.269" v="10"/>
        <pc:sldMkLst>
          <pc:docMk/>
          <pc:sldMk cId="4238877115" sldId="507"/>
        </pc:sldMkLst>
      </pc:sldChg>
      <pc:sldChg chg="modNotes">
        <pc:chgData name="Bryn Peterson" userId="S::bryn.peterson@umb.edu::fd16c8ef-faa2-4aae-bb46-064735fd85dc" providerId="AD" clId="Web-{1D27A772-EC68-3D18-56B2-F0AF3DED6D95}" dt="2024-12-03T23:37:31.974" v="39"/>
        <pc:sldMkLst>
          <pc:docMk/>
          <pc:sldMk cId="3769865125" sldId="509"/>
        </pc:sldMkLst>
      </pc:sldChg>
      <pc:sldChg chg="modNotes">
        <pc:chgData name="Bryn Peterson" userId="S::bryn.peterson@umb.edu::fd16c8ef-faa2-4aae-bb46-064735fd85dc" providerId="AD" clId="Web-{1D27A772-EC68-3D18-56B2-F0AF3DED6D95}" dt="2024-12-03T23:39:01.368" v="43"/>
        <pc:sldMkLst>
          <pc:docMk/>
          <pc:sldMk cId="3246694760" sldId="510"/>
        </pc:sldMkLst>
      </pc:sldChg>
      <pc:sldChg chg="modNotes">
        <pc:chgData name="Bryn Peterson" userId="S::bryn.peterson@umb.edu::fd16c8ef-faa2-4aae-bb46-064735fd85dc" providerId="AD" clId="Web-{1D27A772-EC68-3D18-56B2-F0AF3DED6D95}" dt="2024-12-03T23:41:14.154" v="50"/>
        <pc:sldMkLst>
          <pc:docMk/>
          <pc:sldMk cId="3788124477" sldId="512"/>
        </pc:sldMkLst>
      </pc:sldChg>
      <pc:sldChg chg="modNotes">
        <pc:chgData name="Bryn Peterson" userId="S::bryn.peterson@umb.edu::fd16c8ef-faa2-4aae-bb46-064735fd85dc" providerId="AD" clId="Web-{1D27A772-EC68-3D18-56B2-F0AF3DED6D95}" dt="2024-12-03T23:43:19.768" v="62"/>
        <pc:sldMkLst>
          <pc:docMk/>
          <pc:sldMk cId="253940340" sldId="513"/>
        </pc:sldMkLst>
      </pc:sldChg>
      <pc:sldChg chg="modNotes">
        <pc:chgData name="Bryn Peterson" userId="S::bryn.peterson@umb.edu::fd16c8ef-faa2-4aae-bb46-064735fd85dc" providerId="AD" clId="Web-{1D27A772-EC68-3D18-56B2-F0AF3DED6D95}" dt="2024-12-03T23:45:15.007" v="69"/>
        <pc:sldMkLst>
          <pc:docMk/>
          <pc:sldMk cId="2326422382" sldId="514"/>
        </pc:sldMkLst>
      </pc:sldChg>
      <pc:sldChg chg="modNotes">
        <pc:chgData name="Bryn Peterson" userId="S::bryn.peterson@umb.edu::fd16c8ef-faa2-4aae-bb46-064735fd85dc" providerId="AD" clId="Web-{1D27A772-EC68-3D18-56B2-F0AF3DED6D95}" dt="2024-12-03T23:46:48.026" v="75"/>
        <pc:sldMkLst>
          <pc:docMk/>
          <pc:sldMk cId="4168941356" sldId="515"/>
        </pc:sldMkLst>
      </pc:sldChg>
      <pc:sldChg chg="modNotes">
        <pc:chgData name="Bryn Peterson" userId="S::bryn.peterson@umb.edu::fd16c8ef-faa2-4aae-bb46-064735fd85dc" providerId="AD" clId="Web-{1D27A772-EC68-3D18-56B2-F0AF3DED6D95}" dt="2024-12-03T23:59:33.991" v="94"/>
        <pc:sldMkLst>
          <pc:docMk/>
          <pc:sldMk cId="2981735774" sldId="516"/>
        </pc:sldMkLst>
      </pc:sldChg>
    </pc:docChg>
  </pc:docChgLst>
  <pc:docChgLst>
    <pc:chgData name="Bryn Peterson" userId="S::bryn.peterson@umb.edu::fd16c8ef-faa2-4aae-bb46-064735fd85dc" providerId="AD" clId="Web-{7D0DAC59-E848-29AF-B7DD-3202629DD9F5}"/>
    <pc:docChg chg="modSld modMainMaster">
      <pc:chgData name="Bryn Peterson" userId="S::bryn.peterson@umb.edu::fd16c8ef-faa2-4aae-bb46-064735fd85dc" providerId="AD" clId="Web-{7D0DAC59-E848-29AF-B7DD-3202629DD9F5}" dt="2024-11-04T17:44:03.635" v="263"/>
      <pc:docMkLst>
        <pc:docMk/>
      </pc:docMkLst>
      <pc:sldChg chg="addSp modSp modNotes">
        <pc:chgData name="Bryn Peterson" userId="S::bryn.peterson@umb.edu::fd16c8ef-faa2-4aae-bb46-064735fd85dc" providerId="AD" clId="Web-{7D0DAC59-E848-29AF-B7DD-3202629DD9F5}" dt="2024-11-04T15:42:11.746" v="15"/>
        <pc:sldMkLst>
          <pc:docMk/>
          <pc:sldMk cId="2342612904" sldId="498"/>
        </pc:sldMkLst>
        <pc:spChg chg="add mod">
          <ac:chgData name="Bryn Peterson" userId="S::bryn.peterson@umb.edu::fd16c8ef-faa2-4aae-bb46-064735fd85dc" providerId="AD" clId="Web-{7D0DAC59-E848-29AF-B7DD-3202629DD9F5}" dt="2024-11-04T15:42:11.746" v="15"/>
          <ac:spMkLst>
            <pc:docMk/>
            <pc:sldMk cId="2342612904" sldId="498"/>
            <ac:spMk id="5" creationId="{214BF1AD-4E80-815E-10B7-3FBE0F7B92E9}"/>
          </ac:spMkLst>
        </pc:spChg>
      </pc:sldChg>
      <pc:sldChg chg="addSp modSp modNotes">
        <pc:chgData name="Bryn Peterson" userId="S::bryn.peterson@umb.edu::fd16c8ef-faa2-4aae-bb46-064735fd85dc" providerId="AD" clId="Web-{7D0DAC59-E848-29AF-B7DD-3202629DD9F5}" dt="2024-11-04T15:49:47.604" v="47"/>
        <pc:sldMkLst>
          <pc:docMk/>
          <pc:sldMk cId="316014987" sldId="499"/>
        </pc:sldMkLst>
        <pc:spChg chg="add mod">
          <ac:chgData name="Bryn Peterson" userId="S::bryn.peterson@umb.edu::fd16c8ef-faa2-4aae-bb46-064735fd85dc" providerId="AD" clId="Web-{7D0DAC59-E848-29AF-B7DD-3202629DD9F5}" dt="2024-11-04T15:42:11.746" v="15"/>
          <ac:spMkLst>
            <pc:docMk/>
            <pc:sldMk cId="316014987" sldId="499"/>
            <ac:spMk id="6" creationId="{5F8F0765-31D5-972F-C273-A521F32FB1C3}"/>
          </ac:spMkLst>
        </pc:spChg>
      </pc:sldChg>
      <pc:sldChg chg="addSp modSp modNotes">
        <pc:chgData name="Bryn Peterson" userId="S::bryn.peterson@umb.edu::fd16c8ef-faa2-4aae-bb46-064735fd85dc" providerId="AD" clId="Web-{7D0DAC59-E848-29AF-B7DD-3202629DD9F5}" dt="2024-11-04T15:53:46.815" v="59"/>
        <pc:sldMkLst>
          <pc:docMk/>
          <pc:sldMk cId="2667773376" sldId="500"/>
        </pc:sldMkLst>
        <pc:spChg chg="add mod">
          <ac:chgData name="Bryn Peterson" userId="S::bryn.peterson@umb.edu::fd16c8ef-faa2-4aae-bb46-064735fd85dc" providerId="AD" clId="Web-{7D0DAC59-E848-29AF-B7DD-3202629DD9F5}" dt="2024-11-04T15:42:11.746" v="15"/>
          <ac:spMkLst>
            <pc:docMk/>
            <pc:sldMk cId="2667773376" sldId="500"/>
            <ac:spMk id="4" creationId="{21D912F9-C3BC-6B4D-2A79-CD0547B45C2F}"/>
          </ac:spMkLst>
        </pc:spChg>
      </pc:sldChg>
      <pc:sldChg chg="addSp delSp modSp modNotes">
        <pc:chgData name="Bryn Peterson" userId="S::bryn.peterson@umb.edu::fd16c8ef-faa2-4aae-bb46-064735fd85dc" providerId="AD" clId="Web-{7D0DAC59-E848-29AF-B7DD-3202629DD9F5}" dt="2024-11-04T15:43:17.701" v="28"/>
        <pc:sldMkLst>
          <pc:docMk/>
          <pc:sldMk cId="194939819" sldId="501"/>
        </pc:sldMkLst>
        <pc:spChg chg="add del mod">
          <ac:chgData name="Bryn Peterson" userId="S::bryn.peterson@umb.edu::fd16c8ef-faa2-4aae-bb46-064735fd85dc" providerId="AD" clId="Web-{7D0DAC59-E848-29AF-B7DD-3202629DD9F5}" dt="2024-11-04T15:42:44.637" v="21"/>
          <ac:spMkLst>
            <pc:docMk/>
            <pc:sldMk cId="194939819" sldId="501"/>
            <ac:spMk id="5" creationId="{4B893165-FB5A-4302-475B-74EC702B6DF6}"/>
          </ac:spMkLst>
        </pc:spChg>
        <pc:spChg chg="add del mod">
          <ac:chgData name="Bryn Peterson" userId="S::bryn.peterson@umb.edu::fd16c8ef-faa2-4aae-bb46-064735fd85dc" providerId="AD" clId="Web-{7D0DAC59-E848-29AF-B7DD-3202629DD9F5}" dt="2024-11-04T15:43:17.701" v="28"/>
          <ac:spMkLst>
            <pc:docMk/>
            <pc:sldMk cId="194939819" sldId="501"/>
            <ac:spMk id="6" creationId="{3917C620-00F8-AE3B-D8CA-741728A780BD}"/>
          </ac:spMkLst>
        </pc:spChg>
        <pc:spChg chg="add del mod">
          <ac:chgData name="Bryn Peterson" userId="S::bryn.peterson@umb.edu::fd16c8ef-faa2-4aae-bb46-064735fd85dc" providerId="AD" clId="Web-{7D0DAC59-E848-29AF-B7DD-3202629DD9F5}" dt="2024-11-04T15:42:45.825" v="23"/>
          <ac:spMkLst>
            <pc:docMk/>
            <pc:sldMk cId="194939819" sldId="501"/>
            <ac:spMk id="8" creationId="{DEB078A2-3741-C870-CC9D-EDA45FC57DA7}"/>
          </ac:spMkLst>
        </pc:spChg>
        <pc:spChg chg="add del mod">
          <ac:chgData name="Bryn Peterson" userId="S::bryn.peterson@umb.edu::fd16c8ef-faa2-4aae-bb46-064735fd85dc" providerId="AD" clId="Web-{7D0DAC59-E848-29AF-B7DD-3202629DD9F5}" dt="2024-11-04T15:43:00.669" v="25"/>
          <ac:spMkLst>
            <pc:docMk/>
            <pc:sldMk cId="194939819" sldId="501"/>
            <ac:spMk id="9" creationId="{A2F3A02A-1764-01FE-172E-FACF40A0B8D2}"/>
          </ac:spMkLst>
        </pc:spChg>
        <pc:spChg chg="add del mod">
          <ac:chgData name="Bryn Peterson" userId="S::bryn.peterson@umb.edu::fd16c8ef-faa2-4aae-bb46-064735fd85dc" providerId="AD" clId="Web-{7D0DAC59-E848-29AF-B7DD-3202629DD9F5}" dt="2024-11-04T15:43:15.826" v="27"/>
          <ac:spMkLst>
            <pc:docMk/>
            <pc:sldMk cId="194939819" sldId="501"/>
            <ac:spMk id="11" creationId="{614FCE53-4622-60FA-AB1C-D5C53B2EE4C7}"/>
          </ac:spMkLst>
        </pc:spChg>
      </pc:sldChg>
      <pc:sldChg chg="addSp modSp modNotes">
        <pc:chgData name="Bryn Peterson" userId="S::bryn.peterson@umb.edu::fd16c8ef-faa2-4aae-bb46-064735fd85dc" providerId="AD" clId="Web-{7D0DAC59-E848-29AF-B7DD-3202629DD9F5}" dt="2024-11-04T16:00:20.329" v="67"/>
        <pc:sldMkLst>
          <pc:docMk/>
          <pc:sldMk cId="174610441" sldId="502"/>
        </pc:sldMkLst>
        <pc:spChg chg="add mod">
          <ac:chgData name="Bryn Peterson" userId="S::bryn.peterson@umb.edu::fd16c8ef-faa2-4aae-bb46-064735fd85dc" providerId="AD" clId="Web-{7D0DAC59-E848-29AF-B7DD-3202629DD9F5}" dt="2024-11-04T15:42:11.746" v="15"/>
          <ac:spMkLst>
            <pc:docMk/>
            <pc:sldMk cId="174610441" sldId="502"/>
            <ac:spMk id="5" creationId="{208F69C6-8D95-C55A-B3BA-B7061967BE68}"/>
          </ac:spMkLst>
        </pc:spChg>
      </pc:sldChg>
      <pc:sldChg chg="addSp modSp modNotes">
        <pc:chgData name="Bryn Peterson" userId="S::bryn.peterson@umb.edu::fd16c8ef-faa2-4aae-bb46-064735fd85dc" providerId="AD" clId="Web-{7D0DAC59-E848-29AF-B7DD-3202629DD9F5}" dt="2024-11-04T16:24:20.735" v="76"/>
        <pc:sldMkLst>
          <pc:docMk/>
          <pc:sldMk cId="1404631090" sldId="504"/>
        </pc:sldMkLst>
        <pc:spChg chg="add mod">
          <ac:chgData name="Bryn Peterson" userId="S::bryn.peterson@umb.edu::fd16c8ef-faa2-4aae-bb46-064735fd85dc" providerId="AD" clId="Web-{7D0DAC59-E848-29AF-B7DD-3202629DD9F5}" dt="2024-11-04T15:42:11.746" v="15"/>
          <ac:spMkLst>
            <pc:docMk/>
            <pc:sldMk cId="1404631090" sldId="504"/>
            <ac:spMk id="6" creationId="{C877F6CD-909A-D80F-5748-B98951281EE0}"/>
          </ac:spMkLst>
        </pc:spChg>
      </pc:sldChg>
      <pc:sldChg chg="addSp modSp modNotes">
        <pc:chgData name="Bryn Peterson" userId="S::bryn.peterson@umb.edu::fd16c8ef-faa2-4aae-bb46-064735fd85dc" providerId="AD" clId="Web-{7D0DAC59-E848-29AF-B7DD-3202629DD9F5}" dt="2024-11-04T16:32:49.657" v="90"/>
        <pc:sldMkLst>
          <pc:docMk/>
          <pc:sldMk cId="2176147016" sldId="505"/>
        </pc:sldMkLst>
        <pc:spChg chg="add mod">
          <ac:chgData name="Bryn Peterson" userId="S::bryn.peterson@umb.edu::fd16c8ef-faa2-4aae-bb46-064735fd85dc" providerId="AD" clId="Web-{7D0DAC59-E848-29AF-B7DD-3202629DD9F5}" dt="2024-11-04T15:42:11.746" v="15"/>
          <ac:spMkLst>
            <pc:docMk/>
            <pc:sldMk cId="2176147016" sldId="505"/>
            <ac:spMk id="5" creationId="{EC70D556-2A47-C7F6-A709-151936299888}"/>
          </ac:spMkLst>
        </pc:spChg>
      </pc:sldChg>
      <pc:sldChg chg="addSp modSp modNotes">
        <pc:chgData name="Bryn Peterson" userId="S::bryn.peterson@umb.edu::fd16c8ef-faa2-4aae-bb46-064735fd85dc" providerId="AD" clId="Web-{7D0DAC59-E848-29AF-B7DD-3202629DD9F5}" dt="2024-11-04T16:40:20.078" v="101"/>
        <pc:sldMkLst>
          <pc:docMk/>
          <pc:sldMk cId="378916288" sldId="506"/>
        </pc:sldMkLst>
        <pc:spChg chg="add mod">
          <ac:chgData name="Bryn Peterson" userId="S::bryn.peterson@umb.edu::fd16c8ef-faa2-4aae-bb46-064735fd85dc" providerId="AD" clId="Web-{7D0DAC59-E848-29AF-B7DD-3202629DD9F5}" dt="2024-11-04T15:42:11.746" v="15"/>
          <ac:spMkLst>
            <pc:docMk/>
            <pc:sldMk cId="378916288" sldId="506"/>
            <ac:spMk id="6" creationId="{4AF4898D-692F-6CF1-2A4F-4BA2C202FB1A}"/>
          </ac:spMkLst>
        </pc:spChg>
      </pc:sldChg>
      <pc:sldChg chg="addSp modSp modNotes">
        <pc:chgData name="Bryn Peterson" userId="S::bryn.peterson@umb.edu::fd16c8ef-faa2-4aae-bb46-064735fd85dc" providerId="AD" clId="Web-{7D0DAC59-E848-29AF-B7DD-3202629DD9F5}" dt="2024-11-04T16:50:33.488" v="135"/>
        <pc:sldMkLst>
          <pc:docMk/>
          <pc:sldMk cId="4238877115" sldId="507"/>
        </pc:sldMkLst>
        <pc:spChg chg="add mod">
          <ac:chgData name="Bryn Peterson" userId="S::bryn.peterson@umb.edu::fd16c8ef-faa2-4aae-bb46-064735fd85dc" providerId="AD" clId="Web-{7D0DAC59-E848-29AF-B7DD-3202629DD9F5}" dt="2024-11-04T15:42:11.746" v="15"/>
          <ac:spMkLst>
            <pc:docMk/>
            <pc:sldMk cId="4238877115" sldId="507"/>
            <ac:spMk id="6" creationId="{4DD274F4-8AF3-B542-DB7D-A3FC80B57ED9}"/>
          </ac:spMkLst>
        </pc:spChg>
      </pc:sldChg>
      <pc:sldChg chg="addSp modSp modNotes">
        <pc:chgData name="Bryn Peterson" userId="S::bryn.peterson@umb.edu::fd16c8ef-faa2-4aae-bb46-064735fd85dc" providerId="AD" clId="Web-{7D0DAC59-E848-29AF-B7DD-3202629DD9F5}" dt="2024-11-04T16:52:30.836" v="145"/>
        <pc:sldMkLst>
          <pc:docMk/>
          <pc:sldMk cId="2274995252" sldId="508"/>
        </pc:sldMkLst>
        <pc:spChg chg="add mod">
          <ac:chgData name="Bryn Peterson" userId="S::bryn.peterson@umb.edu::fd16c8ef-faa2-4aae-bb46-064735fd85dc" providerId="AD" clId="Web-{7D0DAC59-E848-29AF-B7DD-3202629DD9F5}" dt="2024-11-04T15:42:11.746" v="15"/>
          <ac:spMkLst>
            <pc:docMk/>
            <pc:sldMk cId="2274995252" sldId="508"/>
            <ac:spMk id="5" creationId="{2FABE94D-CC7F-6409-3246-9C8B98386F04}"/>
          </ac:spMkLst>
        </pc:spChg>
      </pc:sldChg>
      <pc:sldChg chg="addSp modSp modNotes">
        <pc:chgData name="Bryn Peterson" userId="S::bryn.peterson@umb.edu::fd16c8ef-faa2-4aae-bb46-064735fd85dc" providerId="AD" clId="Web-{7D0DAC59-E848-29AF-B7DD-3202629DD9F5}" dt="2024-11-04T16:54:33.215" v="150"/>
        <pc:sldMkLst>
          <pc:docMk/>
          <pc:sldMk cId="3769865125" sldId="509"/>
        </pc:sldMkLst>
        <pc:spChg chg="add mod">
          <ac:chgData name="Bryn Peterson" userId="S::bryn.peterson@umb.edu::fd16c8ef-faa2-4aae-bb46-064735fd85dc" providerId="AD" clId="Web-{7D0DAC59-E848-29AF-B7DD-3202629DD9F5}" dt="2024-11-04T15:42:11.746" v="15"/>
          <ac:spMkLst>
            <pc:docMk/>
            <pc:sldMk cId="3769865125" sldId="509"/>
            <ac:spMk id="5" creationId="{6A89EF76-24D7-EE5C-3236-064C0BB637EB}"/>
          </ac:spMkLst>
        </pc:spChg>
      </pc:sldChg>
      <pc:sldChg chg="addSp modSp modNotes">
        <pc:chgData name="Bryn Peterson" userId="S::bryn.peterson@umb.edu::fd16c8ef-faa2-4aae-bb46-064735fd85dc" providerId="AD" clId="Web-{7D0DAC59-E848-29AF-B7DD-3202629DD9F5}" dt="2024-11-04T16:57:54.253" v="159"/>
        <pc:sldMkLst>
          <pc:docMk/>
          <pc:sldMk cId="3246694760" sldId="510"/>
        </pc:sldMkLst>
        <pc:spChg chg="add mod">
          <ac:chgData name="Bryn Peterson" userId="S::bryn.peterson@umb.edu::fd16c8ef-faa2-4aae-bb46-064735fd85dc" providerId="AD" clId="Web-{7D0DAC59-E848-29AF-B7DD-3202629DD9F5}" dt="2024-11-04T15:42:11.746" v="15"/>
          <ac:spMkLst>
            <pc:docMk/>
            <pc:sldMk cId="3246694760" sldId="510"/>
            <ac:spMk id="6" creationId="{3BA969D1-3F75-1B4A-F156-517FC675B73D}"/>
          </ac:spMkLst>
        </pc:spChg>
      </pc:sldChg>
      <pc:sldChg chg="addSp modSp modNotes">
        <pc:chgData name="Bryn Peterson" userId="S::bryn.peterson@umb.edu::fd16c8ef-faa2-4aae-bb46-064735fd85dc" providerId="AD" clId="Web-{7D0DAC59-E848-29AF-B7DD-3202629DD9F5}" dt="2024-11-04T17:00:08.991" v="165"/>
        <pc:sldMkLst>
          <pc:docMk/>
          <pc:sldMk cId="3788124477" sldId="512"/>
        </pc:sldMkLst>
        <pc:spChg chg="add mod">
          <ac:chgData name="Bryn Peterson" userId="S::bryn.peterson@umb.edu::fd16c8ef-faa2-4aae-bb46-064735fd85dc" providerId="AD" clId="Web-{7D0DAC59-E848-29AF-B7DD-3202629DD9F5}" dt="2024-11-04T15:42:11.746" v="15"/>
          <ac:spMkLst>
            <pc:docMk/>
            <pc:sldMk cId="3788124477" sldId="512"/>
            <ac:spMk id="3" creationId="{60FBBD7E-5608-A004-E89C-0151632FD286}"/>
          </ac:spMkLst>
        </pc:spChg>
      </pc:sldChg>
      <pc:sldChg chg="addSp modSp modNotes">
        <pc:chgData name="Bryn Peterson" userId="S::bryn.peterson@umb.edu::fd16c8ef-faa2-4aae-bb46-064735fd85dc" providerId="AD" clId="Web-{7D0DAC59-E848-29AF-B7DD-3202629DD9F5}" dt="2024-11-04T17:05:00.313" v="193"/>
        <pc:sldMkLst>
          <pc:docMk/>
          <pc:sldMk cId="253940340" sldId="513"/>
        </pc:sldMkLst>
        <pc:spChg chg="add mod">
          <ac:chgData name="Bryn Peterson" userId="S::bryn.peterson@umb.edu::fd16c8ef-faa2-4aae-bb46-064735fd85dc" providerId="AD" clId="Web-{7D0DAC59-E848-29AF-B7DD-3202629DD9F5}" dt="2024-11-04T15:42:11.746" v="15"/>
          <ac:spMkLst>
            <pc:docMk/>
            <pc:sldMk cId="253940340" sldId="513"/>
            <ac:spMk id="3" creationId="{1CB23B46-E6D9-AEBE-7D30-BB7B5FCB0FE6}"/>
          </ac:spMkLst>
        </pc:spChg>
      </pc:sldChg>
      <pc:sldChg chg="addSp modSp modNotes">
        <pc:chgData name="Bryn Peterson" userId="S::bryn.peterson@umb.edu::fd16c8ef-faa2-4aae-bb46-064735fd85dc" providerId="AD" clId="Web-{7D0DAC59-E848-29AF-B7DD-3202629DD9F5}" dt="2024-11-04T17:06:36.191" v="201"/>
        <pc:sldMkLst>
          <pc:docMk/>
          <pc:sldMk cId="2326422382" sldId="514"/>
        </pc:sldMkLst>
        <pc:spChg chg="add mod">
          <ac:chgData name="Bryn Peterson" userId="S::bryn.peterson@umb.edu::fd16c8ef-faa2-4aae-bb46-064735fd85dc" providerId="AD" clId="Web-{7D0DAC59-E848-29AF-B7DD-3202629DD9F5}" dt="2024-11-04T15:42:11.746" v="15"/>
          <ac:spMkLst>
            <pc:docMk/>
            <pc:sldMk cId="2326422382" sldId="514"/>
            <ac:spMk id="3" creationId="{2912AF97-0F56-3650-FBEC-FB6ED562B231}"/>
          </ac:spMkLst>
        </pc:spChg>
      </pc:sldChg>
      <pc:sldChg chg="addSp modSp modNotes">
        <pc:chgData name="Bryn Peterson" userId="S::bryn.peterson@umb.edu::fd16c8ef-faa2-4aae-bb46-064735fd85dc" providerId="AD" clId="Web-{7D0DAC59-E848-29AF-B7DD-3202629DD9F5}" dt="2024-11-04T17:32:39.907" v="245"/>
        <pc:sldMkLst>
          <pc:docMk/>
          <pc:sldMk cId="4168941356" sldId="515"/>
        </pc:sldMkLst>
        <pc:spChg chg="add mod">
          <ac:chgData name="Bryn Peterson" userId="S::bryn.peterson@umb.edu::fd16c8ef-faa2-4aae-bb46-064735fd85dc" providerId="AD" clId="Web-{7D0DAC59-E848-29AF-B7DD-3202629DD9F5}" dt="2024-11-04T15:42:11.746" v="15"/>
          <ac:spMkLst>
            <pc:docMk/>
            <pc:sldMk cId="4168941356" sldId="515"/>
            <ac:spMk id="4" creationId="{014EC705-FD85-43ED-894F-D7AB144FFD1B}"/>
          </ac:spMkLst>
        </pc:spChg>
      </pc:sldChg>
      <pc:sldChg chg="addSp modSp modNotes">
        <pc:chgData name="Bryn Peterson" userId="S::bryn.peterson@umb.edu::fd16c8ef-faa2-4aae-bb46-064735fd85dc" providerId="AD" clId="Web-{7D0DAC59-E848-29AF-B7DD-3202629DD9F5}" dt="2024-11-04T17:44:03.635" v="263"/>
        <pc:sldMkLst>
          <pc:docMk/>
          <pc:sldMk cId="2981735774" sldId="516"/>
        </pc:sldMkLst>
        <pc:spChg chg="add mod">
          <ac:chgData name="Bryn Peterson" userId="S::bryn.peterson@umb.edu::fd16c8ef-faa2-4aae-bb46-064735fd85dc" providerId="AD" clId="Web-{7D0DAC59-E848-29AF-B7DD-3202629DD9F5}" dt="2024-11-04T15:42:11.746" v="15"/>
          <ac:spMkLst>
            <pc:docMk/>
            <pc:sldMk cId="2981735774" sldId="516"/>
            <ac:spMk id="4" creationId="{1BD98319-47FF-0742-04D4-652558F8DF86}"/>
          </ac:spMkLst>
        </pc:spChg>
      </pc:sldChg>
      <pc:sldChg chg="addSp delSp modSp modNotes">
        <pc:chgData name="Bryn Peterson" userId="S::bryn.peterson@umb.edu::fd16c8ef-faa2-4aae-bb46-064735fd85dc" providerId="AD" clId="Web-{7D0DAC59-E848-29AF-B7DD-3202629DD9F5}" dt="2024-11-04T15:42:19.980" v="18"/>
        <pc:sldMkLst>
          <pc:docMk/>
          <pc:sldMk cId="769136709" sldId="518"/>
        </pc:sldMkLst>
        <pc:spChg chg="add del mod">
          <ac:chgData name="Bryn Peterson" userId="S::bryn.peterson@umb.edu::fd16c8ef-faa2-4aae-bb46-064735fd85dc" providerId="AD" clId="Web-{7D0DAC59-E848-29AF-B7DD-3202629DD9F5}" dt="2024-11-04T15:42:18.902" v="17"/>
          <ac:spMkLst>
            <pc:docMk/>
            <pc:sldMk cId="769136709" sldId="518"/>
            <ac:spMk id="3" creationId="{90D074E8-DC72-967D-479F-8EE3110B77EE}"/>
          </ac:spMkLst>
        </pc:spChg>
        <pc:spChg chg="add mod">
          <ac:chgData name="Bryn Peterson" userId="S::bryn.peterson@umb.edu::fd16c8ef-faa2-4aae-bb46-064735fd85dc" providerId="AD" clId="Web-{7D0DAC59-E848-29AF-B7DD-3202629DD9F5}" dt="2024-11-04T15:42:19.980" v="18"/>
          <ac:spMkLst>
            <pc:docMk/>
            <pc:sldMk cId="769136709" sldId="518"/>
            <ac:spMk id="4" creationId="{5B5CDAF2-98E1-9F51-79C0-E53AC006F5B0}"/>
          </ac:spMkLst>
        </pc:spChg>
        <pc:spChg chg="mod">
          <ac:chgData name="Bryn Peterson" userId="S::bryn.peterson@umb.edu::fd16c8ef-faa2-4aae-bb46-064735fd85dc" providerId="AD" clId="Web-{7D0DAC59-E848-29AF-B7DD-3202629DD9F5}" dt="2024-11-04T15:32:55.118" v="4" actId="20577"/>
          <ac:spMkLst>
            <pc:docMk/>
            <pc:sldMk cId="769136709" sldId="518"/>
            <ac:spMk id="16" creationId="{F4ACC47B-5EC5-BA94-A1A5-CC93E48B07E9}"/>
          </ac:spMkLst>
        </pc:spChg>
      </pc:sldChg>
      <pc:sldChg chg="addSp modSp">
        <pc:chgData name="Bryn Peterson" userId="S::bryn.peterson@umb.edu::fd16c8ef-faa2-4aae-bb46-064735fd85dc" providerId="AD" clId="Web-{7D0DAC59-E848-29AF-B7DD-3202629DD9F5}" dt="2024-11-04T15:42:11.746" v="15"/>
        <pc:sldMkLst>
          <pc:docMk/>
          <pc:sldMk cId="1184679834" sldId="519"/>
        </pc:sldMkLst>
        <pc:spChg chg="add mod">
          <ac:chgData name="Bryn Peterson" userId="S::bryn.peterson@umb.edu::fd16c8ef-faa2-4aae-bb46-064735fd85dc" providerId="AD" clId="Web-{7D0DAC59-E848-29AF-B7DD-3202629DD9F5}" dt="2024-11-04T15:42:11.746" v="15"/>
          <ac:spMkLst>
            <pc:docMk/>
            <pc:sldMk cId="1184679834" sldId="519"/>
            <ac:spMk id="3" creationId="{34395032-E7ED-C5E7-0F88-822632995609}"/>
          </ac:spMkLst>
        </pc:spChg>
      </pc:sldChg>
      <pc:sldMasterChg chg="mod modSldLayout">
        <pc:chgData name="Bryn Peterson" userId="S::bryn.peterson@umb.edu::fd16c8ef-faa2-4aae-bb46-064735fd85dc" providerId="AD" clId="Web-{7D0DAC59-E848-29AF-B7DD-3202629DD9F5}" dt="2024-11-04T15:42:23.387" v="19"/>
        <pc:sldMasterMkLst>
          <pc:docMk/>
          <pc:sldMasterMk cId="1586178640" sldId="2147483726"/>
        </pc:sldMasterMkLst>
        <pc:sldLayoutChg chg="mod">
          <pc:chgData name="Bryn Peterson" userId="S::bryn.peterson@umb.edu::fd16c8ef-faa2-4aae-bb46-064735fd85dc" providerId="AD" clId="Web-{7D0DAC59-E848-29AF-B7DD-3202629DD9F5}" dt="2024-11-04T15:42:23.387" v="19"/>
          <pc:sldLayoutMkLst>
            <pc:docMk/>
            <pc:sldMasterMk cId="1586178640" sldId="2147483726"/>
            <pc:sldLayoutMk cId="2794892396" sldId="2147483727"/>
          </pc:sldLayoutMkLst>
        </pc:sldLayoutChg>
      </pc:sldMasterChg>
      <pc:sldMasterChg chg="mod modSldLayout">
        <pc:chgData name="Bryn Peterson" userId="S::bryn.peterson@umb.edu::fd16c8ef-faa2-4aae-bb46-064735fd85dc" providerId="AD" clId="Web-{7D0DAC59-E848-29AF-B7DD-3202629DD9F5}" dt="2024-11-04T15:42:23.387" v="19"/>
        <pc:sldMasterMkLst>
          <pc:docMk/>
          <pc:sldMasterMk cId="3512586647" sldId="2147483728"/>
        </pc:sldMasterMkLst>
        <pc:sldLayoutChg chg="mod">
          <pc:chgData name="Bryn Peterson" userId="S::bryn.peterson@umb.edu::fd16c8ef-faa2-4aae-bb46-064735fd85dc" providerId="AD" clId="Web-{7D0DAC59-E848-29AF-B7DD-3202629DD9F5}" dt="2024-11-04T15:42:23.387" v="19"/>
          <pc:sldLayoutMkLst>
            <pc:docMk/>
            <pc:sldMasterMk cId="3512586647" sldId="2147483728"/>
            <pc:sldLayoutMk cId="2878463989" sldId="2147483729"/>
          </pc:sldLayoutMkLst>
        </pc:sldLayoutChg>
        <pc:sldLayoutChg chg="mod">
          <pc:chgData name="Bryn Peterson" userId="S::bryn.peterson@umb.edu::fd16c8ef-faa2-4aae-bb46-064735fd85dc" providerId="AD" clId="Web-{7D0DAC59-E848-29AF-B7DD-3202629DD9F5}" dt="2024-11-04T15:42:23.387" v="19"/>
          <pc:sldLayoutMkLst>
            <pc:docMk/>
            <pc:sldMasterMk cId="3512586647" sldId="2147483728"/>
            <pc:sldLayoutMk cId="1741089088" sldId="2147483730"/>
          </pc:sldLayoutMkLst>
        </pc:sldLayoutChg>
        <pc:sldLayoutChg chg="mod">
          <pc:chgData name="Bryn Peterson" userId="S::bryn.peterson@umb.edu::fd16c8ef-faa2-4aae-bb46-064735fd85dc" providerId="AD" clId="Web-{7D0DAC59-E848-29AF-B7DD-3202629DD9F5}" dt="2024-11-04T15:42:23.387" v="19"/>
          <pc:sldLayoutMkLst>
            <pc:docMk/>
            <pc:sldMasterMk cId="3512586647" sldId="2147483728"/>
            <pc:sldLayoutMk cId="3109227778" sldId="2147483731"/>
          </pc:sldLayoutMkLst>
        </pc:sldLayoutChg>
        <pc:sldLayoutChg chg="mod">
          <pc:chgData name="Bryn Peterson" userId="S::bryn.peterson@umb.edu::fd16c8ef-faa2-4aae-bb46-064735fd85dc" providerId="AD" clId="Web-{7D0DAC59-E848-29AF-B7DD-3202629DD9F5}" dt="2024-11-04T15:42:23.387" v="19"/>
          <pc:sldLayoutMkLst>
            <pc:docMk/>
            <pc:sldMasterMk cId="3512586647" sldId="2147483728"/>
            <pc:sldLayoutMk cId="3060992184" sldId="2147483732"/>
          </pc:sldLayoutMkLst>
        </pc:sldLayoutChg>
        <pc:sldLayoutChg chg="mod">
          <pc:chgData name="Bryn Peterson" userId="S::bryn.peterson@umb.edu::fd16c8ef-faa2-4aae-bb46-064735fd85dc" providerId="AD" clId="Web-{7D0DAC59-E848-29AF-B7DD-3202629DD9F5}" dt="2024-11-04T15:42:23.387" v="19"/>
          <pc:sldLayoutMkLst>
            <pc:docMk/>
            <pc:sldMasterMk cId="3512586647" sldId="2147483728"/>
            <pc:sldLayoutMk cId="1557666717" sldId="2147483733"/>
          </pc:sldLayoutMkLst>
        </pc:sldLayoutChg>
        <pc:sldLayoutChg chg="mod">
          <pc:chgData name="Bryn Peterson" userId="S::bryn.peterson@umb.edu::fd16c8ef-faa2-4aae-bb46-064735fd85dc" providerId="AD" clId="Web-{7D0DAC59-E848-29AF-B7DD-3202629DD9F5}" dt="2024-11-04T15:42:23.387" v="19"/>
          <pc:sldLayoutMkLst>
            <pc:docMk/>
            <pc:sldMasterMk cId="3512586647" sldId="2147483728"/>
            <pc:sldLayoutMk cId="2148123181" sldId="2147483734"/>
          </pc:sldLayoutMkLst>
        </pc:sldLayoutChg>
        <pc:sldLayoutChg chg="mod">
          <pc:chgData name="Bryn Peterson" userId="S::bryn.peterson@umb.edu::fd16c8ef-faa2-4aae-bb46-064735fd85dc" providerId="AD" clId="Web-{7D0DAC59-E848-29AF-B7DD-3202629DD9F5}" dt="2024-11-04T15:42:23.387" v="19"/>
          <pc:sldLayoutMkLst>
            <pc:docMk/>
            <pc:sldMasterMk cId="3512586647" sldId="2147483728"/>
            <pc:sldLayoutMk cId="2821042159" sldId="2147483735"/>
          </pc:sldLayoutMkLst>
        </pc:sldLayoutChg>
        <pc:sldLayoutChg chg="mod">
          <pc:chgData name="Bryn Peterson" userId="S::bryn.peterson@umb.edu::fd16c8ef-faa2-4aae-bb46-064735fd85dc" providerId="AD" clId="Web-{7D0DAC59-E848-29AF-B7DD-3202629DD9F5}" dt="2024-11-04T15:42:23.387" v="19"/>
          <pc:sldLayoutMkLst>
            <pc:docMk/>
            <pc:sldMasterMk cId="3512586647" sldId="2147483728"/>
            <pc:sldLayoutMk cId="1599389821" sldId="2147483736"/>
          </pc:sldLayoutMkLst>
        </pc:sldLayoutChg>
        <pc:sldLayoutChg chg="mod">
          <pc:chgData name="Bryn Peterson" userId="S::bryn.peterson@umb.edu::fd16c8ef-faa2-4aae-bb46-064735fd85dc" providerId="AD" clId="Web-{7D0DAC59-E848-29AF-B7DD-3202629DD9F5}" dt="2024-11-04T15:42:23.387" v="19"/>
          <pc:sldLayoutMkLst>
            <pc:docMk/>
            <pc:sldMasterMk cId="3512586647" sldId="2147483728"/>
            <pc:sldLayoutMk cId="2073756650" sldId="2147483737"/>
          </pc:sldLayoutMkLst>
        </pc:sldLayoutChg>
        <pc:sldLayoutChg chg="mod">
          <pc:chgData name="Bryn Peterson" userId="S::bryn.peterson@umb.edu::fd16c8ef-faa2-4aae-bb46-064735fd85dc" providerId="AD" clId="Web-{7D0DAC59-E848-29AF-B7DD-3202629DD9F5}" dt="2024-11-04T15:42:23.387" v="19"/>
          <pc:sldLayoutMkLst>
            <pc:docMk/>
            <pc:sldMasterMk cId="3512586647" sldId="2147483728"/>
            <pc:sldLayoutMk cId="3728168466" sldId="2147483738"/>
          </pc:sldLayoutMkLst>
        </pc:sldLayoutChg>
        <pc:sldLayoutChg chg="mod">
          <pc:chgData name="Bryn Peterson" userId="S::bryn.peterson@umb.edu::fd16c8ef-faa2-4aae-bb46-064735fd85dc" providerId="AD" clId="Web-{7D0DAC59-E848-29AF-B7DD-3202629DD9F5}" dt="2024-11-04T15:42:23.387" v="19"/>
          <pc:sldLayoutMkLst>
            <pc:docMk/>
            <pc:sldMasterMk cId="3512586647" sldId="2147483728"/>
            <pc:sldLayoutMk cId="2004274463" sldId="2147483739"/>
          </pc:sldLayoutMkLst>
        </pc:sldLayoutChg>
      </pc:sldMasterChg>
      <pc:sldMasterChg chg="mod modSldLayout">
        <pc:chgData name="Bryn Peterson" userId="S::bryn.peterson@umb.edu::fd16c8ef-faa2-4aae-bb46-064735fd85dc" providerId="AD" clId="Web-{7D0DAC59-E848-29AF-B7DD-3202629DD9F5}" dt="2024-11-04T15:42:23.387" v="19"/>
        <pc:sldMasterMkLst>
          <pc:docMk/>
          <pc:sldMasterMk cId="3512586647" sldId="2147483740"/>
        </pc:sldMasterMkLst>
        <pc:sldLayoutChg chg="mod">
          <pc:chgData name="Bryn Peterson" userId="S::bryn.peterson@umb.edu::fd16c8ef-faa2-4aae-bb46-064735fd85dc" providerId="AD" clId="Web-{7D0DAC59-E848-29AF-B7DD-3202629DD9F5}" dt="2024-11-04T15:42:23.387" v="19"/>
          <pc:sldLayoutMkLst>
            <pc:docMk/>
            <pc:sldMasterMk cId="3512586647" sldId="2147483740"/>
            <pc:sldLayoutMk cId="2878463989" sldId="2147483741"/>
          </pc:sldLayoutMkLst>
        </pc:sldLayoutChg>
        <pc:sldLayoutChg chg="mod">
          <pc:chgData name="Bryn Peterson" userId="S::bryn.peterson@umb.edu::fd16c8ef-faa2-4aae-bb46-064735fd85dc" providerId="AD" clId="Web-{7D0DAC59-E848-29AF-B7DD-3202629DD9F5}" dt="2024-11-04T15:42:23.387" v="19"/>
          <pc:sldLayoutMkLst>
            <pc:docMk/>
            <pc:sldMasterMk cId="3512586647" sldId="2147483740"/>
            <pc:sldLayoutMk cId="1741089088" sldId="2147483742"/>
          </pc:sldLayoutMkLst>
        </pc:sldLayoutChg>
        <pc:sldLayoutChg chg="mod">
          <pc:chgData name="Bryn Peterson" userId="S::bryn.peterson@umb.edu::fd16c8ef-faa2-4aae-bb46-064735fd85dc" providerId="AD" clId="Web-{7D0DAC59-E848-29AF-B7DD-3202629DD9F5}" dt="2024-11-04T15:42:23.387" v="19"/>
          <pc:sldLayoutMkLst>
            <pc:docMk/>
            <pc:sldMasterMk cId="3512586647" sldId="2147483740"/>
            <pc:sldLayoutMk cId="3109227778" sldId="2147483743"/>
          </pc:sldLayoutMkLst>
        </pc:sldLayoutChg>
        <pc:sldLayoutChg chg="mod">
          <pc:chgData name="Bryn Peterson" userId="S::bryn.peterson@umb.edu::fd16c8ef-faa2-4aae-bb46-064735fd85dc" providerId="AD" clId="Web-{7D0DAC59-E848-29AF-B7DD-3202629DD9F5}" dt="2024-11-04T15:42:23.387" v="19"/>
          <pc:sldLayoutMkLst>
            <pc:docMk/>
            <pc:sldMasterMk cId="3512586647" sldId="2147483740"/>
            <pc:sldLayoutMk cId="3060992184" sldId="2147483744"/>
          </pc:sldLayoutMkLst>
        </pc:sldLayoutChg>
        <pc:sldLayoutChg chg="mod">
          <pc:chgData name="Bryn Peterson" userId="S::bryn.peterson@umb.edu::fd16c8ef-faa2-4aae-bb46-064735fd85dc" providerId="AD" clId="Web-{7D0DAC59-E848-29AF-B7DD-3202629DD9F5}" dt="2024-11-04T15:42:23.387" v="19"/>
          <pc:sldLayoutMkLst>
            <pc:docMk/>
            <pc:sldMasterMk cId="3512586647" sldId="2147483740"/>
            <pc:sldLayoutMk cId="1557666717" sldId="2147483745"/>
          </pc:sldLayoutMkLst>
        </pc:sldLayoutChg>
        <pc:sldLayoutChg chg="mod">
          <pc:chgData name="Bryn Peterson" userId="S::bryn.peterson@umb.edu::fd16c8ef-faa2-4aae-bb46-064735fd85dc" providerId="AD" clId="Web-{7D0DAC59-E848-29AF-B7DD-3202629DD9F5}" dt="2024-11-04T15:42:23.387" v="19"/>
          <pc:sldLayoutMkLst>
            <pc:docMk/>
            <pc:sldMasterMk cId="3512586647" sldId="2147483740"/>
            <pc:sldLayoutMk cId="2148123181" sldId="2147483746"/>
          </pc:sldLayoutMkLst>
        </pc:sldLayoutChg>
        <pc:sldLayoutChg chg="mod">
          <pc:chgData name="Bryn Peterson" userId="S::bryn.peterson@umb.edu::fd16c8ef-faa2-4aae-bb46-064735fd85dc" providerId="AD" clId="Web-{7D0DAC59-E848-29AF-B7DD-3202629DD9F5}" dt="2024-11-04T15:42:23.387" v="19"/>
          <pc:sldLayoutMkLst>
            <pc:docMk/>
            <pc:sldMasterMk cId="3512586647" sldId="2147483740"/>
            <pc:sldLayoutMk cId="2821042159" sldId="2147483747"/>
          </pc:sldLayoutMkLst>
        </pc:sldLayoutChg>
        <pc:sldLayoutChg chg="mod">
          <pc:chgData name="Bryn Peterson" userId="S::bryn.peterson@umb.edu::fd16c8ef-faa2-4aae-bb46-064735fd85dc" providerId="AD" clId="Web-{7D0DAC59-E848-29AF-B7DD-3202629DD9F5}" dt="2024-11-04T15:42:23.387" v="19"/>
          <pc:sldLayoutMkLst>
            <pc:docMk/>
            <pc:sldMasterMk cId="3512586647" sldId="2147483740"/>
            <pc:sldLayoutMk cId="1599389821" sldId="2147483748"/>
          </pc:sldLayoutMkLst>
        </pc:sldLayoutChg>
        <pc:sldLayoutChg chg="mod">
          <pc:chgData name="Bryn Peterson" userId="S::bryn.peterson@umb.edu::fd16c8ef-faa2-4aae-bb46-064735fd85dc" providerId="AD" clId="Web-{7D0DAC59-E848-29AF-B7DD-3202629DD9F5}" dt="2024-11-04T15:42:23.387" v="19"/>
          <pc:sldLayoutMkLst>
            <pc:docMk/>
            <pc:sldMasterMk cId="3512586647" sldId="2147483740"/>
            <pc:sldLayoutMk cId="2073756650" sldId="2147483749"/>
          </pc:sldLayoutMkLst>
        </pc:sldLayoutChg>
        <pc:sldLayoutChg chg="mod">
          <pc:chgData name="Bryn Peterson" userId="S::bryn.peterson@umb.edu::fd16c8ef-faa2-4aae-bb46-064735fd85dc" providerId="AD" clId="Web-{7D0DAC59-E848-29AF-B7DD-3202629DD9F5}" dt="2024-11-04T15:42:23.387" v="19"/>
          <pc:sldLayoutMkLst>
            <pc:docMk/>
            <pc:sldMasterMk cId="3512586647" sldId="2147483740"/>
            <pc:sldLayoutMk cId="3728168466" sldId="2147483750"/>
          </pc:sldLayoutMkLst>
        </pc:sldLayoutChg>
        <pc:sldLayoutChg chg="mod">
          <pc:chgData name="Bryn Peterson" userId="S::bryn.peterson@umb.edu::fd16c8ef-faa2-4aae-bb46-064735fd85dc" providerId="AD" clId="Web-{7D0DAC59-E848-29AF-B7DD-3202629DD9F5}" dt="2024-11-04T15:42:23.387" v="19"/>
          <pc:sldLayoutMkLst>
            <pc:docMk/>
            <pc:sldMasterMk cId="3512586647" sldId="2147483740"/>
            <pc:sldLayoutMk cId="2004274463" sldId="2147483751"/>
          </pc:sldLayoutMkLst>
        </pc:sldLayoutChg>
      </pc:sldMasterChg>
    </pc:docChg>
  </pc:docChgLst>
  <pc:docChgLst>
    <pc:chgData name="Bryn Peterson" userId="S::bryn.peterson@umb.edu::fd16c8ef-faa2-4aae-bb46-064735fd85dc" providerId="AD" clId="Web-{81670D5B-4709-B850-4684-AC7D7A133121}"/>
    <pc:docChg chg="modSld">
      <pc:chgData name="Bryn Peterson" userId="S::bryn.peterson@umb.edu::fd16c8ef-faa2-4aae-bb46-064735fd85dc" providerId="AD" clId="Web-{81670D5B-4709-B850-4684-AC7D7A133121}" dt="2024-11-04T17:50:17.725" v="24"/>
      <pc:docMkLst>
        <pc:docMk/>
      </pc:docMkLst>
      <pc:sldChg chg="modNotes">
        <pc:chgData name="Bryn Peterson" userId="S::bryn.peterson@umb.edu::fd16c8ef-faa2-4aae-bb46-064735fd85dc" providerId="AD" clId="Web-{81670D5B-4709-B850-4684-AC7D7A133121}" dt="2024-11-04T17:44:54.652" v="0"/>
        <pc:sldMkLst>
          <pc:docMk/>
          <pc:sldMk cId="2981735774" sldId="516"/>
        </pc:sldMkLst>
      </pc:sldChg>
      <pc:sldChg chg="modNotes">
        <pc:chgData name="Bryn Peterson" userId="S::bryn.peterson@umb.edu::fd16c8ef-faa2-4aae-bb46-064735fd85dc" providerId="AD" clId="Web-{81670D5B-4709-B850-4684-AC7D7A133121}" dt="2024-11-04T17:50:17.725" v="24"/>
        <pc:sldMkLst>
          <pc:docMk/>
          <pc:sldMk cId="1184679834" sldId="519"/>
        </pc:sldMkLst>
      </pc:sldChg>
    </pc:docChg>
  </pc:docChgLst>
  <pc:docChgLst>
    <pc:chgData name="Bryn Peterson" userId="S::bryn.peterson@umb.edu::fd16c8ef-faa2-4aae-bb46-064735fd85dc" providerId="AD" clId="Web-{033E6E23-313B-D745-1DF0-145B1D34ED9F}"/>
    <pc:docChg chg="modSld">
      <pc:chgData name="Bryn Peterson" userId="S::bryn.peterson@umb.edu::fd16c8ef-faa2-4aae-bb46-064735fd85dc" providerId="AD" clId="Web-{033E6E23-313B-D745-1DF0-145B1D34ED9F}" dt="2024-12-03T14:31:31.244" v="36"/>
      <pc:docMkLst>
        <pc:docMk/>
      </pc:docMkLst>
      <pc:sldChg chg="modNotes">
        <pc:chgData name="Bryn Peterson" userId="S::bryn.peterson@umb.edu::fd16c8ef-faa2-4aae-bb46-064735fd85dc" providerId="AD" clId="Web-{033E6E23-313B-D745-1DF0-145B1D34ED9F}" dt="2024-12-03T14:22:10.791" v="20"/>
        <pc:sldMkLst>
          <pc:docMk/>
          <pc:sldMk cId="2342612904" sldId="498"/>
        </pc:sldMkLst>
      </pc:sldChg>
      <pc:sldChg chg="modNotes">
        <pc:chgData name="Bryn Peterson" userId="S::bryn.peterson@umb.edu::fd16c8ef-faa2-4aae-bb46-064735fd85dc" providerId="AD" clId="Web-{033E6E23-313B-D745-1DF0-145B1D34ED9F}" dt="2024-12-03T14:31:25.869" v="35"/>
        <pc:sldMkLst>
          <pc:docMk/>
          <pc:sldMk cId="316014987" sldId="499"/>
        </pc:sldMkLst>
      </pc:sldChg>
      <pc:sldChg chg="modNotes">
        <pc:chgData name="Bryn Peterson" userId="S::bryn.peterson@umb.edu::fd16c8ef-faa2-4aae-bb46-064735fd85dc" providerId="AD" clId="Web-{033E6E23-313B-D745-1DF0-145B1D34ED9F}" dt="2024-12-03T14:31:31.244" v="36"/>
        <pc:sldMkLst>
          <pc:docMk/>
          <pc:sldMk cId="2667773376" sldId="500"/>
        </pc:sldMkLst>
      </pc:sldChg>
      <pc:sldChg chg="modNotes">
        <pc:chgData name="Bryn Peterson" userId="S::bryn.peterson@umb.edu::fd16c8ef-faa2-4aae-bb46-064735fd85dc" providerId="AD" clId="Web-{033E6E23-313B-D745-1DF0-145B1D34ED9F}" dt="2024-12-03T14:25:00.654" v="29"/>
        <pc:sldMkLst>
          <pc:docMk/>
          <pc:sldMk cId="194939819" sldId="50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FA9DB5-70C7-E94D-9548-16899A1C10C6}" type="datetimeFigureOut">
              <a:rPr lang="en-US" smtClean="0"/>
              <a:t>12/3/2024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90D89B-D770-F648-BD56-FFC69AC3D72B}" type="slidenum">
              <a:rPr lang="en-US" smtClean="0"/>
              <a:t>‹#›</a:t>
            </a:fld>
            <a:endParaRPr lang="en-US" dirty="0"/>
          </a:p>
        </p:txBody>
      </p:sp>
    </p:spTree>
    <p:extLst>
      <p:ext uri="{BB962C8B-B14F-4D97-AF65-F5344CB8AC3E}">
        <p14:creationId xmlns:p14="http://schemas.microsoft.com/office/powerpoint/2010/main" val="1914390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Hello, this I part one of the fourth module in the Minnesota Transformation Initiative's Leadership and Management Training course. In part I we will be talking about mission, vision and values</a:t>
            </a:r>
          </a:p>
        </p:txBody>
      </p:sp>
      <p:sp>
        <p:nvSpPr>
          <p:cNvPr id="4" name="Slide Number Placeholder 3"/>
          <p:cNvSpPr>
            <a:spLocks noGrp="1"/>
          </p:cNvSpPr>
          <p:nvPr>
            <p:ph type="sldNum" sz="quarter" idx="5"/>
          </p:nvPr>
        </p:nvSpPr>
        <p:spPr/>
        <p:txBody>
          <a:bodyPr/>
          <a:lstStyle/>
          <a:p>
            <a:fld id="{61E78B0C-5300-7A44-AA13-8B2C0E818EC7}" type="slidenum">
              <a:rPr lang="en-US" smtClean="0"/>
              <a:t>1</a:t>
            </a:fld>
            <a:endParaRPr lang="en-US"/>
          </a:p>
        </p:txBody>
      </p:sp>
    </p:spTree>
    <p:extLst>
      <p:ext uri="{BB962C8B-B14F-4D97-AF65-F5344CB8AC3E}">
        <p14:creationId xmlns:p14="http://schemas.microsoft.com/office/powerpoint/2010/main" val="1030539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The learning objective for this lesson is to be able to describe the importance of clarifying a mission, vision and values statement for your organization. </a:t>
            </a:r>
            <a:endParaRPr lang="en-US" dirty="0">
              <a:ea typeface="Calibri" panose="020F0502020204030204"/>
              <a:cs typeface="Calibri"/>
            </a:endParaRPr>
          </a:p>
        </p:txBody>
      </p:sp>
      <p:sp>
        <p:nvSpPr>
          <p:cNvPr id="4" name="Slide Number Placeholder 3"/>
          <p:cNvSpPr>
            <a:spLocks noGrp="1"/>
          </p:cNvSpPr>
          <p:nvPr>
            <p:ph type="sldNum" sz="quarter" idx="5"/>
          </p:nvPr>
        </p:nvSpPr>
        <p:spPr/>
        <p:txBody>
          <a:bodyPr/>
          <a:lstStyle/>
          <a:p>
            <a:fld id="{CB90D89B-D770-F648-BD56-FFC69AC3D72B}" type="slidenum">
              <a:rPr lang="en-US" smtClean="0"/>
              <a:t>2</a:t>
            </a:fld>
            <a:endParaRPr lang="en-US" dirty="0"/>
          </a:p>
        </p:txBody>
      </p:sp>
    </p:spTree>
    <p:extLst>
      <p:ext uri="{BB962C8B-B14F-4D97-AF65-F5344CB8AC3E}">
        <p14:creationId xmlns:p14="http://schemas.microsoft.com/office/powerpoint/2010/main" val="662796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Let's start with the basics. Your organization's mission, vision and values communicate who you are as an organization, as well as WHAT you do, WHY you do it and WHERE you want to go. All of this information is communicated to people both inside and outside of your organization. In other words, your internal and external stakeholders. </a:t>
            </a:r>
          </a:p>
        </p:txBody>
      </p:sp>
      <p:sp>
        <p:nvSpPr>
          <p:cNvPr id="4" name="Slide Number Placeholder 3"/>
          <p:cNvSpPr>
            <a:spLocks noGrp="1"/>
          </p:cNvSpPr>
          <p:nvPr>
            <p:ph type="sldNum" sz="quarter" idx="5"/>
          </p:nvPr>
        </p:nvSpPr>
        <p:spPr/>
        <p:txBody>
          <a:bodyPr/>
          <a:lstStyle/>
          <a:p>
            <a:fld id="{CB90D89B-D770-F648-BD56-FFC69AC3D72B}" type="slidenum">
              <a:rPr lang="en-US" smtClean="0"/>
              <a:t>3</a:t>
            </a:fld>
            <a:endParaRPr lang="en-US" dirty="0"/>
          </a:p>
        </p:txBody>
      </p:sp>
    </p:spTree>
    <p:extLst>
      <p:ext uri="{BB962C8B-B14F-4D97-AF65-F5344CB8AC3E}">
        <p14:creationId xmlns:p14="http://schemas.microsoft.com/office/powerpoint/2010/main" val="21942133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It's likely that you've been involved in discussions about your organization's mission. Maybe you researched the organization's mission before interviewing for your position. Maybe you've talked about your mission in conjunction with a strategic planning session. Maybe you have your mission statement written on your business card. Chances are you can find it on your organization's webpage or social media pages. Today's discussion is going to be a deeper dive into the value of mission statements to you, as a leader &amp; manager, as well as to the organization as a whole. Before we get started, please take a minute to be sure you know what YOUR organization's current mission, vision and value statements. You can pause the video and look them up if you need to. Keep them close to you during this lesson because you'll want to refer to them. </a:t>
            </a:r>
          </a:p>
        </p:txBody>
      </p:sp>
      <p:sp>
        <p:nvSpPr>
          <p:cNvPr id="4" name="Slide Number Placeholder 3"/>
          <p:cNvSpPr>
            <a:spLocks noGrp="1"/>
          </p:cNvSpPr>
          <p:nvPr>
            <p:ph type="sldNum" sz="quarter" idx="5"/>
          </p:nvPr>
        </p:nvSpPr>
        <p:spPr/>
        <p:txBody>
          <a:bodyPr/>
          <a:lstStyle/>
          <a:p>
            <a:fld id="{CB90D89B-D770-F648-BD56-FFC69AC3D72B}" type="slidenum">
              <a:rPr lang="en-US" smtClean="0"/>
              <a:t>4</a:t>
            </a:fld>
            <a:endParaRPr lang="en-US" dirty="0"/>
          </a:p>
        </p:txBody>
      </p:sp>
    </p:spTree>
    <p:extLst>
      <p:ext uri="{BB962C8B-B14F-4D97-AF65-F5344CB8AC3E}">
        <p14:creationId xmlns:p14="http://schemas.microsoft.com/office/powerpoint/2010/main" val="21644480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Do you remember your mission statement without looking at the written document? You should know it. Think about the North Star. When you find it in the sky, you know what direction you are facing, and how to orient yourself. This is also what an organizational mission statement should do for you. It provides the direction for your organization. It should give you information about what you need to do in your work and where that work should be taking you.</a:t>
            </a:r>
          </a:p>
        </p:txBody>
      </p:sp>
      <p:sp>
        <p:nvSpPr>
          <p:cNvPr id="4" name="Slide Number Placeholder 3"/>
          <p:cNvSpPr>
            <a:spLocks noGrp="1"/>
          </p:cNvSpPr>
          <p:nvPr>
            <p:ph type="sldNum" sz="quarter" idx="5"/>
          </p:nvPr>
        </p:nvSpPr>
        <p:spPr/>
        <p:txBody>
          <a:bodyPr/>
          <a:lstStyle/>
          <a:p>
            <a:fld id="{CB90D89B-D770-F648-BD56-FFC69AC3D72B}" type="slidenum">
              <a:rPr lang="en-US" smtClean="0"/>
              <a:t>5</a:t>
            </a:fld>
            <a:endParaRPr lang="en-US" dirty="0"/>
          </a:p>
        </p:txBody>
      </p:sp>
    </p:spTree>
    <p:extLst>
      <p:ext uri="{BB962C8B-B14F-4D97-AF65-F5344CB8AC3E}">
        <p14:creationId xmlns:p14="http://schemas.microsoft.com/office/powerpoint/2010/main" val="1446824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A mission statement defines the organization and states its purpose.  It basically tells your story in just a few but powerful words. Everything you do, including how you choose to interact inside and outside your organization should be determined by your mission. This is the reason why mission statements are so important. They should be short, and easy to remember. It has to be crystal clear.  As a staff member, you should be able to see how YOUR role contributes to the whole of the mission. </a:t>
            </a:r>
          </a:p>
        </p:txBody>
      </p:sp>
      <p:sp>
        <p:nvSpPr>
          <p:cNvPr id="4" name="Slide Number Placeholder 3"/>
          <p:cNvSpPr>
            <a:spLocks noGrp="1"/>
          </p:cNvSpPr>
          <p:nvPr>
            <p:ph type="sldNum" sz="quarter" idx="5"/>
          </p:nvPr>
        </p:nvSpPr>
        <p:spPr/>
        <p:txBody>
          <a:bodyPr/>
          <a:lstStyle/>
          <a:p>
            <a:fld id="{CB90D89B-D770-F648-BD56-FFC69AC3D72B}" type="slidenum">
              <a:rPr lang="en-US" smtClean="0"/>
              <a:t>6</a:t>
            </a:fld>
            <a:endParaRPr lang="en-US" dirty="0"/>
          </a:p>
        </p:txBody>
      </p:sp>
    </p:spTree>
    <p:extLst>
      <p:ext uri="{BB962C8B-B14F-4D97-AF65-F5344CB8AC3E}">
        <p14:creationId xmlns:p14="http://schemas.microsoft.com/office/powerpoint/2010/main" val="35659264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Look at this short mission statement: "Beat Coke!". Do you have any guesses about what organization wrote this mission statement? This simple but powerful mission statement belonged to Pepsi during the days of the cola wars. Coke was Pepsi's biggest competitor, and their goal was to beat them. Everyone, internal and external to the organization knew what the company was aiming to do. Develop a wonderful, outstanding product, that was superior to Coca-cola, in only two words. Take a minute to compare this mission statement to your own organization's mission statement in terms of clarity and simplicity. </a:t>
            </a:r>
            <a:endParaRPr lang="en-US" dirty="0"/>
          </a:p>
        </p:txBody>
      </p:sp>
      <p:sp>
        <p:nvSpPr>
          <p:cNvPr id="4" name="Slide Number Placeholder 3"/>
          <p:cNvSpPr>
            <a:spLocks noGrp="1"/>
          </p:cNvSpPr>
          <p:nvPr>
            <p:ph type="sldNum" sz="quarter" idx="5"/>
          </p:nvPr>
        </p:nvSpPr>
        <p:spPr/>
        <p:txBody>
          <a:bodyPr/>
          <a:lstStyle/>
          <a:p>
            <a:fld id="{CB90D89B-D770-F648-BD56-FFC69AC3D72B}" type="slidenum">
              <a:rPr lang="en-US" smtClean="0"/>
              <a:t>7</a:t>
            </a:fld>
            <a:endParaRPr lang="en-US" dirty="0"/>
          </a:p>
        </p:txBody>
      </p:sp>
    </p:spTree>
    <p:extLst>
      <p:ext uri="{BB962C8B-B14F-4D97-AF65-F5344CB8AC3E}">
        <p14:creationId xmlns:p14="http://schemas.microsoft.com/office/powerpoint/2010/main" val="34959541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often stated that a mission statement should be short enough to fit on a t-shirt. Why do you think this might be? Well, if the people who work for an organization, can't REMEMBER the mission statement, or share it with others easily, then it really doesn't have any use. Because when someone asks you where you work and what you do, you should be able to explain, by sharing your mission statement.</a:t>
            </a:r>
          </a:p>
        </p:txBody>
      </p:sp>
      <p:sp>
        <p:nvSpPr>
          <p:cNvPr id="4" name="Slide Number Placeholder 3"/>
          <p:cNvSpPr>
            <a:spLocks noGrp="1"/>
          </p:cNvSpPr>
          <p:nvPr>
            <p:ph type="sldNum" sz="quarter" idx="5"/>
          </p:nvPr>
        </p:nvSpPr>
        <p:spPr/>
        <p:txBody>
          <a:bodyPr/>
          <a:lstStyle/>
          <a:p>
            <a:fld id="{CB90D89B-D770-F648-BD56-FFC69AC3D72B}" type="slidenum">
              <a:rPr lang="en-US" smtClean="0"/>
              <a:t>8</a:t>
            </a:fld>
            <a:endParaRPr lang="en-US" dirty="0"/>
          </a:p>
        </p:txBody>
      </p:sp>
    </p:spTree>
    <p:extLst>
      <p:ext uri="{BB962C8B-B14F-4D97-AF65-F5344CB8AC3E}">
        <p14:creationId xmlns:p14="http://schemas.microsoft.com/office/powerpoint/2010/main" val="38372042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Here we have a previously utilized mission statement for an organization called Springboard for the Arts. Take a minute and read it...you can even pause the video. What do you think of it? It has a lot of words, right? You can even get lost after the first line. It seems they wanted to throw in everything they could think of.  Now, read it one more time. Think about what it tells you, or perhaps what it doesn't tell you. If we aren't able to determine the company's most important outcome, then the statement doesn't have real value. </a:t>
            </a:r>
            <a:endParaRPr lang="en-US"/>
          </a:p>
          <a:p>
            <a:endParaRPr lang="en-US" dirty="0">
              <a:cs typeface="Calibri"/>
            </a:endParaRPr>
          </a:p>
          <a:p>
            <a:r>
              <a:rPr lang="en-US" dirty="0">
                <a:cs typeface="Calibri"/>
              </a:rPr>
              <a:t>Think about this, if you were working at Springboard for the Arts, how would you measure the outcomes or results? How would you know when you got where you needed to be. This mission would be much more powerful if it contained a few statements about the services offered to the artists. This is Springboard's primary purpose, so it should really stand out.  </a:t>
            </a:r>
            <a:endParaRPr lang="en-US" dirty="0"/>
          </a:p>
        </p:txBody>
      </p:sp>
      <p:sp>
        <p:nvSpPr>
          <p:cNvPr id="4" name="Slide Number Placeholder 3"/>
          <p:cNvSpPr>
            <a:spLocks noGrp="1"/>
          </p:cNvSpPr>
          <p:nvPr>
            <p:ph type="sldNum" sz="quarter" idx="5"/>
          </p:nvPr>
        </p:nvSpPr>
        <p:spPr/>
        <p:txBody>
          <a:bodyPr/>
          <a:lstStyle/>
          <a:p>
            <a:fld id="{CB90D89B-D770-F648-BD56-FFC69AC3D72B}" type="slidenum">
              <a:rPr lang="en-US" smtClean="0"/>
              <a:t>9</a:t>
            </a:fld>
            <a:endParaRPr lang="en-US" dirty="0"/>
          </a:p>
        </p:txBody>
      </p:sp>
    </p:spTree>
    <p:extLst>
      <p:ext uri="{BB962C8B-B14F-4D97-AF65-F5344CB8AC3E}">
        <p14:creationId xmlns:p14="http://schemas.microsoft.com/office/powerpoint/2010/main" val="21763554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To recap this discussion about mission statements. It really is simple. Mission statements should define your business and what you do. It should do this using simple language. It should lead to quantifiable objectives that you can measure and will tell you whether you have reached your goals. It's a rallying cry. It brings your staff together and supports the idea that you are all working toward the same overall objective, regardless of what role, department, program or building you might work in. It also helps the organization in future planning. What did we say you were going to do? Did we do it? What do we need to change? So, in this regard it is also important for decision making. </a:t>
            </a:r>
            <a:endParaRPr lang="en-US" dirty="0"/>
          </a:p>
          <a:p>
            <a:endParaRPr lang="en-US" dirty="0">
              <a:cs typeface="Calibri"/>
            </a:endParaRPr>
          </a:p>
          <a:p>
            <a:r>
              <a:rPr lang="en-US" dirty="0">
                <a:cs typeface="Calibri"/>
              </a:rPr>
              <a:t>Finally, a mission statement should be fluid. Meaning that as the organization changes, the mission may need to change as well. If, what we do, or who we service, or state or federal requirements or best practices for how we provide services changes, then we really need to make sure that the mission statement is aligned with that. </a:t>
            </a:r>
            <a:endParaRPr lang="en-US" dirty="0">
              <a:ea typeface="Calibri" panose="020F0502020204030204"/>
              <a:cs typeface="Calibri"/>
            </a:endParaRPr>
          </a:p>
          <a:p>
            <a:endParaRPr lang="en-US" dirty="0">
              <a:cs typeface="Calibri"/>
            </a:endParaRPr>
          </a:p>
          <a:p>
            <a:r>
              <a:rPr lang="en-US" dirty="0">
                <a:cs typeface="Calibri"/>
              </a:rPr>
              <a:t>Now take another look at your organization's current mission statement. </a:t>
            </a:r>
            <a:endParaRPr lang="en-US" dirty="0">
              <a:ea typeface="Calibri" panose="020F0502020204030204"/>
              <a:cs typeface="Calibri"/>
            </a:endParaRPr>
          </a:p>
          <a:p>
            <a:endParaRPr lang="en-US" dirty="0">
              <a:cs typeface="Calibri"/>
            </a:endParaRPr>
          </a:p>
          <a:p>
            <a:r>
              <a:rPr lang="en-US" dirty="0">
                <a:cs typeface="Calibri"/>
              </a:rPr>
              <a:t>Do you think it does a good job of addressing the points on the slide? If not, perhaps you can discuss this with your organization's leadership. </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CB90D89B-D770-F648-BD56-FFC69AC3D72B}" type="slidenum">
              <a:rPr lang="en-US" smtClean="0"/>
              <a:t>10</a:t>
            </a:fld>
            <a:endParaRPr lang="en-US" dirty="0"/>
          </a:p>
        </p:txBody>
      </p:sp>
    </p:spTree>
    <p:extLst>
      <p:ext uri="{BB962C8B-B14F-4D97-AF65-F5344CB8AC3E}">
        <p14:creationId xmlns:p14="http://schemas.microsoft.com/office/powerpoint/2010/main" val="7860306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Next, we're going to switch from talking about mission statements to vision statements. The author, Jonathon Swift said that "vision is the art of seeing what is invisible to others."   An organization's vision statement is different than the mission statement because it is in our imagination. It's not here right now. Instead, it's what we're trying to get to in the future. </a:t>
            </a:r>
          </a:p>
        </p:txBody>
      </p:sp>
      <p:sp>
        <p:nvSpPr>
          <p:cNvPr id="4" name="Slide Number Placeholder 3"/>
          <p:cNvSpPr>
            <a:spLocks noGrp="1"/>
          </p:cNvSpPr>
          <p:nvPr>
            <p:ph type="sldNum" sz="quarter" idx="5"/>
          </p:nvPr>
        </p:nvSpPr>
        <p:spPr/>
        <p:txBody>
          <a:bodyPr/>
          <a:lstStyle/>
          <a:p>
            <a:fld id="{CB90D89B-D770-F648-BD56-FFC69AC3D72B}" type="slidenum">
              <a:rPr lang="en-US" smtClean="0"/>
              <a:t>11</a:t>
            </a:fld>
            <a:endParaRPr lang="en-US" dirty="0"/>
          </a:p>
        </p:txBody>
      </p:sp>
    </p:spTree>
    <p:extLst>
      <p:ext uri="{BB962C8B-B14F-4D97-AF65-F5344CB8AC3E}">
        <p14:creationId xmlns:p14="http://schemas.microsoft.com/office/powerpoint/2010/main" val="3630257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Vision statements are not as specific as the mission.  Mission is the here and now, vision is what we want to see in the future. Like a mission however, the vision statement is a sentence, or maybe a few sentences, that describe this vision. They are the hopes and dreams of the organization, and the ambition of the organization. Your organization, like people, should always be thinking about what comes next. The vision should be clear. If the vision is unclear, if it is too flowery, if it doesn't seem relevant, then it needs to be looked at and have some work done on it. </a:t>
            </a:r>
          </a:p>
          <a:p>
            <a:endParaRPr lang="en-US" dirty="0">
              <a:cs typeface="Calibri"/>
            </a:endParaRPr>
          </a:p>
        </p:txBody>
      </p:sp>
      <p:sp>
        <p:nvSpPr>
          <p:cNvPr id="4" name="Slide Number Placeholder 3"/>
          <p:cNvSpPr>
            <a:spLocks noGrp="1"/>
          </p:cNvSpPr>
          <p:nvPr>
            <p:ph type="sldNum" sz="quarter" idx="5"/>
          </p:nvPr>
        </p:nvSpPr>
        <p:spPr/>
        <p:txBody>
          <a:bodyPr/>
          <a:lstStyle/>
          <a:p>
            <a:fld id="{CB90D89B-D770-F648-BD56-FFC69AC3D72B}" type="slidenum">
              <a:rPr lang="en-US" smtClean="0"/>
              <a:t>12</a:t>
            </a:fld>
            <a:endParaRPr lang="en-US" dirty="0"/>
          </a:p>
        </p:txBody>
      </p:sp>
    </p:spTree>
    <p:extLst>
      <p:ext uri="{BB962C8B-B14F-4D97-AF65-F5344CB8AC3E}">
        <p14:creationId xmlns:p14="http://schemas.microsoft.com/office/powerpoint/2010/main" val="4116630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Here is a great example of a strong vision statement. It was created by Disability Rights Washington, which is a protection and advocacy organization in the state of Washington. Their statement reads: "Disability Rights Washington envisions a society where all people are treated with equality, dignity and respect for their express choices. People have equal opportunities to participate in a society where abilities, rather than disabilities are recognized."  </a:t>
            </a:r>
            <a:endParaRPr lang="en-US" dirty="0"/>
          </a:p>
          <a:p>
            <a:endParaRPr lang="en-US" dirty="0">
              <a:cs typeface="Calibri"/>
            </a:endParaRPr>
          </a:p>
          <a:p>
            <a:r>
              <a:rPr lang="en-US" dirty="0">
                <a:cs typeface="Calibri"/>
              </a:rPr>
              <a:t>This is what we call an aspirational statement, or a hope or ambition. We may not be there now, but we certainly are working toward this outcome. </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CB90D89B-D770-F648-BD56-FFC69AC3D72B}" type="slidenum">
              <a:rPr lang="en-US" smtClean="0"/>
              <a:t>13</a:t>
            </a:fld>
            <a:endParaRPr lang="en-US" dirty="0"/>
          </a:p>
        </p:txBody>
      </p:sp>
    </p:spTree>
    <p:extLst>
      <p:ext uri="{BB962C8B-B14F-4D97-AF65-F5344CB8AC3E}">
        <p14:creationId xmlns:p14="http://schemas.microsoft.com/office/powerpoint/2010/main" val="34940729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The last vision statement we are going to share with you is from the Arc of Macomb County. It is a very short vision statement, but it is very powerful. So we know what the Arc of Macomb County is striving to be. They are not there yet, but they aspire to be a center of excellence. </a:t>
            </a:r>
            <a:endParaRPr lang="en-US" dirty="0"/>
          </a:p>
          <a:p>
            <a:endParaRPr lang="en-US" dirty="0">
              <a:cs typeface="Calibri"/>
            </a:endParaRPr>
          </a:p>
          <a:p>
            <a:r>
              <a:rPr lang="en-US" dirty="0">
                <a:cs typeface="Calibri"/>
              </a:rPr>
              <a:t>So, thinking back to your own organization's vision statement, how does it compare to the examples we've just looked at? </a:t>
            </a:r>
          </a:p>
          <a:p>
            <a:endParaRPr lang="en-US" dirty="0">
              <a:cs typeface="Calibri"/>
            </a:endParaRPr>
          </a:p>
          <a:p>
            <a:r>
              <a:rPr lang="en-US" dirty="0">
                <a:cs typeface="Calibri"/>
              </a:rPr>
              <a:t>Does your vision statement excite you? Do you want to be part of working toward this vision on behalf of your organization? Do you want to get there, and do you want to work alongside the people you support, the key leadership, the board of directors, and others touched by your organization? </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CB90D89B-D770-F648-BD56-FFC69AC3D72B}" type="slidenum">
              <a:rPr lang="en-US" smtClean="0"/>
              <a:t>14</a:t>
            </a:fld>
            <a:endParaRPr lang="en-US" dirty="0"/>
          </a:p>
        </p:txBody>
      </p:sp>
    </p:spTree>
    <p:extLst>
      <p:ext uri="{BB962C8B-B14F-4D97-AF65-F5344CB8AC3E}">
        <p14:creationId xmlns:p14="http://schemas.microsoft.com/office/powerpoint/2010/main" val="6901129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The last of the three components of mission and vision are the values. Simply put, values are the things that are important to us. Now, all of us have personal values. We also have professional values, which might differ. Organizations have values too. The "Organizational Values" are the things that your organization stands for.  Think about the heart of the organization. Your stakeholders are going to want to know about your organization's values because they really do help shape your organization's overall culture. We will now go through some examples </a:t>
            </a:r>
          </a:p>
        </p:txBody>
      </p:sp>
      <p:sp>
        <p:nvSpPr>
          <p:cNvPr id="4" name="Slide Number Placeholder 3"/>
          <p:cNvSpPr>
            <a:spLocks noGrp="1"/>
          </p:cNvSpPr>
          <p:nvPr>
            <p:ph type="sldNum" sz="quarter" idx="5"/>
          </p:nvPr>
        </p:nvSpPr>
        <p:spPr/>
        <p:txBody>
          <a:bodyPr/>
          <a:lstStyle/>
          <a:p>
            <a:fld id="{CB90D89B-D770-F648-BD56-FFC69AC3D72B}" type="slidenum">
              <a:rPr lang="en-US" smtClean="0"/>
              <a:t>15</a:t>
            </a:fld>
            <a:endParaRPr lang="en-US" dirty="0"/>
          </a:p>
        </p:txBody>
      </p:sp>
    </p:spTree>
    <p:extLst>
      <p:ext uri="{BB962C8B-B14F-4D97-AF65-F5344CB8AC3E}">
        <p14:creationId xmlns:p14="http://schemas.microsoft.com/office/powerpoint/2010/main" val="34350861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Here is a soda company again, but this time Coke. At one time, they held these three important values that they communicated to those inside and outside of the organization. They included: integrity, quality and passion. These values are clear and precise. Even though your organization is very different from a soda company, it's possible that it does share some of these same values. Again, if you have not yet researched your organization's values, feel free to pause here and seek them out. </a:t>
            </a:r>
          </a:p>
        </p:txBody>
      </p:sp>
      <p:sp>
        <p:nvSpPr>
          <p:cNvPr id="4" name="Slide Number Placeholder 3"/>
          <p:cNvSpPr>
            <a:spLocks noGrp="1"/>
          </p:cNvSpPr>
          <p:nvPr>
            <p:ph type="sldNum" sz="quarter" idx="5"/>
          </p:nvPr>
        </p:nvSpPr>
        <p:spPr/>
        <p:txBody>
          <a:bodyPr/>
          <a:lstStyle/>
          <a:p>
            <a:fld id="{CB90D89B-D770-F648-BD56-FFC69AC3D72B}" type="slidenum">
              <a:rPr lang="en-US" smtClean="0"/>
              <a:t>16</a:t>
            </a:fld>
            <a:endParaRPr lang="en-US" dirty="0"/>
          </a:p>
        </p:txBody>
      </p:sp>
    </p:spTree>
    <p:extLst>
      <p:ext uri="{BB962C8B-B14F-4D97-AF65-F5344CB8AC3E}">
        <p14:creationId xmlns:p14="http://schemas.microsoft.com/office/powerpoint/2010/main" val="9791109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Next, </a:t>
            </a:r>
            <a:r>
              <a:rPr lang="en-US" i="1" dirty="0">
                <a:cs typeface="Calibri"/>
              </a:rPr>
              <a:t>Perspectives</a:t>
            </a:r>
            <a:r>
              <a:rPr lang="en-US" dirty="0">
                <a:cs typeface="Calibri"/>
              </a:rPr>
              <a:t> is a disability service provider organization in Rhode Island, and they are focused on supporting people to gain competitive integrated employment. </a:t>
            </a:r>
            <a:endParaRPr lang="en-US" dirty="0"/>
          </a:p>
          <a:p>
            <a:r>
              <a:rPr lang="en-US" dirty="0">
                <a:cs typeface="Calibri"/>
              </a:rPr>
              <a:t> Often if people with disabilities and their families are seeking supports from a provider agency, they really want to see and know what the organizations values are, what they believe because they will most likely want to ensure that the organization's values align with their own values. </a:t>
            </a:r>
            <a:endParaRPr lang="en-US" dirty="0">
              <a:ea typeface="Calibri"/>
              <a:cs typeface="Calibri"/>
            </a:endParaRPr>
          </a:p>
          <a:p>
            <a:r>
              <a:rPr lang="en-US" i="1" dirty="0">
                <a:cs typeface="Calibri"/>
              </a:rPr>
              <a:t>Perspectives, </a:t>
            </a:r>
            <a:r>
              <a:rPr lang="en-US" dirty="0">
                <a:cs typeface="Calibri"/>
              </a:rPr>
              <a:t>as an organization, values ethical conduct, health and wellness, quality, independence and vision. But they took it a step further, by defining a bit more what these mean in parenthesis. This is a good idea, because this helps potential customers and donors really understand what matters most to this organization, and how you might see these values played out in real life. </a:t>
            </a:r>
            <a:endParaRPr lang="en-US">
              <a:ea typeface="Calibri"/>
              <a:cs typeface="Calibri"/>
            </a:endParaRPr>
          </a:p>
        </p:txBody>
      </p:sp>
      <p:sp>
        <p:nvSpPr>
          <p:cNvPr id="4" name="Slide Number Placeholder 3"/>
          <p:cNvSpPr>
            <a:spLocks noGrp="1"/>
          </p:cNvSpPr>
          <p:nvPr>
            <p:ph type="sldNum" sz="quarter" idx="5"/>
          </p:nvPr>
        </p:nvSpPr>
        <p:spPr/>
        <p:txBody>
          <a:bodyPr/>
          <a:lstStyle/>
          <a:p>
            <a:fld id="{CB90D89B-D770-F648-BD56-FFC69AC3D72B}" type="slidenum">
              <a:rPr lang="en-US" smtClean="0"/>
              <a:t>17</a:t>
            </a:fld>
            <a:endParaRPr lang="en-US" dirty="0"/>
          </a:p>
        </p:txBody>
      </p:sp>
    </p:spTree>
    <p:extLst>
      <p:ext uri="{BB962C8B-B14F-4D97-AF65-F5344CB8AC3E}">
        <p14:creationId xmlns:p14="http://schemas.microsoft.com/office/powerpoint/2010/main" val="7004464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Warren Bennis, a well respected author of books about Leadership said, "leadership is the capacity to translate vision into reality". As you read his words, consider your responsibility as a leader or middle manager in your organization, for ensuring that your mission, vision and values are not only statements published on a webpage, but are also ACTIONS you take. You have been selected to participate in this course, because your organization considers you a leader.  Remember, leadership does not only have to do with a title that someone has. Instead, it is all about what you do. As a leader, take responsibility for having the conversation about your mission, vision and values</a:t>
            </a:r>
            <a:r>
              <a:rPr lang="en-US" b="1" i="1" dirty="0">
                <a:cs typeface="Calibri"/>
              </a:rPr>
              <a:t>. </a:t>
            </a:r>
            <a:r>
              <a:rPr lang="en-US" dirty="0">
                <a:cs typeface="Calibri"/>
              </a:rPr>
              <a:t>In the last module we talked about organizational transformation, and that, an essential component of transformation is being clear on what your mission and goals really are. As you move toward your goals, challenges will arise. Referring back to your mission, vision and values will provide a reminder to you and your stakeholders about the WHY, and help everyone stay on the same path toward achieving the organization's goals. </a:t>
            </a:r>
          </a:p>
        </p:txBody>
      </p:sp>
      <p:sp>
        <p:nvSpPr>
          <p:cNvPr id="4" name="Slide Number Placeholder 3"/>
          <p:cNvSpPr>
            <a:spLocks noGrp="1"/>
          </p:cNvSpPr>
          <p:nvPr>
            <p:ph type="sldNum" sz="quarter" idx="5"/>
          </p:nvPr>
        </p:nvSpPr>
        <p:spPr/>
        <p:txBody>
          <a:bodyPr/>
          <a:lstStyle/>
          <a:p>
            <a:fld id="{CB90D89B-D770-F648-BD56-FFC69AC3D72B}" type="slidenum">
              <a:rPr lang="en-US" smtClean="0"/>
              <a:t>18</a:t>
            </a:fld>
            <a:endParaRPr lang="en-US" dirty="0"/>
          </a:p>
        </p:txBody>
      </p:sp>
    </p:spTree>
    <p:extLst>
      <p:ext uri="{BB962C8B-B14F-4D97-AF65-F5344CB8AC3E}">
        <p14:creationId xmlns:p14="http://schemas.microsoft.com/office/powerpoint/2010/main" val="7534686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To wrap up this lesson, when we talk about alignment in the context of mission, vision, and values, we are really asking about whether the ACTIONS of your organization match up with what you say is important.</a:t>
            </a:r>
          </a:p>
          <a:p>
            <a:endParaRPr lang="en-US" dirty="0">
              <a:ea typeface="Calibri"/>
              <a:cs typeface="Calibri"/>
            </a:endParaRPr>
          </a:p>
          <a:p>
            <a:r>
              <a:rPr lang="en-US">
                <a:ea typeface="Calibri"/>
                <a:cs typeface="Calibri"/>
              </a:rPr>
              <a:t>For example, if one of the values of your organization is competitive integrated employment for people of working age, but most people you support are not working, or are working in center-based or sheltered work...and there's no plan in place to change that, then that may be a sign that the values and actions are not yet in alignment. We'll continue talking more about this in the second video in this module called "Resource Allocation", which you should watch next. </a:t>
            </a:r>
          </a:p>
        </p:txBody>
      </p:sp>
      <p:sp>
        <p:nvSpPr>
          <p:cNvPr id="4" name="Slide Number Placeholder 3"/>
          <p:cNvSpPr>
            <a:spLocks noGrp="1"/>
          </p:cNvSpPr>
          <p:nvPr>
            <p:ph type="sldNum" sz="quarter" idx="5"/>
          </p:nvPr>
        </p:nvSpPr>
        <p:spPr/>
        <p:txBody>
          <a:bodyPr/>
          <a:lstStyle/>
          <a:p>
            <a:fld id="{CB90D89B-D770-F648-BD56-FFC69AC3D72B}" type="slidenum">
              <a:rPr lang="en-US" smtClean="0"/>
              <a:t>19</a:t>
            </a:fld>
            <a:endParaRPr lang="en-US" dirty="0"/>
          </a:p>
        </p:txBody>
      </p:sp>
    </p:spTree>
    <p:extLst>
      <p:ext uri="{BB962C8B-B14F-4D97-AF65-F5344CB8AC3E}">
        <p14:creationId xmlns:p14="http://schemas.microsoft.com/office/powerpoint/2010/main" val="34458549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87846398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41089088"/>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0922777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6099218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12/3/2024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5766671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12/3/2024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148123181"/>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12/3/2024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821042159"/>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99389821"/>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7375665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28168466"/>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0427446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00658-B96A-7088-4A6D-537F124CB1A4}"/>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362EE610-84C6-CCAE-C925-C94239266DD5}"/>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E1ED60D-3ACD-CF89-E786-6A4BA188175F}"/>
              </a:ext>
            </a:extLst>
          </p:cNvPr>
          <p:cNvSpPr>
            <a:spLocks noGrp="1"/>
          </p:cNvSpPr>
          <p:nvPr>
            <p:ph type="dt" sz="half" idx="10"/>
          </p:nvPr>
        </p:nvSpPr>
        <p:spPr/>
        <p:txBody>
          <a:bodyPr/>
          <a:lstStyle/>
          <a:p>
            <a:fld id="{53BEF823-48A5-43FC-BE03-E79964288B41}" type="datetimeFigureOut">
              <a:rPr lang="en-US" smtClean="0"/>
              <a:t>12/3/2024</a:t>
            </a:fld>
            <a:endParaRPr lang="en-US"/>
          </a:p>
        </p:txBody>
      </p:sp>
      <p:sp>
        <p:nvSpPr>
          <p:cNvPr id="5" name="Footer Placeholder 4">
            <a:extLst>
              <a:ext uri="{FF2B5EF4-FFF2-40B4-BE49-F238E27FC236}">
                <a16:creationId xmlns:a16="http://schemas.microsoft.com/office/drawing/2014/main" id="{D4C710E1-3A2A-1FF5-7180-1802376A19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579565-1BAB-D7E3-5E2D-B5CCE9A92CAF}"/>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2794892396"/>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878463989"/>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41089088"/>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4500"/>
            </a:lvl1pPr>
          </a:lstStyle>
          <a:p>
            <a:r>
              <a:rPr lang="en-US" dirty="0"/>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09227778"/>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609921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12/3/2024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57666717"/>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12/3/2024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148123181"/>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12/3/2024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821042159"/>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dirty="0"/>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99389821"/>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dirty="0"/>
              <a:t>Click to edit Master title style</a:t>
            </a:r>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73756650"/>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28168466"/>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04274463"/>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12/3/2024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3512586647"/>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73E6E2-814E-ABE6-4B63-10E62E1FCC49}"/>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3DB0110-EC94-E9BB-052B-154F5EEFDF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923AA3-BB6A-992D-9F97-EE5662521F32}"/>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lgn="r"/>
            <a:fld id="{53BEF823-48A5-43FC-BE03-E79964288B41}" type="datetimeFigureOut">
              <a:rPr lang="en-US" smtClean="0"/>
              <a:pPr algn="r"/>
              <a:t>12/3/2024</a:t>
            </a:fld>
            <a:endParaRPr lang="en-US"/>
          </a:p>
        </p:txBody>
      </p:sp>
      <p:sp>
        <p:nvSpPr>
          <p:cNvPr id="5" name="Footer Placeholder 4">
            <a:extLst>
              <a:ext uri="{FF2B5EF4-FFF2-40B4-BE49-F238E27FC236}">
                <a16:creationId xmlns:a16="http://schemas.microsoft.com/office/drawing/2014/main" id="{2E245206-A20E-8D94-D302-969AEDA3E086}"/>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lgn="l"/>
            <a:endParaRPr lang="en-US"/>
          </a:p>
        </p:txBody>
      </p:sp>
      <p:sp>
        <p:nvSpPr>
          <p:cNvPr id="6" name="Slide Number Placeholder 5">
            <a:extLst>
              <a:ext uri="{FF2B5EF4-FFF2-40B4-BE49-F238E27FC236}">
                <a16:creationId xmlns:a16="http://schemas.microsoft.com/office/drawing/2014/main" id="{E3F5569B-6CD4-EAAB-FEB2-C0675AA21E22}"/>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1586178640"/>
      </p:ext>
    </p:extLst>
  </p:cSld>
  <p:clrMap bg1="lt1" tx1="dk1" bg2="lt2" tx2="dk2" accent1="accent1" accent2="accent2" accent3="accent3" accent4="accent4" accent5="accent5" accent6="accent6" hlink="hlink" folHlink="folHlink"/>
  <p:sldLayoutIdLst>
    <p:sldLayoutId id="2147483727" r:id="rId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12/3/2024</a:t>
            </a:fld>
            <a:endParaRPr 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3512586647"/>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tiff"/><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hyperlink" Target="https://creativecommons.org/licenses/by-nd/3.0/" TargetMode="External"/><Relationship Id="rId4" Type="http://schemas.openxmlformats.org/officeDocument/2006/relationships/hyperlink" Target="https://singularityhub.com/2018/01/25/technology-can-and-should-be-designed-for-emotional-wellness/"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4" name="Picture 13" descr="A picture containing text, clipart&#10;&#10;Description automatically generated">
            <a:extLst>
              <a:ext uri="{FF2B5EF4-FFF2-40B4-BE49-F238E27FC236}">
                <a16:creationId xmlns:a16="http://schemas.microsoft.com/office/drawing/2014/main" id="{0BEAE521-28B7-4353-B61E-A1559F5BD3BE}"/>
              </a:ext>
            </a:extLst>
          </p:cNvPr>
          <p:cNvPicPr>
            <a:picLocks noChangeAspect="1"/>
          </p:cNvPicPr>
          <p:nvPr/>
        </p:nvPicPr>
        <p:blipFill>
          <a:blip r:embed="rId3"/>
          <a:stretch>
            <a:fillRect/>
          </a:stretch>
        </p:blipFill>
        <p:spPr>
          <a:xfrm>
            <a:off x="2665122" y="1750310"/>
            <a:ext cx="1362456" cy="1371600"/>
          </a:xfrm>
          <a:prstGeom prst="rect">
            <a:avLst/>
          </a:prstGeom>
        </p:spPr>
      </p:pic>
      <p:pic>
        <p:nvPicPr>
          <p:cNvPr id="5" name="Picture 5" descr="Minnesota Department of Human Services logo">
            <a:extLst>
              <a:ext uri="{FF2B5EF4-FFF2-40B4-BE49-F238E27FC236}">
                <a16:creationId xmlns:a16="http://schemas.microsoft.com/office/drawing/2014/main" id="{3EAC268F-4614-B218-75D1-410B5B6BD49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4319422" y="2138216"/>
            <a:ext cx="1714500" cy="595788"/>
          </a:xfrm>
          <a:prstGeom prst="rect">
            <a:avLst/>
          </a:prstGeom>
        </p:spPr>
      </p:pic>
      <p:pic>
        <p:nvPicPr>
          <p:cNvPr id="6" name="Picture 5" descr="Logo&#10;&#10;Description automatically generated with medium confidence">
            <a:extLst>
              <a:ext uri="{FF2B5EF4-FFF2-40B4-BE49-F238E27FC236}">
                <a16:creationId xmlns:a16="http://schemas.microsoft.com/office/drawing/2014/main" id="{FCBFE005-1875-6551-29CE-01CA89758715}"/>
              </a:ext>
            </a:extLst>
          </p:cNvPr>
          <p:cNvPicPr>
            <a:picLocks noChangeAspect="1"/>
          </p:cNvPicPr>
          <p:nvPr/>
        </p:nvPicPr>
        <p:blipFill>
          <a:blip r:embed="rId5"/>
          <a:stretch>
            <a:fillRect/>
          </a:stretch>
        </p:blipFill>
        <p:spPr>
          <a:xfrm>
            <a:off x="6151621" y="2012006"/>
            <a:ext cx="1712631" cy="848211"/>
          </a:xfrm>
          <a:prstGeom prst="rect">
            <a:avLst/>
          </a:prstGeom>
        </p:spPr>
      </p:pic>
      <p:pic>
        <p:nvPicPr>
          <p:cNvPr id="10" name="Picture 9">
            <a:extLst>
              <a:ext uri="{FF2B5EF4-FFF2-40B4-BE49-F238E27FC236}">
                <a16:creationId xmlns:a16="http://schemas.microsoft.com/office/drawing/2014/main" id="{1E768905-32A0-0442-9557-51E2003FDCBF}"/>
              </a:ext>
            </a:extLst>
          </p:cNvPr>
          <p:cNvPicPr>
            <a:picLocks noChangeAspect="1"/>
          </p:cNvPicPr>
          <p:nvPr/>
        </p:nvPicPr>
        <p:blipFill>
          <a:blip r:embed="rId6"/>
          <a:stretch>
            <a:fillRect/>
          </a:stretch>
        </p:blipFill>
        <p:spPr>
          <a:xfrm>
            <a:off x="7981950" y="2301093"/>
            <a:ext cx="1714500" cy="270034"/>
          </a:xfrm>
          <a:prstGeom prst="rect">
            <a:avLst/>
          </a:prstGeom>
        </p:spPr>
      </p:pic>
      <p:sp>
        <p:nvSpPr>
          <p:cNvPr id="21" name="Right Triangle 20">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56540" y="3359150"/>
            <a:ext cx="2468880" cy="24003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 name="Rectangle 22">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05331" y="1324706"/>
            <a:ext cx="8178790" cy="420591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2D7F20BA-65E9-3743-9AB6-8CB917AE8DA2}"/>
              </a:ext>
            </a:extLst>
          </p:cNvPr>
          <p:cNvSpPr>
            <a:spLocks noGrp="1"/>
          </p:cNvSpPr>
          <p:nvPr>
            <p:ph type="ctrTitle"/>
          </p:nvPr>
        </p:nvSpPr>
        <p:spPr>
          <a:xfrm>
            <a:off x="2348103" y="3280049"/>
            <a:ext cx="6296538" cy="1441075"/>
          </a:xfrm>
        </p:spPr>
        <p:txBody>
          <a:bodyPr anchor="b">
            <a:normAutofit fontScale="90000"/>
          </a:bodyPr>
          <a:lstStyle/>
          <a:p>
            <a:pPr algn="l"/>
            <a:r>
              <a:rPr lang="en-US" sz="3300"/>
              <a:t>Minnesota Transformation Initiative</a:t>
            </a:r>
            <a:br>
              <a:rPr lang="en-US" sz="3300"/>
            </a:br>
            <a:r>
              <a:rPr lang="en-US" sz="3300"/>
              <a:t>Leadership and Management Training  </a:t>
            </a:r>
            <a:br>
              <a:rPr lang="en-US" sz="3300"/>
            </a:br>
            <a:endParaRPr lang="en-US" sz="3300" i="1"/>
          </a:p>
        </p:txBody>
      </p:sp>
      <p:sp>
        <p:nvSpPr>
          <p:cNvPr id="16" name="TextBox 15">
            <a:extLst>
              <a:ext uri="{FF2B5EF4-FFF2-40B4-BE49-F238E27FC236}">
                <a16:creationId xmlns:a16="http://schemas.microsoft.com/office/drawing/2014/main" id="{F4ACC47B-5EC5-BA94-A1A5-CC93E48B07E9}"/>
              </a:ext>
            </a:extLst>
          </p:cNvPr>
          <p:cNvSpPr txBox="1"/>
          <p:nvPr/>
        </p:nvSpPr>
        <p:spPr>
          <a:xfrm>
            <a:off x="2076170" y="4559271"/>
            <a:ext cx="7903206" cy="1054135"/>
          </a:xfrm>
          <a:prstGeom prst="rect">
            <a:avLst/>
          </a:prstGeom>
          <a:noFill/>
        </p:spPr>
        <p:txBody>
          <a:bodyPr wrap="square" lIns="68580" tIns="34290" rIns="68580" bIns="34290" rtlCol="0" anchor="t">
            <a:spAutoFit/>
          </a:bodyPr>
          <a:lstStyle/>
          <a:p>
            <a:r>
              <a:rPr lang="en-US" sz="3200" b="1" i="1" dirty="0"/>
              <a:t>Module #4 (part I): Mission, Vision and Values</a:t>
            </a:r>
            <a:r>
              <a:rPr lang="en-US" sz="2400" b="1" i="1" dirty="0"/>
              <a:t> </a:t>
            </a:r>
            <a:endParaRPr lang="en-US" sz="2400" dirty="0"/>
          </a:p>
        </p:txBody>
      </p:sp>
      <p:sp>
        <p:nvSpPr>
          <p:cNvPr id="4" name="Slide Number Placeholder 3">
            <a:extLst>
              <a:ext uri="{FF2B5EF4-FFF2-40B4-BE49-F238E27FC236}">
                <a16:creationId xmlns:a16="http://schemas.microsoft.com/office/drawing/2014/main" id="{5B5CDAF2-98E1-9F51-79C0-E53AC006F5B0}"/>
              </a:ext>
            </a:extLst>
          </p:cNvPr>
          <p:cNvSpPr>
            <a:spLocks noGrp="1"/>
          </p:cNvSpPr>
          <p:nvPr>
            <p:ph type="sldNum" sz="quarter" idx="12"/>
          </p:nvPr>
        </p:nvSpPr>
        <p:spPr/>
        <p:txBody>
          <a:bodyPr/>
          <a:lstStyle/>
          <a:p>
            <a:fld id="{D79E6812-DF0E-4B88-AFAA-EAC7168F54C0}" type="slidenum">
              <a:rPr lang="en-US" smtClean="0"/>
              <a:pPr algn="ctr"/>
              <a:t>1</a:t>
            </a:fld>
            <a:endParaRPr lang="en-US"/>
          </a:p>
        </p:txBody>
      </p:sp>
    </p:spTree>
    <p:extLst>
      <p:ext uri="{BB962C8B-B14F-4D97-AF65-F5344CB8AC3E}">
        <p14:creationId xmlns:p14="http://schemas.microsoft.com/office/powerpoint/2010/main" val="769136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CA06CD6-90CA-4C45-856C-6771339E1E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0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18CE20-F345-97AD-75B7-D1BC5FD96211}"/>
              </a:ext>
            </a:extLst>
          </p:cNvPr>
          <p:cNvSpPr>
            <a:spLocks noGrp="1"/>
          </p:cNvSpPr>
          <p:nvPr>
            <p:ph type="title"/>
          </p:nvPr>
        </p:nvSpPr>
        <p:spPr>
          <a:xfrm>
            <a:off x="838200" y="963507"/>
            <a:ext cx="3494362" cy="4930986"/>
          </a:xfrm>
        </p:spPr>
        <p:txBody>
          <a:bodyPr>
            <a:normAutofit/>
          </a:bodyPr>
          <a:lstStyle/>
          <a:p>
            <a:pPr algn="r"/>
            <a:r>
              <a:rPr lang="en-US">
                <a:solidFill>
                  <a:schemeClr val="accent1"/>
                </a:solidFill>
                <a:cs typeface="Calibri Light"/>
              </a:rPr>
              <a:t>Learning objectives</a:t>
            </a:r>
          </a:p>
        </p:txBody>
      </p:sp>
      <p:cxnSp>
        <p:nvCxnSpPr>
          <p:cNvPr id="11" name="Straight Connector 10">
            <a:extLst>
              <a:ext uri="{FF2B5EF4-FFF2-40B4-BE49-F238E27FC236}">
                <a16:creationId xmlns:a16="http://schemas.microsoft.com/office/drawing/2014/main" id="{5021601D-2758-4B15-A31C-FDA184C51B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73D3C19-312E-5F64-DC84-DACBD1258532}"/>
              </a:ext>
            </a:extLst>
          </p:cNvPr>
          <p:cNvSpPr>
            <a:spLocks noGrp="1"/>
          </p:cNvSpPr>
          <p:nvPr>
            <p:ph sz="half" idx="1"/>
          </p:nvPr>
        </p:nvSpPr>
        <p:spPr>
          <a:xfrm>
            <a:off x="4881164" y="2218656"/>
            <a:ext cx="6250940" cy="2304627"/>
          </a:xfrm>
        </p:spPr>
        <p:txBody>
          <a:bodyPr anchor="b">
            <a:normAutofit/>
          </a:bodyPr>
          <a:lstStyle/>
          <a:p>
            <a:pPr marL="0" indent="0">
              <a:buNone/>
            </a:pPr>
            <a:r>
              <a:rPr lang="en-US" sz="3600" dirty="0">
                <a:cs typeface="Calibri"/>
              </a:rPr>
              <a:t>Describe the importance of clarifying the Mission, Vision, and Values for your organization</a:t>
            </a:r>
          </a:p>
        </p:txBody>
      </p:sp>
      <p:pic>
        <p:nvPicPr>
          <p:cNvPr id="4" name="Picture 3" descr="Logo&#10;&#10;Description automatically generated with medium confidence">
            <a:extLst>
              <a:ext uri="{FF2B5EF4-FFF2-40B4-BE49-F238E27FC236}">
                <a16:creationId xmlns:a16="http://schemas.microsoft.com/office/drawing/2014/main" id="{9FF6D7AB-44C9-360E-43BB-76CAFEC0B7F8}"/>
              </a:ext>
            </a:extLst>
          </p:cNvPr>
          <p:cNvPicPr>
            <a:picLocks noChangeAspect="1"/>
          </p:cNvPicPr>
          <p:nvPr/>
        </p:nvPicPr>
        <p:blipFill>
          <a:blip r:embed="rId3"/>
          <a:stretch>
            <a:fillRect/>
          </a:stretch>
        </p:blipFill>
        <p:spPr>
          <a:xfrm>
            <a:off x="11025685" y="6161111"/>
            <a:ext cx="990600" cy="495300"/>
          </a:xfrm>
          <a:prstGeom prst="rect">
            <a:avLst/>
          </a:prstGeom>
        </p:spPr>
      </p:pic>
      <p:sp>
        <p:nvSpPr>
          <p:cNvPr id="5" name="Slide Number Placeholder 4">
            <a:extLst>
              <a:ext uri="{FF2B5EF4-FFF2-40B4-BE49-F238E27FC236}">
                <a16:creationId xmlns:a16="http://schemas.microsoft.com/office/drawing/2014/main" id="{214BF1AD-4E80-815E-10B7-3FBE0F7B92E9}"/>
              </a:ext>
            </a:extLst>
          </p:cNvPr>
          <p:cNvSpPr>
            <a:spLocks noGrp="1"/>
          </p:cNvSpPr>
          <p:nvPr>
            <p:ph type="sldNum" sz="quarter" idx="12"/>
          </p:nvPr>
        </p:nvSpPr>
        <p:spPr/>
        <p:txBody>
          <a:bodyPr/>
          <a:lstStyle/>
          <a:p>
            <a:fld id="{48F63A3B-78C7-47BE-AE5E-E10140E04643}" type="slidenum">
              <a:rPr lang="en-US" dirty="0"/>
              <a:t>2</a:t>
            </a:fld>
            <a:endParaRPr lang="en-US"/>
          </a:p>
        </p:txBody>
      </p:sp>
    </p:spTree>
    <p:extLst>
      <p:ext uri="{BB962C8B-B14F-4D97-AF65-F5344CB8AC3E}">
        <p14:creationId xmlns:p14="http://schemas.microsoft.com/office/powerpoint/2010/main" val="234261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963458-E828-8B25-61AA-BAC1F3EDB61F}"/>
              </a:ext>
            </a:extLst>
          </p:cNvPr>
          <p:cNvSpPr>
            <a:spLocks noGrp="1"/>
          </p:cNvSpPr>
          <p:nvPr>
            <p:ph type="title"/>
          </p:nvPr>
        </p:nvSpPr>
        <p:spPr>
          <a:xfrm>
            <a:off x="795528" y="386930"/>
            <a:ext cx="10141799" cy="1300554"/>
          </a:xfrm>
        </p:spPr>
        <p:txBody>
          <a:bodyPr anchor="b">
            <a:normAutofit/>
          </a:bodyPr>
          <a:lstStyle/>
          <a:p>
            <a:r>
              <a:rPr lang="en-US" sz="4800">
                <a:cs typeface="Calibri Light"/>
              </a:rPr>
              <a:t>Mission, Vision and Values</a:t>
            </a:r>
            <a:endParaRPr lang="en-US" sz="4800"/>
          </a:p>
        </p:txBody>
      </p:sp>
      <p:sp>
        <p:nvSpPr>
          <p:cNvPr id="12" name="Rectangle 11">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Target">
            <a:extLst>
              <a:ext uri="{FF2B5EF4-FFF2-40B4-BE49-F238E27FC236}">
                <a16:creationId xmlns:a16="http://schemas.microsoft.com/office/drawing/2014/main" id="{04D0E58B-13F4-9F92-C460-A9B4425AD8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53311" y="2524715"/>
            <a:ext cx="3714244" cy="3714244"/>
          </a:xfrm>
          <a:prstGeom prst="rect">
            <a:avLst/>
          </a:prstGeom>
        </p:spPr>
      </p:pic>
      <p:sp>
        <p:nvSpPr>
          <p:cNvPr id="3" name="Content Placeholder 2">
            <a:extLst>
              <a:ext uri="{FF2B5EF4-FFF2-40B4-BE49-F238E27FC236}">
                <a16:creationId xmlns:a16="http://schemas.microsoft.com/office/drawing/2014/main" id="{73961AA8-8A0B-7F50-1538-FC451EA6C731}"/>
              </a:ext>
            </a:extLst>
          </p:cNvPr>
          <p:cNvSpPr>
            <a:spLocks noGrp="1"/>
          </p:cNvSpPr>
          <p:nvPr>
            <p:ph idx="1"/>
          </p:nvPr>
        </p:nvSpPr>
        <p:spPr>
          <a:xfrm>
            <a:off x="6406429" y="2599509"/>
            <a:ext cx="4530898" cy="3639450"/>
          </a:xfrm>
        </p:spPr>
        <p:txBody>
          <a:bodyPr vert="horz" lIns="91440" tIns="45720" rIns="91440" bIns="45720" rtlCol="0" anchor="ctr">
            <a:normAutofit/>
          </a:bodyPr>
          <a:lstStyle/>
          <a:p>
            <a:pPr marL="0" indent="0">
              <a:buNone/>
            </a:pPr>
            <a:r>
              <a:rPr lang="en-US" dirty="0">
                <a:cs typeface="Calibri"/>
              </a:rPr>
              <a:t>Communicate:</a:t>
            </a:r>
          </a:p>
          <a:p>
            <a:r>
              <a:rPr lang="en-US" dirty="0">
                <a:cs typeface="Calibri"/>
              </a:rPr>
              <a:t>who you are, </a:t>
            </a:r>
          </a:p>
          <a:p>
            <a:r>
              <a:rPr lang="en-US" dirty="0">
                <a:cs typeface="Calibri"/>
              </a:rPr>
              <a:t>what you do, and </a:t>
            </a:r>
          </a:p>
          <a:p>
            <a:r>
              <a:rPr lang="en-US" dirty="0">
                <a:cs typeface="Calibri"/>
              </a:rPr>
              <a:t>why you do it </a:t>
            </a:r>
          </a:p>
          <a:p>
            <a:r>
              <a:rPr lang="en-US" dirty="0">
                <a:cs typeface="Calibri"/>
              </a:rPr>
              <a:t>where you want to go</a:t>
            </a:r>
          </a:p>
          <a:p>
            <a:endParaRPr lang="en-US" sz="2000">
              <a:cs typeface="Calibri"/>
            </a:endParaRPr>
          </a:p>
        </p:txBody>
      </p:sp>
      <p:sp>
        <p:nvSpPr>
          <p:cNvPr id="16" name="Rectangle 15">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Logo&#10;&#10;Description automatically generated with medium confidence">
            <a:extLst>
              <a:ext uri="{FF2B5EF4-FFF2-40B4-BE49-F238E27FC236}">
                <a16:creationId xmlns:a16="http://schemas.microsoft.com/office/drawing/2014/main" id="{3B39C41B-3879-74C9-39A4-A9F8C738519C}"/>
              </a:ext>
            </a:extLst>
          </p:cNvPr>
          <p:cNvPicPr>
            <a:picLocks noChangeAspect="1"/>
          </p:cNvPicPr>
          <p:nvPr/>
        </p:nvPicPr>
        <p:blipFill>
          <a:blip r:embed="rId5"/>
          <a:stretch>
            <a:fillRect/>
          </a:stretch>
        </p:blipFill>
        <p:spPr>
          <a:xfrm>
            <a:off x="11048431" y="6070126"/>
            <a:ext cx="990600" cy="495300"/>
          </a:xfrm>
          <a:prstGeom prst="rect">
            <a:avLst/>
          </a:prstGeom>
        </p:spPr>
      </p:pic>
    </p:spTree>
    <p:extLst>
      <p:ext uri="{BB962C8B-B14F-4D97-AF65-F5344CB8AC3E}">
        <p14:creationId xmlns:p14="http://schemas.microsoft.com/office/powerpoint/2010/main" val="194939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449DD7-42BC-59D0-9840-1EDA11254D94}"/>
              </a:ext>
            </a:extLst>
          </p:cNvPr>
          <p:cNvSpPr>
            <a:spLocks noGrp="1"/>
          </p:cNvSpPr>
          <p:nvPr>
            <p:ph type="title"/>
          </p:nvPr>
        </p:nvSpPr>
        <p:spPr>
          <a:xfrm>
            <a:off x="1102604" y="2467657"/>
            <a:ext cx="4036334" cy="2387600"/>
          </a:xfrm>
        </p:spPr>
        <p:txBody>
          <a:bodyPr vert="horz" lIns="91440" tIns="45720" rIns="91440" bIns="45720" rtlCol="0" anchor="t">
            <a:normAutofit/>
          </a:bodyPr>
          <a:lstStyle/>
          <a:p>
            <a:r>
              <a:rPr lang="en-US" sz="5400" kern="1200" dirty="0">
                <a:latin typeface="+mj-lt"/>
                <a:ea typeface="+mj-ea"/>
                <a:cs typeface="+mj-cs"/>
              </a:rPr>
              <a:t>What is </a:t>
            </a:r>
            <a:r>
              <a:rPr lang="en-US" sz="5400" dirty="0"/>
              <a:t>your organization's </a:t>
            </a:r>
            <a:r>
              <a:rPr lang="en-US" sz="5400" kern="1200" dirty="0">
                <a:latin typeface="+mj-lt"/>
                <a:ea typeface="+mj-ea"/>
                <a:cs typeface="+mj-cs"/>
              </a:rPr>
              <a:t>mission? </a:t>
            </a:r>
          </a:p>
        </p:txBody>
      </p:sp>
      <p:grpSp>
        <p:nvGrpSpPr>
          <p:cNvPr id="10" name="Group 9">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3" descr="Text&#10;&#10;Description automatically generated">
            <a:extLst>
              <a:ext uri="{FF2B5EF4-FFF2-40B4-BE49-F238E27FC236}">
                <a16:creationId xmlns:a16="http://schemas.microsoft.com/office/drawing/2014/main" id="{D51702A0-9BC4-3DD1-4E5B-78630F73AFA9}"/>
              </a:ext>
            </a:extLst>
          </p:cNvPr>
          <p:cNvPicPr>
            <a:picLocks noChangeAspect="1"/>
          </p:cNvPicPr>
          <p:nvPr/>
        </p:nvPicPr>
        <p:blipFill>
          <a:blip r:embed="rId3"/>
          <a:stretch>
            <a:fillRect/>
          </a:stretch>
        </p:blipFill>
        <p:spPr>
          <a:xfrm>
            <a:off x="5922492" y="1558903"/>
            <a:ext cx="5536001" cy="3681440"/>
          </a:xfrm>
          <a:prstGeom prst="rect">
            <a:avLst/>
          </a:prstGeom>
        </p:spPr>
      </p:pic>
      <p:sp>
        <p:nvSpPr>
          <p:cNvPr id="4" name="TextBox 3">
            <a:extLst>
              <a:ext uri="{FF2B5EF4-FFF2-40B4-BE49-F238E27FC236}">
                <a16:creationId xmlns:a16="http://schemas.microsoft.com/office/drawing/2014/main" id="{29490471-ED18-629E-0EAC-8B6983EEE1B9}"/>
              </a:ext>
            </a:extLst>
          </p:cNvPr>
          <p:cNvSpPr txBox="1"/>
          <p:nvPr/>
        </p:nvSpPr>
        <p:spPr>
          <a:xfrm>
            <a:off x="7788088" y="5524499"/>
            <a:ext cx="391085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cs typeface="Calibri"/>
              </a:rPr>
              <a:t>Why is it important? </a:t>
            </a:r>
            <a:endParaRPr lang="en-US" sz="2000">
              <a:cs typeface="Calibri"/>
            </a:endParaRPr>
          </a:p>
        </p:txBody>
      </p:sp>
      <p:pic>
        <p:nvPicPr>
          <p:cNvPr id="5" name="Picture 4" descr="Logo&#10;&#10;Description automatically generated with medium confidence">
            <a:extLst>
              <a:ext uri="{FF2B5EF4-FFF2-40B4-BE49-F238E27FC236}">
                <a16:creationId xmlns:a16="http://schemas.microsoft.com/office/drawing/2014/main" id="{A937EEB3-4DE1-1A0A-60EC-6491D48BF196}"/>
              </a:ext>
            </a:extLst>
          </p:cNvPr>
          <p:cNvPicPr>
            <a:picLocks noChangeAspect="1"/>
          </p:cNvPicPr>
          <p:nvPr/>
        </p:nvPicPr>
        <p:blipFill>
          <a:blip r:embed="rId4"/>
          <a:stretch>
            <a:fillRect/>
          </a:stretch>
        </p:blipFill>
        <p:spPr>
          <a:xfrm>
            <a:off x="11105297" y="6206603"/>
            <a:ext cx="990600" cy="495300"/>
          </a:xfrm>
          <a:prstGeom prst="rect">
            <a:avLst/>
          </a:prstGeom>
        </p:spPr>
      </p:pic>
      <p:sp>
        <p:nvSpPr>
          <p:cNvPr id="6" name="Slide Number Placeholder 5">
            <a:extLst>
              <a:ext uri="{FF2B5EF4-FFF2-40B4-BE49-F238E27FC236}">
                <a16:creationId xmlns:a16="http://schemas.microsoft.com/office/drawing/2014/main" id="{5F8F0765-31D5-972F-C273-A521F32FB1C3}"/>
              </a:ext>
            </a:extLst>
          </p:cNvPr>
          <p:cNvSpPr>
            <a:spLocks noGrp="1"/>
          </p:cNvSpPr>
          <p:nvPr>
            <p:ph type="sldNum" sz="quarter" idx="12"/>
          </p:nvPr>
        </p:nvSpPr>
        <p:spPr/>
        <p:txBody>
          <a:bodyPr/>
          <a:lstStyle/>
          <a:p>
            <a:fld id="{48F63A3B-78C7-47BE-AE5E-E10140E04643}" type="slidenum">
              <a:rPr lang="en-US" dirty="0"/>
              <a:t>4</a:t>
            </a:fld>
            <a:endParaRPr lang="en-US"/>
          </a:p>
        </p:txBody>
      </p:sp>
    </p:spTree>
    <p:extLst>
      <p:ext uri="{BB962C8B-B14F-4D97-AF65-F5344CB8AC3E}">
        <p14:creationId xmlns:p14="http://schemas.microsoft.com/office/powerpoint/2010/main" val="316014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169D286-F4D7-4C8B-A6BD-D05384C7F1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6">
            <a:extLst>
              <a:ext uri="{FF2B5EF4-FFF2-40B4-BE49-F238E27FC236}">
                <a16:creationId xmlns:a16="http://schemas.microsoft.com/office/drawing/2014/main" id="{39E8235E-135E-4261-8F54-2B316E493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610728"/>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7">
            <a:extLst>
              <a:ext uri="{FF2B5EF4-FFF2-40B4-BE49-F238E27FC236}">
                <a16:creationId xmlns:a16="http://schemas.microsoft.com/office/drawing/2014/main" id="{D4ED8EC3-4D57-4620-93CE-4E6661F09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343079"/>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Shape 27">
            <a:extLst>
              <a:ext uri="{FF2B5EF4-FFF2-40B4-BE49-F238E27FC236}">
                <a16:creationId xmlns:a16="http://schemas.microsoft.com/office/drawing/2014/main" id="{83BCB34A-2F40-4F41-8488-A134C1C15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5" y="340424"/>
            <a:ext cx="4630139" cy="5265795"/>
          </a:xfrm>
          <a:custGeom>
            <a:avLst/>
            <a:gdLst>
              <a:gd name="connsiteX0" fmla="*/ 0 w 4630139"/>
              <a:gd name="connsiteY0" fmla="*/ 0 h 5265795"/>
              <a:gd name="connsiteX1" fmla="*/ 4630139 w 4630139"/>
              <a:gd name="connsiteY1" fmla="*/ 0 h 5265795"/>
              <a:gd name="connsiteX2" fmla="*/ 4630139 w 4630139"/>
              <a:gd name="connsiteY2" fmla="*/ 5265795 h 5265795"/>
              <a:gd name="connsiteX3" fmla="*/ 0 w 4630139"/>
              <a:gd name="connsiteY3" fmla="*/ 5265795 h 5265795"/>
            </a:gdLst>
            <a:ahLst/>
            <a:cxnLst>
              <a:cxn ang="0">
                <a:pos x="connsiteX0" y="connsiteY0"/>
              </a:cxn>
              <a:cxn ang="0">
                <a:pos x="connsiteX1" y="connsiteY1"/>
              </a:cxn>
              <a:cxn ang="0">
                <a:pos x="connsiteX2" y="connsiteY2"/>
              </a:cxn>
              <a:cxn ang="0">
                <a:pos x="connsiteX3" y="connsiteY3"/>
              </a:cxn>
            </a:cxnLst>
            <a:rect l="l" t="t" r="r" b="b"/>
            <a:pathLst>
              <a:path w="4630139" h="5265795">
                <a:moveTo>
                  <a:pt x="0" y="0"/>
                </a:moveTo>
                <a:lnTo>
                  <a:pt x="4630139" y="0"/>
                </a:lnTo>
                <a:lnTo>
                  <a:pt x="4630139" y="5265795"/>
                </a:lnTo>
                <a:lnTo>
                  <a:pt x="0" y="526579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F78382DC-4207-465E-B379-1E16448AA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1780" y="1071563"/>
            <a:ext cx="7290218" cy="5242298"/>
          </a:xfrm>
          <a:custGeom>
            <a:avLst/>
            <a:gdLst>
              <a:gd name="connsiteX0" fmla="*/ 0 w 7290218"/>
              <a:gd name="connsiteY0" fmla="*/ 0 h 5242298"/>
              <a:gd name="connsiteX1" fmla="*/ 7290218 w 7290218"/>
              <a:gd name="connsiteY1" fmla="*/ 0 h 5242298"/>
              <a:gd name="connsiteX2" fmla="*/ 7290218 w 7290218"/>
              <a:gd name="connsiteY2" fmla="*/ 5242298 h 5242298"/>
              <a:gd name="connsiteX3" fmla="*/ 0 w 7290218"/>
              <a:gd name="connsiteY3" fmla="*/ 5242298 h 5242298"/>
            </a:gdLst>
            <a:ahLst/>
            <a:cxnLst>
              <a:cxn ang="0">
                <a:pos x="connsiteX0" y="connsiteY0"/>
              </a:cxn>
              <a:cxn ang="0">
                <a:pos x="connsiteX1" y="connsiteY1"/>
              </a:cxn>
              <a:cxn ang="0">
                <a:pos x="connsiteX2" y="connsiteY2"/>
              </a:cxn>
              <a:cxn ang="0">
                <a:pos x="connsiteX3" y="connsiteY3"/>
              </a:cxn>
            </a:cxnLst>
            <a:rect l="l" t="t" r="r" b="b"/>
            <a:pathLst>
              <a:path w="7290218" h="5242298">
                <a:moveTo>
                  <a:pt x="0" y="0"/>
                </a:moveTo>
                <a:lnTo>
                  <a:pt x="7290218" y="0"/>
                </a:lnTo>
                <a:lnTo>
                  <a:pt x="7290218" y="5242298"/>
                </a:lnTo>
                <a:lnTo>
                  <a:pt x="0" y="524229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3" descr="Text&#10;&#10;Description automatically generated">
            <a:extLst>
              <a:ext uri="{FF2B5EF4-FFF2-40B4-BE49-F238E27FC236}">
                <a16:creationId xmlns:a16="http://schemas.microsoft.com/office/drawing/2014/main" id="{D51702A0-9BC4-3DD1-4E5B-78630F73AFA9}"/>
              </a:ext>
            </a:extLst>
          </p:cNvPr>
          <p:cNvPicPr>
            <a:picLocks noChangeAspect="1"/>
          </p:cNvPicPr>
          <p:nvPr/>
        </p:nvPicPr>
        <p:blipFill>
          <a:blip r:embed="rId3"/>
          <a:stretch>
            <a:fillRect/>
          </a:stretch>
        </p:blipFill>
        <p:spPr>
          <a:xfrm>
            <a:off x="339671" y="1591766"/>
            <a:ext cx="3657170" cy="2431907"/>
          </a:xfrm>
          <a:prstGeom prst="rect">
            <a:avLst/>
          </a:prstGeom>
        </p:spPr>
      </p:pic>
      <p:pic>
        <p:nvPicPr>
          <p:cNvPr id="5" name="Picture 5">
            <a:extLst>
              <a:ext uri="{FF2B5EF4-FFF2-40B4-BE49-F238E27FC236}">
                <a16:creationId xmlns:a16="http://schemas.microsoft.com/office/drawing/2014/main" id="{F5E6EF5C-65AE-D1DE-239F-A050B21300D3}"/>
              </a:ext>
            </a:extLst>
          </p:cNvPr>
          <p:cNvPicPr>
            <a:picLocks noChangeAspect="1"/>
          </p:cNvPicPr>
          <p:nvPr/>
        </p:nvPicPr>
        <p:blipFill>
          <a:blip r:embed="rId4"/>
          <a:stretch>
            <a:fillRect/>
          </a:stretch>
        </p:blipFill>
        <p:spPr>
          <a:xfrm>
            <a:off x="7093543" y="1589009"/>
            <a:ext cx="3340044" cy="3993126"/>
          </a:xfrm>
          <a:prstGeom prst="rect">
            <a:avLst/>
          </a:prstGeom>
        </p:spPr>
      </p:pic>
      <p:sp>
        <p:nvSpPr>
          <p:cNvPr id="6" name="Arrow: Right 5">
            <a:extLst>
              <a:ext uri="{FF2B5EF4-FFF2-40B4-BE49-F238E27FC236}">
                <a16:creationId xmlns:a16="http://schemas.microsoft.com/office/drawing/2014/main" id="{E7AF67BE-726C-729B-578D-8E89F033EEEE}"/>
              </a:ext>
            </a:extLst>
          </p:cNvPr>
          <p:cNvSpPr/>
          <p:nvPr/>
        </p:nvSpPr>
        <p:spPr>
          <a:xfrm>
            <a:off x="4336676" y="2812676"/>
            <a:ext cx="2409263" cy="1098176"/>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Logo&#10;&#10;Description automatically generated with medium confidence">
            <a:extLst>
              <a:ext uri="{FF2B5EF4-FFF2-40B4-BE49-F238E27FC236}">
                <a16:creationId xmlns:a16="http://schemas.microsoft.com/office/drawing/2014/main" id="{ABBE2342-60C0-6D19-8B42-D15310BEBFA3}"/>
              </a:ext>
            </a:extLst>
          </p:cNvPr>
          <p:cNvPicPr>
            <a:picLocks noChangeAspect="1"/>
          </p:cNvPicPr>
          <p:nvPr/>
        </p:nvPicPr>
        <p:blipFill>
          <a:blip r:embed="rId5"/>
          <a:stretch>
            <a:fillRect/>
          </a:stretch>
        </p:blipFill>
        <p:spPr>
          <a:xfrm>
            <a:off x="11093924" y="6229350"/>
            <a:ext cx="990600" cy="495300"/>
          </a:xfrm>
          <a:prstGeom prst="rect">
            <a:avLst/>
          </a:prstGeom>
        </p:spPr>
      </p:pic>
      <p:sp>
        <p:nvSpPr>
          <p:cNvPr id="4" name="Slide Number Placeholder 3">
            <a:extLst>
              <a:ext uri="{FF2B5EF4-FFF2-40B4-BE49-F238E27FC236}">
                <a16:creationId xmlns:a16="http://schemas.microsoft.com/office/drawing/2014/main" id="{21D912F9-C3BC-6B4D-2A79-CD0547B45C2F}"/>
              </a:ext>
            </a:extLst>
          </p:cNvPr>
          <p:cNvSpPr>
            <a:spLocks noGrp="1"/>
          </p:cNvSpPr>
          <p:nvPr>
            <p:ph type="sldNum" sz="quarter" idx="12"/>
          </p:nvPr>
        </p:nvSpPr>
        <p:spPr/>
        <p:txBody>
          <a:bodyPr/>
          <a:lstStyle/>
          <a:p>
            <a:fld id="{48F63A3B-78C7-47BE-AE5E-E10140E04643}" type="slidenum">
              <a:rPr lang="en-US" dirty="0"/>
              <a:t>5</a:t>
            </a:fld>
            <a:endParaRPr lang="en-US"/>
          </a:p>
        </p:txBody>
      </p:sp>
    </p:spTree>
    <p:extLst>
      <p:ext uri="{BB962C8B-B14F-4D97-AF65-F5344CB8AC3E}">
        <p14:creationId xmlns:p14="http://schemas.microsoft.com/office/powerpoint/2010/main" val="2667773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E7AA7E8-8006-4E1F-A566-FCF37EE6F3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7506D75-E7C7-B209-58EC-C3A4C4C9960A}"/>
              </a:ext>
            </a:extLst>
          </p:cNvPr>
          <p:cNvSpPr>
            <a:spLocks noGrp="1"/>
          </p:cNvSpPr>
          <p:nvPr>
            <p:ph type="title"/>
          </p:nvPr>
        </p:nvSpPr>
        <p:spPr>
          <a:xfrm>
            <a:off x="242910" y="1598246"/>
            <a:ext cx="4626709" cy="5122985"/>
          </a:xfrm>
        </p:spPr>
        <p:txBody>
          <a:bodyPr vert="horz" lIns="91440" tIns="45720" rIns="91440" bIns="45720" rtlCol="0" anchor="t">
            <a:normAutofit/>
          </a:bodyPr>
          <a:lstStyle/>
          <a:p>
            <a:pPr algn="r"/>
            <a:r>
              <a:rPr lang="en-US" sz="8000" kern="1200">
                <a:solidFill>
                  <a:srgbClr val="FFFFFF"/>
                </a:solidFill>
                <a:latin typeface="+mj-lt"/>
                <a:ea typeface="+mj-ea"/>
                <a:cs typeface="+mj-cs"/>
              </a:rPr>
              <a:t>Mission </a:t>
            </a:r>
          </a:p>
        </p:txBody>
      </p:sp>
      <p:sp>
        <p:nvSpPr>
          <p:cNvPr id="3" name="Content Placeholder 2">
            <a:extLst>
              <a:ext uri="{FF2B5EF4-FFF2-40B4-BE49-F238E27FC236}">
                <a16:creationId xmlns:a16="http://schemas.microsoft.com/office/drawing/2014/main" id="{E7352B1A-181A-1F0C-83BB-728E95CE337E}"/>
              </a:ext>
            </a:extLst>
          </p:cNvPr>
          <p:cNvSpPr>
            <a:spLocks noGrp="1"/>
          </p:cNvSpPr>
          <p:nvPr>
            <p:ph idx="1"/>
          </p:nvPr>
        </p:nvSpPr>
        <p:spPr>
          <a:xfrm>
            <a:off x="5792994" y="1590840"/>
            <a:ext cx="5672176" cy="5095221"/>
          </a:xfrm>
        </p:spPr>
        <p:txBody>
          <a:bodyPr vert="horz" lIns="91440" tIns="45720" rIns="91440" bIns="45720" rtlCol="0">
            <a:normAutofit/>
          </a:bodyPr>
          <a:lstStyle/>
          <a:p>
            <a:pPr marL="0" indent="0">
              <a:buNone/>
            </a:pPr>
            <a:r>
              <a:rPr lang="en-US" sz="4400" kern="1200">
                <a:solidFill>
                  <a:srgbClr val="FFFFFF"/>
                </a:solidFill>
                <a:latin typeface="+mn-lt"/>
                <a:ea typeface="+mn-ea"/>
                <a:cs typeface="+mn-cs"/>
              </a:rPr>
              <a:t>Short, easy to remember statement providing direction for the organization </a:t>
            </a:r>
          </a:p>
        </p:txBody>
      </p:sp>
      <p:cxnSp>
        <p:nvCxnSpPr>
          <p:cNvPr id="10" name="Straight Connector 9">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322" y="1589368"/>
            <a:ext cx="0" cy="5259754"/>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pic>
        <p:nvPicPr>
          <p:cNvPr id="4" name="Picture 3" descr="Logo&#10;&#10;Description automatically generated with medium confidence">
            <a:extLst>
              <a:ext uri="{FF2B5EF4-FFF2-40B4-BE49-F238E27FC236}">
                <a16:creationId xmlns:a16="http://schemas.microsoft.com/office/drawing/2014/main" id="{2C498D7C-D8F5-BBEF-F739-AB0B22070F96}"/>
              </a:ext>
            </a:extLst>
          </p:cNvPr>
          <p:cNvPicPr>
            <a:picLocks noChangeAspect="1"/>
          </p:cNvPicPr>
          <p:nvPr/>
        </p:nvPicPr>
        <p:blipFill>
          <a:blip r:embed="rId3"/>
          <a:stretch>
            <a:fillRect/>
          </a:stretch>
        </p:blipFill>
        <p:spPr>
          <a:xfrm>
            <a:off x="11139416" y="6263469"/>
            <a:ext cx="899615" cy="495300"/>
          </a:xfrm>
          <a:prstGeom prst="rect">
            <a:avLst/>
          </a:prstGeom>
        </p:spPr>
      </p:pic>
      <p:sp>
        <p:nvSpPr>
          <p:cNvPr id="5" name="Slide Number Placeholder 4">
            <a:extLst>
              <a:ext uri="{FF2B5EF4-FFF2-40B4-BE49-F238E27FC236}">
                <a16:creationId xmlns:a16="http://schemas.microsoft.com/office/drawing/2014/main" id="{208F69C6-8D95-C55A-B3BA-B7061967BE68}"/>
              </a:ext>
            </a:extLst>
          </p:cNvPr>
          <p:cNvSpPr>
            <a:spLocks noGrp="1"/>
          </p:cNvSpPr>
          <p:nvPr>
            <p:ph type="sldNum" sz="quarter" idx="12"/>
          </p:nvPr>
        </p:nvSpPr>
        <p:spPr/>
        <p:txBody>
          <a:bodyPr/>
          <a:lstStyle/>
          <a:p>
            <a:fld id="{48F63A3B-78C7-47BE-AE5E-E10140E04643}" type="slidenum">
              <a:rPr lang="en-US" dirty="0"/>
              <a:t>6</a:t>
            </a:fld>
            <a:endParaRPr lang="en-US"/>
          </a:p>
        </p:txBody>
      </p:sp>
    </p:spTree>
    <p:extLst>
      <p:ext uri="{BB962C8B-B14F-4D97-AF65-F5344CB8AC3E}">
        <p14:creationId xmlns:p14="http://schemas.microsoft.com/office/powerpoint/2010/main" val="174610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EB3415-0BFF-4CA3-953F-97BC005EECD7}"/>
              </a:ext>
            </a:extLst>
          </p:cNvPr>
          <p:cNvSpPr>
            <a:spLocks noGrp="1"/>
          </p:cNvSpPr>
          <p:nvPr>
            <p:ph type="title"/>
          </p:nvPr>
        </p:nvSpPr>
        <p:spPr>
          <a:xfrm>
            <a:off x="1256404" y="459840"/>
            <a:ext cx="4368602" cy="1956841"/>
          </a:xfrm>
        </p:spPr>
        <p:txBody>
          <a:bodyPr anchor="b">
            <a:normAutofit/>
          </a:bodyPr>
          <a:lstStyle/>
          <a:p>
            <a:r>
              <a:rPr lang="en-US" sz="5400" dirty="0">
                <a:cs typeface="Calibri Light"/>
              </a:rPr>
              <a:t>Example  </a:t>
            </a:r>
            <a:br>
              <a:rPr lang="en-US" sz="5400" dirty="0">
                <a:cs typeface="Calibri Light"/>
              </a:rPr>
            </a:br>
            <a:endParaRPr lang="en-US" sz="5400" dirty="0">
              <a:cs typeface="Calibri Light"/>
            </a:endParaRPr>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reen glass bottles">
            <a:extLst>
              <a:ext uri="{FF2B5EF4-FFF2-40B4-BE49-F238E27FC236}">
                <a16:creationId xmlns:a16="http://schemas.microsoft.com/office/drawing/2014/main" id="{C4D89112-EFCB-EAA2-ACF3-22FEAB5E802F}"/>
              </a:ext>
            </a:extLst>
          </p:cNvPr>
          <p:cNvPicPr>
            <a:picLocks noChangeAspect="1"/>
          </p:cNvPicPr>
          <p:nvPr/>
        </p:nvPicPr>
        <p:blipFill rotWithShape="1">
          <a:blip r:embed="rId3"/>
          <a:srcRect l="18479" r="15546" b="-6"/>
          <a:stretch/>
        </p:blipFill>
        <p:spPr>
          <a:xfrm>
            <a:off x="5254836"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4" name="TextBox 3">
            <a:extLst>
              <a:ext uri="{FF2B5EF4-FFF2-40B4-BE49-F238E27FC236}">
                <a16:creationId xmlns:a16="http://schemas.microsoft.com/office/drawing/2014/main" id="{4F26E300-2286-5FCB-DE8E-531F79A7B7F0}"/>
              </a:ext>
            </a:extLst>
          </p:cNvPr>
          <p:cNvSpPr txBox="1"/>
          <p:nvPr/>
        </p:nvSpPr>
        <p:spPr>
          <a:xfrm>
            <a:off x="246529" y="3361764"/>
            <a:ext cx="4975410"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600" dirty="0">
                <a:cs typeface="Calibri"/>
              </a:rPr>
              <a:t>"</a:t>
            </a:r>
            <a:r>
              <a:rPr lang="en-US" sz="6600" i="1" dirty="0">
                <a:cs typeface="Calibri"/>
              </a:rPr>
              <a:t>Beat Coke!</a:t>
            </a:r>
            <a:r>
              <a:rPr lang="en-US" sz="6600" dirty="0">
                <a:cs typeface="Calibri"/>
              </a:rPr>
              <a:t>"</a:t>
            </a:r>
            <a:endParaRPr lang="en-US" sz="6600" dirty="0"/>
          </a:p>
        </p:txBody>
      </p:sp>
      <p:pic>
        <p:nvPicPr>
          <p:cNvPr id="3" name="Picture 2" descr="Logo&#10;&#10;Description automatically generated with medium confidence">
            <a:extLst>
              <a:ext uri="{FF2B5EF4-FFF2-40B4-BE49-F238E27FC236}">
                <a16:creationId xmlns:a16="http://schemas.microsoft.com/office/drawing/2014/main" id="{46C6B295-36AB-AE40-F132-C79717E85072}"/>
              </a:ext>
            </a:extLst>
          </p:cNvPr>
          <p:cNvPicPr>
            <a:picLocks noChangeAspect="1"/>
          </p:cNvPicPr>
          <p:nvPr/>
        </p:nvPicPr>
        <p:blipFill>
          <a:blip r:embed="rId4"/>
          <a:stretch>
            <a:fillRect/>
          </a:stretch>
        </p:blipFill>
        <p:spPr>
          <a:xfrm>
            <a:off x="11014311" y="6240723"/>
            <a:ext cx="990600" cy="495300"/>
          </a:xfrm>
          <a:prstGeom prst="rect">
            <a:avLst/>
          </a:prstGeom>
        </p:spPr>
      </p:pic>
      <p:sp>
        <p:nvSpPr>
          <p:cNvPr id="6" name="Slide Number Placeholder 5">
            <a:extLst>
              <a:ext uri="{FF2B5EF4-FFF2-40B4-BE49-F238E27FC236}">
                <a16:creationId xmlns:a16="http://schemas.microsoft.com/office/drawing/2014/main" id="{C877F6CD-909A-D80F-5748-B98951281EE0}"/>
              </a:ext>
            </a:extLst>
          </p:cNvPr>
          <p:cNvSpPr>
            <a:spLocks noGrp="1"/>
          </p:cNvSpPr>
          <p:nvPr>
            <p:ph type="sldNum" sz="quarter" idx="12"/>
          </p:nvPr>
        </p:nvSpPr>
        <p:spPr/>
        <p:txBody>
          <a:bodyPr/>
          <a:lstStyle/>
          <a:p>
            <a:fld id="{48F63A3B-78C7-47BE-AE5E-E10140E04643}" type="slidenum">
              <a:rPr lang="en-US" dirty="0"/>
              <a:t>7</a:t>
            </a:fld>
            <a:endParaRPr lang="en-US"/>
          </a:p>
        </p:txBody>
      </p:sp>
    </p:spTree>
    <p:extLst>
      <p:ext uri="{BB962C8B-B14F-4D97-AF65-F5344CB8AC3E}">
        <p14:creationId xmlns:p14="http://schemas.microsoft.com/office/powerpoint/2010/main" val="1404631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26B4A43-2A34-4B22-882C-D7552FA9C7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5271697-90F1-4A23-8EF2-0179F2EAF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606972" cy="323398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9F5512A-48E1-4C07-B75E-3CCC517B6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233984"/>
            <a:ext cx="606972" cy="36240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429BAE5-B200-4FC0-BBC1-8D7C57D1D9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971" y="0"/>
            <a:ext cx="4565104"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AB1E7E-BED6-D71A-A047-2A45A82D950A}"/>
              </a:ext>
            </a:extLst>
          </p:cNvPr>
          <p:cNvSpPr>
            <a:spLocks noGrp="1"/>
          </p:cNvSpPr>
          <p:nvPr>
            <p:ph type="title"/>
          </p:nvPr>
        </p:nvSpPr>
        <p:spPr>
          <a:xfrm>
            <a:off x="1036685" y="1152144"/>
            <a:ext cx="3794760" cy="3072393"/>
          </a:xfrm>
        </p:spPr>
        <p:txBody>
          <a:bodyPr vert="horz" lIns="91440" tIns="45720" rIns="91440" bIns="45720" rtlCol="0" anchor="b">
            <a:normAutofit/>
          </a:bodyPr>
          <a:lstStyle/>
          <a:p>
            <a:r>
              <a:rPr lang="en-US" sz="4300" dirty="0"/>
              <a:t>A mission</a:t>
            </a:r>
            <a:r>
              <a:rPr lang="en-US" sz="4300" kern="1200" dirty="0">
                <a:latin typeface="+mj-lt"/>
                <a:ea typeface="+mj-ea"/>
                <a:cs typeface="+mj-cs"/>
              </a:rPr>
              <a:t> statement should be short enough to fit on a T-shirt!</a:t>
            </a:r>
          </a:p>
        </p:txBody>
      </p:sp>
      <p:grpSp>
        <p:nvGrpSpPr>
          <p:cNvPr id="17" name="Group 16">
            <a:extLst>
              <a:ext uri="{FF2B5EF4-FFF2-40B4-BE49-F238E27FC236}">
                <a16:creationId xmlns:a16="http://schemas.microsoft.com/office/drawing/2014/main" id="{A9644633-5AE1-44D6-8F5F-6376DDA130C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8720" y="73152"/>
            <a:ext cx="1178966" cy="232963"/>
            <a:chOff x="7763256" y="73152"/>
            <a:chExt cx="1178966" cy="232963"/>
          </a:xfrm>
        </p:grpSpPr>
        <p:sp>
          <p:nvSpPr>
            <p:cNvPr id="18" name="Rectangle 64">
              <a:extLst>
                <a:ext uri="{FF2B5EF4-FFF2-40B4-BE49-F238E27FC236}">
                  <a16:creationId xmlns:a16="http://schemas.microsoft.com/office/drawing/2014/main" id="{4FA74995-C5A7-4DBF-BFD1-C4831852D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3077"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66">
              <a:extLst>
                <a:ext uri="{FF2B5EF4-FFF2-40B4-BE49-F238E27FC236}">
                  <a16:creationId xmlns:a16="http://schemas.microsoft.com/office/drawing/2014/main" id="{009DC7CE-EC50-455B-AEF3-758096A62E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3077"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64">
              <a:extLst>
                <a:ext uri="{FF2B5EF4-FFF2-40B4-BE49-F238E27FC236}">
                  <a16:creationId xmlns:a16="http://schemas.microsoft.com/office/drawing/2014/main" id="{680D0724-2EE2-4A8E-B7FC-994977F2A6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8122"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66">
              <a:extLst>
                <a:ext uri="{FF2B5EF4-FFF2-40B4-BE49-F238E27FC236}">
                  <a16:creationId xmlns:a16="http://schemas.microsoft.com/office/drawing/2014/main" id="{D7DD4A6B-2000-4A3E-BBCE-637ED6CDD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8122"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64">
              <a:extLst>
                <a:ext uri="{FF2B5EF4-FFF2-40B4-BE49-F238E27FC236}">
                  <a16:creationId xmlns:a16="http://schemas.microsoft.com/office/drawing/2014/main" id="{694A6722-0FE9-4640-B93F-C2BAA8956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13167"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66">
              <a:extLst>
                <a:ext uri="{FF2B5EF4-FFF2-40B4-BE49-F238E27FC236}">
                  <a16:creationId xmlns:a16="http://schemas.microsoft.com/office/drawing/2014/main" id="{19F6A010-3765-4FAB-8CCA-7AC189141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13167"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64">
              <a:extLst>
                <a:ext uri="{FF2B5EF4-FFF2-40B4-BE49-F238E27FC236}">
                  <a16:creationId xmlns:a16="http://schemas.microsoft.com/office/drawing/2014/main" id="{2ED876B1-4DDC-4999-864F-EFF32EFF5C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88211"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66">
              <a:extLst>
                <a:ext uri="{FF2B5EF4-FFF2-40B4-BE49-F238E27FC236}">
                  <a16:creationId xmlns:a16="http://schemas.microsoft.com/office/drawing/2014/main" id="{2DD9B48A-E7DB-4540-8781-F434856A75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88211"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64">
              <a:extLst>
                <a:ext uri="{FF2B5EF4-FFF2-40B4-BE49-F238E27FC236}">
                  <a16:creationId xmlns:a16="http://schemas.microsoft.com/office/drawing/2014/main" id="{2BEF54FF-8FAE-4B7F-ACE8-52ED70B04E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3256"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66">
              <a:extLst>
                <a:ext uri="{FF2B5EF4-FFF2-40B4-BE49-F238E27FC236}">
                  <a16:creationId xmlns:a16="http://schemas.microsoft.com/office/drawing/2014/main" id="{16F687E9-D21B-46CB-8A13-9BFDA780F6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3256"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64">
              <a:extLst>
                <a:ext uri="{FF2B5EF4-FFF2-40B4-BE49-F238E27FC236}">
                  <a16:creationId xmlns:a16="http://schemas.microsoft.com/office/drawing/2014/main" id="{49C0A7C4-BA67-480B-9F9A-E965357562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87854"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66">
              <a:extLst>
                <a:ext uri="{FF2B5EF4-FFF2-40B4-BE49-F238E27FC236}">
                  <a16:creationId xmlns:a16="http://schemas.microsoft.com/office/drawing/2014/main" id="{5C27E413-D9C4-45A2-AB5A-A006127984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87854"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64">
              <a:extLst>
                <a:ext uri="{FF2B5EF4-FFF2-40B4-BE49-F238E27FC236}">
                  <a16:creationId xmlns:a16="http://schemas.microsoft.com/office/drawing/2014/main" id="{76F8DD1F-1A00-4D5A-B979-33A41277C9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2899"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66">
              <a:extLst>
                <a:ext uri="{FF2B5EF4-FFF2-40B4-BE49-F238E27FC236}">
                  <a16:creationId xmlns:a16="http://schemas.microsoft.com/office/drawing/2014/main" id="{D16F8034-114D-4513-A6BD-F05ABF9AF4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2899"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64">
              <a:extLst>
                <a:ext uri="{FF2B5EF4-FFF2-40B4-BE49-F238E27FC236}">
                  <a16:creationId xmlns:a16="http://schemas.microsoft.com/office/drawing/2014/main" id="{1DAD48F0-0B0E-40E2-9ED5-E0FBB99C4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37944"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66">
              <a:extLst>
                <a:ext uri="{FF2B5EF4-FFF2-40B4-BE49-F238E27FC236}">
                  <a16:creationId xmlns:a16="http://schemas.microsoft.com/office/drawing/2014/main" id="{A58F217F-BBAB-4ACB-91C0-B119DEFDC6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37944"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64">
              <a:extLst>
                <a:ext uri="{FF2B5EF4-FFF2-40B4-BE49-F238E27FC236}">
                  <a16:creationId xmlns:a16="http://schemas.microsoft.com/office/drawing/2014/main" id="{17D6638B-4C45-4C73-AFE3-8C41F939A9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12988"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66">
              <a:extLst>
                <a:ext uri="{FF2B5EF4-FFF2-40B4-BE49-F238E27FC236}">
                  <a16:creationId xmlns:a16="http://schemas.microsoft.com/office/drawing/2014/main" id="{31A3013F-24A0-486B-A892-92E42BD741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12988"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64">
              <a:extLst>
                <a:ext uri="{FF2B5EF4-FFF2-40B4-BE49-F238E27FC236}">
                  <a16:creationId xmlns:a16="http://schemas.microsoft.com/office/drawing/2014/main" id="{F4540C9F-BC47-470D-A9C2-4AB05FB4C5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8033"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66">
              <a:extLst>
                <a:ext uri="{FF2B5EF4-FFF2-40B4-BE49-F238E27FC236}">
                  <a16:creationId xmlns:a16="http://schemas.microsoft.com/office/drawing/2014/main" id="{A38505B1-1AD2-47B0-8122-2EB533CBAA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8033"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4" descr="A picture containing clipart&#10;&#10;Description automatically generated">
            <a:extLst>
              <a:ext uri="{FF2B5EF4-FFF2-40B4-BE49-F238E27FC236}">
                <a16:creationId xmlns:a16="http://schemas.microsoft.com/office/drawing/2014/main" id="{C8010B7B-7BD0-FCBF-EEC7-E1F65855D09D}"/>
              </a:ext>
            </a:extLst>
          </p:cNvPr>
          <p:cNvPicPr>
            <a:picLocks noGrp="1" noChangeAspect="1"/>
          </p:cNvPicPr>
          <p:nvPr>
            <p:ph idx="1"/>
          </p:nvPr>
        </p:nvPicPr>
        <p:blipFill>
          <a:blip r:embed="rId3"/>
          <a:stretch>
            <a:fillRect/>
          </a:stretch>
        </p:blipFill>
        <p:spPr>
          <a:xfrm>
            <a:off x="5619404" y="431795"/>
            <a:ext cx="6192981" cy="6019346"/>
          </a:xfrm>
          <a:prstGeom prst="rect">
            <a:avLst/>
          </a:prstGeom>
        </p:spPr>
      </p:pic>
      <p:pic>
        <p:nvPicPr>
          <p:cNvPr id="3" name="Picture 2" descr="Logo&#10;&#10;Description automatically generated with medium confidence">
            <a:extLst>
              <a:ext uri="{FF2B5EF4-FFF2-40B4-BE49-F238E27FC236}">
                <a16:creationId xmlns:a16="http://schemas.microsoft.com/office/drawing/2014/main" id="{7FC834A3-3801-B601-C615-4409237E41E1}"/>
              </a:ext>
            </a:extLst>
          </p:cNvPr>
          <p:cNvPicPr>
            <a:picLocks noChangeAspect="1"/>
          </p:cNvPicPr>
          <p:nvPr/>
        </p:nvPicPr>
        <p:blipFill>
          <a:blip r:embed="rId4"/>
          <a:stretch>
            <a:fillRect/>
          </a:stretch>
        </p:blipFill>
        <p:spPr>
          <a:xfrm>
            <a:off x="11821805" y="6206603"/>
            <a:ext cx="990600" cy="495300"/>
          </a:xfrm>
          <a:prstGeom prst="rect">
            <a:avLst/>
          </a:prstGeom>
        </p:spPr>
      </p:pic>
      <p:sp>
        <p:nvSpPr>
          <p:cNvPr id="5" name="Slide Number Placeholder 4">
            <a:extLst>
              <a:ext uri="{FF2B5EF4-FFF2-40B4-BE49-F238E27FC236}">
                <a16:creationId xmlns:a16="http://schemas.microsoft.com/office/drawing/2014/main" id="{EC70D556-2A47-C7F6-A709-151936299888}"/>
              </a:ext>
            </a:extLst>
          </p:cNvPr>
          <p:cNvSpPr>
            <a:spLocks noGrp="1"/>
          </p:cNvSpPr>
          <p:nvPr>
            <p:ph type="sldNum" sz="quarter" idx="12"/>
          </p:nvPr>
        </p:nvSpPr>
        <p:spPr/>
        <p:txBody>
          <a:bodyPr/>
          <a:lstStyle/>
          <a:p>
            <a:fld id="{48F63A3B-78C7-47BE-AE5E-E10140E04643}" type="slidenum">
              <a:rPr lang="en-US" dirty="0"/>
              <a:t>8</a:t>
            </a:fld>
            <a:endParaRPr lang="en-US"/>
          </a:p>
        </p:txBody>
      </p:sp>
    </p:spTree>
    <p:extLst>
      <p:ext uri="{BB962C8B-B14F-4D97-AF65-F5344CB8AC3E}">
        <p14:creationId xmlns:p14="http://schemas.microsoft.com/office/powerpoint/2010/main" val="2176147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6CE0A1-F138-20C6-56AB-79577CC7AC44}"/>
              </a:ext>
            </a:extLst>
          </p:cNvPr>
          <p:cNvSpPr>
            <a:spLocks noGrp="1"/>
          </p:cNvSpPr>
          <p:nvPr>
            <p:ph type="title"/>
          </p:nvPr>
        </p:nvSpPr>
        <p:spPr>
          <a:xfrm>
            <a:off x="572493" y="238539"/>
            <a:ext cx="11018520" cy="1434415"/>
          </a:xfrm>
        </p:spPr>
        <p:txBody>
          <a:bodyPr anchor="b">
            <a:normAutofit/>
          </a:bodyPr>
          <a:lstStyle/>
          <a:p>
            <a:r>
              <a:rPr lang="en-US" sz="5400">
                <a:cs typeface="Calibri Light"/>
              </a:rPr>
              <a:t>Let's check out this one</a:t>
            </a:r>
            <a:endParaRPr lang="en-US" sz="54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DB10383-B35C-D677-47F4-0983C4F7D24B}"/>
              </a:ext>
            </a:extLst>
          </p:cNvPr>
          <p:cNvSpPr>
            <a:spLocks noGrp="1"/>
          </p:cNvSpPr>
          <p:nvPr>
            <p:ph idx="1"/>
          </p:nvPr>
        </p:nvSpPr>
        <p:spPr>
          <a:xfrm>
            <a:off x="572493" y="2071316"/>
            <a:ext cx="6713552" cy="4119172"/>
          </a:xfrm>
        </p:spPr>
        <p:txBody>
          <a:bodyPr vert="horz" lIns="91440" tIns="45720" rIns="91440" bIns="45720" rtlCol="0" anchor="t">
            <a:normAutofit/>
          </a:bodyPr>
          <a:lstStyle/>
          <a:p>
            <a:pPr marL="0" indent="0" algn="ctr">
              <a:buNone/>
            </a:pPr>
            <a:r>
              <a:rPr lang="en-US" sz="2200" b="1" dirty="0">
                <a:cs typeface="Calibri" panose="020F0502020204030204"/>
              </a:rPr>
              <a:t>Springboard for the Arts</a:t>
            </a:r>
          </a:p>
          <a:p>
            <a:pPr marL="0" indent="0" algn="ctr">
              <a:buNone/>
            </a:pPr>
            <a:r>
              <a:rPr lang="en-US" sz="2200" dirty="0">
                <a:cs typeface="Calibri" panose="020F0502020204030204"/>
              </a:rPr>
              <a:t>Springboard for the Arts is an economic and community development organization for artists and by artists. Our work is about building stronger communities, neighborhoods, and economies, and we believe that artists are an important leverage point in that work. Springboard for the Arts' mission is to cultivate vibrant communities by connecting artists with the skills, information, and services they need to make a living and a life. </a:t>
            </a:r>
          </a:p>
          <a:p>
            <a:pPr marL="0" indent="0" algn="ctr">
              <a:buNone/>
            </a:pPr>
            <a:endParaRPr lang="en-US" sz="2200">
              <a:cs typeface="Calibri" panose="020F0502020204030204"/>
            </a:endParaRPr>
          </a:p>
          <a:p>
            <a:pPr marL="0" indent="0">
              <a:buNone/>
            </a:pPr>
            <a:endParaRPr lang="en-US" sz="2200">
              <a:cs typeface="Calibri" panose="020F0502020204030204"/>
            </a:endParaRPr>
          </a:p>
        </p:txBody>
      </p:sp>
      <p:pic>
        <p:nvPicPr>
          <p:cNvPr id="4" name="Picture 4" descr="A picture containing text, clipart&#10;&#10;Description automatically generated">
            <a:extLst>
              <a:ext uri="{FF2B5EF4-FFF2-40B4-BE49-F238E27FC236}">
                <a16:creationId xmlns:a16="http://schemas.microsoft.com/office/drawing/2014/main" id="{E06E214B-C09F-0CEB-C0C8-524B5CC1CA3A}"/>
              </a:ext>
            </a:extLst>
          </p:cNvPr>
          <p:cNvPicPr>
            <a:picLocks noChangeAspect="1"/>
          </p:cNvPicPr>
          <p:nvPr/>
        </p:nvPicPr>
        <p:blipFill rotWithShape="1">
          <a:blip r:embed="rId3"/>
          <a:srcRect t="675" r="-1" b="-1"/>
          <a:stretch/>
        </p:blipFill>
        <p:spPr>
          <a:xfrm>
            <a:off x="7675658" y="2093976"/>
            <a:ext cx="3941064" cy="4096512"/>
          </a:xfrm>
          <a:prstGeom prst="rect">
            <a:avLst/>
          </a:prstGeom>
        </p:spPr>
      </p:pic>
      <p:pic>
        <p:nvPicPr>
          <p:cNvPr id="5" name="Picture 4" descr="Logo&#10;&#10;Description automatically generated with medium confidence">
            <a:extLst>
              <a:ext uri="{FF2B5EF4-FFF2-40B4-BE49-F238E27FC236}">
                <a16:creationId xmlns:a16="http://schemas.microsoft.com/office/drawing/2014/main" id="{92C31D76-7E15-364F-889F-3522158D2310}"/>
              </a:ext>
            </a:extLst>
          </p:cNvPr>
          <p:cNvPicPr>
            <a:picLocks noChangeAspect="1"/>
          </p:cNvPicPr>
          <p:nvPr/>
        </p:nvPicPr>
        <p:blipFill>
          <a:blip r:embed="rId4"/>
          <a:stretch>
            <a:fillRect/>
          </a:stretch>
        </p:blipFill>
        <p:spPr>
          <a:xfrm>
            <a:off x="10684491" y="6274843"/>
            <a:ext cx="990600" cy="495300"/>
          </a:xfrm>
          <a:prstGeom prst="rect">
            <a:avLst/>
          </a:prstGeom>
        </p:spPr>
      </p:pic>
      <p:sp>
        <p:nvSpPr>
          <p:cNvPr id="6" name="Slide Number Placeholder 5">
            <a:extLst>
              <a:ext uri="{FF2B5EF4-FFF2-40B4-BE49-F238E27FC236}">
                <a16:creationId xmlns:a16="http://schemas.microsoft.com/office/drawing/2014/main" id="{4AF4898D-692F-6CF1-2A4F-4BA2C202FB1A}"/>
              </a:ext>
            </a:extLst>
          </p:cNvPr>
          <p:cNvSpPr>
            <a:spLocks noGrp="1"/>
          </p:cNvSpPr>
          <p:nvPr>
            <p:ph type="sldNum" sz="quarter" idx="12"/>
          </p:nvPr>
        </p:nvSpPr>
        <p:spPr/>
        <p:txBody>
          <a:bodyPr/>
          <a:lstStyle/>
          <a:p>
            <a:fld id="{48F63A3B-78C7-47BE-AE5E-E10140E04643}" type="slidenum">
              <a:rPr lang="en-US" dirty="0"/>
              <a:t>9</a:t>
            </a:fld>
            <a:endParaRPr lang="en-US"/>
          </a:p>
        </p:txBody>
      </p:sp>
    </p:spTree>
    <p:extLst>
      <p:ext uri="{BB962C8B-B14F-4D97-AF65-F5344CB8AC3E}">
        <p14:creationId xmlns:p14="http://schemas.microsoft.com/office/powerpoint/2010/main" val="378916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1" name="Rectangle 120">
            <a:extLst>
              <a:ext uri="{FF2B5EF4-FFF2-40B4-BE49-F238E27FC236}">
                <a16:creationId xmlns:a16="http://schemas.microsoft.com/office/drawing/2014/main" id="{8DF66CB0-1AD6-4D8C-BE70-897ADA64FE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24C3B26D-D43F-467B-B943-E20A45E780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799"/>
            <a:ext cx="6802718" cy="5486401"/>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81798F-D19B-6844-CA13-24BB83A88883}"/>
              </a:ext>
            </a:extLst>
          </p:cNvPr>
          <p:cNvSpPr>
            <a:spLocks noGrp="1"/>
          </p:cNvSpPr>
          <p:nvPr>
            <p:ph type="title"/>
          </p:nvPr>
        </p:nvSpPr>
        <p:spPr>
          <a:xfrm>
            <a:off x="1265274" y="1063256"/>
            <a:ext cx="5624624" cy="1097210"/>
          </a:xfrm>
        </p:spPr>
        <p:txBody>
          <a:bodyPr anchor="b">
            <a:normAutofit/>
          </a:bodyPr>
          <a:lstStyle/>
          <a:p>
            <a:pPr algn="ctr"/>
            <a:r>
              <a:rPr lang="en-US" sz="3200" b="1" dirty="0">
                <a:solidFill>
                  <a:srgbClr val="595959"/>
                </a:solidFill>
                <a:cs typeface="Calibri Light"/>
              </a:rPr>
              <a:t>Mission Statement: Recap</a:t>
            </a:r>
            <a:endParaRPr lang="en-US" sz="3200" b="1" dirty="0">
              <a:solidFill>
                <a:srgbClr val="595959"/>
              </a:solidFill>
            </a:endParaRPr>
          </a:p>
        </p:txBody>
      </p:sp>
      <p:sp>
        <p:nvSpPr>
          <p:cNvPr id="3" name="Content Placeholder 2">
            <a:extLst>
              <a:ext uri="{FF2B5EF4-FFF2-40B4-BE49-F238E27FC236}">
                <a16:creationId xmlns:a16="http://schemas.microsoft.com/office/drawing/2014/main" id="{F1FDBA62-A37F-E228-80EF-8CE8B66F2B74}"/>
              </a:ext>
            </a:extLst>
          </p:cNvPr>
          <p:cNvSpPr>
            <a:spLocks noGrp="1"/>
          </p:cNvSpPr>
          <p:nvPr>
            <p:ph idx="1"/>
          </p:nvPr>
        </p:nvSpPr>
        <p:spPr>
          <a:xfrm>
            <a:off x="1335801" y="2447337"/>
            <a:ext cx="5475266" cy="3156022"/>
          </a:xfrm>
        </p:spPr>
        <p:txBody>
          <a:bodyPr vert="horz" lIns="91440" tIns="45720" rIns="91440" bIns="45720" rtlCol="0" anchor="t">
            <a:normAutofit/>
          </a:bodyPr>
          <a:lstStyle/>
          <a:p>
            <a:pPr marL="0" indent="0">
              <a:buNone/>
            </a:pPr>
            <a:r>
              <a:rPr lang="en-US" sz="2000" b="1" dirty="0">
                <a:solidFill>
                  <a:srgbClr val="595959"/>
                </a:solidFill>
                <a:cs typeface="Calibri" panose="020F0502020204030204"/>
              </a:rPr>
              <a:t>Defines your business:</a:t>
            </a:r>
            <a:endParaRPr lang="en-US" sz="2000" b="1" dirty="0">
              <a:solidFill>
                <a:srgbClr val="595959"/>
              </a:solidFill>
              <a:ea typeface="Calibri"/>
              <a:cs typeface="Calibri" panose="020F0502020204030204"/>
            </a:endParaRPr>
          </a:p>
          <a:p>
            <a:r>
              <a:rPr lang="en-US" sz="2000" b="1" dirty="0">
                <a:solidFill>
                  <a:srgbClr val="595959"/>
                </a:solidFill>
                <a:cs typeface="Calibri" panose="020F0502020204030204"/>
              </a:rPr>
              <a:t>Communicates what you do in simple language</a:t>
            </a:r>
            <a:endParaRPr lang="en-US" sz="2000" b="1" dirty="0">
              <a:solidFill>
                <a:srgbClr val="595959"/>
              </a:solidFill>
              <a:ea typeface="Calibri"/>
              <a:cs typeface="Calibri" panose="020F0502020204030204"/>
            </a:endParaRPr>
          </a:p>
          <a:p>
            <a:r>
              <a:rPr lang="en-US" sz="2000" b="1" dirty="0">
                <a:solidFill>
                  <a:srgbClr val="595959"/>
                </a:solidFill>
                <a:cs typeface="Calibri" panose="020F0502020204030204"/>
              </a:rPr>
              <a:t>Leads to quantifiable objectives</a:t>
            </a:r>
            <a:endParaRPr lang="en-US" sz="2000" b="1" dirty="0">
              <a:solidFill>
                <a:srgbClr val="595959"/>
              </a:solidFill>
              <a:ea typeface="Calibri"/>
              <a:cs typeface="Calibri" panose="020F0502020204030204"/>
            </a:endParaRPr>
          </a:p>
          <a:p>
            <a:r>
              <a:rPr lang="en-US" sz="2000" b="1" dirty="0">
                <a:solidFill>
                  <a:srgbClr val="595959"/>
                </a:solidFill>
                <a:cs typeface="Calibri" panose="020F0502020204030204"/>
              </a:rPr>
              <a:t>Encourages staff support</a:t>
            </a:r>
            <a:endParaRPr lang="en-US" sz="2000" b="1" dirty="0">
              <a:solidFill>
                <a:srgbClr val="595959"/>
              </a:solidFill>
              <a:ea typeface="Calibri"/>
              <a:cs typeface="Calibri" panose="020F0502020204030204"/>
            </a:endParaRPr>
          </a:p>
          <a:p>
            <a:r>
              <a:rPr lang="en-US" sz="2000" b="1" dirty="0">
                <a:solidFill>
                  <a:srgbClr val="595959"/>
                </a:solidFill>
                <a:cs typeface="Calibri" panose="020F0502020204030204"/>
              </a:rPr>
              <a:t>Guides decision making</a:t>
            </a:r>
            <a:endParaRPr lang="en-US" sz="2000" b="1" dirty="0">
              <a:solidFill>
                <a:srgbClr val="595959"/>
              </a:solidFill>
              <a:ea typeface="Calibri"/>
              <a:cs typeface="Calibri" panose="020F0502020204030204"/>
            </a:endParaRPr>
          </a:p>
          <a:p>
            <a:r>
              <a:rPr lang="en-US" sz="2000" b="1" dirty="0">
                <a:solidFill>
                  <a:srgbClr val="595959"/>
                </a:solidFill>
                <a:cs typeface="Calibri" panose="020F0502020204030204"/>
              </a:rPr>
              <a:t>Should change if needed</a:t>
            </a:r>
            <a:endParaRPr lang="en-US" sz="2000" b="1" dirty="0">
              <a:solidFill>
                <a:srgbClr val="595959"/>
              </a:solidFill>
              <a:ea typeface="Calibri"/>
              <a:cs typeface="Calibri" panose="020F0502020204030204"/>
            </a:endParaRPr>
          </a:p>
          <a:p>
            <a:r>
              <a:rPr lang="en-US" sz="2000" b="1" dirty="0">
                <a:solidFill>
                  <a:srgbClr val="595959"/>
                </a:solidFill>
                <a:cs typeface="Calibri" panose="020F0502020204030204"/>
              </a:rPr>
              <a:t>Unifies organization in times of change</a:t>
            </a:r>
            <a:r>
              <a:rPr lang="en-US" sz="2000" dirty="0">
                <a:solidFill>
                  <a:srgbClr val="595959"/>
                </a:solidFill>
                <a:cs typeface="Calibri" panose="020F0502020204030204"/>
              </a:rPr>
              <a:t> </a:t>
            </a:r>
            <a:endParaRPr lang="en-US" sz="2000" dirty="0">
              <a:solidFill>
                <a:srgbClr val="595959"/>
              </a:solidFill>
              <a:ea typeface="Calibri"/>
              <a:cs typeface="Calibri" panose="020F0502020204030204"/>
            </a:endParaRPr>
          </a:p>
        </p:txBody>
      </p:sp>
      <p:pic>
        <p:nvPicPr>
          <p:cNvPr id="5" name="Picture 5">
            <a:extLst>
              <a:ext uri="{FF2B5EF4-FFF2-40B4-BE49-F238E27FC236}">
                <a16:creationId xmlns:a16="http://schemas.microsoft.com/office/drawing/2014/main" id="{07B2D42C-BB3C-A603-D7B7-003674B2A4B5}"/>
              </a:ext>
            </a:extLst>
          </p:cNvPr>
          <p:cNvPicPr>
            <a:picLocks noChangeAspect="1"/>
          </p:cNvPicPr>
          <p:nvPr/>
        </p:nvPicPr>
        <p:blipFill rotWithShape="1">
          <a:blip r:embed="rId3"/>
          <a:srcRect l="8086" r="11499"/>
          <a:stretch/>
        </p:blipFill>
        <p:spPr>
          <a:xfrm>
            <a:off x="7461069" y="685799"/>
            <a:ext cx="4117787" cy="5486399"/>
          </a:xfrm>
          <a:prstGeom prst="rect">
            <a:avLst/>
          </a:prstGeom>
        </p:spPr>
      </p:pic>
      <p:pic>
        <p:nvPicPr>
          <p:cNvPr id="4" name="Picture 3" descr="Logo&#10;&#10;Description automatically generated with medium confidence">
            <a:extLst>
              <a:ext uri="{FF2B5EF4-FFF2-40B4-BE49-F238E27FC236}">
                <a16:creationId xmlns:a16="http://schemas.microsoft.com/office/drawing/2014/main" id="{0B61D99D-44A0-4B73-4A18-91C65BD0082C}"/>
              </a:ext>
            </a:extLst>
          </p:cNvPr>
          <p:cNvPicPr>
            <a:picLocks noChangeAspect="1"/>
          </p:cNvPicPr>
          <p:nvPr/>
        </p:nvPicPr>
        <p:blipFill>
          <a:blip r:embed="rId4"/>
          <a:stretch>
            <a:fillRect/>
          </a:stretch>
        </p:blipFill>
        <p:spPr>
          <a:xfrm>
            <a:off x="10707238" y="6092872"/>
            <a:ext cx="990600" cy="495300"/>
          </a:xfrm>
          <a:prstGeom prst="rect">
            <a:avLst/>
          </a:prstGeom>
        </p:spPr>
      </p:pic>
      <p:sp>
        <p:nvSpPr>
          <p:cNvPr id="6" name="Slide Number Placeholder 5">
            <a:extLst>
              <a:ext uri="{FF2B5EF4-FFF2-40B4-BE49-F238E27FC236}">
                <a16:creationId xmlns:a16="http://schemas.microsoft.com/office/drawing/2014/main" id="{4DD274F4-8AF3-B542-DB7D-A3FC80B57ED9}"/>
              </a:ext>
            </a:extLst>
          </p:cNvPr>
          <p:cNvSpPr>
            <a:spLocks noGrp="1"/>
          </p:cNvSpPr>
          <p:nvPr>
            <p:ph type="sldNum" sz="quarter" idx="12"/>
          </p:nvPr>
        </p:nvSpPr>
        <p:spPr/>
        <p:txBody>
          <a:bodyPr/>
          <a:lstStyle/>
          <a:p>
            <a:fld id="{48F63A3B-78C7-47BE-AE5E-E10140E04643}" type="slidenum">
              <a:rPr lang="en-US" dirty="0"/>
              <a:t>10</a:t>
            </a:fld>
            <a:endParaRPr lang="en-US"/>
          </a:p>
        </p:txBody>
      </p:sp>
    </p:spTree>
    <p:extLst>
      <p:ext uri="{BB962C8B-B14F-4D97-AF65-F5344CB8AC3E}">
        <p14:creationId xmlns:p14="http://schemas.microsoft.com/office/powerpoint/2010/main" val="4238877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E149CDF-5DAC-4860-A285-9492CF2090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17" name="Rectangle 16">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 name="Title 1">
            <a:extLst>
              <a:ext uri="{FF2B5EF4-FFF2-40B4-BE49-F238E27FC236}">
                <a16:creationId xmlns:a16="http://schemas.microsoft.com/office/drawing/2014/main" id="{6D182C44-A112-F88C-94E6-457485F1F439}"/>
              </a:ext>
            </a:extLst>
          </p:cNvPr>
          <p:cNvSpPr>
            <a:spLocks noGrp="1"/>
          </p:cNvSpPr>
          <p:nvPr>
            <p:ph type="title"/>
          </p:nvPr>
        </p:nvSpPr>
        <p:spPr>
          <a:xfrm>
            <a:off x="1091324" y="2558407"/>
            <a:ext cx="3629555" cy="1889135"/>
          </a:xfrm>
        </p:spPr>
        <p:txBody>
          <a:bodyPr anchor="b">
            <a:normAutofit fontScale="90000"/>
          </a:bodyPr>
          <a:lstStyle/>
          <a:p>
            <a:r>
              <a:rPr lang="en-US" sz="3200" dirty="0">
                <a:cs typeface="Calibri Light"/>
              </a:rPr>
              <a:t>"Vision is the art of seeing what is invisible to others."</a:t>
            </a:r>
            <a:br>
              <a:rPr lang="en-US" sz="3000" dirty="0">
                <a:cs typeface="Calibri Light"/>
              </a:rPr>
            </a:br>
            <a:br>
              <a:rPr lang="en-US" sz="3000" dirty="0">
                <a:cs typeface="Calibri Light"/>
              </a:rPr>
            </a:br>
            <a:r>
              <a:rPr lang="en-US" sz="3000" dirty="0">
                <a:cs typeface="Calibri Light"/>
              </a:rPr>
              <a:t> Jonathon Swift</a:t>
            </a:r>
            <a:endParaRPr lang="en-US" sz="3000" dirty="0"/>
          </a:p>
        </p:txBody>
      </p:sp>
      <p:pic>
        <p:nvPicPr>
          <p:cNvPr id="4" name="Picture 4" descr="Close-up of a person&amp;#39;s eye&#10;&#10;Description automatically generated">
            <a:extLst>
              <a:ext uri="{FF2B5EF4-FFF2-40B4-BE49-F238E27FC236}">
                <a16:creationId xmlns:a16="http://schemas.microsoft.com/office/drawing/2014/main" id="{6D4F2EB2-EAA3-2906-389F-004C53213568}"/>
              </a:ext>
            </a:extLst>
          </p:cNvPr>
          <p:cNvPicPr>
            <a:picLocks noChangeAspect="1"/>
          </p:cNvPicPr>
          <p:nvPr/>
        </p:nvPicPr>
        <p:blipFill rotWithShape="1">
          <a:blip r:embed="rId4"/>
          <a:srcRect r="3833"/>
          <a:stretch/>
        </p:blipFill>
        <p:spPr>
          <a:xfrm>
            <a:off x="5359151" y="895610"/>
            <a:ext cx="6107166" cy="5058020"/>
          </a:xfrm>
          <a:prstGeom prst="rect">
            <a:avLst/>
          </a:prstGeom>
        </p:spPr>
      </p:pic>
      <p:pic>
        <p:nvPicPr>
          <p:cNvPr id="3" name="Picture 2" descr="Logo&#10;&#10;Description automatically generated with medium confidence">
            <a:extLst>
              <a:ext uri="{FF2B5EF4-FFF2-40B4-BE49-F238E27FC236}">
                <a16:creationId xmlns:a16="http://schemas.microsoft.com/office/drawing/2014/main" id="{6813DDF0-CAB3-0715-07A2-1AE3658C593B}"/>
              </a:ext>
            </a:extLst>
          </p:cNvPr>
          <p:cNvPicPr>
            <a:picLocks noChangeAspect="1"/>
          </p:cNvPicPr>
          <p:nvPr/>
        </p:nvPicPr>
        <p:blipFill>
          <a:blip r:embed="rId5"/>
          <a:stretch>
            <a:fillRect/>
          </a:stretch>
        </p:blipFill>
        <p:spPr>
          <a:xfrm>
            <a:off x="10911954" y="6286215"/>
            <a:ext cx="990600" cy="495300"/>
          </a:xfrm>
          <a:prstGeom prst="rect">
            <a:avLst/>
          </a:prstGeom>
        </p:spPr>
      </p:pic>
      <p:sp>
        <p:nvSpPr>
          <p:cNvPr id="5" name="Slide Number Placeholder 4">
            <a:extLst>
              <a:ext uri="{FF2B5EF4-FFF2-40B4-BE49-F238E27FC236}">
                <a16:creationId xmlns:a16="http://schemas.microsoft.com/office/drawing/2014/main" id="{2FABE94D-CC7F-6409-3246-9C8B98386F04}"/>
              </a:ext>
            </a:extLst>
          </p:cNvPr>
          <p:cNvSpPr>
            <a:spLocks noGrp="1"/>
          </p:cNvSpPr>
          <p:nvPr>
            <p:ph type="sldNum" sz="quarter" idx="12"/>
          </p:nvPr>
        </p:nvSpPr>
        <p:spPr/>
        <p:txBody>
          <a:bodyPr/>
          <a:lstStyle/>
          <a:p>
            <a:fld id="{48F63A3B-78C7-47BE-AE5E-E10140E04643}" type="slidenum">
              <a:rPr lang="en-US" dirty="0"/>
              <a:t>11</a:t>
            </a:fld>
            <a:endParaRPr lang="en-US"/>
          </a:p>
        </p:txBody>
      </p:sp>
    </p:spTree>
    <p:extLst>
      <p:ext uri="{BB962C8B-B14F-4D97-AF65-F5344CB8AC3E}">
        <p14:creationId xmlns:p14="http://schemas.microsoft.com/office/powerpoint/2010/main" val="2274995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BF4DF2C-F028-4921-9C23-41303F650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58B3569-73B2-4D05-8E95-886A6EE1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Content Placeholder 2">
            <a:extLst>
              <a:ext uri="{FF2B5EF4-FFF2-40B4-BE49-F238E27FC236}">
                <a16:creationId xmlns:a16="http://schemas.microsoft.com/office/drawing/2014/main" id="{441A9BC5-EC77-1297-79E3-6D463062989F}"/>
              </a:ext>
            </a:extLst>
          </p:cNvPr>
          <p:cNvSpPr>
            <a:spLocks noGrp="1"/>
          </p:cNvSpPr>
          <p:nvPr>
            <p:ph idx="1"/>
          </p:nvPr>
        </p:nvSpPr>
        <p:spPr>
          <a:xfrm>
            <a:off x="653845" y="1921213"/>
            <a:ext cx="4412417" cy="1031537"/>
          </a:xfrm>
        </p:spPr>
        <p:txBody>
          <a:bodyPr vert="horz" lIns="91440" tIns="45720" rIns="91440" bIns="45720" rtlCol="0" anchor="t">
            <a:noAutofit/>
          </a:bodyPr>
          <a:lstStyle/>
          <a:p>
            <a:pPr marL="0" indent="0" algn="r">
              <a:buNone/>
            </a:pPr>
            <a:r>
              <a:rPr lang="en-US" sz="5400" kern="1200" dirty="0">
                <a:solidFill>
                  <a:srgbClr val="FFFFFF"/>
                </a:solidFill>
                <a:latin typeface="+mn-lt"/>
                <a:ea typeface="+mn-ea"/>
                <a:cs typeface="+mn-cs"/>
              </a:rPr>
              <a:t>A statement that describes a desired future </a:t>
            </a:r>
            <a:endParaRPr lang="en-US" sz="5400" kern="1200" dirty="0">
              <a:solidFill>
                <a:srgbClr val="FFFFFF"/>
              </a:solidFill>
              <a:latin typeface="+mn-lt"/>
              <a:cs typeface="Calibri"/>
            </a:endParaRPr>
          </a:p>
        </p:txBody>
      </p:sp>
      <p:cxnSp>
        <p:nvCxnSpPr>
          <p:cNvPr id="13" name="Straight Connector 12">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322" y="1589368"/>
            <a:ext cx="0" cy="5259754"/>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pic>
        <p:nvPicPr>
          <p:cNvPr id="4" name="Picture 4" descr="A picture containing bicycle, watch, metal&#10;&#10;Description automatically generated">
            <a:extLst>
              <a:ext uri="{FF2B5EF4-FFF2-40B4-BE49-F238E27FC236}">
                <a16:creationId xmlns:a16="http://schemas.microsoft.com/office/drawing/2014/main" id="{D34D1515-88B6-0571-7265-A1E386668C8B}"/>
              </a:ext>
            </a:extLst>
          </p:cNvPr>
          <p:cNvPicPr>
            <a:picLocks noChangeAspect="1"/>
          </p:cNvPicPr>
          <p:nvPr/>
        </p:nvPicPr>
        <p:blipFill>
          <a:blip r:embed="rId3"/>
          <a:stretch>
            <a:fillRect/>
          </a:stretch>
        </p:blipFill>
        <p:spPr>
          <a:xfrm>
            <a:off x="6472225" y="1598246"/>
            <a:ext cx="4693533" cy="4719754"/>
          </a:xfrm>
          <a:prstGeom prst="rect">
            <a:avLst/>
          </a:prstGeom>
        </p:spPr>
      </p:pic>
      <p:grpSp>
        <p:nvGrpSpPr>
          <p:cNvPr id="15" name="Group 14">
            <a:extLst>
              <a:ext uri="{FF2B5EF4-FFF2-40B4-BE49-F238E27FC236}">
                <a16:creationId xmlns:a16="http://schemas.microsoft.com/office/drawing/2014/main" id="{892B7B61-D701-474B-AE8F-EA238B550A7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12034" y="1267063"/>
            <a:ext cx="368480" cy="519967"/>
            <a:chOff x="11512034" y="1267063"/>
            <a:chExt cx="368480" cy="519967"/>
          </a:xfrm>
          <a:solidFill>
            <a:srgbClr val="FFFFFF"/>
          </a:solidFill>
        </p:grpSpPr>
        <p:sp>
          <p:nvSpPr>
            <p:cNvPr id="16" name="Graphic 17">
              <a:extLst>
                <a:ext uri="{FF2B5EF4-FFF2-40B4-BE49-F238E27FC236}">
                  <a16:creationId xmlns:a16="http://schemas.microsoft.com/office/drawing/2014/main" id="{B71758F4-3F46-45DA-8AC5-4E508DA080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12034" y="1267063"/>
              <a:ext cx="139037" cy="139039"/>
            </a:xfrm>
            <a:custGeom>
              <a:avLst/>
              <a:gdLst>
                <a:gd name="connsiteX0" fmla="*/ 129600 w 139037"/>
                <a:gd name="connsiteY0" fmla="*/ 60082 h 139039"/>
                <a:gd name="connsiteX1" fmla="*/ 78955 w 139037"/>
                <a:gd name="connsiteY1" fmla="*/ 60082 h 139039"/>
                <a:gd name="connsiteX2" fmla="*/ 78955 w 139037"/>
                <a:gd name="connsiteY2" fmla="*/ 9437 h 139039"/>
                <a:gd name="connsiteX3" fmla="*/ 69519 w 139037"/>
                <a:gd name="connsiteY3" fmla="*/ 0 h 139039"/>
                <a:gd name="connsiteX4" fmla="*/ 60082 w 139037"/>
                <a:gd name="connsiteY4" fmla="*/ 9437 h 139039"/>
                <a:gd name="connsiteX5" fmla="*/ 60082 w 139037"/>
                <a:gd name="connsiteY5" fmla="*/ 60082 h 139039"/>
                <a:gd name="connsiteX6" fmla="*/ 9437 w 139037"/>
                <a:gd name="connsiteY6" fmla="*/ 60082 h 139039"/>
                <a:gd name="connsiteX7" fmla="*/ 0 w 139037"/>
                <a:gd name="connsiteY7" fmla="*/ 69520 h 139039"/>
                <a:gd name="connsiteX8" fmla="*/ 9437 w 139037"/>
                <a:gd name="connsiteY8" fmla="*/ 78957 h 139039"/>
                <a:gd name="connsiteX9" fmla="*/ 60082 w 139037"/>
                <a:gd name="connsiteY9" fmla="*/ 78957 h 139039"/>
                <a:gd name="connsiteX10" fmla="*/ 60082 w 139037"/>
                <a:gd name="connsiteY10" fmla="*/ 129602 h 139039"/>
                <a:gd name="connsiteX11" fmla="*/ 69519 w 139037"/>
                <a:gd name="connsiteY11" fmla="*/ 139039 h 139039"/>
                <a:gd name="connsiteX12" fmla="*/ 78955 w 139037"/>
                <a:gd name="connsiteY12" fmla="*/ 129602 h 139039"/>
                <a:gd name="connsiteX13" fmla="*/ 78955 w 139037"/>
                <a:gd name="connsiteY13" fmla="*/ 78957 h 139039"/>
                <a:gd name="connsiteX14" fmla="*/ 129600 w 139037"/>
                <a:gd name="connsiteY14" fmla="*/ 78957 h 139039"/>
                <a:gd name="connsiteX15" fmla="*/ 139037 w 139037"/>
                <a:gd name="connsiteY15" fmla="*/ 69520 h 139039"/>
                <a:gd name="connsiteX16" fmla="*/ 129600 w 139037"/>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7" h="139039">
                  <a:moveTo>
                    <a:pt x="129600" y="60082"/>
                  </a:moveTo>
                  <a:lnTo>
                    <a:pt x="78955" y="60082"/>
                  </a:lnTo>
                  <a:lnTo>
                    <a:pt x="78955" y="9437"/>
                  </a:lnTo>
                  <a:cubicBezTo>
                    <a:pt x="78955" y="4225"/>
                    <a:pt x="74730" y="0"/>
                    <a:pt x="69519" y="0"/>
                  </a:cubicBezTo>
                  <a:cubicBezTo>
                    <a:pt x="64307"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7" y="139039"/>
                    <a:pt x="69519" y="139039"/>
                  </a:cubicBezTo>
                  <a:cubicBezTo>
                    <a:pt x="74730" y="139039"/>
                    <a:pt x="78955" y="134814"/>
                    <a:pt x="78955" y="129602"/>
                  </a:cubicBezTo>
                  <a:lnTo>
                    <a:pt x="78955" y="78957"/>
                  </a:lnTo>
                  <a:lnTo>
                    <a:pt x="129600" y="78957"/>
                  </a:lnTo>
                  <a:cubicBezTo>
                    <a:pt x="134812" y="78957"/>
                    <a:pt x="139037" y="74731"/>
                    <a:pt x="139037" y="69520"/>
                  </a:cubicBezTo>
                  <a:cubicBezTo>
                    <a:pt x="139037" y="64308"/>
                    <a:pt x="134812" y="60082"/>
                    <a:pt x="129600" y="60082"/>
                  </a:cubicBezTo>
                  <a:close/>
                </a:path>
              </a:pathLst>
            </a:custGeom>
            <a:grpFill/>
            <a:ln w="603" cap="flat">
              <a:noFill/>
              <a:prstDash val="solid"/>
              <a:miter/>
            </a:ln>
          </p:spPr>
          <p:txBody>
            <a:bodyPr rtlCol="0" anchor="ctr"/>
            <a:lstStyle/>
            <a:p>
              <a:endParaRPr lang="en-US">
                <a:solidFill>
                  <a:srgbClr val="FFFFFF"/>
                </a:solidFill>
              </a:endParaRPr>
            </a:p>
          </p:txBody>
        </p:sp>
        <p:sp>
          <p:nvSpPr>
            <p:cNvPr id="17" name="Graphic 21">
              <a:extLst>
                <a:ext uri="{FF2B5EF4-FFF2-40B4-BE49-F238E27FC236}">
                  <a16:creationId xmlns:a16="http://schemas.microsoft.com/office/drawing/2014/main" id="{8D61482F-F3C5-4D66-8C5D-C6BBE3E127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752801" y="1659316"/>
              <a:ext cx="127713" cy="127714"/>
            </a:xfrm>
            <a:custGeom>
              <a:avLst/>
              <a:gdLst>
                <a:gd name="connsiteX0" fmla="*/ 63857 w 127713"/>
                <a:gd name="connsiteY0" fmla="*/ 18874 h 127714"/>
                <a:gd name="connsiteX1" fmla="*/ 108839 w 127713"/>
                <a:gd name="connsiteY1" fmla="*/ 63857 h 127714"/>
                <a:gd name="connsiteX2" fmla="*/ 63857 w 127713"/>
                <a:gd name="connsiteY2" fmla="*/ 108840 h 127714"/>
                <a:gd name="connsiteX3" fmla="*/ 18874 w 127713"/>
                <a:gd name="connsiteY3" fmla="*/ 63857 h 127714"/>
                <a:gd name="connsiteX4" fmla="*/ 63857 w 127713"/>
                <a:gd name="connsiteY4" fmla="*/ 18874 h 127714"/>
                <a:gd name="connsiteX5" fmla="*/ 63857 w 127713"/>
                <a:gd name="connsiteY5" fmla="*/ 0 h 127714"/>
                <a:gd name="connsiteX6" fmla="*/ 0 w 127713"/>
                <a:gd name="connsiteY6" fmla="*/ 63857 h 127714"/>
                <a:gd name="connsiteX7" fmla="*/ 63857 w 127713"/>
                <a:gd name="connsiteY7" fmla="*/ 127714 h 127714"/>
                <a:gd name="connsiteX8" fmla="*/ 127713 w 127713"/>
                <a:gd name="connsiteY8" fmla="*/ 63857 h 127714"/>
                <a:gd name="connsiteX9" fmla="*/ 63857 w 127713"/>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4">
                  <a:moveTo>
                    <a:pt x="63857" y="18874"/>
                  </a:moveTo>
                  <a:cubicBezTo>
                    <a:pt x="88700" y="18874"/>
                    <a:pt x="108839" y="39014"/>
                    <a:pt x="108839" y="63857"/>
                  </a:cubicBezTo>
                  <a:cubicBezTo>
                    <a:pt x="108839" y="88700"/>
                    <a:pt x="88700" y="108840"/>
                    <a:pt x="63857" y="108840"/>
                  </a:cubicBezTo>
                  <a:cubicBezTo>
                    <a:pt x="39013" y="108840"/>
                    <a:pt x="18874" y="88700"/>
                    <a:pt x="18874" y="63857"/>
                  </a:cubicBezTo>
                  <a:cubicBezTo>
                    <a:pt x="18898" y="39024"/>
                    <a:pt x="39023" y="18898"/>
                    <a:pt x="63857" y="18874"/>
                  </a:cubicBezTo>
                  <a:moveTo>
                    <a:pt x="63857" y="0"/>
                  </a:moveTo>
                  <a:cubicBezTo>
                    <a:pt x="28590" y="0"/>
                    <a:pt x="0" y="28590"/>
                    <a:pt x="0" y="63857"/>
                  </a:cubicBezTo>
                  <a:cubicBezTo>
                    <a:pt x="0" y="99124"/>
                    <a:pt x="28590" y="127714"/>
                    <a:pt x="63857" y="127714"/>
                  </a:cubicBezTo>
                  <a:cubicBezTo>
                    <a:pt x="99124" y="127714"/>
                    <a:pt x="127713" y="99124"/>
                    <a:pt x="127713" y="63857"/>
                  </a:cubicBezTo>
                  <a:cubicBezTo>
                    <a:pt x="127713" y="28590"/>
                    <a:pt x="99124" y="0"/>
                    <a:pt x="63857" y="0"/>
                  </a:cubicBezTo>
                  <a:close/>
                </a:path>
              </a:pathLst>
            </a:custGeom>
            <a:grpFill/>
            <a:ln w="610" cap="flat">
              <a:noFill/>
              <a:prstDash val="solid"/>
              <a:miter/>
            </a:ln>
          </p:spPr>
          <p:txBody>
            <a:bodyPr rtlCol="0" anchor="ctr"/>
            <a:lstStyle/>
            <a:p>
              <a:endParaRPr lang="en-US">
                <a:solidFill>
                  <a:srgbClr val="FFFFFF"/>
                </a:solidFill>
              </a:endParaRPr>
            </a:p>
          </p:txBody>
        </p:sp>
      </p:grpSp>
      <p:pic>
        <p:nvPicPr>
          <p:cNvPr id="2" name="Picture 1" descr="Logo&#10;&#10;Description automatically generated with medium confidence">
            <a:extLst>
              <a:ext uri="{FF2B5EF4-FFF2-40B4-BE49-F238E27FC236}">
                <a16:creationId xmlns:a16="http://schemas.microsoft.com/office/drawing/2014/main" id="{2E0E7A4B-A998-A464-3D47-A706532ACBA3}"/>
              </a:ext>
            </a:extLst>
          </p:cNvPr>
          <p:cNvPicPr>
            <a:picLocks noChangeAspect="1"/>
          </p:cNvPicPr>
          <p:nvPr/>
        </p:nvPicPr>
        <p:blipFill>
          <a:blip r:embed="rId4"/>
          <a:stretch>
            <a:fillRect/>
          </a:stretch>
        </p:blipFill>
        <p:spPr>
          <a:xfrm>
            <a:off x="11071178" y="6183857"/>
            <a:ext cx="990600" cy="495300"/>
          </a:xfrm>
          <a:prstGeom prst="rect">
            <a:avLst/>
          </a:prstGeom>
        </p:spPr>
      </p:pic>
      <p:sp>
        <p:nvSpPr>
          <p:cNvPr id="5" name="Slide Number Placeholder 4">
            <a:extLst>
              <a:ext uri="{FF2B5EF4-FFF2-40B4-BE49-F238E27FC236}">
                <a16:creationId xmlns:a16="http://schemas.microsoft.com/office/drawing/2014/main" id="{6A89EF76-24D7-EE5C-3236-064C0BB637EB}"/>
              </a:ext>
            </a:extLst>
          </p:cNvPr>
          <p:cNvSpPr>
            <a:spLocks noGrp="1"/>
          </p:cNvSpPr>
          <p:nvPr>
            <p:ph type="sldNum" sz="quarter" idx="12"/>
          </p:nvPr>
        </p:nvSpPr>
        <p:spPr/>
        <p:txBody>
          <a:bodyPr/>
          <a:lstStyle/>
          <a:p>
            <a:fld id="{48F63A3B-78C7-47BE-AE5E-E10140E04643}" type="slidenum">
              <a:rPr lang="en-US" dirty="0"/>
              <a:t>12</a:t>
            </a:fld>
            <a:endParaRPr lang="en-US"/>
          </a:p>
        </p:txBody>
      </p:sp>
    </p:spTree>
    <p:extLst>
      <p:ext uri="{BB962C8B-B14F-4D97-AF65-F5344CB8AC3E}">
        <p14:creationId xmlns:p14="http://schemas.microsoft.com/office/powerpoint/2010/main" val="37698651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 name="Rectangle 8">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321732"/>
            <a:ext cx="7058307" cy="1964266"/>
          </a:xfrm>
          <a:prstGeom prst="rect">
            <a:avLst/>
          </a:prstGeom>
          <a:solidFill>
            <a:srgbClr val="364D68">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AFA50F1-154C-E9E6-9F70-134597B4A5E4}"/>
              </a:ext>
            </a:extLst>
          </p:cNvPr>
          <p:cNvSpPr>
            <a:spLocks noGrp="1"/>
          </p:cNvSpPr>
          <p:nvPr>
            <p:ph type="title"/>
          </p:nvPr>
        </p:nvSpPr>
        <p:spPr>
          <a:xfrm>
            <a:off x="524256" y="491260"/>
            <a:ext cx="6594189" cy="1625210"/>
          </a:xfrm>
        </p:spPr>
        <p:txBody>
          <a:bodyPr>
            <a:normAutofit/>
          </a:bodyPr>
          <a:lstStyle/>
          <a:p>
            <a:pPr algn="ctr"/>
            <a:r>
              <a:rPr lang="en-US" dirty="0">
                <a:solidFill>
                  <a:srgbClr val="FFFFFF"/>
                </a:solidFill>
                <a:cs typeface="Calibri Light"/>
              </a:rPr>
              <a:t>Vision Statement </a:t>
            </a:r>
          </a:p>
        </p:txBody>
      </p:sp>
      <p:pic>
        <p:nvPicPr>
          <p:cNvPr id="4" name="Picture 4" descr="A picture containing graphical user interface&#10;&#10;Description automatically generated">
            <a:extLst>
              <a:ext uri="{FF2B5EF4-FFF2-40B4-BE49-F238E27FC236}">
                <a16:creationId xmlns:a16="http://schemas.microsoft.com/office/drawing/2014/main" id="{63835CAC-68A1-C11D-6163-8B2B81BCA512}"/>
              </a:ext>
            </a:extLst>
          </p:cNvPr>
          <p:cNvPicPr>
            <a:picLocks noChangeAspect="1"/>
          </p:cNvPicPr>
          <p:nvPr/>
        </p:nvPicPr>
        <p:blipFill rotWithShape="1">
          <a:blip r:embed="rId3"/>
          <a:srcRect r="-1" b="16499"/>
          <a:stretch/>
        </p:blipFill>
        <p:spPr>
          <a:xfrm>
            <a:off x="327547" y="2454903"/>
            <a:ext cx="7058306" cy="4080254"/>
          </a:xfrm>
          <a:prstGeom prst="rect">
            <a:avLst/>
          </a:prstGeom>
        </p:spPr>
      </p:pic>
      <p:sp>
        <p:nvSpPr>
          <p:cNvPr id="75" name="Rectangle 10">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6975" y="321732"/>
            <a:ext cx="4313293"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AA63E4D8-2B1E-4A63-1D53-E3CE2A4B23E4}"/>
              </a:ext>
            </a:extLst>
          </p:cNvPr>
          <p:cNvSpPr>
            <a:spLocks noGrp="1"/>
          </p:cNvSpPr>
          <p:nvPr>
            <p:ph idx="1"/>
          </p:nvPr>
        </p:nvSpPr>
        <p:spPr>
          <a:xfrm>
            <a:off x="8029319" y="917725"/>
            <a:ext cx="3424739" cy="4852362"/>
          </a:xfrm>
        </p:spPr>
        <p:txBody>
          <a:bodyPr vert="horz" lIns="91440" tIns="45720" rIns="91440" bIns="45720" rtlCol="0" anchor="ctr">
            <a:normAutofit/>
          </a:bodyPr>
          <a:lstStyle/>
          <a:p>
            <a:pPr marL="0" indent="0" algn="ctr">
              <a:buNone/>
            </a:pPr>
            <a:r>
              <a:rPr lang="en-US" sz="2000" dirty="0">
                <a:solidFill>
                  <a:srgbClr val="FFFFFF"/>
                </a:solidFill>
                <a:cs typeface="Calibri"/>
              </a:rPr>
              <a:t>Disability Rights Washington envisions a society where all people are treated with equality, dignity and respect for their expressed choices, and who have equal opportunities to participate in a society where abilities, rather than abilities, are recognized. </a:t>
            </a:r>
            <a:endParaRPr lang="en-US" dirty="0"/>
          </a:p>
        </p:txBody>
      </p:sp>
      <p:pic>
        <p:nvPicPr>
          <p:cNvPr id="5" name="Picture 4" descr="Logo&#10;&#10;Description automatically generated with medium confidence">
            <a:extLst>
              <a:ext uri="{FF2B5EF4-FFF2-40B4-BE49-F238E27FC236}">
                <a16:creationId xmlns:a16="http://schemas.microsoft.com/office/drawing/2014/main" id="{08562432-CB86-C640-B08C-9E7A731D5ED7}"/>
              </a:ext>
            </a:extLst>
          </p:cNvPr>
          <p:cNvPicPr>
            <a:picLocks noChangeAspect="1"/>
          </p:cNvPicPr>
          <p:nvPr/>
        </p:nvPicPr>
        <p:blipFill>
          <a:blip r:embed="rId4"/>
          <a:stretch>
            <a:fillRect/>
          </a:stretch>
        </p:blipFill>
        <p:spPr>
          <a:xfrm>
            <a:off x="11116670" y="6195231"/>
            <a:ext cx="990600" cy="495300"/>
          </a:xfrm>
          <a:prstGeom prst="rect">
            <a:avLst/>
          </a:prstGeom>
        </p:spPr>
      </p:pic>
      <p:sp>
        <p:nvSpPr>
          <p:cNvPr id="6" name="Slide Number Placeholder 5">
            <a:extLst>
              <a:ext uri="{FF2B5EF4-FFF2-40B4-BE49-F238E27FC236}">
                <a16:creationId xmlns:a16="http://schemas.microsoft.com/office/drawing/2014/main" id="{3BA969D1-3F75-1B4A-F156-517FC675B73D}"/>
              </a:ext>
            </a:extLst>
          </p:cNvPr>
          <p:cNvSpPr>
            <a:spLocks noGrp="1"/>
          </p:cNvSpPr>
          <p:nvPr>
            <p:ph type="sldNum" sz="quarter" idx="12"/>
          </p:nvPr>
        </p:nvSpPr>
        <p:spPr/>
        <p:txBody>
          <a:bodyPr/>
          <a:lstStyle/>
          <a:p>
            <a:fld id="{48F63A3B-78C7-47BE-AE5E-E10140E04643}" type="slidenum">
              <a:rPr lang="en-US" dirty="0"/>
              <a:t>13</a:t>
            </a:fld>
            <a:endParaRPr lang="en-US"/>
          </a:p>
        </p:txBody>
      </p:sp>
    </p:spTree>
    <p:extLst>
      <p:ext uri="{BB962C8B-B14F-4D97-AF65-F5344CB8AC3E}">
        <p14:creationId xmlns:p14="http://schemas.microsoft.com/office/powerpoint/2010/main" val="3246694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F40FBDA-CEB1-40F0-9AB9-BD9C402D70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White puzzle with one red piece">
            <a:extLst>
              <a:ext uri="{FF2B5EF4-FFF2-40B4-BE49-F238E27FC236}">
                <a16:creationId xmlns:a16="http://schemas.microsoft.com/office/drawing/2014/main" id="{6F7E0CB8-38E6-0F47-21D1-406C308DFD3B}"/>
              </a:ext>
            </a:extLst>
          </p:cNvPr>
          <p:cNvPicPr>
            <a:picLocks noChangeAspect="1"/>
          </p:cNvPicPr>
          <p:nvPr/>
        </p:nvPicPr>
        <p:blipFill rotWithShape="1">
          <a:blip r:embed="rId3">
            <a:alphaModFix amt="45000"/>
          </a:blip>
          <a:srcRect r="-2" b="-2"/>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0344D4FE-ABEF-4230-9E4E-AD5782FC7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noFill/>
          <a:ln w="9525" cap="sq" cmpd="sng" algn="ctr">
            <a:solidFill>
              <a:schemeClr val="tx1">
                <a:lumMod val="75000"/>
                <a:lumOff val="25000"/>
              </a:schemeClr>
            </a:solidFill>
            <a:prstDash val="solid"/>
            <a:miter lim="800000"/>
          </a:ln>
          <a:effectLst>
            <a:softEdge rad="0"/>
          </a:effectLst>
        </p:spPr>
      </p:sp>
      <p:sp>
        <p:nvSpPr>
          <p:cNvPr id="2" name="Title 1">
            <a:extLst>
              <a:ext uri="{FF2B5EF4-FFF2-40B4-BE49-F238E27FC236}">
                <a16:creationId xmlns:a16="http://schemas.microsoft.com/office/drawing/2014/main" id="{1266AD94-0968-CCF3-983D-E4A0BD769617}"/>
              </a:ext>
            </a:extLst>
          </p:cNvPr>
          <p:cNvSpPr>
            <a:spLocks noGrp="1"/>
          </p:cNvSpPr>
          <p:nvPr>
            <p:ph type="title"/>
          </p:nvPr>
        </p:nvSpPr>
        <p:spPr>
          <a:xfrm>
            <a:off x="1769532" y="1695576"/>
            <a:ext cx="8652938" cy="2857191"/>
          </a:xfrm>
        </p:spPr>
        <p:txBody>
          <a:bodyPr vert="horz" lIns="91440" tIns="45720" rIns="91440" bIns="45720" rtlCol="0" anchor="ctr">
            <a:normAutofit/>
          </a:bodyPr>
          <a:lstStyle/>
          <a:p>
            <a:pPr algn="ctr"/>
            <a:r>
              <a:rPr lang="en-US" sz="5000"/>
              <a:t>The Arc of Macomb County will be a center of excellence in supporting anyone associated with the Arc. </a:t>
            </a:r>
          </a:p>
        </p:txBody>
      </p:sp>
      <p:sp>
        <p:nvSpPr>
          <p:cNvPr id="13" name="Rectangle 12">
            <a:extLst>
              <a:ext uri="{FF2B5EF4-FFF2-40B4-BE49-F238E27FC236}">
                <a16:creationId xmlns:a16="http://schemas.microsoft.com/office/drawing/2014/main" id="{9325F979-D3F9-4926-81B7-7ACCB31A50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9525" cap="sq" cmpd="sng" algn="ctr">
            <a:solidFill>
              <a:schemeClr val="tx1">
                <a:lumMod val="75000"/>
                <a:lumOff val="25000"/>
                <a:alpha val="80000"/>
              </a:schemeClr>
            </a:solidFill>
            <a:prstDash val="solid"/>
            <a:miter lim="800000"/>
          </a:ln>
          <a:effectLst/>
        </p:spPr>
      </p:sp>
      <p:pic>
        <p:nvPicPr>
          <p:cNvPr id="4" name="Picture 3" descr="Logo&#10;&#10;Description automatically generated with medium confidence">
            <a:extLst>
              <a:ext uri="{FF2B5EF4-FFF2-40B4-BE49-F238E27FC236}">
                <a16:creationId xmlns:a16="http://schemas.microsoft.com/office/drawing/2014/main" id="{AA75D041-99D7-497A-B1A8-BF6331A14714}"/>
              </a:ext>
            </a:extLst>
          </p:cNvPr>
          <p:cNvPicPr>
            <a:picLocks noChangeAspect="1"/>
          </p:cNvPicPr>
          <p:nvPr/>
        </p:nvPicPr>
        <p:blipFill>
          <a:blip r:embed="rId4"/>
          <a:stretch>
            <a:fillRect/>
          </a:stretch>
        </p:blipFill>
        <p:spPr>
          <a:xfrm>
            <a:off x="11116670" y="6195231"/>
            <a:ext cx="990600" cy="495300"/>
          </a:xfrm>
          <a:prstGeom prst="rect">
            <a:avLst/>
          </a:prstGeom>
        </p:spPr>
      </p:pic>
      <p:sp>
        <p:nvSpPr>
          <p:cNvPr id="3" name="Slide Number Placeholder 2">
            <a:extLst>
              <a:ext uri="{FF2B5EF4-FFF2-40B4-BE49-F238E27FC236}">
                <a16:creationId xmlns:a16="http://schemas.microsoft.com/office/drawing/2014/main" id="{60FBBD7E-5608-A004-E89C-0151632FD286}"/>
              </a:ext>
            </a:extLst>
          </p:cNvPr>
          <p:cNvSpPr>
            <a:spLocks noGrp="1"/>
          </p:cNvSpPr>
          <p:nvPr>
            <p:ph type="sldNum" sz="quarter" idx="12"/>
          </p:nvPr>
        </p:nvSpPr>
        <p:spPr/>
        <p:txBody>
          <a:bodyPr/>
          <a:lstStyle/>
          <a:p>
            <a:fld id="{48F63A3B-78C7-47BE-AE5E-E10140E04643}" type="slidenum">
              <a:rPr lang="en-US" dirty="0"/>
              <a:t>14</a:t>
            </a:fld>
            <a:endParaRPr lang="en-US"/>
          </a:p>
        </p:txBody>
      </p:sp>
    </p:spTree>
    <p:extLst>
      <p:ext uri="{BB962C8B-B14F-4D97-AF65-F5344CB8AC3E}">
        <p14:creationId xmlns:p14="http://schemas.microsoft.com/office/powerpoint/2010/main" val="3788124477"/>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963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Color Cover">
            <a:extLst>
              <a:ext uri="{FF2B5EF4-FFF2-40B4-BE49-F238E27FC236}">
                <a16:creationId xmlns:a16="http://schemas.microsoft.com/office/drawing/2014/main" id="{8B2B1708-8CE4-4A20-94F5-55118AE2C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4119"/>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2" name="Group 51">
            <a:extLst>
              <a:ext uri="{FF2B5EF4-FFF2-40B4-BE49-F238E27FC236}">
                <a16:creationId xmlns:a16="http://schemas.microsoft.com/office/drawing/2014/main" id="{5D095D3E-C464-41D5-87FA-07742698A72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53" name="Color">
              <a:extLst>
                <a:ext uri="{FF2B5EF4-FFF2-40B4-BE49-F238E27FC236}">
                  <a16:creationId xmlns:a16="http://schemas.microsoft.com/office/drawing/2014/main" id="{7722DCE9-76F1-42AC-AC0A-487CFB0873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Color">
              <a:extLst>
                <a:ext uri="{FF2B5EF4-FFF2-40B4-BE49-F238E27FC236}">
                  <a16:creationId xmlns:a16="http://schemas.microsoft.com/office/drawing/2014/main" id="{B29A5FA1-D0E7-448B-AB7D-032F01D5B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6" name="Color">
            <a:extLst>
              <a:ext uri="{FF2B5EF4-FFF2-40B4-BE49-F238E27FC236}">
                <a16:creationId xmlns:a16="http://schemas.microsoft.com/office/drawing/2014/main" id="{C58F402F-FDB5-409B-8818-B6FCE06E57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2804" y="598259"/>
            <a:ext cx="10889442" cy="5680742"/>
          </a:xfrm>
          <a:prstGeom prst="rect">
            <a:avLst/>
          </a:prstGeom>
          <a:solidFill>
            <a:srgbClr val="F0F7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5" descr="A picture containing text, blackboard, businesscard&#10;&#10;Description automatically generated">
            <a:extLst>
              <a:ext uri="{FF2B5EF4-FFF2-40B4-BE49-F238E27FC236}">
                <a16:creationId xmlns:a16="http://schemas.microsoft.com/office/drawing/2014/main" id="{A3371316-058D-B88A-6BA5-0E024901F1FD}"/>
              </a:ext>
            </a:extLst>
          </p:cNvPr>
          <p:cNvPicPr>
            <a:picLocks noGrp="1" noChangeAspect="1"/>
          </p:cNvPicPr>
          <p:nvPr>
            <p:ph idx="1"/>
          </p:nvPr>
        </p:nvPicPr>
        <p:blipFill>
          <a:blip r:embed="rId3"/>
          <a:stretch>
            <a:fillRect/>
          </a:stretch>
        </p:blipFill>
        <p:spPr>
          <a:xfrm>
            <a:off x="4747307" y="1220684"/>
            <a:ext cx="6711526" cy="4405865"/>
          </a:xfrm>
          <a:prstGeom prst="rect">
            <a:avLst/>
          </a:prstGeom>
        </p:spPr>
      </p:pic>
      <p:grpSp>
        <p:nvGrpSpPr>
          <p:cNvPr id="58" name="Group 57">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59" name="Freeform: Shape 58">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0" name="Freeform: Shape 59">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1" name="Freeform: Shape 60">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2" name="Freeform: Shape 61">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3" name="Freeform: Shape 62">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4" name="Freeform: Shape 63">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5" name="Freeform: Shape 64">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E695AF01-766D-EF83-CE3C-EBD83F6DFC7E}"/>
              </a:ext>
            </a:extLst>
          </p:cNvPr>
          <p:cNvSpPr>
            <a:spLocks noGrp="1"/>
          </p:cNvSpPr>
          <p:nvPr>
            <p:ph type="title"/>
          </p:nvPr>
        </p:nvSpPr>
        <p:spPr>
          <a:xfrm>
            <a:off x="1012644" y="842332"/>
            <a:ext cx="3585114" cy="2782056"/>
          </a:xfrm>
        </p:spPr>
        <p:txBody>
          <a:bodyPr vert="horz" lIns="91440" tIns="45720" rIns="91440" bIns="45720" rtlCol="0" anchor="b">
            <a:normAutofit/>
          </a:bodyPr>
          <a:lstStyle/>
          <a:p>
            <a:pPr algn="ctr"/>
            <a:r>
              <a:rPr lang="en-US" sz="6000" kern="1200" dirty="0">
                <a:solidFill>
                  <a:schemeClr val="tx2"/>
                </a:solidFill>
                <a:latin typeface="+mj-lt"/>
                <a:ea typeface="+mj-ea"/>
                <a:cs typeface="+mj-cs"/>
              </a:rPr>
              <a:t>Values</a:t>
            </a:r>
            <a:endParaRPr lang="en-US" sz="6000" dirty="0">
              <a:solidFill>
                <a:schemeClr val="tx2"/>
              </a:solidFill>
              <a:ea typeface="+mj-ea"/>
              <a:cs typeface="+mj-cs"/>
            </a:endParaRPr>
          </a:p>
        </p:txBody>
      </p:sp>
      <p:pic>
        <p:nvPicPr>
          <p:cNvPr id="4" name="Picture 3" descr="Logo&#10;&#10;Description automatically generated with medium confidence">
            <a:extLst>
              <a:ext uri="{FF2B5EF4-FFF2-40B4-BE49-F238E27FC236}">
                <a16:creationId xmlns:a16="http://schemas.microsoft.com/office/drawing/2014/main" id="{3F7EDDB4-E2AF-30A6-88F0-B9DD95A99765}"/>
              </a:ext>
            </a:extLst>
          </p:cNvPr>
          <p:cNvPicPr>
            <a:picLocks noChangeAspect="1"/>
          </p:cNvPicPr>
          <p:nvPr/>
        </p:nvPicPr>
        <p:blipFill>
          <a:blip r:embed="rId4"/>
          <a:stretch>
            <a:fillRect/>
          </a:stretch>
        </p:blipFill>
        <p:spPr>
          <a:xfrm>
            <a:off x="11116670" y="6195231"/>
            <a:ext cx="990600" cy="495300"/>
          </a:xfrm>
          <a:prstGeom prst="rect">
            <a:avLst/>
          </a:prstGeom>
        </p:spPr>
      </p:pic>
      <p:sp>
        <p:nvSpPr>
          <p:cNvPr id="3" name="Slide Number Placeholder 2">
            <a:extLst>
              <a:ext uri="{FF2B5EF4-FFF2-40B4-BE49-F238E27FC236}">
                <a16:creationId xmlns:a16="http://schemas.microsoft.com/office/drawing/2014/main" id="{1CB23B46-E6D9-AEBE-7D30-BB7B5FCB0FE6}"/>
              </a:ext>
            </a:extLst>
          </p:cNvPr>
          <p:cNvSpPr>
            <a:spLocks noGrp="1"/>
          </p:cNvSpPr>
          <p:nvPr>
            <p:ph type="sldNum" sz="quarter" idx="12"/>
          </p:nvPr>
        </p:nvSpPr>
        <p:spPr/>
        <p:txBody>
          <a:bodyPr/>
          <a:lstStyle/>
          <a:p>
            <a:fld id="{48F63A3B-78C7-47BE-AE5E-E10140E04643}" type="slidenum">
              <a:rPr lang="en-US" dirty="0"/>
              <a:t>15</a:t>
            </a:fld>
            <a:endParaRPr lang="en-US"/>
          </a:p>
        </p:txBody>
      </p:sp>
    </p:spTree>
    <p:extLst>
      <p:ext uri="{BB962C8B-B14F-4D97-AF65-F5344CB8AC3E}">
        <p14:creationId xmlns:p14="http://schemas.microsoft.com/office/powerpoint/2010/main" val="253940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0CA13-C54B-142B-33F2-53E52E99E7C0}"/>
              </a:ext>
            </a:extLst>
          </p:cNvPr>
          <p:cNvSpPr>
            <a:spLocks noGrp="1"/>
          </p:cNvSpPr>
          <p:nvPr>
            <p:ph type="title"/>
          </p:nvPr>
        </p:nvSpPr>
        <p:spPr>
          <a:xfrm>
            <a:off x="5342803" y="3003293"/>
            <a:ext cx="7140126" cy="1325563"/>
          </a:xfrm>
        </p:spPr>
        <p:txBody>
          <a:bodyPr>
            <a:normAutofit/>
          </a:bodyPr>
          <a:lstStyle/>
          <a:p>
            <a:r>
              <a:rPr lang="en-US" dirty="0">
                <a:cs typeface="Calibri Light"/>
              </a:rPr>
              <a:t>Integrity, Quality, Passion </a:t>
            </a:r>
            <a:endParaRPr lang="en-US" dirty="0"/>
          </a:p>
        </p:txBody>
      </p:sp>
      <p:sp>
        <p:nvSpPr>
          <p:cNvPr id="11" name="Freeform: Shape 10">
            <a:extLst>
              <a:ext uri="{FF2B5EF4-FFF2-40B4-BE49-F238E27FC236}">
                <a16:creationId xmlns:a16="http://schemas.microsoft.com/office/drawing/2014/main" id="{357DD0D3-F869-46D0-944C-6EC60E19E3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36816" cy="5254922"/>
          </a:xfrm>
          <a:custGeom>
            <a:avLst/>
            <a:gdLst>
              <a:gd name="connsiteX0" fmla="*/ 0 w 6136816"/>
              <a:gd name="connsiteY0" fmla="*/ 0 h 5254922"/>
              <a:gd name="connsiteX1" fmla="*/ 6136816 w 6136816"/>
              <a:gd name="connsiteY1" fmla="*/ 0 h 5254922"/>
              <a:gd name="connsiteX2" fmla="*/ 6134892 w 6136816"/>
              <a:gd name="connsiteY2" fmla="*/ 111520 h 5254922"/>
              <a:gd name="connsiteX3" fmla="*/ 6066513 w 6136816"/>
              <a:gd name="connsiteY3" fmla="*/ 752995 h 5254922"/>
              <a:gd name="connsiteX4" fmla="*/ 140712 w 6136816"/>
              <a:gd name="connsiteY4" fmla="*/ 5219363 h 5254922"/>
              <a:gd name="connsiteX5" fmla="*/ 0 w 6136816"/>
              <a:gd name="connsiteY5" fmla="*/ 5199534 h 5254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36816" h="5254922">
                <a:moveTo>
                  <a:pt x="0" y="0"/>
                </a:moveTo>
                <a:lnTo>
                  <a:pt x="6136816" y="0"/>
                </a:lnTo>
                <a:lnTo>
                  <a:pt x="6134892" y="111520"/>
                </a:lnTo>
                <a:cubicBezTo>
                  <a:pt x="6124961" y="323936"/>
                  <a:pt x="6102367" y="538040"/>
                  <a:pt x="6066513" y="752995"/>
                </a:cubicBezTo>
                <a:cubicBezTo>
                  <a:pt x="5592281" y="3596146"/>
                  <a:pt x="2972232" y="5545369"/>
                  <a:pt x="140712" y="5219363"/>
                </a:cubicBezTo>
                <a:lnTo>
                  <a:pt x="0" y="5199534"/>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 name="Picture 4">
            <a:extLst>
              <a:ext uri="{FF2B5EF4-FFF2-40B4-BE49-F238E27FC236}">
                <a16:creationId xmlns:a16="http://schemas.microsoft.com/office/drawing/2014/main" id="{3EA20C88-606B-3EC1-55AC-5D1AA78E5EF9}"/>
              </a:ext>
            </a:extLst>
          </p:cNvPr>
          <p:cNvPicPr>
            <a:picLocks noChangeAspect="1"/>
          </p:cNvPicPr>
          <p:nvPr/>
        </p:nvPicPr>
        <p:blipFill rotWithShape="1">
          <a:blip r:embed="rId3"/>
          <a:srcRect l="1976"/>
          <a:stretch/>
        </p:blipFill>
        <p:spPr>
          <a:xfrm>
            <a:off x="1" y="2"/>
            <a:ext cx="5863721" cy="4984915"/>
          </a:xfrm>
          <a:custGeom>
            <a:avLst/>
            <a:gdLst/>
            <a:ahLst/>
            <a:cxnLst/>
            <a:rect l="l" t="t" r="r" b="b"/>
            <a:pathLst>
              <a:path w="5863721" h="4984915">
                <a:moveTo>
                  <a:pt x="0" y="0"/>
                </a:moveTo>
                <a:lnTo>
                  <a:pt x="5863721" y="0"/>
                </a:lnTo>
                <a:lnTo>
                  <a:pt x="5844576" y="326138"/>
                </a:lnTo>
                <a:cubicBezTo>
                  <a:pt x="5833049" y="448313"/>
                  <a:pt x="5817094" y="570952"/>
                  <a:pt x="5796589" y="693884"/>
                </a:cubicBezTo>
                <a:cubicBezTo>
                  <a:pt x="5344573" y="3403845"/>
                  <a:pt x="2847261" y="5261756"/>
                  <a:pt x="148386" y="4951022"/>
                </a:cubicBezTo>
                <a:lnTo>
                  <a:pt x="0" y="4930112"/>
                </a:lnTo>
                <a:close/>
              </a:path>
            </a:pathLst>
          </a:custGeom>
        </p:spPr>
      </p:pic>
      <p:pic>
        <p:nvPicPr>
          <p:cNvPr id="5" name="Picture 4" descr="Logo&#10;&#10;Description automatically generated with medium confidence">
            <a:extLst>
              <a:ext uri="{FF2B5EF4-FFF2-40B4-BE49-F238E27FC236}">
                <a16:creationId xmlns:a16="http://schemas.microsoft.com/office/drawing/2014/main" id="{91D692F1-6FBB-D554-9205-6F89748F7E5B}"/>
              </a:ext>
            </a:extLst>
          </p:cNvPr>
          <p:cNvPicPr>
            <a:picLocks noChangeAspect="1"/>
          </p:cNvPicPr>
          <p:nvPr/>
        </p:nvPicPr>
        <p:blipFill>
          <a:blip r:embed="rId4"/>
          <a:stretch>
            <a:fillRect/>
          </a:stretch>
        </p:blipFill>
        <p:spPr>
          <a:xfrm>
            <a:off x="11116670" y="6195231"/>
            <a:ext cx="990600" cy="495300"/>
          </a:xfrm>
          <a:prstGeom prst="rect">
            <a:avLst/>
          </a:prstGeom>
        </p:spPr>
      </p:pic>
      <p:sp>
        <p:nvSpPr>
          <p:cNvPr id="3" name="Slide Number Placeholder 2">
            <a:extLst>
              <a:ext uri="{FF2B5EF4-FFF2-40B4-BE49-F238E27FC236}">
                <a16:creationId xmlns:a16="http://schemas.microsoft.com/office/drawing/2014/main" id="{2912AF97-0F56-3650-FBEC-FB6ED562B231}"/>
              </a:ext>
            </a:extLst>
          </p:cNvPr>
          <p:cNvSpPr>
            <a:spLocks noGrp="1"/>
          </p:cNvSpPr>
          <p:nvPr>
            <p:ph type="sldNum" sz="quarter" idx="12"/>
          </p:nvPr>
        </p:nvSpPr>
        <p:spPr/>
        <p:txBody>
          <a:bodyPr/>
          <a:lstStyle/>
          <a:p>
            <a:fld id="{48F63A3B-78C7-47BE-AE5E-E10140E04643}" type="slidenum">
              <a:rPr lang="en-US" dirty="0"/>
              <a:t>16</a:t>
            </a:fld>
            <a:endParaRPr lang="en-US"/>
          </a:p>
        </p:txBody>
      </p:sp>
    </p:spTree>
    <p:extLst>
      <p:ext uri="{BB962C8B-B14F-4D97-AF65-F5344CB8AC3E}">
        <p14:creationId xmlns:p14="http://schemas.microsoft.com/office/powerpoint/2010/main" val="2326422382"/>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B3D122-2FDD-53AB-CD5F-BB3EDEC7E918}"/>
              </a:ext>
            </a:extLst>
          </p:cNvPr>
          <p:cNvSpPr>
            <a:spLocks noGrp="1"/>
          </p:cNvSpPr>
          <p:nvPr>
            <p:ph type="title"/>
          </p:nvPr>
        </p:nvSpPr>
        <p:spPr>
          <a:xfrm>
            <a:off x="640080" y="325369"/>
            <a:ext cx="4368602" cy="1956841"/>
          </a:xfrm>
        </p:spPr>
        <p:txBody>
          <a:bodyPr anchor="b">
            <a:normAutofit/>
          </a:bodyPr>
          <a:lstStyle/>
          <a:p>
            <a:r>
              <a:rPr lang="en-US" sz="5400" b="1" dirty="0">
                <a:cs typeface="Calibri Light"/>
              </a:rPr>
              <a:t>Perspectives'</a:t>
            </a:r>
            <a:r>
              <a:rPr lang="en-US" sz="5400" dirty="0">
                <a:cs typeface="Calibri Light"/>
              </a:rPr>
              <a:t> Core Values </a:t>
            </a:r>
            <a:endParaRPr lang="en-US" sz="5400" dirty="0"/>
          </a:p>
        </p:txBody>
      </p:sp>
      <p:sp>
        <p:nvSpPr>
          <p:cNvPr id="15"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9EF2829-96AA-D6F6-72DB-79493E6B3B3E}"/>
              </a:ext>
            </a:extLst>
          </p:cNvPr>
          <p:cNvSpPr>
            <a:spLocks noGrp="1"/>
          </p:cNvSpPr>
          <p:nvPr>
            <p:ph idx="1"/>
          </p:nvPr>
        </p:nvSpPr>
        <p:spPr>
          <a:xfrm>
            <a:off x="65681" y="3362425"/>
            <a:ext cx="5816054" cy="3291914"/>
          </a:xfrm>
        </p:spPr>
        <p:txBody>
          <a:bodyPr vert="horz" lIns="91440" tIns="45720" rIns="91440" bIns="45720" rtlCol="0" anchor="t">
            <a:noAutofit/>
          </a:bodyPr>
          <a:lstStyle/>
          <a:p>
            <a:pPr marL="0" indent="0">
              <a:buNone/>
            </a:pPr>
            <a:r>
              <a:rPr lang="en-US" dirty="0">
                <a:cs typeface="Calibri" panose="020F0502020204030204"/>
              </a:rPr>
              <a:t>Ethical Conduct (doing what's right)</a:t>
            </a:r>
            <a:endParaRPr lang="en-US" dirty="0">
              <a:ea typeface="Calibri"/>
              <a:cs typeface="Calibri" panose="020F0502020204030204"/>
            </a:endParaRPr>
          </a:p>
          <a:p>
            <a:pPr marL="0" indent="0">
              <a:buNone/>
            </a:pPr>
            <a:r>
              <a:rPr lang="en-US" dirty="0">
                <a:cs typeface="Calibri" panose="020F0502020204030204"/>
              </a:rPr>
              <a:t>Health &amp; Wellness (safety, fun)</a:t>
            </a:r>
            <a:endParaRPr lang="en-US" dirty="0">
              <a:ea typeface="Calibri"/>
              <a:cs typeface="Calibri" panose="020F0502020204030204"/>
            </a:endParaRPr>
          </a:p>
          <a:p>
            <a:pPr marL="0" indent="0">
              <a:buNone/>
            </a:pPr>
            <a:r>
              <a:rPr lang="en-US" dirty="0">
                <a:cs typeface="Calibri" panose="020F0502020204030204"/>
              </a:rPr>
              <a:t>Quality (dignity, efficiency)</a:t>
            </a:r>
            <a:endParaRPr lang="en-US" dirty="0">
              <a:ea typeface="Calibri"/>
              <a:cs typeface="Calibri" panose="020F0502020204030204"/>
            </a:endParaRPr>
          </a:p>
          <a:p>
            <a:pPr marL="0" indent="0">
              <a:buNone/>
            </a:pPr>
            <a:r>
              <a:rPr lang="en-US" dirty="0">
                <a:cs typeface="Calibri" panose="020F0502020204030204"/>
              </a:rPr>
              <a:t>Independence (risk taking)</a:t>
            </a:r>
            <a:endParaRPr lang="en-US" dirty="0">
              <a:ea typeface="Calibri"/>
              <a:cs typeface="Calibri" panose="020F0502020204030204"/>
            </a:endParaRPr>
          </a:p>
          <a:p>
            <a:pPr marL="0" indent="0">
              <a:buNone/>
            </a:pPr>
            <a:r>
              <a:rPr lang="en-US" dirty="0">
                <a:cs typeface="Calibri" panose="020F0502020204030204"/>
              </a:rPr>
              <a:t>Vision (cutting edge, innovation)</a:t>
            </a:r>
            <a:endParaRPr lang="en-US" dirty="0">
              <a:ea typeface="Calibri"/>
              <a:cs typeface="Calibri" panose="020F0502020204030204"/>
            </a:endParaRPr>
          </a:p>
        </p:txBody>
      </p:sp>
      <p:pic>
        <p:nvPicPr>
          <p:cNvPr id="7" name="Picture 7">
            <a:extLst>
              <a:ext uri="{FF2B5EF4-FFF2-40B4-BE49-F238E27FC236}">
                <a16:creationId xmlns:a16="http://schemas.microsoft.com/office/drawing/2014/main" id="{5896E8FE-1966-A118-D42C-FB317D563633}"/>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l="25834" r="17746"/>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8" name="TextBox 7">
            <a:extLst>
              <a:ext uri="{FF2B5EF4-FFF2-40B4-BE49-F238E27FC236}">
                <a16:creationId xmlns:a16="http://schemas.microsoft.com/office/drawing/2014/main" id="{933BC2B2-F94B-1621-5C56-C45DD67F7D6A}"/>
              </a:ext>
            </a:extLst>
          </p:cNvPr>
          <p:cNvSpPr txBox="1"/>
          <p:nvPr/>
        </p:nvSpPr>
        <p:spPr>
          <a:xfrm>
            <a:off x="9851296" y="6657945"/>
            <a:ext cx="2340704"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4">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5">
                  <a:extLst>
                    <a:ext uri="{A12FA001-AC4F-418D-AE19-62706E023703}">
                      <ahyp:hlinkClr xmlns:ahyp="http://schemas.microsoft.com/office/drawing/2018/hyperlinkcolor" val="tx"/>
                    </a:ext>
                  </a:extLst>
                </a:hlinkClick>
              </a:rPr>
              <a:t>CC BY-ND</a:t>
            </a:r>
            <a:r>
              <a:rPr lang="en-US" sz="700">
                <a:solidFill>
                  <a:srgbClr val="FFFFFF"/>
                </a:solidFill>
              </a:rPr>
              <a:t>.</a:t>
            </a:r>
          </a:p>
        </p:txBody>
      </p:sp>
      <p:pic>
        <p:nvPicPr>
          <p:cNvPr id="5" name="Picture 4" descr="Logo&#10;&#10;Description automatically generated with medium confidence">
            <a:extLst>
              <a:ext uri="{FF2B5EF4-FFF2-40B4-BE49-F238E27FC236}">
                <a16:creationId xmlns:a16="http://schemas.microsoft.com/office/drawing/2014/main" id="{2601D84F-3DDC-8102-D50A-A5EAF0B2DD18}"/>
              </a:ext>
            </a:extLst>
          </p:cNvPr>
          <p:cNvPicPr>
            <a:picLocks noChangeAspect="1"/>
          </p:cNvPicPr>
          <p:nvPr/>
        </p:nvPicPr>
        <p:blipFill>
          <a:blip r:embed="rId6"/>
          <a:stretch>
            <a:fillRect/>
          </a:stretch>
        </p:blipFill>
        <p:spPr>
          <a:xfrm>
            <a:off x="11116670" y="6195231"/>
            <a:ext cx="990600" cy="495300"/>
          </a:xfrm>
          <a:prstGeom prst="rect">
            <a:avLst/>
          </a:prstGeom>
        </p:spPr>
      </p:pic>
      <p:sp>
        <p:nvSpPr>
          <p:cNvPr id="4" name="Slide Number Placeholder 3">
            <a:extLst>
              <a:ext uri="{FF2B5EF4-FFF2-40B4-BE49-F238E27FC236}">
                <a16:creationId xmlns:a16="http://schemas.microsoft.com/office/drawing/2014/main" id="{014EC705-FD85-43ED-894F-D7AB144FFD1B}"/>
              </a:ext>
            </a:extLst>
          </p:cNvPr>
          <p:cNvSpPr>
            <a:spLocks noGrp="1"/>
          </p:cNvSpPr>
          <p:nvPr>
            <p:ph type="sldNum" sz="quarter" idx="12"/>
          </p:nvPr>
        </p:nvSpPr>
        <p:spPr/>
        <p:txBody>
          <a:bodyPr/>
          <a:lstStyle/>
          <a:p>
            <a:fld id="{48F63A3B-78C7-47BE-AE5E-E10140E04643}" type="slidenum">
              <a:rPr lang="en-US" dirty="0"/>
              <a:t>17</a:t>
            </a:fld>
            <a:endParaRPr lang="en-US"/>
          </a:p>
        </p:txBody>
      </p:sp>
    </p:spTree>
    <p:extLst>
      <p:ext uri="{BB962C8B-B14F-4D97-AF65-F5344CB8AC3E}">
        <p14:creationId xmlns:p14="http://schemas.microsoft.com/office/powerpoint/2010/main" val="41689413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White arrows going to the red target">
            <a:extLst>
              <a:ext uri="{FF2B5EF4-FFF2-40B4-BE49-F238E27FC236}">
                <a16:creationId xmlns:a16="http://schemas.microsoft.com/office/drawing/2014/main" id="{AC09C2B4-94D6-5FB5-BF3F-5F878004B2AD}"/>
              </a:ext>
            </a:extLst>
          </p:cNvPr>
          <p:cNvPicPr>
            <a:picLocks noChangeAspect="1"/>
          </p:cNvPicPr>
          <p:nvPr/>
        </p:nvPicPr>
        <p:blipFill rotWithShape="1">
          <a:blip r:embed="rId3"/>
          <a:srcRect l="6024" r="-3" b="-3"/>
          <a:stretch/>
        </p:blipFill>
        <p:spPr>
          <a:xfrm>
            <a:off x="2522358" y="10"/>
            <a:ext cx="9669642" cy="6857990"/>
          </a:xfrm>
          <a:prstGeom prst="rect">
            <a:avLst/>
          </a:prstGeom>
        </p:spPr>
      </p:pic>
      <p:sp>
        <p:nvSpPr>
          <p:cNvPr id="11" name="Rectangle 10">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42A252F-1348-9CBA-5E64-5D7B8AEFEF87}"/>
              </a:ext>
            </a:extLst>
          </p:cNvPr>
          <p:cNvSpPr>
            <a:spLocks noGrp="1"/>
          </p:cNvSpPr>
          <p:nvPr>
            <p:ph type="title"/>
          </p:nvPr>
        </p:nvSpPr>
        <p:spPr>
          <a:xfrm>
            <a:off x="952228" y="743447"/>
            <a:ext cx="3973385" cy="3692028"/>
          </a:xfrm>
          <a:noFill/>
        </p:spPr>
        <p:txBody>
          <a:bodyPr vert="horz" lIns="91440" tIns="45720" rIns="91440" bIns="45720" rtlCol="0" anchor="b">
            <a:normAutofit/>
          </a:bodyPr>
          <a:lstStyle/>
          <a:p>
            <a:r>
              <a:rPr lang="en-US" sz="5200"/>
              <a:t>Leadership is the capacity to translate vision into reality. </a:t>
            </a:r>
          </a:p>
        </p:txBody>
      </p:sp>
      <p:sp>
        <p:nvSpPr>
          <p:cNvPr id="3" name="Content Placeholder 2">
            <a:extLst>
              <a:ext uri="{FF2B5EF4-FFF2-40B4-BE49-F238E27FC236}">
                <a16:creationId xmlns:a16="http://schemas.microsoft.com/office/drawing/2014/main" id="{7015DB9E-23F3-50C5-EB8D-118D4E0163FE}"/>
              </a:ext>
            </a:extLst>
          </p:cNvPr>
          <p:cNvSpPr>
            <a:spLocks noGrp="1"/>
          </p:cNvSpPr>
          <p:nvPr>
            <p:ph idx="1"/>
          </p:nvPr>
        </p:nvSpPr>
        <p:spPr>
          <a:xfrm>
            <a:off x="952229" y="4629234"/>
            <a:ext cx="3973386" cy="1485319"/>
          </a:xfrm>
          <a:noFill/>
        </p:spPr>
        <p:txBody>
          <a:bodyPr vert="horz" lIns="91440" tIns="45720" rIns="91440" bIns="45720" rtlCol="0" anchor="t">
            <a:normAutofit/>
          </a:bodyPr>
          <a:lstStyle/>
          <a:p>
            <a:pPr marL="0" indent="0">
              <a:buNone/>
            </a:pPr>
            <a:r>
              <a:rPr lang="en-US" sz="2400" dirty="0"/>
              <a:t>~ Warren Bennis </a:t>
            </a:r>
          </a:p>
        </p:txBody>
      </p:sp>
      <p:pic>
        <p:nvPicPr>
          <p:cNvPr id="6" name="Picture 5" descr="Logo&#10;&#10;Description automatically generated with medium confidence">
            <a:extLst>
              <a:ext uri="{FF2B5EF4-FFF2-40B4-BE49-F238E27FC236}">
                <a16:creationId xmlns:a16="http://schemas.microsoft.com/office/drawing/2014/main" id="{1E0AA0EE-B1EC-89E3-0ED0-DE65FDD0EF5F}"/>
              </a:ext>
            </a:extLst>
          </p:cNvPr>
          <p:cNvPicPr>
            <a:picLocks noChangeAspect="1"/>
          </p:cNvPicPr>
          <p:nvPr/>
        </p:nvPicPr>
        <p:blipFill>
          <a:blip r:embed="rId4"/>
          <a:stretch>
            <a:fillRect/>
          </a:stretch>
        </p:blipFill>
        <p:spPr>
          <a:xfrm>
            <a:off x="11116670" y="6195231"/>
            <a:ext cx="990600" cy="495300"/>
          </a:xfrm>
          <a:prstGeom prst="rect">
            <a:avLst/>
          </a:prstGeom>
        </p:spPr>
      </p:pic>
      <p:sp>
        <p:nvSpPr>
          <p:cNvPr id="4" name="Slide Number Placeholder 3">
            <a:extLst>
              <a:ext uri="{FF2B5EF4-FFF2-40B4-BE49-F238E27FC236}">
                <a16:creationId xmlns:a16="http://schemas.microsoft.com/office/drawing/2014/main" id="{1BD98319-47FF-0742-04D4-652558F8DF86}"/>
              </a:ext>
            </a:extLst>
          </p:cNvPr>
          <p:cNvSpPr>
            <a:spLocks noGrp="1"/>
          </p:cNvSpPr>
          <p:nvPr>
            <p:ph type="sldNum" sz="quarter" idx="12"/>
          </p:nvPr>
        </p:nvSpPr>
        <p:spPr/>
        <p:txBody>
          <a:bodyPr/>
          <a:lstStyle/>
          <a:p>
            <a:fld id="{48F63A3B-78C7-47BE-AE5E-E10140E04643}" type="slidenum">
              <a:rPr lang="en-US" dirty="0"/>
              <a:t>18</a:t>
            </a:fld>
            <a:endParaRPr lang="en-US"/>
          </a:p>
        </p:txBody>
      </p:sp>
    </p:spTree>
    <p:extLst>
      <p:ext uri="{BB962C8B-B14F-4D97-AF65-F5344CB8AC3E}">
        <p14:creationId xmlns:p14="http://schemas.microsoft.com/office/powerpoint/2010/main" val="29817357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353432-5AE5-4F5D-2AB8-F7FC56BE4D08}"/>
              </a:ext>
            </a:extLst>
          </p:cNvPr>
          <p:cNvSpPr>
            <a:spLocks noGrp="1"/>
          </p:cNvSpPr>
          <p:nvPr>
            <p:ph type="title"/>
          </p:nvPr>
        </p:nvSpPr>
        <p:spPr>
          <a:xfrm>
            <a:off x="640080" y="325369"/>
            <a:ext cx="4368602" cy="1956841"/>
          </a:xfrm>
        </p:spPr>
        <p:txBody>
          <a:bodyPr vert="horz" lIns="91440" tIns="45720" rIns="91440" bIns="45720" rtlCol="0" anchor="b">
            <a:normAutofit/>
          </a:bodyPr>
          <a:lstStyle/>
          <a:p>
            <a:r>
              <a:rPr lang="en-US" sz="4200"/>
              <a:t>Alignment of Mission, Vision and Values with Action </a:t>
            </a:r>
          </a:p>
        </p:txBody>
      </p:sp>
      <p:sp>
        <p:nvSpPr>
          <p:cNvPr id="1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9C8D47B-989B-075A-CF40-51BB96660512}"/>
              </a:ext>
            </a:extLst>
          </p:cNvPr>
          <p:cNvSpPr txBox="1"/>
          <p:nvPr/>
        </p:nvSpPr>
        <p:spPr>
          <a:xfrm>
            <a:off x="640080" y="2872899"/>
            <a:ext cx="4243589" cy="3320668"/>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defTabSz="914400">
              <a:lnSpc>
                <a:spcPct val="90000"/>
              </a:lnSpc>
              <a:spcAft>
                <a:spcPts val="600"/>
              </a:spcAft>
            </a:pPr>
            <a:r>
              <a:rPr lang="en-US" sz="3200" dirty="0"/>
              <a:t>Do the actions of your organization match your mission, vision and values? </a:t>
            </a:r>
            <a:endParaRPr lang="en-US"/>
          </a:p>
        </p:txBody>
      </p:sp>
      <p:pic>
        <p:nvPicPr>
          <p:cNvPr id="4" name="Picture 4" descr="A picture containing text, watch&#10;&#10;Description automatically generated">
            <a:extLst>
              <a:ext uri="{FF2B5EF4-FFF2-40B4-BE49-F238E27FC236}">
                <a16:creationId xmlns:a16="http://schemas.microsoft.com/office/drawing/2014/main" id="{9E946949-E0BB-FD26-5C81-9E6545E297F5}"/>
              </a:ext>
            </a:extLst>
          </p:cNvPr>
          <p:cNvPicPr>
            <a:picLocks noGrp="1" noChangeAspect="1"/>
          </p:cNvPicPr>
          <p:nvPr>
            <p:ph idx="1"/>
          </p:nvPr>
        </p:nvPicPr>
        <p:blipFill rotWithShape="1">
          <a:blip r:embed="rId3"/>
          <a:srcRect l="172" r="37389"/>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pic>
        <p:nvPicPr>
          <p:cNvPr id="6" name="Picture 5" descr="Logo&#10;&#10;Description automatically generated with medium confidence">
            <a:extLst>
              <a:ext uri="{FF2B5EF4-FFF2-40B4-BE49-F238E27FC236}">
                <a16:creationId xmlns:a16="http://schemas.microsoft.com/office/drawing/2014/main" id="{5503C114-1CB7-028C-1860-80485E81ED05}"/>
              </a:ext>
            </a:extLst>
          </p:cNvPr>
          <p:cNvPicPr>
            <a:picLocks noChangeAspect="1"/>
          </p:cNvPicPr>
          <p:nvPr/>
        </p:nvPicPr>
        <p:blipFill>
          <a:blip r:embed="rId4"/>
          <a:stretch>
            <a:fillRect/>
          </a:stretch>
        </p:blipFill>
        <p:spPr>
          <a:xfrm>
            <a:off x="11116670" y="6195231"/>
            <a:ext cx="990600" cy="495300"/>
          </a:xfrm>
          <a:prstGeom prst="rect">
            <a:avLst/>
          </a:prstGeom>
        </p:spPr>
      </p:pic>
      <p:sp>
        <p:nvSpPr>
          <p:cNvPr id="3" name="Slide Number Placeholder 2">
            <a:extLst>
              <a:ext uri="{FF2B5EF4-FFF2-40B4-BE49-F238E27FC236}">
                <a16:creationId xmlns:a16="http://schemas.microsoft.com/office/drawing/2014/main" id="{34395032-E7ED-C5E7-0F88-822632995609}"/>
              </a:ext>
            </a:extLst>
          </p:cNvPr>
          <p:cNvSpPr>
            <a:spLocks noGrp="1"/>
          </p:cNvSpPr>
          <p:nvPr>
            <p:ph type="sldNum" sz="quarter" idx="12"/>
          </p:nvPr>
        </p:nvSpPr>
        <p:spPr/>
        <p:txBody>
          <a:bodyPr/>
          <a:lstStyle/>
          <a:p>
            <a:fld id="{48F63A3B-78C7-47BE-AE5E-E10140E04643}" type="slidenum">
              <a:rPr lang="en-US" dirty="0"/>
              <a:t>19</a:t>
            </a:fld>
            <a:endParaRPr lang="en-US"/>
          </a:p>
        </p:txBody>
      </p:sp>
    </p:spTree>
    <p:extLst>
      <p:ext uri="{BB962C8B-B14F-4D97-AF65-F5344CB8AC3E}">
        <p14:creationId xmlns:p14="http://schemas.microsoft.com/office/powerpoint/2010/main" val="118467983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BB2021F6-6390-E548-8788-9CFEED8332EB}">
  <we:reference id="wa104380907" version="3.0.0.0" store="en-US" storeType="OMEX"/>
  <we:alternateReferences>
    <we:reference id="wa104380907" version="3.0.0.0" store="WA104380907"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3655ED7C-C660-D44E-950F-73565E84B7DF}">
  <we:reference id="wa104380050" version="3.1.0.0" store="en-US" storeType="OMEX"/>
  <we:alternateReferences>
    <we:reference id="WA104380050" version="3.1.0.0"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1B21FC9B7AC984AA00C441920861789" ma:contentTypeVersion="14" ma:contentTypeDescription="Create a new document." ma:contentTypeScope="" ma:versionID="4cac849f4b7ccdeb2f13730d8e177483">
  <xsd:schema xmlns:xsd="http://www.w3.org/2001/XMLSchema" xmlns:xs="http://www.w3.org/2001/XMLSchema" xmlns:p="http://schemas.microsoft.com/office/2006/metadata/properties" xmlns:ns2="ca97ef7e-529a-4920-85ff-23e7e8b7df0a" xmlns:ns3="65478fcb-3d94-40df-a0a2-f6a419610bdf" targetNamespace="http://schemas.microsoft.com/office/2006/metadata/properties" ma:root="true" ma:fieldsID="1bec597f48bf84086c57e2a9296f8346" ns2:_="" ns3:_="">
    <xsd:import namespace="ca97ef7e-529a-4920-85ff-23e7e8b7df0a"/>
    <xsd:import namespace="65478fcb-3d94-40df-a0a2-f6a419610bd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ObjectDetectorVersions" minOccurs="0"/>
                <xsd:element ref="ns2:lcf76f155ced4ddcb4097134ff3c332f" minOccurs="0"/>
                <xsd:element ref="ns2:MediaServiceOCR" minOccurs="0"/>
                <xsd:element ref="ns2:MediaServiceGenerationTime" minOccurs="0"/>
                <xsd:element ref="ns2:MediaServiceEventHashCode" minOccurs="0"/>
                <xsd:element ref="ns2:MediaServiceSearchPropertie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97ef7e-529a-4920-85ff-23e7e8b7df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bb1ab42-7277-4699-bffd-c4f8fd762ea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5478fcb-3d94-40df-a0a2-f6a419610bdf"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a97ef7e-529a-4920-85ff-23e7e8b7df0a">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B77DED9-0925-4782-BCF0-360BCB805D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a97ef7e-529a-4920-85ff-23e7e8b7df0a"/>
    <ds:schemaRef ds:uri="65478fcb-3d94-40df-a0a2-f6a419610bd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7357BD8-6929-4912-AAC7-6626A75BC45C}">
  <ds:schemaRefs>
    <ds:schemaRef ds:uri="http://schemas.microsoft.com/office/2006/metadata/properties"/>
    <ds:schemaRef ds:uri="http://schemas.microsoft.com/office/infopath/2007/PartnerControls"/>
    <ds:schemaRef ds:uri="ca97ef7e-529a-4920-85ff-23e7e8b7df0a"/>
  </ds:schemaRefs>
</ds:datastoreItem>
</file>

<file path=customXml/itemProps3.xml><?xml version="1.0" encoding="utf-8"?>
<ds:datastoreItem xmlns:ds="http://schemas.openxmlformats.org/officeDocument/2006/customXml" ds:itemID="{695720E4-A120-4A51-AE4B-73AFEA6A9BB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{44CE80F4-6C16-B344-AF86-281808B94461}tf10001058</Template>
  <TotalTime>1317</TotalTime>
  <Words>1612</Words>
  <Application>Microsoft Office PowerPoint</Application>
  <PresentationFormat>Widescreen</PresentationFormat>
  <Paragraphs>286</Paragraphs>
  <Slides>19</Slides>
  <Notes>19</Notes>
  <HiddenSlides>0</HiddenSlides>
  <MMClips>0</MMClips>
  <ScaleCrop>false</ScaleCrop>
  <HeadingPairs>
    <vt:vector size="4" baseType="variant">
      <vt:variant>
        <vt:lpstr>Theme</vt:lpstr>
      </vt:variant>
      <vt:variant>
        <vt:i4>3</vt:i4>
      </vt:variant>
      <vt:variant>
        <vt:lpstr>Slide Titles</vt:lpstr>
      </vt:variant>
      <vt:variant>
        <vt:i4>19</vt:i4>
      </vt:variant>
    </vt:vector>
  </HeadingPairs>
  <TitlesOfParts>
    <vt:vector size="22" baseType="lpstr">
      <vt:lpstr>Office Theme</vt:lpstr>
      <vt:lpstr>Office Theme</vt:lpstr>
      <vt:lpstr>Office Theme</vt:lpstr>
      <vt:lpstr>Minnesota Transformation Initiative Leadership and Management Training   </vt:lpstr>
      <vt:lpstr>Learning objectives</vt:lpstr>
      <vt:lpstr>Mission, Vision and Values</vt:lpstr>
      <vt:lpstr>What is your organization's mission? </vt:lpstr>
      <vt:lpstr>PowerPoint Presentation</vt:lpstr>
      <vt:lpstr>Mission </vt:lpstr>
      <vt:lpstr>Example   </vt:lpstr>
      <vt:lpstr>A mission statement should be short enough to fit on a T-shirt!</vt:lpstr>
      <vt:lpstr>Let's check out this one</vt:lpstr>
      <vt:lpstr>Mission Statement: Recap</vt:lpstr>
      <vt:lpstr>"Vision is the art of seeing what is invisible to others."   Jonathon Swift</vt:lpstr>
      <vt:lpstr>PowerPoint Presentation</vt:lpstr>
      <vt:lpstr>Vision Statement </vt:lpstr>
      <vt:lpstr>The Arc of Macomb County will be a center of excellence in supporting anyone associated with the Arc. </vt:lpstr>
      <vt:lpstr>Values</vt:lpstr>
      <vt:lpstr>Integrity, Quality, Passion </vt:lpstr>
      <vt:lpstr>Perspectives' Core Values </vt:lpstr>
      <vt:lpstr>Leadership is the capacity to translate vision into reality. </vt:lpstr>
      <vt:lpstr>Alignment of Mission, Vision and Values with Action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Best Practices in Community and Employment Serices</dc:title>
  <dc:creator>Karen Flippo</dc:creator>
  <cp:lastModifiedBy>Staci Jones</cp:lastModifiedBy>
  <cp:revision>1490</cp:revision>
  <dcterms:created xsi:type="dcterms:W3CDTF">2021-01-26T19:37:34Z</dcterms:created>
  <dcterms:modified xsi:type="dcterms:W3CDTF">2024-12-03T23:59:43Z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0x01010001B21FC9B7AC984AA00C441920861789</vt:lpwstr>
  </property>
  <property fmtid="{D5CDD505-2E9C-101B-9397-08002B2CF9AE}" pid="3" name="MediaServiceImageTags">
    <vt:lpwstr/>
  </property>
</Properties>
</file>