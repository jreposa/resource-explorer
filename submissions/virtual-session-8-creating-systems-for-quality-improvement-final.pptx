
<file path=[Content_Types].xml><?xml version="1.0" encoding="utf-8"?>
<Types xmlns="http://schemas.openxmlformats.org/package/2006/content-types">
  <Default Extension="eps" ContentType="image/ep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0" r:id="rId4"/>
  </p:sldMasterIdLst>
  <p:notesMasterIdLst>
    <p:notesMasterId r:id="rId22"/>
  </p:notesMasterIdLst>
  <p:sldIdLst>
    <p:sldId id="256" r:id="rId5"/>
    <p:sldId id="3561" r:id="rId6"/>
    <p:sldId id="3563" r:id="rId7"/>
    <p:sldId id="497" r:id="rId8"/>
    <p:sldId id="277" r:id="rId9"/>
    <p:sldId id="1493" r:id="rId10"/>
    <p:sldId id="276" r:id="rId11"/>
    <p:sldId id="1477" r:id="rId12"/>
    <p:sldId id="518" r:id="rId13"/>
    <p:sldId id="1313" r:id="rId14"/>
    <p:sldId id="1478" r:id="rId15"/>
    <p:sldId id="1460" r:id="rId16"/>
    <p:sldId id="502" r:id="rId17"/>
    <p:sldId id="1491" r:id="rId18"/>
    <p:sldId id="1485" r:id="rId19"/>
    <p:sldId id="1492" r:id="rId20"/>
    <p:sldId id="356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3F384E5-CB3D-C24D-A06B-6FC5F0C85919}">
          <p14:sldIdLst>
            <p14:sldId id="256"/>
            <p14:sldId id="3561"/>
            <p14:sldId id="3563"/>
            <p14:sldId id="497"/>
            <p14:sldId id="277"/>
            <p14:sldId id="1493"/>
            <p14:sldId id="276"/>
            <p14:sldId id="1477"/>
            <p14:sldId id="518"/>
            <p14:sldId id="1313"/>
            <p14:sldId id="1478"/>
            <p14:sldId id="1460"/>
            <p14:sldId id="502"/>
            <p14:sldId id="1491"/>
            <p14:sldId id="1485"/>
            <p14:sldId id="1492"/>
            <p14:sldId id="356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CCDD"/>
    <a:srgbClr val="F8D3DB"/>
    <a:srgbClr val="8D19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1E8256-9552-523D-104C-C88077B45CC3}" v="22" dt="2025-10-15T15:05:12.0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EB54D7-D621-483C-A84E-6074B50A7E19}"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AE37FE82-56B3-4E38-88DE-5F5FF17D72D7}">
      <dgm:prSet/>
      <dgm:spPr/>
      <dgm:t>
        <a:bodyPr/>
        <a:lstStyle/>
        <a:p>
          <a:r>
            <a:rPr lang="en-US" dirty="0"/>
            <a:t>Course Modules:</a:t>
          </a:r>
        </a:p>
      </dgm:t>
    </dgm:pt>
    <dgm:pt modelId="{56706AFB-E480-41CF-9AD8-93423A8C7D55}" type="parTrans" cxnId="{366C4709-87C0-40AC-B78D-F4B81E505048}">
      <dgm:prSet/>
      <dgm:spPr/>
      <dgm:t>
        <a:bodyPr/>
        <a:lstStyle/>
        <a:p>
          <a:endParaRPr lang="en-US"/>
        </a:p>
      </dgm:t>
    </dgm:pt>
    <dgm:pt modelId="{380805CD-38AA-40E9-BA47-93249C489930}" type="sibTrans" cxnId="{366C4709-87C0-40AC-B78D-F4B81E505048}">
      <dgm:prSet/>
      <dgm:spPr/>
      <dgm:t>
        <a:bodyPr/>
        <a:lstStyle/>
        <a:p>
          <a:endParaRPr lang="en-US"/>
        </a:p>
      </dgm:t>
    </dgm:pt>
    <dgm:pt modelId="{2CC3325D-F26F-4169-A8F2-E9724DD9BF3E}">
      <dgm:prSet custT="1"/>
      <dgm:spPr/>
      <dgm:t>
        <a:bodyPr/>
        <a:lstStyle/>
        <a:p>
          <a:pPr rtl="0"/>
          <a:r>
            <a:rPr lang="en-US" sz="2200" dirty="0">
              <a:latin typeface="Calibri Light" panose="020F0302020204030204"/>
            </a:rPr>
            <a:t>#1: </a:t>
          </a:r>
          <a:r>
            <a:rPr lang="en-US" sz="2400" dirty="0">
              <a:latin typeface="Calibri Light" panose="020F0302020204030204"/>
            </a:rPr>
            <a:t>Course Orientation</a:t>
          </a:r>
          <a:endParaRPr lang="en-US" sz="2400" dirty="0"/>
        </a:p>
      </dgm:t>
    </dgm:pt>
    <dgm:pt modelId="{9F603017-AB6C-41A1-8370-359C4BAC0CDC}" type="parTrans" cxnId="{2040243A-CCBA-46F9-84AC-C440FEC0FABB}">
      <dgm:prSet/>
      <dgm:spPr/>
      <dgm:t>
        <a:bodyPr/>
        <a:lstStyle/>
        <a:p>
          <a:endParaRPr lang="en-US"/>
        </a:p>
      </dgm:t>
    </dgm:pt>
    <dgm:pt modelId="{7FB06108-F248-494E-9927-E529CB72C1A3}" type="sibTrans" cxnId="{2040243A-CCBA-46F9-84AC-C440FEC0FABB}">
      <dgm:prSet/>
      <dgm:spPr/>
      <dgm:t>
        <a:bodyPr/>
        <a:lstStyle/>
        <a:p>
          <a:endParaRPr lang="en-US"/>
        </a:p>
      </dgm:t>
    </dgm:pt>
    <dgm:pt modelId="{14A7E1AD-2AF7-45A4-8820-BB21B55E80B3}">
      <dgm:prSet custT="1"/>
      <dgm:spPr/>
      <dgm:t>
        <a:bodyPr/>
        <a:lstStyle/>
        <a:p>
          <a:pPr rtl="0"/>
          <a:r>
            <a:rPr lang="en-US" sz="2200" dirty="0">
              <a:latin typeface="Calibri Light" panose="020F0302020204030204"/>
            </a:rPr>
            <a:t>#2</a:t>
          </a:r>
          <a:r>
            <a:rPr lang="en-US" sz="2400" dirty="0">
              <a:latin typeface="Calibri Light" panose="020F0302020204030204"/>
            </a:rPr>
            <a:t>: Leadership</a:t>
          </a:r>
          <a:endParaRPr lang="en-US" sz="2400" dirty="0"/>
        </a:p>
      </dgm:t>
    </dgm:pt>
    <dgm:pt modelId="{17C9D00A-B296-4759-9DA6-F7B2D6755959}" type="parTrans" cxnId="{0A7EEEC7-D7C0-49BA-B739-32F518706FC7}">
      <dgm:prSet/>
      <dgm:spPr/>
      <dgm:t>
        <a:bodyPr/>
        <a:lstStyle/>
        <a:p>
          <a:endParaRPr lang="en-US"/>
        </a:p>
      </dgm:t>
    </dgm:pt>
    <dgm:pt modelId="{15B74401-03F9-405F-A3DD-DAFB79E4FF58}" type="sibTrans" cxnId="{0A7EEEC7-D7C0-49BA-B739-32F518706FC7}">
      <dgm:prSet/>
      <dgm:spPr/>
      <dgm:t>
        <a:bodyPr/>
        <a:lstStyle/>
        <a:p>
          <a:endParaRPr lang="en-US"/>
        </a:p>
      </dgm:t>
    </dgm:pt>
    <dgm:pt modelId="{085967A5-ED1D-4EBA-9005-7D51DCECA4E9}">
      <dgm:prSet custT="1"/>
      <dgm:spPr/>
      <dgm:t>
        <a:bodyPr/>
        <a:lstStyle/>
        <a:p>
          <a:pPr rtl="0"/>
          <a:r>
            <a:rPr lang="en-US" sz="2200" dirty="0">
              <a:latin typeface="Calibri Light" panose="020F0302020204030204"/>
            </a:rPr>
            <a:t>#3: </a:t>
          </a:r>
          <a:r>
            <a:rPr lang="en-US" sz="2400" dirty="0">
              <a:latin typeface="Calibri Light" panose="020F0302020204030204"/>
            </a:rPr>
            <a:t>Federal &amp; State Policy</a:t>
          </a:r>
          <a:endParaRPr lang="en-US" sz="2400" dirty="0"/>
        </a:p>
      </dgm:t>
    </dgm:pt>
    <dgm:pt modelId="{36C3DF61-826E-4171-BE3E-FD9A86745338}" type="parTrans" cxnId="{1309E725-CC5E-4132-84A8-BF2AA161CB98}">
      <dgm:prSet/>
      <dgm:spPr/>
      <dgm:t>
        <a:bodyPr/>
        <a:lstStyle/>
        <a:p>
          <a:endParaRPr lang="en-US"/>
        </a:p>
      </dgm:t>
    </dgm:pt>
    <dgm:pt modelId="{49A8EB24-0A6A-4DE2-8CD1-52FD2EAC7C77}" type="sibTrans" cxnId="{1309E725-CC5E-4132-84A8-BF2AA161CB98}">
      <dgm:prSet/>
      <dgm:spPr/>
      <dgm:t>
        <a:bodyPr/>
        <a:lstStyle/>
        <a:p>
          <a:endParaRPr lang="en-US"/>
        </a:p>
      </dgm:t>
    </dgm:pt>
    <dgm:pt modelId="{F7169AE5-6A52-44B5-960C-5CB238FCB3AF}">
      <dgm:prSet custT="1"/>
      <dgm:spPr/>
      <dgm:t>
        <a:bodyPr/>
        <a:lstStyle/>
        <a:p>
          <a:pPr rtl="0"/>
          <a:r>
            <a:rPr lang="en-US" sz="2500" dirty="0">
              <a:latin typeface="Calibri Light" panose="020F0302020204030204"/>
            </a:rPr>
            <a:t>#4: </a:t>
          </a:r>
          <a:r>
            <a:rPr lang="en-US" sz="2400" dirty="0">
              <a:latin typeface="Calibri Light" panose="020F0302020204030204"/>
            </a:rPr>
            <a:t>Aligning Mission, Vision and Values with Resources</a:t>
          </a:r>
          <a:endParaRPr lang="en-US" sz="2400" dirty="0"/>
        </a:p>
      </dgm:t>
    </dgm:pt>
    <dgm:pt modelId="{0F58CACE-73C4-4F24-959A-092D3DA1CCD8}" type="parTrans" cxnId="{FF5A95AB-2B87-428B-AA57-0EC1FF16D6D9}">
      <dgm:prSet/>
      <dgm:spPr/>
      <dgm:t>
        <a:bodyPr/>
        <a:lstStyle/>
        <a:p>
          <a:endParaRPr lang="en-US"/>
        </a:p>
      </dgm:t>
    </dgm:pt>
    <dgm:pt modelId="{5DF89232-F171-4899-B941-DEE49094AF51}" type="sibTrans" cxnId="{FF5A95AB-2B87-428B-AA57-0EC1FF16D6D9}">
      <dgm:prSet/>
      <dgm:spPr/>
      <dgm:t>
        <a:bodyPr/>
        <a:lstStyle/>
        <a:p>
          <a:endParaRPr lang="en-US"/>
        </a:p>
      </dgm:t>
    </dgm:pt>
    <dgm:pt modelId="{C42E9AED-CD48-4910-95F9-12030A6D1FC3}">
      <dgm:prSet custT="1"/>
      <dgm:spPr/>
      <dgm:t>
        <a:bodyPr/>
        <a:lstStyle/>
        <a:p>
          <a:pPr rtl="0"/>
          <a:r>
            <a:rPr lang="en-US" sz="2500" dirty="0">
              <a:latin typeface="Calibri Light" panose="020F0302020204030204"/>
            </a:rPr>
            <a:t>#5: </a:t>
          </a:r>
          <a:r>
            <a:rPr lang="en-US" sz="2400" dirty="0">
              <a:latin typeface="Calibri Light" panose="020F0302020204030204"/>
            </a:rPr>
            <a:t>Best Practices in Employment &amp; Day Services</a:t>
          </a:r>
          <a:endParaRPr lang="en-US" sz="2400" dirty="0"/>
        </a:p>
      </dgm:t>
    </dgm:pt>
    <dgm:pt modelId="{5CBD10CB-050E-46D3-A1AF-88A5DB69B196}" type="parTrans" cxnId="{559E8641-E56D-4934-960F-10E35B73DA58}">
      <dgm:prSet/>
      <dgm:spPr/>
      <dgm:t>
        <a:bodyPr/>
        <a:lstStyle/>
        <a:p>
          <a:endParaRPr lang="en-US"/>
        </a:p>
      </dgm:t>
    </dgm:pt>
    <dgm:pt modelId="{54D077E8-9E81-4DD3-908B-88AAD500F035}" type="sibTrans" cxnId="{559E8641-E56D-4934-960F-10E35B73DA58}">
      <dgm:prSet/>
      <dgm:spPr/>
      <dgm:t>
        <a:bodyPr/>
        <a:lstStyle/>
        <a:p>
          <a:endParaRPr lang="en-US"/>
        </a:p>
      </dgm:t>
    </dgm:pt>
    <dgm:pt modelId="{E19FB72E-CA60-4CE7-98BA-98B7EB7D7C61}">
      <dgm:prSet custT="1"/>
      <dgm:spPr/>
      <dgm:t>
        <a:bodyPr/>
        <a:lstStyle/>
        <a:p>
          <a:pPr rtl="0"/>
          <a:r>
            <a:rPr lang="en-US" sz="2500" dirty="0">
              <a:latin typeface="Calibri Light" panose="020F0302020204030204"/>
            </a:rPr>
            <a:t>#6: Organizational </a:t>
          </a:r>
          <a:r>
            <a:rPr lang="en-US" sz="2400" dirty="0">
              <a:latin typeface="Calibri Light" panose="020F0302020204030204"/>
            </a:rPr>
            <a:t>Transformation (change)</a:t>
          </a:r>
          <a:endParaRPr lang="en-US" sz="2400" dirty="0"/>
        </a:p>
      </dgm:t>
    </dgm:pt>
    <dgm:pt modelId="{A809591A-D3C2-4531-BBC1-3EDAE659FF06}" type="parTrans" cxnId="{70718F7A-31A0-44D9-9607-D2671F219546}">
      <dgm:prSet/>
      <dgm:spPr/>
      <dgm:t>
        <a:bodyPr/>
        <a:lstStyle/>
        <a:p>
          <a:endParaRPr lang="en-US"/>
        </a:p>
      </dgm:t>
    </dgm:pt>
    <dgm:pt modelId="{C4B282E2-4EB6-4AF9-8B3E-6F015A6CBC55}" type="sibTrans" cxnId="{70718F7A-31A0-44D9-9607-D2671F219546}">
      <dgm:prSet/>
      <dgm:spPr/>
      <dgm:t>
        <a:bodyPr/>
        <a:lstStyle/>
        <a:p>
          <a:endParaRPr lang="en-US"/>
        </a:p>
      </dgm:t>
    </dgm:pt>
    <dgm:pt modelId="{97695662-BAF3-4E1F-8297-856421E58B48}">
      <dgm:prSet custT="1"/>
      <dgm:spPr/>
      <dgm:t>
        <a:bodyPr/>
        <a:lstStyle/>
        <a:p>
          <a:pPr rtl="0"/>
          <a:r>
            <a:rPr lang="en-US" sz="2500" dirty="0">
              <a:latin typeface="Calibri Light" panose="020F0302020204030204"/>
            </a:rPr>
            <a:t>#7: </a:t>
          </a:r>
          <a:r>
            <a:rPr lang="en-US" sz="2400" dirty="0">
              <a:latin typeface="Calibri Light" panose="020F0302020204030204"/>
            </a:rPr>
            <a:t>Managing Through Change</a:t>
          </a:r>
          <a:endParaRPr lang="en-US" sz="2400" dirty="0"/>
        </a:p>
      </dgm:t>
    </dgm:pt>
    <dgm:pt modelId="{E1093A03-81D7-485A-BA2D-C079441AE6D3}" type="parTrans" cxnId="{727D08C6-5296-4532-8DFF-674B86CDBA42}">
      <dgm:prSet/>
      <dgm:spPr/>
      <dgm:t>
        <a:bodyPr/>
        <a:lstStyle/>
        <a:p>
          <a:endParaRPr lang="en-US"/>
        </a:p>
      </dgm:t>
    </dgm:pt>
    <dgm:pt modelId="{509960BB-4DBE-45D0-9B35-6890D22B38E4}" type="sibTrans" cxnId="{727D08C6-5296-4532-8DFF-674B86CDBA42}">
      <dgm:prSet/>
      <dgm:spPr/>
      <dgm:t>
        <a:bodyPr/>
        <a:lstStyle/>
        <a:p>
          <a:endParaRPr lang="en-US"/>
        </a:p>
      </dgm:t>
    </dgm:pt>
    <dgm:pt modelId="{F108ABD9-A924-4BB7-BFF2-605D8C1FF3FA}">
      <dgm:prSet custT="1"/>
      <dgm:spPr/>
      <dgm:t>
        <a:bodyPr/>
        <a:lstStyle/>
        <a:p>
          <a:pPr rtl="0"/>
          <a:r>
            <a:rPr lang="en-US" sz="2500" dirty="0">
              <a:latin typeface="Calibri Light" panose="020F0302020204030204"/>
            </a:rPr>
            <a:t>#8: </a:t>
          </a:r>
          <a:r>
            <a:rPr lang="en-US" sz="2400" dirty="0">
              <a:latin typeface="Calibri Light" panose="020F0302020204030204"/>
            </a:rPr>
            <a:t>Creating Systems for Quality Improvement</a:t>
          </a:r>
          <a:endParaRPr lang="en-US" sz="2400" dirty="0"/>
        </a:p>
      </dgm:t>
    </dgm:pt>
    <dgm:pt modelId="{ABFB948A-EBA6-466A-A7F3-A0B3B9605F80}" type="parTrans" cxnId="{C7EADB62-3832-425A-98E4-844FEA4DE3A4}">
      <dgm:prSet/>
      <dgm:spPr/>
      <dgm:t>
        <a:bodyPr/>
        <a:lstStyle/>
        <a:p>
          <a:endParaRPr lang="en-US"/>
        </a:p>
      </dgm:t>
    </dgm:pt>
    <dgm:pt modelId="{279F1544-58CD-4866-9D40-76552FD05F3D}" type="sibTrans" cxnId="{C7EADB62-3832-425A-98E4-844FEA4DE3A4}">
      <dgm:prSet/>
      <dgm:spPr/>
      <dgm:t>
        <a:bodyPr/>
        <a:lstStyle/>
        <a:p>
          <a:endParaRPr lang="en-US"/>
        </a:p>
      </dgm:t>
    </dgm:pt>
    <dgm:pt modelId="{5DA350EA-D7A5-4A05-B34D-49971235BFCD}">
      <dgm:prSet phldr="0"/>
      <dgm:spPr/>
      <dgm:t>
        <a:bodyPr/>
        <a:lstStyle/>
        <a:p>
          <a:endParaRPr lang="en-US" sz="2400" dirty="0">
            <a:latin typeface="Calibri Light" panose="020F0302020204030204"/>
          </a:endParaRPr>
        </a:p>
      </dgm:t>
    </dgm:pt>
    <dgm:pt modelId="{4B59A378-BC8C-464F-A757-1104105C88A0}" type="parTrans" cxnId="{587BBF01-705F-4B6B-90F9-5B6472A582DE}">
      <dgm:prSet/>
      <dgm:spPr/>
    </dgm:pt>
    <dgm:pt modelId="{FABFE03E-C86A-4609-9DD5-6882A27F3934}" type="sibTrans" cxnId="{587BBF01-705F-4B6B-90F9-5B6472A582DE}">
      <dgm:prSet/>
      <dgm:spPr/>
    </dgm:pt>
    <dgm:pt modelId="{370C5362-52EE-4A65-BD5B-6E96E1C312CA}" type="pres">
      <dgm:prSet presAssocID="{EDEB54D7-D621-483C-A84E-6074B50A7E19}" presName="vert0" presStyleCnt="0">
        <dgm:presLayoutVars>
          <dgm:dir/>
          <dgm:animOne val="branch"/>
          <dgm:animLvl val="lvl"/>
        </dgm:presLayoutVars>
      </dgm:prSet>
      <dgm:spPr/>
    </dgm:pt>
    <dgm:pt modelId="{71A6FFB3-8E4E-4E97-910C-C4CE9E85E9B5}" type="pres">
      <dgm:prSet presAssocID="{AE37FE82-56B3-4E38-88DE-5F5FF17D72D7}" presName="thickLine" presStyleLbl="alignNode1" presStyleIdx="0" presStyleCnt="1"/>
      <dgm:spPr/>
    </dgm:pt>
    <dgm:pt modelId="{27545458-E6AE-4EE5-B013-79572758E3B1}" type="pres">
      <dgm:prSet presAssocID="{AE37FE82-56B3-4E38-88DE-5F5FF17D72D7}" presName="horz1" presStyleCnt="0"/>
      <dgm:spPr/>
    </dgm:pt>
    <dgm:pt modelId="{5A8621F6-F0DF-4D30-B852-0D804578573A}" type="pres">
      <dgm:prSet presAssocID="{AE37FE82-56B3-4E38-88DE-5F5FF17D72D7}" presName="tx1" presStyleLbl="revTx" presStyleIdx="0" presStyleCnt="10"/>
      <dgm:spPr/>
    </dgm:pt>
    <dgm:pt modelId="{6C11AFC2-EC79-4BB8-A8DD-3A0AEA41D99F}" type="pres">
      <dgm:prSet presAssocID="{AE37FE82-56B3-4E38-88DE-5F5FF17D72D7}" presName="vert1" presStyleCnt="0"/>
      <dgm:spPr/>
    </dgm:pt>
    <dgm:pt modelId="{E9D7CAF6-93FB-4827-9C0B-822C03D798C1}" type="pres">
      <dgm:prSet presAssocID="{2CC3325D-F26F-4169-A8F2-E9724DD9BF3E}" presName="vertSpace2a" presStyleCnt="0"/>
      <dgm:spPr/>
    </dgm:pt>
    <dgm:pt modelId="{7950C0E4-6CCC-4231-981A-55D246474F65}" type="pres">
      <dgm:prSet presAssocID="{2CC3325D-F26F-4169-A8F2-E9724DD9BF3E}" presName="horz2" presStyleCnt="0"/>
      <dgm:spPr/>
    </dgm:pt>
    <dgm:pt modelId="{CA02B8A8-2BE4-49D4-8B4E-E186CC6CC69F}" type="pres">
      <dgm:prSet presAssocID="{2CC3325D-F26F-4169-A8F2-E9724DD9BF3E}" presName="horzSpace2" presStyleCnt="0"/>
      <dgm:spPr/>
    </dgm:pt>
    <dgm:pt modelId="{C5AD1EBC-771A-4521-9948-1B7625793B5E}" type="pres">
      <dgm:prSet presAssocID="{2CC3325D-F26F-4169-A8F2-E9724DD9BF3E}" presName="tx2" presStyleLbl="revTx" presStyleIdx="1" presStyleCnt="10"/>
      <dgm:spPr/>
    </dgm:pt>
    <dgm:pt modelId="{297F4D50-2455-415F-88C7-7FE529E5B2AC}" type="pres">
      <dgm:prSet presAssocID="{2CC3325D-F26F-4169-A8F2-E9724DD9BF3E}" presName="vert2" presStyleCnt="0"/>
      <dgm:spPr/>
    </dgm:pt>
    <dgm:pt modelId="{E43311EA-4DCE-488B-90E1-3B4D700F7498}" type="pres">
      <dgm:prSet presAssocID="{2CC3325D-F26F-4169-A8F2-E9724DD9BF3E}" presName="thinLine2b" presStyleLbl="callout" presStyleIdx="0" presStyleCnt="9"/>
      <dgm:spPr/>
    </dgm:pt>
    <dgm:pt modelId="{E58777EE-98EC-4652-8C24-FA72D0FEEA4C}" type="pres">
      <dgm:prSet presAssocID="{2CC3325D-F26F-4169-A8F2-E9724DD9BF3E}" presName="vertSpace2b" presStyleCnt="0"/>
      <dgm:spPr/>
    </dgm:pt>
    <dgm:pt modelId="{C1E2EA42-1E0B-4024-BD05-CF4059DA9E26}" type="pres">
      <dgm:prSet presAssocID="{14A7E1AD-2AF7-45A4-8820-BB21B55E80B3}" presName="horz2" presStyleCnt="0"/>
      <dgm:spPr/>
    </dgm:pt>
    <dgm:pt modelId="{75F0EB88-1B35-48A0-96ED-D5EBD92C108E}" type="pres">
      <dgm:prSet presAssocID="{14A7E1AD-2AF7-45A4-8820-BB21B55E80B3}" presName="horzSpace2" presStyleCnt="0"/>
      <dgm:spPr/>
    </dgm:pt>
    <dgm:pt modelId="{DF88638A-DF95-4A29-BEC7-71D9DC124D5D}" type="pres">
      <dgm:prSet presAssocID="{14A7E1AD-2AF7-45A4-8820-BB21B55E80B3}" presName="tx2" presStyleLbl="revTx" presStyleIdx="2" presStyleCnt="10"/>
      <dgm:spPr/>
    </dgm:pt>
    <dgm:pt modelId="{FE7E1F30-E6DB-404F-B1E7-DEE869C51ACB}" type="pres">
      <dgm:prSet presAssocID="{14A7E1AD-2AF7-45A4-8820-BB21B55E80B3}" presName="vert2" presStyleCnt="0"/>
      <dgm:spPr/>
    </dgm:pt>
    <dgm:pt modelId="{A3AA8138-E6E3-4901-B40F-AE22A8B80BDC}" type="pres">
      <dgm:prSet presAssocID="{14A7E1AD-2AF7-45A4-8820-BB21B55E80B3}" presName="thinLine2b" presStyleLbl="callout" presStyleIdx="1" presStyleCnt="9"/>
      <dgm:spPr/>
    </dgm:pt>
    <dgm:pt modelId="{FA25DA58-C114-48B4-A758-A4FEC190B55E}" type="pres">
      <dgm:prSet presAssocID="{14A7E1AD-2AF7-45A4-8820-BB21B55E80B3}" presName="vertSpace2b" presStyleCnt="0"/>
      <dgm:spPr/>
    </dgm:pt>
    <dgm:pt modelId="{A33F0341-0C1A-4ABF-84D8-ADC88E4F2B8F}" type="pres">
      <dgm:prSet presAssocID="{085967A5-ED1D-4EBA-9005-7D51DCECA4E9}" presName="horz2" presStyleCnt="0"/>
      <dgm:spPr/>
    </dgm:pt>
    <dgm:pt modelId="{359547D2-7764-4AD8-ACA6-AD7F3ACC2536}" type="pres">
      <dgm:prSet presAssocID="{085967A5-ED1D-4EBA-9005-7D51DCECA4E9}" presName="horzSpace2" presStyleCnt="0"/>
      <dgm:spPr/>
    </dgm:pt>
    <dgm:pt modelId="{8BF7B697-25E5-4012-9002-E1FDD58BE25E}" type="pres">
      <dgm:prSet presAssocID="{085967A5-ED1D-4EBA-9005-7D51DCECA4E9}" presName="tx2" presStyleLbl="revTx" presStyleIdx="3" presStyleCnt="10"/>
      <dgm:spPr/>
    </dgm:pt>
    <dgm:pt modelId="{5154C1F5-B1B1-4788-8250-34D36A850B97}" type="pres">
      <dgm:prSet presAssocID="{085967A5-ED1D-4EBA-9005-7D51DCECA4E9}" presName="vert2" presStyleCnt="0"/>
      <dgm:spPr/>
    </dgm:pt>
    <dgm:pt modelId="{9298CD09-4D7B-4D86-A0BE-EEB62C682110}" type="pres">
      <dgm:prSet presAssocID="{085967A5-ED1D-4EBA-9005-7D51DCECA4E9}" presName="thinLine2b" presStyleLbl="callout" presStyleIdx="2" presStyleCnt="9"/>
      <dgm:spPr/>
    </dgm:pt>
    <dgm:pt modelId="{9779F477-60AB-4537-86C1-5AA9E51F9703}" type="pres">
      <dgm:prSet presAssocID="{085967A5-ED1D-4EBA-9005-7D51DCECA4E9}" presName="vertSpace2b" presStyleCnt="0"/>
      <dgm:spPr/>
    </dgm:pt>
    <dgm:pt modelId="{501BF210-7C45-41B3-8085-D3D5F944CF4B}" type="pres">
      <dgm:prSet presAssocID="{F7169AE5-6A52-44B5-960C-5CB238FCB3AF}" presName="horz2" presStyleCnt="0"/>
      <dgm:spPr/>
    </dgm:pt>
    <dgm:pt modelId="{360FBA9D-6A30-4772-90BB-A1C6B3B03D43}" type="pres">
      <dgm:prSet presAssocID="{F7169AE5-6A52-44B5-960C-5CB238FCB3AF}" presName="horzSpace2" presStyleCnt="0"/>
      <dgm:spPr/>
    </dgm:pt>
    <dgm:pt modelId="{DC97B774-ED6A-4A03-AEBF-E0292D3FDE3C}" type="pres">
      <dgm:prSet presAssocID="{F7169AE5-6A52-44B5-960C-5CB238FCB3AF}" presName="tx2" presStyleLbl="revTx" presStyleIdx="4" presStyleCnt="10"/>
      <dgm:spPr/>
    </dgm:pt>
    <dgm:pt modelId="{E2FAE91C-6539-46F2-A2FD-EA5BDB92FD7E}" type="pres">
      <dgm:prSet presAssocID="{F7169AE5-6A52-44B5-960C-5CB238FCB3AF}" presName="vert2" presStyleCnt="0"/>
      <dgm:spPr/>
    </dgm:pt>
    <dgm:pt modelId="{5BC40D12-9011-433A-A04B-9BCA131DBE28}" type="pres">
      <dgm:prSet presAssocID="{F7169AE5-6A52-44B5-960C-5CB238FCB3AF}" presName="thinLine2b" presStyleLbl="callout" presStyleIdx="3" presStyleCnt="9"/>
      <dgm:spPr/>
    </dgm:pt>
    <dgm:pt modelId="{6F772D7D-4981-43DD-9D9A-5D529C1D48FA}" type="pres">
      <dgm:prSet presAssocID="{F7169AE5-6A52-44B5-960C-5CB238FCB3AF}" presName="vertSpace2b" presStyleCnt="0"/>
      <dgm:spPr/>
    </dgm:pt>
    <dgm:pt modelId="{B66C60BA-E89F-4CB3-BFBA-9895F9DF138E}" type="pres">
      <dgm:prSet presAssocID="{C42E9AED-CD48-4910-95F9-12030A6D1FC3}" presName="horz2" presStyleCnt="0"/>
      <dgm:spPr/>
    </dgm:pt>
    <dgm:pt modelId="{74D00BD3-1DAB-4F77-98F8-081289B8DE9B}" type="pres">
      <dgm:prSet presAssocID="{C42E9AED-CD48-4910-95F9-12030A6D1FC3}" presName="horzSpace2" presStyleCnt="0"/>
      <dgm:spPr/>
    </dgm:pt>
    <dgm:pt modelId="{F4A29DCF-D071-4E47-8BDD-A2005B33D97A}" type="pres">
      <dgm:prSet presAssocID="{C42E9AED-CD48-4910-95F9-12030A6D1FC3}" presName="tx2" presStyleLbl="revTx" presStyleIdx="5" presStyleCnt="10"/>
      <dgm:spPr/>
    </dgm:pt>
    <dgm:pt modelId="{00C7C469-9C8C-420D-800E-B58112412F15}" type="pres">
      <dgm:prSet presAssocID="{C42E9AED-CD48-4910-95F9-12030A6D1FC3}" presName="vert2" presStyleCnt="0"/>
      <dgm:spPr/>
    </dgm:pt>
    <dgm:pt modelId="{FEB5D30D-6345-4889-942B-10DA9BBA28B5}" type="pres">
      <dgm:prSet presAssocID="{C42E9AED-CD48-4910-95F9-12030A6D1FC3}" presName="thinLine2b" presStyleLbl="callout" presStyleIdx="4" presStyleCnt="9"/>
      <dgm:spPr/>
    </dgm:pt>
    <dgm:pt modelId="{A0C70EDB-F19B-421E-AF59-076ED368725F}" type="pres">
      <dgm:prSet presAssocID="{C42E9AED-CD48-4910-95F9-12030A6D1FC3}" presName="vertSpace2b" presStyleCnt="0"/>
      <dgm:spPr/>
    </dgm:pt>
    <dgm:pt modelId="{D0FD235A-D80F-4E37-83D7-431143692211}" type="pres">
      <dgm:prSet presAssocID="{E19FB72E-CA60-4CE7-98BA-98B7EB7D7C61}" presName="horz2" presStyleCnt="0"/>
      <dgm:spPr/>
    </dgm:pt>
    <dgm:pt modelId="{22CBC0D1-0130-42D6-B313-8BEB42A6D999}" type="pres">
      <dgm:prSet presAssocID="{E19FB72E-CA60-4CE7-98BA-98B7EB7D7C61}" presName="horzSpace2" presStyleCnt="0"/>
      <dgm:spPr/>
    </dgm:pt>
    <dgm:pt modelId="{5500D156-BE92-45ED-B514-3C35D130B940}" type="pres">
      <dgm:prSet presAssocID="{E19FB72E-CA60-4CE7-98BA-98B7EB7D7C61}" presName="tx2" presStyleLbl="revTx" presStyleIdx="6" presStyleCnt="10"/>
      <dgm:spPr/>
    </dgm:pt>
    <dgm:pt modelId="{17442750-B26B-4AC8-97B6-EB158226363F}" type="pres">
      <dgm:prSet presAssocID="{E19FB72E-CA60-4CE7-98BA-98B7EB7D7C61}" presName="vert2" presStyleCnt="0"/>
      <dgm:spPr/>
    </dgm:pt>
    <dgm:pt modelId="{31EE367D-11F2-4896-AE78-A89224D35716}" type="pres">
      <dgm:prSet presAssocID="{E19FB72E-CA60-4CE7-98BA-98B7EB7D7C61}" presName="thinLine2b" presStyleLbl="callout" presStyleIdx="5" presStyleCnt="9"/>
      <dgm:spPr/>
    </dgm:pt>
    <dgm:pt modelId="{A7241EE9-0E53-47C3-9691-38582D3634C4}" type="pres">
      <dgm:prSet presAssocID="{E19FB72E-CA60-4CE7-98BA-98B7EB7D7C61}" presName="vertSpace2b" presStyleCnt="0"/>
      <dgm:spPr/>
    </dgm:pt>
    <dgm:pt modelId="{9F77ACB4-1F67-4A58-9AE9-B6B333786D40}" type="pres">
      <dgm:prSet presAssocID="{5DA350EA-D7A5-4A05-B34D-49971235BFCD}" presName="horz2" presStyleCnt="0"/>
      <dgm:spPr/>
    </dgm:pt>
    <dgm:pt modelId="{529F0F85-F30B-4871-9E6E-0FDE9E1749AF}" type="pres">
      <dgm:prSet presAssocID="{5DA350EA-D7A5-4A05-B34D-49971235BFCD}" presName="horzSpace2" presStyleCnt="0"/>
      <dgm:spPr/>
    </dgm:pt>
    <dgm:pt modelId="{90270088-047C-4E52-BFCE-752EC16782C5}" type="pres">
      <dgm:prSet presAssocID="{5DA350EA-D7A5-4A05-B34D-49971235BFCD}" presName="tx2" presStyleLbl="revTx" presStyleIdx="7" presStyleCnt="10"/>
      <dgm:spPr/>
    </dgm:pt>
    <dgm:pt modelId="{A27F487C-4D3D-44AF-94A9-01EC55A75898}" type="pres">
      <dgm:prSet presAssocID="{5DA350EA-D7A5-4A05-B34D-49971235BFCD}" presName="vert2" presStyleCnt="0"/>
      <dgm:spPr/>
    </dgm:pt>
    <dgm:pt modelId="{C1B24D84-CDFA-4AAB-8DA6-5EF4941CFD68}" type="pres">
      <dgm:prSet presAssocID="{5DA350EA-D7A5-4A05-B34D-49971235BFCD}" presName="thinLine2b" presStyleLbl="callout" presStyleIdx="6" presStyleCnt="9"/>
      <dgm:spPr/>
    </dgm:pt>
    <dgm:pt modelId="{2D26F5CB-127F-4B35-B0CE-FE9A3A4B29AD}" type="pres">
      <dgm:prSet presAssocID="{5DA350EA-D7A5-4A05-B34D-49971235BFCD}" presName="vertSpace2b" presStyleCnt="0"/>
      <dgm:spPr/>
    </dgm:pt>
    <dgm:pt modelId="{A04C08B5-13F5-42B2-B572-E371F7DDA2F6}" type="pres">
      <dgm:prSet presAssocID="{97695662-BAF3-4E1F-8297-856421E58B48}" presName="horz2" presStyleCnt="0"/>
      <dgm:spPr/>
    </dgm:pt>
    <dgm:pt modelId="{163EE321-C741-40A2-965E-E0B0159235CE}" type="pres">
      <dgm:prSet presAssocID="{97695662-BAF3-4E1F-8297-856421E58B48}" presName="horzSpace2" presStyleCnt="0"/>
      <dgm:spPr/>
    </dgm:pt>
    <dgm:pt modelId="{07C958B4-D4CB-4F2C-ACA7-9FC2252BB31B}" type="pres">
      <dgm:prSet presAssocID="{97695662-BAF3-4E1F-8297-856421E58B48}" presName="tx2" presStyleLbl="revTx" presStyleIdx="8" presStyleCnt="10"/>
      <dgm:spPr/>
    </dgm:pt>
    <dgm:pt modelId="{4358DD4F-1AF4-4E4A-8C5E-9BC47ACC5CA3}" type="pres">
      <dgm:prSet presAssocID="{97695662-BAF3-4E1F-8297-856421E58B48}" presName="vert2" presStyleCnt="0"/>
      <dgm:spPr/>
    </dgm:pt>
    <dgm:pt modelId="{673488E1-7417-4C5A-91C8-59E80D8BEF85}" type="pres">
      <dgm:prSet presAssocID="{97695662-BAF3-4E1F-8297-856421E58B48}" presName="thinLine2b" presStyleLbl="callout" presStyleIdx="7" presStyleCnt="9"/>
      <dgm:spPr/>
    </dgm:pt>
    <dgm:pt modelId="{770E0B5B-F499-4354-B3C5-957D7426A058}" type="pres">
      <dgm:prSet presAssocID="{97695662-BAF3-4E1F-8297-856421E58B48}" presName="vertSpace2b" presStyleCnt="0"/>
      <dgm:spPr/>
    </dgm:pt>
    <dgm:pt modelId="{EF81F41C-FA12-4F87-BB94-85DA5569CC8A}" type="pres">
      <dgm:prSet presAssocID="{F108ABD9-A924-4BB7-BFF2-605D8C1FF3FA}" presName="horz2" presStyleCnt="0"/>
      <dgm:spPr/>
    </dgm:pt>
    <dgm:pt modelId="{3F966176-B381-47D0-8823-428D8C106C8B}" type="pres">
      <dgm:prSet presAssocID="{F108ABD9-A924-4BB7-BFF2-605D8C1FF3FA}" presName="horzSpace2" presStyleCnt="0"/>
      <dgm:spPr/>
    </dgm:pt>
    <dgm:pt modelId="{7A75A819-A64D-4F4D-96D8-B22078B63A4C}" type="pres">
      <dgm:prSet presAssocID="{F108ABD9-A924-4BB7-BFF2-605D8C1FF3FA}" presName="tx2" presStyleLbl="revTx" presStyleIdx="9" presStyleCnt="10"/>
      <dgm:spPr/>
    </dgm:pt>
    <dgm:pt modelId="{486DA54C-0039-4953-8C22-B5576B39F59C}" type="pres">
      <dgm:prSet presAssocID="{F108ABD9-A924-4BB7-BFF2-605D8C1FF3FA}" presName="vert2" presStyleCnt="0"/>
      <dgm:spPr/>
    </dgm:pt>
    <dgm:pt modelId="{547B8CFE-C1F6-4718-AFAD-3674CDE53DB2}" type="pres">
      <dgm:prSet presAssocID="{F108ABD9-A924-4BB7-BFF2-605D8C1FF3FA}" presName="thinLine2b" presStyleLbl="callout" presStyleIdx="8" presStyleCnt="9"/>
      <dgm:spPr/>
    </dgm:pt>
    <dgm:pt modelId="{A04433FE-0CDB-48CD-8A88-B12EE4124E14}" type="pres">
      <dgm:prSet presAssocID="{F108ABD9-A924-4BB7-BFF2-605D8C1FF3FA}" presName="vertSpace2b" presStyleCnt="0"/>
      <dgm:spPr/>
    </dgm:pt>
  </dgm:ptLst>
  <dgm:cxnLst>
    <dgm:cxn modelId="{5F528E01-C346-4DFD-893B-56AB99767146}" type="presOf" srcId="{085967A5-ED1D-4EBA-9005-7D51DCECA4E9}" destId="{8BF7B697-25E5-4012-9002-E1FDD58BE25E}" srcOrd="0" destOrd="0" presId="urn:microsoft.com/office/officeart/2008/layout/LinedList"/>
    <dgm:cxn modelId="{587BBF01-705F-4B6B-90F9-5B6472A582DE}" srcId="{AE37FE82-56B3-4E38-88DE-5F5FF17D72D7}" destId="{5DA350EA-D7A5-4A05-B34D-49971235BFCD}" srcOrd="6" destOrd="0" parTransId="{4B59A378-BC8C-464F-A757-1104105C88A0}" sibTransId="{FABFE03E-C86A-4609-9DD5-6882A27F3934}"/>
    <dgm:cxn modelId="{6CC57606-F0E0-42CB-9EEC-37FE8CC11666}" type="presOf" srcId="{14A7E1AD-2AF7-45A4-8820-BB21B55E80B3}" destId="{DF88638A-DF95-4A29-BEC7-71D9DC124D5D}" srcOrd="0" destOrd="0" presId="urn:microsoft.com/office/officeart/2008/layout/LinedList"/>
    <dgm:cxn modelId="{366C4709-87C0-40AC-B78D-F4B81E505048}" srcId="{EDEB54D7-D621-483C-A84E-6074B50A7E19}" destId="{AE37FE82-56B3-4E38-88DE-5F5FF17D72D7}" srcOrd="0" destOrd="0" parTransId="{56706AFB-E480-41CF-9AD8-93423A8C7D55}" sibTransId="{380805CD-38AA-40E9-BA47-93249C489930}"/>
    <dgm:cxn modelId="{1309E725-CC5E-4132-84A8-BF2AA161CB98}" srcId="{AE37FE82-56B3-4E38-88DE-5F5FF17D72D7}" destId="{085967A5-ED1D-4EBA-9005-7D51DCECA4E9}" srcOrd="2" destOrd="0" parTransId="{36C3DF61-826E-4171-BE3E-FD9A86745338}" sibTransId="{49A8EB24-0A6A-4DE2-8CD1-52FD2EAC7C77}"/>
    <dgm:cxn modelId="{2040243A-CCBA-46F9-84AC-C440FEC0FABB}" srcId="{AE37FE82-56B3-4E38-88DE-5F5FF17D72D7}" destId="{2CC3325D-F26F-4169-A8F2-E9724DD9BF3E}" srcOrd="0" destOrd="0" parTransId="{9F603017-AB6C-41A1-8370-359C4BAC0CDC}" sibTransId="{7FB06108-F248-494E-9927-E529CB72C1A3}"/>
    <dgm:cxn modelId="{559E8641-E56D-4934-960F-10E35B73DA58}" srcId="{AE37FE82-56B3-4E38-88DE-5F5FF17D72D7}" destId="{C42E9AED-CD48-4910-95F9-12030A6D1FC3}" srcOrd="4" destOrd="0" parTransId="{5CBD10CB-050E-46D3-A1AF-88A5DB69B196}" sibTransId="{54D077E8-9E81-4DD3-908B-88AAD500F035}"/>
    <dgm:cxn modelId="{C7EADB62-3832-425A-98E4-844FEA4DE3A4}" srcId="{AE37FE82-56B3-4E38-88DE-5F5FF17D72D7}" destId="{F108ABD9-A924-4BB7-BFF2-605D8C1FF3FA}" srcOrd="8" destOrd="0" parTransId="{ABFB948A-EBA6-466A-A7F3-A0B3B9605F80}" sibTransId="{279F1544-58CD-4866-9D40-76552FD05F3D}"/>
    <dgm:cxn modelId="{7E078E64-719C-4734-AC46-A970E03E55F1}" type="presOf" srcId="{97695662-BAF3-4E1F-8297-856421E58B48}" destId="{07C958B4-D4CB-4F2C-ACA7-9FC2252BB31B}" srcOrd="0" destOrd="0" presId="urn:microsoft.com/office/officeart/2008/layout/LinedList"/>
    <dgm:cxn modelId="{B2C7FB46-321D-4969-AB28-4C275D735A45}" type="presOf" srcId="{F108ABD9-A924-4BB7-BFF2-605D8C1FF3FA}" destId="{7A75A819-A64D-4F4D-96D8-B22078B63A4C}" srcOrd="0" destOrd="0" presId="urn:microsoft.com/office/officeart/2008/layout/LinedList"/>
    <dgm:cxn modelId="{CB596C47-1F8A-4133-A5CB-284A563DF07C}" type="presOf" srcId="{C42E9AED-CD48-4910-95F9-12030A6D1FC3}" destId="{F4A29DCF-D071-4E47-8BDD-A2005B33D97A}" srcOrd="0" destOrd="0" presId="urn:microsoft.com/office/officeart/2008/layout/LinedList"/>
    <dgm:cxn modelId="{C81A5676-1FD5-41C1-97DB-2D7D4C547E13}" type="presOf" srcId="{5DA350EA-D7A5-4A05-B34D-49971235BFCD}" destId="{90270088-047C-4E52-BFCE-752EC16782C5}" srcOrd="0" destOrd="0" presId="urn:microsoft.com/office/officeart/2008/layout/LinedList"/>
    <dgm:cxn modelId="{70718F7A-31A0-44D9-9607-D2671F219546}" srcId="{AE37FE82-56B3-4E38-88DE-5F5FF17D72D7}" destId="{E19FB72E-CA60-4CE7-98BA-98B7EB7D7C61}" srcOrd="5" destOrd="0" parTransId="{A809591A-D3C2-4531-BBC1-3EDAE659FF06}" sibTransId="{C4B282E2-4EB6-4AF9-8B3E-6F015A6CBC55}"/>
    <dgm:cxn modelId="{DF42677B-3FB4-46C2-A813-0B67047FDB2E}" type="presOf" srcId="{EDEB54D7-D621-483C-A84E-6074B50A7E19}" destId="{370C5362-52EE-4A65-BD5B-6E96E1C312CA}" srcOrd="0" destOrd="0" presId="urn:microsoft.com/office/officeart/2008/layout/LinedList"/>
    <dgm:cxn modelId="{FF5A95AB-2B87-428B-AA57-0EC1FF16D6D9}" srcId="{AE37FE82-56B3-4E38-88DE-5F5FF17D72D7}" destId="{F7169AE5-6A52-44B5-960C-5CB238FCB3AF}" srcOrd="3" destOrd="0" parTransId="{0F58CACE-73C4-4F24-959A-092D3DA1CCD8}" sibTransId="{5DF89232-F171-4899-B941-DEE49094AF51}"/>
    <dgm:cxn modelId="{9BF4A6C3-5E29-49B4-87AB-AC2D4847B51C}" type="presOf" srcId="{F7169AE5-6A52-44B5-960C-5CB238FCB3AF}" destId="{DC97B774-ED6A-4A03-AEBF-E0292D3FDE3C}" srcOrd="0" destOrd="0" presId="urn:microsoft.com/office/officeart/2008/layout/LinedList"/>
    <dgm:cxn modelId="{727D08C6-5296-4532-8DFF-674B86CDBA42}" srcId="{AE37FE82-56B3-4E38-88DE-5F5FF17D72D7}" destId="{97695662-BAF3-4E1F-8297-856421E58B48}" srcOrd="7" destOrd="0" parTransId="{E1093A03-81D7-485A-BA2D-C079441AE6D3}" sibTransId="{509960BB-4DBE-45D0-9B35-6890D22B38E4}"/>
    <dgm:cxn modelId="{0A7EEEC7-D7C0-49BA-B739-32F518706FC7}" srcId="{AE37FE82-56B3-4E38-88DE-5F5FF17D72D7}" destId="{14A7E1AD-2AF7-45A4-8820-BB21B55E80B3}" srcOrd="1" destOrd="0" parTransId="{17C9D00A-B296-4759-9DA6-F7B2D6755959}" sibTransId="{15B74401-03F9-405F-A3DD-DAFB79E4FF58}"/>
    <dgm:cxn modelId="{107A96D1-7C9E-4889-A450-7B990F7A4CA3}" type="presOf" srcId="{E19FB72E-CA60-4CE7-98BA-98B7EB7D7C61}" destId="{5500D156-BE92-45ED-B514-3C35D130B940}" srcOrd="0" destOrd="0" presId="urn:microsoft.com/office/officeart/2008/layout/LinedList"/>
    <dgm:cxn modelId="{42E293DA-25F9-4EF9-9717-819D4BB658D2}" type="presOf" srcId="{2CC3325D-F26F-4169-A8F2-E9724DD9BF3E}" destId="{C5AD1EBC-771A-4521-9948-1B7625793B5E}" srcOrd="0" destOrd="0" presId="urn:microsoft.com/office/officeart/2008/layout/LinedList"/>
    <dgm:cxn modelId="{94C166EB-F8A0-4F38-B8F0-946B5C568266}" type="presOf" srcId="{AE37FE82-56B3-4E38-88DE-5F5FF17D72D7}" destId="{5A8621F6-F0DF-4D30-B852-0D804578573A}" srcOrd="0" destOrd="0" presId="urn:microsoft.com/office/officeart/2008/layout/LinedList"/>
    <dgm:cxn modelId="{9F6AF6DA-B8BE-4B74-A50F-3C3B13D61CB9}" type="presParOf" srcId="{370C5362-52EE-4A65-BD5B-6E96E1C312CA}" destId="{71A6FFB3-8E4E-4E97-910C-C4CE9E85E9B5}" srcOrd="0" destOrd="0" presId="urn:microsoft.com/office/officeart/2008/layout/LinedList"/>
    <dgm:cxn modelId="{360AFF47-72EA-40B0-9E57-6BC0DB710707}" type="presParOf" srcId="{370C5362-52EE-4A65-BD5B-6E96E1C312CA}" destId="{27545458-E6AE-4EE5-B013-79572758E3B1}" srcOrd="1" destOrd="0" presId="urn:microsoft.com/office/officeart/2008/layout/LinedList"/>
    <dgm:cxn modelId="{F43D4554-035D-4ED8-9F76-116200A7DF69}" type="presParOf" srcId="{27545458-E6AE-4EE5-B013-79572758E3B1}" destId="{5A8621F6-F0DF-4D30-B852-0D804578573A}" srcOrd="0" destOrd="0" presId="urn:microsoft.com/office/officeart/2008/layout/LinedList"/>
    <dgm:cxn modelId="{E107F11C-664B-47F8-ADC6-0991843F77AC}" type="presParOf" srcId="{27545458-E6AE-4EE5-B013-79572758E3B1}" destId="{6C11AFC2-EC79-4BB8-A8DD-3A0AEA41D99F}" srcOrd="1" destOrd="0" presId="urn:microsoft.com/office/officeart/2008/layout/LinedList"/>
    <dgm:cxn modelId="{6F4906CC-5851-48E4-80EB-7154B164F496}" type="presParOf" srcId="{6C11AFC2-EC79-4BB8-A8DD-3A0AEA41D99F}" destId="{E9D7CAF6-93FB-4827-9C0B-822C03D798C1}" srcOrd="0" destOrd="0" presId="urn:microsoft.com/office/officeart/2008/layout/LinedList"/>
    <dgm:cxn modelId="{A69F9644-5D93-4718-851B-BE40FEA1EEDE}" type="presParOf" srcId="{6C11AFC2-EC79-4BB8-A8DD-3A0AEA41D99F}" destId="{7950C0E4-6CCC-4231-981A-55D246474F65}" srcOrd="1" destOrd="0" presId="urn:microsoft.com/office/officeart/2008/layout/LinedList"/>
    <dgm:cxn modelId="{044274DB-4D83-423A-AC0E-FBF08F565102}" type="presParOf" srcId="{7950C0E4-6CCC-4231-981A-55D246474F65}" destId="{CA02B8A8-2BE4-49D4-8B4E-E186CC6CC69F}" srcOrd="0" destOrd="0" presId="urn:microsoft.com/office/officeart/2008/layout/LinedList"/>
    <dgm:cxn modelId="{F8FF16C9-FB7E-48DE-A5C3-455447CC2435}" type="presParOf" srcId="{7950C0E4-6CCC-4231-981A-55D246474F65}" destId="{C5AD1EBC-771A-4521-9948-1B7625793B5E}" srcOrd="1" destOrd="0" presId="urn:microsoft.com/office/officeart/2008/layout/LinedList"/>
    <dgm:cxn modelId="{CF601E76-7A41-48E6-8FEE-43E72751AC4D}" type="presParOf" srcId="{7950C0E4-6CCC-4231-981A-55D246474F65}" destId="{297F4D50-2455-415F-88C7-7FE529E5B2AC}" srcOrd="2" destOrd="0" presId="urn:microsoft.com/office/officeart/2008/layout/LinedList"/>
    <dgm:cxn modelId="{8F974B6D-7B66-4F6E-A089-F531D55997F2}" type="presParOf" srcId="{6C11AFC2-EC79-4BB8-A8DD-3A0AEA41D99F}" destId="{E43311EA-4DCE-488B-90E1-3B4D700F7498}" srcOrd="2" destOrd="0" presId="urn:microsoft.com/office/officeart/2008/layout/LinedList"/>
    <dgm:cxn modelId="{9443E8DD-1B25-4023-A1E1-003F0B1F5F16}" type="presParOf" srcId="{6C11AFC2-EC79-4BB8-A8DD-3A0AEA41D99F}" destId="{E58777EE-98EC-4652-8C24-FA72D0FEEA4C}" srcOrd="3" destOrd="0" presId="urn:microsoft.com/office/officeart/2008/layout/LinedList"/>
    <dgm:cxn modelId="{197A1D3F-BF5C-4476-877A-4AC6115AB416}" type="presParOf" srcId="{6C11AFC2-EC79-4BB8-A8DD-3A0AEA41D99F}" destId="{C1E2EA42-1E0B-4024-BD05-CF4059DA9E26}" srcOrd="4" destOrd="0" presId="urn:microsoft.com/office/officeart/2008/layout/LinedList"/>
    <dgm:cxn modelId="{002FA76A-AE1E-4642-8385-E1A906A66919}" type="presParOf" srcId="{C1E2EA42-1E0B-4024-BD05-CF4059DA9E26}" destId="{75F0EB88-1B35-48A0-96ED-D5EBD92C108E}" srcOrd="0" destOrd="0" presId="urn:microsoft.com/office/officeart/2008/layout/LinedList"/>
    <dgm:cxn modelId="{CE80867B-B54C-405E-8F28-73F27B81BE58}" type="presParOf" srcId="{C1E2EA42-1E0B-4024-BD05-CF4059DA9E26}" destId="{DF88638A-DF95-4A29-BEC7-71D9DC124D5D}" srcOrd="1" destOrd="0" presId="urn:microsoft.com/office/officeart/2008/layout/LinedList"/>
    <dgm:cxn modelId="{75A2A84D-9AB7-47B8-9DB8-B812C4E9A88C}" type="presParOf" srcId="{C1E2EA42-1E0B-4024-BD05-CF4059DA9E26}" destId="{FE7E1F30-E6DB-404F-B1E7-DEE869C51ACB}" srcOrd="2" destOrd="0" presId="urn:microsoft.com/office/officeart/2008/layout/LinedList"/>
    <dgm:cxn modelId="{07C89FD5-3FE8-4985-A244-9B313249D997}" type="presParOf" srcId="{6C11AFC2-EC79-4BB8-A8DD-3A0AEA41D99F}" destId="{A3AA8138-E6E3-4901-B40F-AE22A8B80BDC}" srcOrd="5" destOrd="0" presId="urn:microsoft.com/office/officeart/2008/layout/LinedList"/>
    <dgm:cxn modelId="{A7B46C25-4FBC-44DF-A4D3-64B7836ED901}" type="presParOf" srcId="{6C11AFC2-EC79-4BB8-A8DD-3A0AEA41D99F}" destId="{FA25DA58-C114-48B4-A758-A4FEC190B55E}" srcOrd="6" destOrd="0" presId="urn:microsoft.com/office/officeart/2008/layout/LinedList"/>
    <dgm:cxn modelId="{6BD6C88D-CB37-4E98-B7EE-2384C40FC8C4}" type="presParOf" srcId="{6C11AFC2-EC79-4BB8-A8DD-3A0AEA41D99F}" destId="{A33F0341-0C1A-4ABF-84D8-ADC88E4F2B8F}" srcOrd="7" destOrd="0" presId="urn:microsoft.com/office/officeart/2008/layout/LinedList"/>
    <dgm:cxn modelId="{41A90576-7FCF-4A02-A508-1CA72F40DA4D}" type="presParOf" srcId="{A33F0341-0C1A-4ABF-84D8-ADC88E4F2B8F}" destId="{359547D2-7764-4AD8-ACA6-AD7F3ACC2536}" srcOrd="0" destOrd="0" presId="urn:microsoft.com/office/officeart/2008/layout/LinedList"/>
    <dgm:cxn modelId="{D1FEC8F7-C572-4F6B-A322-54F70EEDD172}" type="presParOf" srcId="{A33F0341-0C1A-4ABF-84D8-ADC88E4F2B8F}" destId="{8BF7B697-25E5-4012-9002-E1FDD58BE25E}" srcOrd="1" destOrd="0" presId="urn:microsoft.com/office/officeart/2008/layout/LinedList"/>
    <dgm:cxn modelId="{DCD6F60E-8EB0-4F3C-AA0B-A8213C0C73DF}" type="presParOf" srcId="{A33F0341-0C1A-4ABF-84D8-ADC88E4F2B8F}" destId="{5154C1F5-B1B1-4788-8250-34D36A850B97}" srcOrd="2" destOrd="0" presId="urn:microsoft.com/office/officeart/2008/layout/LinedList"/>
    <dgm:cxn modelId="{6074F076-28A3-40DC-A885-E20904DA451C}" type="presParOf" srcId="{6C11AFC2-EC79-4BB8-A8DD-3A0AEA41D99F}" destId="{9298CD09-4D7B-4D86-A0BE-EEB62C682110}" srcOrd="8" destOrd="0" presId="urn:microsoft.com/office/officeart/2008/layout/LinedList"/>
    <dgm:cxn modelId="{656A49A4-B572-4FA3-BB20-9F9D90D321F0}" type="presParOf" srcId="{6C11AFC2-EC79-4BB8-A8DD-3A0AEA41D99F}" destId="{9779F477-60AB-4537-86C1-5AA9E51F9703}" srcOrd="9" destOrd="0" presId="urn:microsoft.com/office/officeart/2008/layout/LinedList"/>
    <dgm:cxn modelId="{D014E470-25B4-4283-B43A-B83F13A85EA1}" type="presParOf" srcId="{6C11AFC2-EC79-4BB8-A8DD-3A0AEA41D99F}" destId="{501BF210-7C45-41B3-8085-D3D5F944CF4B}" srcOrd="10" destOrd="0" presId="urn:microsoft.com/office/officeart/2008/layout/LinedList"/>
    <dgm:cxn modelId="{5AE0AD5B-87CE-462F-A9DE-F83962837F1F}" type="presParOf" srcId="{501BF210-7C45-41B3-8085-D3D5F944CF4B}" destId="{360FBA9D-6A30-4772-90BB-A1C6B3B03D43}" srcOrd="0" destOrd="0" presId="urn:microsoft.com/office/officeart/2008/layout/LinedList"/>
    <dgm:cxn modelId="{085EE58C-B353-4945-B1A0-57E2714E0E11}" type="presParOf" srcId="{501BF210-7C45-41B3-8085-D3D5F944CF4B}" destId="{DC97B774-ED6A-4A03-AEBF-E0292D3FDE3C}" srcOrd="1" destOrd="0" presId="urn:microsoft.com/office/officeart/2008/layout/LinedList"/>
    <dgm:cxn modelId="{C6FADBF2-00DF-4118-BFC3-0F244220BA5C}" type="presParOf" srcId="{501BF210-7C45-41B3-8085-D3D5F944CF4B}" destId="{E2FAE91C-6539-46F2-A2FD-EA5BDB92FD7E}" srcOrd="2" destOrd="0" presId="urn:microsoft.com/office/officeart/2008/layout/LinedList"/>
    <dgm:cxn modelId="{7A9FDD2A-717F-4ADB-B009-53AF2AC60278}" type="presParOf" srcId="{6C11AFC2-EC79-4BB8-A8DD-3A0AEA41D99F}" destId="{5BC40D12-9011-433A-A04B-9BCA131DBE28}" srcOrd="11" destOrd="0" presId="urn:microsoft.com/office/officeart/2008/layout/LinedList"/>
    <dgm:cxn modelId="{6EF90886-3C74-4AB9-9F13-39B6E63E40F4}" type="presParOf" srcId="{6C11AFC2-EC79-4BB8-A8DD-3A0AEA41D99F}" destId="{6F772D7D-4981-43DD-9D9A-5D529C1D48FA}" srcOrd="12" destOrd="0" presId="urn:microsoft.com/office/officeart/2008/layout/LinedList"/>
    <dgm:cxn modelId="{E6552FA2-4538-4C66-B5BF-8D5B03A120C7}" type="presParOf" srcId="{6C11AFC2-EC79-4BB8-A8DD-3A0AEA41D99F}" destId="{B66C60BA-E89F-4CB3-BFBA-9895F9DF138E}" srcOrd="13" destOrd="0" presId="urn:microsoft.com/office/officeart/2008/layout/LinedList"/>
    <dgm:cxn modelId="{241C2FF5-C1B1-4410-BE74-7578CF65D9CC}" type="presParOf" srcId="{B66C60BA-E89F-4CB3-BFBA-9895F9DF138E}" destId="{74D00BD3-1DAB-4F77-98F8-081289B8DE9B}" srcOrd="0" destOrd="0" presId="urn:microsoft.com/office/officeart/2008/layout/LinedList"/>
    <dgm:cxn modelId="{9B660B65-3EF0-49BA-9EDA-FFF45FE084B5}" type="presParOf" srcId="{B66C60BA-E89F-4CB3-BFBA-9895F9DF138E}" destId="{F4A29DCF-D071-4E47-8BDD-A2005B33D97A}" srcOrd="1" destOrd="0" presId="urn:microsoft.com/office/officeart/2008/layout/LinedList"/>
    <dgm:cxn modelId="{9C2BD0F8-A9E5-4AC2-A78C-026AC5E32539}" type="presParOf" srcId="{B66C60BA-E89F-4CB3-BFBA-9895F9DF138E}" destId="{00C7C469-9C8C-420D-800E-B58112412F15}" srcOrd="2" destOrd="0" presId="urn:microsoft.com/office/officeart/2008/layout/LinedList"/>
    <dgm:cxn modelId="{E3D2B439-9740-496E-82D4-FB11502EFA39}" type="presParOf" srcId="{6C11AFC2-EC79-4BB8-A8DD-3A0AEA41D99F}" destId="{FEB5D30D-6345-4889-942B-10DA9BBA28B5}" srcOrd="14" destOrd="0" presId="urn:microsoft.com/office/officeart/2008/layout/LinedList"/>
    <dgm:cxn modelId="{81C89C49-D6E2-42B9-B254-EF49DF0B76B4}" type="presParOf" srcId="{6C11AFC2-EC79-4BB8-A8DD-3A0AEA41D99F}" destId="{A0C70EDB-F19B-421E-AF59-076ED368725F}" srcOrd="15" destOrd="0" presId="urn:microsoft.com/office/officeart/2008/layout/LinedList"/>
    <dgm:cxn modelId="{F4667538-4722-4683-A53F-9F4E874A089F}" type="presParOf" srcId="{6C11AFC2-EC79-4BB8-A8DD-3A0AEA41D99F}" destId="{D0FD235A-D80F-4E37-83D7-431143692211}" srcOrd="16" destOrd="0" presId="urn:microsoft.com/office/officeart/2008/layout/LinedList"/>
    <dgm:cxn modelId="{809DC2EC-26B1-4532-9F0C-38F85DCF5A91}" type="presParOf" srcId="{D0FD235A-D80F-4E37-83D7-431143692211}" destId="{22CBC0D1-0130-42D6-B313-8BEB42A6D999}" srcOrd="0" destOrd="0" presId="urn:microsoft.com/office/officeart/2008/layout/LinedList"/>
    <dgm:cxn modelId="{E5463765-A24B-47E5-934B-0F77D0392ED5}" type="presParOf" srcId="{D0FD235A-D80F-4E37-83D7-431143692211}" destId="{5500D156-BE92-45ED-B514-3C35D130B940}" srcOrd="1" destOrd="0" presId="urn:microsoft.com/office/officeart/2008/layout/LinedList"/>
    <dgm:cxn modelId="{1EC383CC-8F96-4745-8F1B-F4061F199D0E}" type="presParOf" srcId="{D0FD235A-D80F-4E37-83D7-431143692211}" destId="{17442750-B26B-4AC8-97B6-EB158226363F}" srcOrd="2" destOrd="0" presId="urn:microsoft.com/office/officeart/2008/layout/LinedList"/>
    <dgm:cxn modelId="{B4B6AB43-7E8C-42CB-B7BD-2136886089CE}" type="presParOf" srcId="{6C11AFC2-EC79-4BB8-A8DD-3A0AEA41D99F}" destId="{31EE367D-11F2-4896-AE78-A89224D35716}" srcOrd="17" destOrd="0" presId="urn:microsoft.com/office/officeart/2008/layout/LinedList"/>
    <dgm:cxn modelId="{EE44C39D-59DB-4237-BAA5-B27629AB3549}" type="presParOf" srcId="{6C11AFC2-EC79-4BB8-A8DD-3A0AEA41D99F}" destId="{A7241EE9-0E53-47C3-9691-38582D3634C4}" srcOrd="18" destOrd="0" presId="urn:microsoft.com/office/officeart/2008/layout/LinedList"/>
    <dgm:cxn modelId="{9020A659-4A8A-408A-8C6D-4FEF00A17A61}" type="presParOf" srcId="{6C11AFC2-EC79-4BB8-A8DD-3A0AEA41D99F}" destId="{9F77ACB4-1F67-4A58-9AE9-B6B333786D40}" srcOrd="19" destOrd="0" presId="urn:microsoft.com/office/officeart/2008/layout/LinedList"/>
    <dgm:cxn modelId="{D5FC5683-C5B7-4CB7-AA1D-532441C909EE}" type="presParOf" srcId="{9F77ACB4-1F67-4A58-9AE9-B6B333786D40}" destId="{529F0F85-F30B-4871-9E6E-0FDE9E1749AF}" srcOrd="0" destOrd="0" presId="urn:microsoft.com/office/officeart/2008/layout/LinedList"/>
    <dgm:cxn modelId="{2159AB5E-E45E-483D-97FB-F2EA9363C8E2}" type="presParOf" srcId="{9F77ACB4-1F67-4A58-9AE9-B6B333786D40}" destId="{90270088-047C-4E52-BFCE-752EC16782C5}" srcOrd="1" destOrd="0" presId="urn:microsoft.com/office/officeart/2008/layout/LinedList"/>
    <dgm:cxn modelId="{75EA42E4-2135-4C3D-9C81-84721A1416A1}" type="presParOf" srcId="{9F77ACB4-1F67-4A58-9AE9-B6B333786D40}" destId="{A27F487C-4D3D-44AF-94A9-01EC55A75898}" srcOrd="2" destOrd="0" presId="urn:microsoft.com/office/officeart/2008/layout/LinedList"/>
    <dgm:cxn modelId="{D6FFA494-6E79-49BE-8B28-E821D48E0EC4}" type="presParOf" srcId="{6C11AFC2-EC79-4BB8-A8DD-3A0AEA41D99F}" destId="{C1B24D84-CDFA-4AAB-8DA6-5EF4941CFD68}" srcOrd="20" destOrd="0" presId="urn:microsoft.com/office/officeart/2008/layout/LinedList"/>
    <dgm:cxn modelId="{D8B9315A-3A4C-4B4E-BB94-8B365B994241}" type="presParOf" srcId="{6C11AFC2-EC79-4BB8-A8DD-3A0AEA41D99F}" destId="{2D26F5CB-127F-4B35-B0CE-FE9A3A4B29AD}" srcOrd="21" destOrd="0" presId="urn:microsoft.com/office/officeart/2008/layout/LinedList"/>
    <dgm:cxn modelId="{79AEF6CC-6522-4BC9-A080-C12FE746D5D0}" type="presParOf" srcId="{6C11AFC2-EC79-4BB8-A8DD-3A0AEA41D99F}" destId="{A04C08B5-13F5-42B2-B572-E371F7DDA2F6}" srcOrd="22" destOrd="0" presId="urn:microsoft.com/office/officeart/2008/layout/LinedList"/>
    <dgm:cxn modelId="{EC1EDF47-C9C6-44D3-826A-FA92940C2CC6}" type="presParOf" srcId="{A04C08B5-13F5-42B2-B572-E371F7DDA2F6}" destId="{163EE321-C741-40A2-965E-E0B0159235CE}" srcOrd="0" destOrd="0" presId="urn:microsoft.com/office/officeart/2008/layout/LinedList"/>
    <dgm:cxn modelId="{C2B188E9-F8EF-414E-BCBF-34FD8AF21581}" type="presParOf" srcId="{A04C08B5-13F5-42B2-B572-E371F7DDA2F6}" destId="{07C958B4-D4CB-4F2C-ACA7-9FC2252BB31B}" srcOrd="1" destOrd="0" presId="urn:microsoft.com/office/officeart/2008/layout/LinedList"/>
    <dgm:cxn modelId="{1C0800AF-C75A-4695-933A-9393D98199FF}" type="presParOf" srcId="{A04C08B5-13F5-42B2-B572-E371F7DDA2F6}" destId="{4358DD4F-1AF4-4E4A-8C5E-9BC47ACC5CA3}" srcOrd="2" destOrd="0" presId="urn:microsoft.com/office/officeart/2008/layout/LinedList"/>
    <dgm:cxn modelId="{31C429E9-8E61-4335-8624-4F590F7D999D}" type="presParOf" srcId="{6C11AFC2-EC79-4BB8-A8DD-3A0AEA41D99F}" destId="{673488E1-7417-4C5A-91C8-59E80D8BEF85}" srcOrd="23" destOrd="0" presId="urn:microsoft.com/office/officeart/2008/layout/LinedList"/>
    <dgm:cxn modelId="{387D7D99-94C5-4792-A4E8-66FC5DE3EDB2}" type="presParOf" srcId="{6C11AFC2-EC79-4BB8-A8DD-3A0AEA41D99F}" destId="{770E0B5B-F499-4354-B3C5-957D7426A058}" srcOrd="24" destOrd="0" presId="urn:microsoft.com/office/officeart/2008/layout/LinedList"/>
    <dgm:cxn modelId="{C20D3074-FFA8-4FEB-A249-59506F4A9FE0}" type="presParOf" srcId="{6C11AFC2-EC79-4BB8-A8DD-3A0AEA41D99F}" destId="{EF81F41C-FA12-4F87-BB94-85DA5569CC8A}" srcOrd="25" destOrd="0" presId="urn:microsoft.com/office/officeart/2008/layout/LinedList"/>
    <dgm:cxn modelId="{9359A871-B8C2-4A3D-BFC0-8A95159956B3}" type="presParOf" srcId="{EF81F41C-FA12-4F87-BB94-85DA5569CC8A}" destId="{3F966176-B381-47D0-8823-428D8C106C8B}" srcOrd="0" destOrd="0" presId="urn:microsoft.com/office/officeart/2008/layout/LinedList"/>
    <dgm:cxn modelId="{41A9CC45-DFCF-4A22-A7CC-61FFD6705BD8}" type="presParOf" srcId="{EF81F41C-FA12-4F87-BB94-85DA5569CC8A}" destId="{7A75A819-A64D-4F4D-96D8-B22078B63A4C}" srcOrd="1" destOrd="0" presId="urn:microsoft.com/office/officeart/2008/layout/LinedList"/>
    <dgm:cxn modelId="{B3941C0A-330C-4904-9E4C-6E9FC6B9B309}" type="presParOf" srcId="{EF81F41C-FA12-4F87-BB94-85DA5569CC8A}" destId="{486DA54C-0039-4953-8C22-B5576B39F59C}" srcOrd="2" destOrd="0" presId="urn:microsoft.com/office/officeart/2008/layout/LinedList"/>
    <dgm:cxn modelId="{2004A003-965E-411A-AC33-6C659A8E0824}" type="presParOf" srcId="{6C11AFC2-EC79-4BB8-A8DD-3A0AEA41D99F}" destId="{547B8CFE-C1F6-4718-AFAD-3674CDE53DB2}" srcOrd="26" destOrd="0" presId="urn:microsoft.com/office/officeart/2008/layout/LinedList"/>
    <dgm:cxn modelId="{FF19EA9E-D69B-43AD-AAE8-AA6613567B8A}" type="presParOf" srcId="{6C11AFC2-EC79-4BB8-A8DD-3A0AEA41D99F}" destId="{A04433FE-0CDB-48CD-8A88-B12EE4124E14}" srcOrd="27"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6E76129-355F-4B8D-851F-1A04742FC0E3}" type="doc">
      <dgm:prSet loTypeId="urn:microsoft.com/office/officeart/2005/8/layout/vList5" loCatId="list" qsTypeId="urn:microsoft.com/office/officeart/2005/8/quickstyle/simple4" qsCatId="simple" csTypeId="urn:microsoft.com/office/officeart/2005/8/colors/colorful1" csCatId="colorful" phldr="1"/>
      <dgm:spPr/>
      <dgm:t>
        <a:bodyPr/>
        <a:lstStyle/>
        <a:p>
          <a:endParaRPr lang="en-US"/>
        </a:p>
      </dgm:t>
    </dgm:pt>
    <dgm:pt modelId="{BE3FCC0C-F871-4E75-BD5B-707D455CE607}">
      <dgm:prSet/>
      <dgm:spPr>
        <a:solidFill>
          <a:srgbClr val="FFC000"/>
        </a:solidFill>
      </dgm:spPr>
      <dgm:t>
        <a:bodyPr/>
        <a:lstStyle/>
        <a:p>
          <a:pPr rtl="0"/>
          <a:r>
            <a:rPr lang="en-US" b="1">
              <a:latin typeface="Calibri Light" panose="020F0302020204030204"/>
            </a:rPr>
            <a:t>Track outcomes</a:t>
          </a:r>
          <a:endParaRPr lang="en-US" b="1"/>
        </a:p>
      </dgm:t>
    </dgm:pt>
    <dgm:pt modelId="{BC7E3992-3566-4D6F-B654-A91250503691}" type="parTrans" cxnId="{42727446-42BB-4E61-A44A-14F567A441D7}">
      <dgm:prSet/>
      <dgm:spPr/>
      <dgm:t>
        <a:bodyPr/>
        <a:lstStyle/>
        <a:p>
          <a:endParaRPr lang="en-US"/>
        </a:p>
      </dgm:t>
    </dgm:pt>
    <dgm:pt modelId="{04D2A495-DC69-4954-8961-88166017D5DF}" type="sibTrans" cxnId="{42727446-42BB-4E61-A44A-14F567A441D7}">
      <dgm:prSet/>
      <dgm:spPr/>
      <dgm:t>
        <a:bodyPr/>
        <a:lstStyle/>
        <a:p>
          <a:endParaRPr lang="en-US"/>
        </a:p>
      </dgm:t>
    </dgm:pt>
    <dgm:pt modelId="{888C264A-09F7-4F1A-9C9E-0A565FF11933}">
      <dgm:prSet/>
      <dgm:spPr>
        <a:solidFill>
          <a:schemeClr val="tx2">
            <a:lumMod val="50000"/>
            <a:lumOff val="50000"/>
          </a:schemeClr>
        </a:solidFill>
      </dgm:spPr>
      <dgm:t>
        <a:bodyPr/>
        <a:lstStyle/>
        <a:p>
          <a:pPr rtl="0"/>
          <a:r>
            <a:rPr lang="en-US" b="1">
              <a:latin typeface="Calibri Light" panose="020F0302020204030204"/>
            </a:rPr>
            <a:t>Share data with stakeholders</a:t>
          </a:r>
          <a:endParaRPr lang="en-US" b="1"/>
        </a:p>
      </dgm:t>
    </dgm:pt>
    <dgm:pt modelId="{FF82B6CE-B845-4995-AFF3-F06FB0D6DB67}" type="parTrans" cxnId="{9E8A4EED-E08E-4545-9E62-AC258E15AE91}">
      <dgm:prSet/>
      <dgm:spPr/>
      <dgm:t>
        <a:bodyPr/>
        <a:lstStyle/>
        <a:p>
          <a:endParaRPr lang="en-US"/>
        </a:p>
      </dgm:t>
    </dgm:pt>
    <dgm:pt modelId="{3DAFA590-69BD-42FC-AC87-890FD2E38EE8}" type="sibTrans" cxnId="{9E8A4EED-E08E-4545-9E62-AC258E15AE91}">
      <dgm:prSet/>
      <dgm:spPr/>
      <dgm:t>
        <a:bodyPr/>
        <a:lstStyle/>
        <a:p>
          <a:endParaRPr lang="en-US"/>
        </a:p>
      </dgm:t>
    </dgm:pt>
    <dgm:pt modelId="{5BE8F70D-5536-40BA-A8E9-CC6E8B777492}">
      <dgm:prSet/>
      <dgm:spPr/>
      <dgm:t>
        <a:bodyPr/>
        <a:lstStyle/>
        <a:p>
          <a:pPr rtl="0"/>
          <a:r>
            <a:rPr lang="en-US" b="1"/>
            <a:t>Correct course </a:t>
          </a:r>
          <a:r>
            <a:rPr lang="en-US" b="1">
              <a:latin typeface="Calibri Light" panose="020F0302020204030204"/>
            </a:rPr>
            <a:t>as needed</a:t>
          </a:r>
          <a:endParaRPr lang="en-US" b="1"/>
        </a:p>
      </dgm:t>
    </dgm:pt>
    <dgm:pt modelId="{98BFB923-223E-402D-8E9E-CCBCB5C03B24}" type="parTrans" cxnId="{ED98472B-B50E-403E-A795-2F15654AC686}">
      <dgm:prSet/>
      <dgm:spPr/>
      <dgm:t>
        <a:bodyPr/>
        <a:lstStyle/>
        <a:p>
          <a:endParaRPr lang="en-US"/>
        </a:p>
      </dgm:t>
    </dgm:pt>
    <dgm:pt modelId="{8C2BAE3C-D8E9-42BC-AC12-C719627F801B}" type="sibTrans" cxnId="{ED98472B-B50E-403E-A795-2F15654AC686}">
      <dgm:prSet/>
      <dgm:spPr/>
      <dgm:t>
        <a:bodyPr/>
        <a:lstStyle/>
        <a:p>
          <a:endParaRPr lang="en-US"/>
        </a:p>
      </dgm:t>
    </dgm:pt>
    <dgm:pt modelId="{B937B123-BCC3-48E2-A9F5-448E4AFB3A64}">
      <dgm:prSet/>
      <dgm:spPr/>
      <dgm:t>
        <a:bodyPr/>
        <a:lstStyle/>
        <a:p>
          <a:pPr rtl="0"/>
          <a:r>
            <a:rPr lang="en-US" b="1"/>
            <a:t>Celebrate successes</a:t>
          </a:r>
          <a:r>
            <a:rPr lang="en-US" b="1">
              <a:latin typeface="Calibri Light" panose="020F0302020204030204"/>
            </a:rPr>
            <a:t> </a:t>
          </a:r>
          <a:endParaRPr lang="en-US" b="1"/>
        </a:p>
      </dgm:t>
    </dgm:pt>
    <dgm:pt modelId="{76B04337-CA0F-4362-B360-BF51411C163C}" type="parTrans" cxnId="{23353F63-B325-4FE6-8DDE-2F846D256DAE}">
      <dgm:prSet/>
      <dgm:spPr/>
      <dgm:t>
        <a:bodyPr/>
        <a:lstStyle/>
        <a:p>
          <a:endParaRPr lang="en-US"/>
        </a:p>
      </dgm:t>
    </dgm:pt>
    <dgm:pt modelId="{D2B19956-9473-4D8C-9660-BFACA64694D2}" type="sibTrans" cxnId="{23353F63-B325-4FE6-8DDE-2F846D256DAE}">
      <dgm:prSet/>
      <dgm:spPr/>
      <dgm:t>
        <a:bodyPr/>
        <a:lstStyle/>
        <a:p>
          <a:endParaRPr lang="en-US"/>
        </a:p>
      </dgm:t>
    </dgm:pt>
    <dgm:pt modelId="{ED5686BA-CF0A-447C-81B4-DA54C3196221}">
      <dgm:prSet phldr="0"/>
      <dgm:spPr/>
      <dgm:t>
        <a:bodyPr/>
        <a:lstStyle/>
        <a:p>
          <a:pPr rtl="0"/>
          <a:r>
            <a:rPr lang="en-US" b="1" dirty="0">
              <a:latin typeface="Calibri Light" panose="020F0302020204030204"/>
            </a:rPr>
            <a:t>Identify desired outcomes </a:t>
          </a:r>
        </a:p>
      </dgm:t>
    </dgm:pt>
    <dgm:pt modelId="{74119931-E6AB-4EF7-8948-B81D2B409D00}" type="parTrans" cxnId="{2AE84130-8EDC-4439-B114-EA8ABAB2D26F}">
      <dgm:prSet/>
      <dgm:spPr/>
      <dgm:t>
        <a:bodyPr/>
        <a:lstStyle/>
        <a:p>
          <a:endParaRPr lang="en-US"/>
        </a:p>
      </dgm:t>
    </dgm:pt>
    <dgm:pt modelId="{26B0C1CB-6446-4C9D-B6EA-582685FE9375}" type="sibTrans" cxnId="{2AE84130-8EDC-4439-B114-EA8ABAB2D26F}">
      <dgm:prSet/>
      <dgm:spPr/>
      <dgm:t>
        <a:bodyPr/>
        <a:lstStyle/>
        <a:p>
          <a:endParaRPr lang="en-US"/>
        </a:p>
      </dgm:t>
    </dgm:pt>
    <dgm:pt modelId="{80EAE685-2107-4ADB-98FF-3A5BFCFFCA0E}">
      <dgm:prSet phldr="0"/>
      <dgm:spPr>
        <a:solidFill>
          <a:schemeClr val="bg2">
            <a:lumMod val="50000"/>
          </a:schemeClr>
        </a:solidFill>
      </dgm:spPr>
      <dgm:t>
        <a:bodyPr/>
        <a:lstStyle/>
        <a:p>
          <a:r>
            <a:rPr lang="en-US" b="1" dirty="0">
              <a:latin typeface="Calibri Light" panose="020F0302020204030204"/>
            </a:rPr>
            <a:t>Implement</a:t>
          </a:r>
        </a:p>
      </dgm:t>
    </dgm:pt>
    <dgm:pt modelId="{886420F5-5A1F-476B-ABAA-A8E6A7DA81EE}" type="parTrans" cxnId="{91003C20-7448-4BB8-906E-908E25B97089}">
      <dgm:prSet/>
      <dgm:spPr/>
      <dgm:t>
        <a:bodyPr/>
        <a:lstStyle/>
        <a:p>
          <a:endParaRPr lang="en-US"/>
        </a:p>
      </dgm:t>
    </dgm:pt>
    <dgm:pt modelId="{70993B13-5A49-4E4A-843E-A4A9431AFA22}" type="sibTrans" cxnId="{91003C20-7448-4BB8-906E-908E25B97089}">
      <dgm:prSet/>
      <dgm:spPr/>
      <dgm:t>
        <a:bodyPr/>
        <a:lstStyle/>
        <a:p>
          <a:endParaRPr lang="en-US"/>
        </a:p>
      </dgm:t>
    </dgm:pt>
    <dgm:pt modelId="{81E33074-7CE3-4D14-94D9-EB59D96CCDFD}" type="pres">
      <dgm:prSet presAssocID="{96E76129-355F-4B8D-851F-1A04742FC0E3}" presName="Name0" presStyleCnt="0">
        <dgm:presLayoutVars>
          <dgm:dir/>
          <dgm:animLvl val="lvl"/>
          <dgm:resizeHandles val="exact"/>
        </dgm:presLayoutVars>
      </dgm:prSet>
      <dgm:spPr/>
    </dgm:pt>
    <dgm:pt modelId="{0F49AB08-A998-4142-A4CE-872FD8364C17}" type="pres">
      <dgm:prSet presAssocID="{ED5686BA-CF0A-447C-81B4-DA54C3196221}" presName="linNode" presStyleCnt="0"/>
      <dgm:spPr/>
    </dgm:pt>
    <dgm:pt modelId="{31BCC7EE-1CD1-4F26-965C-113C5790CB03}" type="pres">
      <dgm:prSet presAssocID="{ED5686BA-CF0A-447C-81B4-DA54C3196221}" presName="parentText" presStyleLbl="node1" presStyleIdx="0" presStyleCnt="6">
        <dgm:presLayoutVars>
          <dgm:chMax val="1"/>
          <dgm:bulletEnabled val="1"/>
        </dgm:presLayoutVars>
      </dgm:prSet>
      <dgm:spPr/>
    </dgm:pt>
    <dgm:pt modelId="{01927B59-9CBC-491E-835F-B4E862DC3B98}" type="pres">
      <dgm:prSet presAssocID="{26B0C1CB-6446-4C9D-B6EA-582685FE9375}" presName="sp" presStyleCnt="0"/>
      <dgm:spPr/>
    </dgm:pt>
    <dgm:pt modelId="{043CE84F-2831-4CBF-BCE7-DE319E1B8E6A}" type="pres">
      <dgm:prSet presAssocID="{80EAE685-2107-4ADB-98FF-3A5BFCFFCA0E}" presName="linNode" presStyleCnt="0"/>
      <dgm:spPr/>
    </dgm:pt>
    <dgm:pt modelId="{7639F1AF-2D45-4FEE-8765-005DC8D3801F}" type="pres">
      <dgm:prSet presAssocID="{80EAE685-2107-4ADB-98FF-3A5BFCFFCA0E}" presName="parentText" presStyleLbl="node1" presStyleIdx="1" presStyleCnt="6">
        <dgm:presLayoutVars>
          <dgm:chMax val="1"/>
          <dgm:bulletEnabled val="1"/>
        </dgm:presLayoutVars>
      </dgm:prSet>
      <dgm:spPr/>
    </dgm:pt>
    <dgm:pt modelId="{87C9833E-B86F-4C80-89ED-8B64B153FE59}" type="pres">
      <dgm:prSet presAssocID="{70993B13-5A49-4E4A-843E-A4A9431AFA22}" presName="sp" presStyleCnt="0"/>
      <dgm:spPr/>
    </dgm:pt>
    <dgm:pt modelId="{1B8BED42-E999-4455-BB4A-A739355108EA}" type="pres">
      <dgm:prSet presAssocID="{BE3FCC0C-F871-4E75-BD5B-707D455CE607}" presName="linNode" presStyleCnt="0"/>
      <dgm:spPr/>
    </dgm:pt>
    <dgm:pt modelId="{BD3B3160-FEF7-42ED-AEE7-E984E0887402}" type="pres">
      <dgm:prSet presAssocID="{BE3FCC0C-F871-4E75-BD5B-707D455CE607}" presName="parentText" presStyleLbl="node1" presStyleIdx="2" presStyleCnt="6">
        <dgm:presLayoutVars>
          <dgm:chMax val="1"/>
          <dgm:bulletEnabled val="1"/>
        </dgm:presLayoutVars>
      </dgm:prSet>
      <dgm:spPr/>
    </dgm:pt>
    <dgm:pt modelId="{0C2C167B-1035-4D49-9E40-09FE4CCFC384}" type="pres">
      <dgm:prSet presAssocID="{04D2A495-DC69-4954-8961-88166017D5DF}" presName="sp" presStyleCnt="0"/>
      <dgm:spPr/>
    </dgm:pt>
    <dgm:pt modelId="{DDAA4EB1-6F41-4239-B069-1F9B1F9A3857}" type="pres">
      <dgm:prSet presAssocID="{888C264A-09F7-4F1A-9C9E-0A565FF11933}" presName="linNode" presStyleCnt="0"/>
      <dgm:spPr/>
    </dgm:pt>
    <dgm:pt modelId="{D77D9121-128D-481C-A163-60C078893C39}" type="pres">
      <dgm:prSet presAssocID="{888C264A-09F7-4F1A-9C9E-0A565FF11933}" presName="parentText" presStyleLbl="node1" presStyleIdx="3" presStyleCnt="6">
        <dgm:presLayoutVars>
          <dgm:chMax val="1"/>
          <dgm:bulletEnabled val="1"/>
        </dgm:presLayoutVars>
      </dgm:prSet>
      <dgm:spPr/>
    </dgm:pt>
    <dgm:pt modelId="{907145EB-967D-4F64-B95B-1E9157F58477}" type="pres">
      <dgm:prSet presAssocID="{3DAFA590-69BD-42FC-AC87-890FD2E38EE8}" presName="sp" presStyleCnt="0"/>
      <dgm:spPr/>
    </dgm:pt>
    <dgm:pt modelId="{9D9D39B6-F2F2-42AD-B133-166E4636568E}" type="pres">
      <dgm:prSet presAssocID="{5BE8F70D-5536-40BA-A8E9-CC6E8B777492}" presName="linNode" presStyleCnt="0"/>
      <dgm:spPr/>
    </dgm:pt>
    <dgm:pt modelId="{61AB2B16-CAE9-49CA-8278-6A2275E29B77}" type="pres">
      <dgm:prSet presAssocID="{5BE8F70D-5536-40BA-A8E9-CC6E8B777492}" presName="parentText" presStyleLbl="node1" presStyleIdx="4" presStyleCnt="6">
        <dgm:presLayoutVars>
          <dgm:chMax val="1"/>
          <dgm:bulletEnabled val="1"/>
        </dgm:presLayoutVars>
      </dgm:prSet>
      <dgm:spPr/>
    </dgm:pt>
    <dgm:pt modelId="{C619276E-3845-4BE4-ACE3-419FF7085C5F}" type="pres">
      <dgm:prSet presAssocID="{8C2BAE3C-D8E9-42BC-AC12-C719627F801B}" presName="sp" presStyleCnt="0"/>
      <dgm:spPr/>
    </dgm:pt>
    <dgm:pt modelId="{777E3FCB-6B5E-4EB0-ADB7-D610EDB6AB81}" type="pres">
      <dgm:prSet presAssocID="{B937B123-BCC3-48E2-A9F5-448E4AFB3A64}" presName="linNode" presStyleCnt="0"/>
      <dgm:spPr/>
    </dgm:pt>
    <dgm:pt modelId="{55CD30DC-924A-4BBA-B46D-0E982F499C69}" type="pres">
      <dgm:prSet presAssocID="{B937B123-BCC3-48E2-A9F5-448E4AFB3A64}" presName="parentText" presStyleLbl="node1" presStyleIdx="5" presStyleCnt="6">
        <dgm:presLayoutVars>
          <dgm:chMax val="1"/>
          <dgm:bulletEnabled val="1"/>
        </dgm:presLayoutVars>
      </dgm:prSet>
      <dgm:spPr/>
    </dgm:pt>
  </dgm:ptLst>
  <dgm:cxnLst>
    <dgm:cxn modelId="{5CE75009-96D5-4CC0-B4D3-150D6300F2FF}" type="presOf" srcId="{888C264A-09F7-4F1A-9C9E-0A565FF11933}" destId="{D77D9121-128D-481C-A163-60C078893C39}" srcOrd="0" destOrd="0" presId="urn:microsoft.com/office/officeart/2005/8/layout/vList5"/>
    <dgm:cxn modelId="{91003C20-7448-4BB8-906E-908E25B97089}" srcId="{96E76129-355F-4B8D-851F-1A04742FC0E3}" destId="{80EAE685-2107-4ADB-98FF-3A5BFCFFCA0E}" srcOrd="1" destOrd="0" parTransId="{886420F5-5A1F-476B-ABAA-A8E6A7DA81EE}" sibTransId="{70993B13-5A49-4E4A-843E-A4A9431AFA22}"/>
    <dgm:cxn modelId="{BE7B3024-7E15-4BE1-A1B9-867B46678E26}" type="presOf" srcId="{5BE8F70D-5536-40BA-A8E9-CC6E8B777492}" destId="{61AB2B16-CAE9-49CA-8278-6A2275E29B77}" srcOrd="0" destOrd="0" presId="urn:microsoft.com/office/officeart/2005/8/layout/vList5"/>
    <dgm:cxn modelId="{1376B929-EB56-497E-9C20-3381DAC2ED8B}" type="presOf" srcId="{96E76129-355F-4B8D-851F-1A04742FC0E3}" destId="{81E33074-7CE3-4D14-94D9-EB59D96CCDFD}" srcOrd="0" destOrd="0" presId="urn:microsoft.com/office/officeart/2005/8/layout/vList5"/>
    <dgm:cxn modelId="{ED98472B-B50E-403E-A795-2F15654AC686}" srcId="{96E76129-355F-4B8D-851F-1A04742FC0E3}" destId="{5BE8F70D-5536-40BA-A8E9-CC6E8B777492}" srcOrd="4" destOrd="0" parTransId="{98BFB923-223E-402D-8E9E-CCBCB5C03B24}" sibTransId="{8C2BAE3C-D8E9-42BC-AC12-C719627F801B}"/>
    <dgm:cxn modelId="{2AE84130-8EDC-4439-B114-EA8ABAB2D26F}" srcId="{96E76129-355F-4B8D-851F-1A04742FC0E3}" destId="{ED5686BA-CF0A-447C-81B4-DA54C3196221}" srcOrd="0" destOrd="0" parTransId="{74119931-E6AB-4EF7-8948-B81D2B409D00}" sibTransId="{26B0C1CB-6446-4C9D-B6EA-582685FE9375}"/>
    <dgm:cxn modelId="{23353F63-B325-4FE6-8DDE-2F846D256DAE}" srcId="{96E76129-355F-4B8D-851F-1A04742FC0E3}" destId="{B937B123-BCC3-48E2-A9F5-448E4AFB3A64}" srcOrd="5" destOrd="0" parTransId="{76B04337-CA0F-4362-B360-BF51411C163C}" sibTransId="{D2B19956-9473-4D8C-9660-BFACA64694D2}"/>
    <dgm:cxn modelId="{42727446-42BB-4E61-A44A-14F567A441D7}" srcId="{96E76129-355F-4B8D-851F-1A04742FC0E3}" destId="{BE3FCC0C-F871-4E75-BD5B-707D455CE607}" srcOrd="2" destOrd="0" parTransId="{BC7E3992-3566-4D6F-B654-A91250503691}" sibTransId="{04D2A495-DC69-4954-8961-88166017D5DF}"/>
    <dgm:cxn modelId="{FB237773-0829-4B8B-A10D-87F07741F70F}" type="presOf" srcId="{80EAE685-2107-4ADB-98FF-3A5BFCFFCA0E}" destId="{7639F1AF-2D45-4FEE-8765-005DC8D3801F}" srcOrd="0" destOrd="0" presId="urn:microsoft.com/office/officeart/2005/8/layout/vList5"/>
    <dgm:cxn modelId="{A8CEC6AC-11D3-4947-A3DB-20FB59D71EB9}" type="presOf" srcId="{ED5686BA-CF0A-447C-81B4-DA54C3196221}" destId="{31BCC7EE-1CD1-4F26-965C-113C5790CB03}" srcOrd="0" destOrd="0" presId="urn:microsoft.com/office/officeart/2005/8/layout/vList5"/>
    <dgm:cxn modelId="{F6818AB2-C20A-4A3B-9C8B-AF4C675FA577}" type="presOf" srcId="{BE3FCC0C-F871-4E75-BD5B-707D455CE607}" destId="{BD3B3160-FEF7-42ED-AEE7-E984E0887402}" srcOrd="0" destOrd="0" presId="urn:microsoft.com/office/officeart/2005/8/layout/vList5"/>
    <dgm:cxn modelId="{9E8A4EED-E08E-4545-9E62-AC258E15AE91}" srcId="{96E76129-355F-4B8D-851F-1A04742FC0E3}" destId="{888C264A-09F7-4F1A-9C9E-0A565FF11933}" srcOrd="3" destOrd="0" parTransId="{FF82B6CE-B845-4995-AFF3-F06FB0D6DB67}" sibTransId="{3DAFA590-69BD-42FC-AC87-890FD2E38EE8}"/>
    <dgm:cxn modelId="{9FA487F3-A1B0-4817-ABF5-35122CD216B2}" type="presOf" srcId="{B937B123-BCC3-48E2-A9F5-448E4AFB3A64}" destId="{55CD30DC-924A-4BBA-B46D-0E982F499C69}" srcOrd="0" destOrd="0" presId="urn:microsoft.com/office/officeart/2005/8/layout/vList5"/>
    <dgm:cxn modelId="{4BE404A0-D2E7-4448-A1C1-53C4FEDA93A0}" type="presParOf" srcId="{81E33074-7CE3-4D14-94D9-EB59D96CCDFD}" destId="{0F49AB08-A998-4142-A4CE-872FD8364C17}" srcOrd="0" destOrd="0" presId="urn:microsoft.com/office/officeart/2005/8/layout/vList5"/>
    <dgm:cxn modelId="{558FAF0D-E2A5-478C-9FF2-D713C17E1ABF}" type="presParOf" srcId="{0F49AB08-A998-4142-A4CE-872FD8364C17}" destId="{31BCC7EE-1CD1-4F26-965C-113C5790CB03}" srcOrd="0" destOrd="0" presId="urn:microsoft.com/office/officeart/2005/8/layout/vList5"/>
    <dgm:cxn modelId="{A21FEECD-0FF9-4967-A4BD-64C78F30A8C1}" type="presParOf" srcId="{81E33074-7CE3-4D14-94D9-EB59D96CCDFD}" destId="{01927B59-9CBC-491E-835F-B4E862DC3B98}" srcOrd="1" destOrd="0" presId="urn:microsoft.com/office/officeart/2005/8/layout/vList5"/>
    <dgm:cxn modelId="{408A0178-FC4A-47D5-95C6-F833647E3864}" type="presParOf" srcId="{81E33074-7CE3-4D14-94D9-EB59D96CCDFD}" destId="{043CE84F-2831-4CBF-BCE7-DE319E1B8E6A}" srcOrd="2" destOrd="0" presId="urn:microsoft.com/office/officeart/2005/8/layout/vList5"/>
    <dgm:cxn modelId="{D1A99ACC-9278-43AA-A3C4-61ABED30ECE6}" type="presParOf" srcId="{043CE84F-2831-4CBF-BCE7-DE319E1B8E6A}" destId="{7639F1AF-2D45-4FEE-8765-005DC8D3801F}" srcOrd="0" destOrd="0" presId="urn:microsoft.com/office/officeart/2005/8/layout/vList5"/>
    <dgm:cxn modelId="{96885D70-684A-4E65-96DA-39A153435C16}" type="presParOf" srcId="{81E33074-7CE3-4D14-94D9-EB59D96CCDFD}" destId="{87C9833E-B86F-4C80-89ED-8B64B153FE59}" srcOrd="3" destOrd="0" presId="urn:microsoft.com/office/officeart/2005/8/layout/vList5"/>
    <dgm:cxn modelId="{B7AF4219-B191-4780-A0F9-1C7AFD6DDEA6}" type="presParOf" srcId="{81E33074-7CE3-4D14-94D9-EB59D96CCDFD}" destId="{1B8BED42-E999-4455-BB4A-A739355108EA}" srcOrd="4" destOrd="0" presId="urn:microsoft.com/office/officeart/2005/8/layout/vList5"/>
    <dgm:cxn modelId="{EAD5A280-1DB3-468E-AFD0-23150D21B469}" type="presParOf" srcId="{1B8BED42-E999-4455-BB4A-A739355108EA}" destId="{BD3B3160-FEF7-42ED-AEE7-E984E0887402}" srcOrd="0" destOrd="0" presId="urn:microsoft.com/office/officeart/2005/8/layout/vList5"/>
    <dgm:cxn modelId="{D7509778-46A6-472A-8ADA-E89E47360F28}" type="presParOf" srcId="{81E33074-7CE3-4D14-94D9-EB59D96CCDFD}" destId="{0C2C167B-1035-4D49-9E40-09FE4CCFC384}" srcOrd="5" destOrd="0" presId="urn:microsoft.com/office/officeart/2005/8/layout/vList5"/>
    <dgm:cxn modelId="{8A99272B-C5F6-4F93-B101-099A15942BD4}" type="presParOf" srcId="{81E33074-7CE3-4D14-94D9-EB59D96CCDFD}" destId="{DDAA4EB1-6F41-4239-B069-1F9B1F9A3857}" srcOrd="6" destOrd="0" presId="urn:microsoft.com/office/officeart/2005/8/layout/vList5"/>
    <dgm:cxn modelId="{C765C3FC-9962-4CA1-8B1E-CEB7E416A148}" type="presParOf" srcId="{DDAA4EB1-6F41-4239-B069-1F9B1F9A3857}" destId="{D77D9121-128D-481C-A163-60C078893C39}" srcOrd="0" destOrd="0" presId="urn:microsoft.com/office/officeart/2005/8/layout/vList5"/>
    <dgm:cxn modelId="{F4215FFE-8EC8-41A4-B5B6-1F5A695B6A57}" type="presParOf" srcId="{81E33074-7CE3-4D14-94D9-EB59D96CCDFD}" destId="{907145EB-967D-4F64-B95B-1E9157F58477}" srcOrd="7" destOrd="0" presId="urn:microsoft.com/office/officeart/2005/8/layout/vList5"/>
    <dgm:cxn modelId="{832496CA-76AC-43F6-9CED-6B9C798D2E72}" type="presParOf" srcId="{81E33074-7CE3-4D14-94D9-EB59D96CCDFD}" destId="{9D9D39B6-F2F2-42AD-B133-166E4636568E}" srcOrd="8" destOrd="0" presId="urn:microsoft.com/office/officeart/2005/8/layout/vList5"/>
    <dgm:cxn modelId="{D9F85EB6-B1C8-4FD0-86ED-4C21B653429F}" type="presParOf" srcId="{9D9D39B6-F2F2-42AD-B133-166E4636568E}" destId="{61AB2B16-CAE9-49CA-8278-6A2275E29B77}" srcOrd="0" destOrd="0" presId="urn:microsoft.com/office/officeart/2005/8/layout/vList5"/>
    <dgm:cxn modelId="{D5B67978-52B0-4B3A-96AB-6EA9A9D4BEFE}" type="presParOf" srcId="{81E33074-7CE3-4D14-94D9-EB59D96CCDFD}" destId="{C619276E-3845-4BE4-ACE3-419FF7085C5F}" srcOrd="9" destOrd="0" presId="urn:microsoft.com/office/officeart/2005/8/layout/vList5"/>
    <dgm:cxn modelId="{E210B30C-BE87-40D5-B5B5-50C87B94FDB5}" type="presParOf" srcId="{81E33074-7CE3-4D14-94D9-EB59D96CCDFD}" destId="{777E3FCB-6B5E-4EB0-ADB7-D610EDB6AB81}" srcOrd="10" destOrd="0" presId="urn:microsoft.com/office/officeart/2005/8/layout/vList5"/>
    <dgm:cxn modelId="{99B7AF99-D828-40E5-AB3E-8E579CBF08E7}" type="presParOf" srcId="{777E3FCB-6B5E-4EB0-ADB7-D610EDB6AB81}" destId="{55CD30DC-924A-4BBA-B46D-0E982F499C69}"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3057FD4-D73C-498D-B2B8-6D2AF807A1C1}"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B18BDD1D-CBBE-4732-883C-F8E1267F9B1B}">
      <dgm:prSet/>
      <dgm:spPr/>
      <dgm:t>
        <a:bodyPr/>
        <a:lstStyle/>
        <a:p>
          <a:r>
            <a:rPr lang="en-US"/>
            <a:t>“Without data, you’re just another person with an opinion.” </a:t>
          </a:r>
        </a:p>
      </dgm:t>
    </dgm:pt>
    <dgm:pt modelId="{E4C69327-3136-4AB5-BB28-DE4BE9B73844}" type="parTrans" cxnId="{A5C7FFC8-F31D-4509-B6BE-9598A58BF44C}">
      <dgm:prSet/>
      <dgm:spPr/>
      <dgm:t>
        <a:bodyPr/>
        <a:lstStyle/>
        <a:p>
          <a:endParaRPr lang="en-US"/>
        </a:p>
      </dgm:t>
    </dgm:pt>
    <dgm:pt modelId="{72275AD1-AD01-4E32-B007-7B3755B288BE}" type="sibTrans" cxnId="{A5C7FFC8-F31D-4509-B6BE-9598A58BF44C}">
      <dgm:prSet/>
      <dgm:spPr/>
      <dgm:t>
        <a:bodyPr/>
        <a:lstStyle/>
        <a:p>
          <a:endParaRPr lang="en-US"/>
        </a:p>
      </dgm:t>
    </dgm:pt>
    <dgm:pt modelId="{12ACDF68-7092-4079-ABD9-F4F6E0F00125}">
      <dgm:prSet/>
      <dgm:spPr/>
      <dgm:t>
        <a:bodyPr/>
        <a:lstStyle/>
        <a:p>
          <a:r>
            <a:rPr lang="en-US"/>
            <a:t>~ W. Edwards Deming </a:t>
          </a:r>
        </a:p>
      </dgm:t>
    </dgm:pt>
    <dgm:pt modelId="{7203CFB6-9252-4F57-BD3D-A62A9C0A2402}" type="parTrans" cxnId="{C4C94EDD-6511-4AD1-B7A3-924181920120}">
      <dgm:prSet/>
      <dgm:spPr/>
      <dgm:t>
        <a:bodyPr/>
        <a:lstStyle/>
        <a:p>
          <a:endParaRPr lang="en-US"/>
        </a:p>
      </dgm:t>
    </dgm:pt>
    <dgm:pt modelId="{BB1B3824-9428-435A-BA58-D3995D16E750}" type="sibTrans" cxnId="{C4C94EDD-6511-4AD1-B7A3-924181920120}">
      <dgm:prSet/>
      <dgm:spPr/>
      <dgm:t>
        <a:bodyPr/>
        <a:lstStyle/>
        <a:p>
          <a:endParaRPr lang="en-US"/>
        </a:p>
      </dgm:t>
    </dgm:pt>
    <dgm:pt modelId="{37BD8B0D-5D79-45F8-85A3-AA470BC2FB26}" type="pres">
      <dgm:prSet presAssocID="{63057FD4-D73C-498D-B2B8-6D2AF807A1C1}" presName="vert0" presStyleCnt="0">
        <dgm:presLayoutVars>
          <dgm:dir/>
          <dgm:animOne val="branch"/>
          <dgm:animLvl val="lvl"/>
        </dgm:presLayoutVars>
      </dgm:prSet>
      <dgm:spPr/>
    </dgm:pt>
    <dgm:pt modelId="{72D31486-527A-43C4-818E-194E96AD962C}" type="pres">
      <dgm:prSet presAssocID="{B18BDD1D-CBBE-4732-883C-F8E1267F9B1B}" presName="thickLine" presStyleLbl="alignNode1" presStyleIdx="0" presStyleCnt="2"/>
      <dgm:spPr/>
    </dgm:pt>
    <dgm:pt modelId="{6F5493AE-C6DE-4621-B7D9-CEABCF68FCC0}" type="pres">
      <dgm:prSet presAssocID="{B18BDD1D-CBBE-4732-883C-F8E1267F9B1B}" presName="horz1" presStyleCnt="0"/>
      <dgm:spPr/>
    </dgm:pt>
    <dgm:pt modelId="{6135951D-E0A8-4008-A808-CF464B833621}" type="pres">
      <dgm:prSet presAssocID="{B18BDD1D-CBBE-4732-883C-F8E1267F9B1B}" presName="tx1" presStyleLbl="revTx" presStyleIdx="0" presStyleCnt="2"/>
      <dgm:spPr/>
    </dgm:pt>
    <dgm:pt modelId="{F63AE097-A233-4D2D-AA55-69773D530871}" type="pres">
      <dgm:prSet presAssocID="{B18BDD1D-CBBE-4732-883C-F8E1267F9B1B}" presName="vert1" presStyleCnt="0"/>
      <dgm:spPr/>
    </dgm:pt>
    <dgm:pt modelId="{4ED4FE21-4428-462F-BC35-511FE5976597}" type="pres">
      <dgm:prSet presAssocID="{12ACDF68-7092-4079-ABD9-F4F6E0F00125}" presName="thickLine" presStyleLbl="alignNode1" presStyleIdx="1" presStyleCnt="2"/>
      <dgm:spPr/>
    </dgm:pt>
    <dgm:pt modelId="{CDA20284-53AC-4CF6-9702-A9754D9393B6}" type="pres">
      <dgm:prSet presAssocID="{12ACDF68-7092-4079-ABD9-F4F6E0F00125}" presName="horz1" presStyleCnt="0"/>
      <dgm:spPr/>
    </dgm:pt>
    <dgm:pt modelId="{4664EBBD-FB37-4A3C-8C70-958E5EAB7636}" type="pres">
      <dgm:prSet presAssocID="{12ACDF68-7092-4079-ABD9-F4F6E0F00125}" presName="tx1" presStyleLbl="revTx" presStyleIdx="1" presStyleCnt="2"/>
      <dgm:spPr/>
    </dgm:pt>
    <dgm:pt modelId="{EA3F8DEF-AD7E-42B4-A88F-9F5D0B44C1C8}" type="pres">
      <dgm:prSet presAssocID="{12ACDF68-7092-4079-ABD9-F4F6E0F00125}" presName="vert1" presStyleCnt="0"/>
      <dgm:spPr/>
    </dgm:pt>
  </dgm:ptLst>
  <dgm:cxnLst>
    <dgm:cxn modelId="{080F6A60-53C1-4213-A787-6048A15BA6C7}" type="presOf" srcId="{63057FD4-D73C-498D-B2B8-6D2AF807A1C1}" destId="{37BD8B0D-5D79-45F8-85A3-AA470BC2FB26}" srcOrd="0" destOrd="0" presId="urn:microsoft.com/office/officeart/2008/layout/LinedList"/>
    <dgm:cxn modelId="{9BEF4B70-79A9-4A77-93D8-84BE91901B8E}" type="presOf" srcId="{12ACDF68-7092-4079-ABD9-F4F6E0F00125}" destId="{4664EBBD-FB37-4A3C-8C70-958E5EAB7636}" srcOrd="0" destOrd="0" presId="urn:microsoft.com/office/officeart/2008/layout/LinedList"/>
    <dgm:cxn modelId="{C97EF898-BA29-4A00-A32F-BD9BAE519261}" type="presOf" srcId="{B18BDD1D-CBBE-4732-883C-F8E1267F9B1B}" destId="{6135951D-E0A8-4008-A808-CF464B833621}" srcOrd="0" destOrd="0" presId="urn:microsoft.com/office/officeart/2008/layout/LinedList"/>
    <dgm:cxn modelId="{A5C7FFC8-F31D-4509-B6BE-9598A58BF44C}" srcId="{63057FD4-D73C-498D-B2B8-6D2AF807A1C1}" destId="{B18BDD1D-CBBE-4732-883C-F8E1267F9B1B}" srcOrd="0" destOrd="0" parTransId="{E4C69327-3136-4AB5-BB28-DE4BE9B73844}" sibTransId="{72275AD1-AD01-4E32-B007-7B3755B288BE}"/>
    <dgm:cxn modelId="{C4C94EDD-6511-4AD1-B7A3-924181920120}" srcId="{63057FD4-D73C-498D-B2B8-6D2AF807A1C1}" destId="{12ACDF68-7092-4079-ABD9-F4F6E0F00125}" srcOrd="1" destOrd="0" parTransId="{7203CFB6-9252-4F57-BD3D-A62A9C0A2402}" sibTransId="{BB1B3824-9428-435A-BA58-D3995D16E750}"/>
    <dgm:cxn modelId="{CAD7B56A-E4AA-4D45-B308-831C79ED586C}" type="presParOf" srcId="{37BD8B0D-5D79-45F8-85A3-AA470BC2FB26}" destId="{72D31486-527A-43C4-818E-194E96AD962C}" srcOrd="0" destOrd="0" presId="urn:microsoft.com/office/officeart/2008/layout/LinedList"/>
    <dgm:cxn modelId="{242322F2-387C-49FE-8F13-CD1C26A01DEB}" type="presParOf" srcId="{37BD8B0D-5D79-45F8-85A3-AA470BC2FB26}" destId="{6F5493AE-C6DE-4621-B7D9-CEABCF68FCC0}" srcOrd="1" destOrd="0" presId="urn:microsoft.com/office/officeart/2008/layout/LinedList"/>
    <dgm:cxn modelId="{AD0FDA42-4CB4-40B8-888B-F0F7D515CFAA}" type="presParOf" srcId="{6F5493AE-C6DE-4621-B7D9-CEABCF68FCC0}" destId="{6135951D-E0A8-4008-A808-CF464B833621}" srcOrd="0" destOrd="0" presId="urn:microsoft.com/office/officeart/2008/layout/LinedList"/>
    <dgm:cxn modelId="{77E1EBFE-4A07-4345-B06D-693F31365F42}" type="presParOf" srcId="{6F5493AE-C6DE-4621-B7D9-CEABCF68FCC0}" destId="{F63AE097-A233-4D2D-AA55-69773D530871}" srcOrd="1" destOrd="0" presId="urn:microsoft.com/office/officeart/2008/layout/LinedList"/>
    <dgm:cxn modelId="{D6E124D6-30BD-4E56-8838-A00691BEA6C2}" type="presParOf" srcId="{37BD8B0D-5D79-45F8-85A3-AA470BC2FB26}" destId="{4ED4FE21-4428-462F-BC35-511FE5976597}" srcOrd="2" destOrd="0" presId="urn:microsoft.com/office/officeart/2008/layout/LinedList"/>
    <dgm:cxn modelId="{DFF371AC-F354-45D0-B2B3-61A6589464BC}" type="presParOf" srcId="{37BD8B0D-5D79-45F8-85A3-AA470BC2FB26}" destId="{CDA20284-53AC-4CF6-9702-A9754D9393B6}" srcOrd="3" destOrd="0" presId="urn:microsoft.com/office/officeart/2008/layout/LinedList"/>
    <dgm:cxn modelId="{87B51899-2C9E-4C04-B308-33B8B66E1B2D}" type="presParOf" srcId="{CDA20284-53AC-4CF6-9702-A9754D9393B6}" destId="{4664EBBD-FB37-4A3C-8C70-958E5EAB7636}" srcOrd="0" destOrd="0" presId="urn:microsoft.com/office/officeart/2008/layout/LinedList"/>
    <dgm:cxn modelId="{2FBA3C93-3ABB-44E7-94D6-25110C84011D}" type="presParOf" srcId="{CDA20284-53AC-4CF6-9702-A9754D9393B6}" destId="{EA3F8DEF-AD7E-42B4-A88F-9F5D0B44C1C8}"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A6FFB3-8E4E-4E97-910C-C4CE9E85E9B5}">
      <dsp:nvSpPr>
        <dsp:cNvPr id="0" name=""/>
        <dsp:cNvSpPr/>
      </dsp:nvSpPr>
      <dsp:spPr>
        <a:xfrm>
          <a:off x="0" y="0"/>
          <a:ext cx="1065749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8621F6-F0DF-4D30-B852-0D804578573A}">
      <dsp:nvSpPr>
        <dsp:cNvPr id="0" name=""/>
        <dsp:cNvSpPr/>
      </dsp:nvSpPr>
      <dsp:spPr>
        <a:xfrm>
          <a:off x="0" y="0"/>
          <a:ext cx="2131498" cy="5164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dirty="0"/>
            <a:t>Course Modules:</a:t>
          </a:r>
        </a:p>
      </dsp:txBody>
      <dsp:txXfrm>
        <a:off x="0" y="0"/>
        <a:ext cx="2131498" cy="5164560"/>
      </dsp:txXfrm>
    </dsp:sp>
    <dsp:sp modelId="{C5AD1EBC-771A-4521-9948-1B7625793B5E}">
      <dsp:nvSpPr>
        <dsp:cNvPr id="0" name=""/>
        <dsp:cNvSpPr/>
      </dsp:nvSpPr>
      <dsp:spPr>
        <a:xfrm>
          <a:off x="2291360" y="27171"/>
          <a:ext cx="8366129" cy="5434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US" sz="2200" kern="1200" dirty="0">
              <a:latin typeface="Calibri Light" panose="020F0302020204030204"/>
            </a:rPr>
            <a:t>#1: </a:t>
          </a:r>
          <a:r>
            <a:rPr lang="en-US" sz="2400" kern="1200" dirty="0">
              <a:latin typeface="Calibri Light" panose="020F0302020204030204"/>
            </a:rPr>
            <a:t>Course Orientation</a:t>
          </a:r>
          <a:endParaRPr lang="en-US" sz="2400" kern="1200" dirty="0"/>
        </a:p>
      </dsp:txBody>
      <dsp:txXfrm>
        <a:off x="2291360" y="27171"/>
        <a:ext cx="8366129" cy="543438"/>
      </dsp:txXfrm>
    </dsp:sp>
    <dsp:sp modelId="{E43311EA-4DCE-488B-90E1-3B4D700F7498}">
      <dsp:nvSpPr>
        <dsp:cNvPr id="0" name=""/>
        <dsp:cNvSpPr/>
      </dsp:nvSpPr>
      <dsp:spPr>
        <a:xfrm>
          <a:off x="2131498" y="570610"/>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F88638A-DF95-4A29-BEC7-71D9DC124D5D}">
      <dsp:nvSpPr>
        <dsp:cNvPr id="0" name=""/>
        <dsp:cNvSpPr/>
      </dsp:nvSpPr>
      <dsp:spPr>
        <a:xfrm>
          <a:off x="2291360" y="597782"/>
          <a:ext cx="8366129" cy="5434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US" sz="2200" kern="1200" dirty="0">
              <a:latin typeface="Calibri Light" panose="020F0302020204030204"/>
            </a:rPr>
            <a:t>#2</a:t>
          </a:r>
          <a:r>
            <a:rPr lang="en-US" sz="2400" kern="1200" dirty="0">
              <a:latin typeface="Calibri Light" panose="020F0302020204030204"/>
            </a:rPr>
            <a:t>: Leadership</a:t>
          </a:r>
          <a:endParaRPr lang="en-US" sz="2400" kern="1200" dirty="0"/>
        </a:p>
      </dsp:txBody>
      <dsp:txXfrm>
        <a:off x="2291360" y="597782"/>
        <a:ext cx="8366129" cy="543438"/>
      </dsp:txXfrm>
    </dsp:sp>
    <dsp:sp modelId="{A3AA8138-E6E3-4901-B40F-AE22A8B80BDC}">
      <dsp:nvSpPr>
        <dsp:cNvPr id="0" name=""/>
        <dsp:cNvSpPr/>
      </dsp:nvSpPr>
      <dsp:spPr>
        <a:xfrm>
          <a:off x="2131498" y="1141221"/>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BF7B697-25E5-4012-9002-E1FDD58BE25E}">
      <dsp:nvSpPr>
        <dsp:cNvPr id="0" name=""/>
        <dsp:cNvSpPr/>
      </dsp:nvSpPr>
      <dsp:spPr>
        <a:xfrm>
          <a:off x="2291360" y="1168393"/>
          <a:ext cx="8366129" cy="5434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US" sz="2200" kern="1200" dirty="0">
              <a:latin typeface="Calibri Light" panose="020F0302020204030204"/>
            </a:rPr>
            <a:t>#3: </a:t>
          </a:r>
          <a:r>
            <a:rPr lang="en-US" sz="2400" kern="1200" dirty="0">
              <a:latin typeface="Calibri Light" panose="020F0302020204030204"/>
            </a:rPr>
            <a:t>Federal &amp; State Policy</a:t>
          </a:r>
          <a:endParaRPr lang="en-US" sz="2400" kern="1200" dirty="0"/>
        </a:p>
      </dsp:txBody>
      <dsp:txXfrm>
        <a:off x="2291360" y="1168393"/>
        <a:ext cx="8366129" cy="543438"/>
      </dsp:txXfrm>
    </dsp:sp>
    <dsp:sp modelId="{9298CD09-4D7B-4D86-A0BE-EEB62C682110}">
      <dsp:nvSpPr>
        <dsp:cNvPr id="0" name=""/>
        <dsp:cNvSpPr/>
      </dsp:nvSpPr>
      <dsp:spPr>
        <a:xfrm>
          <a:off x="2131498" y="1711832"/>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C97B774-ED6A-4A03-AEBF-E0292D3FDE3C}">
      <dsp:nvSpPr>
        <dsp:cNvPr id="0" name=""/>
        <dsp:cNvSpPr/>
      </dsp:nvSpPr>
      <dsp:spPr>
        <a:xfrm>
          <a:off x="2291360" y="1739004"/>
          <a:ext cx="8366129" cy="5434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dirty="0">
              <a:latin typeface="Calibri Light" panose="020F0302020204030204"/>
            </a:rPr>
            <a:t>#4: </a:t>
          </a:r>
          <a:r>
            <a:rPr lang="en-US" sz="2400" kern="1200" dirty="0">
              <a:latin typeface="Calibri Light" panose="020F0302020204030204"/>
            </a:rPr>
            <a:t>Aligning Mission, Vision and Values with Resources</a:t>
          </a:r>
          <a:endParaRPr lang="en-US" sz="2400" kern="1200" dirty="0"/>
        </a:p>
      </dsp:txBody>
      <dsp:txXfrm>
        <a:off x="2291360" y="1739004"/>
        <a:ext cx="8366129" cy="543438"/>
      </dsp:txXfrm>
    </dsp:sp>
    <dsp:sp modelId="{5BC40D12-9011-433A-A04B-9BCA131DBE28}">
      <dsp:nvSpPr>
        <dsp:cNvPr id="0" name=""/>
        <dsp:cNvSpPr/>
      </dsp:nvSpPr>
      <dsp:spPr>
        <a:xfrm>
          <a:off x="2131498" y="2282442"/>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4A29DCF-D071-4E47-8BDD-A2005B33D97A}">
      <dsp:nvSpPr>
        <dsp:cNvPr id="0" name=""/>
        <dsp:cNvSpPr/>
      </dsp:nvSpPr>
      <dsp:spPr>
        <a:xfrm>
          <a:off x="2291360" y="2309614"/>
          <a:ext cx="8366129" cy="5434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dirty="0">
              <a:latin typeface="Calibri Light" panose="020F0302020204030204"/>
            </a:rPr>
            <a:t>#5: </a:t>
          </a:r>
          <a:r>
            <a:rPr lang="en-US" sz="2400" kern="1200" dirty="0">
              <a:latin typeface="Calibri Light" panose="020F0302020204030204"/>
            </a:rPr>
            <a:t>Best Practices in Employment &amp; Day Services</a:t>
          </a:r>
          <a:endParaRPr lang="en-US" sz="2400" kern="1200" dirty="0"/>
        </a:p>
      </dsp:txBody>
      <dsp:txXfrm>
        <a:off x="2291360" y="2309614"/>
        <a:ext cx="8366129" cy="543438"/>
      </dsp:txXfrm>
    </dsp:sp>
    <dsp:sp modelId="{FEB5D30D-6345-4889-942B-10DA9BBA28B5}">
      <dsp:nvSpPr>
        <dsp:cNvPr id="0" name=""/>
        <dsp:cNvSpPr/>
      </dsp:nvSpPr>
      <dsp:spPr>
        <a:xfrm>
          <a:off x="2131498" y="2853053"/>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500D156-BE92-45ED-B514-3C35D130B940}">
      <dsp:nvSpPr>
        <dsp:cNvPr id="0" name=""/>
        <dsp:cNvSpPr/>
      </dsp:nvSpPr>
      <dsp:spPr>
        <a:xfrm>
          <a:off x="2291360" y="2880225"/>
          <a:ext cx="8366129" cy="5434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dirty="0">
              <a:latin typeface="Calibri Light" panose="020F0302020204030204"/>
            </a:rPr>
            <a:t>#6: Organizational </a:t>
          </a:r>
          <a:r>
            <a:rPr lang="en-US" sz="2400" kern="1200" dirty="0">
              <a:latin typeface="Calibri Light" panose="020F0302020204030204"/>
            </a:rPr>
            <a:t>Transformation (change)</a:t>
          </a:r>
          <a:endParaRPr lang="en-US" sz="2400" kern="1200" dirty="0"/>
        </a:p>
      </dsp:txBody>
      <dsp:txXfrm>
        <a:off x="2291360" y="2880225"/>
        <a:ext cx="8366129" cy="543438"/>
      </dsp:txXfrm>
    </dsp:sp>
    <dsp:sp modelId="{31EE367D-11F2-4896-AE78-A89224D35716}">
      <dsp:nvSpPr>
        <dsp:cNvPr id="0" name=""/>
        <dsp:cNvSpPr/>
      </dsp:nvSpPr>
      <dsp:spPr>
        <a:xfrm>
          <a:off x="2131498" y="3423664"/>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0270088-047C-4E52-BFCE-752EC16782C5}">
      <dsp:nvSpPr>
        <dsp:cNvPr id="0" name=""/>
        <dsp:cNvSpPr/>
      </dsp:nvSpPr>
      <dsp:spPr>
        <a:xfrm>
          <a:off x="2291360" y="3450836"/>
          <a:ext cx="8366129" cy="5434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endParaRPr lang="en-US" sz="2500" kern="1200" dirty="0">
            <a:latin typeface="Calibri Light" panose="020F0302020204030204"/>
          </a:endParaRPr>
        </a:p>
      </dsp:txBody>
      <dsp:txXfrm>
        <a:off x="2291360" y="3450836"/>
        <a:ext cx="8366129" cy="543438"/>
      </dsp:txXfrm>
    </dsp:sp>
    <dsp:sp modelId="{C1B24D84-CDFA-4AAB-8DA6-5EF4941CFD68}">
      <dsp:nvSpPr>
        <dsp:cNvPr id="0" name=""/>
        <dsp:cNvSpPr/>
      </dsp:nvSpPr>
      <dsp:spPr>
        <a:xfrm>
          <a:off x="2131498" y="3994275"/>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7C958B4-D4CB-4F2C-ACA7-9FC2252BB31B}">
      <dsp:nvSpPr>
        <dsp:cNvPr id="0" name=""/>
        <dsp:cNvSpPr/>
      </dsp:nvSpPr>
      <dsp:spPr>
        <a:xfrm>
          <a:off x="2291360" y="4021447"/>
          <a:ext cx="8366129" cy="5434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dirty="0">
              <a:latin typeface="Calibri Light" panose="020F0302020204030204"/>
            </a:rPr>
            <a:t>#7: </a:t>
          </a:r>
          <a:r>
            <a:rPr lang="en-US" sz="2400" kern="1200" dirty="0">
              <a:latin typeface="Calibri Light" panose="020F0302020204030204"/>
            </a:rPr>
            <a:t>Managing Through Change</a:t>
          </a:r>
          <a:endParaRPr lang="en-US" sz="2400" kern="1200" dirty="0"/>
        </a:p>
      </dsp:txBody>
      <dsp:txXfrm>
        <a:off x="2291360" y="4021447"/>
        <a:ext cx="8366129" cy="543438"/>
      </dsp:txXfrm>
    </dsp:sp>
    <dsp:sp modelId="{673488E1-7417-4C5A-91C8-59E80D8BEF85}">
      <dsp:nvSpPr>
        <dsp:cNvPr id="0" name=""/>
        <dsp:cNvSpPr/>
      </dsp:nvSpPr>
      <dsp:spPr>
        <a:xfrm>
          <a:off x="2131498" y="4564885"/>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A75A819-A64D-4F4D-96D8-B22078B63A4C}">
      <dsp:nvSpPr>
        <dsp:cNvPr id="0" name=""/>
        <dsp:cNvSpPr/>
      </dsp:nvSpPr>
      <dsp:spPr>
        <a:xfrm>
          <a:off x="2291360" y="4592057"/>
          <a:ext cx="8366129" cy="5434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dirty="0">
              <a:latin typeface="Calibri Light" panose="020F0302020204030204"/>
            </a:rPr>
            <a:t>#8: </a:t>
          </a:r>
          <a:r>
            <a:rPr lang="en-US" sz="2400" kern="1200" dirty="0">
              <a:latin typeface="Calibri Light" panose="020F0302020204030204"/>
            </a:rPr>
            <a:t>Creating Systems for Quality Improvement</a:t>
          </a:r>
          <a:endParaRPr lang="en-US" sz="2400" kern="1200" dirty="0"/>
        </a:p>
      </dsp:txBody>
      <dsp:txXfrm>
        <a:off x="2291360" y="4592057"/>
        <a:ext cx="8366129" cy="543438"/>
      </dsp:txXfrm>
    </dsp:sp>
    <dsp:sp modelId="{547B8CFE-C1F6-4718-AFAD-3674CDE53DB2}">
      <dsp:nvSpPr>
        <dsp:cNvPr id="0" name=""/>
        <dsp:cNvSpPr/>
      </dsp:nvSpPr>
      <dsp:spPr>
        <a:xfrm>
          <a:off x="2131498" y="5135496"/>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BCC7EE-1CD1-4F26-965C-113C5790CB03}">
      <dsp:nvSpPr>
        <dsp:cNvPr id="0" name=""/>
        <dsp:cNvSpPr/>
      </dsp:nvSpPr>
      <dsp:spPr>
        <a:xfrm>
          <a:off x="2062971" y="1009"/>
          <a:ext cx="2320843" cy="588004"/>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rtl="0">
            <a:lnSpc>
              <a:spcPct val="90000"/>
            </a:lnSpc>
            <a:spcBef>
              <a:spcPct val="0"/>
            </a:spcBef>
            <a:spcAft>
              <a:spcPct val="35000"/>
            </a:spcAft>
            <a:buNone/>
          </a:pPr>
          <a:r>
            <a:rPr lang="en-US" sz="1600" b="1" kern="1200" dirty="0">
              <a:latin typeface="Calibri Light" panose="020F0302020204030204"/>
            </a:rPr>
            <a:t>Identify desired outcomes </a:t>
          </a:r>
        </a:p>
      </dsp:txBody>
      <dsp:txXfrm>
        <a:off x="2091675" y="29713"/>
        <a:ext cx="2263435" cy="530596"/>
      </dsp:txXfrm>
    </dsp:sp>
    <dsp:sp modelId="{7639F1AF-2D45-4FEE-8765-005DC8D3801F}">
      <dsp:nvSpPr>
        <dsp:cNvPr id="0" name=""/>
        <dsp:cNvSpPr/>
      </dsp:nvSpPr>
      <dsp:spPr>
        <a:xfrm>
          <a:off x="2062971" y="618414"/>
          <a:ext cx="2320843" cy="588004"/>
        </a:xfrm>
        <a:prstGeom prst="roundRect">
          <a:avLst/>
        </a:prstGeom>
        <a:solidFill>
          <a:schemeClr val="bg2">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Calibri Light" panose="020F0302020204030204"/>
            </a:rPr>
            <a:t>Implement</a:t>
          </a:r>
        </a:p>
      </dsp:txBody>
      <dsp:txXfrm>
        <a:off x="2091675" y="647118"/>
        <a:ext cx="2263435" cy="530596"/>
      </dsp:txXfrm>
    </dsp:sp>
    <dsp:sp modelId="{BD3B3160-FEF7-42ED-AEE7-E984E0887402}">
      <dsp:nvSpPr>
        <dsp:cNvPr id="0" name=""/>
        <dsp:cNvSpPr/>
      </dsp:nvSpPr>
      <dsp:spPr>
        <a:xfrm>
          <a:off x="2062971" y="1235818"/>
          <a:ext cx="2320843" cy="588004"/>
        </a:xfrm>
        <a:prstGeom prst="roundRect">
          <a:avLst/>
        </a:prstGeom>
        <a:solidFill>
          <a:srgbClr val="FFC00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rtl="0">
            <a:lnSpc>
              <a:spcPct val="90000"/>
            </a:lnSpc>
            <a:spcBef>
              <a:spcPct val="0"/>
            </a:spcBef>
            <a:spcAft>
              <a:spcPct val="35000"/>
            </a:spcAft>
            <a:buNone/>
          </a:pPr>
          <a:r>
            <a:rPr lang="en-US" sz="1600" b="1" kern="1200">
              <a:latin typeface="Calibri Light" panose="020F0302020204030204"/>
            </a:rPr>
            <a:t>Track outcomes</a:t>
          </a:r>
          <a:endParaRPr lang="en-US" sz="1600" b="1" kern="1200"/>
        </a:p>
      </dsp:txBody>
      <dsp:txXfrm>
        <a:off x="2091675" y="1264522"/>
        <a:ext cx="2263435" cy="530596"/>
      </dsp:txXfrm>
    </dsp:sp>
    <dsp:sp modelId="{D77D9121-128D-481C-A163-60C078893C39}">
      <dsp:nvSpPr>
        <dsp:cNvPr id="0" name=""/>
        <dsp:cNvSpPr/>
      </dsp:nvSpPr>
      <dsp:spPr>
        <a:xfrm>
          <a:off x="2062971" y="1853222"/>
          <a:ext cx="2320843" cy="588004"/>
        </a:xfrm>
        <a:prstGeom prst="roundRect">
          <a:avLst/>
        </a:prstGeom>
        <a:solidFill>
          <a:schemeClr val="tx2">
            <a:lumMod val="50000"/>
            <a:lumOff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rtl="0">
            <a:lnSpc>
              <a:spcPct val="90000"/>
            </a:lnSpc>
            <a:spcBef>
              <a:spcPct val="0"/>
            </a:spcBef>
            <a:spcAft>
              <a:spcPct val="35000"/>
            </a:spcAft>
            <a:buNone/>
          </a:pPr>
          <a:r>
            <a:rPr lang="en-US" sz="1600" b="1" kern="1200">
              <a:latin typeface="Calibri Light" panose="020F0302020204030204"/>
            </a:rPr>
            <a:t>Share data with stakeholders</a:t>
          </a:r>
          <a:endParaRPr lang="en-US" sz="1600" b="1" kern="1200"/>
        </a:p>
      </dsp:txBody>
      <dsp:txXfrm>
        <a:off x="2091675" y="1881926"/>
        <a:ext cx="2263435" cy="530596"/>
      </dsp:txXfrm>
    </dsp:sp>
    <dsp:sp modelId="{61AB2B16-CAE9-49CA-8278-6A2275E29B77}">
      <dsp:nvSpPr>
        <dsp:cNvPr id="0" name=""/>
        <dsp:cNvSpPr/>
      </dsp:nvSpPr>
      <dsp:spPr>
        <a:xfrm>
          <a:off x="2062971" y="2470626"/>
          <a:ext cx="2320843" cy="588004"/>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rtl="0">
            <a:lnSpc>
              <a:spcPct val="90000"/>
            </a:lnSpc>
            <a:spcBef>
              <a:spcPct val="0"/>
            </a:spcBef>
            <a:spcAft>
              <a:spcPct val="35000"/>
            </a:spcAft>
            <a:buNone/>
          </a:pPr>
          <a:r>
            <a:rPr lang="en-US" sz="1600" b="1" kern="1200"/>
            <a:t>Correct course </a:t>
          </a:r>
          <a:r>
            <a:rPr lang="en-US" sz="1600" b="1" kern="1200">
              <a:latin typeface="Calibri Light" panose="020F0302020204030204"/>
            </a:rPr>
            <a:t>as needed</a:t>
          </a:r>
          <a:endParaRPr lang="en-US" sz="1600" b="1" kern="1200"/>
        </a:p>
      </dsp:txBody>
      <dsp:txXfrm>
        <a:off x="2091675" y="2499330"/>
        <a:ext cx="2263435" cy="530596"/>
      </dsp:txXfrm>
    </dsp:sp>
    <dsp:sp modelId="{55CD30DC-924A-4BBA-B46D-0E982F499C69}">
      <dsp:nvSpPr>
        <dsp:cNvPr id="0" name=""/>
        <dsp:cNvSpPr/>
      </dsp:nvSpPr>
      <dsp:spPr>
        <a:xfrm>
          <a:off x="2062971" y="3088031"/>
          <a:ext cx="2320843" cy="588004"/>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rtl="0">
            <a:lnSpc>
              <a:spcPct val="90000"/>
            </a:lnSpc>
            <a:spcBef>
              <a:spcPct val="0"/>
            </a:spcBef>
            <a:spcAft>
              <a:spcPct val="35000"/>
            </a:spcAft>
            <a:buNone/>
          </a:pPr>
          <a:r>
            <a:rPr lang="en-US" sz="1600" b="1" kern="1200"/>
            <a:t>Celebrate successes</a:t>
          </a:r>
          <a:r>
            <a:rPr lang="en-US" sz="1600" b="1" kern="1200">
              <a:latin typeface="Calibri Light" panose="020F0302020204030204"/>
            </a:rPr>
            <a:t> </a:t>
          </a:r>
          <a:endParaRPr lang="en-US" sz="1600" b="1" kern="1200"/>
        </a:p>
      </dsp:txBody>
      <dsp:txXfrm>
        <a:off x="2091675" y="3116735"/>
        <a:ext cx="2263435" cy="53059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D31486-527A-43C4-818E-194E96AD962C}">
      <dsp:nvSpPr>
        <dsp:cNvPr id="0" name=""/>
        <dsp:cNvSpPr/>
      </dsp:nvSpPr>
      <dsp:spPr>
        <a:xfrm>
          <a:off x="0" y="0"/>
          <a:ext cx="399335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35951D-E0A8-4008-A808-CF464B833621}">
      <dsp:nvSpPr>
        <dsp:cNvPr id="0" name=""/>
        <dsp:cNvSpPr/>
      </dsp:nvSpPr>
      <dsp:spPr>
        <a:xfrm>
          <a:off x="0" y="0"/>
          <a:ext cx="3993357" cy="19597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a:t>“Without data, you’re just another person with an opinion.” </a:t>
          </a:r>
        </a:p>
      </dsp:txBody>
      <dsp:txXfrm>
        <a:off x="0" y="0"/>
        <a:ext cx="3993357" cy="1959768"/>
      </dsp:txXfrm>
    </dsp:sp>
    <dsp:sp modelId="{4ED4FE21-4428-462F-BC35-511FE5976597}">
      <dsp:nvSpPr>
        <dsp:cNvPr id="0" name=""/>
        <dsp:cNvSpPr/>
      </dsp:nvSpPr>
      <dsp:spPr>
        <a:xfrm>
          <a:off x="0" y="1959768"/>
          <a:ext cx="399335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64EBBD-FB37-4A3C-8C70-958E5EAB7636}">
      <dsp:nvSpPr>
        <dsp:cNvPr id="0" name=""/>
        <dsp:cNvSpPr/>
      </dsp:nvSpPr>
      <dsp:spPr>
        <a:xfrm>
          <a:off x="0" y="1959768"/>
          <a:ext cx="3993357" cy="19597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a:t>~ W. Edwards Deming </a:t>
          </a:r>
        </a:p>
      </dsp:txBody>
      <dsp:txXfrm>
        <a:off x="0" y="1959768"/>
        <a:ext cx="3993357" cy="1959768"/>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FA9DB5-70C7-E94D-9548-16899A1C10C6}" type="datetimeFigureOut">
              <a:rPr lang="en-US" smtClean="0"/>
              <a:t>2/26/2026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90D89B-D770-F648-BD56-FFC69AC3D72B}" type="slidenum">
              <a:rPr lang="en-US" smtClean="0"/>
              <a:t>‹#›</a:t>
            </a:fld>
            <a:endParaRPr lang="en-US"/>
          </a:p>
        </p:txBody>
      </p:sp>
    </p:spTree>
    <p:extLst>
      <p:ext uri="{BB962C8B-B14F-4D97-AF65-F5344CB8AC3E}">
        <p14:creationId xmlns:p14="http://schemas.microsoft.com/office/powerpoint/2010/main" val="1914390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We are at session 8 today.... our last session... The topic today is Creating Systems of Quality improvement..... the timing on this last module today hopefully gets you thinking about where you started and what happens next with your role as a manager and leader. As you went through the modules starting with leadership and on until today... as you have put in the time with the online course, with your mentors and in these virtual sessions, you have built the foundation needed to continue moving forward... you may not have completely mastered each of these topics..... but as an emerging leader.... you know policy as it relates to your position... you know best practices and how they will uniquely fit the mission of your organization... you know about the organizational transformation.... how to manage through organizational change and where your role is vital to the success of that change... today we are going to review the module you are completing on how organizational create systems to always look towards improvement.    </a:t>
            </a:r>
          </a:p>
        </p:txBody>
      </p:sp>
      <p:sp>
        <p:nvSpPr>
          <p:cNvPr id="4" name="Slide Number Placeholder 3"/>
          <p:cNvSpPr>
            <a:spLocks noGrp="1"/>
          </p:cNvSpPr>
          <p:nvPr>
            <p:ph type="sldNum" sz="quarter" idx="5"/>
          </p:nvPr>
        </p:nvSpPr>
        <p:spPr/>
        <p:txBody>
          <a:bodyPr/>
          <a:lstStyle/>
          <a:p>
            <a:fld id="{61E78B0C-5300-7A44-AA13-8B2C0E818EC7}" type="slidenum">
              <a:rPr lang="en-US" smtClean="0"/>
              <a:t>4</a:t>
            </a:fld>
            <a:endParaRPr lang="en-US"/>
          </a:p>
        </p:txBody>
      </p:sp>
    </p:spTree>
    <p:extLst>
      <p:ext uri="{BB962C8B-B14F-4D97-AF65-F5344CB8AC3E}">
        <p14:creationId xmlns:p14="http://schemas.microsoft.com/office/powerpoint/2010/main" val="40893838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 Quick reminder of the learning objectives from the online learning..... we will review parts of this quickly in a second... but to build the start for our session today in this months course  you focused on these three things as a reminder 1) systems for quality improvement 2) how data can be used 3) what that can mean for you in your role and in your organization... or more specifically the ways you can use data... </a:t>
            </a:r>
          </a:p>
          <a:p>
            <a:endParaRPr lang="en-US" dirty="0">
              <a:ea typeface="Calibri"/>
              <a:cs typeface="Calibri"/>
            </a:endParaRPr>
          </a:p>
          <a:p>
            <a:endParaRPr lang="en-US" dirty="0">
              <a:ea typeface="Calibri"/>
              <a:cs typeface="Calibri"/>
            </a:endParaRPr>
          </a:p>
          <a:p>
            <a:endParaRPr lang="en-US" b="1">
              <a:ea typeface="Calibri"/>
              <a:cs typeface="Calibri"/>
            </a:endParaRPr>
          </a:p>
        </p:txBody>
      </p:sp>
      <p:sp>
        <p:nvSpPr>
          <p:cNvPr id="4" name="Slide Number Placeholder 3"/>
          <p:cNvSpPr>
            <a:spLocks noGrp="1"/>
          </p:cNvSpPr>
          <p:nvPr>
            <p:ph type="sldNum" sz="quarter" idx="5"/>
          </p:nvPr>
        </p:nvSpPr>
        <p:spPr/>
        <p:txBody>
          <a:bodyPr/>
          <a:lstStyle/>
          <a:p>
            <a:fld id="{61E78B0C-5300-7A44-AA13-8B2C0E818EC7}" type="slidenum">
              <a:rPr lang="en-US" smtClean="0"/>
              <a:t>5</a:t>
            </a:fld>
            <a:endParaRPr lang="en-US"/>
          </a:p>
        </p:txBody>
      </p:sp>
    </p:spTree>
    <p:extLst>
      <p:ext uri="{BB962C8B-B14F-4D97-AF65-F5344CB8AC3E}">
        <p14:creationId xmlns:p14="http://schemas.microsoft.com/office/powerpoint/2010/main" val="2700594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6E70A-4050-CE40-55F3-1F616F7EE2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E70D15-E0BB-ADD1-A1B3-3B9C72926E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2D1584-F74A-B64A-453D-C4879FFBB5F9}"/>
              </a:ext>
            </a:extLst>
          </p:cNvPr>
          <p:cNvSpPr>
            <a:spLocks noGrp="1"/>
          </p:cNvSpPr>
          <p:nvPr>
            <p:ph type="body" idx="1"/>
          </p:nvPr>
        </p:nvSpPr>
        <p:spPr/>
        <p:txBody>
          <a:bodyPr/>
          <a:lstStyle/>
          <a:p>
            <a:r>
              <a:rPr lang="en-US" dirty="0">
                <a:ea typeface="Calibri"/>
                <a:cs typeface="Calibri"/>
              </a:rPr>
              <a:t>As some reminders from this months course material. Quality improvement is connected to your organizations goals... In one of our first meetings we talked about organizations big hairy audacious goals.... goals that everyone can get behind and can certainly evolve over time to meet match the organizations direction and intentions. I will pass it over to Don Lavin for an example later and this could be something you discuss in the breakout rooms in a few minutes......   </a:t>
            </a:r>
            <a:endParaRPr lang="en-US" dirty="0"/>
          </a:p>
          <a:p>
            <a:r>
              <a:rPr lang="en-US" dirty="0">
                <a:ea typeface="Calibri"/>
                <a:cs typeface="Calibri"/>
              </a:rPr>
              <a:t> </a:t>
            </a:r>
          </a:p>
          <a:p>
            <a:r>
              <a:rPr lang="en-US" dirty="0">
                <a:ea typeface="Calibri"/>
                <a:cs typeface="Calibri"/>
              </a:rPr>
              <a:t>We continued in the course from goals on to outcomes and data. Hopefully today in the breakouts and poll questions we can get to some examples in your organizations and application. As your organization seeks to improve and change you want to make decision guided by the data you collect. It is important then to collect data that tells you what you need to know about the services and supports you are providing on and individual level to support work, community life engagement and that whole working life and the steps your organization is taking in your processes that are measured to make sure you reach the holistic, full organizational change you want. We are looking for holistic change and data-driven decisions and continuous quality improvement whether you are just starting to make organizational change or you are a year or years into the process is how we do it...</a:t>
            </a:r>
          </a:p>
          <a:p>
            <a:endParaRPr lang="en-US" dirty="0">
              <a:ea typeface="Calibri"/>
              <a:cs typeface="Calibri"/>
            </a:endParaRPr>
          </a:p>
          <a:p>
            <a:r>
              <a:rPr lang="en-US" dirty="0">
                <a:ea typeface="Calibri"/>
                <a:cs typeface="Calibri"/>
              </a:rPr>
              <a:t>Finally for our quick review is quality</a:t>
            </a:r>
          </a:p>
          <a:p>
            <a:endParaRPr lang="en-US" dirty="0">
              <a:ea typeface="Calibri"/>
              <a:cs typeface="Calibri"/>
            </a:endParaRPr>
          </a:p>
          <a:p>
            <a:r>
              <a:rPr lang="en-US" dirty="0">
                <a:ea typeface="Calibri"/>
                <a:cs typeface="Calibri"/>
              </a:rPr>
              <a:t>Quality assurance refers to the acceptable standard required of an organization in terms of outcomes for an organization, services and supports. Quality improvement works with QA to look at areas to get better or improve the quality of outcomes..... Again here to we are talking about that working life... so what does quality look like for employment, what does quality look like for community life engagement:</a:t>
            </a:r>
          </a:p>
          <a:p>
            <a:endParaRPr lang="en-US" dirty="0">
              <a:ea typeface="Calibri"/>
              <a:cs typeface="Calibri"/>
            </a:endParaRPr>
          </a:p>
          <a:p>
            <a:r>
              <a:rPr lang="en-US" dirty="0">
                <a:ea typeface="Calibri"/>
                <a:cs typeface="Calibri"/>
              </a:rPr>
              <a:t>There are more than these and you may want to think about what these quality outcome measures look like in your organization, but for employment some of those </a:t>
            </a:r>
            <a:r>
              <a:rPr lang="en-US" dirty="0" err="1">
                <a:ea typeface="Calibri"/>
                <a:cs typeface="Calibri"/>
              </a:rPr>
              <a:t>qulity</a:t>
            </a:r>
            <a:r>
              <a:rPr lang="en-US" dirty="0">
                <a:ea typeface="Calibri"/>
                <a:cs typeface="Calibri"/>
              </a:rPr>
              <a:t>: Number of people in competitive and integrated employment, Hours</a:t>
            </a:r>
            <a:r>
              <a:rPr lang="en-US" dirty="0"/>
              <a:t> worked... thinking about the quality some might be Access to benefits &amp; promotion, New skills learned, Natural supports, or as an organization how many different industries are you supporting people in jobs... again examples</a:t>
            </a:r>
            <a:endParaRPr lang="en-US" dirty="0">
              <a:ea typeface="Calibri"/>
              <a:cs typeface="Calibri"/>
            </a:endParaRPr>
          </a:p>
          <a:p>
            <a:endParaRPr lang="en-US" dirty="0"/>
          </a:p>
          <a:p>
            <a:r>
              <a:rPr lang="en-US" dirty="0">
                <a:ea typeface="Calibri"/>
                <a:cs typeface="Calibri"/>
              </a:rPr>
              <a:t>For Community life engagement and quality... are we not just in the community but are we part of the community</a:t>
            </a:r>
            <a:r>
              <a:rPr lang="en-US" dirty="0"/>
              <a:t>: how many people are part of social organizations or members of interests group or clubs, Relationships and/or natural supports developed,  how independent are people from their paid staff in the community, different skills people are supported to learn in the community... I will mention that time in the community is important as well when it is connected to these other quality outcomes... alone "time", or just a number of activities may not give use the full picture. </a:t>
            </a:r>
          </a:p>
          <a:p>
            <a:endParaRPr lang="en-US" dirty="0">
              <a:ea typeface="Calibri"/>
              <a:cs typeface="Calibri"/>
            </a:endParaRPr>
          </a:p>
          <a:p>
            <a:endParaRPr lang="en-US" dirty="0"/>
          </a:p>
          <a:p>
            <a:r>
              <a:rPr lang="en-US" dirty="0"/>
              <a:t>I will move the next slide with a few more things. We are looking for what the people we support see as their vision for a full life. Full life is not only work, but what wraps around that job. Community engagement is not just getting out of the building but the ways engagement in the community fills a need for connection.... So the question about your systems for quality improvement, the measures and data you collect analyze and share are.... Is the information you are collecting and the process and systems you have in place giving you what you need for your organization.... and do you have what you need in your role to know you are supporting quality outcomes....  </a:t>
            </a:r>
          </a:p>
          <a:p>
            <a:endParaRPr lang="en-US" dirty="0"/>
          </a:p>
          <a:p>
            <a:r>
              <a:rPr lang="en-US" dirty="0"/>
              <a:t>Last with any organizational change is not linear. We don’t go step 1-10 in order. Each of your organizations will uniquely approach what data you collect, the outcomes you decided on as an organization and an individual team... and how you will collect and use that data...the 10 essential elements provide a map.... but change looks less like the steps above... and more like the visual at the bottom...  I know you have seen it before.... but I sure like how an image like that explains what a one-person at a time approach looks like in very few words..... </a:t>
            </a:r>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pPr marL="171450" indent="-171450">
              <a:lnSpc>
                <a:spcPct val="90000"/>
              </a:lnSpc>
              <a:spcBef>
                <a:spcPts val="750"/>
              </a:spcBef>
              <a:buFont typeface="Arial"/>
              <a:buChar char="•"/>
            </a:pPr>
            <a:endParaRPr lang="en-US" dirty="0">
              <a:ea typeface="Calibri"/>
              <a:cs typeface="Calibri"/>
            </a:endParaRPr>
          </a:p>
        </p:txBody>
      </p:sp>
      <p:sp>
        <p:nvSpPr>
          <p:cNvPr id="4" name="Slide Number Placeholder 3">
            <a:extLst>
              <a:ext uri="{FF2B5EF4-FFF2-40B4-BE49-F238E27FC236}">
                <a16:creationId xmlns:a16="http://schemas.microsoft.com/office/drawing/2014/main" id="{7F464869-2196-E43E-4476-98C982512A94}"/>
              </a:ext>
            </a:extLst>
          </p:cNvPr>
          <p:cNvSpPr>
            <a:spLocks noGrp="1"/>
          </p:cNvSpPr>
          <p:nvPr>
            <p:ph type="sldNum" sz="quarter" idx="5"/>
          </p:nvPr>
        </p:nvSpPr>
        <p:spPr/>
        <p:txBody>
          <a:bodyPr/>
          <a:lstStyle/>
          <a:p>
            <a:fld id="{61E78B0C-5300-7A44-AA13-8B2C0E818EC7}" type="slidenum">
              <a:rPr lang="en-US" smtClean="0"/>
              <a:t>6</a:t>
            </a:fld>
            <a:endParaRPr lang="en-US"/>
          </a:p>
        </p:txBody>
      </p:sp>
    </p:spTree>
    <p:extLst>
      <p:ext uri="{BB962C8B-B14F-4D97-AF65-F5344CB8AC3E}">
        <p14:creationId xmlns:p14="http://schemas.microsoft.com/office/powerpoint/2010/main" val="42877327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defRPr/>
            </a:pPr>
            <a:r>
              <a:rPr lang="en-US" dirty="0">
                <a:ea typeface="Calibri"/>
                <a:cs typeface="Calibri"/>
              </a:rPr>
              <a:t>Bryn</a:t>
            </a:r>
          </a:p>
          <a:p>
            <a:pPr>
              <a:defRPr/>
            </a:pPr>
            <a:endParaRPr lang="en-US">
              <a:ea typeface="Calibri"/>
              <a:cs typeface="Calibri"/>
            </a:endParaRPr>
          </a:p>
          <a:p>
            <a:pPr>
              <a:defRPr/>
            </a:pPr>
            <a:r>
              <a:rPr lang="en-US" dirty="0"/>
              <a:t>At the most basic level, what we are talking about here is called the quality cycle: sometimes described as Plan, Do, Check, Act.  Essentially, it means an organization, a department or even  your team within n organization, should very clearly be identifying what are the desired goals and outcomes you are setting out to achieve.  Based on those outcomes, you're going to be implementing the strategies, procedures, policies, that you believe will lead to the identified outcomes.  You're going to track the outcomes to see if you are getting the results you wanted.... making improvements and corrections as needed until you reach and celebrate the successes... then you are refining existing or setting new goals to start the process over again. </a:t>
            </a:r>
            <a:endParaRPr lang="en-US" dirty="0">
              <a:ea typeface="Calibri"/>
              <a:cs typeface="Calibri"/>
            </a:endParaRPr>
          </a:p>
          <a:p>
            <a:pPr>
              <a:defRPr/>
            </a:pPr>
            <a:endParaRPr lang="en-US" dirty="0"/>
          </a:p>
          <a:p>
            <a:pPr>
              <a:defRPr/>
            </a:pPr>
            <a:r>
              <a:rPr lang="en-US" dirty="0">
                <a:ea typeface="Calibri"/>
                <a:cs typeface="Calibri"/>
              </a:rPr>
              <a:t>The graphic describes a framework to think about and make sure that you as a leader, your team and your organization are measuring the right things... evidence of the best practices.... so you have confidence when you describe your success and use that data to make improvements.   </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0D75F0-4CF6-44F6-8BA0-5BDF14CD6F9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58207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ea typeface="Calibri"/>
                <a:cs typeface="Calibri"/>
              </a:rPr>
              <a:t>Bryn</a:t>
            </a:r>
          </a:p>
          <a:p>
            <a:endParaRPr lang="en-US"/>
          </a:p>
          <a:p>
            <a:r>
              <a:rPr lang="en-US" dirty="0">
                <a:ea typeface="Calibri" panose="020F0502020204030204"/>
                <a:cs typeface="Calibri" panose="020F0502020204030204"/>
              </a:rPr>
              <a:t>Finally from Deming, an expert on the field of public service we all work in... he says without data you are just another person with an opinion. The evidence for change is.... that much stronger........when your years of experience, your hypothesis, your approach, your skill as a leader, manager and direct support... your intuition in this field......... is paired with outcomes and data that can clearly show you, your team and your organization are moving in </a:t>
            </a:r>
            <a:r>
              <a:rPr lang="en-US" dirty="0" err="1">
                <a:ea typeface="Calibri" panose="020F0502020204030204"/>
                <a:cs typeface="Calibri" panose="020F0502020204030204"/>
              </a:rPr>
              <a:t>thte</a:t>
            </a:r>
            <a:r>
              <a:rPr lang="en-US" dirty="0">
                <a:ea typeface="Calibri" panose="020F0502020204030204"/>
                <a:cs typeface="Calibri" panose="020F0502020204030204"/>
              </a:rPr>
              <a:t> right direction. </a:t>
            </a:r>
          </a:p>
        </p:txBody>
      </p:sp>
      <p:sp>
        <p:nvSpPr>
          <p:cNvPr id="4" name="Slide Number Placeholder 3"/>
          <p:cNvSpPr>
            <a:spLocks noGrp="1"/>
          </p:cNvSpPr>
          <p:nvPr>
            <p:ph type="sldNum" sz="quarter" idx="5"/>
          </p:nvPr>
        </p:nvSpPr>
        <p:spPr/>
        <p:txBody>
          <a:bodyPr/>
          <a:lstStyle/>
          <a:p>
            <a:pPr>
              <a:defRPr/>
            </a:pPr>
            <a:fld id="{48193950-A908-0848-8630-217329F45657}" type="slidenum">
              <a:rPr lang="en-US" altLang="x-none" smtClean="0"/>
              <a:pPr>
                <a:defRPr/>
              </a:pPr>
              <a:t>8</a:t>
            </a:fld>
            <a:endParaRPr lang="en-US" altLang="x-none"/>
          </a:p>
        </p:txBody>
      </p:sp>
    </p:spTree>
    <p:extLst>
      <p:ext uri="{BB962C8B-B14F-4D97-AF65-F5344CB8AC3E}">
        <p14:creationId xmlns:p14="http://schemas.microsoft.com/office/powerpoint/2010/main" val="752714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Bryn</a:t>
            </a:r>
          </a:p>
          <a:p>
            <a:endParaRPr lang="en-US">
              <a:ea typeface="Calibri"/>
              <a:cs typeface="Calibri"/>
            </a:endParaRPr>
          </a:p>
          <a:p>
            <a:r>
              <a:rPr lang="en-US" dirty="0">
                <a:ea typeface="Calibri"/>
                <a:cs typeface="Calibri"/>
              </a:rPr>
              <a:t>Ok we have a couple of poll questions here just to get us thinking. The first poll question.... In your role, do you regularly use data to make decisions.... </a:t>
            </a:r>
          </a:p>
        </p:txBody>
      </p:sp>
      <p:sp>
        <p:nvSpPr>
          <p:cNvPr id="4" name="Slide Number Placeholder 3"/>
          <p:cNvSpPr>
            <a:spLocks noGrp="1"/>
          </p:cNvSpPr>
          <p:nvPr>
            <p:ph type="sldNum" sz="quarter" idx="5"/>
          </p:nvPr>
        </p:nvSpPr>
        <p:spPr/>
        <p:txBody>
          <a:bodyPr/>
          <a:lstStyle/>
          <a:p>
            <a:fld id="{CB90D89B-D770-F648-BD56-FFC69AC3D72B}" type="slidenum">
              <a:rPr lang="en-US" smtClean="0"/>
              <a:t>9</a:t>
            </a:fld>
            <a:endParaRPr lang="en-US"/>
          </a:p>
        </p:txBody>
      </p:sp>
    </p:spTree>
    <p:extLst>
      <p:ext uri="{BB962C8B-B14F-4D97-AF65-F5344CB8AC3E}">
        <p14:creationId xmlns:p14="http://schemas.microsoft.com/office/powerpoint/2010/main" val="40798729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Bryn</a:t>
            </a:r>
          </a:p>
          <a:p>
            <a:endParaRPr lang="en-US" dirty="0">
              <a:ea typeface="Calibri"/>
              <a:cs typeface="Calibri"/>
            </a:endParaRPr>
          </a:p>
          <a:p>
            <a:r>
              <a:rPr lang="en-US">
                <a:ea typeface="Calibri"/>
                <a:cs typeface="Calibri"/>
              </a:rPr>
              <a:t>Poll question number two..... </a:t>
            </a:r>
            <a:r>
              <a:rPr lang="en-US"/>
              <a:t>My organization has a Quality Assurance plan in place</a:t>
            </a:r>
          </a:p>
          <a:p>
            <a:endParaRPr lang="en-US" dirty="0">
              <a:ea typeface="Calibri"/>
              <a:cs typeface="Calibri"/>
            </a:endParaRPr>
          </a:p>
          <a:p>
            <a:r>
              <a:rPr lang="en-US" dirty="0">
                <a:ea typeface="Calibri"/>
                <a:cs typeface="Calibri"/>
              </a:rPr>
              <a:t> </a:t>
            </a:r>
            <a:endParaRPr lang="en-US">
              <a:ea typeface="Calibri"/>
              <a:cs typeface="Calibri"/>
            </a:endParaRPr>
          </a:p>
          <a:p>
            <a:pPr marL="171450" indent="-171450">
              <a:buFont typeface="Arial"/>
              <a:buChar char="•"/>
            </a:pPr>
            <a:r>
              <a:rPr lang="en-US" dirty="0">
                <a:ea typeface="Calibri"/>
                <a:cs typeface="Calibri"/>
              </a:rPr>
              <a:t>If yes, what are some metrics your organization uses to measure quality?</a:t>
            </a:r>
          </a:p>
          <a:p>
            <a:pPr marL="171450" indent="-171450">
              <a:buFont typeface="Arial"/>
              <a:buChar char="•"/>
            </a:pPr>
            <a:r>
              <a:rPr lang="en-US" dirty="0">
                <a:ea typeface="Calibri"/>
                <a:cs typeface="Calibri"/>
              </a:rPr>
              <a:t>Do you share this information with your team?</a:t>
            </a:r>
          </a:p>
          <a:p>
            <a:pPr marL="171450" indent="-171450">
              <a:buFont typeface="Arial"/>
              <a:buChar char="•"/>
            </a:pPr>
            <a:r>
              <a:rPr lang="en-US" dirty="0">
                <a:ea typeface="Calibri"/>
                <a:cs typeface="Calibri"/>
              </a:rPr>
              <a:t>Do you share this information with folks receiving services?</a:t>
            </a:r>
          </a:p>
          <a:p>
            <a:pPr marL="171450" indent="-171450">
              <a:buFont typeface="Arial"/>
              <a:buChar char="•"/>
            </a:pPr>
            <a:endParaRPr lang="en-US">
              <a:ea typeface="Calibri"/>
              <a:cs typeface="Calibri"/>
            </a:endParaRPr>
          </a:p>
          <a:p>
            <a:pPr marL="171450" indent="-171450">
              <a:buFont typeface="Arial"/>
              <a:buChar char="•"/>
            </a:pPr>
            <a:r>
              <a:rPr lang="en-US" dirty="0">
                <a:ea typeface="Calibri"/>
                <a:cs typeface="Calibri"/>
              </a:rPr>
              <a:t>If no, how does your leadership/organization ensure you are meeting the needs of folks receiving services? </a:t>
            </a:r>
          </a:p>
        </p:txBody>
      </p:sp>
      <p:sp>
        <p:nvSpPr>
          <p:cNvPr id="4" name="Slide Number Placeholder 3"/>
          <p:cNvSpPr>
            <a:spLocks noGrp="1"/>
          </p:cNvSpPr>
          <p:nvPr>
            <p:ph type="sldNum" sz="quarter" idx="5"/>
          </p:nvPr>
        </p:nvSpPr>
        <p:spPr/>
        <p:txBody>
          <a:bodyPr/>
          <a:lstStyle/>
          <a:p>
            <a:fld id="{CB90D89B-D770-F648-BD56-FFC69AC3D72B}" type="slidenum">
              <a:rPr lang="en-US" smtClean="0"/>
              <a:t>10</a:t>
            </a:fld>
            <a:endParaRPr lang="en-US"/>
          </a:p>
        </p:txBody>
      </p:sp>
    </p:spTree>
    <p:extLst>
      <p:ext uri="{BB962C8B-B14F-4D97-AF65-F5344CB8AC3E}">
        <p14:creationId xmlns:p14="http://schemas.microsoft.com/office/powerpoint/2010/main" val="13809572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7A323-8A7C-0836-93D4-34FA68858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F05DA6-E037-0AB5-0BB2-8A5EB70EC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32066E-B289-78D6-8EBD-8D0B0E6E8D85}"/>
              </a:ext>
            </a:extLst>
          </p:cNvPr>
          <p:cNvSpPr>
            <a:spLocks noGrp="1"/>
          </p:cNvSpPr>
          <p:nvPr>
            <p:ph type="body" idx="1"/>
          </p:nvPr>
        </p:nvSpPr>
        <p:spPr/>
        <p:txBody>
          <a:bodyPr/>
          <a:lstStyle/>
          <a:p>
            <a:r>
              <a:rPr lang="en-US" dirty="0">
                <a:ea typeface="Calibri"/>
                <a:cs typeface="Calibri"/>
              </a:rPr>
              <a:t>Don </a:t>
            </a:r>
          </a:p>
          <a:p>
            <a:endParaRPr lang="en-US" dirty="0">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F21C8C48-8EE7-54CC-5CA8-0F85EF748171}"/>
              </a:ext>
            </a:extLst>
          </p:cNvPr>
          <p:cNvSpPr>
            <a:spLocks noGrp="1"/>
          </p:cNvSpPr>
          <p:nvPr>
            <p:ph type="sldNum" sz="quarter" idx="5"/>
          </p:nvPr>
        </p:nvSpPr>
        <p:spPr/>
        <p:txBody>
          <a:bodyPr/>
          <a:lstStyle/>
          <a:p>
            <a:fld id="{CB90D89B-D770-F648-BD56-FFC69AC3D72B}" type="slidenum">
              <a:rPr lang="en-US" smtClean="0"/>
              <a:t>11</a:t>
            </a:fld>
            <a:endParaRPr lang="en-US"/>
          </a:p>
        </p:txBody>
      </p:sp>
    </p:spTree>
    <p:extLst>
      <p:ext uri="{BB962C8B-B14F-4D97-AF65-F5344CB8AC3E}">
        <p14:creationId xmlns:p14="http://schemas.microsoft.com/office/powerpoint/2010/main" val="22832279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ea typeface="Calibri"/>
                <a:cs typeface="Calibri"/>
              </a:rPr>
              <a:t>Introduce by Bryn and have Don take over </a:t>
            </a:r>
            <a:endParaRPr lang="en-US" dirty="0"/>
          </a:p>
          <a:p>
            <a:endParaRPr lang="en-US" dirty="0">
              <a:ea typeface="Calibri" panose="020F0502020204030204"/>
              <a:cs typeface="Calibri" panose="020F0502020204030204"/>
            </a:endParaRPr>
          </a:p>
          <a:p>
            <a:r>
              <a:rPr lang="en-US" dirty="0">
                <a:ea typeface="Calibri" panose="020F0502020204030204"/>
                <a:cs typeface="Calibri" panose="020F0502020204030204"/>
              </a:rPr>
              <a:t>In the past we have followed up each of the first two poll questions with a third poll question asking about what you know ion your role as middle managers about your organizations BHAG... or Big hairy audacious goal.... Today instead as a lead in for our breakout discussions I wanted to give the </a:t>
            </a:r>
            <a:r>
              <a:rPr lang="en-US" dirty="0" err="1">
                <a:ea typeface="Calibri" panose="020F0502020204030204"/>
                <a:cs typeface="Calibri" panose="020F0502020204030204"/>
              </a:rPr>
              <a:t>fllor</a:t>
            </a:r>
            <a:r>
              <a:rPr lang="en-US" dirty="0">
                <a:ea typeface="Calibri" panose="020F0502020204030204"/>
                <a:cs typeface="Calibri" panose="020F0502020204030204"/>
              </a:rPr>
              <a:t> to Don Lavin to give an example of an organizations initial BHAG and what that goal looked like as far as quality outcomes at a similar point in the process your provider organizations may be at right now.... I will hand it over to Don. </a:t>
            </a:r>
          </a:p>
          <a:p>
            <a:endParaRPr lang="en-US">
              <a:ea typeface="Calibri" panose="020F0502020204030204"/>
              <a:cs typeface="Calibri" panose="020F0502020204030204"/>
            </a:endParaRPr>
          </a:p>
          <a:p>
            <a:endParaRPr lang="en-US">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pPr>
              <a:defRPr/>
            </a:pPr>
            <a:fld id="{48193950-A908-0848-8630-217329F45657}" type="slidenum">
              <a:rPr lang="en-US" altLang="x-none" smtClean="0"/>
              <a:pPr>
                <a:defRPr/>
              </a:pPr>
              <a:t>12</a:t>
            </a:fld>
            <a:endParaRPr lang="en-US" altLang="x-none"/>
          </a:p>
        </p:txBody>
      </p:sp>
    </p:spTree>
    <p:extLst>
      <p:ext uri="{BB962C8B-B14F-4D97-AF65-F5344CB8AC3E}">
        <p14:creationId xmlns:p14="http://schemas.microsoft.com/office/powerpoint/2010/main" val="37210907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Bryn</a:t>
            </a:r>
          </a:p>
          <a:p>
            <a:endParaRPr lang="en-US" dirty="0">
              <a:ea typeface="Calibri"/>
              <a:cs typeface="Calibri"/>
            </a:endParaRPr>
          </a:p>
          <a:p>
            <a:r>
              <a:rPr lang="en-US" dirty="0">
                <a:ea typeface="Calibri"/>
                <a:cs typeface="Calibri"/>
              </a:rPr>
              <a:t>Thank you Don.... with the review... the poll questions in mind and especially the example here from the provider like yours... we want to move into some breakout sessions that discuss what measuring and capturing quality services and outcomes look like..... We may want to put these questions in the chat as we go into the breakout rooms for a few minutes consider the following questions.... How does your organization measure quality? </a:t>
            </a:r>
            <a:r>
              <a:rPr lang="en-US" dirty="0"/>
              <a:t>…......How do you as a middle manager/leader measure quality?............Do DSPs know how your organization measures quality?...... and how are the  quality measures metrics goals and outcomes shared........  Please choose a spokesperson and notetaker for each breakout to share the discussion when we come back together.... </a:t>
            </a:r>
            <a:endParaRPr lang="en-US" dirty="0">
              <a:ea typeface="Calibri"/>
              <a:cs typeface="Calibri"/>
            </a:endParaRPr>
          </a:p>
          <a:p>
            <a:endParaRPr lang="en-US" dirty="0"/>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B90D89B-D770-F648-BD56-FFC69AC3D72B}" type="slidenum">
              <a:rPr lang="en-US" smtClean="0"/>
              <a:t>13</a:t>
            </a:fld>
            <a:endParaRPr lang="en-US"/>
          </a:p>
        </p:txBody>
      </p:sp>
    </p:spTree>
    <p:extLst>
      <p:ext uri="{BB962C8B-B14F-4D97-AF65-F5344CB8AC3E}">
        <p14:creationId xmlns:p14="http://schemas.microsoft.com/office/powerpoint/2010/main" val="41681874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Bryn</a:t>
            </a:r>
          </a:p>
          <a:p>
            <a:endParaRPr lang="en-US" dirty="0">
              <a:ea typeface="Calibri"/>
              <a:cs typeface="Calibri"/>
            </a:endParaRPr>
          </a:p>
          <a:p>
            <a:r>
              <a:rPr lang="en-US" dirty="0">
                <a:ea typeface="Calibri"/>
                <a:cs typeface="Calibri"/>
              </a:rPr>
              <a:t>We want to move now to wrapping up the course with some </a:t>
            </a:r>
            <a:r>
              <a:rPr lang="en-US" dirty="0" err="1">
                <a:ea typeface="Calibri"/>
                <a:cs typeface="Calibri"/>
              </a:rPr>
              <a:t>takewawys</a:t>
            </a:r>
            <a:r>
              <a:rPr lang="en-US" dirty="0">
                <a:ea typeface="Calibri"/>
                <a:cs typeface="Calibri"/>
              </a:rPr>
              <a:t> from the months you have bee working through the online content.... Please share at least one positive piece you have taken from the course.....Something you've learned.....Something</a:t>
            </a:r>
            <a:r>
              <a:rPr lang="en-US" dirty="0"/>
              <a:t> you've accomplished ….Something you look forward to........Something you are going to work on or accomplish in the future.... or …. Anything else..... I will call out each organization....... Lets start with Phase....... Wabasha......... </a:t>
            </a:r>
            <a:r>
              <a:rPr lang="en-US" dirty="0" err="1"/>
              <a:t>Udac</a:t>
            </a:r>
            <a:r>
              <a:rPr lang="en-US" dirty="0"/>
              <a:t>....... ATHC....... MSS........Epic.......</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CB90D89B-D770-F648-BD56-FFC69AC3D72B}" type="slidenum">
              <a:rPr lang="en-US" smtClean="0"/>
              <a:t>14</a:t>
            </a:fld>
            <a:endParaRPr lang="en-US"/>
          </a:p>
        </p:txBody>
      </p:sp>
    </p:spTree>
    <p:extLst>
      <p:ext uri="{BB962C8B-B14F-4D97-AF65-F5344CB8AC3E}">
        <p14:creationId xmlns:p14="http://schemas.microsoft.com/office/powerpoint/2010/main" val="33795873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Bryn</a:t>
            </a:r>
          </a:p>
          <a:p>
            <a:endParaRPr lang="en-US" dirty="0">
              <a:ea typeface="Calibri"/>
              <a:cs typeface="Calibri"/>
            </a:endParaRPr>
          </a:p>
          <a:p>
            <a:r>
              <a:rPr lang="en-US">
                <a:ea typeface="Calibri"/>
                <a:cs typeface="Calibri"/>
              </a:rPr>
              <a:t>A few housekeeping things here for the course wrap-up.... first if you have any assignments still to complete...... we are really close to the end of the month..... all the assignments need to be completed ideally by the end of this week, but at the latest on Monday 6.30.2025..... If you are having issues with a particular grade or assignment reach out to your mentors and they can help you.... In the assignment, under "certificate of completion  you will need to complete the survey as well to finish the course..... We will need to submit grades by Monday so you can receive and access your certificate for the course.... Any questions there?.... </a:t>
            </a:r>
          </a:p>
        </p:txBody>
      </p:sp>
      <p:sp>
        <p:nvSpPr>
          <p:cNvPr id="4" name="Slide Number Placeholder 3"/>
          <p:cNvSpPr>
            <a:spLocks noGrp="1"/>
          </p:cNvSpPr>
          <p:nvPr>
            <p:ph type="sldNum" sz="quarter" idx="5"/>
          </p:nvPr>
        </p:nvSpPr>
        <p:spPr/>
        <p:txBody>
          <a:bodyPr/>
          <a:lstStyle/>
          <a:p>
            <a:fld id="{CB90D89B-D770-F648-BD56-FFC69AC3D72B}" type="slidenum">
              <a:rPr lang="en-US" smtClean="0"/>
              <a:t>15</a:t>
            </a:fld>
            <a:endParaRPr lang="en-US"/>
          </a:p>
        </p:txBody>
      </p:sp>
    </p:spTree>
    <p:extLst>
      <p:ext uri="{BB962C8B-B14F-4D97-AF65-F5344CB8AC3E}">
        <p14:creationId xmlns:p14="http://schemas.microsoft.com/office/powerpoint/2010/main" val="1653323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Open to all MTI team members</a:t>
            </a:r>
          </a:p>
        </p:txBody>
      </p:sp>
      <p:sp>
        <p:nvSpPr>
          <p:cNvPr id="4" name="Slide Number Placeholder 3"/>
          <p:cNvSpPr>
            <a:spLocks noGrp="1"/>
          </p:cNvSpPr>
          <p:nvPr>
            <p:ph type="sldNum" sz="quarter" idx="5"/>
          </p:nvPr>
        </p:nvSpPr>
        <p:spPr/>
        <p:txBody>
          <a:bodyPr/>
          <a:lstStyle/>
          <a:p>
            <a:fld id="{CB90D89B-D770-F648-BD56-FFC69AC3D72B}" type="slidenum">
              <a:rPr lang="en-US" smtClean="0"/>
              <a:t>16</a:t>
            </a:fld>
            <a:endParaRPr lang="en-US"/>
          </a:p>
        </p:txBody>
      </p:sp>
    </p:spTree>
    <p:extLst>
      <p:ext uri="{BB962C8B-B14F-4D97-AF65-F5344CB8AC3E}">
        <p14:creationId xmlns:p14="http://schemas.microsoft.com/office/powerpoint/2010/main" val="4479030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5E314-0EB5-3E76-CFBD-A36C1E83CC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8EB1ACD-C61F-E726-F786-8C194048F4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0DBE39-3656-7D9E-C1EF-EC75E7DD6E4B}"/>
              </a:ext>
            </a:extLst>
          </p:cNvPr>
          <p:cNvSpPr>
            <a:spLocks noGrp="1"/>
          </p:cNvSpPr>
          <p:nvPr>
            <p:ph type="dt" sz="half" idx="10"/>
          </p:nvPr>
        </p:nvSpPr>
        <p:spPr>
          <a:xfrm>
            <a:off x="838200" y="6356350"/>
            <a:ext cx="2743200" cy="365125"/>
          </a:xfrm>
          <a:prstGeom prst="rect">
            <a:avLst/>
          </a:prstGeom>
        </p:spPr>
        <p:txBody>
          <a:bodyPr/>
          <a:lstStyle/>
          <a:p>
            <a:fld id="{53BEF823-48A5-43FC-BE03-E79964288B41}" type="datetimeFigureOut">
              <a:rPr lang="en-US" smtClean="0"/>
              <a:t>2/26/2026</a:t>
            </a:fld>
            <a:endParaRPr lang="en-US"/>
          </a:p>
        </p:txBody>
      </p:sp>
      <p:sp>
        <p:nvSpPr>
          <p:cNvPr id="5" name="Footer Placeholder 4">
            <a:extLst>
              <a:ext uri="{FF2B5EF4-FFF2-40B4-BE49-F238E27FC236}">
                <a16:creationId xmlns:a16="http://schemas.microsoft.com/office/drawing/2014/main" id="{4B488711-D6E8-DEF8-17D8-0ADD3B2A36C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9EC744D-4C10-7EE7-4BE8-C10182DEA3A1}"/>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9" name="Picture 8">
            <a:extLst>
              <a:ext uri="{FF2B5EF4-FFF2-40B4-BE49-F238E27FC236}">
                <a16:creationId xmlns:a16="http://schemas.microsoft.com/office/drawing/2014/main" id="{FD436B64-CE55-59AA-7233-ADD26AB71569}"/>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2084286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D0760-CE73-55AD-3FC7-4901BE3A9B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0A4647-1574-BD61-3C55-60F25F7707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415779-CF89-6520-AED6-65D1FED84CD9}"/>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2/26/2026</a:t>
            </a:fld>
            <a:endParaRPr lang="en-US"/>
          </a:p>
        </p:txBody>
      </p:sp>
      <p:sp>
        <p:nvSpPr>
          <p:cNvPr id="5" name="Footer Placeholder 4">
            <a:extLst>
              <a:ext uri="{FF2B5EF4-FFF2-40B4-BE49-F238E27FC236}">
                <a16:creationId xmlns:a16="http://schemas.microsoft.com/office/drawing/2014/main" id="{D8F7731F-4BCB-5DE2-04D5-E2A9F0BEA132}"/>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6" name="Slide Number Placeholder 5">
            <a:extLst>
              <a:ext uri="{FF2B5EF4-FFF2-40B4-BE49-F238E27FC236}">
                <a16:creationId xmlns:a16="http://schemas.microsoft.com/office/drawing/2014/main" id="{1B5F5FA6-52FD-8AD6-05C7-3049208FD356}"/>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8" name="Picture 7">
            <a:extLst>
              <a:ext uri="{FF2B5EF4-FFF2-40B4-BE49-F238E27FC236}">
                <a16:creationId xmlns:a16="http://schemas.microsoft.com/office/drawing/2014/main" id="{4FA3F1FE-E984-3B20-D3C4-684441A4DA35}"/>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1852876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8B283-D171-269D-AFA1-55AB89B80A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BB1955-E1AB-A77F-DBFD-898BEB4529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261B299-70A6-CA15-C347-3EB470D3B4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3820BE5-B765-6B06-CC08-7BD62EE87899}"/>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2/26/2026</a:t>
            </a:fld>
            <a:endParaRPr lang="en-US"/>
          </a:p>
        </p:txBody>
      </p:sp>
      <p:sp>
        <p:nvSpPr>
          <p:cNvPr id="6" name="Footer Placeholder 5">
            <a:extLst>
              <a:ext uri="{FF2B5EF4-FFF2-40B4-BE49-F238E27FC236}">
                <a16:creationId xmlns:a16="http://schemas.microsoft.com/office/drawing/2014/main" id="{D1F78A8F-51E6-C89A-6F75-8D72461BC16E}"/>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7" name="Slide Number Placeholder 6">
            <a:extLst>
              <a:ext uri="{FF2B5EF4-FFF2-40B4-BE49-F238E27FC236}">
                <a16:creationId xmlns:a16="http://schemas.microsoft.com/office/drawing/2014/main" id="{35DA067F-7E9F-381F-9CB3-FD9A26CE3694}"/>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9" name="Picture 8">
            <a:extLst>
              <a:ext uri="{FF2B5EF4-FFF2-40B4-BE49-F238E27FC236}">
                <a16:creationId xmlns:a16="http://schemas.microsoft.com/office/drawing/2014/main" id="{10AF01B5-FD7D-7FA5-F805-0F2FCF274CA4}"/>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38805755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142C1-2CA8-4658-B998-00B9080E453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087D8B-1113-BD3E-6A7E-CD51D393E4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DA2535-4DC5-035D-6D67-4E4B015B08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B0A0E81-D1FE-9638-A58A-5A77911B39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D26EF0-A42C-04B6-F3B0-BCC3BB5CA6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05D005-8FF8-2F28-1C11-6832C7EF297A}"/>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2/26/2026</a:t>
            </a:fld>
            <a:endParaRPr lang="en-US"/>
          </a:p>
        </p:txBody>
      </p:sp>
      <p:sp>
        <p:nvSpPr>
          <p:cNvPr id="8" name="Footer Placeholder 7">
            <a:extLst>
              <a:ext uri="{FF2B5EF4-FFF2-40B4-BE49-F238E27FC236}">
                <a16:creationId xmlns:a16="http://schemas.microsoft.com/office/drawing/2014/main" id="{D8B206F2-2C43-E0D6-792F-3278C4675609}"/>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9" name="Slide Number Placeholder 8">
            <a:extLst>
              <a:ext uri="{FF2B5EF4-FFF2-40B4-BE49-F238E27FC236}">
                <a16:creationId xmlns:a16="http://schemas.microsoft.com/office/drawing/2014/main" id="{4D91EB66-DD42-CFCF-72C0-8C92190BF7D9}"/>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11" name="Picture 10">
            <a:extLst>
              <a:ext uri="{FF2B5EF4-FFF2-40B4-BE49-F238E27FC236}">
                <a16:creationId xmlns:a16="http://schemas.microsoft.com/office/drawing/2014/main" id="{E10B9CAD-EF0C-0CB2-EF81-E419B5DA9AA4}"/>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4149878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714D7-DFF2-676D-9EB5-488B525CFCB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971FE1C-BA44-F269-4382-C3B7EF89290A}"/>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2/26/2026</a:t>
            </a:fld>
            <a:endParaRPr lang="en-US"/>
          </a:p>
        </p:txBody>
      </p:sp>
      <p:sp>
        <p:nvSpPr>
          <p:cNvPr id="4" name="Footer Placeholder 3">
            <a:extLst>
              <a:ext uri="{FF2B5EF4-FFF2-40B4-BE49-F238E27FC236}">
                <a16:creationId xmlns:a16="http://schemas.microsoft.com/office/drawing/2014/main" id="{3E037DDA-E9D3-B6D3-ADCD-3FFA385AE25D}"/>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5" name="Slide Number Placeholder 4">
            <a:extLst>
              <a:ext uri="{FF2B5EF4-FFF2-40B4-BE49-F238E27FC236}">
                <a16:creationId xmlns:a16="http://schemas.microsoft.com/office/drawing/2014/main" id="{21F35C99-0411-5521-B1E8-B87886B048DA}"/>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7" name="Picture 6">
            <a:extLst>
              <a:ext uri="{FF2B5EF4-FFF2-40B4-BE49-F238E27FC236}">
                <a16:creationId xmlns:a16="http://schemas.microsoft.com/office/drawing/2014/main" id="{40FC3ED7-E7E5-D674-8A95-938E8800CA02}"/>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1638808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9"/>
        <p:cNvGrpSpPr/>
        <p:nvPr/>
      </p:nvGrpSpPr>
      <p:grpSpPr>
        <a:xfrm>
          <a:off x="0" y="0"/>
          <a:ext cx="0" cy="0"/>
          <a:chOff x="0" y="0"/>
          <a:chExt cx="0" cy="0"/>
        </a:xfrm>
      </p:grpSpPr>
      <p:sp>
        <p:nvSpPr>
          <p:cNvPr id="4" name="Rectangle 3">
            <a:extLst>
              <a:ext uri="{FF2B5EF4-FFF2-40B4-BE49-F238E27FC236}">
                <a16:creationId xmlns:a16="http://schemas.microsoft.com/office/drawing/2014/main" id="{C1DF4BD5-3B5F-635C-0AA7-D36104799185}"/>
              </a:ext>
            </a:extLst>
          </p:cNvPr>
          <p:cNvSpPr/>
          <p:nvPr/>
        </p:nvSpPr>
        <p:spPr>
          <a:xfrm>
            <a:off x="0" y="6223249"/>
            <a:ext cx="12192000" cy="6347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5"/>
          <p:cNvSpPr>
            <a:spLocks noGrp="1"/>
          </p:cNvSpPr>
          <p:nvPr>
            <p:ph type="body" sz="quarter" idx="10"/>
          </p:nvPr>
        </p:nvSpPr>
        <p:spPr>
          <a:xfrm>
            <a:off x="6324602" y="1054100"/>
            <a:ext cx="5562598" cy="4991100"/>
          </a:xfrm>
          <a:prstGeom prst="rect">
            <a:avLst/>
          </a:prstGeom>
        </p:spPr>
        <p:txBody>
          <a:bodyPr>
            <a:normAutofit/>
          </a:bodyPr>
          <a:lstStyle>
            <a:lvl1pPr marL="152396" indent="0">
              <a:spcAft>
                <a:spcPts val="400"/>
              </a:spcAft>
              <a:buFontTx/>
              <a:buNone/>
              <a:defRPr sz="2800">
                <a:latin typeface="Open Sans" panose="020B0606030504020204" pitchFamily="34" charset="0"/>
                <a:ea typeface="Open Sans" panose="020B0606030504020204" pitchFamily="34" charset="0"/>
                <a:cs typeface="Open Sans" panose="020B0606030504020204" pitchFamily="34" charset="0"/>
              </a:defRPr>
            </a:lvl1pPr>
            <a:lvl2pPr marL="685783" indent="-304792">
              <a:spcBef>
                <a:spcPts val="400"/>
              </a:spcBef>
              <a:spcAft>
                <a:spcPts val="400"/>
              </a:spcAft>
              <a:buFont typeface="Arial" charset="0"/>
              <a:buChar char="•"/>
              <a:tabLst/>
              <a:defRPr sz="2800">
                <a:latin typeface="Open Sans" panose="020B0606030504020204" pitchFamily="34" charset="0"/>
                <a:ea typeface="Open Sans" panose="020B0606030504020204" pitchFamily="34" charset="0"/>
                <a:cs typeface="Open Sans" panose="020B0606030504020204" pitchFamily="34" charset="0"/>
              </a:defRPr>
            </a:lvl2pPr>
            <a:lvl3pPr marL="1221287" indent="-383108">
              <a:spcBef>
                <a:spcPts val="400"/>
              </a:spcBef>
              <a:spcAft>
                <a:spcPts val="400"/>
              </a:spcAft>
              <a:tabLst/>
              <a:defRPr sz="2800">
                <a:latin typeface="Open Sans" panose="020B0606030504020204" pitchFamily="34" charset="0"/>
                <a:ea typeface="Open Sans" panose="020B0606030504020204" pitchFamily="34" charset="0"/>
                <a:cs typeface="Open Sans" panose="020B0606030504020204" pitchFamily="34" charset="0"/>
              </a:defRPr>
            </a:lvl3pPr>
            <a:lvl4pPr marL="1907070" indent="-380990">
              <a:spcBef>
                <a:spcPts val="400"/>
              </a:spcBef>
              <a:spcAft>
                <a:spcPts val="400"/>
              </a:spcAft>
              <a:buSzPct val="100000"/>
              <a:buFont typeface="ArialMT" charset="0"/>
              <a:buChar char="»"/>
              <a:tabLst/>
              <a:defRPr sz="2800">
                <a:latin typeface="Open Sans" panose="020B0606030504020204" pitchFamily="34" charset="0"/>
                <a:ea typeface="Open Sans" panose="020B0606030504020204" pitchFamily="34" charset="0"/>
                <a:cs typeface="Open Sans" panose="020B0606030504020204" pitchFamily="34" charset="0"/>
              </a:defRPr>
            </a:lvl4pPr>
            <a:lvl5pPr marL="2366374" indent="-306910">
              <a:spcBef>
                <a:spcPts val="400"/>
              </a:spcBef>
              <a:spcAft>
                <a:spcPts val="400"/>
              </a:spcAft>
              <a:tabLst/>
              <a:defRPr sz="28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5218FECC-B578-CFD9-C7B9-78F9177C1AD6}"/>
              </a:ext>
            </a:extLst>
          </p:cNvPr>
          <p:cNvSpPr>
            <a:spLocks noGrp="1"/>
          </p:cNvSpPr>
          <p:nvPr>
            <p:ph type="pic" sz="quarter" idx="11"/>
          </p:nvPr>
        </p:nvSpPr>
        <p:spPr>
          <a:xfrm>
            <a:off x="0" y="0"/>
            <a:ext cx="5867400" cy="6858000"/>
          </a:xfrm>
        </p:spPr>
        <p:txBody>
          <a:bodyPr/>
          <a:lstStyle/>
          <a:p>
            <a:r>
              <a:rPr lang="en-US"/>
              <a:t>Click icon to add picture</a:t>
            </a:r>
          </a:p>
        </p:txBody>
      </p:sp>
      <p:pic>
        <p:nvPicPr>
          <p:cNvPr id="3" name="Picture 2">
            <a:extLst>
              <a:ext uri="{FF2B5EF4-FFF2-40B4-BE49-F238E27FC236}">
                <a16:creationId xmlns:a16="http://schemas.microsoft.com/office/drawing/2014/main" id="{82A08CF5-3E9F-5B5E-9A0A-3DD222C949FF}"/>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1618796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block with full picture block on left">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B46D7986-4560-C024-D635-6E64368AD44A}"/>
              </a:ext>
            </a:extLst>
          </p:cNvPr>
          <p:cNvSpPr>
            <a:spLocks noGrp="1" noChangeAspect="1"/>
          </p:cNvSpPr>
          <p:nvPr>
            <p:ph type="pic" sz="quarter" idx="20"/>
          </p:nvPr>
        </p:nvSpPr>
        <p:spPr>
          <a:xfrm>
            <a:off x="0" y="0"/>
            <a:ext cx="6769419" cy="6858000"/>
          </a:xfrm>
          <a:noFill/>
        </p:spPr>
        <p:txBody>
          <a:bodyPr anchor="ctr" anchorCtr="0">
            <a:normAutofit/>
          </a:bodyPr>
          <a:lstStyle/>
          <a:p>
            <a:r>
              <a:rPr lang="en-US"/>
              <a:t>Click icon to add picture</a:t>
            </a:r>
          </a:p>
        </p:txBody>
      </p:sp>
      <p:sp>
        <p:nvSpPr>
          <p:cNvPr id="6" name="Text Placeholder 2">
            <a:extLst>
              <a:ext uri="{FF2B5EF4-FFF2-40B4-BE49-F238E27FC236}">
                <a16:creationId xmlns:a16="http://schemas.microsoft.com/office/drawing/2014/main" id="{740D7550-10B8-25C8-F5EB-1B7A2C19650F}"/>
              </a:ext>
            </a:extLst>
          </p:cNvPr>
          <p:cNvSpPr>
            <a:spLocks noGrp="1"/>
          </p:cNvSpPr>
          <p:nvPr>
            <p:ph type="body" idx="21"/>
          </p:nvPr>
        </p:nvSpPr>
        <p:spPr>
          <a:xfrm>
            <a:off x="7412547" y="5369794"/>
            <a:ext cx="4182046" cy="392922"/>
          </a:xfrm>
          <a:noFill/>
        </p:spPr>
        <p:txBody>
          <a:bodyPr lIns="0" tIns="0" rIns="0" bIns="0" anchor="ctr">
            <a:normAutofit/>
          </a:bodyPr>
          <a:lstStyle>
            <a:lvl1pPr marL="0" indent="0">
              <a:buNone/>
              <a:defRPr sz="120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D52E4ACD-E01C-7699-66CF-79924E9F2A08}"/>
              </a:ext>
            </a:extLst>
          </p:cNvPr>
          <p:cNvSpPr>
            <a:spLocks noGrp="1"/>
          </p:cNvSpPr>
          <p:nvPr>
            <p:ph type="title"/>
          </p:nvPr>
        </p:nvSpPr>
        <p:spPr>
          <a:xfrm>
            <a:off x="7412547" y="1704848"/>
            <a:ext cx="4182046" cy="2743200"/>
          </a:xfrm>
        </p:spPr>
        <p:txBody>
          <a:bodyPr>
            <a:normAutofit/>
          </a:bodyPr>
          <a:lstStyle>
            <a:lvl1pPr>
              <a:defRPr sz="3600"/>
            </a:lvl1pPr>
          </a:lstStyle>
          <a:p>
            <a:r>
              <a:rPr lang="en-US"/>
              <a:t>Click to edit Master title style</a:t>
            </a:r>
            <a:endParaRPr lang="en-US" dirty="0"/>
          </a:p>
        </p:txBody>
      </p:sp>
      <p:sp>
        <p:nvSpPr>
          <p:cNvPr id="5" name="Rectangle 4">
            <a:extLst>
              <a:ext uri="{FF2B5EF4-FFF2-40B4-BE49-F238E27FC236}">
                <a16:creationId xmlns:a16="http://schemas.microsoft.com/office/drawing/2014/main" id="{7F06C1AB-C470-CFA3-1ED7-BAA644D97CA8}"/>
              </a:ext>
            </a:extLst>
          </p:cNvPr>
          <p:cNvSpPr/>
          <p:nvPr/>
        </p:nvSpPr>
        <p:spPr>
          <a:xfrm>
            <a:off x="0" y="6223249"/>
            <a:ext cx="12192000" cy="6347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10BF51F5-5533-CA7C-BA9E-F558F439A06A}"/>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421691645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4E3335-324B-6B97-7E89-94C4DE7E5BB3}"/>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2/26/2026</a:t>
            </a:fld>
            <a:endParaRPr lang="en-US"/>
          </a:p>
        </p:txBody>
      </p:sp>
      <p:sp>
        <p:nvSpPr>
          <p:cNvPr id="3" name="Footer Placeholder 2">
            <a:extLst>
              <a:ext uri="{FF2B5EF4-FFF2-40B4-BE49-F238E27FC236}">
                <a16:creationId xmlns:a16="http://schemas.microsoft.com/office/drawing/2014/main" id="{99727ED7-07D8-DDBA-5FE7-3E011B76B51B}"/>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4" name="Slide Number Placeholder 3">
            <a:extLst>
              <a:ext uri="{FF2B5EF4-FFF2-40B4-BE49-F238E27FC236}">
                <a16:creationId xmlns:a16="http://schemas.microsoft.com/office/drawing/2014/main" id="{A68C0E7F-DE0B-8714-3E58-F9A778E21F2D}"/>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2688370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0BC05-3EE9-18C6-69F1-8618A4CFCB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A92E1D-D6F3-3C94-94AA-004EB8B24F3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E8801C-5159-EF96-1B67-30FCF4CF1B3A}"/>
              </a:ext>
            </a:extLst>
          </p:cNvPr>
          <p:cNvSpPr>
            <a:spLocks noGrp="1"/>
          </p:cNvSpPr>
          <p:nvPr>
            <p:ph type="dt" sz="half" idx="10"/>
          </p:nvPr>
        </p:nvSpPr>
        <p:spPr>
          <a:xfrm>
            <a:off x="838200" y="6356350"/>
            <a:ext cx="2743200" cy="365125"/>
          </a:xfrm>
          <a:prstGeom prst="rect">
            <a:avLst/>
          </a:prstGeom>
        </p:spPr>
        <p:txBody>
          <a:bodyPr/>
          <a:lstStyle/>
          <a:p>
            <a:pPr>
              <a:defRPr/>
            </a:pPr>
            <a:fld id="{C84F54DC-3EC3-43B7-A330-47B5B8BF08D2}" type="datetime1">
              <a:rPr lang="en-US" smtClean="0"/>
              <a:pPr>
                <a:defRPr/>
              </a:pPr>
              <a:t>2/26/2026</a:t>
            </a:fld>
            <a:endParaRPr lang="en-US"/>
          </a:p>
        </p:txBody>
      </p:sp>
      <p:sp>
        <p:nvSpPr>
          <p:cNvPr id="5" name="Footer Placeholder 4">
            <a:extLst>
              <a:ext uri="{FF2B5EF4-FFF2-40B4-BE49-F238E27FC236}">
                <a16:creationId xmlns:a16="http://schemas.microsoft.com/office/drawing/2014/main" id="{E9970B42-E5C3-C716-DE05-B27035B93B11}"/>
              </a:ext>
            </a:extLst>
          </p:cNvPr>
          <p:cNvSpPr>
            <a:spLocks noGrp="1"/>
          </p:cNvSpPr>
          <p:nvPr>
            <p:ph type="ftr" sz="quarter" idx="11"/>
          </p:nvPr>
        </p:nvSpPr>
        <p:spPr>
          <a:xfrm>
            <a:off x="4038600" y="6356350"/>
            <a:ext cx="4114800" cy="365125"/>
          </a:xfrm>
          <a:prstGeom prst="rect">
            <a:avLst/>
          </a:prstGeom>
        </p:spPr>
        <p:txBody>
          <a:bodyPr/>
          <a:lstStyle/>
          <a:p>
            <a:pPr>
              <a:defRPr/>
            </a:pPr>
            <a:endParaRPr lang="en-US"/>
          </a:p>
        </p:txBody>
      </p:sp>
      <p:sp>
        <p:nvSpPr>
          <p:cNvPr id="6" name="Slide Number Placeholder 5">
            <a:extLst>
              <a:ext uri="{FF2B5EF4-FFF2-40B4-BE49-F238E27FC236}">
                <a16:creationId xmlns:a16="http://schemas.microsoft.com/office/drawing/2014/main" id="{10537C52-DDB0-E9D2-D508-1D042C3B8944}"/>
              </a:ext>
            </a:extLst>
          </p:cNvPr>
          <p:cNvSpPr>
            <a:spLocks noGrp="1"/>
          </p:cNvSpPr>
          <p:nvPr>
            <p:ph type="sldNum" sz="quarter" idx="12"/>
          </p:nvPr>
        </p:nvSpPr>
        <p:spPr>
          <a:xfrm>
            <a:off x="8610600" y="6356350"/>
            <a:ext cx="2743200" cy="365125"/>
          </a:xfrm>
          <a:prstGeom prst="rect">
            <a:avLst/>
          </a:prstGeom>
        </p:spPr>
        <p:txBody>
          <a:bodyPr/>
          <a:lstStyle/>
          <a:p>
            <a:pPr>
              <a:defRPr/>
            </a:pPr>
            <a:fld id="{1C3F3DB4-4F1F-49A5-A547-7D832AE3D1F8}" type="slidenum">
              <a:rPr lang="en-US" smtClean="0"/>
              <a:pPr>
                <a:defRPr/>
              </a:pPr>
              <a:t>‹#›</a:t>
            </a:fld>
            <a:endParaRPr lang="en-US"/>
          </a:p>
        </p:txBody>
      </p:sp>
      <p:pic>
        <p:nvPicPr>
          <p:cNvPr id="7" name="Picture 6" descr="A yellow and white background&#10;&#10;AI-generated content may be incorrect.">
            <a:extLst>
              <a:ext uri="{FF2B5EF4-FFF2-40B4-BE49-F238E27FC236}">
                <a16:creationId xmlns:a16="http://schemas.microsoft.com/office/drawing/2014/main" id="{18580108-B377-73C3-CA9A-C348C4FF55B7}"/>
              </a:ext>
            </a:extLst>
          </p:cNvPr>
          <p:cNvPicPr>
            <a:picLocks noChangeAspect="1"/>
          </p:cNvPicPr>
          <p:nvPr/>
        </p:nvPicPr>
        <p:blipFill>
          <a:blip r:embed="rId2"/>
          <a:stretch>
            <a:fillRect/>
          </a:stretch>
        </p:blipFill>
        <p:spPr>
          <a:xfrm>
            <a:off x="0" y="0"/>
            <a:ext cx="12561797" cy="7083719"/>
          </a:xfrm>
          <a:prstGeom prst="rect">
            <a:avLst/>
          </a:prstGeom>
        </p:spPr>
      </p:pic>
      <p:pic>
        <p:nvPicPr>
          <p:cNvPr id="10" name="Picture 9" descr="A black background with red text&#10;&#10;AI-generated content may be incorrect.">
            <a:extLst>
              <a:ext uri="{FF2B5EF4-FFF2-40B4-BE49-F238E27FC236}">
                <a16:creationId xmlns:a16="http://schemas.microsoft.com/office/drawing/2014/main" id="{38812962-0CCC-177F-8D45-267E8A4E271C}"/>
              </a:ext>
            </a:extLst>
          </p:cNvPr>
          <p:cNvPicPr>
            <a:picLocks noChangeAspect="1"/>
          </p:cNvPicPr>
          <p:nvPr/>
        </p:nvPicPr>
        <p:blipFill>
          <a:blip r:embed="rId3"/>
          <a:stretch>
            <a:fillRect/>
          </a:stretch>
        </p:blipFill>
        <p:spPr>
          <a:xfrm>
            <a:off x="9350829" y="431130"/>
            <a:ext cx="2612571" cy="1293923"/>
          </a:xfrm>
          <a:prstGeom prst="rect">
            <a:avLst/>
          </a:prstGeom>
        </p:spPr>
      </p:pic>
    </p:spTree>
    <p:extLst>
      <p:ext uri="{BB962C8B-B14F-4D97-AF65-F5344CB8AC3E}">
        <p14:creationId xmlns:p14="http://schemas.microsoft.com/office/powerpoint/2010/main" val="178965665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4E3335-324B-6B97-7E89-94C4DE7E5BB3}"/>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2/26/2026</a:t>
            </a:fld>
            <a:endParaRPr lang="en-US"/>
          </a:p>
        </p:txBody>
      </p:sp>
      <p:sp>
        <p:nvSpPr>
          <p:cNvPr id="3" name="Footer Placeholder 2">
            <a:extLst>
              <a:ext uri="{FF2B5EF4-FFF2-40B4-BE49-F238E27FC236}">
                <a16:creationId xmlns:a16="http://schemas.microsoft.com/office/drawing/2014/main" id="{99727ED7-07D8-DDBA-5FE7-3E011B76B51B}"/>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4" name="Slide Number Placeholder 3">
            <a:extLst>
              <a:ext uri="{FF2B5EF4-FFF2-40B4-BE49-F238E27FC236}">
                <a16:creationId xmlns:a16="http://schemas.microsoft.com/office/drawing/2014/main" id="{A68C0E7F-DE0B-8714-3E58-F9A778E21F2D}"/>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5" name="Picture 4" descr="A yellow and white background&#10;&#10;AI-generated content may be incorrect.">
            <a:extLst>
              <a:ext uri="{FF2B5EF4-FFF2-40B4-BE49-F238E27FC236}">
                <a16:creationId xmlns:a16="http://schemas.microsoft.com/office/drawing/2014/main" id="{01ED2E54-91CD-5365-043C-99B4BB4C83E8}"/>
              </a:ext>
            </a:extLst>
          </p:cNvPr>
          <p:cNvPicPr>
            <a:picLocks noChangeAspect="1"/>
          </p:cNvPicPr>
          <p:nvPr/>
        </p:nvPicPr>
        <p:blipFill>
          <a:blip r:embed="rId2"/>
          <a:srcRect l="9035" t="59729" r="6889"/>
          <a:stretch>
            <a:fillRect/>
          </a:stretch>
        </p:blipFill>
        <p:spPr>
          <a:xfrm rot="21168264">
            <a:off x="-427716" y="-1051066"/>
            <a:ext cx="12635069" cy="3412839"/>
          </a:xfrm>
          <a:prstGeom prst="rect">
            <a:avLst/>
          </a:prstGeom>
        </p:spPr>
      </p:pic>
      <p:pic>
        <p:nvPicPr>
          <p:cNvPr id="6" name="Picture 5" descr="A yellow and white background&#10;&#10;AI-generated content may be incorrect.">
            <a:extLst>
              <a:ext uri="{FF2B5EF4-FFF2-40B4-BE49-F238E27FC236}">
                <a16:creationId xmlns:a16="http://schemas.microsoft.com/office/drawing/2014/main" id="{A7F3C620-552E-4C67-9582-5FAEA956CADD}"/>
              </a:ext>
            </a:extLst>
          </p:cNvPr>
          <p:cNvPicPr>
            <a:picLocks noChangeAspect="1"/>
          </p:cNvPicPr>
          <p:nvPr/>
        </p:nvPicPr>
        <p:blipFill>
          <a:blip r:embed="rId2"/>
          <a:srcRect l="5033" r="10548" b="71670"/>
          <a:stretch>
            <a:fillRect/>
          </a:stretch>
        </p:blipFill>
        <p:spPr>
          <a:xfrm rot="21168264">
            <a:off x="-137042" y="5341669"/>
            <a:ext cx="12686758" cy="2400824"/>
          </a:xfrm>
          <a:prstGeom prst="rect">
            <a:avLst/>
          </a:prstGeom>
        </p:spPr>
      </p:pic>
    </p:spTree>
    <p:extLst>
      <p:ext uri="{BB962C8B-B14F-4D97-AF65-F5344CB8AC3E}">
        <p14:creationId xmlns:p14="http://schemas.microsoft.com/office/powerpoint/2010/main" val="3614822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C7ADF6-9144-80FF-84E0-FDE269AB31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9647F33-37B0-2FA6-07B7-026A1DE562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47641386"/>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Lst>
  <p:txStyles>
    <p:titleStyle>
      <a:lvl1pPr algn="l" defTabSz="914400" rtl="0" eaLnBrk="1" latinLnBrk="0" hangingPunct="1">
        <a:lnSpc>
          <a:spcPct val="90000"/>
        </a:lnSpc>
        <a:spcBef>
          <a:spcPct val="0"/>
        </a:spcBef>
        <a:buNone/>
        <a:defRPr sz="44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9.jpeg"/><Relationship Id="rId7" Type="http://schemas.openxmlformats.org/officeDocument/2006/relationships/diagramColors" Target="../diagrams/colors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ack background with red text&#10;&#10;AI-generated content may be incorrect.">
            <a:extLst>
              <a:ext uri="{FF2B5EF4-FFF2-40B4-BE49-F238E27FC236}">
                <a16:creationId xmlns:a16="http://schemas.microsoft.com/office/drawing/2014/main" id="{84C054D1-6A39-3B31-1848-277A1036D3D9}"/>
              </a:ext>
            </a:extLst>
          </p:cNvPr>
          <p:cNvPicPr>
            <a:picLocks noChangeAspect="1"/>
          </p:cNvPicPr>
          <p:nvPr/>
        </p:nvPicPr>
        <p:blipFill>
          <a:blip r:embed="rId2"/>
          <a:stretch>
            <a:fillRect/>
          </a:stretch>
        </p:blipFill>
        <p:spPr>
          <a:xfrm>
            <a:off x="2971798" y="1658083"/>
            <a:ext cx="7151345" cy="3541833"/>
          </a:xfrm>
          <a:prstGeom prst="rect">
            <a:avLst/>
          </a:prstGeom>
        </p:spPr>
      </p:pic>
      <p:pic>
        <p:nvPicPr>
          <p:cNvPr id="9" name="Picture 8">
            <a:extLst>
              <a:ext uri="{FF2B5EF4-FFF2-40B4-BE49-F238E27FC236}">
                <a16:creationId xmlns:a16="http://schemas.microsoft.com/office/drawing/2014/main" id="{099E605A-0F17-6924-B586-B1171892851A}"/>
              </a:ext>
            </a:extLst>
          </p:cNvPr>
          <p:cNvPicPr>
            <a:picLocks noChangeAspect="1"/>
          </p:cNvPicPr>
          <p:nvPr/>
        </p:nvPicPr>
        <p:blipFill>
          <a:blip r:embed="rId3"/>
          <a:stretch>
            <a:fillRect/>
          </a:stretch>
        </p:blipFill>
        <p:spPr>
          <a:xfrm>
            <a:off x="6096000" y="3429000"/>
            <a:ext cx="0" cy="0"/>
          </a:xfrm>
          <a:prstGeom prst="rect">
            <a:avLst/>
          </a:prstGeom>
        </p:spPr>
      </p:pic>
    </p:spTree>
    <p:extLst>
      <p:ext uri="{BB962C8B-B14F-4D97-AF65-F5344CB8AC3E}">
        <p14:creationId xmlns:p14="http://schemas.microsoft.com/office/powerpoint/2010/main" val="3377308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93CBFB7-B18A-96C3-A257-3C717DEA0624}"/>
              </a:ext>
            </a:extLst>
          </p:cNvPr>
          <p:cNvSpPr>
            <a:spLocks noGrp="1"/>
          </p:cNvSpPr>
          <p:nvPr>
            <p:ph type="body" idx="1"/>
          </p:nvPr>
        </p:nvSpPr>
        <p:spPr>
          <a:xfrm>
            <a:off x="655051" y="3506022"/>
            <a:ext cx="10515600" cy="678132"/>
          </a:xfrm>
        </p:spPr>
        <p:txBody>
          <a:bodyPr/>
          <a:lstStyle/>
          <a:p>
            <a:r>
              <a:rPr lang="en-US" dirty="0">
                <a:solidFill>
                  <a:schemeClr val="tx1"/>
                </a:solidFill>
              </a:rPr>
              <a:t>Date here</a:t>
            </a:r>
          </a:p>
        </p:txBody>
      </p:sp>
      <p:sp>
        <p:nvSpPr>
          <p:cNvPr id="4" name="Text Placeholder 2">
            <a:extLst>
              <a:ext uri="{FF2B5EF4-FFF2-40B4-BE49-F238E27FC236}">
                <a16:creationId xmlns:a16="http://schemas.microsoft.com/office/drawing/2014/main" id="{B309A65F-16C4-90CC-E0A2-EF88A2B28B1A}"/>
              </a:ext>
            </a:extLst>
          </p:cNvPr>
          <p:cNvSpPr txBox="1">
            <a:spLocks/>
          </p:cNvSpPr>
          <p:nvPr/>
        </p:nvSpPr>
        <p:spPr>
          <a:xfrm>
            <a:off x="831850" y="5345972"/>
            <a:ext cx="3220197" cy="678132"/>
          </a:xfrm>
          <a:prstGeom prst="rect">
            <a:avLst/>
          </a:prstGeom>
        </p:spPr>
        <p:txBody>
          <a:bodyPr vert="horz" lIns="91440" tIns="45720" rIns="91440" bIns="45720" rtlCol="0">
            <a:normAutofit fontScale="8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Presenter</a:t>
            </a:r>
          </a:p>
          <a:p>
            <a:r>
              <a:rPr lang="en-US" dirty="0">
                <a:solidFill>
                  <a:schemeClr val="tx1"/>
                </a:solidFill>
              </a:rPr>
              <a:t>Credentials/organization</a:t>
            </a:r>
          </a:p>
        </p:txBody>
      </p:sp>
      <p:sp>
        <p:nvSpPr>
          <p:cNvPr id="5" name="Text Placeholder 2">
            <a:extLst>
              <a:ext uri="{FF2B5EF4-FFF2-40B4-BE49-F238E27FC236}">
                <a16:creationId xmlns:a16="http://schemas.microsoft.com/office/drawing/2014/main" id="{6C9D6D19-0207-1B29-292F-2A4D74B97A77}"/>
              </a:ext>
            </a:extLst>
          </p:cNvPr>
          <p:cNvSpPr txBox="1">
            <a:spLocks/>
          </p:cNvSpPr>
          <p:nvPr/>
        </p:nvSpPr>
        <p:spPr>
          <a:xfrm>
            <a:off x="4286290" y="5336451"/>
            <a:ext cx="3220197" cy="678132"/>
          </a:xfrm>
          <a:prstGeom prst="rect">
            <a:avLst/>
          </a:prstGeom>
        </p:spPr>
        <p:txBody>
          <a:bodyPr vert="horz" lIns="91440" tIns="45720" rIns="91440" bIns="45720" rtlCol="0">
            <a:normAutofit fontScale="8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Presenter</a:t>
            </a:r>
          </a:p>
          <a:p>
            <a:r>
              <a:rPr lang="en-US" dirty="0">
                <a:solidFill>
                  <a:schemeClr val="tx1"/>
                </a:solidFill>
              </a:rPr>
              <a:t>Credentials/organization</a:t>
            </a:r>
          </a:p>
        </p:txBody>
      </p:sp>
      <p:sp>
        <p:nvSpPr>
          <p:cNvPr id="6" name="Text Placeholder 2">
            <a:extLst>
              <a:ext uri="{FF2B5EF4-FFF2-40B4-BE49-F238E27FC236}">
                <a16:creationId xmlns:a16="http://schemas.microsoft.com/office/drawing/2014/main" id="{3F63ADB6-E5E4-C942-3F69-B79EE8B9C653}"/>
              </a:ext>
            </a:extLst>
          </p:cNvPr>
          <p:cNvSpPr txBox="1">
            <a:spLocks/>
          </p:cNvSpPr>
          <p:nvPr/>
        </p:nvSpPr>
        <p:spPr>
          <a:xfrm>
            <a:off x="7740730" y="5336451"/>
            <a:ext cx="3220197" cy="678132"/>
          </a:xfrm>
          <a:prstGeom prst="rect">
            <a:avLst/>
          </a:prstGeom>
        </p:spPr>
        <p:txBody>
          <a:bodyPr vert="horz" lIns="91440" tIns="45720" rIns="91440" bIns="45720" rtlCol="0">
            <a:normAutofit fontScale="8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Presenter</a:t>
            </a:r>
          </a:p>
          <a:p>
            <a:r>
              <a:rPr lang="en-US" dirty="0">
                <a:solidFill>
                  <a:schemeClr val="tx1"/>
                </a:solidFill>
              </a:rPr>
              <a:t>Credentials/organization</a:t>
            </a:r>
          </a:p>
        </p:txBody>
      </p:sp>
      <p:sp>
        <p:nvSpPr>
          <p:cNvPr id="7" name="Title 1">
            <a:extLst>
              <a:ext uri="{FF2B5EF4-FFF2-40B4-BE49-F238E27FC236}">
                <a16:creationId xmlns:a16="http://schemas.microsoft.com/office/drawing/2014/main" id="{6592C112-348A-326F-BB17-D5A6AB05B11B}"/>
              </a:ext>
            </a:extLst>
          </p:cNvPr>
          <p:cNvSpPr txBox="1">
            <a:spLocks/>
          </p:cNvSpPr>
          <p:nvPr/>
        </p:nvSpPr>
        <p:spPr>
          <a:xfrm>
            <a:off x="655051" y="1430546"/>
            <a:ext cx="10705099" cy="192143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4400" b="1" dirty="0"/>
              <a:t>Leadership Essentials  for Middle Managers: Guiding Change from Within</a:t>
            </a:r>
            <a:endParaRPr lang="en-US" sz="4400" b="1" i="1" dirty="0"/>
          </a:p>
        </p:txBody>
      </p:sp>
      <p:sp>
        <p:nvSpPr>
          <p:cNvPr id="10" name="TextBox 9">
            <a:extLst>
              <a:ext uri="{FF2B5EF4-FFF2-40B4-BE49-F238E27FC236}">
                <a16:creationId xmlns:a16="http://schemas.microsoft.com/office/drawing/2014/main" id="{8D7C877A-D648-F035-71A4-491CFD58E7D7}"/>
              </a:ext>
            </a:extLst>
          </p:cNvPr>
          <p:cNvSpPr txBox="1"/>
          <p:nvPr/>
        </p:nvSpPr>
        <p:spPr>
          <a:xfrm>
            <a:off x="831850" y="4184154"/>
            <a:ext cx="10257523" cy="1077218"/>
          </a:xfrm>
          <a:prstGeom prst="rect">
            <a:avLst/>
          </a:prstGeom>
          <a:noFill/>
        </p:spPr>
        <p:txBody>
          <a:bodyPr wrap="square" lIns="91440" tIns="45720" rIns="91440" bIns="45720" rtlCol="0" anchor="t">
            <a:spAutoFit/>
          </a:bodyPr>
          <a:lstStyle/>
          <a:p>
            <a:r>
              <a:rPr lang="en-US" sz="3200" i="1" dirty="0"/>
              <a:t>Module #8 Creating Systems for Quality Improvement</a:t>
            </a:r>
            <a:endParaRPr lang="en-US" sz="3200" dirty="0"/>
          </a:p>
          <a:p>
            <a:endParaRPr lang="en-US" sz="3200" i="1" dirty="0">
              <a:ea typeface="Calibri"/>
              <a:cs typeface="Calibri"/>
            </a:endParaRPr>
          </a:p>
        </p:txBody>
      </p:sp>
    </p:spTree>
    <p:extLst>
      <p:ext uri="{BB962C8B-B14F-4D97-AF65-F5344CB8AC3E}">
        <p14:creationId xmlns:p14="http://schemas.microsoft.com/office/powerpoint/2010/main" val="1028640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0A93E-20D7-971A-D825-36C684ADB1E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36CBF90-796B-27AA-EC84-3FB35AC1B542}"/>
              </a:ext>
            </a:extLst>
          </p:cNvPr>
          <p:cNvSpPr>
            <a:spLocks noGrp="1"/>
          </p:cNvSpPr>
          <p:nvPr>
            <p:ph type="body" sz="quarter" idx="10"/>
          </p:nvPr>
        </p:nvSpPr>
        <p:spPr>
          <a:xfrm>
            <a:off x="1571789" y="3068879"/>
            <a:ext cx="9062631" cy="2459711"/>
          </a:xfrm>
        </p:spPr>
        <p:txBody>
          <a:bodyPr vert="horz" lIns="91440" tIns="45720" rIns="91440" bIns="45720" rtlCol="0" anchor="t">
            <a:normAutofit/>
          </a:bodyPr>
          <a:lstStyle/>
          <a:p>
            <a:pPr marL="151765" algn="ctr"/>
            <a:r>
              <a:rPr lang="en-US" sz="3200" dirty="0">
                <a:solidFill>
                  <a:srgbClr val="242424"/>
                </a:solidFill>
                <a:highlight>
                  <a:srgbClr val="FFFFFF"/>
                </a:highlight>
                <a:latin typeface="Aptos Narrow"/>
                <a:ea typeface="Open Sans"/>
                <a:cs typeface="Open Sans"/>
              </a:rPr>
              <a:t>MTI works with partners across Minnesota’s employment systems to build capacity, improve and align systems, and implement practices to set competitive integrated employment as the standard for Minnesotans with disabilities.</a:t>
            </a:r>
            <a:endParaRPr lang="en-US" sz="3200" dirty="0">
              <a:ea typeface="Open Sans"/>
              <a:cs typeface="Open Sans"/>
            </a:endParaRPr>
          </a:p>
        </p:txBody>
      </p:sp>
      <p:pic>
        <p:nvPicPr>
          <p:cNvPr id="10" name="Picture 9" descr="Logo&#10;&#10;Description automatically generated with medium confidence">
            <a:extLst>
              <a:ext uri="{FF2B5EF4-FFF2-40B4-BE49-F238E27FC236}">
                <a16:creationId xmlns:a16="http://schemas.microsoft.com/office/drawing/2014/main" id="{D4850765-DC48-3E67-5C2F-2A07EEB9C74A}"/>
              </a:ext>
            </a:extLst>
          </p:cNvPr>
          <p:cNvPicPr>
            <a:picLocks noChangeAspect="1"/>
          </p:cNvPicPr>
          <p:nvPr/>
        </p:nvPicPr>
        <p:blipFill>
          <a:blip r:embed="rId2"/>
          <a:stretch>
            <a:fillRect/>
          </a:stretch>
        </p:blipFill>
        <p:spPr>
          <a:xfrm>
            <a:off x="4164121" y="829678"/>
            <a:ext cx="3865301" cy="1861497"/>
          </a:xfrm>
          <a:prstGeom prst="rect">
            <a:avLst/>
          </a:prstGeom>
        </p:spPr>
      </p:pic>
      <p:sp>
        <p:nvSpPr>
          <p:cNvPr id="11" name="Rectangle: Rounded Corners 10">
            <a:extLst>
              <a:ext uri="{FF2B5EF4-FFF2-40B4-BE49-F238E27FC236}">
                <a16:creationId xmlns:a16="http://schemas.microsoft.com/office/drawing/2014/main" id="{0FF77FCB-1474-6C70-C333-B31345E9E125}"/>
              </a:ext>
            </a:extLst>
          </p:cNvPr>
          <p:cNvSpPr/>
          <p:nvPr/>
        </p:nvSpPr>
        <p:spPr>
          <a:xfrm>
            <a:off x="1200478" y="426674"/>
            <a:ext cx="9813903" cy="5529921"/>
          </a:xfrm>
          <a:prstGeom prst="round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7333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5" name="TextBox 1">
            <a:extLst>
              <a:ext uri="{FF2B5EF4-FFF2-40B4-BE49-F238E27FC236}">
                <a16:creationId xmlns:a16="http://schemas.microsoft.com/office/drawing/2014/main" id="{C54E6779-BD8C-0D69-C859-FBE329E8E760}"/>
              </a:ext>
            </a:extLst>
          </p:cNvPr>
          <p:cNvGraphicFramePr/>
          <p:nvPr/>
        </p:nvGraphicFramePr>
        <p:xfrm>
          <a:off x="717331" y="1066597"/>
          <a:ext cx="10657490" cy="51645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6" name="Arrow: Left 45">
            <a:extLst>
              <a:ext uri="{FF2B5EF4-FFF2-40B4-BE49-F238E27FC236}">
                <a16:creationId xmlns:a16="http://schemas.microsoft.com/office/drawing/2014/main" id="{B0C558F9-150E-2071-5D9F-12C73E91969B}"/>
              </a:ext>
            </a:extLst>
          </p:cNvPr>
          <p:cNvSpPr/>
          <p:nvPr/>
        </p:nvSpPr>
        <p:spPr>
          <a:xfrm>
            <a:off x="9544334" y="5617921"/>
            <a:ext cx="2091624" cy="61439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b="1">
                <a:ea typeface="Calibri"/>
                <a:cs typeface="Calibri"/>
              </a:rPr>
              <a:t>We are here!</a:t>
            </a:r>
          </a:p>
        </p:txBody>
      </p:sp>
    </p:spTree>
    <p:extLst>
      <p:ext uri="{BB962C8B-B14F-4D97-AF65-F5344CB8AC3E}">
        <p14:creationId xmlns:p14="http://schemas.microsoft.com/office/powerpoint/2010/main" val="37739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4277D-B06B-8641-88EE-0E42FB9102CE}"/>
              </a:ext>
            </a:extLst>
          </p:cNvPr>
          <p:cNvSpPr>
            <a:spLocks noGrp="1"/>
          </p:cNvSpPr>
          <p:nvPr>
            <p:ph type="title"/>
          </p:nvPr>
        </p:nvSpPr>
        <p:spPr>
          <a:xfrm>
            <a:off x="758952" y="420625"/>
            <a:ext cx="10667998" cy="1326814"/>
          </a:xfrm>
        </p:spPr>
        <p:txBody>
          <a:bodyPr anchor="ctr">
            <a:normAutofit/>
          </a:bodyPr>
          <a:lstStyle/>
          <a:p>
            <a:r>
              <a:rPr lang="en-US">
                <a:solidFill>
                  <a:schemeClr val="bg1"/>
                </a:solidFill>
              </a:rPr>
              <a:t>Learning Objectives</a:t>
            </a:r>
          </a:p>
        </p:txBody>
      </p:sp>
      <p:sp>
        <p:nvSpPr>
          <p:cNvPr id="3" name="TextBox 2">
            <a:extLst>
              <a:ext uri="{FF2B5EF4-FFF2-40B4-BE49-F238E27FC236}">
                <a16:creationId xmlns:a16="http://schemas.microsoft.com/office/drawing/2014/main" id="{1A259715-785F-47EC-65FA-167F4E90F936}"/>
              </a:ext>
            </a:extLst>
          </p:cNvPr>
          <p:cNvSpPr txBox="1"/>
          <p:nvPr/>
        </p:nvSpPr>
        <p:spPr>
          <a:xfrm>
            <a:off x="227746" y="-759814"/>
            <a:ext cx="11392754" cy="2123658"/>
          </a:xfrm>
          <a:prstGeom prst="rect">
            <a:avLst/>
          </a:prstGeom>
          <a:noFill/>
        </p:spPr>
        <p:txBody>
          <a:bodyPr wrap="square" lIns="91440" tIns="45720" rIns="91440" bIns="45720" rtlCol="0" anchor="t">
            <a:spAutoFit/>
          </a:bodyPr>
          <a:lstStyle/>
          <a:p>
            <a:pPr algn="ctr"/>
            <a:endParaRPr lang="en-US" sz="6600">
              <a:cs typeface="Calibri"/>
            </a:endParaRPr>
          </a:p>
          <a:p>
            <a:pPr algn="ctr"/>
            <a:r>
              <a:rPr lang="en-US" sz="6600" dirty="0"/>
              <a:t>Module #8 Learning Objectives</a:t>
            </a:r>
            <a:r>
              <a:rPr lang="en-US" sz="3200" dirty="0"/>
              <a:t> </a:t>
            </a:r>
            <a:endParaRPr lang="en-US" sz="3200" dirty="0">
              <a:ea typeface="Calibri"/>
              <a:cs typeface="Calibri"/>
            </a:endParaRPr>
          </a:p>
        </p:txBody>
      </p:sp>
      <p:sp>
        <p:nvSpPr>
          <p:cNvPr id="5" name="TextBox 4">
            <a:extLst>
              <a:ext uri="{FF2B5EF4-FFF2-40B4-BE49-F238E27FC236}">
                <a16:creationId xmlns:a16="http://schemas.microsoft.com/office/drawing/2014/main" id="{78EA12A7-2A2A-BF95-B32F-C8361754D81C}"/>
              </a:ext>
            </a:extLst>
          </p:cNvPr>
          <p:cNvSpPr txBox="1"/>
          <p:nvPr/>
        </p:nvSpPr>
        <p:spPr>
          <a:xfrm>
            <a:off x="679500" y="2283832"/>
            <a:ext cx="8485282" cy="27546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900">
                <a:latin typeface="Arial"/>
                <a:ea typeface="Calibri" panose="020F0502020204030204"/>
                <a:cs typeface="Arial"/>
              </a:rPr>
              <a:t>•</a:t>
            </a:r>
            <a:r>
              <a:rPr lang="en-US" sz="1900">
                <a:ea typeface="Calibri" panose="020F0502020204030204"/>
                <a:cs typeface="Calibri" panose="020F0502020204030204"/>
              </a:rPr>
              <a:t>Describe why </a:t>
            </a:r>
            <a:r>
              <a:rPr lang="en-US" sz="1900" b="1">
                <a:ea typeface="Calibri" panose="020F0502020204030204"/>
                <a:cs typeface="Calibri" panose="020F0502020204030204"/>
              </a:rPr>
              <a:t>systems for quality improvement</a:t>
            </a:r>
            <a:r>
              <a:rPr lang="en-US" sz="1900">
                <a:ea typeface="Calibri" panose="020F0502020204030204"/>
                <a:cs typeface="Calibri" panose="020F0502020204030204"/>
              </a:rPr>
              <a:t> are important for organizations</a:t>
            </a:r>
            <a:endParaRPr lang="en-US">
              <a:ea typeface="Calibri" panose="020F0502020204030204"/>
              <a:cs typeface="Calibri" panose="020F0502020204030204"/>
            </a:endParaRPr>
          </a:p>
          <a:p>
            <a:endParaRPr lang="en-US" sz="1900">
              <a:latin typeface="Calibri"/>
              <a:ea typeface="Calibri" panose="020F0502020204030204"/>
              <a:cs typeface="Calibri"/>
            </a:endParaRPr>
          </a:p>
          <a:p>
            <a:r>
              <a:rPr lang="en-US" sz="1900">
                <a:latin typeface="Arial"/>
                <a:ea typeface="Calibri" panose="020F0502020204030204"/>
                <a:cs typeface="Arial"/>
              </a:rPr>
              <a:t>•</a:t>
            </a:r>
            <a:r>
              <a:rPr lang="en-US" sz="1900">
                <a:ea typeface="Calibri" panose="020F0502020204030204"/>
                <a:cs typeface="Calibri" panose="020F0502020204030204"/>
              </a:rPr>
              <a:t>Describe </a:t>
            </a:r>
            <a:r>
              <a:rPr lang="en-US" sz="1900" b="1">
                <a:ea typeface="Calibri" panose="020F0502020204030204"/>
                <a:cs typeface="Calibri" panose="020F0502020204030204"/>
              </a:rPr>
              <a:t>how data can be used</a:t>
            </a:r>
            <a:r>
              <a:rPr lang="en-US" sz="1900">
                <a:ea typeface="Calibri" panose="020F0502020204030204"/>
                <a:cs typeface="Calibri" panose="020F0502020204030204"/>
              </a:rPr>
              <a:t> to improve outcomes</a:t>
            </a:r>
            <a:endParaRPr lang="en-US">
              <a:ea typeface="Calibri" panose="020F0502020204030204"/>
              <a:cs typeface="Calibri" panose="020F0502020204030204"/>
            </a:endParaRPr>
          </a:p>
          <a:p>
            <a:endParaRPr lang="en-US" sz="1900">
              <a:latin typeface="Calibri"/>
              <a:ea typeface="Calibri" panose="020F0502020204030204"/>
              <a:cs typeface="Calibri"/>
            </a:endParaRPr>
          </a:p>
          <a:p>
            <a:r>
              <a:rPr lang="en-US" sz="1900">
                <a:latin typeface="Arial"/>
                <a:ea typeface="Calibri" panose="020F0502020204030204"/>
                <a:cs typeface="Arial"/>
              </a:rPr>
              <a:t>•</a:t>
            </a:r>
            <a:r>
              <a:rPr lang="en-US" sz="1900">
                <a:ea typeface="Calibri" panose="020F0502020204030204"/>
                <a:cs typeface="Calibri" panose="020F0502020204030204"/>
              </a:rPr>
              <a:t>Identify </a:t>
            </a:r>
            <a:r>
              <a:rPr lang="en-US" sz="1900" b="1">
                <a:ea typeface="Calibri" panose="020F0502020204030204"/>
                <a:cs typeface="Calibri" panose="020F0502020204030204"/>
              </a:rPr>
              <a:t>what types of data YOU should consider</a:t>
            </a:r>
            <a:r>
              <a:rPr lang="en-US" sz="1900">
                <a:ea typeface="Calibri" panose="020F0502020204030204"/>
                <a:cs typeface="Calibri" panose="020F0502020204030204"/>
              </a:rPr>
              <a:t> tracking and how you might use it</a:t>
            </a:r>
            <a:endParaRPr lang="en-US"/>
          </a:p>
          <a:p>
            <a:endParaRPr lang="en-US">
              <a:ea typeface="Calibri" panose="020F0502020204030204"/>
              <a:cs typeface="Calibri" panose="020F0502020204030204"/>
            </a:endParaRPr>
          </a:p>
          <a:p>
            <a:pPr marL="285750" indent="-285750">
              <a:buFont typeface="Arial"/>
              <a:buChar char="•"/>
            </a:pPr>
            <a:endParaRPr lang="en-US" sz="2000">
              <a:cs typeface="Calibri" panose="020F0502020204030204"/>
            </a:endParaRPr>
          </a:p>
          <a:p>
            <a:pPr marL="285750" indent="-285750">
              <a:buFont typeface="Arial"/>
              <a:buChar char="•"/>
            </a:pPr>
            <a:endParaRPr lang="en-US" sz="2000">
              <a:cs typeface="Calibri" panose="020F0502020204030204"/>
            </a:endParaRPr>
          </a:p>
          <a:p>
            <a:pPr marL="285750" indent="-285750">
              <a:buFont typeface="Arial"/>
              <a:buChar char="•"/>
            </a:pPr>
            <a:endParaRPr lang="en-US" sz="2000">
              <a:cs typeface="Calibri" panose="020F0502020204030204"/>
            </a:endParaRPr>
          </a:p>
        </p:txBody>
      </p:sp>
      <p:pic>
        <p:nvPicPr>
          <p:cNvPr id="6" name="Picture 5" descr="A clipboard with a pencil and a checklist&#10;&#10;Description automatically generated">
            <a:extLst>
              <a:ext uri="{FF2B5EF4-FFF2-40B4-BE49-F238E27FC236}">
                <a16:creationId xmlns:a16="http://schemas.microsoft.com/office/drawing/2014/main" id="{C72910E6-7D82-5979-9ADE-963065D91EC6}"/>
              </a:ext>
            </a:extLst>
          </p:cNvPr>
          <p:cNvPicPr>
            <a:picLocks noChangeAspect="1"/>
          </p:cNvPicPr>
          <p:nvPr/>
        </p:nvPicPr>
        <p:blipFill>
          <a:blip r:embed="rId3"/>
          <a:stretch>
            <a:fillRect/>
          </a:stretch>
        </p:blipFill>
        <p:spPr>
          <a:xfrm>
            <a:off x="9068520" y="2410590"/>
            <a:ext cx="2447925" cy="1847850"/>
          </a:xfrm>
          <a:prstGeom prst="rect">
            <a:avLst/>
          </a:prstGeom>
        </p:spPr>
      </p:pic>
    </p:spTree>
    <p:extLst>
      <p:ext uri="{BB962C8B-B14F-4D97-AF65-F5344CB8AC3E}">
        <p14:creationId xmlns:p14="http://schemas.microsoft.com/office/powerpoint/2010/main" val="2118181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7AF09-AB6E-1FAD-5F62-DD3D8D64B4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5D9BC2-244C-43D0-633B-DE1EC46155E1}"/>
              </a:ext>
            </a:extLst>
          </p:cNvPr>
          <p:cNvSpPr>
            <a:spLocks noGrp="1"/>
          </p:cNvSpPr>
          <p:nvPr>
            <p:ph type="title"/>
          </p:nvPr>
        </p:nvSpPr>
        <p:spPr>
          <a:xfrm>
            <a:off x="758952" y="420625"/>
            <a:ext cx="10667998" cy="1326814"/>
          </a:xfrm>
        </p:spPr>
        <p:txBody>
          <a:bodyPr anchor="ctr">
            <a:normAutofit/>
          </a:bodyPr>
          <a:lstStyle/>
          <a:p>
            <a:r>
              <a:rPr lang="en-US">
                <a:solidFill>
                  <a:schemeClr val="bg1"/>
                </a:solidFill>
              </a:rPr>
              <a:t>Learning Objectives</a:t>
            </a:r>
          </a:p>
        </p:txBody>
      </p:sp>
      <p:sp>
        <p:nvSpPr>
          <p:cNvPr id="3" name="TextBox 2">
            <a:extLst>
              <a:ext uri="{FF2B5EF4-FFF2-40B4-BE49-F238E27FC236}">
                <a16:creationId xmlns:a16="http://schemas.microsoft.com/office/drawing/2014/main" id="{5D06003C-DD4C-05CD-475F-FBEC0AF3A716}"/>
              </a:ext>
            </a:extLst>
          </p:cNvPr>
          <p:cNvSpPr txBox="1"/>
          <p:nvPr/>
        </p:nvSpPr>
        <p:spPr>
          <a:xfrm>
            <a:off x="227746" y="-759814"/>
            <a:ext cx="11392754" cy="2123658"/>
          </a:xfrm>
          <a:prstGeom prst="rect">
            <a:avLst/>
          </a:prstGeom>
          <a:noFill/>
        </p:spPr>
        <p:txBody>
          <a:bodyPr wrap="square" lIns="91440" tIns="45720" rIns="91440" bIns="45720" rtlCol="0" anchor="t">
            <a:spAutoFit/>
          </a:bodyPr>
          <a:lstStyle/>
          <a:p>
            <a:pPr algn="ctr"/>
            <a:endParaRPr lang="en-US" sz="6600">
              <a:cs typeface="Calibri"/>
            </a:endParaRPr>
          </a:p>
          <a:p>
            <a:pPr algn="ctr"/>
            <a:r>
              <a:rPr lang="en-US" sz="6600" dirty="0"/>
              <a:t>Quick Review</a:t>
            </a:r>
            <a:endParaRPr lang="en-US" dirty="0"/>
          </a:p>
        </p:txBody>
      </p:sp>
      <p:sp>
        <p:nvSpPr>
          <p:cNvPr id="5" name="TextBox 4">
            <a:extLst>
              <a:ext uri="{FF2B5EF4-FFF2-40B4-BE49-F238E27FC236}">
                <a16:creationId xmlns:a16="http://schemas.microsoft.com/office/drawing/2014/main" id="{8D6D90AE-A7E5-01EF-F071-69156BA1608D}"/>
              </a:ext>
            </a:extLst>
          </p:cNvPr>
          <p:cNvSpPr txBox="1"/>
          <p:nvPr/>
        </p:nvSpPr>
        <p:spPr>
          <a:xfrm>
            <a:off x="1370301" y="1366610"/>
            <a:ext cx="9167107" cy="44781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1900" dirty="0">
                <a:ea typeface="Calibri"/>
                <a:cs typeface="Calibri"/>
              </a:rPr>
              <a:t>Starts with clear and Consistent Goals (Element 1)</a:t>
            </a:r>
          </a:p>
          <a:p>
            <a:pPr marL="800100" lvl="1" indent="-342900">
              <a:buFont typeface="Courier New"/>
              <a:buChar char="o"/>
            </a:pPr>
            <a:r>
              <a:rPr lang="en-US" sz="1900" dirty="0">
                <a:ea typeface="Calibri"/>
                <a:cs typeface="Calibri"/>
              </a:rPr>
              <a:t>Goals</a:t>
            </a:r>
          </a:p>
          <a:p>
            <a:pPr marL="1257300" lvl="2" indent="-342900">
              <a:buFont typeface="Wingdings"/>
              <a:buChar char="§"/>
            </a:pPr>
            <a:r>
              <a:rPr lang="en-US" sz="1900" dirty="0">
                <a:ea typeface="Calibri"/>
                <a:cs typeface="Calibri"/>
              </a:rPr>
              <a:t>Big Hairy Audacious Goals</a:t>
            </a:r>
          </a:p>
          <a:p>
            <a:pPr marL="800100" lvl="1" indent="-342900">
              <a:buFont typeface="Courier New"/>
              <a:buChar char="o"/>
            </a:pPr>
            <a:r>
              <a:rPr lang="en-US" sz="1900" dirty="0">
                <a:ea typeface="Calibri"/>
                <a:cs typeface="Calibri"/>
              </a:rPr>
              <a:t>Outcomes</a:t>
            </a:r>
          </a:p>
          <a:p>
            <a:pPr marL="800100" lvl="1" indent="-342900">
              <a:buFont typeface="Courier New"/>
              <a:buChar char="o"/>
            </a:pPr>
            <a:r>
              <a:rPr lang="en-US" sz="1900" dirty="0">
                <a:ea typeface="Calibri"/>
                <a:cs typeface="Calibri"/>
              </a:rPr>
              <a:t>Indicators of success</a:t>
            </a:r>
          </a:p>
          <a:p>
            <a:pPr marL="342900" indent="-342900">
              <a:buFont typeface="Arial"/>
              <a:buChar char="•"/>
            </a:pPr>
            <a:r>
              <a:rPr lang="en-US" sz="1900" dirty="0">
                <a:ea typeface="Calibri"/>
                <a:cs typeface="Calibri"/>
              </a:rPr>
              <a:t>Data, metrics, measures, analysis</a:t>
            </a:r>
          </a:p>
          <a:p>
            <a:pPr marL="800100" lvl="1" indent="-342900">
              <a:buFont typeface="Courier New"/>
              <a:buChar char="o"/>
            </a:pPr>
            <a:r>
              <a:rPr lang="en-US" sz="1900" dirty="0">
                <a:ea typeface="Calibri"/>
                <a:cs typeface="Calibri"/>
              </a:rPr>
              <a:t>Employment and the full working life</a:t>
            </a:r>
          </a:p>
          <a:p>
            <a:pPr marL="800100" lvl="1" indent="-342900">
              <a:buFont typeface="Courier New"/>
              <a:buChar char="o"/>
            </a:pPr>
            <a:r>
              <a:rPr lang="en-US" sz="1900" dirty="0">
                <a:ea typeface="Calibri"/>
                <a:cs typeface="Calibri"/>
              </a:rPr>
              <a:t>Data collection</a:t>
            </a:r>
          </a:p>
          <a:p>
            <a:pPr marL="342900" indent="-342900">
              <a:buFont typeface="Arial,Sans-Serif"/>
              <a:buChar char="•"/>
            </a:pPr>
            <a:r>
              <a:rPr lang="en-US" sz="1900" dirty="0">
                <a:ea typeface="Calibri"/>
                <a:cs typeface="Calibri"/>
              </a:rPr>
              <a:t>Quality</a:t>
            </a:r>
          </a:p>
          <a:p>
            <a:pPr marL="800100" lvl="1" indent="-342900">
              <a:buFont typeface="Courier New,monospace"/>
              <a:buChar char="o"/>
            </a:pPr>
            <a:r>
              <a:rPr lang="en-US" sz="1900" dirty="0">
                <a:ea typeface="Calibri"/>
                <a:cs typeface="Calibri"/>
              </a:rPr>
              <a:t>Quality assurance</a:t>
            </a:r>
          </a:p>
          <a:p>
            <a:pPr marL="800100" lvl="1" indent="-342900">
              <a:buFont typeface="Courier New,monospace"/>
              <a:buChar char="o"/>
            </a:pPr>
            <a:r>
              <a:rPr lang="en-US" sz="1900" dirty="0">
                <a:ea typeface="Calibri"/>
                <a:cs typeface="Calibri"/>
              </a:rPr>
              <a:t>Quality Improvement</a:t>
            </a:r>
            <a:r>
              <a:rPr lang="en-US" sz="1900" dirty="0">
                <a:latin typeface="Times"/>
                <a:ea typeface="Calibri"/>
                <a:cs typeface="Times"/>
              </a:rPr>
              <a:t>  </a:t>
            </a:r>
            <a:endParaRPr lang="en-US" dirty="0">
              <a:ea typeface="Calibri" panose="020F0502020204030204"/>
              <a:cs typeface="Calibri" panose="020F0502020204030204"/>
            </a:endParaRPr>
          </a:p>
          <a:p>
            <a:pPr marL="800100" lvl="1" indent="-342900">
              <a:buFont typeface="Courier New,monospace"/>
              <a:buChar char="o"/>
            </a:pPr>
            <a:r>
              <a:rPr lang="en-US" sz="1900" dirty="0">
                <a:ea typeface="Calibri"/>
                <a:cs typeface="Calibri"/>
              </a:rPr>
              <a:t>Employment</a:t>
            </a:r>
          </a:p>
          <a:p>
            <a:pPr marL="800100" lvl="1" indent="-342900">
              <a:buFont typeface="Courier New,monospace"/>
              <a:buChar char="o"/>
            </a:pPr>
            <a:r>
              <a:rPr lang="en-US" sz="1900" dirty="0">
                <a:ea typeface="Calibri"/>
                <a:cs typeface="Calibri"/>
              </a:rPr>
              <a:t>Community Life Engagement</a:t>
            </a:r>
          </a:p>
          <a:p>
            <a:pPr marL="342900" indent="-342900">
              <a:buFont typeface="Arial"/>
              <a:buChar char="•"/>
            </a:pPr>
            <a:r>
              <a:rPr lang="en-US" sz="1900" dirty="0">
                <a:ea typeface="Calibri"/>
                <a:cs typeface="Calibri"/>
              </a:rPr>
              <a:t>Outcome measures</a:t>
            </a:r>
          </a:p>
          <a:p>
            <a:pPr marL="342900" indent="-342900">
              <a:buFont typeface="Arial"/>
              <a:buChar char="•"/>
            </a:pPr>
            <a:r>
              <a:rPr lang="en-US" sz="1900" dirty="0">
                <a:ea typeface="Calibri"/>
                <a:cs typeface="Calibri"/>
              </a:rPr>
              <a:t>Process Measures</a:t>
            </a:r>
          </a:p>
        </p:txBody>
      </p:sp>
      <p:pic>
        <p:nvPicPr>
          <p:cNvPr id="8" name="Picture 7" descr="A white shelves on a blue wall&#10;&#10;AI-generated content may be incorrect.">
            <a:extLst>
              <a:ext uri="{FF2B5EF4-FFF2-40B4-BE49-F238E27FC236}">
                <a16:creationId xmlns:a16="http://schemas.microsoft.com/office/drawing/2014/main" id="{F9A84AFB-DF0E-9B74-1CF9-1218E08693C9}"/>
              </a:ext>
            </a:extLst>
          </p:cNvPr>
          <p:cNvPicPr>
            <a:picLocks noChangeAspect="1"/>
          </p:cNvPicPr>
          <p:nvPr/>
        </p:nvPicPr>
        <p:blipFill>
          <a:blip r:embed="rId3"/>
          <a:stretch>
            <a:fillRect/>
          </a:stretch>
        </p:blipFill>
        <p:spPr>
          <a:xfrm>
            <a:off x="8504695" y="303508"/>
            <a:ext cx="3500034" cy="2679915"/>
          </a:xfrm>
          <a:prstGeom prst="rect">
            <a:avLst/>
          </a:prstGeom>
        </p:spPr>
      </p:pic>
      <p:pic>
        <p:nvPicPr>
          <p:cNvPr id="9" name="Picture 8">
            <a:extLst>
              <a:ext uri="{FF2B5EF4-FFF2-40B4-BE49-F238E27FC236}">
                <a16:creationId xmlns:a16="http://schemas.microsoft.com/office/drawing/2014/main" id="{AAB4D942-733E-819D-2634-D61C9A6ABCA4}"/>
              </a:ext>
            </a:extLst>
          </p:cNvPr>
          <p:cNvPicPr>
            <a:picLocks noChangeAspect="1"/>
          </p:cNvPicPr>
          <p:nvPr/>
        </p:nvPicPr>
        <p:blipFill>
          <a:blip r:embed="rId4"/>
          <a:stretch>
            <a:fillRect/>
          </a:stretch>
        </p:blipFill>
        <p:spPr>
          <a:xfrm>
            <a:off x="7151823" y="3669547"/>
            <a:ext cx="4759271" cy="2437753"/>
          </a:xfrm>
          <a:prstGeom prst="rect">
            <a:avLst/>
          </a:prstGeom>
        </p:spPr>
      </p:pic>
    </p:spTree>
    <p:extLst>
      <p:ext uri="{BB962C8B-B14F-4D97-AF65-F5344CB8AC3E}">
        <p14:creationId xmlns:p14="http://schemas.microsoft.com/office/powerpoint/2010/main" val="1597267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8C506D71-9D1E-A188-2AF8-E6961419648C}"/>
              </a:ext>
            </a:extLst>
          </p:cNvPr>
          <p:cNvGraphicFramePr>
            <a:graphicFrameLocks noGrp="1"/>
          </p:cNvGraphicFramePr>
          <p:nvPr>
            <p:ph idx="1"/>
            <p:extLst>
              <p:ext uri="{D42A27DB-BD31-4B8C-83A1-F6EECF244321}">
                <p14:modId xmlns:p14="http://schemas.microsoft.com/office/powerpoint/2010/main" val="1634984156"/>
              </p:ext>
            </p:extLst>
          </p:nvPr>
        </p:nvGraphicFramePr>
        <p:xfrm>
          <a:off x="1880304" y="2037512"/>
          <a:ext cx="6446787" cy="36770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94" name="TextBox 193">
            <a:extLst>
              <a:ext uri="{FF2B5EF4-FFF2-40B4-BE49-F238E27FC236}">
                <a16:creationId xmlns:a16="http://schemas.microsoft.com/office/drawing/2014/main" id="{D6328A83-420C-FA6B-5EA3-5746833C2058}"/>
              </a:ext>
            </a:extLst>
          </p:cNvPr>
          <p:cNvSpPr txBox="1"/>
          <p:nvPr/>
        </p:nvSpPr>
        <p:spPr>
          <a:xfrm>
            <a:off x="8475035" y="2930599"/>
            <a:ext cx="1943129" cy="900246"/>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defTabSz="685800" eaLnBrk="1" fontAlgn="auto" hangingPunct="1">
              <a:spcBef>
                <a:spcPts val="0"/>
              </a:spcBef>
              <a:spcAft>
                <a:spcPts val="0"/>
              </a:spcAft>
            </a:pPr>
            <a:r>
              <a:rPr lang="en-US" sz="1800" i="1" u="none" dirty="0">
                <a:solidFill>
                  <a:srgbClr val="FF0000"/>
                </a:solidFill>
                <a:latin typeface="Calibri" panose="020F0502020204030204"/>
                <a:ea typeface="+mn-ea"/>
                <a:cs typeface="Calibri"/>
              </a:rPr>
              <a:t>What gets measured, gets done!</a:t>
            </a:r>
          </a:p>
        </p:txBody>
      </p:sp>
      <p:sp>
        <p:nvSpPr>
          <p:cNvPr id="352" name="Arrow: Curved Right 351">
            <a:extLst>
              <a:ext uri="{FF2B5EF4-FFF2-40B4-BE49-F238E27FC236}">
                <a16:creationId xmlns:a16="http://schemas.microsoft.com/office/drawing/2014/main" id="{B109F65E-C5CB-1991-5780-AA69F5E94409}"/>
              </a:ext>
            </a:extLst>
          </p:cNvPr>
          <p:cNvSpPr/>
          <p:nvPr/>
        </p:nvSpPr>
        <p:spPr>
          <a:xfrm>
            <a:off x="1946795" y="2358347"/>
            <a:ext cx="1768415" cy="3439783"/>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pPr>
            <a:endParaRPr lang="en-US" sz="1350" b="0" u="none">
              <a:solidFill>
                <a:prstClr val="black"/>
              </a:solidFill>
              <a:latin typeface="Calibri" panose="020F0502020204030204"/>
            </a:endParaRPr>
          </a:p>
        </p:txBody>
      </p:sp>
      <p:sp>
        <p:nvSpPr>
          <p:cNvPr id="353" name="Arrow: Curved Right 352">
            <a:extLst>
              <a:ext uri="{FF2B5EF4-FFF2-40B4-BE49-F238E27FC236}">
                <a16:creationId xmlns:a16="http://schemas.microsoft.com/office/drawing/2014/main" id="{AE698D2B-2DD7-06A8-D7C0-E126A647F20F}"/>
              </a:ext>
            </a:extLst>
          </p:cNvPr>
          <p:cNvSpPr/>
          <p:nvPr/>
        </p:nvSpPr>
        <p:spPr>
          <a:xfrm rot="10800000">
            <a:off x="6400182" y="2218167"/>
            <a:ext cx="1768415" cy="3439783"/>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pPr>
            <a:endParaRPr lang="en-US" sz="1350" b="0" u="none">
              <a:solidFill>
                <a:prstClr val="black"/>
              </a:solidFill>
              <a:latin typeface="Calibri" panose="020F0502020204030204"/>
            </a:endParaRPr>
          </a:p>
        </p:txBody>
      </p:sp>
      <p:sp>
        <p:nvSpPr>
          <p:cNvPr id="360" name="TextBox 359">
            <a:extLst>
              <a:ext uri="{FF2B5EF4-FFF2-40B4-BE49-F238E27FC236}">
                <a16:creationId xmlns:a16="http://schemas.microsoft.com/office/drawing/2014/main" id="{71B2E3DB-BF02-578A-E498-79B9508393CC}"/>
              </a:ext>
            </a:extLst>
          </p:cNvPr>
          <p:cNvSpPr txBox="1"/>
          <p:nvPr/>
        </p:nvSpPr>
        <p:spPr>
          <a:xfrm>
            <a:off x="1791422" y="212118"/>
            <a:ext cx="8087908" cy="684803"/>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defTabSz="685800" eaLnBrk="1" fontAlgn="auto" hangingPunct="1">
              <a:spcBef>
                <a:spcPts val="0"/>
              </a:spcBef>
              <a:spcAft>
                <a:spcPts val="0"/>
              </a:spcAft>
            </a:pPr>
            <a:r>
              <a:rPr lang="en-US" sz="4000" u="none">
                <a:solidFill>
                  <a:prstClr val="black"/>
                </a:solidFill>
                <a:latin typeface="Calibri" panose="020F0502020204030204"/>
                <a:ea typeface="+mn-ea"/>
                <a:cs typeface="Calibri"/>
              </a:rPr>
              <a:t>Quality Cycle: Plan, Do, Check, Act</a:t>
            </a:r>
            <a:endParaRPr lang="en-US" sz="4000" u="none">
              <a:solidFill>
                <a:prstClr val="black"/>
              </a:solidFill>
              <a:latin typeface="Calibri" panose="020F0502020204030204"/>
              <a:ea typeface="+mn-ea"/>
            </a:endParaRPr>
          </a:p>
        </p:txBody>
      </p:sp>
    </p:spTree>
    <p:extLst>
      <p:ext uri="{BB962C8B-B14F-4D97-AF65-F5344CB8AC3E}">
        <p14:creationId xmlns:p14="http://schemas.microsoft.com/office/powerpoint/2010/main" val="4211678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FE034D4-99FB-F188-C61B-E8CDDB0D6A97}"/>
              </a:ext>
            </a:extLst>
          </p:cNvPr>
          <p:cNvPicPr>
            <a:picLocks noChangeAspect="1"/>
          </p:cNvPicPr>
          <p:nvPr/>
        </p:nvPicPr>
        <p:blipFill rotWithShape="1">
          <a:blip r:embed="rId3"/>
          <a:srcRect l="28154" r="26388" b="-2"/>
          <a:stretch/>
        </p:blipFill>
        <p:spPr>
          <a:xfrm>
            <a:off x="5998766" y="1"/>
            <a:ext cx="4669234" cy="6205538"/>
          </a:xfrm>
          <a:custGeom>
            <a:avLst/>
            <a:gdLst/>
            <a:ahLst/>
            <a:cxnLst/>
            <a:rect l="l" t="t" r="r" b="b"/>
            <a:pathLst>
              <a:path w="5620032" h="6856412">
                <a:moveTo>
                  <a:pt x="13187" y="0"/>
                </a:moveTo>
                <a:lnTo>
                  <a:pt x="5620032" y="0"/>
                </a:lnTo>
                <a:lnTo>
                  <a:pt x="5620032" y="6856412"/>
                </a:lnTo>
                <a:lnTo>
                  <a:pt x="0" y="6856412"/>
                </a:lnTo>
                <a:lnTo>
                  <a:pt x="64318" y="6298274"/>
                </a:lnTo>
                <a:cubicBezTo>
                  <a:pt x="203221" y="4970220"/>
                  <a:pt x="240510" y="3632077"/>
                  <a:pt x="97152" y="2276000"/>
                </a:cubicBezTo>
                <a:cubicBezTo>
                  <a:pt x="35713" y="1694824"/>
                  <a:pt x="7455" y="1116942"/>
                  <a:pt x="6154" y="541737"/>
                </a:cubicBezTo>
                <a:close/>
              </a:path>
            </a:pathLst>
          </a:custGeom>
        </p:spPr>
      </p:pic>
      <p:graphicFrame>
        <p:nvGraphicFramePr>
          <p:cNvPr id="5" name="Content Placeholder 2">
            <a:extLst>
              <a:ext uri="{FF2B5EF4-FFF2-40B4-BE49-F238E27FC236}">
                <a16:creationId xmlns:a16="http://schemas.microsoft.com/office/drawing/2014/main" id="{03253BD8-D7E1-2EA2-6095-B66E6599D175}"/>
              </a:ext>
            </a:extLst>
          </p:cNvPr>
          <p:cNvGraphicFramePr>
            <a:graphicFrameLocks noGrp="1"/>
          </p:cNvGraphicFramePr>
          <p:nvPr>
            <p:ph idx="1"/>
          </p:nvPr>
        </p:nvGraphicFramePr>
        <p:xfrm>
          <a:off x="1884760" y="2286001"/>
          <a:ext cx="3993357" cy="39195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651124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9D692-E624-8D62-4228-79317451FB2F}"/>
              </a:ext>
            </a:extLst>
          </p:cNvPr>
          <p:cNvSpPr>
            <a:spLocks noGrp="1"/>
          </p:cNvSpPr>
          <p:nvPr>
            <p:ph type="title"/>
          </p:nvPr>
        </p:nvSpPr>
        <p:spPr/>
        <p:txBody>
          <a:bodyPr>
            <a:normAutofit/>
          </a:bodyPr>
          <a:lstStyle/>
          <a:p>
            <a:r>
              <a:rPr lang="en-US" sz="5400" dirty="0">
                <a:cs typeface="Calibri Light"/>
              </a:rPr>
              <a:t>Poll Question #1</a:t>
            </a:r>
          </a:p>
        </p:txBody>
      </p:sp>
      <p:sp>
        <p:nvSpPr>
          <p:cNvPr id="3" name="Content Placeholder 2">
            <a:extLst>
              <a:ext uri="{FF2B5EF4-FFF2-40B4-BE49-F238E27FC236}">
                <a16:creationId xmlns:a16="http://schemas.microsoft.com/office/drawing/2014/main" id="{DACE1CFC-D551-C181-34BC-0080E785F832}"/>
              </a:ext>
            </a:extLst>
          </p:cNvPr>
          <p:cNvSpPr>
            <a:spLocks noGrp="1"/>
          </p:cNvSpPr>
          <p:nvPr>
            <p:ph idx="1"/>
          </p:nvPr>
        </p:nvSpPr>
        <p:spPr>
          <a:xfrm>
            <a:off x="838200" y="1929384"/>
            <a:ext cx="10684933" cy="4251960"/>
          </a:xfrm>
        </p:spPr>
        <p:txBody>
          <a:bodyPr vert="horz" lIns="91440" tIns="45720" rIns="91440" bIns="45720" rtlCol="0" anchor="t">
            <a:normAutofit/>
          </a:bodyPr>
          <a:lstStyle/>
          <a:p>
            <a:pPr marL="0" indent="0">
              <a:buNone/>
            </a:pPr>
            <a:r>
              <a:rPr lang="en-US" sz="2200" dirty="0">
                <a:cs typeface="Calibri"/>
              </a:rPr>
              <a:t>In my role as a manager, supervisor, leader, I regularly use data to make decisions? </a:t>
            </a:r>
            <a:endParaRPr lang="en-US" dirty="0">
              <a:cs typeface="Calibri"/>
            </a:endParaRPr>
          </a:p>
          <a:p>
            <a:pPr marL="0" indent="0">
              <a:buNone/>
            </a:pPr>
            <a:endParaRPr lang="en-US" sz="2200" dirty="0">
              <a:ea typeface="Calibri"/>
              <a:cs typeface="Calibri"/>
            </a:endParaRPr>
          </a:p>
          <a:p>
            <a:r>
              <a:rPr lang="en-US" sz="2200" dirty="0">
                <a:cs typeface="Calibri"/>
              </a:rPr>
              <a:t>Yes</a:t>
            </a:r>
            <a:endParaRPr lang="en-US" sz="2200" dirty="0">
              <a:ea typeface="Calibri"/>
              <a:cs typeface="Calibri"/>
            </a:endParaRPr>
          </a:p>
          <a:p>
            <a:r>
              <a:rPr lang="en-US" sz="2200" dirty="0">
                <a:cs typeface="Calibri"/>
              </a:rPr>
              <a:t>No</a:t>
            </a:r>
            <a:endParaRPr lang="en-US" sz="2200" dirty="0">
              <a:ea typeface="Calibri"/>
              <a:cs typeface="Calibri"/>
            </a:endParaRPr>
          </a:p>
          <a:p>
            <a:r>
              <a:rPr lang="en-US" sz="2200" dirty="0">
                <a:cs typeface="Calibri"/>
              </a:rPr>
              <a:t>I'm not sure </a:t>
            </a:r>
            <a:endParaRPr lang="en-US" sz="2200" dirty="0">
              <a:ea typeface="Calibri"/>
              <a:cs typeface="Calibri"/>
            </a:endParaRPr>
          </a:p>
        </p:txBody>
      </p:sp>
      <p:pic>
        <p:nvPicPr>
          <p:cNvPr id="6" name="Picture 5">
            <a:extLst>
              <a:ext uri="{FF2B5EF4-FFF2-40B4-BE49-F238E27FC236}">
                <a16:creationId xmlns:a16="http://schemas.microsoft.com/office/drawing/2014/main" id="{84029D64-E1B3-23EB-A069-0DC6FFE6E1D3}"/>
              </a:ext>
            </a:extLst>
          </p:cNvPr>
          <p:cNvPicPr>
            <a:picLocks noChangeAspect="1"/>
          </p:cNvPicPr>
          <p:nvPr/>
        </p:nvPicPr>
        <p:blipFill>
          <a:blip r:embed="rId3"/>
          <a:stretch>
            <a:fillRect/>
          </a:stretch>
        </p:blipFill>
        <p:spPr>
          <a:xfrm>
            <a:off x="951782" y="1519214"/>
            <a:ext cx="10288436" cy="171474"/>
          </a:xfrm>
          <a:prstGeom prst="rect">
            <a:avLst/>
          </a:prstGeom>
        </p:spPr>
      </p:pic>
    </p:spTree>
    <p:extLst>
      <p:ext uri="{BB962C8B-B14F-4D97-AF65-F5344CB8AC3E}">
        <p14:creationId xmlns:p14="http://schemas.microsoft.com/office/powerpoint/2010/main" val="1974461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9D692-E624-8D62-4228-79317451FB2F}"/>
              </a:ext>
            </a:extLst>
          </p:cNvPr>
          <p:cNvSpPr>
            <a:spLocks noGrp="1"/>
          </p:cNvSpPr>
          <p:nvPr>
            <p:ph type="title"/>
          </p:nvPr>
        </p:nvSpPr>
        <p:spPr/>
        <p:txBody>
          <a:bodyPr>
            <a:normAutofit/>
          </a:bodyPr>
          <a:lstStyle/>
          <a:p>
            <a:r>
              <a:rPr lang="en-US" sz="5400">
                <a:cs typeface="Calibri Light"/>
              </a:rPr>
              <a:t>Poll Question #2</a:t>
            </a:r>
          </a:p>
        </p:txBody>
      </p:sp>
      <p:sp>
        <p:nvSpPr>
          <p:cNvPr id="3" name="Content Placeholder 2">
            <a:extLst>
              <a:ext uri="{FF2B5EF4-FFF2-40B4-BE49-F238E27FC236}">
                <a16:creationId xmlns:a16="http://schemas.microsoft.com/office/drawing/2014/main" id="{DACE1CFC-D551-C181-34BC-0080E785F832}"/>
              </a:ext>
            </a:extLst>
          </p:cNvPr>
          <p:cNvSpPr>
            <a:spLocks noGrp="1"/>
          </p:cNvSpPr>
          <p:nvPr>
            <p:ph idx="1"/>
          </p:nvPr>
        </p:nvSpPr>
        <p:spPr>
          <a:xfrm>
            <a:off x="713443" y="1967993"/>
            <a:ext cx="10684933" cy="4251960"/>
          </a:xfrm>
        </p:spPr>
        <p:txBody>
          <a:bodyPr vert="horz" lIns="91440" tIns="45720" rIns="91440" bIns="45720" rtlCol="0" anchor="t">
            <a:normAutofit/>
          </a:bodyPr>
          <a:lstStyle/>
          <a:p>
            <a:pPr marL="0" indent="0">
              <a:buNone/>
            </a:pPr>
            <a:endParaRPr lang="en-US" sz="2200">
              <a:cs typeface="Calibri"/>
            </a:endParaRPr>
          </a:p>
          <a:p>
            <a:endParaRPr lang="en-US" sz="2200">
              <a:cs typeface="Calibri"/>
            </a:endParaRPr>
          </a:p>
        </p:txBody>
      </p:sp>
      <p:sp>
        <p:nvSpPr>
          <p:cNvPr id="4" name="TextBox 3">
            <a:extLst>
              <a:ext uri="{FF2B5EF4-FFF2-40B4-BE49-F238E27FC236}">
                <a16:creationId xmlns:a16="http://schemas.microsoft.com/office/drawing/2014/main" id="{CAE8CBD9-1B56-F5D2-7C42-CA5FAA6D263D}"/>
              </a:ext>
            </a:extLst>
          </p:cNvPr>
          <p:cNvSpPr txBox="1"/>
          <p:nvPr/>
        </p:nvSpPr>
        <p:spPr>
          <a:xfrm>
            <a:off x="626125" y="2009660"/>
            <a:ext cx="10876402"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cs typeface="Calibri"/>
              </a:rPr>
              <a:t>My organization has a Quality Assurance plan in place?</a:t>
            </a:r>
            <a:endParaRPr lang="en-US" b="1" dirty="0"/>
          </a:p>
          <a:p>
            <a:endParaRPr lang="en-US" sz="2400" b="1" dirty="0">
              <a:cs typeface="Calibri"/>
            </a:endParaRPr>
          </a:p>
          <a:p>
            <a:endParaRPr lang="en-US" sz="2400" b="1" dirty="0">
              <a:cs typeface="Calibri"/>
            </a:endParaRPr>
          </a:p>
          <a:p>
            <a:pPr marL="285750" indent="-285750">
              <a:buFont typeface="Arial"/>
              <a:buChar char="•"/>
            </a:pPr>
            <a:r>
              <a:rPr lang="en-US" sz="2400" b="1" dirty="0">
                <a:cs typeface="Calibri"/>
              </a:rPr>
              <a:t>Yes</a:t>
            </a:r>
            <a:endParaRPr lang="en-US" sz="2400" b="1" dirty="0">
              <a:ea typeface="Calibri"/>
              <a:cs typeface="Calibri"/>
            </a:endParaRPr>
          </a:p>
          <a:p>
            <a:pPr marL="285750" indent="-285750">
              <a:buFont typeface="Arial"/>
              <a:buChar char="•"/>
            </a:pPr>
            <a:r>
              <a:rPr lang="en-US" sz="2400" b="1" dirty="0">
                <a:cs typeface="Calibri"/>
              </a:rPr>
              <a:t>No</a:t>
            </a:r>
            <a:endParaRPr lang="en-US" sz="2400" b="1" dirty="0">
              <a:ea typeface="Calibri"/>
              <a:cs typeface="Calibri"/>
            </a:endParaRPr>
          </a:p>
          <a:p>
            <a:pPr marL="285750" indent="-285750">
              <a:buFont typeface="Arial"/>
              <a:buChar char="•"/>
            </a:pPr>
            <a:r>
              <a:rPr lang="en-US" sz="2400" b="1" dirty="0">
                <a:cs typeface="Calibri"/>
              </a:rPr>
              <a:t>I'm not sure </a:t>
            </a:r>
            <a:endParaRPr lang="en-US" sz="2400" b="1" dirty="0">
              <a:ea typeface="Calibri"/>
              <a:cs typeface="Calibri"/>
            </a:endParaRPr>
          </a:p>
        </p:txBody>
      </p:sp>
      <p:pic>
        <p:nvPicPr>
          <p:cNvPr id="7" name="Picture 6">
            <a:extLst>
              <a:ext uri="{FF2B5EF4-FFF2-40B4-BE49-F238E27FC236}">
                <a16:creationId xmlns:a16="http://schemas.microsoft.com/office/drawing/2014/main" id="{9D9E1FB0-B8B2-5524-8546-F0420137DB77}"/>
              </a:ext>
            </a:extLst>
          </p:cNvPr>
          <p:cNvPicPr>
            <a:picLocks noChangeAspect="1"/>
          </p:cNvPicPr>
          <p:nvPr/>
        </p:nvPicPr>
        <p:blipFill>
          <a:blip r:embed="rId3"/>
          <a:stretch>
            <a:fillRect/>
          </a:stretch>
        </p:blipFill>
        <p:spPr>
          <a:xfrm>
            <a:off x="911691" y="1452278"/>
            <a:ext cx="10288436" cy="171474"/>
          </a:xfrm>
          <a:prstGeom prst="rect">
            <a:avLst/>
          </a:prstGeom>
        </p:spPr>
      </p:pic>
    </p:spTree>
    <p:extLst>
      <p:ext uri="{BB962C8B-B14F-4D97-AF65-F5344CB8AC3E}">
        <p14:creationId xmlns:p14="http://schemas.microsoft.com/office/powerpoint/2010/main" val="9635257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18E69974-B28E-494F-F351-2939085E8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9E7729-A38E-87A3-17F9-E8DA1F3A98FB}"/>
              </a:ext>
            </a:extLst>
          </p:cNvPr>
          <p:cNvSpPr>
            <a:spLocks noGrp="1"/>
          </p:cNvSpPr>
          <p:nvPr>
            <p:ph type="title"/>
          </p:nvPr>
        </p:nvSpPr>
        <p:spPr/>
        <p:txBody>
          <a:bodyPr>
            <a:normAutofit/>
          </a:bodyPr>
          <a:lstStyle/>
          <a:p>
            <a:r>
              <a:rPr lang="en-US" sz="5400">
                <a:cs typeface="Calibri Light"/>
              </a:rPr>
              <a:t>Poll Question #3</a:t>
            </a:r>
          </a:p>
        </p:txBody>
      </p:sp>
      <p:sp>
        <p:nvSpPr>
          <p:cNvPr id="3" name="Content Placeholder 2">
            <a:extLst>
              <a:ext uri="{FF2B5EF4-FFF2-40B4-BE49-F238E27FC236}">
                <a16:creationId xmlns:a16="http://schemas.microsoft.com/office/drawing/2014/main" id="{ABE23105-CF5C-C78F-790D-AD99D2D96A6A}"/>
              </a:ext>
            </a:extLst>
          </p:cNvPr>
          <p:cNvSpPr>
            <a:spLocks noGrp="1"/>
          </p:cNvSpPr>
          <p:nvPr>
            <p:ph idx="1"/>
          </p:nvPr>
        </p:nvSpPr>
        <p:spPr>
          <a:xfrm>
            <a:off x="713443" y="1967993"/>
            <a:ext cx="10684933" cy="4251960"/>
          </a:xfrm>
        </p:spPr>
        <p:txBody>
          <a:bodyPr vert="horz" lIns="91440" tIns="45720" rIns="91440" bIns="45720" rtlCol="0" anchor="t">
            <a:normAutofit/>
          </a:bodyPr>
          <a:lstStyle/>
          <a:p>
            <a:pPr marL="0" indent="0">
              <a:buNone/>
            </a:pPr>
            <a:endParaRPr lang="en-US" sz="2200">
              <a:cs typeface="Calibri"/>
            </a:endParaRPr>
          </a:p>
          <a:p>
            <a:endParaRPr lang="en-US" sz="2200">
              <a:cs typeface="Calibri"/>
            </a:endParaRPr>
          </a:p>
        </p:txBody>
      </p:sp>
      <p:sp>
        <p:nvSpPr>
          <p:cNvPr id="4" name="TextBox 3">
            <a:extLst>
              <a:ext uri="{FF2B5EF4-FFF2-40B4-BE49-F238E27FC236}">
                <a16:creationId xmlns:a16="http://schemas.microsoft.com/office/drawing/2014/main" id="{7D567F03-ABD1-511B-8285-21BF364CDE87}"/>
              </a:ext>
            </a:extLst>
          </p:cNvPr>
          <p:cNvSpPr txBox="1"/>
          <p:nvPr/>
        </p:nvSpPr>
        <p:spPr>
          <a:xfrm>
            <a:off x="626125" y="2009660"/>
            <a:ext cx="10876402"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cs typeface="Calibri"/>
              </a:rPr>
              <a:t>My organization currently has a Big Hairy Audacious Goal (BHAG) in place related to employment and/or community engagement goals</a:t>
            </a:r>
            <a:endParaRPr lang="en-US" b="1" dirty="0"/>
          </a:p>
          <a:p>
            <a:endParaRPr lang="en-US" sz="2400" b="1" dirty="0">
              <a:cs typeface="Calibri"/>
            </a:endParaRPr>
          </a:p>
          <a:p>
            <a:endParaRPr lang="en-US" sz="2400" b="1" dirty="0">
              <a:cs typeface="Calibri"/>
            </a:endParaRPr>
          </a:p>
          <a:p>
            <a:pPr marL="285750" indent="-285750">
              <a:buFont typeface="Arial"/>
              <a:buChar char="•"/>
            </a:pPr>
            <a:r>
              <a:rPr lang="en-US" sz="2400" b="1" dirty="0">
                <a:cs typeface="Calibri"/>
              </a:rPr>
              <a:t>Yes</a:t>
            </a:r>
            <a:endParaRPr lang="en-US" sz="2400" b="1" dirty="0">
              <a:ea typeface="Calibri"/>
              <a:cs typeface="Calibri"/>
            </a:endParaRPr>
          </a:p>
          <a:p>
            <a:pPr marL="285750" indent="-285750">
              <a:buFont typeface="Arial"/>
              <a:buChar char="•"/>
            </a:pPr>
            <a:r>
              <a:rPr lang="en-US" sz="2400" b="1" dirty="0">
                <a:cs typeface="Calibri"/>
              </a:rPr>
              <a:t>No</a:t>
            </a:r>
            <a:endParaRPr lang="en-US" sz="2400" b="1" dirty="0">
              <a:ea typeface="Calibri"/>
              <a:cs typeface="Calibri"/>
            </a:endParaRPr>
          </a:p>
          <a:p>
            <a:pPr marL="285750" indent="-285750">
              <a:buFont typeface="Arial"/>
              <a:buChar char="•"/>
            </a:pPr>
            <a:r>
              <a:rPr lang="en-US" sz="2400" b="1" dirty="0">
                <a:cs typeface="Calibri"/>
              </a:rPr>
              <a:t>I'm not sure </a:t>
            </a:r>
            <a:endParaRPr lang="en-US" sz="2400" b="1" dirty="0">
              <a:ea typeface="Calibri"/>
              <a:cs typeface="Calibri"/>
            </a:endParaRPr>
          </a:p>
        </p:txBody>
      </p:sp>
      <p:pic>
        <p:nvPicPr>
          <p:cNvPr id="7" name="Picture 6">
            <a:extLst>
              <a:ext uri="{FF2B5EF4-FFF2-40B4-BE49-F238E27FC236}">
                <a16:creationId xmlns:a16="http://schemas.microsoft.com/office/drawing/2014/main" id="{10B606E0-C735-9A2F-9AE0-291DA89EB61B}"/>
              </a:ext>
            </a:extLst>
          </p:cNvPr>
          <p:cNvPicPr>
            <a:picLocks noChangeAspect="1"/>
          </p:cNvPicPr>
          <p:nvPr/>
        </p:nvPicPr>
        <p:blipFill>
          <a:blip r:embed="rId3"/>
          <a:stretch>
            <a:fillRect/>
          </a:stretch>
        </p:blipFill>
        <p:spPr>
          <a:xfrm>
            <a:off x="920108" y="1519214"/>
            <a:ext cx="10288436" cy="171474"/>
          </a:xfrm>
          <a:prstGeom prst="rect">
            <a:avLst/>
          </a:prstGeom>
        </p:spPr>
      </p:pic>
    </p:spTree>
    <p:extLst>
      <p:ext uri="{BB962C8B-B14F-4D97-AF65-F5344CB8AC3E}">
        <p14:creationId xmlns:p14="http://schemas.microsoft.com/office/powerpoint/2010/main" val="2553084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C15CD-90A6-80DE-5FE1-223475BFBBF5}"/>
              </a:ext>
            </a:extLst>
          </p:cNvPr>
          <p:cNvSpPr>
            <a:spLocks noGrp="1"/>
          </p:cNvSpPr>
          <p:nvPr>
            <p:ph type="title"/>
          </p:nvPr>
        </p:nvSpPr>
        <p:spPr>
          <a:xfrm>
            <a:off x="2502693" y="627385"/>
            <a:ext cx="7215188" cy="856248"/>
          </a:xfrm>
        </p:spPr>
        <p:txBody>
          <a:bodyPr>
            <a:normAutofit/>
          </a:bodyPr>
          <a:lstStyle/>
          <a:p>
            <a:pPr algn="ctr"/>
            <a:r>
              <a:rPr lang="en-US" sz="3600"/>
              <a:t>What’s Your BHAG?</a:t>
            </a:r>
          </a:p>
        </p:txBody>
      </p:sp>
      <p:sp>
        <p:nvSpPr>
          <p:cNvPr id="3" name="Content Placeholder 2">
            <a:extLst>
              <a:ext uri="{FF2B5EF4-FFF2-40B4-BE49-F238E27FC236}">
                <a16:creationId xmlns:a16="http://schemas.microsoft.com/office/drawing/2014/main" id="{873D567F-5FBF-3E22-09D1-914ADB293D30}"/>
              </a:ext>
            </a:extLst>
          </p:cNvPr>
          <p:cNvSpPr>
            <a:spLocks noGrp="1"/>
          </p:cNvSpPr>
          <p:nvPr>
            <p:ph idx="1"/>
          </p:nvPr>
        </p:nvSpPr>
        <p:spPr>
          <a:xfrm>
            <a:off x="2547937" y="4863715"/>
            <a:ext cx="7169944" cy="1374741"/>
          </a:xfrm>
        </p:spPr>
        <p:txBody>
          <a:bodyPr anchor="ctr">
            <a:normAutofit/>
          </a:bodyPr>
          <a:lstStyle/>
          <a:p>
            <a:pPr marL="0" indent="0" algn="ctr">
              <a:buNone/>
            </a:pPr>
            <a:r>
              <a:rPr lang="en-US" sz="3600"/>
              <a:t>“We’re going to get 60 jobs in 2006”</a:t>
            </a:r>
          </a:p>
          <a:p>
            <a:pPr marL="0" indent="0" algn="ctr">
              <a:buNone/>
            </a:pPr>
            <a:endParaRPr lang="en-US" sz="1700"/>
          </a:p>
          <a:p>
            <a:pPr marL="0" indent="0" algn="ctr">
              <a:buNone/>
            </a:pPr>
            <a:endParaRPr lang="en-US" sz="1700"/>
          </a:p>
        </p:txBody>
      </p:sp>
      <p:pic>
        <p:nvPicPr>
          <p:cNvPr id="4" name="Picture 3" descr="coastal_logo.jpg">
            <a:extLst>
              <a:ext uri="{FF2B5EF4-FFF2-40B4-BE49-F238E27FC236}">
                <a16:creationId xmlns:a16="http://schemas.microsoft.com/office/drawing/2014/main" id="{D2823693-CA89-3D2F-1B78-16E7FBD2DA1F}"/>
              </a:ext>
            </a:extLst>
          </p:cNvPr>
          <p:cNvPicPr>
            <a:picLocks noChangeAspect="1"/>
          </p:cNvPicPr>
          <p:nvPr/>
        </p:nvPicPr>
        <p:blipFill rotWithShape="1">
          <a:blip r:embed="rId3">
            <a:extLst>
              <a:ext uri="{28A0092B-C50C-407E-A947-70E740481C1C}">
                <a14:useLocalDpi xmlns:a14="http://schemas.microsoft.com/office/drawing/2010/main" val="0"/>
              </a:ext>
            </a:extLst>
          </a:blip>
          <a:srcRect r="6810"/>
          <a:stretch/>
        </p:blipFill>
        <p:spPr>
          <a:xfrm>
            <a:off x="3723482" y="1765254"/>
            <a:ext cx="4714875" cy="2630878"/>
          </a:xfrm>
          <a:prstGeom prst="rect">
            <a:avLst/>
          </a:prstGeom>
        </p:spPr>
      </p:pic>
    </p:spTree>
    <p:extLst>
      <p:ext uri="{BB962C8B-B14F-4D97-AF65-F5344CB8AC3E}">
        <p14:creationId xmlns:p14="http://schemas.microsoft.com/office/powerpoint/2010/main" val="25186009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E94D-7E51-E77E-C2DE-F6DE09C60836}"/>
              </a:ext>
            </a:extLst>
          </p:cNvPr>
          <p:cNvSpPr>
            <a:spLocks noGrp="1"/>
          </p:cNvSpPr>
          <p:nvPr>
            <p:ph type="title"/>
          </p:nvPr>
        </p:nvSpPr>
        <p:spPr>
          <a:xfrm>
            <a:off x="363450" y="-514153"/>
            <a:ext cx="6800240" cy="1616203"/>
          </a:xfrm>
        </p:spPr>
        <p:txBody>
          <a:bodyPr anchor="b">
            <a:normAutofit/>
          </a:bodyPr>
          <a:lstStyle/>
          <a:p>
            <a:r>
              <a:rPr lang="en-US" sz="3200" b="1">
                <a:cs typeface="Calibri Light"/>
              </a:rPr>
              <a:t>Facilitated Small Group Discussions</a:t>
            </a:r>
            <a:endParaRPr lang="en-US" sz="3200" b="1"/>
          </a:p>
        </p:txBody>
      </p:sp>
      <p:sp>
        <p:nvSpPr>
          <p:cNvPr id="3" name="Content Placeholder 2">
            <a:extLst>
              <a:ext uri="{FF2B5EF4-FFF2-40B4-BE49-F238E27FC236}">
                <a16:creationId xmlns:a16="http://schemas.microsoft.com/office/drawing/2014/main" id="{3D6A0ACA-84DB-9333-C212-9D80AAF09C87}"/>
              </a:ext>
            </a:extLst>
          </p:cNvPr>
          <p:cNvSpPr>
            <a:spLocks noGrp="1"/>
          </p:cNvSpPr>
          <p:nvPr>
            <p:ph idx="1"/>
          </p:nvPr>
        </p:nvSpPr>
        <p:spPr>
          <a:xfrm>
            <a:off x="367813" y="1139441"/>
            <a:ext cx="8117938" cy="4716296"/>
          </a:xfrm>
        </p:spPr>
        <p:txBody>
          <a:bodyPr vert="horz" lIns="91440" tIns="45720" rIns="91440" bIns="45720" rtlCol="0" anchor="t">
            <a:normAutofit/>
          </a:bodyPr>
          <a:lstStyle/>
          <a:p>
            <a:pPr marL="0" indent="0">
              <a:buNone/>
            </a:pPr>
            <a:endParaRPr lang="en-US" sz="2000" b="1"/>
          </a:p>
          <a:p>
            <a:pPr marL="0" indent="0">
              <a:buNone/>
            </a:pPr>
            <a:endParaRPr lang="en-US" sz="2000">
              <a:cs typeface="Calibri" panose="020F0502020204030204"/>
            </a:endParaRPr>
          </a:p>
          <a:p>
            <a:pPr marL="0" indent="0">
              <a:buNone/>
            </a:pPr>
            <a:r>
              <a:rPr lang="en-US" sz="2000" b="1" dirty="0">
                <a:ea typeface="Calibri"/>
                <a:cs typeface="Calibri" panose="020F0502020204030204"/>
              </a:rPr>
              <a:t>*identify a note-taker/reporter </a:t>
            </a:r>
          </a:p>
          <a:p>
            <a:pPr marL="457200" lvl="1" indent="0">
              <a:buNone/>
            </a:pPr>
            <a:endParaRPr lang="en-US" sz="1600">
              <a:ea typeface="Calibri"/>
              <a:cs typeface="Calibri" panose="020F0502020204030204"/>
            </a:endParaRPr>
          </a:p>
          <a:p>
            <a:r>
              <a:rPr lang="en-US" sz="2000" dirty="0">
                <a:ea typeface="Calibri"/>
                <a:cs typeface="Calibri" panose="020F0502020204030204"/>
              </a:rPr>
              <a:t>How does your organization measure quality? </a:t>
            </a:r>
            <a:endParaRPr lang="en-US" dirty="0"/>
          </a:p>
          <a:p>
            <a:endParaRPr lang="en-US" sz="2000">
              <a:ea typeface="Calibri"/>
              <a:cs typeface="Calibri" panose="020F0502020204030204"/>
            </a:endParaRPr>
          </a:p>
          <a:p>
            <a:r>
              <a:rPr lang="en-US" sz="2000" dirty="0">
                <a:ea typeface="Calibri"/>
                <a:cs typeface="Calibri" panose="020F0502020204030204"/>
              </a:rPr>
              <a:t>How do you as a middle manager/leader measure quality?</a:t>
            </a:r>
          </a:p>
          <a:p>
            <a:endParaRPr lang="en-US" sz="2000" dirty="0">
              <a:ea typeface="Calibri"/>
              <a:cs typeface="Calibri" panose="020F0502020204030204"/>
            </a:endParaRPr>
          </a:p>
          <a:p>
            <a:r>
              <a:rPr lang="en-US" sz="2000" dirty="0">
                <a:ea typeface="Calibri"/>
                <a:cs typeface="Calibri" panose="020F0502020204030204"/>
              </a:rPr>
              <a:t>Do DSPs know how your organization measures quality? How is it shared?  </a:t>
            </a:r>
            <a:endParaRPr lang="en-US" dirty="0">
              <a:ea typeface="Calibri"/>
              <a:cs typeface="Calibri"/>
            </a:endParaRPr>
          </a:p>
          <a:p>
            <a:pPr lvl="1">
              <a:buFont typeface="Courier New" panose="020B0604020202020204" pitchFamily="34" charset="0"/>
              <a:buChar char="o"/>
            </a:pPr>
            <a:endParaRPr lang="en-US" sz="1600">
              <a:ea typeface="Calibri"/>
              <a:cs typeface="Calibri" panose="020F0502020204030204"/>
            </a:endParaRPr>
          </a:p>
          <a:p>
            <a:pPr marL="0" indent="0">
              <a:buNone/>
            </a:pPr>
            <a:endParaRPr lang="en-US" sz="2000">
              <a:ea typeface="Calibri" panose="020F0502020204030204"/>
              <a:cs typeface="Calibri" panose="020F0502020204030204"/>
            </a:endParaRPr>
          </a:p>
          <a:p>
            <a:pPr marL="0" indent="0">
              <a:buNone/>
            </a:pPr>
            <a:endParaRPr lang="en-US" sz="2000">
              <a:ea typeface="Calibri" panose="020F0502020204030204"/>
              <a:cs typeface="Calibri" panose="020F0502020204030204"/>
            </a:endParaRPr>
          </a:p>
          <a:p>
            <a:endParaRPr lang="en-US" sz="2000" b="1">
              <a:ea typeface="Calibri" panose="020F0502020204030204"/>
              <a:cs typeface="Calibri" panose="020F0502020204030204"/>
            </a:endParaRPr>
          </a:p>
          <a:p>
            <a:endParaRPr lang="en-US" sz="2000" b="1">
              <a:ea typeface="Calibri" panose="020F0502020204030204"/>
              <a:cs typeface="Calibri" panose="020F0502020204030204"/>
            </a:endParaRPr>
          </a:p>
          <a:p>
            <a:endParaRPr lang="en-US" sz="2000">
              <a:ea typeface="Calibri" panose="020F0502020204030204"/>
              <a:cs typeface="Calibri" panose="020F0502020204030204"/>
            </a:endParaRPr>
          </a:p>
          <a:p>
            <a:pPr marL="0" indent="0">
              <a:buNone/>
            </a:pPr>
            <a:endParaRPr lang="en-US" sz="2000">
              <a:ea typeface="Calibri" panose="020F0502020204030204"/>
              <a:cs typeface="Calibri" panose="020F0502020204030204"/>
            </a:endParaRPr>
          </a:p>
          <a:p>
            <a:pPr marL="0" indent="0">
              <a:buNone/>
            </a:pPr>
            <a:endParaRPr lang="en-US" sz="2000">
              <a:ea typeface="Calibri" panose="020F0502020204030204"/>
              <a:cs typeface="Calibri" panose="020F0502020204030204"/>
            </a:endParaRPr>
          </a:p>
          <a:p>
            <a:pPr marL="0" indent="0">
              <a:buNone/>
            </a:pPr>
            <a:endParaRPr lang="en-US" sz="2000">
              <a:ea typeface="Calibri" panose="020F0502020204030204"/>
              <a:cs typeface="Calibri" panose="020F0502020204030204"/>
            </a:endParaRPr>
          </a:p>
          <a:p>
            <a:pPr marL="0" indent="0">
              <a:buNone/>
            </a:pPr>
            <a:endParaRPr lang="en-US" sz="2000">
              <a:ea typeface="Calibri" panose="020F0502020204030204"/>
              <a:cs typeface="Calibri" panose="020F0502020204030204"/>
            </a:endParaRPr>
          </a:p>
        </p:txBody>
      </p:sp>
      <p:pic>
        <p:nvPicPr>
          <p:cNvPr id="5" name="Picture 4" descr="Yellow paper aeroplane flying the opposite way as many grey paper aeroplanes">
            <a:extLst>
              <a:ext uri="{FF2B5EF4-FFF2-40B4-BE49-F238E27FC236}">
                <a16:creationId xmlns:a16="http://schemas.microsoft.com/office/drawing/2014/main" id="{F53937BC-45E9-0C6B-2C07-86971A09653E}"/>
              </a:ext>
            </a:extLst>
          </p:cNvPr>
          <p:cNvPicPr>
            <a:picLocks noChangeAspect="1"/>
          </p:cNvPicPr>
          <p:nvPr/>
        </p:nvPicPr>
        <p:blipFill rotWithShape="1">
          <a:blip r:embed="rId3"/>
          <a:srcRect l="5379" r="27767" b="-3"/>
          <a:stretch/>
        </p:blipFill>
        <p:spPr>
          <a:xfrm>
            <a:off x="8829883" y="1618331"/>
            <a:ext cx="3076380" cy="3068664"/>
          </a:xfrm>
          <a:prstGeom prst="rect">
            <a:avLst/>
          </a:prstGeom>
        </p:spPr>
      </p:pic>
    </p:spTree>
    <p:extLst>
      <p:ext uri="{BB962C8B-B14F-4D97-AF65-F5344CB8AC3E}">
        <p14:creationId xmlns:p14="http://schemas.microsoft.com/office/powerpoint/2010/main" val="1193219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One in a crowd">
            <a:extLst>
              <a:ext uri="{FF2B5EF4-FFF2-40B4-BE49-F238E27FC236}">
                <a16:creationId xmlns:a16="http://schemas.microsoft.com/office/drawing/2014/main" id="{0EE27634-0738-C6C3-CA25-57D2205CB34B}"/>
              </a:ext>
            </a:extLst>
          </p:cNvPr>
          <p:cNvPicPr>
            <a:picLocks noChangeAspect="1"/>
          </p:cNvPicPr>
          <p:nvPr/>
        </p:nvPicPr>
        <p:blipFill rotWithShape="1">
          <a:blip r:embed="rId3"/>
          <a:srcRect l="20193" r="12918" b="9731"/>
          <a:stretch>
            <a:fillRect/>
          </a:stretch>
        </p:blipFill>
        <p:spPr>
          <a:xfrm>
            <a:off x="20" y="10"/>
            <a:ext cx="6116549" cy="6190928"/>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2" name="Title 1">
            <a:extLst>
              <a:ext uri="{FF2B5EF4-FFF2-40B4-BE49-F238E27FC236}">
                <a16:creationId xmlns:a16="http://schemas.microsoft.com/office/drawing/2014/main" id="{D3C18C82-7E7A-69DF-28E9-A646A9EE6BF3}"/>
              </a:ext>
            </a:extLst>
          </p:cNvPr>
          <p:cNvSpPr>
            <a:spLocks noGrp="1"/>
          </p:cNvSpPr>
          <p:nvPr>
            <p:ph type="title"/>
          </p:nvPr>
        </p:nvSpPr>
        <p:spPr>
          <a:xfrm>
            <a:off x="6430444" y="513761"/>
            <a:ext cx="5613915" cy="1807305"/>
          </a:xfrm>
        </p:spPr>
        <p:txBody>
          <a:bodyPr>
            <a:normAutofit fontScale="90000"/>
          </a:bodyPr>
          <a:lstStyle/>
          <a:p>
            <a:r>
              <a:rPr lang="en-US" b="1">
                <a:ea typeface="Calibri Light"/>
                <a:cs typeface="Calibri Light"/>
              </a:rPr>
              <a:t>Share one positive outcome from your participation in this course: </a:t>
            </a:r>
          </a:p>
        </p:txBody>
      </p:sp>
      <p:sp>
        <p:nvSpPr>
          <p:cNvPr id="3" name="Content Placeholder 2">
            <a:extLst>
              <a:ext uri="{FF2B5EF4-FFF2-40B4-BE49-F238E27FC236}">
                <a16:creationId xmlns:a16="http://schemas.microsoft.com/office/drawing/2014/main" id="{CF9762A3-3F27-4C0E-9D23-EF0C2D6BC461}"/>
              </a:ext>
            </a:extLst>
          </p:cNvPr>
          <p:cNvSpPr>
            <a:spLocks noGrp="1"/>
          </p:cNvSpPr>
          <p:nvPr>
            <p:ph idx="1"/>
          </p:nvPr>
        </p:nvSpPr>
        <p:spPr>
          <a:xfrm>
            <a:off x="6513788" y="2824910"/>
            <a:ext cx="4840010" cy="3843666"/>
          </a:xfrm>
        </p:spPr>
        <p:txBody>
          <a:bodyPr vert="horz" lIns="91440" tIns="45720" rIns="91440" bIns="45720" rtlCol="0" anchor="t">
            <a:normAutofit/>
          </a:bodyPr>
          <a:lstStyle/>
          <a:p>
            <a:r>
              <a:rPr lang="en-US" sz="2000">
                <a:ea typeface="Calibri"/>
                <a:cs typeface="Calibri"/>
              </a:rPr>
              <a:t>Something you've learned</a:t>
            </a:r>
          </a:p>
          <a:p>
            <a:r>
              <a:rPr lang="en-US" sz="2000">
                <a:ea typeface="Calibri"/>
                <a:cs typeface="Calibri"/>
              </a:rPr>
              <a:t>Something you've accomplished </a:t>
            </a:r>
          </a:p>
          <a:p>
            <a:r>
              <a:rPr lang="en-US" sz="2000">
                <a:ea typeface="Calibri"/>
                <a:cs typeface="Calibri"/>
              </a:rPr>
              <a:t>Something you look forward to</a:t>
            </a:r>
          </a:p>
          <a:p>
            <a:r>
              <a:rPr lang="en-US" sz="2000">
                <a:ea typeface="Calibri"/>
                <a:cs typeface="Calibri"/>
              </a:rPr>
              <a:t>Something you are going to work on or accomplish in the future </a:t>
            </a:r>
          </a:p>
          <a:p>
            <a:r>
              <a:rPr lang="en-US" sz="2000">
                <a:ea typeface="Calibri"/>
                <a:cs typeface="Calibri"/>
              </a:rPr>
              <a:t>Anything else</a:t>
            </a:r>
          </a:p>
        </p:txBody>
      </p:sp>
    </p:spTree>
    <p:extLst>
      <p:ext uri="{BB962C8B-B14F-4D97-AF65-F5344CB8AC3E}">
        <p14:creationId xmlns:p14="http://schemas.microsoft.com/office/powerpoint/2010/main" val="3923397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A3104-7CFF-6673-1C04-6EB36575C478}"/>
              </a:ext>
            </a:extLst>
          </p:cNvPr>
          <p:cNvSpPr>
            <a:spLocks noGrp="1"/>
          </p:cNvSpPr>
          <p:nvPr>
            <p:ph type="title"/>
          </p:nvPr>
        </p:nvSpPr>
        <p:spPr>
          <a:xfrm>
            <a:off x="6513788" y="365125"/>
            <a:ext cx="5675751" cy="1807305"/>
          </a:xfrm>
        </p:spPr>
        <p:txBody>
          <a:bodyPr>
            <a:normAutofit/>
          </a:bodyPr>
          <a:lstStyle/>
          <a:p>
            <a:r>
              <a:rPr lang="en-US" b="1">
                <a:ea typeface="Calibri Light"/>
                <a:cs typeface="Calibri Light"/>
              </a:rPr>
              <a:t>Course wrap-up </a:t>
            </a:r>
            <a:br>
              <a:rPr lang="en-US" b="1">
                <a:ea typeface="Calibri Light"/>
                <a:cs typeface="Calibri Light"/>
              </a:rPr>
            </a:br>
            <a:r>
              <a:rPr lang="en-US" b="1">
                <a:ea typeface="Calibri Light"/>
                <a:cs typeface="Calibri Light"/>
              </a:rPr>
              <a:t>Logistics </a:t>
            </a:r>
            <a:endParaRPr lang="en-US" b="1"/>
          </a:p>
        </p:txBody>
      </p:sp>
      <p:sp>
        <p:nvSpPr>
          <p:cNvPr id="3" name="Content Placeholder 2">
            <a:extLst>
              <a:ext uri="{FF2B5EF4-FFF2-40B4-BE49-F238E27FC236}">
                <a16:creationId xmlns:a16="http://schemas.microsoft.com/office/drawing/2014/main" id="{2FDDAA7D-56E6-9BA0-881E-96DD5BB10CAB}"/>
              </a:ext>
            </a:extLst>
          </p:cNvPr>
          <p:cNvSpPr>
            <a:spLocks noGrp="1"/>
          </p:cNvSpPr>
          <p:nvPr>
            <p:ph idx="1"/>
          </p:nvPr>
        </p:nvSpPr>
        <p:spPr>
          <a:xfrm>
            <a:off x="6513788" y="2333297"/>
            <a:ext cx="5257880" cy="3843666"/>
          </a:xfrm>
        </p:spPr>
        <p:txBody>
          <a:bodyPr vert="horz" lIns="91440" tIns="45720" rIns="91440" bIns="45720" rtlCol="0" anchor="t">
            <a:normAutofit fontScale="92500"/>
          </a:bodyPr>
          <a:lstStyle/>
          <a:p>
            <a:r>
              <a:rPr lang="en-US" sz="3600" b="1" dirty="0">
                <a:ea typeface="Calibri"/>
                <a:cs typeface="Calibri"/>
              </a:rPr>
              <a:t>Make sure assignments and quizzes are completed </a:t>
            </a:r>
          </a:p>
          <a:p>
            <a:r>
              <a:rPr lang="en-US" sz="3600" b="1" dirty="0">
                <a:ea typeface="Calibri"/>
                <a:cs typeface="Calibri"/>
              </a:rPr>
              <a:t>Certificate of completion </a:t>
            </a:r>
          </a:p>
          <a:p>
            <a:r>
              <a:rPr lang="en-US" sz="3600" b="1" dirty="0">
                <a:ea typeface="Calibri"/>
                <a:cs typeface="Calibri"/>
              </a:rPr>
              <a:t> Mentors are available for support as needed</a:t>
            </a:r>
          </a:p>
          <a:p>
            <a:r>
              <a:rPr lang="en-US" sz="3600" b="1" dirty="0">
                <a:ea typeface="Calibri"/>
                <a:cs typeface="Calibri"/>
              </a:rPr>
              <a:t>Survey</a:t>
            </a:r>
          </a:p>
        </p:txBody>
      </p:sp>
      <p:pic>
        <p:nvPicPr>
          <p:cNvPr id="24" name="Picture 23" descr="Pen placed on top of a signature line">
            <a:extLst>
              <a:ext uri="{FF2B5EF4-FFF2-40B4-BE49-F238E27FC236}">
                <a16:creationId xmlns:a16="http://schemas.microsoft.com/office/drawing/2014/main" id="{A738141A-DE73-431E-DBD4-CA7B20EF0FDA}"/>
              </a:ext>
            </a:extLst>
          </p:cNvPr>
          <p:cNvPicPr>
            <a:picLocks noChangeAspect="1"/>
          </p:cNvPicPr>
          <p:nvPr/>
        </p:nvPicPr>
        <p:blipFill rotWithShape="1">
          <a:blip r:embed="rId3"/>
          <a:srcRect l="40557" r="-3" b="-3"/>
          <a:stretch/>
        </p:blipFill>
        <p:spPr>
          <a:xfrm>
            <a:off x="20" y="10"/>
            <a:ext cx="6116549" cy="6176953"/>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Tree>
    <p:extLst>
      <p:ext uri="{BB962C8B-B14F-4D97-AF65-F5344CB8AC3E}">
        <p14:creationId xmlns:p14="http://schemas.microsoft.com/office/powerpoint/2010/main" val="3723357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CCDD"/>
        </a:solidFill>
        <a:effectLst/>
      </p:bgPr>
    </p:bg>
    <p:spTree>
      <p:nvGrpSpPr>
        <p:cNvPr id="1" name=""/>
        <p:cNvGrpSpPr/>
        <p:nvPr/>
      </p:nvGrpSpPr>
      <p:grpSpPr>
        <a:xfrm>
          <a:off x="0" y="0"/>
          <a:ext cx="0" cy="0"/>
          <a:chOff x="0" y="0"/>
          <a:chExt cx="0" cy="0"/>
        </a:xfrm>
      </p:grpSpPr>
      <p:pic>
        <p:nvPicPr>
          <p:cNvPr id="5" name="Picture 4" descr="Cupcakes with candles">
            <a:extLst>
              <a:ext uri="{FF2B5EF4-FFF2-40B4-BE49-F238E27FC236}">
                <a16:creationId xmlns:a16="http://schemas.microsoft.com/office/drawing/2014/main" id="{6F7813EB-8FB3-93C0-67E7-B9B688E54AAE}"/>
              </a:ext>
            </a:extLst>
          </p:cNvPr>
          <p:cNvPicPr>
            <a:picLocks noChangeAspect="1"/>
          </p:cNvPicPr>
          <p:nvPr/>
        </p:nvPicPr>
        <p:blipFill rotWithShape="1">
          <a:blip r:embed="rId3">
            <a:alphaModFix amt="50000"/>
          </a:blip>
          <a:srcRect t="15605" r="-2" b="-2"/>
          <a:stretch/>
        </p:blipFill>
        <p:spPr>
          <a:xfrm>
            <a:off x="-1" y="-603963"/>
            <a:ext cx="12192001" cy="6857977"/>
          </a:xfrm>
          <a:prstGeom prst="rect">
            <a:avLst/>
          </a:prstGeom>
        </p:spPr>
      </p:pic>
      <p:sp>
        <p:nvSpPr>
          <p:cNvPr id="2" name="Title 1">
            <a:extLst>
              <a:ext uri="{FF2B5EF4-FFF2-40B4-BE49-F238E27FC236}">
                <a16:creationId xmlns:a16="http://schemas.microsoft.com/office/drawing/2014/main" id="{EEC41A9D-828B-EBA1-C1A3-C57D78F6CD13}"/>
              </a:ext>
            </a:extLst>
          </p:cNvPr>
          <p:cNvSpPr>
            <a:spLocks noGrp="1"/>
          </p:cNvSpPr>
          <p:nvPr>
            <p:ph type="title"/>
          </p:nvPr>
        </p:nvSpPr>
        <p:spPr>
          <a:xfrm>
            <a:off x="7529763" y="-585"/>
            <a:ext cx="4662237" cy="1787597"/>
          </a:xfrm>
        </p:spPr>
        <p:txBody>
          <a:bodyPr vert="horz" lIns="91440" tIns="45720" rIns="91440" bIns="45720" rtlCol="0" anchor="b">
            <a:normAutofit/>
          </a:bodyPr>
          <a:lstStyle/>
          <a:p>
            <a:pPr algn="ctr"/>
            <a:r>
              <a:rPr lang="en-US" sz="6000">
                <a:solidFill>
                  <a:srgbClr val="FFFFFF"/>
                </a:solidFill>
              </a:rPr>
              <a:t>Thank You!</a:t>
            </a:r>
          </a:p>
        </p:txBody>
      </p:sp>
    </p:spTree>
    <p:extLst>
      <p:ext uri="{BB962C8B-B14F-4D97-AF65-F5344CB8AC3E}">
        <p14:creationId xmlns:p14="http://schemas.microsoft.com/office/powerpoint/2010/main" val="2539942955"/>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D23A5-6954-CE5F-FF15-D6EC25C976F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01D97DB-D7EC-B493-0866-8214821EC26C}"/>
              </a:ext>
            </a:extLst>
          </p:cNvPr>
          <p:cNvSpPr>
            <a:spLocks noGrp="1"/>
          </p:cNvSpPr>
          <p:nvPr>
            <p:ph type="body" sz="quarter" idx="10"/>
          </p:nvPr>
        </p:nvSpPr>
        <p:spPr/>
        <p:txBody>
          <a:bodyPr vert="horz" lIns="91440" tIns="45720" rIns="91440" bIns="45720" rtlCol="0" anchor="ctr">
            <a:normAutofit/>
          </a:bodyPr>
          <a:lstStyle/>
          <a:p>
            <a:pPr marL="151765" algn="ctr"/>
            <a:r>
              <a:rPr lang="en-US" dirty="0">
                <a:highlight>
                  <a:srgbClr val="FFFF00"/>
                </a:highlight>
                <a:latin typeface="Open Sans"/>
                <a:ea typeface="Open Sans"/>
                <a:cs typeface="Open Sans"/>
              </a:rPr>
              <a:t>Insert QR code here</a:t>
            </a:r>
            <a:endParaRPr lang="en-US" dirty="0">
              <a:highlight>
                <a:srgbClr val="FFFF00"/>
              </a:highlight>
            </a:endParaRPr>
          </a:p>
        </p:txBody>
      </p:sp>
      <p:sp>
        <p:nvSpPr>
          <p:cNvPr id="3" name="Picture Placeholder 2">
            <a:extLst>
              <a:ext uri="{FF2B5EF4-FFF2-40B4-BE49-F238E27FC236}">
                <a16:creationId xmlns:a16="http://schemas.microsoft.com/office/drawing/2014/main" id="{651B4699-63D6-E83B-2128-98D9D0A9ECFB}"/>
              </a:ext>
            </a:extLst>
          </p:cNvPr>
          <p:cNvSpPr>
            <a:spLocks noGrp="1"/>
          </p:cNvSpPr>
          <p:nvPr>
            <p:ph type="pic" sz="quarter" idx="11"/>
          </p:nvPr>
        </p:nvSpPr>
        <p:spPr/>
        <p:txBody>
          <a:bodyPr/>
          <a:lstStyle/>
          <a:p>
            <a:endParaRPr lang="en-US"/>
          </a:p>
        </p:txBody>
      </p:sp>
      <p:sp>
        <p:nvSpPr>
          <p:cNvPr id="4"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Down Arrow 7">
            <a:extLst>
              <a:ext uri="{FF2B5EF4-FFF2-40B4-BE49-F238E27FC236}">
                <a16:creationId xmlns:a16="http://schemas.microsoft.com/office/drawing/2014/main" id="{0631530A-BDFC-9C5C-1DA0-0F64261CE7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rot="16200000">
            <a:off x="800100" y="1491343"/>
            <a:ext cx="3333749" cy="3499103"/>
          </a:xfrm>
          <a:prstGeom prst="downArrow">
            <a:avLst>
              <a:gd name="adj1" fmla="val 100000"/>
              <a:gd name="adj2" fmla="val 15788"/>
            </a:avLst>
          </a:prstGeom>
          <a:solidFill>
            <a:srgbClr val="C00000"/>
          </a:solidFill>
          <a:ln w="539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TextBox 5">
            <a:extLst>
              <a:ext uri="{FF2B5EF4-FFF2-40B4-BE49-F238E27FC236}">
                <a16:creationId xmlns:a16="http://schemas.microsoft.com/office/drawing/2014/main" id="{65A76B99-8A73-29D0-9F22-E4949BA51F8B}"/>
              </a:ext>
            </a:extLst>
          </p:cNvPr>
          <p:cNvSpPr txBox="1"/>
          <p:nvPr/>
        </p:nvSpPr>
        <p:spPr>
          <a:xfrm>
            <a:off x="830572" y="2480075"/>
            <a:ext cx="298684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800" dirty="0">
                <a:solidFill>
                  <a:schemeClr val="bg1"/>
                </a:solidFill>
              </a:rPr>
              <a:t>Session Evaluation</a:t>
            </a:r>
            <a:endParaRPr lang="en-US" sz="4800">
              <a:solidFill>
                <a:schemeClr val="bg1"/>
              </a:solidFill>
            </a:endParaRPr>
          </a:p>
        </p:txBody>
      </p:sp>
    </p:spTree>
    <p:extLst>
      <p:ext uri="{BB962C8B-B14F-4D97-AF65-F5344CB8AC3E}">
        <p14:creationId xmlns:p14="http://schemas.microsoft.com/office/powerpoint/2010/main" val="612838264"/>
      </p:ext>
    </p:extLst>
  </p:cSld>
  <p:clrMapOvr>
    <a:masterClrMapping/>
  </p:clrMapOvr>
</p:sld>
</file>

<file path=ppt/theme/theme1.xml><?xml version="1.0" encoding="utf-8"?>
<a:theme xmlns:a="http://schemas.openxmlformats.org/drawingml/2006/main" name="MTI_presentation template Feb 2026">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TI_presentation template Feb 2026" id="{7B630847-0ED3-4BB4-9400-A2393253C8A9}" vid="{696E90F8-2036-4576-8D73-CC01D280794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BB2021F6-6390-E548-8788-9CFEED8332EB}">
  <we:reference id="wa104380907" version="3.0.0.0" store="en-US" storeType="OMEX"/>
  <we:alternateReferences>
    <we:reference id="wa104380907" version="3.0.0.0" store="WA104380907"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3655ED7C-C660-D44E-950F-73565E84B7DF}">
  <we:reference id="wa104380050" version="3.1.0.0" store="en-US" storeType="OMEX"/>
  <we:alternateReferences>
    <we:reference id="WA104380050" version="3.1.0.0"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1B21FC9B7AC984AA00C441920861789" ma:contentTypeVersion="14" ma:contentTypeDescription="Create a new document." ma:contentTypeScope="" ma:versionID="721bff8729961bdf26432d404ad0f7b8">
  <xsd:schema xmlns:xsd="http://www.w3.org/2001/XMLSchema" xmlns:xs="http://www.w3.org/2001/XMLSchema" xmlns:p="http://schemas.microsoft.com/office/2006/metadata/properties" xmlns:ns2="ca97ef7e-529a-4920-85ff-23e7e8b7df0a" xmlns:ns3="65478fcb-3d94-40df-a0a2-f6a419610bdf" targetNamespace="http://schemas.microsoft.com/office/2006/metadata/properties" ma:root="true" ma:fieldsID="fec60b3e7c48bed252daabe4e1c35c90" ns2:_="" ns3:_="">
    <xsd:import namespace="ca97ef7e-529a-4920-85ff-23e7e8b7df0a"/>
    <xsd:import namespace="65478fcb-3d94-40df-a0a2-f6a419610bd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ObjectDetectorVersions" minOccurs="0"/>
                <xsd:element ref="ns2:lcf76f155ced4ddcb4097134ff3c332f" minOccurs="0"/>
                <xsd:element ref="ns2:MediaServiceOCR" minOccurs="0"/>
                <xsd:element ref="ns2:MediaServiceGenerationTime" minOccurs="0"/>
                <xsd:element ref="ns2:MediaServiceEventHashCode" minOccurs="0"/>
                <xsd:element ref="ns2:MediaServiceSearchPropertie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97ef7e-529a-4920-85ff-23e7e8b7df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bb1ab42-7277-4699-bffd-c4f8fd762ea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5478fcb-3d94-40df-a0a2-f6a419610bdf"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a97ef7e-529a-4920-85ff-23e7e8b7df0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1F99AD3-EF15-4D67-BA6B-CE76C7151242}"/>
</file>

<file path=customXml/itemProps2.xml><?xml version="1.0" encoding="utf-8"?>
<ds:datastoreItem xmlns:ds="http://schemas.openxmlformats.org/officeDocument/2006/customXml" ds:itemID="{1C753850-86F2-4118-B4E5-08C866EA802C}">
  <ds:schemaRefs>
    <ds:schemaRef ds:uri="http://schemas.microsoft.com/sharepoint/v3/contenttype/forms"/>
  </ds:schemaRefs>
</ds:datastoreItem>
</file>

<file path=customXml/itemProps3.xml><?xml version="1.0" encoding="utf-8"?>
<ds:datastoreItem xmlns:ds="http://schemas.openxmlformats.org/officeDocument/2006/customXml" ds:itemID="{42EB53E4-0001-4157-A0BF-772E8FE36E62}">
  <ds:schemaRefs>
    <ds:schemaRef ds:uri="ca97ef7e-529a-4920-85ff-23e7e8b7df0a"/>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MTI_presentation template Feb 2026</Template>
  <TotalTime>0</TotalTime>
  <Words>2368</Words>
  <Application>Microsoft Office PowerPoint</Application>
  <PresentationFormat>Widescreen</PresentationFormat>
  <Paragraphs>182</Paragraphs>
  <Slides>17</Slides>
  <Notes>13</Notes>
  <HiddenSlides>1</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17</vt:i4>
      </vt:variant>
    </vt:vector>
  </HeadingPairs>
  <TitlesOfParts>
    <vt:vector size="30" baseType="lpstr">
      <vt:lpstr>Aptos Narrow</vt:lpstr>
      <vt:lpstr>Arial</vt:lpstr>
      <vt:lpstr>Arial,Sans-Serif</vt:lpstr>
      <vt:lpstr>ArialMT</vt:lpstr>
      <vt:lpstr>Calibri</vt:lpstr>
      <vt:lpstr>Calibri Light</vt:lpstr>
      <vt:lpstr>Courier New</vt:lpstr>
      <vt:lpstr>Courier New,monospace</vt:lpstr>
      <vt:lpstr>Open Sans</vt:lpstr>
      <vt:lpstr>Open Sans Light</vt:lpstr>
      <vt:lpstr>Times</vt:lpstr>
      <vt:lpstr>Wingdings</vt:lpstr>
      <vt:lpstr>MTI_presentation template Feb 2026</vt:lpstr>
      <vt:lpstr>PowerPoint Presentation</vt:lpstr>
      <vt:lpstr>PowerPoint Presentation</vt:lpstr>
      <vt:lpstr>PowerPoint Presentation</vt:lpstr>
      <vt:lpstr>PowerPoint Presentation</vt:lpstr>
      <vt:lpstr>Learning Objectives</vt:lpstr>
      <vt:lpstr>Learning Objectives</vt:lpstr>
      <vt:lpstr>PowerPoint Presentation</vt:lpstr>
      <vt:lpstr>PowerPoint Presentation</vt:lpstr>
      <vt:lpstr>Poll Question #1</vt:lpstr>
      <vt:lpstr>Poll Question #2</vt:lpstr>
      <vt:lpstr>Poll Question #3</vt:lpstr>
      <vt:lpstr>What’s Your BHAG?</vt:lpstr>
      <vt:lpstr>Facilitated Small Group Discussions</vt:lpstr>
      <vt:lpstr>Share one positive outcome from your participation in this course: </vt:lpstr>
      <vt:lpstr>Course wrap-up  Logistics </vt:lpstr>
      <vt:lpstr>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Best Practices in Community and Employment Serices</dc:title>
  <dc:creator>Karen Flippo</dc:creator>
  <cp:lastModifiedBy>Heather N Smith</cp:lastModifiedBy>
  <cp:revision>1077</cp:revision>
  <dcterms:created xsi:type="dcterms:W3CDTF">2021-01-26T19:37:34Z</dcterms:created>
  <dcterms:modified xsi:type="dcterms:W3CDTF">2026-02-26T21:05:17Z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0x01010001B21FC9B7AC984AA00C441920861789</vt:lpwstr>
  </property>
  <property fmtid="{D5CDD505-2E9C-101B-9397-08002B2CF9AE}" pid="3" name="MediaServiceImageTags">
    <vt:lpwstr/>
  </property>
</Properties>
</file>