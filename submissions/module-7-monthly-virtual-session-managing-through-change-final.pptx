
<file path=[Content_Types].xml><?xml version="1.0" encoding="utf-8"?>
<Types xmlns="http://schemas.openxmlformats.org/package/2006/content-types">
  <Default Extension="eps" ContentType="image/ep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03" r:id="rId4"/>
  </p:sldMasterIdLst>
  <p:notesMasterIdLst>
    <p:notesMasterId r:id="rId24"/>
  </p:notesMasterIdLst>
  <p:sldIdLst>
    <p:sldId id="256" r:id="rId5"/>
    <p:sldId id="3561" r:id="rId6"/>
    <p:sldId id="3563" r:id="rId7"/>
    <p:sldId id="1496" r:id="rId8"/>
    <p:sldId id="1482" r:id="rId9"/>
    <p:sldId id="515" r:id="rId10"/>
    <p:sldId id="516" r:id="rId11"/>
    <p:sldId id="1488" r:id="rId12"/>
    <p:sldId id="3565" r:id="rId13"/>
    <p:sldId id="1316" r:id="rId14"/>
    <p:sldId id="1486" r:id="rId15"/>
    <p:sldId id="1307" r:id="rId16"/>
    <p:sldId id="1487" r:id="rId17"/>
    <p:sldId id="1338" r:id="rId18"/>
    <p:sldId id="1495" r:id="rId19"/>
    <p:sldId id="1494" r:id="rId20"/>
    <p:sldId id="502" r:id="rId21"/>
    <p:sldId id="1497" r:id="rId22"/>
    <p:sldId id="35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F384E5-CB3D-C24D-A06B-6FC5F0C85919}">
          <p14:sldIdLst>
            <p14:sldId id="256"/>
            <p14:sldId id="3561"/>
            <p14:sldId id="3563"/>
            <p14:sldId id="1496"/>
            <p14:sldId id="1482"/>
            <p14:sldId id="515"/>
            <p14:sldId id="516"/>
            <p14:sldId id="1488"/>
            <p14:sldId id="3565"/>
            <p14:sldId id="1316"/>
            <p14:sldId id="1486"/>
            <p14:sldId id="1307"/>
            <p14:sldId id="1487"/>
            <p14:sldId id="1338"/>
            <p14:sldId id="1495"/>
            <p14:sldId id="1494"/>
          </p14:sldIdLst>
        </p14:section>
        <p14:section name="Untitled Section" id="{FB007EE1-944F-B142-BB6F-47E954C70203}">
          <p14:sldIdLst>
            <p14:sldId id="502"/>
            <p14:sldId id="1497"/>
            <p14:sldId id="35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32"/>
    <a:srgbClr val="8D19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2B0548-3E21-3717-48C9-E16D0E0925B8}" v="2" dt="2026-03-13T19:57:41.3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ssyconsultant" userId="S::cassyconsultant_gmail.com#ext#@liveumb.onmicrosoft.com::4567efdf-f3b8-47e8-b289-37ddce4aa014" providerId="AD" clId="Web-{E7BAA876-05FB-E06D-17D7-03910C468823}"/>
    <pc:docChg chg="modSld">
      <pc:chgData name="cassyconsultant" userId="S::cassyconsultant_gmail.com#ext#@liveumb.onmicrosoft.com::4567efdf-f3b8-47e8-b289-37ddce4aa014" providerId="AD" clId="Web-{E7BAA876-05FB-E06D-17D7-03910C468823}" dt="2026-03-10T19:58:05.703" v="88"/>
      <pc:docMkLst>
        <pc:docMk/>
      </pc:docMkLst>
      <pc:sldChg chg="delSp modSp">
        <pc:chgData name="cassyconsultant" userId="S::cassyconsultant_gmail.com#ext#@liveumb.onmicrosoft.com::4567efdf-f3b8-47e8-b289-37ddce4aa014" providerId="AD" clId="Web-{E7BAA876-05FB-E06D-17D7-03910C468823}" dt="2026-03-10T19:57:37.419" v="87" actId="20577"/>
        <pc:sldMkLst>
          <pc:docMk/>
          <pc:sldMk cId="1028640204" sldId="3561"/>
        </pc:sldMkLst>
        <pc:spChg chg="mod">
          <ac:chgData name="cassyconsultant" userId="S::cassyconsultant_gmail.com#ext#@liveumb.onmicrosoft.com::4567efdf-f3b8-47e8-b289-37ddce4aa014" providerId="AD" clId="Web-{E7BAA876-05FB-E06D-17D7-03910C468823}" dt="2026-03-10T19:57:37.419" v="87" actId="20577"/>
          <ac:spMkLst>
            <pc:docMk/>
            <pc:sldMk cId="1028640204" sldId="3561"/>
            <ac:spMk id="3" creationId="{F93CBFB7-B18A-96C3-A257-3C717DEA0624}"/>
          </ac:spMkLst>
        </pc:spChg>
        <pc:spChg chg="mod">
          <ac:chgData name="cassyconsultant" userId="S::cassyconsultant_gmail.com#ext#@liveumb.onmicrosoft.com::4567efdf-f3b8-47e8-b289-37ddce4aa014" providerId="AD" clId="Web-{E7BAA876-05FB-E06D-17D7-03910C468823}" dt="2026-03-10T19:56:10.722" v="65" actId="1076"/>
          <ac:spMkLst>
            <pc:docMk/>
            <pc:sldMk cId="1028640204" sldId="3561"/>
            <ac:spMk id="6" creationId="{3F63ADB6-E5E4-C942-3F69-B79EE8B9C653}"/>
          </ac:spMkLst>
        </pc:spChg>
      </pc:sldChg>
      <pc:sldChg chg="mod modShow">
        <pc:chgData name="cassyconsultant" userId="S::cassyconsultant_gmail.com#ext#@liveumb.onmicrosoft.com::4567efdf-f3b8-47e8-b289-37ddce4aa014" providerId="AD" clId="Web-{E7BAA876-05FB-E06D-17D7-03910C468823}" dt="2026-03-10T19:58:05.703" v="88"/>
        <pc:sldMkLst>
          <pc:docMk/>
          <pc:sldMk cId="907333631" sldId="3563"/>
        </pc:sldMkLst>
      </pc:sldChg>
    </pc:docChg>
  </pc:docChgLst>
  <pc:docChgLst>
    <pc:chgData name="cassyconsultant" userId="S::cassyconsultant_gmail.com#ext#@liveumb.onmicrosoft.com::4567efdf-f3b8-47e8-b289-37ddce4aa014" providerId="AD" clId="Web-{9D2B0548-3E21-3717-48C9-E16D0E0925B8}"/>
    <pc:docChg chg="addSld delSld modSld modSection">
      <pc:chgData name="cassyconsultant" userId="S::cassyconsultant_gmail.com#ext#@liveumb.onmicrosoft.com::4567efdf-f3b8-47e8-b289-37ddce4aa014" providerId="AD" clId="Web-{9D2B0548-3E21-3717-48C9-E16D0E0925B8}" dt="2026-03-13T20:06:03.029" v="198"/>
      <pc:docMkLst>
        <pc:docMk/>
      </pc:docMkLst>
      <pc:sldChg chg="delSp modSp del">
        <pc:chgData name="cassyconsultant" userId="S::cassyconsultant_gmail.com#ext#@liveumb.onmicrosoft.com::4567efdf-f3b8-47e8-b289-37ddce4aa014" providerId="AD" clId="Web-{9D2B0548-3E21-3717-48C9-E16D0E0925B8}" dt="2026-03-13T19:57:41.392" v="195"/>
        <pc:sldMkLst>
          <pc:docMk/>
          <pc:sldMk cId="2255869652" sldId="280"/>
        </pc:sldMkLst>
      </pc:sldChg>
      <pc:sldChg chg="addSp delSp modSp add modNotes">
        <pc:chgData name="cassyconsultant" userId="S::cassyconsultant_gmail.com#ext#@liveumb.onmicrosoft.com::4567efdf-f3b8-47e8-b289-37ddce4aa014" providerId="AD" clId="Web-{9D2B0548-3E21-3717-48C9-E16D0E0925B8}" dt="2026-03-13T19:09:56.096" v="181"/>
        <pc:sldMkLst>
          <pc:docMk/>
          <pc:sldMk cId="3883594249" sldId="515"/>
        </pc:sldMkLst>
        <pc:spChg chg="mod">
          <ac:chgData name="cassyconsultant" userId="S::cassyconsultant_gmail.com#ext#@liveumb.onmicrosoft.com::4567efdf-f3b8-47e8-b289-37ddce4aa014" providerId="AD" clId="Web-{9D2B0548-3E21-3717-48C9-E16D0E0925B8}" dt="2026-03-10T20:12:27.331" v="10" actId="20577"/>
          <ac:spMkLst>
            <pc:docMk/>
            <pc:sldMk cId="3883594249" sldId="515"/>
            <ac:spMk id="2" creationId="{1FB82B29-01F2-90D9-155B-1A8FE2846611}"/>
          </ac:spMkLst>
        </pc:spChg>
      </pc:sldChg>
      <pc:sldChg chg="modNotes">
        <pc:chgData name="cassyconsultant" userId="S::cassyconsultant_gmail.com#ext#@liveumb.onmicrosoft.com::4567efdf-f3b8-47e8-b289-37ddce4aa014" providerId="AD" clId="Web-{9D2B0548-3E21-3717-48C9-E16D0E0925B8}" dt="2026-03-13T19:56:54.830" v="193"/>
        <pc:sldMkLst>
          <pc:docMk/>
          <pc:sldMk cId="3866583377" sldId="516"/>
        </pc:sldMkLst>
      </pc:sldChg>
      <pc:sldChg chg="delSp modSp modNotes">
        <pc:chgData name="cassyconsultant" userId="S::cassyconsultant_gmail.com#ext#@liveumb.onmicrosoft.com::4567efdf-f3b8-47e8-b289-37ddce4aa014" providerId="AD" clId="Web-{9D2B0548-3E21-3717-48C9-E16D0E0925B8}" dt="2026-03-12T20:12:45.435" v="85"/>
        <pc:sldMkLst>
          <pc:docMk/>
          <pc:sldMk cId="1990956917" sldId="1338"/>
        </pc:sldMkLst>
        <pc:spChg chg="mod">
          <ac:chgData name="cassyconsultant" userId="S::cassyconsultant_gmail.com#ext#@liveumb.onmicrosoft.com::4567efdf-f3b8-47e8-b289-37ddce4aa014" providerId="AD" clId="Web-{9D2B0548-3E21-3717-48C9-E16D0E0925B8}" dt="2026-03-10T20:19:07.205" v="58" actId="20577"/>
          <ac:spMkLst>
            <pc:docMk/>
            <pc:sldMk cId="1990956917" sldId="1338"/>
            <ac:spMk id="2" creationId="{6D117D89-3DFC-8390-2CB7-A014739CAFE1}"/>
          </ac:spMkLst>
        </pc:spChg>
        <pc:spChg chg="mod">
          <ac:chgData name="cassyconsultant" userId="S::cassyconsultant_gmail.com#ext#@liveumb.onmicrosoft.com::4567efdf-f3b8-47e8-b289-37ddce4aa014" providerId="AD" clId="Web-{9D2B0548-3E21-3717-48C9-E16D0E0925B8}" dt="2026-03-10T20:18:59.939" v="57" actId="20577"/>
          <ac:spMkLst>
            <pc:docMk/>
            <pc:sldMk cId="1990956917" sldId="1338"/>
            <ac:spMk id="3" creationId="{1E594990-2EE6-3664-1C32-F7DEE08BADD3}"/>
          </ac:spMkLst>
        </pc:spChg>
      </pc:sldChg>
      <pc:sldChg chg="modNotes">
        <pc:chgData name="cassyconsultant" userId="S::cassyconsultant_gmail.com#ext#@liveumb.onmicrosoft.com::4567efdf-f3b8-47e8-b289-37ddce4aa014" providerId="AD" clId="Web-{9D2B0548-3E21-3717-48C9-E16D0E0925B8}" dt="2026-03-13T19:08:41.955" v="116"/>
        <pc:sldMkLst>
          <pc:docMk/>
          <pc:sldMk cId="2343851615" sldId="1482"/>
        </pc:sldMkLst>
      </pc:sldChg>
      <pc:sldChg chg="modNotes">
        <pc:chgData name="cassyconsultant" userId="S::cassyconsultant_gmail.com#ext#@liveumb.onmicrosoft.com::4567efdf-f3b8-47e8-b289-37ddce4aa014" providerId="AD" clId="Web-{9D2B0548-3E21-3717-48C9-E16D0E0925B8}" dt="2026-03-13T19:57:12.017" v="194"/>
        <pc:sldMkLst>
          <pc:docMk/>
          <pc:sldMk cId="1683293875" sldId="1488"/>
        </pc:sldMkLst>
      </pc:sldChg>
      <pc:sldChg chg="modNotes">
        <pc:chgData name="cassyconsultant" userId="S::cassyconsultant_gmail.com#ext#@liveumb.onmicrosoft.com::4567efdf-f3b8-47e8-b289-37ddce4aa014" providerId="AD" clId="Web-{9D2B0548-3E21-3717-48C9-E16D0E0925B8}" dt="2026-03-13T19:08:06.064" v="114"/>
        <pc:sldMkLst>
          <pc:docMk/>
          <pc:sldMk cId="3600260840" sldId="1496"/>
        </pc:sldMkLst>
      </pc:sldChg>
      <pc:sldChg chg="addSp modSp new modNotes">
        <pc:chgData name="cassyconsultant" userId="S::cassyconsultant_gmail.com#ext#@liveumb.onmicrosoft.com::4567efdf-f3b8-47e8-b289-37ddce4aa014" providerId="AD" clId="Web-{9D2B0548-3E21-3717-48C9-E16D0E0925B8}" dt="2026-03-13T20:06:03.029" v="198"/>
        <pc:sldMkLst>
          <pc:docMk/>
          <pc:sldMk cId="1570679815" sldId="3565"/>
        </pc:sldMkLst>
        <pc:spChg chg="mod">
          <ac:chgData name="cassyconsultant" userId="S::cassyconsultant_gmail.com#ext#@liveumb.onmicrosoft.com::4567efdf-f3b8-47e8-b289-37ddce4aa014" providerId="AD" clId="Web-{9D2B0548-3E21-3717-48C9-E16D0E0925B8}" dt="2026-03-10T20:16:35.044" v="46" actId="20577"/>
          <ac:spMkLst>
            <pc:docMk/>
            <pc:sldMk cId="1570679815" sldId="3565"/>
            <ac:spMk id="3" creationId="{95BD3636-FDC8-7B4D-6947-B10CB0E184B0}"/>
          </ac:spMkLst>
        </pc:spChg>
        <pc:spChg chg="mod">
          <ac:chgData name="cassyconsultant" userId="S::cassyconsultant_gmail.com#ext#@liveumb.onmicrosoft.com::4567efdf-f3b8-47e8-b289-37ddce4aa014" providerId="AD" clId="Web-{9D2B0548-3E21-3717-48C9-E16D0E0925B8}" dt="2026-03-10T20:16:28.903" v="45" actId="20577"/>
          <ac:spMkLst>
            <pc:docMk/>
            <pc:sldMk cId="1570679815" sldId="3565"/>
            <ac:spMk id="4" creationId="{E8782409-A23C-5F91-C1F1-12EEB427233D}"/>
          </ac:spMkLst>
        </pc:spChg>
        <pc:spChg chg="add mod">
          <ac:chgData name="cassyconsultant" userId="S::cassyconsultant_gmail.com#ext#@liveumb.onmicrosoft.com::4567efdf-f3b8-47e8-b289-37ddce4aa014" providerId="AD" clId="Web-{9D2B0548-3E21-3717-48C9-E16D0E0925B8}" dt="2026-03-10T20:17:33.468" v="53" actId="1076"/>
          <ac:spMkLst>
            <pc:docMk/>
            <pc:sldMk cId="1570679815" sldId="3565"/>
            <ac:spMk id="5" creationId="{2F095A43-E74F-B181-3F4C-FC6CA93E9C3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EB54D7-D621-483C-A84E-6074B50A7E1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E37FE82-56B3-4E38-88DE-5F5FF17D72D7}">
      <dgm:prSet/>
      <dgm:spPr/>
      <dgm:t>
        <a:bodyPr/>
        <a:lstStyle/>
        <a:p>
          <a:r>
            <a:rPr lang="en-US"/>
            <a:t>Course Modules:</a:t>
          </a:r>
        </a:p>
      </dgm:t>
    </dgm:pt>
    <dgm:pt modelId="{56706AFB-E480-41CF-9AD8-93423A8C7D55}" type="parTrans" cxnId="{366C4709-87C0-40AC-B78D-F4B81E505048}">
      <dgm:prSet/>
      <dgm:spPr/>
      <dgm:t>
        <a:bodyPr/>
        <a:lstStyle/>
        <a:p>
          <a:endParaRPr lang="en-US"/>
        </a:p>
      </dgm:t>
    </dgm:pt>
    <dgm:pt modelId="{380805CD-38AA-40E9-BA47-93249C489930}" type="sibTrans" cxnId="{366C4709-87C0-40AC-B78D-F4B81E505048}">
      <dgm:prSet/>
      <dgm:spPr/>
      <dgm:t>
        <a:bodyPr/>
        <a:lstStyle/>
        <a:p>
          <a:endParaRPr lang="en-US"/>
        </a:p>
      </dgm:t>
    </dgm:pt>
    <dgm:pt modelId="{2CC3325D-F26F-4169-A8F2-E9724DD9BF3E}">
      <dgm:prSet custT="1"/>
      <dgm:spPr/>
      <dgm:t>
        <a:bodyPr/>
        <a:lstStyle/>
        <a:p>
          <a:pPr rtl="0"/>
          <a:r>
            <a:rPr lang="en-US" sz="2200">
              <a:latin typeface="Calibri Light" panose="020F0302020204030204"/>
            </a:rPr>
            <a:t>#1: </a:t>
          </a:r>
          <a:r>
            <a:rPr lang="en-US" sz="2400">
              <a:latin typeface="Calibri Light" panose="020F0302020204030204"/>
            </a:rPr>
            <a:t>Course Orientation</a:t>
          </a:r>
          <a:endParaRPr lang="en-US" sz="2400"/>
        </a:p>
      </dgm:t>
    </dgm:pt>
    <dgm:pt modelId="{9F603017-AB6C-41A1-8370-359C4BAC0CDC}" type="parTrans" cxnId="{2040243A-CCBA-46F9-84AC-C440FEC0FABB}">
      <dgm:prSet/>
      <dgm:spPr/>
      <dgm:t>
        <a:bodyPr/>
        <a:lstStyle/>
        <a:p>
          <a:endParaRPr lang="en-US"/>
        </a:p>
      </dgm:t>
    </dgm:pt>
    <dgm:pt modelId="{7FB06108-F248-494E-9927-E529CB72C1A3}" type="sibTrans" cxnId="{2040243A-CCBA-46F9-84AC-C440FEC0FABB}">
      <dgm:prSet/>
      <dgm:spPr/>
      <dgm:t>
        <a:bodyPr/>
        <a:lstStyle/>
        <a:p>
          <a:endParaRPr lang="en-US"/>
        </a:p>
      </dgm:t>
    </dgm:pt>
    <dgm:pt modelId="{14A7E1AD-2AF7-45A4-8820-BB21B55E80B3}">
      <dgm:prSet custT="1"/>
      <dgm:spPr/>
      <dgm:t>
        <a:bodyPr/>
        <a:lstStyle/>
        <a:p>
          <a:pPr rtl="0"/>
          <a:r>
            <a:rPr lang="en-US" sz="2200">
              <a:latin typeface="Calibri Light" panose="020F0302020204030204"/>
            </a:rPr>
            <a:t>#2</a:t>
          </a:r>
          <a:r>
            <a:rPr lang="en-US" sz="2400">
              <a:latin typeface="Calibri Light" panose="020F0302020204030204"/>
            </a:rPr>
            <a:t>: Leadership</a:t>
          </a:r>
          <a:endParaRPr lang="en-US" sz="2400"/>
        </a:p>
      </dgm:t>
    </dgm:pt>
    <dgm:pt modelId="{17C9D00A-B296-4759-9DA6-F7B2D6755959}" type="parTrans" cxnId="{0A7EEEC7-D7C0-49BA-B739-32F518706FC7}">
      <dgm:prSet/>
      <dgm:spPr/>
      <dgm:t>
        <a:bodyPr/>
        <a:lstStyle/>
        <a:p>
          <a:endParaRPr lang="en-US"/>
        </a:p>
      </dgm:t>
    </dgm:pt>
    <dgm:pt modelId="{15B74401-03F9-405F-A3DD-DAFB79E4FF58}" type="sibTrans" cxnId="{0A7EEEC7-D7C0-49BA-B739-32F518706FC7}">
      <dgm:prSet/>
      <dgm:spPr/>
      <dgm:t>
        <a:bodyPr/>
        <a:lstStyle/>
        <a:p>
          <a:endParaRPr lang="en-US"/>
        </a:p>
      </dgm:t>
    </dgm:pt>
    <dgm:pt modelId="{085967A5-ED1D-4EBA-9005-7D51DCECA4E9}">
      <dgm:prSet custT="1"/>
      <dgm:spPr/>
      <dgm:t>
        <a:bodyPr/>
        <a:lstStyle/>
        <a:p>
          <a:pPr rtl="0"/>
          <a:r>
            <a:rPr lang="en-US" sz="2200">
              <a:latin typeface="Calibri Light" panose="020F0302020204030204"/>
            </a:rPr>
            <a:t>#3: </a:t>
          </a:r>
          <a:r>
            <a:rPr lang="en-US" sz="2400">
              <a:latin typeface="Calibri Light" panose="020F0302020204030204"/>
            </a:rPr>
            <a:t>Federal &amp; State Policy</a:t>
          </a:r>
          <a:endParaRPr lang="en-US" sz="2400"/>
        </a:p>
      </dgm:t>
    </dgm:pt>
    <dgm:pt modelId="{36C3DF61-826E-4171-BE3E-FD9A86745338}" type="parTrans" cxnId="{1309E725-CC5E-4132-84A8-BF2AA161CB98}">
      <dgm:prSet/>
      <dgm:spPr/>
      <dgm:t>
        <a:bodyPr/>
        <a:lstStyle/>
        <a:p>
          <a:endParaRPr lang="en-US"/>
        </a:p>
      </dgm:t>
    </dgm:pt>
    <dgm:pt modelId="{49A8EB24-0A6A-4DE2-8CD1-52FD2EAC7C77}" type="sibTrans" cxnId="{1309E725-CC5E-4132-84A8-BF2AA161CB98}">
      <dgm:prSet/>
      <dgm:spPr/>
      <dgm:t>
        <a:bodyPr/>
        <a:lstStyle/>
        <a:p>
          <a:endParaRPr lang="en-US"/>
        </a:p>
      </dgm:t>
    </dgm:pt>
    <dgm:pt modelId="{F7169AE5-6A52-44B5-960C-5CB238FCB3AF}">
      <dgm:prSet custT="1"/>
      <dgm:spPr/>
      <dgm:t>
        <a:bodyPr/>
        <a:lstStyle/>
        <a:p>
          <a:pPr rtl="0"/>
          <a:r>
            <a:rPr lang="en-US" sz="2500">
              <a:latin typeface="Calibri Light" panose="020F0302020204030204"/>
            </a:rPr>
            <a:t>#4: </a:t>
          </a:r>
          <a:r>
            <a:rPr lang="en-US" sz="2400">
              <a:latin typeface="Calibri Light" panose="020F0302020204030204"/>
            </a:rPr>
            <a:t>Aligning Mission, Vision and Values with Resources</a:t>
          </a:r>
          <a:endParaRPr lang="en-US" sz="2400"/>
        </a:p>
      </dgm:t>
    </dgm:pt>
    <dgm:pt modelId="{0F58CACE-73C4-4F24-959A-092D3DA1CCD8}" type="parTrans" cxnId="{FF5A95AB-2B87-428B-AA57-0EC1FF16D6D9}">
      <dgm:prSet/>
      <dgm:spPr/>
      <dgm:t>
        <a:bodyPr/>
        <a:lstStyle/>
        <a:p>
          <a:endParaRPr lang="en-US"/>
        </a:p>
      </dgm:t>
    </dgm:pt>
    <dgm:pt modelId="{5DF89232-F171-4899-B941-DEE49094AF51}" type="sibTrans" cxnId="{FF5A95AB-2B87-428B-AA57-0EC1FF16D6D9}">
      <dgm:prSet/>
      <dgm:spPr/>
      <dgm:t>
        <a:bodyPr/>
        <a:lstStyle/>
        <a:p>
          <a:endParaRPr lang="en-US"/>
        </a:p>
      </dgm:t>
    </dgm:pt>
    <dgm:pt modelId="{C42E9AED-CD48-4910-95F9-12030A6D1FC3}">
      <dgm:prSet custT="1"/>
      <dgm:spPr/>
      <dgm:t>
        <a:bodyPr/>
        <a:lstStyle/>
        <a:p>
          <a:pPr rtl="0"/>
          <a:r>
            <a:rPr lang="en-US" sz="2500">
              <a:latin typeface="Calibri Light" panose="020F0302020204030204"/>
            </a:rPr>
            <a:t>#5: </a:t>
          </a:r>
          <a:r>
            <a:rPr lang="en-US" sz="2400">
              <a:latin typeface="Calibri Light" panose="020F0302020204030204"/>
            </a:rPr>
            <a:t>Best Practices in Employment &amp; Day Services</a:t>
          </a:r>
          <a:endParaRPr lang="en-US" sz="2400"/>
        </a:p>
      </dgm:t>
    </dgm:pt>
    <dgm:pt modelId="{5CBD10CB-050E-46D3-A1AF-88A5DB69B196}" type="parTrans" cxnId="{559E8641-E56D-4934-960F-10E35B73DA58}">
      <dgm:prSet/>
      <dgm:spPr/>
      <dgm:t>
        <a:bodyPr/>
        <a:lstStyle/>
        <a:p>
          <a:endParaRPr lang="en-US"/>
        </a:p>
      </dgm:t>
    </dgm:pt>
    <dgm:pt modelId="{54D077E8-9E81-4DD3-908B-88AAD500F035}" type="sibTrans" cxnId="{559E8641-E56D-4934-960F-10E35B73DA58}">
      <dgm:prSet/>
      <dgm:spPr/>
      <dgm:t>
        <a:bodyPr/>
        <a:lstStyle/>
        <a:p>
          <a:endParaRPr lang="en-US"/>
        </a:p>
      </dgm:t>
    </dgm:pt>
    <dgm:pt modelId="{E19FB72E-CA60-4CE7-98BA-98B7EB7D7C61}">
      <dgm:prSet custT="1"/>
      <dgm:spPr/>
      <dgm:t>
        <a:bodyPr/>
        <a:lstStyle/>
        <a:p>
          <a:pPr rtl="0"/>
          <a:r>
            <a:rPr lang="en-US" sz="2500">
              <a:latin typeface="Calibri Light" panose="020F0302020204030204"/>
            </a:rPr>
            <a:t>#6: Organizational </a:t>
          </a:r>
          <a:r>
            <a:rPr lang="en-US" sz="2400">
              <a:latin typeface="Calibri Light" panose="020F0302020204030204"/>
            </a:rPr>
            <a:t>Transformation (change)</a:t>
          </a:r>
          <a:endParaRPr lang="en-US" sz="2400"/>
        </a:p>
      </dgm:t>
    </dgm:pt>
    <dgm:pt modelId="{A809591A-D3C2-4531-BBC1-3EDAE659FF06}" type="parTrans" cxnId="{70718F7A-31A0-44D9-9607-D2671F219546}">
      <dgm:prSet/>
      <dgm:spPr/>
      <dgm:t>
        <a:bodyPr/>
        <a:lstStyle/>
        <a:p>
          <a:endParaRPr lang="en-US"/>
        </a:p>
      </dgm:t>
    </dgm:pt>
    <dgm:pt modelId="{C4B282E2-4EB6-4AF9-8B3E-6F015A6CBC55}" type="sibTrans" cxnId="{70718F7A-31A0-44D9-9607-D2671F219546}">
      <dgm:prSet/>
      <dgm:spPr/>
      <dgm:t>
        <a:bodyPr/>
        <a:lstStyle/>
        <a:p>
          <a:endParaRPr lang="en-US"/>
        </a:p>
      </dgm:t>
    </dgm:pt>
    <dgm:pt modelId="{97695662-BAF3-4E1F-8297-856421E58B48}">
      <dgm:prSet custT="1"/>
      <dgm:spPr/>
      <dgm:t>
        <a:bodyPr/>
        <a:lstStyle/>
        <a:p>
          <a:pPr rtl="0"/>
          <a:r>
            <a:rPr lang="en-US" sz="2500">
              <a:latin typeface="Calibri Light" panose="020F0302020204030204"/>
            </a:rPr>
            <a:t>#7: </a:t>
          </a:r>
          <a:r>
            <a:rPr lang="en-US" sz="2400">
              <a:latin typeface="Calibri Light" panose="020F0302020204030204"/>
            </a:rPr>
            <a:t>Managing Through Change</a:t>
          </a:r>
          <a:endParaRPr lang="en-US" sz="2400"/>
        </a:p>
      </dgm:t>
    </dgm:pt>
    <dgm:pt modelId="{E1093A03-81D7-485A-BA2D-C079441AE6D3}" type="parTrans" cxnId="{727D08C6-5296-4532-8DFF-674B86CDBA42}">
      <dgm:prSet/>
      <dgm:spPr/>
      <dgm:t>
        <a:bodyPr/>
        <a:lstStyle/>
        <a:p>
          <a:endParaRPr lang="en-US"/>
        </a:p>
      </dgm:t>
    </dgm:pt>
    <dgm:pt modelId="{509960BB-4DBE-45D0-9B35-6890D22B38E4}" type="sibTrans" cxnId="{727D08C6-5296-4532-8DFF-674B86CDBA42}">
      <dgm:prSet/>
      <dgm:spPr/>
      <dgm:t>
        <a:bodyPr/>
        <a:lstStyle/>
        <a:p>
          <a:endParaRPr lang="en-US"/>
        </a:p>
      </dgm:t>
    </dgm:pt>
    <dgm:pt modelId="{F108ABD9-A924-4BB7-BFF2-605D8C1FF3FA}">
      <dgm:prSet custT="1"/>
      <dgm:spPr/>
      <dgm:t>
        <a:bodyPr/>
        <a:lstStyle/>
        <a:p>
          <a:pPr rtl="0"/>
          <a:r>
            <a:rPr lang="en-US" sz="2500">
              <a:latin typeface="Calibri Light" panose="020F0302020204030204"/>
            </a:rPr>
            <a:t>#8: </a:t>
          </a:r>
          <a:r>
            <a:rPr lang="en-US" sz="2400">
              <a:latin typeface="Calibri Light" panose="020F0302020204030204"/>
            </a:rPr>
            <a:t>Creating Systems for Quality Improvement</a:t>
          </a:r>
          <a:endParaRPr lang="en-US" sz="2400"/>
        </a:p>
      </dgm:t>
    </dgm:pt>
    <dgm:pt modelId="{ABFB948A-EBA6-466A-A7F3-A0B3B9605F80}" type="parTrans" cxnId="{C7EADB62-3832-425A-98E4-844FEA4DE3A4}">
      <dgm:prSet/>
      <dgm:spPr/>
      <dgm:t>
        <a:bodyPr/>
        <a:lstStyle/>
        <a:p>
          <a:endParaRPr lang="en-US"/>
        </a:p>
      </dgm:t>
    </dgm:pt>
    <dgm:pt modelId="{279F1544-58CD-4866-9D40-76552FD05F3D}" type="sibTrans" cxnId="{C7EADB62-3832-425A-98E4-844FEA4DE3A4}">
      <dgm:prSet/>
      <dgm:spPr/>
      <dgm:t>
        <a:bodyPr/>
        <a:lstStyle/>
        <a:p>
          <a:endParaRPr lang="en-US"/>
        </a:p>
      </dgm:t>
    </dgm:pt>
    <dgm:pt modelId="{370C5362-52EE-4A65-BD5B-6E96E1C312CA}" type="pres">
      <dgm:prSet presAssocID="{EDEB54D7-D621-483C-A84E-6074B50A7E19}" presName="vert0" presStyleCnt="0">
        <dgm:presLayoutVars>
          <dgm:dir/>
          <dgm:animOne val="branch"/>
          <dgm:animLvl val="lvl"/>
        </dgm:presLayoutVars>
      </dgm:prSet>
      <dgm:spPr/>
    </dgm:pt>
    <dgm:pt modelId="{71A6FFB3-8E4E-4E97-910C-C4CE9E85E9B5}" type="pres">
      <dgm:prSet presAssocID="{AE37FE82-56B3-4E38-88DE-5F5FF17D72D7}" presName="thickLine" presStyleLbl="alignNode1" presStyleIdx="0" presStyleCnt="1"/>
      <dgm:spPr/>
    </dgm:pt>
    <dgm:pt modelId="{27545458-E6AE-4EE5-B013-79572758E3B1}" type="pres">
      <dgm:prSet presAssocID="{AE37FE82-56B3-4E38-88DE-5F5FF17D72D7}" presName="horz1" presStyleCnt="0"/>
      <dgm:spPr/>
    </dgm:pt>
    <dgm:pt modelId="{5A8621F6-F0DF-4D30-B852-0D804578573A}" type="pres">
      <dgm:prSet presAssocID="{AE37FE82-56B3-4E38-88DE-5F5FF17D72D7}" presName="tx1" presStyleLbl="revTx" presStyleIdx="0" presStyleCnt="9"/>
      <dgm:spPr/>
    </dgm:pt>
    <dgm:pt modelId="{6C11AFC2-EC79-4BB8-A8DD-3A0AEA41D99F}" type="pres">
      <dgm:prSet presAssocID="{AE37FE82-56B3-4E38-88DE-5F5FF17D72D7}" presName="vert1" presStyleCnt="0"/>
      <dgm:spPr/>
    </dgm:pt>
    <dgm:pt modelId="{E9D7CAF6-93FB-4827-9C0B-822C03D798C1}" type="pres">
      <dgm:prSet presAssocID="{2CC3325D-F26F-4169-A8F2-E9724DD9BF3E}" presName="vertSpace2a" presStyleCnt="0"/>
      <dgm:spPr/>
    </dgm:pt>
    <dgm:pt modelId="{7950C0E4-6CCC-4231-981A-55D246474F65}" type="pres">
      <dgm:prSet presAssocID="{2CC3325D-F26F-4169-A8F2-E9724DD9BF3E}" presName="horz2" presStyleCnt="0"/>
      <dgm:spPr/>
    </dgm:pt>
    <dgm:pt modelId="{CA02B8A8-2BE4-49D4-8B4E-E186CC6CC69F}" type="pres">
      <dgm:prSet presAssocID="{2CC3325D-F26F-4169-A8F2-E9724DD9BF3E}" presName="horzSpace2" presStyleCnt="0"/>
      <dgm:spPr/>
    </dgm:pt>
    <dgm:pt modelId="{C5AD1EBC-771A-4521-9948-1B7625793B5E}" type="pres">
      <dgm:prSet presAssocID="{2CC3325D-F26F-4169-A8F2-E9724DD9BF3E}" presName="tx2" presStyleLbl="revTx" presStyleIdx="1" presStyleCnt="9"/>
      <dgm:spPr/>
    </dgm:pt>
    <dgm:pt modelId="{297F4D50-2455-415F-88C7-7FE529E5B2AC}" type="pres">
      <dgm:prSet presAssocID="{2CC3325D-F26F-4169-A8F2-E9724DD9BF3E}" presName="vert2" presStyleCnt="0"/>
      <dgm:spPr/>
    </dgm:pt>
    <dgm:pt modelId="{E43311EA-4DCE-488B-90E1-3B4D700F7498}" type="pres">
      <dgm:prSet presAssocID="{2CC3325D-F26F-4169-A8F2-E9724DD9BF3E}" presName="thinLine2b" presStyleLbl="callout" presStyleIdx="0" presStyleCnt="8"/>
      <dgm:spPr/>
    </dgm:pt>
    <dgm:pt modelId="{E58777EE-98EC-4652-8C24-FA72D0FEEA4C}" type="pres">
      <dgm:prSet presAssocID="{2CC3325D-F26F-4169-A8F2-E9724DD9BF3E}" presName="vertSpace2b" presStyleCnt="0"/>
      <dgm:spPr/>
    </dgm:pt>
    <dgm:pt modelId="{C1E2EA42-1E0B-4024-BD05-CF4059DA9E26}" type="pres">
      <dgm:prSet presAssocID="{14A7E1AD-2AF7-45A4-8820-BB21B55E80B3}" presName="horz2" presStyleCnt="0"/>
      <dgm:spPr/>
    </dgm:pt>
    <dgm:pt modelId="{75F0EB88-1B35-48A0-96ED-D5EBD92C108E}" type="pres">
      <dgm:prSet presAssocID="{14A7E1AD-2AF7-45A4-8820-BB21B55E80B3}" presName="horzSpace2" presStyleCnt="0"/>
      <dgm:spPr/>
    </dgm:pt>
    <dgm:pt modelId="{DF88638A-DF95-4A29-BEC7-71D9DC124D5D}" type="pres">
      <dgm:prSet presAssocID="{14A7E1AD-2AF7-45A4-8820-BB21B55E80B3}" presName="tx2" presStyleLbl="revTx" presStyleIdx="2" presStyleCnt="9"/>
      <dgm:spPr/>
    </dgm:pt>
    <dgm:pt modelId="{FE7E1F30-E6DB-404F-B1E7-DEE869C51ACB}" type="pres">
      <dgm:prSet presAssocID="{14A7E1AD-2AF7-45A4-8820-BB21B55E80B3}" presName="vert2" presStyleCnt="0"/>
      <dgm:spPr/>
    </dgm:pt>
    <dgm:pt modelId="{A3AA8138-E6E3-4901-B40F-AE22A8B80BDC}" type="pres">
      <dgm:prSet presAssocID="{14A7E1AD-2AF7-45A4-8820-BB21B55E80B3}" presName="thinLine2b" presStyleLbl="callout" presStyleIdx="1" presStyleCnt="8"/>
      <dgm:spPr/>
    </dgm:pt>
    <dgm:pt modelId="{FA25DA58-C114-48B4-A758-A4FEC190B55E}" type="pres">
      <dgm:prSet presAssocID="{14A7E1AD-2AF7-45A4-8820-BB21B55E80B3}" presName="vertSpace2b" presStyleCnt="0"/>
      <dgm:spPr/>
    </dgm:pt>
    <dgm:pt modelId="{A33F0341-0C1A-4ABF-84D8-ADC88E4F2B8F}" type="pres">
      <dgm:prSet presAssocID="{085967A5-ED1D-4EBA-9005-7D51DCECA4E9}" presName="horz2" presStyleCnt="0"/>
      <dgm:spPr/>
    </dgm:pt>
    <dgm:pt modelId="{359547D2-7764-4AD8-ACA6-AD7F3ACC2536}" type="pres">
      <dgm:prSet presAssocID="{085967A5-ED1D-4EBA-9005-7D51DCECA4E9}" presName="horzSpace2" presStyleCnt="0"/>
      <dgm:spPr/>
    </dgm:pt>
    <dgm:pt modelId="{8BF7B697-25E5-4012-9002-E1FDD58BE25E}" type="pres">
      <dgm:prSet presAssocID="{085967A5-ED1D-4EBA-9005-7D51DCECA4E9}" presName="tx2" presStyleLbl="revTx" presStyleIdx="3" presStyleCnt="9"/>
      <dgm:spPr/>
    </dgm:pt>
    <dgm:pt modelId="{5154C1F5-B1B1-4788-8250-34D36A850B97}" type="pres">
      <dgm:prSet presAssocID="{085967A5-ED1D-4EBA-9005-7D51DCECA4E9}" presName="vert2" presStyleCnt="0"/>
      <dgm:spPr/>
    </dgm:pt>
    <dgm:pt modelId="{9298CD09-4D7B-4D86-A0BE-EEB62C682110}" type="pres">
      <dgm:prSet presAssocID="{085967A5-ED1D-4EBA-9005-7D51DCECA4E9}" presName="thinLine2b" presStyleLbl="callout" presStyleIdx="2" presStyleCnt="8"/>
      <dgm:spPr/>
    </dgm:pt>
    <dgm:pt modelId="{9779F477-60AB-4537-86C1-5AA9E51F9703}" type="pres">
      <dgm:prSet presAssocID="{085967A5-ED1D-4EBA-9005-7D51DCECA4E9}" presName="vertSpace2b" presStyleCnt="0"/>
      <dgm:spPr/>
    </dgm:pt>
    <dgm:pt modelId="{501BF210-7C45-41B3-8085-D3D5F944CF4B}" type="pres">
      <dgm:prSet presAssocID="{F7169AE5-6A52-44B5-960C-5CB238FCB3AF}" presName="horz2" presStyleCnt="0"/>
      <dgm:spPr/>
    </dgm:pt>
    <dgm:pt modelId="{360FBA9D-6A30-4772-90BB-A1C6B3B03D43}" type="pres">
      <dgm:prSet presAssocID="{F7169AE5-6A52-44B5-960C-5CB238FCB3AF}" presName="horzSpace2" presStyleCnt="0"/>
      <dgm:spPr/>
    </dgm:pt>
    <dgm:pt modelId="{DC97B774-ED6A-4A03-AEBF-E0292D3FDE3C}" type="pres">
      <dgm:prSet presAssocID="{F7169AE5-6A52-44B5-960C-5CB238FCB3AF}" presName="tx2" presStyleLbl="revTx" presStyleIdx="4" presStyleCnt="9"/>
      <dgm:spPr/>
    </dgm:pt>
    <dgm:pt modelId="{E2FAE91C-6539-46F2-A2FD-EA5BDB92FD7E}" type="pres">
      <dgm:prSet presAssocID="{F7169AE5-6A52-44B5-960C-5CB238FCB3AF}" presName="vert2" presStyleCnt="0"/>
      <dgm:spPr/>
    </dgm:pt>
    <dgm:pt modelId="{5BC40D12-9011-433A-A04B-9BCA131DBE28}" type="pres">
      <dgm:prSet presAssocID="{F7169AE5-6A52-44B5-960C-5CB238FCB3AF}" presName="thinLine2b" presStyleLbl="callout" presStyleIdx="3" presStyleCnt="8"/>
      <dgm:spPr/>
    </dgm:pt>
    <dgm:pt modelId="{6F772D7D-4981-43DD-9D9A-5D529C1D48FA}" type="pres">
      <dgm:prSet presAssocID="{F7169AE5-6A52-44B5-960C-5CB238FCB3AF}" presName="vertSpace2b" presStyleCnt="0"/>
      <dgm:spPr/>
    </dgm:pt>
    <dgm:pt modelId="{B66C60BA-E89F-4CB3-BFBA-9895F9DF138E}" type="pres">
      <dgm:prSet presAssocID="{C42E9AED-CD48-4910-95F9-12030A6D1FC3}" presName="horz2" presStyleCnt="0"/>
      <dgm:spPr/>
    </dgm:pt>
    <dgm:pt modelId="{74D00BD3-1DAB-4F77-98F8-081289B8DE9B}" type="pres">
      <dgm:prSet presAssocID="{C42E9AED-CD48-4910-95F9-12030A6D1FC3}" presName="horzSpace2" presStyleCnt="0"/>
      <dgm:spPr/>
    </dgm:pt>
    <dgm:pt modelId="{F4A29DCF-D071-4E47-8BDD-A2005B33D97A}" type="pres">
      <dgm:prSet presAssocID="{C42E9AED-CD48-4910-95F9-12030A6D1FC3}" presName="tx2" presStyleLbl="revTx" presStyleIdx="5" presStyleCnt="9"/>
      <dgm:spPr/>
    </dgm:pt>
    <dgm:pt modelId="{00C7C469-9C8C-420D-800E-B58112412F15}" type="pres">
      <dgm:prSet presAssocID="{C42E9AED-CD48-4910-95F9-12030A6D1FC3}" presName="vert2" presStyleCnt="0"/>
      <dgm:spPr/>
    </dgm:pt>
    <dgm:pt modelId="{FEB5D30D-6345-4889-942B-10DA9BBA28B5}" type="pres">
      <dgm:prSet presAssocID="{C42E9AED-CD48-4910-95F9-12030A6D1FC3}" presName="thinLine2b" presStyleLbl="callout" presStyleIdx="4" presStyleCnt="8"/>
      <dgm:spPr/>
    </dgm:pt>
    <dgm:pt modelId="{A0C70EDB-F19B-421E-AF59-076ED368725F}" type="pres">
      <dgm:prSet presAssocID="{C42E9AED-CD48-4910-95F9-12030A6D1FC3}" presName="vertSpace2b" presStyleCnt="0"/>
      <dgm:spPr/>
    </dgm:pt>
    <dgm:pt modelId="{D0FD235A-D80F-4E37-83D7-431143692211}" type="pres">
      <dgm:prSet presAssocID="{E19FB72E-CA60-4CE7-98BA-98B7EB7D7C61}" presName="horz2" presStyleCnt="0"/>
      <dgm:spPr/>
    </dgm:pt>
    <dgm:pt modelId="{22CBC0D1-0130-42D6-B313-8BEB42A6D999}" type="pres">
      <dgm:prSet presAssocID="{E19FB72E-CA60-4CE7-98BA-98B7EB7D7C61}" presName="horzSpace2" presStyleCnt="0"/>
      <dgm:spPr/>
    </dgm:pt>
    <dgm:pt modelId="{5500D156-BE92-45ED-B514-3C35D130B940}" type="pres">
      <dgm:prSet presAssocID="{E19FB72E-CA60-4CE7-98BA-98B7EB7D7C61}" presName="tx2" presStyleLbl="revTx" presStyleIdx="6" presStyleCnt="9"/>
      <dgm:spPr/>
    </dgm:pt>
    <dgm:pt modelId="{17442750-B26B-4AC8-97B6-EB158226363F}" type="pres">
      <dgm:prSet presAssocID="{E19FB72E-CA60-4CE7-98BA-98B7EB7D7C61}" presName="vert2" presStyleCnt="0"/>
      <dgm:spPr/>
    </dgm:pt>
    <dgm:pt modelId="{31EE367D-11F2-4896-AE78-A89224D35716}" type="pres">
      <dgm:prSet presAssocID="{E19FB72E-CA60-4CE7-98BA-98B7EB7D7C61}" presName="thinLine2b" presStyleLbl="callout" presStyleIdx="5" presStyleCnt="8"/>
      <dgm:spPr/>
    </dgm:pt>
    <dgm:pt modelId="{A7241EE9-0E53-47C3-9691-38582D3634C4}" type="pres">
      <dgm:prSet presAssocID="{E19FB72E-CA60-4CE7-98BA-98B7EB7D7C61}" presName="vertSpace2b" presStyleCnt="0"/>
      <dgm:spPr/>
    </dgm:pt>
    <dgm:pt modelId="{A04C08B5-13F5-42B2-B572-E371F7DDA2F6}" type="pres">
      <dgm:prSet presAssocID="{97695662-BAF3-4E1F-8297-856421E58B48}" presName="horz2" presStyleCnt="0"/>
      <dgm:spPr/>
    </dgm:pt>
    <dgm:pt modelId="{163EE321-C741-40A2-965E-E0B0159235CE}" type="pres">
      <dgm:prSet presAssocID="{97695662-BAF3-4E1F-8297-856421E58B48}" presName="horzSpace2" presStyleCnt="0"/>
      <dgm:spPr/>
    </dgm:pt>
    <dgm:pt modelId="{07C958B4-D4CB-4F2C-ACA7-9FC2252BB31B}" type="pres">
      <dgm:prSet presAssocID="{97695662-BAF3-4E1F-8297-856421E58B48}" presName="tx2" presStyleLbl="revTx" presStyleIdx="7" presStyleCnt="9"/>
      <dgm:spPr/>
    </dgm:pt>
    <dgm:pt modelId="{4358DD4F-1AF4-4E4A-8C5E-9BC47ACC5CA3}" type="pres">
      <dgm:prSet presAssocID="{97695662-BAF3-4E1F-8297-856421E58B48}" presName="vert2" presStyleCnt="0"/>
      <dgm:spPr/>
    </dgm:pt>
    <dgm:pt modelId="{673488E1-7417-4C5A-91C8-59E80D8BEF85}" type="pres">
      <dgm:prSet presAssocID="{97695662-BAF3-4E1F-8297-856421E58B48}" presName="thinLine2b" presStyleLbl="callout" presStyleIdx="6" presStyleCnt="8"/>
      <dgm:spPr/>
    </dgm:pt>
    <dgm:pt modelId="{770E0B5B-F499-4354-B3C5-957D7426A058}" type="pres">
      <dgm:prSet presAssocID="{97695662-BAF3-4E1F-8297-856421E58B48}" presName="vertSpace2b" presStyleCnt="0"/>
      <dgm:spPr/>
    </dgm:pt>
    <dgm:pt modelId="{EF81F41C-FA12-4F87-BB94-85DA5569CC8A}" type="pres">
      <dgm:prSet presAssocID="{F108ABD9-A924-4BB7-BFF2-605D8C1FF3FA}" presName="horz2" presStyleCnt="0"/>
      <dgm:spPr/>
    </dgm:pt>
    <dgm:pt modelId="{3F966176-B381-47D0-8823-428D8C106C8B}" type="pres">
      <dgm:prSet presAssocID="{F108ABD9-A924-4BB7-BFF2-605D8C1FF3FA}" presName="horzSpace2" presStyleCnt="0"/>
      <dgm:spPr/>
    </dgm:pt>
    <dgm:pt modelId="{7A75A819-A64D-4F4D-96D8-B22078B63A4C}" type="pres">
      <dgm:prSet presAssocID="{F108ABD9-A924-4BB7-BFF2-605D8C1FF3FA}" presName="tx2" presStyleLbl="revTx" presStyleIdx="8" presStyleCnt="9"/>
      <dgm:spPr/>
    </dgm:pt>
    <dgm:pt modelId="{486DA54C-0039-4953-8C22-B5576B39F59C}" type="pres">
      <dgm:prSet presAssocID="{F108ABD9-A924-4BB7-BFF2-605D8C1FF3FA}" presName="vert2" presStyleCnt="0"/>
      <dgm:spPr/>
    </dgm:pt>
    <dgm:pt modelId="{547B8CFE-C1F6-4718-AFAD-3674CDE53DB2}" type="pres">
      <dgm:prSet presAssocID="{F108ABD9-A924-4BB7-BFF2-605D8C1FF3FA}" presName="thinLine2b" presStyleLbl="callout" presStyleIdx="7" presStyleCnt="8"/>
      <dgm:spPr/>
    </dgm:pt>
    <dgm:pt modelId="{A04433FE-0CDB-48CD-8A88-B12EE4124E14}" type="pres">
      <dgm:prSet presAssocID="{F108ABD9-A924-4BB7-BFF2-605D8C1FF3FA}" presName="vertSpace2b" presStyleCnt="0"/>
      <dgm:spPr/>
    </dgm:pt>
  </dgm:ptLst>
  <dgm:cxnLst>
    <dgm:cxn modelId="{366C4709-87C0-40AC-B78D-F4B81E505048}" srcId="{EDEB54D7-D621-483C-A84E-6074B50A7E19}" destId="{AE37FE82-56B3-4E38-88DE-5F5FF17D72D7}" srcOrd="0" destOrd="0" parTransId="{56706AFB-E480-41CF-9AD8-93423A8C7D55}" sibTransId="{380805CD-38AA-40E9-BA47-93249C489930}"/>
    <dgm:cxn modelId="{7C556712-C173-4C85-ADFE-D541CC45755E}" type="presOf" srcId="{2CC3325D-F26F-4169-A8F2-E9724DD9BF3E}" destId="{C5AD1EBC-771A-4521-9948-1B7625793B5E}" srcOrd="0" destOrd="0" presId="urn:microsoft.com/office/officeart/2008/layout/LinedList"/>
    <dgm:cxn modelId="{1309E725-CC5E-4132-84A8-BF2AA161CB98}" srcId="{AE37FE82-56B3-4E38-88DE-5F5FF17D72D7}" destId="{085967A5-ED1D-4EBA-9005-7D51DCECA4E9}" srcOrd="2" destOrd="0" parTransId="{36C3DF61-826E-4171-BE3E-FD9A86745338}" sibTransId="{49A8EB24-0A6A-4DE2-8CD1-52FD2EAC7C77}"/>
    <dgm:cxn modelId="{738FEE2E-122C-471E-B050-EFBB6F742273}" type="presOf" srcId="{F7169AE5-6A52-44B5-960C-5CB238FCB3AF}" destId="{DC97B774-ED6A-4A03-AEBF-E0292D3FDE3C}" srcOrd="0" destOrd="0" presId="urn:microsoft.com/office/officeart/2008/layout/LinedList"/>
    <dgm:cxn modelId="{5827502F-BE1E-4144-AECA-CFFD9F46646E}" type="presOf" srcId="{14A7E1AD-2AF7-45A4-8820-BB21B55E80B3}" destId="{DF88638A-DF95-4A29-BEC7-71D9DC124D5D}" srcOrd="0" destOrd="0" presId="urn:microsoft.com/office/officeart/2008/layout/LinedList"/>
    <dgm:cxn modelId="{2040243A-CCBA-46F9-84AC-C440FEC0FABB}" srcId="{AE37FE82-56B3-4E38-88DE-5F5FF17D72D7}" destId="{2CC3325D-F26F-4169-A8F2-E9724DD9BF3E}" srcOrd="0" destOrd="0" parTransId="{9F603017-AB6C-41A1-8370-359C4BAC0CDC}" sibTransId="{7FB06108-F248-494E-9927-E529CB72C1A3}"/>
    <dgm:cxn modelId="{559E8641-E56D-4934-960F-10E35B73DA58}" srcId="{AE37FE82-56B3-4E38-88DE-5F5FF17D72D7}" destId="{C42E9AED-CD48-4910-95F9-12030A6D1FC3}" srcOrd="4" destOrd="0" parTransId="{5CBD10CB-050E-46D3-A1AF-88A5DB69B196}" sibTransId="{54D077E8-9E81-4DD3-908B-88AAD500F035}"/>
    <dgm:cxn modelId="{C7EADB62-3832-425A-98E4-844FEA4DE3A4}" srcId="{AE37FE82-56B3-4E38-88DE-5F5FF17D72D7}" destId="{F108ABD9-A924-4BB7-BFF2-605D8C1FF3FA}" srcOrd="7" destOrd="0" parTransId="{ABFB948A-EBA6-466A-A7F3-A0B3B9605F80}" sibTransId="{279F1544-58CD-4866-9D40-76552FD05F3D}"/>
    <dgm:cxn modelId="{49316865-E63D-4947-8019-EDCEB93DC2C5}" type="presOf" srcId="{E19FB72E-CA60-4CE7-98BA-98B7EB7D7C61}" destId="{5500D156-BE92-45ED-B514-3C35D130B940}" srcOrd="0" destOrd="0" presId="urn:microsoft.com/office/officeart/2008/layout/LinedList"/>
    <dgm:cxn modelId="{70718F7A-31A0-44D9-9607-D2671F219546}" srcId="{AE37FE82-56B3-4E38-88DE-5F5FF17D72D7}" destId="{E19FB72E-CA60-4CE7-98BA-98B7EB7D7C61}" srcOrd="5" destOrd="0" parTransId="{A809591A-D3C2-4531-BBC1-3EDAE659FF06}" sibTransId="{C4B282E2-4EB6-4AF9-8B3E-6F015A6CBC55}"/>
    <dgm:cxn modelId="{DF42677B-3FB4-46C2-A813-0B67047FDB2E}" type="presOf" srcId="{EDEB54D7-D621-483C-A84E-6074B50A7E19}" destId="{370C5362-52EE-4A65-BD5B-6E96E1C312CA}" srcOrd="0" destOrd="0" presId="urn:microsoft.com/office/officeart/2008/layout/LinedList"/>
    <dgm:cxn modelId="{9600428A-6B47-4ECA-AE2B-A9FD074F420B}" type="presOf" srcId="{AE37FE82-56B3-4E38-88DE-5F5FF17D72D7}" destId="{5A8621F6-F0DF-4D30-B852-0D804578573A}" srcOrd="0" destOrd="0" presId="urn:microsoft.com/office/officeart/2008/layout/LinedList"/>
    <dgm:cxn modelId="{200FD1A8-501C-471D-839C-364F283236B8}" type="presOf" srcId="{085967A5-ED1D-4EBA-9005-7D51DCECA4E9}" destId="{8BF7B697-25E5-4012-9002-E1FDD58BE25E}" srcOrd="0" destOrd="0" presId="urn:microsoft.com/office/officeart/2008/layout/LinedList"/>
    <dgm:cxn modelId="{FF5A95AB-2B87-428B-AA57-0EC1FF16D6D9}" srcId="{AE37FE82-56B3-4E38-88DE-5F5FF17D72D7}" destId="{F7169AE5-6A52-44B5-960C-5CB238FCB3AF}" srcOrd="3" destOrd="0" parTransId="{0F58CACE-73C4-4F24-959A-092D3DA1CCD8}" sibTransId="{5DF89232-F171-4899-B941-DEE49094AF51}"/>
    <dgm:cxn modelId="{E19524B1-7C73-4ACB-BF1F-9E23980E2E41}" type="presOf" srcId="{C42E9AED-CD48-4910-95F9-12030A6D1FC3}" destId="{F4A29DCF-D071-4E47-8BDD-A2005B33D97A}" srcOrd="0" destOrd="0" presId="urn:microsoft.com/office/officeart/2008/layout/LinedList"/>
    <dgm:cxn modelId="{727D08C6-5296-4532-8DFF-674B86CDBA42}" srcId="{AE37FE82-56B3-4E38-88DE-5F5FF17D72D7}" destId="{97695662-BAF3-4E1F-8297-856421E58B48}" srcOrd="6" destOrd="0" parTransId="{E1093A03-81D7-485A-BA2D-C079441AE6D3}" sibTransId="{509960BB-4DBE-45D0-9B35-6890D22B38E4}"/>
    <dgm:cxn modelId="{0A7EEEC7-D7C0-49BA-B739-32F518706FC7}" srcId="{AE37FE82-56B3-4E38-88DE-5F5FF17D72D7}" destId="{14A7E1AD-2AF7-45A4-8820-BB21B55E80B3}" srcOrd="1" destOrd="0" parTransId="{17C9D00A-B296-4759-9DA6-F7B2D6755959}" sibTransId="{15B74401-03F9-405F-A3DD-DAFB79E4FF58}"/>
    <dgm:cxn modelId="{C2184AF4-BEF8-4977-AB7C-F1A4352B95E9}" type="presOf" srcId="{F108ABD9-A924-4BB7-BFF2-605D8C1FF3FA}" destId="{7A75A819-A64D-4F4D-96D8-B22078B63A4C}" srcOrd="0" destOrd="0" presId="urn:microsoft.com/office/officeart/2008/layout/LinedList"/>
    <dgm:cxn modelId="{ABA7B7F9-8741-4437-9A39-4EF409833C16}" type="presOf" srcId="{97695662-BAF3-4E1F-8297-856421E58B48}" destId="{07C958B4-D4CB-4F2C-ACA7-9FC2252BB31B}" srcOrd="0" destOrd="0" presId="urn:microsoft.com/office/officeart/2008/layout/LinedList"/>
    <dgm:cxn modelId="{F094ECD3-F51E-4E1A-A7AE-829E5279DA16}" type="presParOf" srcId="{370C5362-52EE-4A65-BD5B-6E96E1C312CA}" destId="{71A6FFB3-8E4E-4E97-910C-C4CE9E85E9B5}" srcOrd="0" destOrd="0" presId="urn:microsoft.com/office/officeart/2008/layout/LinedList"/>
    <dgm:cxn modelId="{0B9759BD-5DD7-435B-A0C8-C1EB2B9D6617}" type="presParOf" srcId="{370C5362-52EE-4A65-BD5B-6E96E1C312CA}" destId="{27545458-E6AE-4EE5-B013-79572758E3B1}" srcOrd="1" destOrd="0" presId="urn:microsoft.com/office/officeart/2008/layout/LinedList"/>
    <dgm:cxn modelId="{739534F1-6F00-4FE0-937E-A4F102B601BA}" type="presParOf" srcId="{27545458-E6AE-4EE5-B013-79572758E3B1}" destId="{5A8621F6-F0DF-4D30-B852-0D804578573A}" srcOrd="0" destOrd="0" presId="urn:microsoft.com/office/officeart/2008/layout/LinedList"/>
    <dgm:cxn modelId="{C577284A-A551-4A72-9D98-7DE27A439D73}" type="presParOf" srcId="{27545458-E6AE-4EE5-B013-79572758E3B1}" destId="{6C11AFC2-EC79-4BB8-A8DD-3A0AEA41D99F}" srcOrd="1" destOrd="0" presId="urn:microsoft.com/office/officeart/2008/layout/LinedList"/>
    <dgm:cxn modelId="{F75718A4-EA7D-4336-ADD7-A4308B8E0535}" type="presParOf" srcId="{6C11AFC2-EC79-4BB8-A8DD-3A0AEA41D99F}" destId="{E9D7CAF6-93FB-4827-9C0B-822C03D798C1}" srcOrd="0" destOrd="0" presId="urn:microsoft.com/office/officeart/2008/layout/LinedList"/>
    <dgm:cxn modelId="{55AB524D-1DF2-4118-87B9-BEA5D2F2D75A}" type="presParOf" srcId="{6C11AFC2-EC79-4BB8-A8DD-3A0AEA41D99F}" destId="{7950C0E4-6CCC-4231-981A-55D246474F65}" srcOrd="1" destOrd="0" presId="urn:microsoft.com/office/officeart/2008/layout/LinedList"/>
    <dgm:cxn modelId="{00763D25-2D81-4437-922A-B398D556A1C4}" type="presParOf" srcId="{7950C0E4-6CCC-4231-981A-55D246474F65}" destId="{CA02B8A8-2BE4-49D4-8B4E-E186CC6CC69F}" srcOrd="0" destOrd="0" presId="urn:microsoft.com/office/officeart/2008/layout/LinedList"/>
    <dgm:cxn modelId="{E3B45FC9-DD26-4FA2-AB44-9D3F4396C64D}" type="presParOf" srcId="{7950C0E4-6CCC-4231-981A-55D246474F65}" destId="{C5AD1EBC-771A-4521-9948-1B7625793B5E}" srcOrd="1" destOrd="0" presId="urn:microsoft.com/office/officeart/2008/layout/LinedList"/>
    <dgm:cxn modelId="{AE5AF21D-D5F1-467D-88B1-02ABA38851F4}" type="presParOf" srcId="{7950C0E4-6CCC-4231-981A-55D246474F65}" destId="{297F4D50-2455-415F-88C7-7FE529E5B2AC}" srcOrd="2" destOrd="0" presId="urn:microsoft.com/office/officeart/2008/layout/LinedList"/>
    <dgm:cxn modelId="{965FE2EF-A50F-400D-839B-55BF5ACFEA4E}" type="presParOf" srcId="{6C11AFC2-EC79-4BB8-A8DD-3A0AEA41D99F}" destId="{E43311EA-4DCE-488B-90E1-3B4D700F7498}" srcOrd="2" destOrd="0" presId="urn:microsoft.com/office/officeart/2008/layout/LinedList"/>
    <dgm:cxn modelId="{CA17861E-DDF2-4E1E-94B2-8982A55CD929}" type="presParOf" srcId="{6C11AFC2-EC79-4BB8-A8DD-3A0AEA41D99F}" destId="{E58777EE-98EC-4652-8C24-FA72D0FEEA4C}" srcOrd="3" destOrd="0" presId="urn:microsoft.com/office/officeart/2008/layout/LinedList"/>
    <dgm:cxn modelId="{D02AC6A8-06B3-4250-9EAF-5D64EFF27C87}" type="presParOf" srcId="{6C11AFC2-EC79-4BB8-A8DD-3A0AEA41D99F}" destId="{C1E2EA42-1E0B-4024-BD05-CF4059DA9E26}" srcOrd="4" destOrd="0" presId="urn:microsoft.com/office/officeart/2008/layout/LinedList"/>
    <dgm:cxn modelId="{B0C4FB09-F2DB-4276-A4F6-70F28E17AB8F}" type="presParOf" srcId="{C1E2EA42-1E0B-4024-BD05-CF4059DA9E26}" destId="{75F0EB88-1B35-48A0-96ED-D5EBD92C108E}" srcOrd="0" destOrd="0" presId="urn:microsoft.com/office/officeart/2008/layout/LinedList"/>
    <dgm:cxn modelId="{06C52B77-1286-4E55-896D-F3675B1B3621}" type="presParOf" srcId="{C1E2EA42-1E0B-4024-BD05-CF4059DA9E26}" destId="{DF88638A-DF95-4A29-BEC7-71D9DC124D5D}" srcOrd="1" destOrd="0" presId="urn:microsoft.com/office/officeart/2008/layout/LinedList"/>
    <dgm:cxn modelId="{BBD3F4A1-E57B-4BB3-AD6C-B1B36E9D2D7A}" type="presParOf" srcId="{C1E2EA42-1E0B-4024-BD05-CF4059DA9E26}" destId="{FE7E1F30-E6DB-404F-B1E7-DEE869C51ACB}" srcOrd="2" destOrd="0" presId="urn:microsoft.com/office/officeart/2008/layout/LinedList"/>
    <dgm:cxn modelId="{517783B2-9DC9-4374-BEEF-06CC209ADC89}" type="presParOf" srcId="{6C11AFC2-EC79-4BB8-A8DD-3A0AEA41D99F}" destId="{A3AA8138-E6E3-4901-B40F-AE22A8B80BDC}" srcOrd="5" destOrd="0" presId="urn:microsoft.com/office/officeart/2008/layout/LinedList"/>
    <dgm:cxn modelId="{F717244F-3FFE-47F6-903A-5A3F15482997}" type="presParOf" srcId="{6C11AFC2-EC79-4BB8-A8DD-3A0AEA41D99F}" destId="{FA25DA58-C114-48B4-A758-A4FEC190B55E}" srcOrd="6" destOrd="0" presId="urn:microsoft.com/office/officeart/2008/layout/LinedList"/>
    <dgm:cxn modelId="{F8D911E2-9F5E-4043-B829-6CB703DDC0F2}" type="presParOf" srcId="{6C11AFC2-EC79-4BB8-A8DD-3A0AEA41D99F}" destId="{A33F0341-0C1A-4ABF-84D8-ADC88E4F2B8F}" srcOrd="7" destOrd="0" presId="urn:microsoft.com/office/officeart/2008/layout/LinedList"/>
    <dgm:cxn modelId="{0768D8CB-13EC-40EC-8D02-ECA539DED59B}" type="presParOf" srcId="{A33F0341-0C1A-4ABF-84D8-ADC88E4F2B8F}" destId="{359547D2-7764-4AD8-ACA6-AD7F3ACC2536}" srcOrd="0" destOrd="0" presId="urn:microsoft.com/office/officeart/2008/layout/LinedList"/>
    <dgm:cxn modelId="{7273719F-7046-4A65-8B6B-AE0ADEC3E57A}" type="presParOf" srcId="{A33F0341-0C1A-4ABF-84D8-ADC88E4F2B8F}" destId="{8BF7B697-25E5-4012-9002-E1FDD58BE25E}" srcOrd="1" destOrd="0" presId="urn:microsoft.com/office/officeart/2008/layout/LinedList"/>
    <dgm:cxn modelId="{FF4CB19D-C375-4935-9903-686CF45FEF75}" type="presParOf" srcId="{A33F0341-0C1A-4ABF-84D8-ADC88E4F2B8F}" destId="{5154C1F5-B1B1-4788-8250-34D36A850B97}" srcOrd="2" destOrd="0" presId="urn:microsoft.com/office/officeart/2008/layout/LinedList"/>
    <dgm:cxn modelId="{BBF49E84-8602-43F1-BDBB-D4C74D233380}" type="presParOf" srcId="{6C11AFC2-EC79-4BB8-A8DD-3A0AEA41D99F}" destId="{9298CD09-4D7B-4D86-A0BE-EEB62C682110}" srcOrd="8" destOrd="0" presId="urn:microsoft.com/office/officeart/2008/layout/LinedList"/>
    <dgm:cxn modelId="{8826E52B-7B07-4055-8F46-0E811894C963}" type="presParOf" srcId="{6C11AFC2-EC79-4BB8-A8DD-3A0AEA41D99F}" destId="{9779F477-60AB-4537-86C1-5AA9E51F9703}" srcOrd="9" destOrd="0" presId="urn:microsoft.com/office/officeart/2008/layout/LinedList"/>
    <dgm:cxn modelId="{9A11F827-85FD-4FAA-8A97-DC108AECF47E}" type="presParOf" srcId="{6C11AFC2-EC79-4BB8-A8DD-3A0AEA41D99F}" destId="{501BF210-7C45-41B3-8085-D3D5F944CF4B}" srcOrd="10" destOrd="0" presId="urn:microsoft.com/office/officeart/2008/layout/LinedList"/>
    <dgm:cxn modelId="{BB9ACAD2-15A9-4DB6-B21D-D4A8A8F2CC93}" type="presParOf" srcId="{501BF210-7C45-41B3-8085-D3D5F944CF4B}" destId="{360FBA9D-6A30-4772-90BB-A1C6B3B03D43}" srcOrd="0" destOrd="0" presId="urn:microsoft.com/office/officeart/2008/layout/LinedList"/>
    <dgm:cxn modelId="{5B280273-78D4-46A5-9475-C06BECC05A20}" type="presParOf" srcId="{501BF210-7C45-41B3-8085-D3D5F944CF4B}" destId="{DC97B774-ED6A-4A03-AEBF-E0292D3FDE3C}" srcOrd="1" destOrd="0" presId="urn:microsoft.com/office/officeart/2008/layout/LinedList"/>
    <dgm:cxn modelId="{FDB5EFD7-C0C8-4D55-A288-D28D81C3BA7B}" type="presParOf" srcId="{501BF210-7C45-41B3-8085-D3D5F944CF4B}" destId="{E2FAE91C-6539-46F2-A2FD-EA5BDB92FD7E}" srcOrd="2" destOrd="0" presId="urn:microsoft.com/office/officeart/2008/layout/LinedList"/>
    <dgm:cxn modelId="{207D5E9A-A441-4ABA-AAD6-BE2C77DF3C30}" type="presParOf" srcId="{6C11AFC2-EC79-4BB8-A8DD-3A0AEA41D99F}" destId="{5BC40D12-9011-433A-A04B-9BCA131DBE28}" srcOrd="11" destOrd="0" presId="urn:microsoft.com/office/officeart/2008/layout/LinedList"/>
    <dgm:cxn modelId="{E2D3AF90-38A1-4833-9844-5551E349D65D}" type="presParOf" srcId="{6C11AFC2-EC79-4BB8-A8DD-3A0AEA41D99F}" destId="{6F772D7D-4981-43DD-9D9A-5D529C1D48FA}" srcOrd="12" destOrd="0" presId="urn:microsoft.com/office/officeart/2008/layout/LinedList"/>
    <dgm:cxn modelId="{5F1A1C4E-6AE5-4156-B1CC-4F2D976C70B4}" type="presParOf" srcId="{6C11AFC2-EC79-4BB8-A8DD-3A0AEA41D99F}" destId="{B66C60BA-E89F-4CB3-BFBA-9895F9DF138E}" srcOrd="13" destOrd="0" presId="urn:microsoft.com/office/officeart/2008/layout/LinedList"/>
    <dgm:cxn modelId="{2B0E244D-1EE2-4DFA-8BB5-67D21335510A}" type="presParOf" srcId="{B66C60BA-E89F-4CB3-BFBA-9895F9DF138E}" destId="{74D00BD3-1DAB-4F77-98F8-081289B8DE9B}" srcOrd="0" destOrd="0" presId="urn:microsoft.com/office/officeart/2008/layout/LinedList"/>
    <dgm:cxn modelId="{AB3EBE23-2F9A-4A18-9D3B-3CF3011850F5}" type="presParOf" srcId="{B66C60BA-E89F-4CB3-BFBA-9895F9DF138E}" destId="{F4A29DCF-D071-4E47-8BDD-A2005B33D97A}" srcOrd="1" destOrd="0" presId="urn:microsoft.com/office/officeart/2008/layout/LinedList"/>
    <dgm:cxn modelId="{EA57A214-ED58-4138-8DCC-20037DD2104A}" type="presParOf" srcId="{B66C60BA-E89F-4CB3-BFBA-9895F9DF138E}" destId="{00C7C469-9C8C-420D-800E-B58112412F15}" srcOrd="2" destOrd="0" presId="urn:microsoft.com/office/officeart/2008/layout/LinedList"/>
    <dgm:cxn modelId="{5B6810B2-785F-4E4A-9490-1042A9CCA983}" type="presParOf" srcId="{6C11AFC2-EC79-4BB8-A8DD-3A0AEA41D99F}" destId="{FEB5D30D-6345-4889-942B-10DA9BBA28B5}" srcOrd="14" destOrd="0" presId="urn:microsoft.com/office/officeart/2008/layout/LinedList"/>
    <dgm:cxn modelId="{04AFAFE0-3C4D-4FF4-BC37-3A702480CB5F}" type="presParOf" srcId="{6C11AFC2-EC79-4BB8-A8DD-3A0AEA41D99F}" destId="{A0C70EDB-F19B-421E-AF59-076ED368725F}" srcOrd="15" destOrd="0" presId="urn:microsoft.com/office/officeart/2008/layout/LinedList"/>
    <dgm:cxn modelId="{DE1F6646-9411-43FC-B73F-6D4920F0FAE7}" type="presParOf" srcId="{6C11AFC2-EC79-4BB8-A8DD-3A0AEA41D99F}" destId="{D0FD235A-D80F-4E37-83D7-431143692211}" srcOrd="16" destOrd="0" presId="urn:microsoft.com/office/officeart/2008/layout/LinedList"/>
    <dgm:cxn modelId="{5AE52AD2-D309-4235-B4E6-36309DA41511}" type="presParOf" srcId="{D0FD235A-D80F-4E37-83D7-431143692211}" destId="{22CBC0D1-0130-42D6-B313-8BEB42A6D999}" srcOrd="0" destOrd="0" presId="urn:microsoft.com/office/officeart/2008/layout/LinedList"/>
    <dgm:cxn modelId="{A7081F61-93CD-47AD-89C3-9460BF031230}" type="presParOf" srcId="{D0FD235A-D80F-4E37-83D7-431143692211}" destId="{5500D156-BE92-45ED-B514-3C35D130B940}" srcOrd="1" destOrd="0" presId="urn:microsoft.com/office/officeart/2008/layout/LinedList"/>
    <dgm:cxn modelId="{B3F912D2-6218-4A07-9918-D95872AE3086}" type="presParOf" srcId="{D0FD235A-D80F-4E37-83D7-431143692211}" destId="{17442750-B26B-4AC8-97B6-EB158226363F}" srcOrd="2" destOrd="0" presId="urn:microsoft.com/office/officeart/2008/layout/LinedList"/>
    <dgm:cxn modelId="{42CF2C6C-23F0-45C8-A7AF-7CB4EA928E91}" type="presParOf" srcId="{6C11AFC2-EC79-4BB8-A8DD-3A0AEA41D99F}" destId="{31EE367D-11F2-4896-AE78-A89224D35716}" srcOrd="17" destOrd="0" presId="urn:microsoft.com/office/officeart/2008/layout/LinedList"/>
    <dgm:cxn modelId="{AEEA249D-9F1F-4B65-8307-97AC81607057}" type="presParOf" srcId="{6C11AFC2-EC79-4BB8-A8DD-3A0AEA41D99F}" destId="{A7241EE9-0E53-47C3-9691-38582D3634C4}" srcOrd="18" destOrd="0" presId="urn:microsoft.com/office/officeart/2008/layout/LinedList"/>
    <dgm:cxn modelId="{2E818608-57DC-47AE-8C5E-405057A5BA46}" type="presParOf" srcId="{6C11AFC2-EC79-4BB8-A8DD-3A0AEA41D99F}" destId="{A04C08B5-13F5-42B2-B572-E371F7DDA2F6}" srcOrd="19" destOrd="0" presId="urn:microsoft.com/office/officeart/2008/layout/LinedList"/>
    <dgm:cxn modelId="{C4F1CF27-0450-46BF-9E28-CEC715B15401}" type="presParOf" srcId="{A04C08B5-13F5-42B2-B572-E371F7DDA2F6}" destId="{163EE321-C741-40A2-965E-E0B0159235CE}" srcOrd="0" destOrd="0" presId="urn:microsoft.com/office/officeart/2008/layout/LinedList"/>
    <dgm:cxn modelId="{FDB9BF77-7040-42A9-85B8-A2A8A5D98589}" type="presParOf" srcId="{A04C08B5-13F5-42B2-B572-E371F7DDA2F6}" destId="{07C958B4-D4CB-4F2C-ACA7-9FC2252BB31B}" srcOrd="1" destOrd="0" presId="urn:microsoft.com/office/officeart/2008/layout/LinedList"/>
    <dgm:cxn modelId="{12DA8843-81F1-4C8F-B480-72C0456234A4}" type="presParOf" srcId="{A04C08B5-13F5-42B2-B572-E371F7DDA2F6}" destId="{4358DD4F-1AF4-4E4A-8C5E-9BC47ACC5CA3}" srcOrd="2" destOrd="0" presId="urn:microsoft.com/office/officeart/2008/layout/LinedList"/>
    <dgm:cxn modelId="{28B9EEE4-A30C-4C79-891E-A94696B5EF80}" type="presParOf" srcId="{6C11AFC2-EC79-4BB8-A8DD-3A0AEA41D99F}" destId="{673488E1-7417-4C5A-91C8-59E80D8BEF85}" srcOrd="20" destOrd="0" presId="urn:microsoft.com/office/officeart/2008/layout/LinedList"/>
    <dgm:cxn modelId="{4ACB109E-EBAB-4C61-8492-1ABA632D11F3}" type="presParOf" srcId="{6C11AFC2-EC79-4BB8-A8DD-3A0AEA41D99F}" destId="{770E0B5B-F499-4354-B3C5-957D7426A058}" srcOrd="21" destOrd="0" presId="urn:microsoft.com/office/officeart/2008/layout/LinedList"/>
    <dgm:cxn modelId="{AB5A22EF-694A-443D-89F8-379793DC9A10}" type="presParOf" srcId="{6C11AFC2-EC79-4BB8-A8DD-3A0AEA41D99F}" destId="{EF81F41C-FA12-4F87-BB94-85DA5569CC8A}" srcOrd="22" destOrd="0" presId="urn:microsoft.com/office/officeart/2008/layout/LinedList"/>
    <dgm:cxn modelId="{97F85CF5-B3C0-4DEC-821A-CBA7A147F0DE}" type="presParOf" srcId="{EF81F41C-FA12-4F87-BB94-85DA5569CC8A}" destId="{3F966176-B381-47D0-8823-428D8C106C8B}" srcOrd="0" destOrd="0" presId="urn:microsoft.com/office/officeart/2008/layout/LinedList"/>
    <dgm:cxn modelId="{80B737F9-7C6D-4379-9E2B-68AC9BA7626D}" type="presParOf" srcId="{EF81F41C-FA12-4F87-BB94-85DA5569CC8A}" destId="{7A75A819-A64D-4F4D-96D8-B22078B63A4C}" srcOrd="1" destOrd="0" presId="urn:microsoft.com/office/officeart/2008/layout/LinedList"/>
    <dgm:cxn modelId="{122AA5D0-BB4D-4702-A92D-27D3C3C1947D}" type="presParOf" srcId="{EF81F41C-FA12-4F87-BB94-85DA5569CC8A}" destId="{486DA54C-0039-4953-8C22-B5576B39F59C}" srcOrd="2" destOrd="0" presId="urn:microsoft.com/office/officeart/2008/layout/LinedList"/>
    <dgm:cxn modelId="{90CD89E4-E2AF-4D2F-90EB-E9E4E4B64996}" type="presParOf" srcId="{6C11AFC2-EC79-4BB8-A8DD-3A0AEA41D99F}" destId="{547B8CFE-C1F6-4718-AFAD-3674CDE53DB2}" srcOrd="23" destOrd="0" presId="urn:microsoft.com/office/officeart/2008/layout/LinedList"/>
    <dgm:cxn modelId="{A0E6C8B9-977E-4776-B650-69795178669D}" type="presParOf" srcId="{6C11AFC2-EC79-4BB8-A8DD-3A0AEA41D99F}" destId="{A04433FE-0CDB-48CD-8A88-B12EE4124E14}"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9E839B1-A2CC-405F-AFAD-71BED5615ED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85A0A24-9C21-428C-BFD8-3D3CB324C4B5}">
      <dgm:prSet/>
      <dgm:spPr/>
      <dgm:t>
        <a:bodyPr/>
        <a:lstStyle/>
        <a:p>
          <a:r>
            <a:rPr lang="en-US" b="1"/>
            <a:t>What you said:</a:t>
          </a:r>
          <a:endParaRPr lang="en-US"/>
        </a:p>
      </dgm:t>
    </dgm:pt>
    <dgm:pt modelId="{FE953E99-5D94-47BA-83A0-246501CC099C}" type="parTrans" cxnId="{438704AB-3E07-4FD9-A123-EAB1F4D2F951}">
      <dgm:prSet/>
      <dgm:spPr/>
      <dgm:t>
        <a:bodyPr/>
        <a:lstStyle/>
        <a:p>
          <a:endParaRPr lang="en-US"/>
        </a:p>
      </dgm:t>
    </dgm:pt>
    <dgm:pt modelId="{D45037E1-BDDF-4FC4-9AD7-3574E81A4DC1}" type="sibTrans" cxnId="{438704AB-3E07-4FD9-A123-EAB1F4D2F951}">
      <dgm:prSet/>
      <dgm:spPr/>
      <dgm:t>
        <a:bodyPr/>
        <a:lstStyle/>
        <a:p>
          <a:endParaRPr lang="en-US"/>
        </a:p>
      </dgm:t>
    </dgm:pt>
    <dgm:pt modelId="{45432734-AAE0-4B7B-BC47-52B5704D819A}">
      <dgm:prSet phldr="0"/>
      <dgm:spPr/>
      <dgm:t>
        <a:bodyPr/>
        <a:lstStyle/>
        <a:p>
          <a:pPr rtl="0"/>
          <a:r>
            <a:rPr lang="en-US">
              <a:latin typeface="Calibri Light" panose="020F0302020204030204"/>
            </a:rPr>
            <a:t>Staff shortages</a:t>
          </a:r>
          <a:endParaRPr lang="en-US"/>
        </a:p>
      </dgm:t>
    </dgm:pt>
    <dgm:pt modelId="{8B361DDF-6058-4F67-8318-DFAC8459C779}" type="parTrans" cxnId="{3245A7B8-523B-4D79-B9AC-E0C7C101B328}">
      <dgm:prSet/>
      <dgm:spPr/>
      <dgm:t>
        <a:bodyPr/>
        <a:lstStyle/>
        <a:p>
          <a:endParaRPr lang="en-US"/>
        </a:p>
      </dgm:t>
    </dgm:pt>
    <dgm:pt modelId="{45456A7E-1855-4949-A7C6-A1958DFE65D0}" type="sibTrans" cxnId="{3245A7B8-523B-4D79-B9AC-E0C7C101B328}">
      <dgm:prSet/>
      <dgm:spPr/>
      <dgm:t>
        <a:bodyPr/>
        <a:lstStyle/>
        <a:p>
          <a:endParaRPr lang="en-US"/>
        </a:p>
      </dgm:t>
    </dgm:pt>
    <dgm:pt modelId="{9D3F36B1-50ED-452C-9D80-AC4778B38269}">
      <dgm:prSet phldr="0"/>
      <dgm:spPr/>
      <dgm:t>
        <a:bodyPr/>
        <a:lstStyle/>
        <a:p>
          <a:pPr rtl="0"/>
          <a:r>
            <a:rPr lang="en-US">
              <a:latin typeface="Calibri Light" panose="020F0302020204030204"/>
            </a:rPr>
            <a:t>Time for training</a:t>
          </a:r>
          <a:endParaRPr lang="en-US"/>
        </a:p>
      </dgm:t>
    </dgm:pt>
    <dgm:pt modelId="{A861CC77-639F-4C16-8595-6CB971DD609D}" type="parTrans" cxnId="{39DB14B0-7713-4390-910D-F5BE3051B6D5}">
      <dgm:prSet/>
      <dgm:spPr/>
      <dgm:t>
        <a:bodyPr/>
        <a:lstStyle/>
        <a:p>
          <a:endParaRPr lang="en-US"/>
        </a:p>
      </dgm:t>
    </dgm:pt>
    <dgm:pt modelId="{443EA1E8-CCE2-449F-9CDD-79CA13CB36C3}" type="sibTrans" cxnId="{39DB14B0-7713-4390-910D-F5BE3051B6D5}">
      <dgm:prSet/>
      <dgm:spPr/>
      <dgm:t>
        <a:bodyPr/>
        <a:lstStyle/>
        <a:p>
          <a:endParaRPr lang="en-US"/>
        </a:p>
      </dgm:t>
    </dgm:pt>
    <dgm:pt modelId="{DC5D3174-B964-4CDD-A644-FA85B59CD811}">
      <dgm:prSet phldr="0"/>
      <dgm:spPr/>
      <dgm:t>
        <a:bodyPr/>
        <a:lstStyle/>
        <a:p>
          <a:pPr rtl="0"/>
          <a:r>
            <a:rPr lang="en-US">
              <a:latin typeface="Calibri Light" panose="020F0302020204030204"/>
            </a:rPr>
            <a:t>Lack of resources</a:t>
          </a:r>
        </a:p>
      </dgm:t>
    </dgm:pt>
    <dgm:pt modelId="{9F21620B-C4E7-4D9B-8F26-FA7A54A5EAF2}" type="parTrans" cxnId="{2354924A-5582-424A-907D-90102D78F1D8}">
      <dgm:prSet/>
      <dgm:spPr/>
      <dgm:t>
        <a:bodyPr/>
        <a:lstStyle/>
        <a:p>
          <a:endParaRPr lang="en-US"/>
        </a:p>
      </dgm:t>
    </dgm:pt>
    <dgm:pt modelId="{A9608043-34C1-486E-BA73-18DE8903D9EC}" type="sibTrans" cxnId="{2354924A-5582-424A-907D-90102D78F1D8}">
      <dgm:prSet/>
      <dgm:spPr/>
      <dgm:t>
        <a:bodyPr/>
        <a:lstStyle/>
        <a:p>
          <a:endParaRPr lang="en-US"/>
        </a:p>
      </dgm:t>
    </dgm:pt>
    <dgm:pt modelId="{14D6CBDE-F230-439D-9D4A-D03460182A9F}">
      <dgm:prSet phldr="0" custT="1"/>
      <dgm:spPr/>
      <dgm:t>
        <a:bodyPr/>
        <a:lstStyle/>
        <a:p>
          <a:pPr rtl="0"/>
          <a:r>
            <a:rPr lang="en-US" sz="4000">
              <a:latin typeface="Calibri Light" panose="020F0302020204030204"/>
            </a:rPr>
            <a:t>Wearing </a:t>
          </a:r>
          <a:r>
            <a:rPr lang="en-US" sz="3600">
              <a:latin typeface="Calibri Light" panose="020F0302020204030204"/>
            </a:rPr>
            <a:t>multiple</a:t>
          </a:r>
          <a:r>
            <a:rPr lang="en-US" sz="4000">
              <a:latin typeface="Calibri Light" panose="020F0302020204030204"/>
            </a:rPr>
            <a:t> hats</a:t>
          </a:r>
          <a:endParaRPr lang="en-US" sz="4000"/>
        </a:p>
      </dgm:t>
    </dgm:pt>
    <dgm:pt modelId="{DF7F5395-8477-4AEA-8C6E-F38C2878FA5F}" type="parTrans" cxnId="{8E387BD2-4D5F-486C-BF43-D09854DA2121}">
      <dgm:prSet/>
      <dgm:spPr/>
      <dgm:t>
        <a:bodyPr/>
        <a:lstStyle/>
        <a:p>
          <a:endParaRPr lang="en-US"/>
        </a:p>
      </dgm:t>
    </dgm:pt>
    <dgm:pt modelId="{BF8063A6-2927-44E4-B326-0F2E8DADD144}" type="sibTrans" cxnId="{8E387BD2-4D5F-486C-BF43-D09854DA2121}">
      <dgm:prSet/>
      <dgm:spPr/>
      <dgm:t>
        <a:bodyPr/>
        <a:lstStyle/>
        <a:p>
          <a:endParaRPr lang="en-US"/>
        </a:p>
      </dgm:t>
    </dgm:pt>
    <dgm:pt modelId="{604539A4-E9B0-43C0-9D2F-5A0DFA0D3304}" type="pres">
      <dgm:prSet presAssocID="{B9E839B1-A2CC-405F-AFAD-71BED5615ED3}" presName="vert0" presStyleCnt="0">
        <dgm:presLayoutVars>
          <dgm:dir/>
          <dgm:animOne val="branch"/>
          <dgm:animLvl val="lvl"/>
        </dgm:presLayoutVars>
      </dgm:prSet>
      <dgm:spPr/>
    </dgm:pt>
    <dgm:pt modelId="{A86171B4-00CD-4695-8CB1-C8C77BCF1C0E}" type="pres">
      <dgm:prSet presAssocID="{685A0A24-9C21-428C-BFD8-3D3CB324C4B5}" presName="thickLine" presStyleLbl="alignNode1" presStyleIdx="0" presStyleCnt="1"/>
      <dgm:spPr/>
    </dgm:pt>
    <dgm:pt modelId="{F40719B4-1465-4173-92BA-F427E8E8D15C}" type="pres">
      <dgm:prSet presAssocID="{685A0A24-9C21-428C-BFD8-3D3CB324C4B5}" presName="horz1" presStyleCnt="0"/>
      <dgm:spPr/>
    </dgm:pt>
    <dgm:pt modelId="{00CEE0B4-635C-48DD-8139-41F8E62B735B}" type="pres">
      <dgm:prSet presAssocID="{685A0A24-9C21-428C-BFD8-3D3CB324C4B5}" presName="tx1" presStyleLbl="revTx" presStyleIdx="0" presStyleCnt="5"/>
      <dgm:spPr/>
    </dgm:pt>
    <dgm:pt modelId="{1BED10CB-E46C-495D-A4DE-6BA3E74170C0}" type="pres">
      <dgm:prSet presAssocID="{685A0A24-9C21-428C-BFD8-3D3CB324C4B5}" presName="vert1" presStyleCnt="0"/>
      <dgm:spPr/>
    </dgm:pt>
    <dgm:pt modelId="{D615F2BB-646C-4D07-89B2-29989DD51AA4}" type="pres">
      <dgm:prSet presAssocID="{45432734-AAE0-4B7B-BC47-52B5704D819A}" presName="vertSpace2a" presStyleCnt="0"/>
      <dgm:spPr/>
    </dgm:pt>
    <dgm:pt modelId="{C0732AC5-E51C-47B0-956A-F7782ACCB16E}" type="pres">
      <dgm:prSet presAssocID="{45432734-AAE0-4B7B-BC47-52B5704D819A}" presName="horz2" presStyleCnt="0"/>
      <dgm:spPr/>
    </dgm:pt>
    <dgm:pt modelId="{27ABE303-0E3E-403A-8020-9E068F9F368B}" type="pres">
      <dgm:prSet presAssocID="{45432734-AAE0-4B7B-BC47-52B5704D819A}" presName="horzSpace2" presStyleCnt="0"/>
      <dgm:spPr/>
    </dgm:pt>
    <dgm:pt modelId="{209D7F8A-0D59-4DCB-BAFB-CB915C091B68}" type="pres">
      <dgm:prSet presAssocID="{45432734-AAE0-4B7B-BC47-52B5704D819A}" presName="tx2" presStyleLbl="revTx" presStyleIdx="1" presStyleCnt="5"/>
      <dgm:spPr/>
    </dgm:pt>
    <dgm:pt modelId="{9D8E7937-E41E-4818-9CE3-BAA1F4143E21}" type="pres">
      <dgm:prSet presAssocID="{45432734-AAE0-4B7B-BC47-52B5704D819A}" presName="vert2" presStyleCnt="0"/>
      <dgm:spPr/>
    </dgm:pt>
    <dgm:pt modelId="{C2BF7012-82A9-4BFA-8D0D-7AA98730DB17}" type="pres">
      <dgm:prSet presAssocID="{45432734-AAE0-4B7B-BC47-52B5704D819A}" presName="thinLine2b" presStyleLbl="callout" presStyleIdx="0" presStyleCnt="4"/>
      <dgm:spPr/>
    </dgm:pt>
    <dgm:pt modelId="{4E50E773-EDAD-41E8-8D73-2B619FD100ED}" type="pres">
      <dgm:prSet presAssocID="{45432734-AAE0-4B7B-BC47-52B5704D819A}" presName="vertSpace2b" presStyleCnt="0"/>
      <dgm:spPr/>
    </dgm:pt>
    <dgm:pt modelId="{5C03322C-235B-4A5E-8994-0A008A34021C}" type="pres">
      <dgm:prSet presAssocID="{9D3F36B1-50ED-452C-9D80-AC4778B38269}" presName="horz2" presStyleCnt="0"/>
      <dgm:spPr/>
    </dgm:pt>
    <dgm:pt modelId="{1EBD7F36-F6F6-48E0-BD41-D931BB81D610}" type="pres">
      <dgm:prSet presAssocID="{9D3F36B1-50ED-452C-9D80-AC4778B38269}" presName="horzSpace2" presStyleCnt="0"/>
      <dgm:spPr/>
    </dgm:pt>
    <dgm:pt modelId="{E606CE68-B86B-4DCD-B9AE-81EE942D0EA3}" type="pres">
      <dgm:prSet presAssocID="{9D3F36B1-50ED-452C-9D80-AC4778B38269}" presName="tx2" presStyleLbl="revTx" presStyleIdx="2" presStyleCnt="5"/>
      <dgm:spPr/>
    </dgm:pt>
    <dgm:pt modelId="{BDF8B0BC-9245-472C-89CA-77D6950D6A72}" type="pres">
      <dgm:prSet presAssocID="{9D3F36B1-50ED-452C-9D80-AC4778B38269}" presName="vert2" presStyleCnt="0"/>
      <dgm:spPr/>
    </dgm:pt>
    <dgm:pt modelId="{2A1C261D-1884-4D3B-99A7-C675FA3AFB75}" type="pres">
      <dgm:prSet presAssocID="{9D3F36B1-50ED-452C-9D80-AC4778B38269}" presName="thinLine2b" presStyleLbl="callout" presStyleIdx="1" presStyleCnt="4"/>
      <dgm:spPr/>
    </dgm:pt>
    <dgm:pt modelId="{0353B072-BBD4-47B0-A22B-46AC09126296}" type="pres">
      <dgm:prSet presAssocID="{9D3F36B1-50ED-452C-9D80-AC4778B38269}" presName="vertSpace2b" presStyleCnt="0"/>
      <dgm:spPr/>
    </dgm:pt>
    <dgm:pt modelId="{9E3A563B-3979-4B0B-9AEE-A5D2F130AA3F}" type="pres">
      <dgm:prSet presAssocID="{DC5D3174-B964-4CDD-A644-FA85B59CD811}" presName="horz2" presStyleCnt="0"/>
      <dgm:spPr/>
    </dgm:pt>
    <dgm:pt modelId="{A7B6BB83-52EA-4924-A61E-8D57B41438E9}" type="pres">
      <dgm:prSet presAssocID="{DC5D3174-B964-4CDD-A644-FA85B59CD811}" presName="horzSpace2" presStyleCnt="0"/>
      <dgm:spPr/>
    </dgm:pt>
    <dgm:pt modelId="{4A866E02-F6AD-478C-B62A-CDA10A587ABE}" type="pres">
      <dgm:prSet presAssocID="{DC5D3174-B964-4CDD-A644-FA85B59CD811}" presName="tx2" presStyleLbl="revTx" presStyleIdx="3" presStyleCnt="5"/>
      <dgm:spPr/>
    </dgm:pt>
    <dgm:pt modelId="{727FA7B5-5D68-4E3F-8F89-F8550162EE1F}" type="pres">
      <dgm:prSet presAssocID="{DC5D3174-B964-4CDD-A644-FA85B59CD811}" presName="vert2" presStyleCnt="0"/>
      <dgm:spPr/>
    </dgm:pt>
    <dgm:pt modelId="{A02398EA-F460-45F5-BD13-59AA177C72EF}" type="pres">
      <dgm:prSet presAssocID="{DC5D3174-B964-4CDD-A644-FA85B59CD811}" presName="thinLine2b" presStyleLbl="callout" presStyleIdx="2" presStyleCnt="4"/>
      <dgm:spPr/>
    </dgm:pt>
    <dgm:pt modelId="{48E51E21-C068-4C79-9B55-EC7B1F24F5EF}" type="pres">
      <dgm:prSet presAssocID="{DC5D3174-B964-4CDD-A644-FA85B59CD811}" presName="vertSpace2b" presStyleCnt="0"/>
      <dgm:spPr/>
    </dgm:pt>
    <dgm:pt modelId="{A9737EB7-825A-4CE7-A59A-2133BEC7630C}" type="pres">
      <dgm:prSet presAssocID="{14D6CBDE-F230-439D-9D4A-D03460182A9F}" presName="horz2" presStyleCnt="0"/>
      <dgm:spPr/>
    </dgm:pt>
    <dgm:pt modelId="{07DE3BDC-734D-4142-8AE9-4ECB5C51279A}" type="pres">
      <dgm:prSet presAssocID="{14D6CBDE-F230-439D-9D4A-D03460182A9F}" presName="horzSpace2" presStyleCnt="0"/>
      <dgm:spPr/>
    </dgm:pt>
    <dgm:pt modelId="{EC8EBC00-9192-4EF3-B69D-221F158E581F}" type="pres">
      <dgm:prSet presAssocID="{14D6CBDE-F230-439D-9D4A-D03460182A9F}" presName="tx2" presStyleLbl="revTx" presStyleIdx="4" presStyleCnt="5"/>
      <dgm:spPr/>
    </dgm:pt>
    <dgm:pt modelId="{940FD135-5D02-4A5B-97DB-F1383F78AB21}" type="pres">
      <dgm:prSet presAssocID="{14D6CBDE-F230-439D-9D4A-D03460182A9F}" presName="vert2" presStyleCnt="0"/>
      <dgm:spPr/>
    </dgm:pt>
    <dgm:pt modelId="{148482C4-D5B5-4258-A836-E0612595D68E}" type="pres">
      <dgm:prSet presAssocID="{14D6CBDE-F230-439D-9D4A-D03460182A9F}" presName="thinLine2b" presStyleLbl="callout" presStyleIdx="3" presStyleCnt="4"/>
      <dgm:spPr/>
    </dgm:pt>
    <dgm:pt modelId="{292E87D3-213D-4247-922D-EA0612FCAB0D}" type="pres">
      <dgm:prSet presAssocID="{14D6CBDE-F230-439D-9D4A-D03460182A9F}" presName="vertSpace2b" presStyleCnt="0"/>
      <dgm:spPr/>
    </dgm:pt>
  </dgm:ptLst>
  <dgm:cxnLst>
    <dgm:cxn modelId="{3082C824-71D7-4922-92A6-6A1CC001DF54}" type="presOf" srcId="{9D3F36B1-50ED-452C-9D80-AC4778B38269}" destId="{E606CE68-B86B-4DCD-B9AE-81EE942D0EA3}" srcOrd="0" destOrd="0" presId="urn:microsoft.com/office/officeart/2008/layout/LinedList"/>
    <dgm:cxn modelId="{2354924A-5582-424A-907D-90102D78F1D8}" srcId="{685A0A24-9C21-428C-BFD8-3D3CB324C4B5}" destId="{DC5D3174-B964-4CDD-A644-FA85B59CD811}" srcOrd="2" destOrd="0" parTransId="{9F21620B-C4E7-4D9B-8F26-FA7A54A5EAF2}" sibTransId="{A9608043-34C1-486E-BA73-18DE8903D9EC}"/>
    <dgm:cxn modelId="{EB62D76C-88B8-4C1D-B5DC-985AE438E1E1}" type="presOf" srcId="{14D6CBDE-F230-439D-9D4A-D03460182A9F}" destId="{EC8EBC00-9192-4EF3-B69D-221F158E581F}" srcOrd="0" destOrd="0" presId="urn:microsoft.com/office/officeart/2008/layout/LinedList"/>
    <dgm:cxn modelId="{B26AE1A5-7A25-4094-A7EB-5E0642F1727B}" type="presOf" srcId="{45432734-AAE0-4B7B-BC47-52B5704D819A}" destId="{209D7F8A-0D59-4DCB-BAFB-CB915C091B68}" srcOrd="0" destOrd="0" presId="urn:microsoft.com/office/officeart/2008/layout/LinedList"/>
    <dgm:cxn modelId="{438704AB-3E07-4FD9-A123-EAB1F4D2F951}" srcId="{B9E839B1-A2CC-405F-AFAD-71BED5615ED3}" destId="{685A0A24-9C21-428C-BFD8-3D3CB324C4B5}" srcOrd="0" destOrd="0" parTransId="{FE953E99-5D94-47BA-83A0-246501CC099C}" sibTransId="{D45037E1-BDDF-4FC4-9AD7-3574E81A4DC1}"/>
    <dgm:cxn modelId="{0241BBAE-125D-45F4-9565-20471B73F1BB}" type="presOf" srcId="{DC5D3174-B964-4CDD-A644-FA85B59CD811}" destId="{4A866E02-F6AD-478C-B62A-CDA10A587ABE}" srcOrd="0" destOrd="0" presId="urn:microsoft.com/office/officeart/2008/layout/LinedList"/>
    <dgm:cxn modelId="{39DB14B0-7713-4390-910D-F5BE3051B6D5}" srcId="{685A0A24-9C21-428C-BFD8-3D3CB324C4B5}" destId="{9D3F36B1-50ED-452C-9D80-AC4778B38269}" srcOrd="1" destOrd="0" parTransId="{A861CC77-639F-4C16-8595-6CB971DD609D}" sibTransId="{443EA1E8-CCE2-449F-9CDD-79CA13CB36C3}"/>
    <dgm:cxn modelId="{3245A7B8-523B-4D79-B9AC-E0C7C101B328}" srcId="{685A0A24-9C21-428C-BFD8-3D3CB324C4B5}" destId="{45432734-AAE0-4B7B-BC47-52B5704D819A}" srcOrd="0" destOrd="0" parTransId="{8B361DDF-6058-4F67-8318-DFAC8459C779}" sibTransId="{45456A7E-1855-4949-A7C6-A1958DFE65D0}"/>
    <dgm:cxn modelId="{42F2EAC8-E2D0-4AC2-9F1D-CABB72931DD8}" type="presOf" srcId="{685A0A24-9C21-428C-BFD8-3D3CB324C4B5}" destId="{00CEE0B4-635C-48DD-8139-41F8E62B735B}" srcOrd="0" destOrd="0" presId="urn:microsoft.com/office/officeart/2008/layout/LinedList"/>
    <dgm:cxn modelId="{8E387BD2-4D5F-486C-BF43-D09854DA2121}" srcId="{685A0A24-9C21-428C-BFD8-3D3CB324C4B5}" destId="{14D6CBDE-F230-439D-9D4A-D03460182A9F}" srcOrd="3" destOrd="0" parTransId="{DF7F5395-8477-4AEA-8C6E-F38C2878FA5F}" sibTransId="{BF8063A6-2927-44E4-B326-0F2E8DADD144}"/>
    <dgm:cxn modelId="{89DFBBE5-2D31-4275-B0C1-BEEED9B5B95C}" type="presOf" srcId="{B9E839B1-A2CC-405F-AFAD-71BED5615ED3}" destId="{604539A4-E9B0-43C0-9D2F-5A0DFA0D3304}" srcOrd="0" destOrd="0" presId="urn:microsoft.com/office/officeart/2008/layout/LinedList"/>
    <dgm:cxn modelId="{CA733C8C-1A14-4309-AC5F-79A99CC7ED38}" type="presParOf" srcId="{604539A4-E9B0-43C0-9D2F-5A0DFA0D3304}" destId="{A86171B4-00CD-4695-8CB1-C8C77BCF1C0E}" srcOrd="0" destOrd="0" presId="urn:microsoft.com/office/officeart/2008/layout/LinedList"/>
    <dgm:cxn modelId="{7495D0AB-B41F-4A3E-999C-8C3BED95D1C7}" type="presParOf" srcId="{604539A4-E9B0-43C0-9D2F-5A0DFA0D3304}" destId="{F40719B4-1465-4173-92BA-F427E8E8D15C}" srcOrd="1" destOrd="0" presId="urn:microsoft.com/office/officeart/2008/layout/LinedList"/>
    <dgm:cxn modelId="{EDBE6FA4-7F91-435F-8AEF-A51C3ACA1586}" type="presParOf" srcId="{F40719B4-1465-4173-92BA-F427E8E8D15C}" destId="{00CEE0B4-635C-48DD-8139-41F8E62B735B}" srcOrd="0" destOrd="0" presId="urn:microsoft.com/office/officeart/2008/layout/LinedList"/>
    <dgm:cxn modelId="{4A748092-A493-4320-AE64-CC976295B56E}" type="presParOf" srcId="{F40719B4-1465-4173-92BA-F427E8E8D15C}" destId="{1BED10CB-E46C-495D-A4DE-6BA3E74170C0}" srcOrd="1" destOrd="0" presId="urn:microsoft.com/office/officeart/2008/layout/LinedList"/>
    <dgm:cxn modelId="{62590E27-9174-4B44-ABBF-FA1EBC460429}" type="presParOf" srcId="{1BED10CB-E46C-495D-A4DE-6BA3E74170C0}" destId="{D615F2BB-646C-4D07-89B2-29989DD51AA4}" srcOrd="0" destOrd="0" presId="urn:microsoft.com/office/officeart/2008/layout/LinedList"/>
    <dgm:cxn modelId="{651AE3B3-4C70-41D5-9659-4ED0CBB481C8}" type="presParOf" srcId="{1BED10CB-E46C-495D-A4DE-6BA3E74170C0}" destId="{C0732AC5-E51C-47B0-956A-F7782ACCB16E}" srcOrd="1" destOrd="0" presId="urn:microsoft.com/office/officeart/2008/layout/LinedList"/>
    <dgm:cxn modelId="{84A897BA-5226-4312-B169-943D69B9AA55}" type="presParOf" srcId="{C0732AC5-E51C-47B0-956A-F7782ACCB16E}" destId="{27ABE303-0E3E-403A-8020-9E068F9F368B}" srcOrd="0" destOrd="0" presId="urn:microsoft.com/office/officeart/2008/layout/LinedList"/>
    <dgm:cxn modelId="{0C5E915C-365F-4CD7-9BA4-70BAD12F6800}" type="presParOf" srcId="{C0732AC5-E51C-47B0-956A-F7782ACCB16E}" destId="{209D7F8A-0D59-4DCB-BAFB-CB915C091B68}" srcOrd="1" destOrd="0" presId="urn:microsoft.com/office/officeart/2008/layout/LinedList"/>
    <dgm:cxn modelId="{B2239FFE-6AAB-45D6-AA87-4997942007AE}" type="presParOf" srcId="{C0732AC5-E51C-47B0-956A-F7782ACCB16E}" destId="{9D8E7937-E41E-4818-9CE3-BAA1F4143E21}" srcOrd="2" destOrd="0" presId="urn:microsoft.com/office/officeart/2008/layout/LinedList"/>
    <dgm:cxn modelId="{E35B5D44-51F1-4BBE-AF26-3F0F0A572477}" type="presParOf" srcId="{1BED10CB-E46C-495D-A4DE-6BA3E74170C0}" destId="{C2BF7012-82A9-4BFA-8D0D-7AA98730DB17}" srcOrd="2" destOrd="0" presId="urn:microsoft.com/office/officeart/2008/layout/LinedList"/>
    <dgm:cxn modelId="{0559FC44-260A-4E35-8301-2E94BDB1486E}" type="presParOf" srcId="{1BED10CB-E46C-495D-A4DE-6BA3E74170C0}" destId="{4E50E773-EDAD-41E8-8D73-2B619FD100ED}" srcOrd="3" destOrd="0" presId="urn:microsoft.com/office/officeart/2008/layout/LinedList"/>
    <dgm:cxn modelId="{6A795C5F-E430-4871-BAEC-B3288C556613}" type="presParOf" srcId="{1BED10CB-E46C-495D-A4DE-6BA3E74170C0}" destId="{5C03322C-235B-4A5E-8994-0A008A34021C}" srcOrd="4" destOrd="0" presId="urn:microsoft.com/office/officeart/2008/layout/LinedList"/>
    <dgm:cxn modelId="{8B508825-1EB7-49D0-B45C-6C97E04343F1}" type="presParOf" srcId="{5C03322C-235B-4A5E-8994-0A008A34021C}" destId="{1EBD7F36-F6F6-48E0-BD41-D931BB81D610}" srcOrd="0" destOrd="0" presId="urn:microsoft.com/office/officeart/2008/layout/LinedList"/>
    <dgm:cxn modelId="{DD380756-E944-4F87-AB99-821A276EE79C}" type="presParOf" srcId="{5C03322C-235B-4A5E-8994-0A008A34021C}" destId="{E606CE68-B86B-4DCD-B9AE-81EE942D0EA3}" srcOrd="1" destOrd="0" presId="urn:microsoft.com/office/officeart/2008/layout/LinedList"/>
    <dgm:cxn modelId="{84BA6937-A2D5-4901-B943-7758471F9C0C}" type="presParOf" srcId="{5C03322C-235B-4A5E-8994-0A008A34021C}" destId="{BDF8B0BC-9245-472C-89CA-77D6950D6A72}" srcOrd="2" destOrd="0" presId="urn:microsoft.com/office/officeart/2008/layout/LinedList"/>
    <dgm:cxn modelId="{DF094783-920F-4C01-93FA-D2A2081F44FE}" type="presParOf" srcId="{1BED10CB-E46C-495D-A4DE-6BA3E74170C0}" destId="{2A1C261D-1884-4D3B-99A7-C675FA3AFB75}" srcOrd="5" destOrd="0" presId="urn:microsoft.com/office/officeart/2008/layout/LinedList"/>
    <dgm:cxn modelId="{0E6BB0D6-9580-459E-9153-C4168FDE6F17}" type="presParOf" srcId="{1BED10CB-E46C-495D-A4DE-6BA3E74170C0}" destId="{0353B072-BBD4-47B0-A22B-46AC09126296}" srcOrd="6" destOrd="0" presId="urn:microsoft.com/office/officeart/2008/layout/LinedList"/>
    <dgm:cxn modelId="{DCD7CD56-BF00-489D-A6ED-2718FE328105}" type="presParOf" srcId="{1BED10CB-E46C-495D-A4DE-6BA3E74170C0}" destId="{9E3A563B-3979-4B0B-9AEE-A5D2F130AA3F}" srcOrd="7" destOrd="0" presId="urn:microsoft.com/office/officeart/2008/layout/LinedList"/>
    <dgm:cxn modelId="{7193F097-4F31-4831-87ED-3E196BD3FD09}" type="presParOf" srcId="{9E3A563B-3979-4B0B-9AEE-A5D2F130AA3F}" destId="{A7B6BB83-52EA-4924-A61E-8D57B41438E9}" srcOrd="0" destOrd="0" presId="urn:microsoft.com/office/officeart/2008/layout/LinedList"/>
    <dgm:cxn modelId="{8EFBEDB6-32CA-4172-AA8B-2665446D33D3}" type="presParOf" srcId="{9E3A563B-3979-4B0B-9AEE-A5D2F130AA3F}" destId="{4A866E02-F6AD-478C-B62A-CDA10A587ABE}" srcOrd="1" destOrd="0" presId="urn:microsoft.com/office/officeart/2008/layout/LinedList"/>
    <dgm:cxn modelId="{79F28672-859D-4A05-BFEE-6B4AFDE2BEFE}" type="presParOf" srcId="{9E3A563B-3979-4B0B-9AEE-A5D2F130AA3F}" destId="{727FA7B5-5D68-4E3F-8F89-F8550162EE1F}" srcOrd="2" destOrd="0" presId="urn:microsoft.com/office/officeart/2008/layout/LinedList"/>
    <dgm:cxn modelId="{97C3B8AF-7494-4F15-808A-E019DE82CADB}" type="presParOf" srcId="{1BED10CB-E46C-495D-A4DE-6BA3E74170C0}" destId="{A02398EA-F460-45F5-BD13-59AA177C72EF}" srcOrd="8" destOrd="0" presId="urn:microsoft.com/office/officeart/2008/layout/LinedList"/>
    <dgm:cxn modelId="{B5EE96C3-0074-4046-9B1B-9A7AB25D9E52}" type="presParOf" srcId="{1BED10CB-E46C-495D-A4DE-6BA3E74170C0}" destId="{48E51E21-C068-4C79-9B55-EC7B1F24F5EF}" srcOrd="9" destOrd="0" presId="urn:microsoft.com/office/officeart/2008/layout/LinedList"/>
    <dgm:cxn modelId="{3F6680DD-D048-47F0-9B90-8F19A170E849}" type="presParOf" srcId="{1BED10CB-E46C-495D-A4DE-6BA3E74170C0}" destId="{A9737EB7-825A-4CE7-A59A-2133BEC7630C}" srcOrd="10" destOrd="0" presId="urn:microsoft.com/office/officeart/2008/layout/LinedList"/>
    <dgm:cxn modelId="{5E15A531-A492-43D5-B457-2C4A7BCBD23D}" type="presParOf" srcId="{A9737EB7-825A-4CE7-A59A-2133BEC7630C}" destId="{07DE3BDC-734D-4142-8AE9-4ECB5C51279A}" srcOrd="0" destOrd="0" presId="urn:microsoft.com/office/officeart/2008/layout/LinedList"/>
    <dgm:cxn modelId="{1AA5C048-C469-47DD-BEC1-CFBEF674D046}" type="presParOf" srcId="{A9737EB7-825A-4CE7-A59A-2133BEC7630C}" destId="{EC8EBC00-9192-4EF3-B69D-221F158E581F}" srcOrd="1" destOrd="0" presId="urn:microsoft.com/office/officeart/2008/layout/LinedList"/>
    <dgm:cxn modelId="{4C1DAA1E-1AF7-4341-821C-D258999E8733}" type="presParOf" srcId="{A9737EB7-825A-4CE7-A59A-2133BEC7630C}" destId="{940FD135-5D02-4A5B-97DB-F1383F78AB21}" srcOrd="2" destOrd="0" presId="urn:microsoft.com/office/officeart/2008/layout/LinedList"/>
    <dgm:cxn modelId="{EE595CDF-25C6-445F-84DA-6043E6F1242C}" type="presParOf" srcId="{1BED10CB-E46C-495D-A4DE-6BA3E74170C0}" destId="{148482C4-D5B5-4258-A836-E0612595D68E}" srcOrd="11" destOrd="0" presId="urn:microsoft.com/office/officeart/2008/layout/LinedList"/>
    <dgm:cxn modelId="{D477634F-BD15-4F39-8E84-AF9EACA103A9}" type="presParOf" srcId="{1BED10CB-E46C-495D-A4DE-6BA3E74170C0}" destId="{292E87D3-213D-4247-922D-EA0612FCAB0D}" srcOrd="12"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44DD49-25C3-4CBA-BC26-E8BC254EF258}"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9CFD926D-C8EE-409A-9C1C-7736B0B6A855}">
      <dgm:prSet phldrT="[Text]" phldr="0"/>
      <dgm:spPr/>
      <dgm:t>
        <a:bodyPr/>
        <a:lstStyle/>
        <a:p>
          <a:pPr rtl="0"/>
          <a:r>
            <a:rPr lang="en-US">
              <a:latin typeface="Calibri Light" panose="020F0302020204030204"/>
            </a:rPr>
            <a:t>Belief in CIE for all</a:t>
          </a:r>
          <a:endParaRPr lang="en-US"/>
        </a:p>
      </dgm:t>
    </dgm:pt>
    <dgm:pt modelId="{E4465299-81E2-47E1-8430-B2BE05E114C5}" type="parTrans" cxnId="{D48547F4-ECA6-46F7-A1D8-B9FD24A1FB6A}">
      <dgm:prSet/>
      <dgm:spPr/>
      <dgm:t>
        <a:bodyPr/>
        <a:lstStyle/>
        <a:p>
          <a:endParaRPr lang="en-US"/>
        </a:p>
      </dgm:t>
    </dgm:pt>
    <dgm:pt modelId="{8EB37EBD-B662-495D-8BAE-361C65D06BBB}" type="sibTrans" cxnId="{D48547F4-ECA6-46F7-A1D8-B9FD24A1FB6A}">
      <dgm:prSet/>
      <dgm:spPr/>
      <dgm:t>
        <a:bodyPr/>
        <a:lstStyle/>
        <a:p>
          <a:endParaRPr lang="en-US"/>
        </a:p>
      </dgm:t>
    </dgm:pt>
    <dgm:pt modelId="{0A615EF1-BAF7-4583-BE5D-7DD0A48A2F82}">
      <dgm:prSet phldrT="[Text]" phldr="0"/>
      <dgm:spPr/>
      <dgm:t>
        <a:bodyPr/>
        <a:lstStyle/>
        <a:p>
          <a:pPr rtl="0"/>
          <a:r>
            <a:rPr lang="en-US">
              <a:latin typeface="Calibri Light" panose="020F0302020204030204"/>
            </a:rPr>
            <a:t>Typical workplace settings and integrated jobs as standard</a:t>
          </a:r>
          <a:endParaRPr lang="en-US"/>
        </a:p>
      </dgm:t>
    </dgm:pt>
    <dgm:pt modelId="{785EE189-9CA7-41ED-A8FD-FA76561DD336}" type="parTrans" cxnId="{EEC8792D-A94A-441A-8EF4-81A64A03D1BD}">
      <dgm:prSet/>
      <dgm:spPr/>
      <dgm:t>
        <a:bodyPr/>
        <a:lstStyle/>
        <a:p>
          <a:endParaRPr lang="en-US"/>
        </a:p>
      </dgm:t>
    </dgm:pt>
    <dgm:pt modelId="{D50C606F-04B7-4C46-B482-4A8819F2C5E5}" type="sibTrans" cxnId="{EEC8792D-A94A-441A-8EF4-81A64A03D1BD}">
      <dgm:prSet/>
      <dgm:spPr/>
      <dgm:t>
        <a:bodyPr/>
        <a:lstStyle/>
        <a:p>
          <a:endParaRPr lang="en-US"/>
        </a:p>
      </dgm:t>
    </dgm:pt>
    <dgm:pt modelId="{4F2F2E8D-419A-4835-8862-89FA2D0B0D1D}">
      <dgm:prSet phldrT="[Text]" phldr="0"/>
      <dgm:spPr/>
      <dgm:t>
        <a:bodyPr/>
        <a:lstStyle/>
        <a:p>
          <a:pPr rtl="0"/>
          <a:r>
            <a:rPr lang="en-US">
              <a:latin typeface="Calibri Light" panose="020F0302020204030204"/>
            </a:rPr>
            <a:t>Social inclusion as key indicator of success</a:t>
          </a:r>
          <a:endParaRPr lang="en-US"/>
        </a:p>
      </dgm:t>
    </dgm:pt>
    <dgm:pt modelId="{877EEB7B-4FFF-4467-A04A-461960D7F9FE}" type="parTrans" cxnId="{EE377EB9-5CF3-4E50-AE10-60013CF01EAF}">
      <dgm:prSet/>
      <dgm:spPr/>
      <dgm:t>
        <a:bodyPr/>
        <a:lstStyle/>
        <a:p>
          <a:endParaRPr lang="en-US"/>
        </a:p>
      </dgm:t>
    </dgm:pt>
    <dgm:pt modelId="{B3321EEB-D5B2-4C24-B063-31EB1FDCC0CF}" type="sibTrans" cxnId="{EE377EB9-5CF3-4E50-AE10-60013CF01EAF}">
      <dgm:prSet/>
      <dgm:spPr/>
      <dgm:t>
        <a:bodyPr/>
        <a:lstStyle/>
        <a:p>
          <a:endParaRPr lang="en-US"/>
        </a:p>
      </dgm:t>
    </dgm:pt>
    <dgm:pt modelId="{F961F074-B2BD-4673-8520-6D94EDC755A2}">
      <dgm:prSet phldr="0"/>
      <dgm:spPr/>
      <dgm:t>
        <a:bodyPr/>
        <a:lstStyle/>
        <a:p>
          <a:pPr rtl="0"/>
          <a:r>
            <a:rPr lang="en-US">
              <a:latin typeface="Calibri Light" panose="020F0302020204030204"/>
            </a:rPr>
            <a:t>Employment search guided by person-centered planning</a:t>
          </a:r>
        </a:p>
      </dgm:t>
    </dgm:pt>
    <dgm:pt modelId="{984BF667-E31A-4D20-823D-ED3A73687B0D}" type="parTrans" cxnId="{8B4747DD-54AC-40C2-A5B2-E94F1BBC0851}">
      <dgm:prSet/>
      <dgm:spPr/>
      <dgm:t>
        <a:bodyPr/>
        <a:lstStyle/>
        <a:p>
          <a:endParaRPr lang="en-US"/>
        </a:p>
      </dgm:t>
    </dgm:pt>
    <dgm:pt modelId="{69CFC02E-4A9D-4734-9821-7D1CC0808E2F}" type="sibTrans" cxnId="{8B4747DD-54AC-40C2-A5B2-E94F1BBC0851}">
      <dgm:prSet/>
      <dgm:spPr/>
      <dgm:t>
        <a:bodyPr/>
        <a:lstStyle/>
        <a:p>
          <a:endParaRPr lang="en-US"/>
        </a:p>
      </dgm:t>
    </dgm:pt>
    <dgm:pt modelId="{99B25E17-C44A-42ED-ADCB-D145BEA883C5}">
      <dgm:prSet phldr="0"/>
      <dgm:spPr/>
      <dgm:t>
        <a:bodyPr/>
        <a:lstStyle/>
        <a:p>
          <a:pPr rtl="0"/>
          <a:r>
            <a:rPr lang="en-US">
              <a:latin typeface="Calibri Light" panose="020F0302020204030204"/>
            </a:rPr>
            <a:t>Empowerment of individual</a:t>
          </a:r>
        </a:p>
      </dgm:t>
    </dgm:pt>
    <dgm:pt modelId="{C88AF8E2-70D5-4765-B6EC-21EC0257E16A}" type="parTrans" cxnId="{E259C984-6BA7-46D2-B77D-40F29A665B89}">
      <dgm:prSet/>
      <dgm:spPr/>
      <dgm:t>
        <a:bodyPr/>
        <a:lstStyle/>
        <a:p>
          <a:endParaRPr lang="en-US"/>
        </a:p>
      </dgm:t>
    </dgm:pt>
    <dgm:pt modelId="{842BCEE9-55B8-4922-97EE-F2BC03C99424}" type="sibTrans" cxnId="{E259C984-6BA7-46D2-B77D-40F29A665B89}">
      <dgm:prSet/>
      <dgm:spPr/>
      <dgm:t>
        <a:bodyPr/>
        <a:lstStyle/>
        <a:p>
          <a:endParaRPr lang="en-US"/>
        </a:p>
      </dgm:t>
    </dgm:pt>
    <dgm:pt modelId="{3BCAFC30-EFAF-4F70-8407-20EA1205607F}">
      <dgm:prSet phldr="0"/>
      <dgm:spPr/>
      <dgm:t>
        <a:bodyPr/>
        <a:lstStyle/>
        <a:p>
          <a:pPr rtl="0"/>
          <a:r>
            <a:rPr lang="en-US">
              <a:latin typeface="Calibri Light" panose="020F0302020204030204"/>
            </a:rPr>
            <a:t>Staff not "in charge" or "caretaker'</a:t>
          </a:r>
        </a:p>
      </dgm:t>
    </dgm:pt>
    <dgm:pt modelId="{76ABB132-0F12-4F1D-B4D1-A7BE0C120BA3}" type="parTrans" cxnId="{940CAD3B-7449-4D99-AB6D-32E6D633A7F4}">
      <dgm:prSet/>
      <dgm:spPr/>
      <dgm:t>
        <a:bodyPr/>
        <a:lstStyle/>
        <a:p>
          <a:endParaRPr lang="en-US"/>
        </a:p>
      </dgm:t>
    </dgm:pt>
    <dgm:pt modelId="{FA961A0B-A1E1-4794-88AF-E42EB9494DBE}" type="sibTrans" cxnId="{940CAD3B-7449-4D99-AB6D-32E6D633A7F4}">
      <dgm:prSet/>
      <dgm:spPr/>
      <dgm:t>
        <a:bodyPr/>
        <a:lstStyle/>
        <a:p>
          <a:endParaRPr lang="en-US"/>
        </a:p>
      </dgm:t>
    </dgm:pt>
    <dgm:pt modelId="{389504D8-0F51-4B21-ACD1-972DA289F087}">
      <dgm:prSet phldr="0"/>
      <dgm:spPr/>
      <dgm:t>
        <a:bodyPr/>
        <a:lstStyle/>
        <a:p>
          <a:pPr rtl="0"/>
          <a:r>
            <a:rPr lang="en-US">
              <a:latin typeface="Calibri Light" panose="020F0302020204030204"/>
            </a:rPr>
            <a:t>Staff role: facilitation of natural supports</a:t>
          </a:r>
        </a:p>
      </dgm:t>
    </dgm:pt>
    <dgm:pt modelId="{FF4B6DB9-EB8E-4EB6-AA67-5BD99BE332A1}" type="parTrans" cxnId="{4E35C677-D44A-4597-BF8E-0D7E86C466B4}">
      <dgm:prSet/>
      <dgm:spPr/>
      <dgm:t>
        <a:bodyPr/>
        <a:lstStyle/>
        <a:p>
          <a:endParaRPr lang="en-US"/>
        </a:p>
      </dgm:t>
    </dgm:pt>
    <dgm:pt modelId="{6491886F-B667-420A-B412-C21E0C1F49ED}" type="sibTrans" cxnId="{4E35C677-D44A-4597-BF8E-0D7E86C466B4}">
      <dgm:prSet/>
      <dgm:spPr/>
      <dgm:t>
        <a:bodyPr/>
        <a:lstStyle/>
        <a:p>
          <a:endParaRPr lang="en-US"/>
        </a:p>
      </dgm:t>
    </dgm:pt>
    <dgm:pt modelId="{993B79CA-AE69-4F08-A229-BEE94C73CFB1}">
      <dgm:prSet phldr="0"/>
      <dgm:spPr/>
      <dgm:t>
        <a:bodyPr/>
        <a:lstStyle/>
        <a:p>
          <a:pPr rtl="0"/>
          <a:r>
            <a:rPr lang="en-US">
              <a:latin typeface="Calibri Light" panose="020F0302020204030204"/>
            </a:rPr>
            <a:t>Avoiding stigmatizing roles and "special" jobs </a:t>
          </a:r>
        </a:p>
      </dgm:t>
    </dgm:pt>
    <dgm:pt modelId="{53F420E0-A79A-4679-B25B-2C71A218878B}" type="parTrans" cxnId="{76B4B840-4FC6-4011-9809-2F907249DC7A}">
      <dgm:prSet/>
      <dgm:spPr/>
      <dgm:t>
        <a:bodyPr/>
        <a:lstStyle/>
        <a:p>
          <a:endParaRPr lang="en-US"/>
        </a:p>
      </dgm:t>
    </dgm:pt>
    <dgm:pt modelId="{028C071C-F66C-4107-86C2-68E168B9554D}" type="sibTrans" cxnId="{76B4B840-4FC6-4011-9809-2F907249DC7A}">
      <dgm:prSet/>
      <dgm:spPr/>
      <dgm:t>
        <a:bodyPr/>
        <a:lstStyle/>
        <a:p>
          <a:endParaRPr lang="en-US"/>
        </a:p>
      </dgm:t>
    </dgm:pt>
    <dgm:pt modelId="{54247EB1-6E58-4C78-8A4D-91967FD2DDB4}" type="pres">
      <dgm:prSet presAssocID="{7C44DD49-25C3-4CBA-BC26-E8BC254EF258}" presName="diagram" presStyleCnt="0">
        <dgm:presLayoutVars>
          <dgm:dir/>
          <dgm:resizeHandles val="exact"/>
        </dgm:presLayoutVars>
      </dgm:prSet>
      <dgm:spPr/>
    </dgm:pt>
    <dgm:pt modelId="{095658FA-B780-4924-A2B1-194A062B2A27}" type="pres">
      <dgm:prSet presAssocID="{9CFD926D-C8EE-409A-9C1C-7736B0B6A855}" presName="node" presStyleLbl="node1" presStyleIdx="0" presStyleCnt="8">
        <dgm:presLayoutVars>
          <dgm:bulletEnabled val="1"/>
        </dgm:presLayoutVars>
      </dgm:prSet>
      <dgm:spPr/>
    </dgm:pt>
    <dgm:pt modelId="{069F6328-797F-41C2-BA5C-A4B8FF24A71F}" type="pres">
      <dgm:prSet presAssocID="{8EB37EBD-B662-495D-8BAE-361C65D06BBB}" presName="sibTrans" presStyleCnt="0"/>
      <dgm:spPr/>
    </dgm:pt>
    <dgm:pt modelId="{F554A52F-3270-4EE0-AAC0-F1D7A4148972}" type="pres">
      <dgm:prSet presAssocID="{0A615EF1-BAF7-4583-BE5D-7DD0A48A2F82}" presName="node" presStyleLbl="node1" presStyleIdx="1" presStyleCnt="8">
        <dgm:presLayoutVars>
          <dgm:bulletEnabled val="1"/>
        </dgm:presLayoutVars>
      </dgm:prSet>
      <dgm:spPr/>
    </dgm:pt>
    <dgm:pt modelId="{3C11551B-D997-49EF-8E8F-B6789D8419F0}" type="pres">
      <dgm:prSet presAssocID="{D50C606F-04B7-4C46-B482-4A8819F2C5E5}" presName="sibTrans" presStyleCnt="0"/>
      <dgm:spPr/>
    </dgm:pt>
    <dgm:pt modelId="{A3570819-0B2C-4E98-9528-BA8F2E7F5AFB}" type="pres">
      <dgm:prSet presAssocID="{4F2F2E8D-419A-4835-8862-89FA2D0B0D1D}" presName="node" presStyleLbl="node1" presStyleIdx="2" presStyleCnt="8">
        <dgm:presLayoutVars>
          <dgm:bulletEnabled val="1"/>
        </dgm:presLayoutVars>
      </dgm:prSet>
      <dgm:spPr/>
    </dgm:pt>
    <dgm:pt modelId="{EC5D3272-083F-49AA-BDF8-5478E0D4127D}" type="pres">
      <dgm:prSet presAssocID="{B3321EEB-D5B2-4C24-B063-31EB1FDCC0CF}" presName="sibTrans" presStyleCnt="0"/>
      <dgm:spPr/>
    </dgm:pt>
    <dgm:pt modelId="{8D991DE8-ED36-43B1-8E58-503C10EE3A71}" type="pres">
      <dgm:prSet presAssocID="{F961F074-B2BD-4673-8520-6D94EDC755A2}" presName="node" presStyleLbl="node1" presStyleIdx="3" presStyleCnt="8">
        <dgm:presLayoutVars>
          <dgm:bulletEnabled val="1"/>
        </dgm:presLayoutVars>
      </dgm:prSet>
      <dgm:spPr/>
    </dgm:pt>
    <dgm:pt modelId="{9B2089AF-BEAE-4102-A46B-4C53C31FE7F0}" type="pres">
      <dgm:prSet presAssocID="{69CFC02E-4A9D-4734-9821-7D1CC0808E2F}" presName="sibTrans" presStyleCnt="0"/>
      <dgm:spPr/>
    </dgm:pt>
    <dgm:pt modelId="{793EA258-92A2-4FA6-8EE0-EA48DA3089A2}" type="pres">
      <dgm:prSet presAssocID="{99B25E17-C44A-42ED-ADCB-D145BEA883C5}" presName="node" presStyleLbl="node1" presStyleIdx="4" presStyleCnt="8">
        <dgm:presLayoutVars>
          <dgm:bulletEnabled val="1"/>
        </dgm:presLayoutVars>
      </dgm:prSet>
      <dgm:spPr/>
    </dgm:pt>
    <dgm:pt modelId="{4E44C4EE-4B30-4568-BC45-56CF29F3AA15}" type="pres">
      <dgm:prSet presAssocID="{842BCEE9-55B8-4922-97EE-F2BC03C99424}" presName="sibTrans" presStyleCnt="0"/>
      <dgm:spPr/>
    </dgm:pt>
    <dgm:pt modelId="{BFBC397F-D9A0-4BAA-83EE-BF062605DEF7}" type="pres">
      <dgm:prSet presAssocID="{3BCAFC30-EFAF-4F70-8407-20EA1205607F}" presName="node" presStyleLbl="node1" presStyleIdx="5" presStyleCnt="8">
        <dgm:presLayoutVars>
          <dgm:bulletEnabled val="1"/>
        </dgm:presLayoutVars>
      </dgm:prSet>
      <dgm:spPr/>
    </dgm:pt>
    <dgm:pt modelId="{37BBFB65-D292-4F0E-981C-DE50EF856B7B}" type="pres">
      <dgm:prSet presAssocID="{FA961A0B-A1E1-4794-88AF-E42EB9494DBE}" presName="sibTrans" presStyleCnt="0"/>
      <dgm:spPr/>
    </dgm:pt>
    <dgm:pt modelId="{567AE749-6F97-4FF6-AC55-27FF569990CB}" type="pres">
      <dgm:prSet presAssocID="{389504D8-0F51-4B21-ACD1-972DA289F087}" presName="node" presStyleLbl="node1" presStyleIdx="6" presStyleCnt="8">
        <dgm:presLayoutVars>
          <dgm:bulletEnabled val="1"/>
        </dgm:presLayoutVars>
      </dgm:prSet>
      <dgm:spPr/>
    </dgm:pt>
    <dgm:pt modelId="{D2ED41F6-DB77-48D2-87A8-D43000B529C7}" type="pres">
      <dgm:prSet presAssocID="{6491886F-B667-420A-B412-C21E0C1F49ED}" presName="sibTrans" presStyleCnt="0"/>
      <dgm:spPr/>
    </dgm:pt>
    <dgm:pt modelId="{4B90C96E-3BF0-47E5-AF2B-22C7169A0A16}" type="pres">
      <dgm:prSet presAssocID="{993B79CA-AE69-4F08-A229-BEE94C73CFB1}" presName="node" presStyleLbl="node1" presStyleIdx="7" presStyleCnt="8">
        <dgm:presLayoutVars>
          <dgm:bulletEnabled val="1"/>
        </dgm:presLayoutVars>
      </dgm:prSet>
      <dgm:spPr/>
    </dgm:pt>
  </dgm:ptLst>
  <dgm:cxnLst>
    <dgm:cxn modelId="{696AD205-0186-41F1-BEB9-62717DB02A58}" type="presOf" srcId="{9CFD926D-C8EE-409A-9C1C-7736B0B6A855}" destId="{095658FA-B780-4924-A2B1-194A062B2A27}" srcOrd="0" destOrd="0" presId="urn:microsoft.com/office/officeart/2005/8/layout/default"/>
    <dgm:cxn modelId="{69A7320C-980E-4F50-8CEA-89F70C7A75C6}" type="presOf" srcId="{7C44DD49-25C3-4CBA-BC26-E8BC254EF258}" destId="{54247EB1-6E58-4C78-8A4D-91967FD2DDB4}" srcOrd="0" destOrd="0" presId="urn:microsoft.com/office/officeart/2005/8/layout/default"/>
    <dgm:cxn modelId="{35EA881C-BCA1-4D21-BCC2-A8D6CC959718}" type="presOf" srcId="{F961F074-B2BD-4673-8520-6D94EDC755A2}" destId="{8D991DE8-ED36-43B1-8E58-503C10EE3A71}" srcOrd="0" destOrd="0" presId="urn:microsoft.com/office/officeart/2005/8/layout/default"/>
    <dgm:cxn modelId="{EEC8792D-A94A-441A-8EF4-81A64A03D1BD}" srcId="{7C44DD49-25C3-4CBA-BC26-E8BC254EF258}" destId="{0A615EF1-BAF7-4583-BE5D-7DD0A48A2F82}" srcOrd="1" destOrd="0" parTransId="{785EE189-9CA7-41ED-A8FD-FA76561DD336}" sibTransId="{D50C606F-04B7-4C46-B482-4A8819F2C5E5}"/>
    <dgm:cxn modelId="{DDDC703B-429B-4A6F-923D-7BB1657208CC}" type="presOf" srcId="{389504D8-0F51-4B21-ACD1-972DA289F087}" destId="{567AE749-6F97-4FF6-AC55-27FF569990CB}" srcOrd="0" destOrd="0" presId="urn:microsoft.com/office/officeart/2005/8/layout/default"/>
    <dgm:cxn modelId="{940CAD3B-7449-4D99-AB6D-32E6D633A7F4}" srcId="{7C44DD49-25C3-4CBA-BC26-E8BC254EF258}" destId="{3BCAFC30-EFAF-4F70-8407-20EA1205607F}" srcOrd="5" destOrd="0" parTransId="{76ABB132-0F12-4F1D-B4D1-A7BE0C120BA3}" sibTransId="{FA961A0B-A1E1-4794-88AF-E42EB9494DBE}"/>
    <dgm:cxn modelId="{76B4B840-4FC6-4011-9809-2F907249DC7A}" srcId="{7C44DD49-25C3-4CBA-BC26-E8BC254EF258}" destId="{993B79CA-AE69-4F08-A229-BEE94C73CFB1}" srcOrd="7" destOrd="0" parTransId="{53F420E0-A79A-4679-B25B-2C71A218878B}" sibTransId="{028C071C-F66C-4107-86C2-68E168B9554D}"/>
    <dgm:cxn modelId="{4B10BE69-0F25-487F-A73E-3D6508DE7F3E}" type="presOf" srcId="{99B25E17-C44A-42ED-ADCB-D145BEA883C5}" destId="{793EA258-92A2-4FA6-8EE0-EA48DA3089A2}" srcOrd="0" destOrd="0" presId="urn:microsoft.com/office/officeart/2005/8/layout/default"/>
    <dgm:cxn modelId="{84C0FD54-5C60-4A0F-9411-6CB4E0F09272}" type="presOf" srcId="{0A615EF1-BAF7-4583-BE5D-7DD0A48A2F82}" destId="{F554A52F-3270-4EE0-AAC0-F1D7A4148972}" srcOrd="0" destOrd="0" presId="urn:microsoft.com/office/officeart/2005/8/layout/default"/>
    <dgm:cxn modelId="{4E35C677-D44A-4597-BF8E-0D7E86C466B4}" srcId="{7C44DD49-25C3-4CBA-BC26-E8BC254EF258}" destId="{389504D8-0F51-4B21-ACD1-972DA289F087}" srcOrd="6" destOrd="0" parTransId="{FF4B6DB9-EB8E-4EB6-AA67-5BD99BE332A1}" sibTransId="{6491886F-B667-420A-B412-C21E0C1F49ED}"/>
    <dgm:cxn modelId="{76894878-A0A5-42EB-B2E8-9C5309EB2287}" type="presOf" srcId="{993B79CA-AE69-4F08-A229-BEE94C73CFB1}" destId="{4B90C96E-3BF0-47E5-AF2B-22C7169A0A16}" srcOrd="0" destOrd="0" presId="urn:microsoft.com/office/officeart/2005/8/layout/default"/>
    <dgm:cxn modelId="{3717927B-5354-411B-BBA6-2EC3EB7C3F5E}" type="presOf" srcId="{4F2F2E8D-419A-4835-8862-89FA2D0B0D1D}" destId="{A3570819-0B2C-4E98-9528-BA8F2E7F5AFB}" srcOrd="0" destOrd="0" presId="urn:microsoft.com/office/officeart/2005/8/layout/default"/>
    <dgm:cxn modelId="{E259C984-6BA7-46D2-B77D-40F29A665B89}" srcId="{7C44DD49-25C3-4CBA-BC26-E8BC254EF258}" destId="{99B25E17-C44A-42ED-ADCB-D145BEA883C5}" srcOrd="4" destOrd="0" parTransId="{C88AF8E2-70D5-4765-B6EC-21EC0257E16A}" sibTransId="{842BCEE9-55B8-4922-97EE-F2BC03C99424}"/>
    <dgm:cxn modelId="{EE377EB9-5CF3-4E50-AE10-60013CF01EAF}" srcId="{7C44DD49-25C3-4CBA-BC26-E8BC254EF258}" destId="{4F2F2E8D-419A-4835-8862-89FA2D0B0D1D}" srcOrd="2" destOrd="0" parTransId="{877EEB7B-4FFF-4467-A04A-461960D7F9FE}" sibTransId="{B3321EEB-D5B2-4C24-B063-31EB1FDCC0CF}"/>
    <dgm:cxn modelId="{994515D1-A579-44F8-BF26-459370028F60}" type="presOf" srcId="{3BCAFC30-EFAF-4F70-8407-20EA1205607F}" destId="{BFBC397F-D9A0-4BAA-83EE-BF062605DEF7}" srcOrd="0" destOrd="0" presId="urn:microsoft.com/office/officeart/2005/8/layout/default"/>
    <dgm:cxn modelId="{8B4747DD-54AC-40C2-A5B2-E94F1BBC0851}" srcId="{7C44DD49-25C3-4CBA-BC26-E8BC254EF258}" destId="{F961F074-B2BD-4673-8520-6D94EDC755A2}" srcOrd="3" destOrd="0" parTransId="{984BF667-E31A-4D20-823D-ED3A73687B0D}" sibTransId="{69CFC02E-4A9D-4734-9821-7D1CC0808E2F}"/>
    <dgm:cxn modelId="{D48547F4-ECA6-46F7-A1D8-B9FD24A1FB6A}" srcId="{7C44DD49-25C3-4CBA-BC26-E8BC254EF258}" destId="{9CFD926D-C8EE-409A-9C1C-7736B0B6A855}" srcOrd="0" destOrd="0" parTransId="{E4465299-81E2-47E1-8430-B2BE05E114C5}" sibTransId="{8EB37EBD-B662-495D-8BAE-361C65D06BBB}"/>
    <dgm:cxn modelId="{5F89BACA-9D74-46E3-BD20-69A932AEBBF5}" type="presParOf" srcId="{54247EB1-6E58-4C78-8A4D-91967FD2DDB4}" destId="{095658FA-B780-4924-A2B1-194A062B2A27}" srcOrd="0" destOrd="0" presId="urn:microsoft.com/office/officeart/2005/8/layout/default"/>
    <dgm:cxn modelId="{59A1C374-E602-4BDC-BAA6-69B37B05F7C3}" type="presParOf" srcId="{54247EB1-6E58-4C78-8A4D-91967FD2DDB4}" destId="{069F6328-797F-41C2-BA5C-A4B8FF24A71F}" srcOrd="1" destOrd="0" presId="urn:microsoft.com/office/officeart/2005/8/layout/default"/>
    <dgm:cxn modelId="{11B6C054-AF6D-464F-BE8B-9FE8A4BB8F84}" type="presParOf" srcId="{54247EB1-6E58-4C78-8A4D-91967FD2DDB4}" destId="{F554A52F-3270-4EE0-AAC0-F1D7A4148972}" srcOrd="2" destOrd="0" presId="urn:microsoft.com/office/officeart/2005/8/layout/default"/>
    <dgm:cxn modelId="{14C0F868-8A95-4BC1-8674-D5D3F26672D1}" type="presParOf" srcId="{54247EB1-6E58-4C78-8A4D-91967FD2DDB4}" destId="{3C11551B-D997-49EF-8E8F-B6789D8419F0}" srcOrd="3" destOrd="0" presId="urn:microsoft.com/office/officeart/2005/8/layout/default"/>
    <dgm:cxn modelId="{DCEB6B0B-037A-4452-A8FD-8B3AFED13FD7}" type="presParOf" srcId="{54247EB1-6E58-4C78-8A4D-91967FD2DDB4}" destId="{A3570819-0B2C-4E98-9528-BA8F2E7F5AFB}" srcOrd="4" destOrd="0" presId="urn:microsoft.com/office/officeart/2005/8/layout/default"/>
    <dgm:cxn modelId="{F9E44A53-C1F9-476E-BD63-DFF7E8C6D3F5}" type="presParOf" srcId="{54247EB1-6E58-4C78-8A4D-91967FD2DDB4}" destId="{EC5D3272-083F-49AA-BDF8-5478E0D4127D}" srcOrd="5" destOrd="0" presId="urn:microsoft.com/office/officeart/2005/8/layout/default"/>
    <dgm:cxn modelId="{7F970B97-A3E5-42CE-A623-FD4FCD653422}" type="presParOf" srcId="{54247EB1-6E58-4C78-8A4D-91967FD2DDB4}" destId="{8D991DE8-ED36-43B1-8E58-503C10EE3A71}" srcOrd="6" destOrd="0" presId="urn:microsoft.com/office/officeart/2005/8/layout/default"/>
    <dgm:cxn modelId="{2F9B3EA7-636B-4C48-B075-F79047F190C7}" type="presParOf" srcId="{54247EB1-6E58-4C78-8A4D-91967FD2DDB4}" destId="{9B2089AF-BEAE-4102-A46B-4C53C31FE7F0}" srcOrd="7" destOrd="0" presId="urn:microsoft.com/office/officeart/2005/8/layout/default"/>
    <dgm:cxn modelId="{990EB019-7C0D-429F-8344-59F05902A30F}" type="presParOf" srcId="{54247EB1-6E58-4C78-8A4D-91967FD2DDB4}" destId="{793EA258-92A2-4FA6-8EE0-EA48DA3089A2}" srcOrd="8" destOrd="0" presId="urn:microsoft.com/office/officeart/2005/8/layout/default"/>
    <dgm:cxn modelId="{570EC150-EFF7-489D-A9E5-09C65D271364}" type="presParOf" srcId="{54247EB1-6E58-4C78-8A4D-91967FD2DDB4}" destId="{4E44C4EE-4B30-4568-BC45-56CF29F3AA15}" srcOrd="9" destOrd="0" presId="urn:microsoft.com/office/officeart/2005/8/layout/default"/>
    <dgm:cxn modelId="{49F7DB20-12F4-40D2-A7A4-95472ABDAF4A}" type="presParOf" srcId="{54247EB1-6E58-4C78-8A4D-91967FD2DDB4}" destId="{BFBC397F-D9A0-4BAA-83EE-BF062605DEF7}" srcOrd="10" destOrd="0" presId="urn:microsoft.com/office/officeart/2005/8/layout/default"/>
    <dgm:cxn modelId="{B43282ED-4806-49F1-BE78-DCDA32AD3CC8}" type="presParOf" srcId="{54247EB1-6E58-4C78-8A4D-91967FD2DDB4}" destId="{37BBFB65-D292-4F0E-981C-DE50EF856B7B}" srcOrd="11" destOrd="0" presId="urn:microsoft.com/office/officeart/2005/8/layout/default"/>
    <dgm:cxn modelId="{E1FDFD5F-DB35-4C8B-AE9F-F93D835CAAC5}" type="presParOf" srcId="{54247EB1-6E58-4C78-8A4D-91967FD2DDB4}" destId="{567AE749-6F97-4FF6-AC55-27FF569990CB}" srcOrd="12" destOrd="0" presId="urn:microsoft.com/office/officeart/2005/8/layout/default"/>
    <dgm:cxn modelId="{602221F5-0884-4B0E-A83F-4111976E3DD0}" type="presParOf" srcId="{54247EB1-6E58-4C78-8A4D-91967FD2DDB4}" destId="{D2ED41F6-DB77-48D2-87A8-D43000B529C7}" srcOrd="13" destOrd="0" presId="urn:microsoft.com/office/officeart/2005/8/layout/default"/>
    <dgm:cxn modelId="{09CF0C6B-6189-4A4D-9767-E808A9260560}" type="presParOf" srcId="{54247EB1-6E58-4C78-8A4D-91967FD2DDB4}" destId="{4B90C96E-3BF0-47E5-AF2B-22C7169A0A16}"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9138850-8964-4471-8F30-67A58A560F1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33B670A-F394-4E92-91ED-4F03185100F3}">
      <dgm:prSet/>
      <dgm:spPr/>
      <dgm:t>
        <a:bodyPr/>
        <a:lstStyle/>
        <a:p>
          <a:r>
            <a:rPr lang="en-US"/>
            <a:t>Observation</a:t>
          </a:r>
        </a:p>
      </dgm:t>
    </dgm:pt>
    <dgm:pt modelId="{C81B0ADD-EAE7-4F5F-851E-764B056B1E6D}" type="parTrans" cxnId="{560265CB-709D-4DC7-8447-EEEBBF7F48DA}">
      <dgm:prSet/>
      <dgm:spPr/>
      <dgm:t>
        <a:bodyPr/>
        <a:lstStyle/>
        <a:p>
          <a:endParaRPr lang="en-US"/>
        </a:p>
      </dgm:t>
    </dgm:pt>
    <dgm:pt modelId="{02482134-6B43-4F77-9869-7738118DAC4D}" type="sibTrans" cxnId="{560265CB-709D-4DC7-8447-EEEBBF7F48DA}">
      <dgm:prSet/>
      <dgm:spPr/>
      <dgm:t>
        <a:bodyPr/>
        <a:lstStyle/>
        <a:p>
          <a:endParaRPr lang="en-US"/>
        </a:p>
      </dgm:t>
    </dgm:pt>
    <dgm:pt modelId="{7F100FDE-4AF8-4060-8533-7F831A4FEF5E}">
      <dgm:prSet phldr="0"/>
      <dgm:spPr/>
      <dgm:t>
        <a:bodyPr/>
        <a:lstStyle/>
        <a:p>
          <a:pPr rtl="0"/>
          <a:r>
            <a:rPr lang="en-US">
              <a:latin typeface="Calibri Light" panose="020F0302020204030204"/>
            </a:rPr>
            <a:t>Staff documentation </a:t>
          </a:r>
          <a:endParaRPr lang="en-US"/>
        </a:p>
      </dgm:t>
    </dgm:pt>
    <dgm:pt modelId="{A97D8D3A-A663-4135-98BB-1A4D3B043A65}" type="parTrans" cxnId="{D16CFF24-ADC9-473C-A8F3-E121697D8A57}">
      <dgm:prSet/>
      <dgm:spPr/>
      <dgm:t>
        <a:bodyPr/>
        <a:lstStyle/>
        <a:p>
          <a:endParaRPr lang="en-US"/>
        </a:p>
      </dgm:t>
    </dgm:pt>
    <dgm:pt modelId="{AAA3BF38-FC8C-443B-8CF5-8BB18B445F3A}" type="sibTrans" cxnId="{D16CFF24-ADC9-473C-A8F3-E121697D8A57}">
      <dgm:prSet/>
      <dgm:spPr/>
      <dgm:t>
        <a:bodyPr/>
        <a:lstStyle/>
        <a:p>
          <a:endParaRPr lang="en-US"/>
        </a:p>
      </dgm:t>
    </dgm:pt>
    <dgm:pt modelId="{D186C8FA-6206-4942-B73B-B8290949D555}">
      <dgm:prSet/>
      <dgm:spPr/>
      <dgm:t>
        <a:bodyPr/>
        <a:lstStyle/>
        <a:p>
          <a:r>
            <a:rPr lang="en-US"/>
            <a:t>1:1 discussion</a:t>
          </a:r>
        </a:p>
      </dgm:t>
    </dgm:pt>
    <dgm:pt modelId="{F45C5244-E7B7-445B-92C2-F0F9064CC076}" type="parTrans" cxnId="{9703861C-BCB3-46D1-B5DA-42FE2139132A}">
      <dgm:prSet/>
      <dgm:spPr/>
      <dgm:t>
        <a:bodyPr/>
        <a:lstStyle/>
        <a:p>
          <a:endParaRPr lang="en-US"/>
        </a:p>
      </dgm:t>
    </dgm:pt>
    <dgm:pt modelId="{1587917D-3DF6-41F5-BB7E-89241E516E5E}" type="sibTrans" cxnId="{9703861C-BCB3-46D1-B5DA-42FE2139132A}">
      <dgm:prSet/>
      <dgm:spPr/>
      <dgm:t>
        <a:bodyPr/>
        <a:lstStyle/>
        <a:p>
          <a:endParaRPr lang="en-US"/>
        </a:p>
      </dgm:t>
    </dgm:pt>
    <dgm:pt modelId="{5F03CD40-35B6-4097-A152-A055028A6D24}">
      <dgm:prSet/>
      <dgm:spPr/>
      <dgm:t>
        <a:bodyPr/>
        <a:lstStyle/>
        <a:p>
          <a:pPr rtl="0"/>
          <a:r>
            <a:rPr lang="en-US">
              <a:latin typeface="Calibri Light" panose="020F0302020204030204"/>
            </a:rPr>
            <a:t>Customer and employer satisfaction surveys</a:t>
          </a:r>
          <a:endParaRPr lang="en-US"/>
        </a:p>
      </dgm:t>
    </dgm:pt>
    <dgm:pt modelId="{008CFC50-85F2-405E-AF2F-50BE591FF428}" type="parTrans" cxnId="{5D3C9900-66C7-496A-AD33-5B63AAA46FA9}">
      <dgm:prSet/>
      <dgm:spPr/>
      <dgm:t>
        <a:bodyPr/>
        <a:lstStyle/>
        <a:p>
          <a:endParaRPr lang="en-US"/>
        </a:p>
      </dgm:t>
    </dgm:pt>
    <dgm:pt modelId="{CF4EA866-883A-4FB6-A1F8-99D234BE23F2}" type="sibTrans" cxnId="{5D3C9900-66C7-496A-AD33-5B63AAA46FA9}">
      <dgm:prSet/>
      <dgm:spPr/>
      <dgm:t>
        <a:bodyPr/>
        <a:lstStyle/>
        <a:p>
          <a:endParaRPr lang="en-US"/>
        </a:p>
      </dgm:t>
    </dgm:pt>
    <dgm:pt modelId="{386BD406-5559-43D8-AD4A-CBBD2C03DB71}">
      <dgm:prSet/>
      <dgm:spPr/>
      <dgm:t>
        <a:bodyPr/>
        <a:lstStyle/>
        <a:p>
          <a:r>
            <a:rPr lang="en-US"/>
            <a:t>Other</a:t>
          </a:r>
        </a:p>
      </dgm:t>
    </dgm:pt>
    <dgm:pt modelId="{D8C7E1C3-A941-4DB4-9D25-A05461FDDF18}" type="parTrans" cxnId="{82DA7296-93BB-41A4-8BF4-7B008CCB88FF}">
      <dgm:prSet/>
      <dgm:spPr/>
      <dgm:t>
        <a:bodyPr/>
        <a:lstStyle/>
        <a:p>
          <a:endParaRPr lang="en-US"/>
        </a:p>
      </dgm:t>
    </dgm:pt>
    <dgm:pt modelId="{EDF6FDDC-C680-4351-AD4C-D931B2DB2A3B}" type="sibTrans" cxnId="{82DA7296-93BB-41A4-8BF4-7B008CCB88FF}">
      <dgm:prSet/>
      <dgm:spPr/>
      <dgm:t>
        <a:bodyPr/>
        <a:lstStyle/>
        <a:p>
          <a:endParaRPr lang="en-US"/>
        </a:p>
      </dgm:t>
    </dgm:pt>
    <dgm:pt modelId="{83E2EB77-AFFD-4071-82BF-691C0446D4E6}" type="pres">
      <dgm:prSet presAssocID="{E9138850-8964-4471-8F30-67A58A560F18}" presName="linear" presStyleCnt="0">
        <dgm:presLayoutVars>
          <dgm:animLvl val="lvl"/>
          <dgm:resizeHandles val="exact"/>
        </dgm:presLayoutVars>
      </dgm:prSet>
      <dgm:spPr/>
    </dgm:pt>
    <dgm:pt modelId="{89FFE0E5-331A-45DA-BCA9-7F5B149C59A0}" type="pres">
      <dgm:prSet presAssocID="{933B670A-F394-4E92-91ED-4F03185100F3}" presName="parentText" presStyleLbl="node1" presStyleIdx="0" presStyleCnt="5">
        <dgm:presLayoutVars>
          <dgm:chMax val="0"/>
          <dgm:bulletEnabled val="1"/>
        </dgm:presLayoutVars>
      </dgm:prSet>
      <dgm:spPr/>
    </dgm:pt>
    <dgm:pt modelId="{FCE587E8-13D7-450C-B1B6-13C13FDD2097}" type="pres">
      <dgm:prSet presAssocID="{02482134-6B43-4F77-9869-7738118DAC4D}" presName="spacer" presStyleCnt="0"/>
      <dgm:spPr/>
    </dgm:pt>
    <dgm:pt modelId="{6CAAB413-93E2-42DC-9323-16F7F3EBA735}" type="pres">
      <dgm:prSet presAssocID="{7F100FDE-4AF8-4060-8533-7F831A4FEF5E}" presName="parentText" presStyleLbl="node1" presStyleIdx="1" presStyleCnt="5">
        <dgm:presLayoutVars>
          <dgm:chMax val="0"/>
          <dgm:bulletEnabled val="1"/>
        </dgm:presLayoutVars>
      </dgm:prSet>
      <dgm:spPr/>
    </dgm:pt>
    <dgm:pt modelId="{9F8C3EE1-4DF6-47CE-8707-3C6997141E2C}" type="pres">
      <dgm:prSet presAssocID="{AAA3BF38-FC8C-443B-8CF5-8BB18B445F3A}" presName="spacer" presStyleCnt="0"/>
      <dgm:spPr/>
    </dgm:pt>
    <dgm:pt modelId="{C1CD2464-5E0B-4D3B-99C0-C640A70445A5}" type="pres">
      <dgm:prSet presAssocID="{D186C8FA-6206-4942-B73B-B8290949D555}" presName="parentText" presStyleLbl="node1" presStyleIdx="2" presStyleCnt="5">
        <dgm:presLayoutVars>
          <dgm:chMax val="0"/>
          <dgm:bulletEnabled val="1"/>
        </dgm:presLayoutVars>
      </dgm:prSet>
      <dgm:spPr/>
    </dgm:pt>
    <dgm:pt modelId="{F567747F-8502-4159-B266-8DD3058DDBC7}" type="pres">
      <dgm:prSet presAssocID="{1587917D-3DF6-41F5-BB7E-89241E516E5E}" presName="spacer" presStyleCnt="0"/>
      <dgm:spPr/>
    </dgm:pt>
    <dgm:pt modelId="{7C053E22-7FA2-4A76-B554-85DD2DB9858F}" type="pres">
      <dgm:prSet presAssocID="{5F03CD40-35B6-4097-A152-A055028A6D24}" presName="parentText" presStyleLbl="node1" presStyleIdx="3" presStyleCnt="5">
        <dgm:presLayoutVars>
          <dgm:chMax val="0"/>
          <dgm:bulletEnabled val="1"/>
        </dgm:presLayoutVars>
      </dgm:prSet>
      <dgm:spPr/>
    </dgm:pt>
    <dgm:pt modelId="{5F81F4EB-1B06-47E3-9D3F-74E647E6E3B5}" type="pres">
      <dgm:prSet presAssocID="{CF4EA866-883A-4FB6-A1F8-99D234BE23F2}" presName="spacer" presStyleCnt="0"/>
      <dgm:spPr/>
    </dgm:pt>
    <dgm:pt modelId="{DA17ADB3-B19C-47CF-9F04-657700B9C7D1}" type="pres">
      <dgm:prSet presAssocID="{386BD406-5559-43D8-AD4A-CBBD2C03DB71}" presName="parentText" presStyleLbl="node1" presStyleIdx="4" presStyleCnt="5">
        <dgm:presLayoutVars>
          <dgm:chMax val="0"/>
          <dgm:bulletEnabled val="1"/>
        </dgm:presLayoutVars>
      </dgm:prSet>
      <dgm:spPr/>
    </dgm:pt>
  </dgm:ptLst>
  <dgm:cxnLst>
    <dgm:cxn modelId="{5D3C9900-66C7-496A-AD33-5B63AAA46FA9}" srcId="{E9138850-8964-4471-8F30-67A58A560F18}" destId="{5F03CD40-35B6-4097-A152-A055028A6D24}" srcOrd="3" destOrd="0" parTransId="{008CFC50-85F2-405E-AF2F-50BE591FF428}" sibTransId="{CF4EA866-883A-4FB6-A1F8-99D234BE23F2}"/>
    <dgm:cxn modelId="{70396C0C-4FEF-4D84-855D-54CBE864454E}" type="presOf" srcId="{D186C8FA-6206-4942-B73B-B8290949D555}" destId="{C1CD2464-5E0B-4D3B-99C0-C640A70445A5}" srcOrd="0" destOrd="0" presId="urn:microsoft.com/office/officeart/2005/8/layout/vList2"/>
    <dgm:cxn modelId="{9703861C-BCB3-46D1-B5DA-42FE2139132A}" srcId="{E9138850-8964-4471-8F30-67A58A560F18}" destId="{D186C8FA-6206-4942-B73B-B8290949D555}" srcOrd="2" destOrd="0" parTransId="{F45C5244-E7B7-445B-92C2-F0F9064CC076}" sibTransId="{1587917D-3DF6-41F5-BB7E-89241E516E5E}"/>
    <dgm:cxn modelId="{D16CFF24-ADC9-473C-A8F3-E121697D8A57}" srcId="{E9138850-8964-4471-8F30-67A58A560F18}" destId="{7F100FDE-4AF8-4060-8533-7F831A4FEF5E}" srcOrd="1" destOrd="0" parTransId="{A97D8D3A-A663-4135-98BB-1A4D3B043A65}" sibTransId="{AAA3BF38-FC8C-443B-8CF5-8BB18B445F3A}"/>
    <dgm:cxn modelId="{5D178D26-14A3-4297-ABBE-4491ED5FC117}" type="presOf" srcId="{933B670A-F394-4E92-91ED-4F03185100F3}" destId="{89FFE0E5-331A-45DA-BCA9-7F5B149C59A0}" srcOrd="0" destOrd="0" presId="urn:microsoft.com/office/officeart/2005/8/layout/vList2"/>
    <dgm:cxn modelId="{E4FA5134-C474-4DAB-BD34-71D96DCCFEA2}" type="presOf" srcId="{5F03CD40-35B6-4097-A152-A055028A6D24}" destId="{7C053E22-7FA2-4A76-B554-85DD2DB9858F}" srcOrd="0" destOrd="0" presId="urn:microsoft.com/office/officeart/2005/8/layout/vList2"/>
    <dgm:cxn modelId="{E4D1C56D-D97E-4E47-86C8-AE09A457B057}" type="presOf" srcId="{7F100FDE-4AF8-4060-8533-7F831A4FEF5E}" destId="{6CAAB413-93E2-42DC-9323-16F7F3EBA735}" srcOrd="0" destOrd="0" presId="urn:microsoft.com/office/officeart/2005/8/layout/vList2"/>
    <dgm:cxn modelId="{82DA7296-93BB-41A4-8BF4-7B008CCB88FF}" srcId="{E9138850-8964-4471-8F30-67A58A560F18}" destId="{386BD406-5559-43D8-AD4A-CBBD2C03DB71}" srcOrd="4" destOrd="0" parTransId="{D8C7E1C3-A941-4DB4-9D25-A05461FDDF18}" sibTransId="{EDF6FDDC-C680-4351-AD4C-D931B2DB2A3B}"/>
    <dgm:cxn modelId="{FFA507A5-2717-4304-B0EC-FB070F2A814A}" type="presOf" srcId="{386BD406-5559-43D8-AD4A-CBBD2C03DB71}" destId="{DA17ADB3-B19C-47CF-9F04-657700B9C7D1}" srcOrd="0" destOrd="0" presId="urn:microsoft.com/office/officeart/2005/8/layout/vList2"/>
    <dgm:cxn modelId="{560265CB-709D-4DC7-8447-EEEBBF7F48DA}" srcId="{E9138850-8964-4471-8F30-67A58A560F18}" destId="{933B670A-F394-4E92-91ED-4F03185100F3}" srcOrd="0" destOrd="0" parTransId="{C81B0ADD-EAE7-4F5F-851E-764B056B1E6D}" sibTransId="{02482134-6B43-4F77-9869-7738118DAC4D}"/>
    <dgm:cxn modelId="{45D9C6EB-A0AE-4233-81E9-9F419FDA1DF9}" type="presOf" srcId="{E9138850-8964-4471-8F30-67A58A560F18}" destId="{83E2EB77-AFFD-4071-82BF-691C0446D4E6}" srcOrd="0" destOrd="0" presId="urn:microsoft.com/office/officeart/2005/8/layout/vList2"/>
    <dgm:cxn modelId="{4ABC3E10-EEAE-4088-9E0C-CC4000B0FDD0}" type="presParOf" srcId="{83E2EB77-AFFD-4071-82BF-691C0446D4E6}" destId="{89FFE0E5-331A-45DA-BCA9-7F5B149C59A0}" srcOrd="0" destOrd="0" presId="urn:microsoft.com/office/officeart/2005/8/layout/vList2"/>
    <dgm:cxn modelId="{DEB72523-3B41-49F3-98A8-8CBEEE9BFC80}" type="presParOf" srcId="{83E2EB77-AFFD-4071-82BF-691C0446D4E6}" destId="{FCE587E8-13D7-450C-B1B6-13C13FDD2097}" srcOrd="1" destOrd="0" presId="urn:microsoft.com/office/officeart/2005/8/layout/vList2"/>
    <dgm:cxn modelId="{7690C585-7A12-4AF6-B8D8-8A0700547FAD}" type="presParOf" srcId="{83E2EB77-AFFD-4071-82BF-691C0446D4E6}" destId="{6CAAB413-93E2-42DC-9323-16F7F3EBA735}" srcOrd="2" destOrd="0" presId="urn:microsoft.com/office/officeart/2005/8/layout/vList2"/>
    <dgm:cxn modelId="{1B4A5566-55E2-4FF3-A3B5-B85FDC328FE4}" type="presParOf" srcId="{83E2EB77-AFFD-4071-82BF-691C0446D4E6}" destId="{9F8C3EE1-4DF6-47CE-8707-3C6997141E2C}" srcOrd="3" destOrd="0" presId="urn:microsoft.com/office/officeart/2005/8/layout/vList2"/>
    <dgm:cxn modelId="{17A5BB79-C3ED-452C-AA61-AFCD889D1454}" type="presParOf" srcId="{83E2EB77-AFFD-4071-82BF-691C0446D4E6}" destId="{C1CD2464-5E0B-4D3B-99C0-C640A70445A5}" srcOrd="4" destOrd="0" presId="urn:microsoft.com/office/officeart/2005/8/layout/vList2"/>
    <dgm:cxn modelId="{2949BBE7-E1D7-4217-8EB5-1A3E77FFC52B}" type="presParOf" srcId="{83E2EB77-AFFD-4071-82BF-691C0446D4E6}" destId="{F567747F-8502-4159-B266-8DD3058DDBC7}" srcOrd="5" destOrd="0" presId="urn:microsoft.com/office/officeart/2005/8/layout/vList2"/>
    <dgm:cxn modelId="{E603F6AF-2507-4792-8114-2C716901651D}" type="presParOf" srcId="{83E2EB77-AFFD-4071-82BF-691C0446D4E6}" destId="{7C053E22-7FA2-4A76-B554-85DD2DB9858F}" srcOrd="6" destOrd="0" presId="urn:microsoft.com/office/officeart/2005/8/layout/vList2"/>
    <dgm:cxn modelId="{9F4382B2-CA4D-4B18-84B4-D17FEAC3D611}" type="presParOf" srcId="{83E2EB77-AFFD-4071-82BF-691C0446D4E6}" destId="{5F81F4EB-1B06-47E3-9D3F-74E647E6E3B5}" srcOrd="7" destOrd="0" presId="urn:microsoft.com/office/officeart/2005/8/layout/vList2"/>
    <dgm:cxn modelId="{590EA7D2-519F-407F-971F-50929908C0F4}" type="presParOf" srcId="{83E2EB77-AFFD-4071-82BF-691C0446D4E6}" destId="{DA17ADB3-B19C-47CF-9F04-657700B9C7D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6FFB3-8E4E-4E97-910C-C4CE9E85E9B5}">
      <dsp:nvSpPr>
        <dsp:cNvPr id="0" name=""/>
        <dsp:cNvSpPr/>
      </dsp:nvSpPr>
      <dsp:spPr>
        <a:xfrm>
          <a:off x="0" y="0"/>
          <a:ext cx="1065749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621F6-F0DF-4D30-B852-0D804578573A}">
      <dsp:nvSpPr>
        <dsp:cNvPr id="0" name=""/>
        <dsp:cNvSpPr/>
      </dsp:nvSpPr>
      <dsp:spPr>
        <a:xfrm>
          <a:off x="0" y="0"/>
          <a:ext cx="2131498" cy="516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Course Modules:</a:t>
          </a:r>
        </a:p>
      </dsp:txBody>
      <dsp:txXfrm>
        <a:off x="0" y="0"/>
        <a:ext cx="2131498" cy="5164560"/>
      </dsp:txXfrm>
    </dsp:sp>
    <dsp:sp modelId="{C5AD1EBC-771A-4521-9948-1B7625793B5E}">
      <dsp:nvSpPr>
        <dsp:cNvPr id="0" name=""/>
        <dsp:cNvSpPr/>
      </dsp:nvSpPr>
      <dsp:spPr>
        <a:xfrm>
          <a:off x="2291360" y="30544"/>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#1: </a:t>
          </a:r>
          <a:r>
            <a:rPr lang="en-US" sz="2400" kern="1200">
              <a:latin typeface="Calibri Light" panose="020F0302020204030204"/>
            </a:rPr>
            <a:t>Course Orientation</a:t>
          </a:r>
          <a:endParaRPr lang="en-US" sz="2400" kern="1200"/>
        </a:p>
      </dsp:txBody>
      <dsp:txXfrm>
        <a:off x="2291360" y="30544"/>
        <a:ext cx="8366129" cy="610895"/>
      </dsp:txXfrm>
    </dsp:sp>
    <dsp:sp modelId="{E43311EA-4DCE-488B-90E1-3B4D700F7498}">
      <dsp:nvSpPr>
        <dsp:cNvPr id="0" name=""/>
        <dsp:cNvSpPr/>
      </dsp:nvSpPr>
      <dsp:spPr>
        <a:xfrm>
          <a:off x="2131498" y="641440"/>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88638A-DF95-4A29-BEC7-71D9DC124D5D}">
      <dsp:nvSpPr>
        <dsp:cNvPr id="0" name=""/>
        <dsp:cNvSpPr/>
      </dsp:nvSpPr>
      <dsp:spPr>
        <a:xfrm>
          <a:off x="2291360" y="671985"/>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#2</a:t>
          </a:r>
          <a:r>
            <a:rPr lang="en-US" sz="2400" kern="1200">
              <a:latin typeface="Calibri Light" panose="020F0302020204030204"/>
            </a:rPr>
            <a:t>: Leadership</a:t>
          </a:r>
          <a:endParaRPr lang="en-US" sz="2400" kern="1200"/>
        </a:p>
      </dsp:txBody>
      <dsp:txXfrm>
        <a:off x="2291360" y="671985"/>
        <a:ext cx="8366129" cy="610895"/>
      </dsp:txXfrm>
    </dsp:sp>
    <dsp:sp modelId="{A3AA8138-E6E3-4901-B40F-AE22A8B80BDC}">
      <dsp:nvSpPr>
        <dsp:cNvPr id="0" name=""/>
        <dsp:cNvSpPr/>
      </dsp:nvSpPr>
      <dsp:spPr>
        <a:xfrm>
          <a:off x="2131498" y="128288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F7B697-25E5-4012-9002-E1FDD58BE25E}">
      <dsp:nvSpPr>
        <dsp:cNvPr id="0" name=""/>
        <dsp:cNvSpPr/>
      </dsp:nvSpPr>
      <dsp:spPr>
        <a:xfrm>
          <a:off x="2291360" y="131342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#3: </a:t>
          </a:r>
          <a:r>
            <a:rPr lang="en-US" sz="2400" kern="1200">
              <a:latin typeface="Calibri Light" panose="020F0302020204030204"/>
            </a:rPr>
            <a:t>Federal &amp; State Policy</a:t>
          </a:r>
          <a:endParaRPr lang="en-US" sz="2400" kern="1200"/>
        </a:p>
      </dsp:txBody>
      <dsp:txXfrm>
        <a:off x="2291360" y="1313426"/>
        <a:ext cx="8366129" cy="610895"/>
      </dsp:txXfrm>
    </dsp:sp>
    <dsp:sp modelId="{9298CD09-4D7B-4D86-A0BE-EEB62C682110}">
      <dsp:nvSpPr>
        <dsp:cNvPr id="0" name=""/>
        <dsp:cNvSpPr/>
      </dsp:nvSpPr>
      <dsp:spPr>
        <a:xfrm>
          <a:off x="2131498" y="192432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7B774-ED6A-4A03-AEBF-E0292D3FDE3C}">
      <dsp:nvSpPr>
        <dsp:cNvPr id="0" name=""/>
        <dsp:cNvSpPr/>
      </dsp:nvSpPr>
      <dsp:spPr>
        <a:xfrm>
          <a:off x="2291360" y="195486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#4: </a:t>
          </a:r>
          <a:r>
            <a:rPr lang="en-US" sz="2400" kern="1200">
              <a:latin typeface="Calibri Light" panose="020F0302020204030204"/>
            </a:rPr>
            <a:t>Aligning Mission, Vision and Values with Resources</a:t>
          </a:r>
          <a:endParaRPr lang="en-US" sz="2400" kern="1200"/>
        </a:p>
      </dsp:txBody>
      <dsp:txXfrm>
        <a:off x="2291360" y="1954866"/>
        <a:ext cx="8366129" cy="610895"/>
      </dsp:txXfrm>
    </dsp:sp>
    <dsp:sp modelId="{5BC40D12-9011-433A-A04B-9BCA131DBE28}">
      <dsp:nvSpPr>
        <dsp:cNvPr id="0" name=""/>
        <dsp:cNvSpPr/>
      </dsp:nvSpPr>
      <dsp:spPr>
        <a:xfrm>
          <a:off x="2131498" y="2565762"/>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A29DCF-D071-4E47-8BDD-A2005B33D97A}">
      <dsp:nvSpPr>
        <dsp:cNvPr id="0" name=""/>
        <dsp:cNvSpPr/>
      </dsp:nvSpPr>
      <dsp:spPr>
        <a:xfrm>
          <a:off x="2291360" y="259630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#5: </a:t>
          </a:r>
          <a:r>
            <a:rPr lang="en-US" sz="2400" kern="1200">
              <a:latin typeface="Calibri Light" panose="020F0302020204030204"/>
            </a:rPr>
            <a:t>Best Practices in Employment &amp; Day Services</a:t>
          </a:r>
          <a:endParaRPr lang="en-US" sz="2400" kern="1200"/>
        </a:p>
      </dsp:txBody>
      <dsp:txXfrm>
        <a:off x="2291360" y="2596307"/>
        <a:ext cx="8366129" cy="610895"/>
      </dsp:txXfrm>
    </dsp:sp>
    <dsp:sp modelId="{FEB5D30D-6345-4889-942B-10DA9BBA28B5}">
      <dsp:nvSpPr>
        <dsp:cNvPr id="0" name=""/>
        <dsp:cNvSpPr/>
      </dsp:nvSpPr>
      <dsp:spPr>
        <a:xfrm>
          <a:off x="2131498" y="320720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00D156-BE92-45ED-B514-3C35D130B940}">
      <dsp:nvSpPr>
        <dsp:cNvPr id="0" name=""/>
        <dsp:cNvSpPr/>
      </dsp:nvSpPr>
      <dsp:spPr>
        <a:xfrm>
          <a:off x="2291360" y="323774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#6: Organizational </a:t>
          </a:r>
          <a:r>
            <a:rPr lang="en-US" sz="2400" kern="1200">
              <a:latin typeface="Calibri Light" panose="020F0302020204030204"/>
            </a:rPr>
            <a:t>Transformation (change)</a:t>
          </a:r>
          <a:endParaRPr lang="en-US" sz="2400" kern="1200"/>
        </a:p>
      </dsp:txBody>
      <dsp:txXfrm>
        <a:off x="2291360" y="3237747"/>
        <a:ext cx="8366129" cy="610895"/>
      </dsp:txXfrm>
    </dsp:sp>
    <dsp:sp modelId="{31EE367D-11F2-4896-AE78-A89224D35716}">
      <dsp:nvSpPr>
        <dsp:cNvPr id="0" name=""/>
        <dsp:cNvSpPr/>
      </dsp:nvSpPr>
      <dsp:spPr>
        <a:xfrm>
          <a:off x="2131498" y="384864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C958B4-D4CB-4F2C-ACA7-9FC2252BB31B}">
      <dsp:nvSpPr>
        <dsp:cNvPr id="0" name=""/>
        <dsp:cNvSpPr/>
      </dsp:nvSpPr>
      <dsp:spPr>
        <a:xfrm>
          <a:off x="2291360" y="3879188"/>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#7: </a:t>
          </a:r>
          <a:r>
            <a:rPr lang="en-US" sz="2400" kern="1200">
              <a:latin typeface="Calibri Light" panose="020F0302020204030204"/>
            </a:rPr>
            <a:t>Managing Through Change</a:t>
          </a:r>
          <a:endParaRPr lang="en-US" sz="2400" kern="1200"/>
        </a:p>
      </dsp:txBody>
      <dsp:txXfrm>
        <a:off x="2291360" y="3879188"/>
        <a:ext cx="8366129" cy="610895"/>
      </dsp:txXfrm>
    </dsp:sp>
    <dsp:sp modelId="{673488E1-7417-4C5A-91C8-59E80D8BEF85}">
      <dsp:nvSpPr>
        <dsp:cNvPr id="0" name=""/>
        <dsp:cNvSpPr/>
      </dsp:nvSpPr>
      <dsp:spPr>
        <a:xfrm>
          <a:off x="2131498" y="449008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75A819-A64D-4F4D-96D8-B22078B63A4C}">
      <dsp:nvSpPr>
        <dsp:cNvPr id="0" name=""/>
        <dsp:cNvSpPr/>
      </dsp:nvSpPr>
      <dsp:spPr>
        <a:xfrm>
          <a:off x="2291360" y="4520629"/>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#8: </a:t>
          </a:r>
          <a:r>
            <a:rPr lang="en-US" sz="2400" kern="1200">
              <a:latin typeface="Calibri Light" panose="020F0302020204030204"/>
            </a:rPr>
            <a:t>Creating Systems for Quality Improvement</a:t>
          </a:r>
          <a:endParaRPr lang="en-US" sz="2400" kern="1200"/>
        </a:p>
      </dsp:txBody>
      <dsp:txXfrm>
        <a:off x="2291360" y="4520629"/>
        <a:ext cx="8366129" cy="610895"/>
      </dsp:txXfrm>
    </dsp:sp>
    <dsp:sp modelId="{547B8CFE-C1F6-4718-AFAD-3674CDE53DB2}">
      <dsp:nvSpPr>
        <dsp:cNvPr id="0" name=""/>
        <dsp:cNvSpPr/>
      </dsp:nvSpPr>
      <dsp:spPr>
        <a:xfrm>
          <a:off x="2131498" y="513152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171B4-00CD-4695-8CB1-C8C77BCF1C0E}">
      <dsp:nvSpPr>
        <dsp:cNvPr id="0" name=""/>
        <dsp:cNvSpPr/>
      </dsp:nvSpPr>
      <dsp:spPr>
        <a:xfrm>
          <a:off x="0" y="0"/>
          <a:ext cx="610485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CEE0B4-635C-48DD-8139-41F8E62B735B}">
      <dsp:nvSpPr>
        <dsp:cNvPr id="0" name=""/>
        <dsp:cNvSpPr/>
      </dsp:nvSpPr>
      <dsp:spPr>
        <a:xfrm>
          <a:off x="0" y="0"/>
          <a:ext cx="1220970" cy="4401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What you said:</a:t>
          </a:r>
          <a:endParaRPr lang="en-US" sz="3100" kern="1200"/>
        </a:p>
      </dsp:txBody>
      <dsp:txXfrm>
        <a:off x="0" y="0"/>
        <a:ext cx="1220970" cy="4401205"/>
      </dsp:txXfrm>
    </dsp:sp>
    <dsp:sp modelId="{209D7F8A-0D59-4DCB-BAFB-CB915C091B68}">
      <dsp:nvSpPr>
        <dsp:cNvPr id="0" name=""/>
        <dsp:cNvSpPr/>
      </dsp:nvSpPr>
      <dsp:spPr>
        <a:xfrm>
          <a:off x="1312543" y="51737"/>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rtl="0">
            <a:lnSpc>
              <a:spcPct val="90000"/>
            </a:lnSpc>
            <a:spcBef>
              <a:spcPct val="0"/>
            </a:spcBef>
            <a:spcAft>
              <a:spcPct val="35000"/>
            </a:spcAft>
            <a:buNone/>
          </a:pPr>
          <a:r>
            <a:rPr lang="en-US" sz="4700" kern="1200">
              <a:latin typeface="Calibri Light" panose="020F0302020204030204"/>
            </a:rPr>
            <a:t>Staff shortages</a:t>
          </a:r>
          <a:endParaRPr lang="en-US" sz="4700" kern="1200"/>
        </a:p>
      </dsp:txBody>
      <dsp:txXfrm>
        <a:off x="1312543" y="51737"/>
        <a:ext cx="4792309" cy="1034755"/>
      </dsp:txXfrm>
    </dsp:sp>
    <dsp:sp modelId="{C2BF7012-82A9-4BFA-8D0D-7AA98730DB17}">
      <dsp:nvSpPr>
        <dsp:cNvPr id="0" name=""/>
        <dsp:cNvSpPr/>
      </dsp:nvSpPr>
      <dsp:spPr>
        <a:xfrm>
          <a:off x="1220970" y="1086493"/>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06CE68-B86B-4DCD-B9AE-81EE942D0EA3}">
      <dsp:nvSpPr>
        <dsp:cNvPr id="0" name=""/>
        <dsp:cNvSpPr/>
      </dsp:nvSpPr>
      <dsp:spPr>
        <a:xfrm>
          <a:off x="1312543" y="1138231"/>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rtl="0">
            <a:lnSpc>
              <a:spcPct val="90000"/>
            </a:lnSpc>
            <a:spcBef>
              <a:spcPct val="0"/>
            </a:spcBef>
            <a:spcAft>
              <a:spcPct val="35000"/>
            </a:spcAft>
            <a:buNone/>
          </a:pPr>
          <a:r>
            <a:rPr lang="en-US" sz="4700" kern="1200">
              <a:latin typeface="Calibri Light" panose="020F0302020204030204"/>
            </a:rPr>
            <a:t>Time for training</a:t>
          </a:r>
          <a:endParaRPr lang="en-US" sz="4700" kern="1200"/>
        </a:p>
      </dsp:txBody>
      <dsp:txXfrm>
        <a:off x="1312543" y="1138231"/>
        <a:ext cx="4792309" cy="1034755"/>
      </dsp:txXfrm>
    </dsp:sp>
    <dsp:sp modelId="{2A1C261D-1884-4D3B-99A7-C675FA3AFB75}">
      <dsp:nvSpPr>
        <dsp:cNvPr id="0" name=""/>
        <dsp:cNvSpPr/>
      </dsp:nvSpPr>
      <dsp:spPr>
        <a:xfrm>
          <a:off x="1220970" y="2172987"/>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866E02-F6AD-478C-B62A-CDA10A587ABE}">
      <dsp:nvSpPr>
        <dsp:cNvPr id="0" name=""/>
        <dsp:cNvSpPr/>
      </dsp:nvSpPr>
      <dsp:spPr>
        <a:xfrm>
          <a:off x="1312543" y="2224725"/>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rtl="0">
            <a:lnSpc>
              <a:spcPct val="90000"/>
            </a:lnSpc>
            <a:spcBef>
              <a:spcPct val="0"/>
            </a:spcBef>
            <a:spcAft>
              <a:spcPct val="35000"/>
            </a:spcAft>
            <a:buNone/>
          </a:pPr>
          <a:r>
            <a:rPr lang="en-US" sz="4700" kern="1200">
              <a:latin typeface="Calibri Light" panose="020F0302020204030204"/>
            </a:rPr>
            <a:t>Lack of resources</a:t>
          </a:r>
        </a:p>
      </dsp:txBody>
      <dsp:txXfrm>
        <a:off x="1312543" y="2224725"/>
        <a:ext cx="4792309" cy="1034755"/>
      </dsp:txXfrm>
    </dsp:sp>
    <dsp:sp modelId="{A02398EA-F460-45F5-BD13-59AA177C72EF}">
      <dsp:nvSpPr>
        <dsp:cNvPr id="0" name=""/>
        <dsp:cNvSpPr/>
      </dsp:nvSpPr>
      <dsp:spPr>
        <a:xfrm>
          <a:off x="1220970" y="3259481"/>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8EBC00-9192-4EF3-B69D-221F158E581F}">
      <dsp:nvSpPr>
        <dsp:cNvPr id="0" name=""/>
        <dsp:cNvSpPr/>
      </dsp:nvSpPr>
      <dsp:spPr>
        <a:xfrm>
          <a:off x="1312543" y="3311219"/>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rtl="0">
            <a:lnSpc>
              <a:spcPct val="90000"/>
            </a:lnSpc>
            <a:spcBef>
              <a:spcPct val="0"/>
            </a:spcBef>
            <a:spcAft>
              <a:spcPct val="35000"/>
            </a:spcAft>
            <a:buNone/>
          </a:pPr>
          <a:r>
            <a:rPr lang="en-US" sz="4000" kern="1200">
              <a:latin typeface="Calibri Light" panose="020F0302020204030204"/>
            </a:rPr>
            <a:t>Wearing </a:t>
          </a:r>
          <a:r>
            <a:rPr lang="en-US" sz="3600" kern="1200">
              <a:latin typeface="Calibri Light" panose="020F0302020204030204"/>
            </a:rPr>
            <a:t>multiple</a:t>
          </a:r>
          <a:r>
            <a:rPr lang="en-US" sz="4000" kern="1200">
              <a:latin typeface="Calibri Light" panose="020F0302020204030204"/>
            </a:rPr>
            <a:t> hats</a:t>
          </a:r>
          <a:endParaRPr lang="en-US" sz="4000" kern="1200"/>
        </a:p>
      </dsp:txBody>
      <dsp:txXfrm>
        <a:off x="1312543" y="3311219"/>
        <a:ext cx="4792309" cy="1034755"/>
      </dsp:txXfrm>
    </dsp:sp>
    <dsp:sp modelId="{148482C4-D5B5-4258-A836-E0612595D68E}">
      <dsp:nvSpPr>
        <dsp:cNvPr id="0" name=""/>
        <dsp:cNvSpPr/>
      </dsp:nvSpPr>
      <dsp:spPr>
        <a:xfrm>
          <a:off x="1220970" y="4345975"/>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5658FA-B780-4924-A2B1-194A062B2A27}">
      <dsp:nvSpPr>
        <dsp:cNvPr id="0" name=""/>
        <dsp:cNvSpPr/>
      </dsp:nvSpPr>
      <dsp:spPr>
        <a:xfrm>
          <a:off x="877717" y="2948"/>
          <a:ext cx="1625216" cy="97512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Belief in CIE for all</a:t>
          </a:r>
          <a:endParaRPr lang="en-US" sz="1500" kern="1200"/>
        </a:p>
      </dsp:txBody>
      <dsp:txXfrm>
        <a:off x="877717" y="2948"/>
        <a:ext cx="1625216" cy="975129"/>
      </dsp:txXfrm>
    </dsp:sp>
    <dsp:sp modelId="{F554A52F-3270-4EE0-AAC0-F1D7A4148972}">
      <dsp:nvSpPr>
        <dsp:cNvPr id="0" name=""/>
        <dsp:cNvSpPr/>
      </dsp:nvSpPr>
      <dsp:spPr>
        <a:xfrm>
          <a:off x="2665455" y="2948"/>
          <a:ext cx="1625216" cy="97512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Typical workplace settings and integrated jobs as standard</a:t>
          </a:r>
          <a:endParaRPr lang="en-US" sz="1500" kern="1200"/>
        </a:p>
      </dsp:txBody>
      <dsp:txXfrm>
        <a:off x="2665455" y="2948"/>
        <a:ext cx="1625216" cy="975129"/>
      </dsp:txXfrm>
    </dsp:sp>
    <dsp:sp modelId="{A3570819-0B2C-4E98-9528-BA8F2E7F5AFB}">
      <dsp:nvSpPr>
        <dsp:cNvPr id="0" name=""/>
        <dsp:cNvSpPr/>
      </dsp:nvSpPr>
      <dsp:spPr>
        <a:xfrm>
          <a:off x="877717" y="1140600"/>
          <a:ext cx="1625216" cy="975129"/>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Social inclusion as key indicator of success</a:t>
          </a:r>
          <a:endParaRPr lang="en-US" sz="1500" kern="1200"/>
        </a:p>
      </dsp:txBody>
      <dsp:txXfrm>
        <a:off x="877717" y="1140600"/>
        <a:ext cx="1625216" cy="975129"/>
      </dsp:txXfrm>
    </dsp:sp>
    <dsp:sp modelId="{8D991DE8-ED36-43B1-8E58-503C10EE3A71}">
      <dsp:nvSpPr>
        <dsp:cNvPr id="0" name=""/>
        <dsp:cNvSpPr/>
      </dsp:nvSpPr>
      <dsp:spPr>
        <a:xfrm>
          <a:off x="2665455" y="1140600"/>
          <a:ext cx="1625216" cy="975129"/>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Employment search guided by person-centered planning</a:t>
          </a:r>
        </a:p>
      </dsp:txBody>
      <dsp:txXfrm>
        <a:off x="2665455" y="1140600"/>
        <a:ext cx="1625216" cy="975129"/>
      </dsp:txXfrm>
    </dsp:sp>
    <dsp:sp modelId="{793EA258-92A2-4FA6-8EE0-EA48DA3089A2}">
      <dsp:nvSpPr>
        <dsp:cNvPr id="0" name=""/>
        <dsp:cNvSpPr/>
      </dsp:nvSpPr>
      <dsp:spPr>
        <a:xfrm>
          <a:off x="877717" y="2278251"/>
          <a:ext cx="1625216" cy="975129"/>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Empowerment of individual</a:t>
          </a:r>
        </a:p>
      </dsp:txBody>
      <dsp:txXfrm>
        <a:off x="877717" y="2278251"/>
        <a:ext cx="1625216" cy="975129"/>
      </dsp:txXfrm>
    </dsp:sp>
    <dsp:sp modelId="{BFBC397F-D9A0-4BAA-83EE-BF062605DEF7}">
      <dsp:nvSpPr>
        <dsp:cNvPr id="0" name=""/>
        <dsp:cNvSpPr/>
      </dsp:nvSpPr>
      <dsp:spPr>
        <a:xfrm>
          <a:off x="2665455" y="2278251"/>
          <a:ext cx="1625216" cy="97512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Staff not "in charge" or "caretaker'</a:t>
          </a:r>
        </a:p>
      </dsp:txBody>
      <dsp:txXfrm>
        <a:off x="2665455" y="2278251"/>
        <a:ext cx="1625216" cy="975129"/>
      </dsp:txXfrm>
    </dsp:sp>
    <dsp:sp modelId="{567AE749-6F97-4FF6-AC55-27FF569990CB}">
      <dsp:nvSpPr>
        <dsp:cNvPr id="0" name=""/>
        <dsp:cNvSpPr/>
      </dsp:nvSpPr>
      <dsp:spPr>
        <a:xfrm>
          <a:off x="877717" y="3415903"/>
          <a:ext cx="1625216" cy="97512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Staff role: facilitation of natural supports</a:t>
          </a:r>
        </a:p>
      </dsp:txBody>
      <dsp:txXfrm>
        <a:off x="877717" y="3415903"/>
        <a:ext cx="1625216" cy="975129"/>
      </dsp:txXfrm>
    </dsp:sp>
    <dsp:sp modelId="{4B90C96E-3BF0-47E5-AF2B-22C7169A0A16}">
      <dsp:nvSpPr>
        <dsp:cNvPr id="0" name=""/>
        <dsp:cNvSpPr/>
      </dsp:nvSpPr>
      <dsp:spPr>
        <a:xfrm>
          <a:off x="2665455" y="3415903"/>
          <a:ext cx="1625216" cy="975129"/>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Avoiding stigmatizing roles and "special" jobs </a:t>
          </a:r>
        </a:p>
      </dsp:txBody>
      <dsp:txXfrm>
        <a:off x="2665455" y="3415903"/>
        <a:ext cx="1625216" cy="9751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FE0E5-331A-45DA-BCA9-7F5B149C59A0}">
      <dsp:nvSpPr>
        <dsp:cNvPr id="0" name=""/>
        <dsp:cNvSpPr/>
      </dsp:nvSpPr>
      <dsp:spPr>
        <a:xfrm>
          <a:off x="0" y="81011"/>
          <a:ext cx="4828172" cy="103808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Observation</a:t>
          </a:r>
        </a:p>
      </dsp:txBody>
      <dsp:txXfrm>
        <a:off x="50675" y="131686"/>
        <a:ext cx="4726822" cy="936732"/>
      </dsp:txXfrm>
    </dsp:sp>
    <dsp:sp modelId="{6CAAB413-93E2-42DC-9323-16F7F3EBA735}">
      <dsp:nvSpPr>
        <dsp:cNvPr id="0" name=""/>
        <dsp:cNvSpPr/>
      </dsp:nvSpPr>
      <dsp:spPr>
        <a:xfrm>
          <a:off x="0" y="1193973"/>
          <a:ext cx="4828172" cy="1038082"/>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kern="1200">
              <a:latin typeface="Calibri Light" panose="020F0302020204030204"/>
            </a:rPr>
            <a:t>Staff documentation </a:t>
          </a:r>
          <a:endParaRPr lang="en-US" sz="2600" kern="1200"/>
        </a:p>
      </dsp:txBody>
      <dsp:txXfrm>
        <a:off x="50675" y="1244648"/>
        <a:ext cx="4726822" cy="936732"/>
      </dsp:txXfrm>
    </dsp:sp>
    <dsp:sp modelId="{C1CD2464-5E0B-4D3B-99C0-C640A70445A5}">
      <dsp:nvSpPr>
        <dsp:cNvPr id="0" name=""/>
        <dsp:cNvSpPr/>
      </dsp:nvSpPr>
      <dsp:spPr>
        <a:xfrm>
          <a:off x="0" y="2306936"/>
          <a:ext cx="4828172" cy="1038082"/>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1:1 discussion</a:t>
          </a:r>
        </a:p>
      </dsp:txBody>
      <dsp:txXfrm>
        <a:off x="50675" y="2357611"/>
        <a:ext cx="4726822" cy="936732"/>
      </dsp:txXfrm>
    </dsp:sp>
    <dsp:sp modelId="{7C053E22-7FA2-4A76-B554-85DD2DB9858F}">
      <dsp:nvSpPr>
        <dsp:cNvPr id="0" name=""/>
        <dsp:cNvSpPr/>
      </dsp:nvSpPr>
      <dsp:spPr>
        <a:xfrm>
          <a:off x="0" y="3419898"/>
          <a:ext cx="4828172" cy="1038082"/>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kern="1200">
              <a:latin typeface="Calibri Light" panose="020F0302020204030204"/>
            </a:rPr>
            <a:t>Customer and employer satisfaction surveys</a:t>
          </a:r>
          <a:endParaRPr lang="en-US" sz="2600" kern="1200"/>
        </a:p>
      </dsp:txBody>
      <dsp:txXfrm>
        <a:off x="50675" y="3470573"/>
        <a:ext cx="4726822" cy="936732"/>
      </dsp:txXfrm>
    </dsp:sp>
    <dsp:sp modelId="{DA17ADB3-B19C-47CF-9F04-657700B9C7D1}">
      <dsp:nvSpPr>
        <dsp:cNvPr id="0" name=""/>
        <dsp:cNvSpPr/>
      </dsp:nvSpPr>
      <dsp:spPr>
        <a:xfrm>
          <a:off x="0" y="4532861"/>
          <a:ext cx="4828172" cy="1038082"/>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Other</a:t>
          </a:r>
        </a:p>
      </dsp:txBody>
      <dsp:txXfrm>
        <a:off x="50675" y="4583536"/>
        <a:ext cx="4726822" cy="93673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A9DB5-70C7-E94D-9548-16899A1C10C6}" type="datetimeFigureOut">
              <a:rPr lang="en-US" smtClean="0"/>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0D89B-D770-F648-BD56-FFC69AC3D72B}" type="slidenum">
              <a:rPr lang="en-US" smtClean="0"/>
              <a:t>‹#›</a:t>
            </a:fld>
            <a:endParaRPr lang="en-US"/>
          </a:p>
        </p:txBody>
      </p:sp>
    </p:spTree>
    <p:extLst>
      <p:ext uri="{BB962C8B-B14F-4D97-AF65-F5344CB8AC3E}">
        <p14:creationId xmlns:p14="http://schemas.microsoft.com/office/powerpoint/2010/main" val="191439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Here is an overview of the course modules from start to finish, and you are here-Module number 7: Managing Through Change.  Remember, each module opens at the beginning of the following month and you have the month to complete it.  Module 8: Creating Systems for Quality Improvement will open and begin on the 1st of May, and our virtual session for that will happen on May 26th.  By now you should have all assignments completed through module 7.  Remember, you won't be able to access the modules after </a:t>
            </a:r>
            <a:r>
              <a:rPr lang="en-US" b="1" dirty="0">
                <a:ea typeface="Calibri"/>
                <a:cs typeface="Calibri"/>
              </a:rPr>
              <a:t>June 30, 2025,</a:t>
            </a:r>
            <a:r>
              <a:rPr lang="en-US" dirty="0">
                <a:ea typeface="Calibri"/>
                <a:cs typeface="Calibri"/>
              </a:rPr>
              <a:t> so if you don't have your assignments completed by then, you will not have successfully completed the course and will not receive your certificate of completion.  If you're having trouble completing something, or have any questions about the material, please reach out to your mentor or any of the instructors.  </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4</a:t>
            </a:fld>
            <a:endParaRPr lang="en-US"/>
          </a:p>
        </p:txBody>
      </p:sp>
    </p:spTree>
    <p:extLst>
      <p:ext uri="{BB962C8B-B14F-4D97-AF65-F5344CB8AC3E}">
        <p14:creationId xmlns:p14="http://schemas.microsoft.com/office/powerpoint/2010/main" val="4089383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ea typeface="Calibri"/>
                <a:cs typeface="Calibri"/>
              </a:rPr>
              <a:t>Staci</a:t>
            </a:r>
          </a:p>
          <a:p>
            <a:r>
              <a:rPr lang="en-US" dirty="0">
                <a:ea typeface="Calibri"/>
                <a:cs typeface="Calibri"/>
              </a:rPr>
              <a:t>Let's start by reviewing the learning objectives for module #7</a:t>
            </a:r>
          </a:p>
        </p:txBody>
      </p:sp>
      <p:sp>
        <p:nvSpPr>
          <p:cNvPr id="4" name="Slide Number Placeholder 3"/>
          <p:cNvSpPr>
            <a:spLocks noGrp="1"/>
          </p:cNvSpPr>
          <p:nvPr>
            <p:ph type="sldNum" sz="quarter" idx="5"/>
          </p:nvPr>
        </p:nvSpPr>
        <p:spPr/>
        <p:txBody>
          <a:bodyPr/>
          <a:lstStyle/>
          <a:p>
            <a:fld id="{CB90D89B-D770-F648-BD56-FFC69AC3D72B}" type="slidenum">
              <a:rPr lang="en-US" smtClean="0"/>
              <a:t>5</a:t>
            </a:fld>
            <a:endParaRPr lang="en-US"/>
          </a:p>
        </p:txBody>
      </p:sp>
    </p:spTree>
    <p:extLst>
      <p:ext uri="{BB962C8B-B14F-4D97-AF65-F5344CB8AC3E}">
        <p14:creationId xmlns:p14="http://schemas.microsoft.com/office/powerpoint/2010/main" val="66279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managing I went back to November and our first virtual session together and you all were asked to identify what is the biggest challenge you are facing in your current professional role.  Overwhelmingly you all said 'staffing'. Not enough staffing, ensuring staff are accountable...and not having enough time...and I bring that up because finding and keeping good staff</a:t>
            </a:r>
            <a:r>
              <a:rPr lang="en-US"/>
              <a:t> is one of the most critical elements of managing through change. </a:t>
            </a:r>
            <a:endParaRPr lang="en-US" dirty="0"/>
          </a:p>
          <a:p>
            <a:endParaRPr lang="en-US">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6</a:t>
            </a:fld>
            <a:endParaRPr lang="en-US"/>
          </a:p>
        </p:txBody>
      </p:sp>
    </p:spTree>
    <p:extLst>
      <p:ext uri="{BB962C8B-B14F-4D97-AF65-F5344CB8AC3E}">
        <p14:creationId xmlns:p14="http://schemas.microsoft.com/office/powerpoint/2010/main" val="570188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Something else we're referenced a number of times is that a critical component of leadership (regardless of your job title or your role) is helping to connect the dots.  So as we begin to close out this course, this is an opportunity to begin doing that. And one of the MOST important connections you all as leaders can make is how to bring together your focus on staffing (and all the concerns you all have related to those....)</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7</a:t>
            </a:fld>
            <a:endParaRPr lang="en-US"/>
          </a:p>
        </p:txBody>
      </p:sp>
    </p:spTree>
    <p:extLst>
      <p:ext uri="{BB962C8B-B14F-4D97-AF65-F5344CB8AC3E}">
        <p14:creationId xmlns:p14="http://schemas.microsoft.com/office/powerpoint/2010/main" val="3120219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So, we'll</a:t>
            </a:r>
            <a:r>
              <a:rPr lang="en-US">
                <a:ea typeface="Calibri"/>
                <a:cs typeface="Calibri"/>
              </a:rPr>
              <a:t> highlight a few areas where you as managers or mentors can focus on good management practices to help you meet your mission.  And one of the common definitions of management you will often here is simply getting things done through other people.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8</a:t>
            </a:fld>
            <a:endParaRPr lang="en-US"/>
          </a:p>
        </p:txBody>
      </p:sp>
    </p:spTree>
    <p:extLst>
      <p:ext uri="{BB962C8B-B14F-4D97-AF65-F5344CB8AC3E}">
        <p14:creationId xmlns:p14="http://schemas.microsoft.com/office/powerpoint/2010/main" val="1446648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how can you more strategically attract &amp; recruit, onboard and train, support and retain, mentor, listen to, guide and inform and even offboard staff appropriately and strategically to help your organization to get to those guiding stars we talked about in module 3 when we talked all about Best Practices in Employment and Day services.  WE know that services should be focused on competitive integrated employment outcomes for people of working age, services should be integrated and community =-based, they should be person-centered and holistic, meaning that they look at a person's life as a whole and not segmented...so while we are focused on those CIE outcomes, we also should be looking at how people are spending their time when they are not working and the community life engagement guideposts...and that we should be designing and providing services to individuals versus creating more programs for people to attend. And you all hit the name on the head when you identified the fact that there are limited resources available.  This is why we've tried to stress to you the importance of identifying what your organization needs to have in place to reach those guiding stars...and if your organization is using resources on things that are NOT helping you reach your guiding stars, it's important to have discussions on whether those are things as an organization you want to continue doing...therefore the need for many organizations to go through some sort of transformation process. </a:t>
            </a:r>
            <a:endParaRPr lang="en-US" dirty="0">
              <a:solidFill>
                <a:srgbClr val="444444"/>
              </a:solidFill>
            </a:endParaRPr>
          </a:p>
          <a:p>
            <a:endParaRPr lang="en-US">
              <a:solidFill>
                <a:srgbClr val="444444"/>
              </a:solidFill>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a:p>
        </p:txBody>
      </p:sp>
    </p:spTree>
    <p:extLst>
      <p:ext uri="{BB962C8B-B14F-4D97-AF65-F5344CB8AC3E}">
        <p14:creationId xmlns:p14="http://schemas.microsoft.com/office/powerpoint/2010/main" val="2659702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a:ea typeface="Calibri"/>
                <a:cs typeface="Calibri"/>
              </a:rPr>
              <a:t>Poll question </a:t>
            </a:r>
          </a:p>
        </p:txBody>
      </p:sp>
      <p:sp>
        <p:nvSpPr>
          <p:cNvPr id="4" name="Slide Number Placeholder 3"/>
          <p:cNvSpPr>
            <a:spLocks noGrp="1"/>
          </p:cNvSpPr>
          <p:nvPr>
            <p:ph type="sldNum" sz="quarter" idx="5"/>
          </p:nvPr>
        </p:nvSpPr>
        <p:spPr/>
        <p:txBody>
          <a:bodyPr/>
          <a:lstStyle/>
          <a:p>
            <a:fld id="{C81CCF30-75E7-4047-B971-189668F28995}" type="slidenum">
              <a:rPr lang="en-US" smtClean="0"/>
              <a:pPr/>
              <a:t>11</a:t>
            </a:fld>
            <a:endParaRPr lang="en-US"/>
          </a:p>
        </p:txBody>
      </p:sp>
    </p:spTree>
    <p:extLst>
      <p:ext uri="{BB962C8B-B14F-4D97-AF65-F5344CB8AC3E}">
        <p14:creationId xmlns:p14="http://schemas.microsoft.com/office/powerpoint/2010/main" val="999265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Poll #2</a:t>
            </a:r>
          </a:p>
          <a:p>
            <a:endParaRPr lang="en-US"/>
          </a:p>
          <a:p>
            <a:r>
              <a:rPr lang="en-US"/>
              <a:t>Who is facilitating onboarding? </a:t>
            </a:r>
            <a:endParaRPr lang="en-US">
              <a:ea typeface="Calibri"/>
              <a:cs typeface="Calibri"/>
            </a:endParaRPr>
          </a:p>
          <a:p>
            <a:r>
              <a:rPr lang="en-US"/>
              <a:t>Who is ACTUALLY training your new staff related to (logistics, documentation, expectations, culture)</a:t>
            </a:r>
            <a:endParaRPr lang="en-US">
              <a:ea typeface="Calibri"/>
              <a:cs typeface="Calibri"/>
            </a:endParaRPr>
          </a:p>
          <a:p>
            <a:r>
              <a:rPr lang="en-US">
                <a:ea typeface="Calibri"/>
                <a:cs typeface="Calibri"/>
              </a:rPr>
              <a:t>Do you think there is anything related to new staff onboarding that should change or needs to improve? </a:t>
            </a:r>
          </a:p>
          <a:p>
            <a:endParaRPr lang="en-US">
              <a:ea typeface="Calibri"/>
              <a:cs typeface="Calibri"/>
            </a:endParaRPr>
          </a:p>
          <a:p>
            <a:endParaRPr lang="en-US">
              <a:ea typeface="Calibri"/>
              <a:cs typeface="Calibri"/>
            </a:endParaRPr>
          </a:p>
          <a:p>
            <a:r>
              <a:rPr lang="en-US">
                <a:ea typeface="Calibri"/>
                <a:cs typeface="Calibri"/>
              </a:rPr>
              <a:t>Offboarding:  Does your organization do exit interviews? Why are people leaving? What do people want? (flexibility, money,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12</a:t>
            </a:fld>
            <a:endParaRPr lang="en-US"/>
          </a:p>
        </p:txBody>
      </p:sp>
    </p:spTree>
    <p:extLst>
      <p:ext uri="{BB962C8B-B14F-4D97-AF65-F5344CB8AC3E}">
        <p14:creationId xmlns:p14="http://schemas.microsoft.com/office/powerpoint/2010/main" val="4030030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ea typeface="Calibri"/>
                <a:cs typeface="Calibri"/>
              </a:rPr>
              <a:t>As we heard in the learning module, beyond the variety of skills related to supporting Competitive integrated employment, the most important staff skills is actually the values they hold. Values drive our actions, influence our decision making, and impact the way we see the world. Therefore, it is essential that staff share the values that serve as the building blocks of inclusive community employment. </a:t>
            </a:r>
          </a:p>
          <a:p>
            <a:r>
              <a:rPr lang="en-US">
                <a:ea typeface="Calibri"/>
                <a:cs typeface="Calibri"/>
              </a:rPr>
              <a:t>First and foremost, staff must have a belief in CIE for all. Staff must see the typical workplace setting and integrated jobs as the standard. It is important for staff to understand inclusion, and believe that social inclusion is an indicator of success. In order to support and facilitate inclusion, staff must believe in beginning with the individual and allowing that individual to drive the process through person centered planning. In doing this, staff will be empowering individuals, another value that is essential in this process. A big part of managing through change is how staff see their role- it is important that staff see themselves as facilitators and models of inclusion, and not as caretakers, therefore, facilitating natural supports and avoiding stigmatizing roles or special jobs.</a:t>
            </a:r>
          </a:p>
          <a:p>
            <a:r>
              <a:rPr lang="en-US">
                <a:ea typeface="Calibri"/>
                <a:cs typeface="Calibri"/>
              </a:rPr>
              <a:t>It is not realistic to expect that every staff member or new hire will hit each of these right away, this is where culture comes into play- we've heard mentoring come up several times, the important thing to remember is that these values are essential to the work you are doing, and need to be present within the culture and modeled to support the development and to keep these principles front and center.</a:t>
            </a:r>
          </a:p>
        </p:txBody>
      </p:sp>
      <p:sp>
        <p:nvSpPr>
          <p:cNvPr id="4" name="Slide Number Placeholder 3"/>
          <p:cNvSpPr>
            <a:spLocks noGrp="1"/>
          </p:cNvSpPr>
          <p:nvPr>
            <p:ph type="sldNum" sz="quarter" idx="5"/>
          </p:nvPr>
        </p:nvSpPr>
        <p:spPr/>
        <p:txBody>
          <a:bodyPr/>
          <a:lstStyle/>
          <a:p>
            <a:fld id="{C81CCF30-75E7-4047-B971-189668F28995}" type="slidenum">
              <a:rPr lang="en-US" smtClean="0"/>
              <a:pPr/>
              <a:t>13</a:t>
            </a:fld>
            <a:endParaRPr lang="en-US"/>
          </a:p>
        </p:txBody>
      </p:sp>
    </p:spTree>
    <p:extLst>
      <p:ext uri="{BB962C8B-B14F-4D97-AF65-F5344CB8AC3E}">
        <p14:creationId xmlns:p14="http://schemas.microsoft.com/office/powerpoint/2010/main" val="43408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r>
              <a:rPr lang="en-US">
                <a:ea typeface="Calibri"/>
                <a:cs typeface="Calibri"/>
              </a:rPr>
              <a:t>So how do we know our staff are working in ways aligned with the values we just discussed? How do we know staff are supporting transformation, and supporting CIE? There is no one right way to monitor or evaluate staff, rather, there are a variety of techniques that allow us to understand how staff are doing in their roles, and this may involve formal and informal approaches. </a:t>
            </a:r>
          </a:p>
          <a:p>
            <a:endParaRPr lang="en-US">
              <a:ea typeface="Calibri"/>
              <a:cs typeface="Calibri"/>
            </a:endParaRPr>
          </a:p>
          <a:p>
            <a:r>
              <a:rPr lang="en-US">
                <a:ea typeface="Calibri"/>
                <a:cs typeface="Calibri"/>
              </a:rPr>
              <a:t>Staci: put in a zoom poll </a:t>
            </a:r>
            <a:endParaRPr lang="en-US"/>
          </a:p>
          <a:p>
            <a:endParaRPr lang="en-US">
              <a:ea typeface="Calibri"/>
              <a:cs typeface="Calibri"/>
            </a:endParaRPr>
          </a:p>
          <a:p>
            <a:r>
              <a:rPr lang="en-US">
                <a:ea typeface="Calibri"/>
                <a:cs typeface="Calibri"/>
              </a:rPr>
              <a:t>For supervisors that observe, how are you observing interactions off site? </a:t>
            </a:r>
            <a:endParaRPr lang="en-US"/>
          </a:p>
          <a:p>
            <a:pPr marL="171450" indent="-171450">
              <a:buFont typeface="Calibri"/>
              <a:buChar char="-"/>
            </a:pPr>
            <a:r>
              <a:rPr lang="en-US">
                <a:ea typeface="Calibri"/>
                <a:cs typeface="Calibri"/>
              </a:rPr>
              <a:t>This is a question that comes up often, and can also be a challenge for supervisors that have staff working throughout communities.</a:t>
            </a:r>
          </a:p>
          <a:p>
            <a:pPr marL="171450" indent="-171450">
              <a:buFont typeface="Calibri"/>
              <a:buChar char="-"/>
            </a:pPr>
            <a:r>
              <a:rPr lang="en-US">
                <a:ea typeface="Calibri"/>
                <a:cs typeface="Calibri"/>
              </a:rPr>
              <a:t>Bottom line is that it is important to have an idea of how staff are performing their role in the </a:t>
            </a:r>
            <a:r>
              <a:rPr lang="en-US" err="1">
                <a:ea typeface="Calibri"/>
                <a:cs typeface="Calibri"/>
              </a:rPr>
              <a:t>communiy</a:t>
            </a:r>
            <a:r>
              <a:rPr lang="en-US">
                <a:ea typeface="Calibri"/>
                <a:cs typeface="Calibri"/>
              </a:rPr>
              <a:t>- to see the interactions and to get a sense of whether or not their behaviors align with the values we discussed or are there areas that could use support or professional development</a:t>
            </a:r>
          </a:p>
          <a:p>
            <a:endParaRPr lang="en-US">
              <a:ea typeface="Calibri"/>
              <a:cs typeface="Calibri"/>
            </a:endParaRPr>
          </a:p>
          <a:p>
            <a:r>
              <a:rPr lang="en-US">
                <a:ea typeface="Calibri"/>
                <a:cs typeface="Calibri"/>
              </a:rPr>
              <a:t>What are you looking for when reading staff documentation? </a:t>
            </a:r>
          </a:p>
          <a:p>
            <a:r>
              <a:rPr lang="en-US">
                <a:ea typeface="Calibri"/>
                <a:cs typeface="Calibri"/>
              </a:rPr>
              <a:t>-language, content, how a staff person is communicating about individuals</a:t>
            </a:r>
          </a:p>
          <a:p>
            <a:r>
              <a:rPr lang="en-US">
                <a:ea typeface="Calibri"/>
                <a:cs typeface="Calibri"/>
              </a:rPr>
              <a:t>-is it person first, is it strength based or focused on deficits or problems? </a:t>
            </a:r>
          </a:p>
          <a:p>
            <a:r>
              <a:rPr lang="en-US">
                <a:ea typeface="Calibri"/>
                <a:cs typeface="Calibri"/>
              </a:rPr>
              <a:t>-does the language leave room for moving forward, or does it seem to keep someone where they are?</a:t>
            </a:r>
          </a:p>
          <a:p>
            <a:endParaRPr lang="en-US">
              <a:ea typeface="Calibri"/>
              <a:cs typeface="Calibri"/>
            </a:endParaRPr>
          </a:p>
          <a:p>
            <a:r>
              <a:rPr lang="en-US">
                <a:ea typeface="Calibri"/>
                <a:cs typeface="Calibri"/>
              </a:rPr>
              <a:t>1:1-</a:t>
            </a:r>
          </a:p>
          <a:p>
            <a:r>
              <a:rPr lang="en-US">
                <a:ea typeface="Calibri"/>
                <a:cs typeface="Calibri"/>
              </a:rPr>
              <a:t>Using supervision to get feedback from staff, learn more about their </a:t>
            </a:r>
            <a:r>
              <a:rPr lang="en-US" err="1">
                <a:ea typeface="Calibri"/>
                <a:cs typeface="Calibri"/>
              </a:rPr>
              <a:t>experiencess</a:t>
            </a:r>
            <a:r>
              <a:rPr lang="en-US">
                <a:ea typeface="Calibri"/>
                <a:cs typeface="Calibri"/>
              </a:rPr>
              <a:t> and how they view their role and progress</a:t>
            </a:r>
          </a:p>
          <a:p>
            <a:endParaRPr lang="en-US">
              <a:ea typeface="Calibri"/>
              <a:cs typeface="Calibri"/>
            </a:endParaRPr>
          </a:p>
          <a:p>
            <a:r>
              <a:rPr lang="en-US">
                <a:ea typeface="Calibri"/>
                <a:cs typeface="Calibri"/>
              </a:rPr>
              <a:t>Do you do regular customer and employer satisfaction surveys? What do you do with the information gathered?</a:t>
            </a:r>
          </a:p>
          <a:p>
            <a:r>
              <a:rPr lang="en-US">
                <a:ea typeface="Calibri"/>
                <a:cs typeface="Calibri"/>
              </a:rPr>
              <a:t>-great tool to get feedback from persons served and employer partners</a:t>
            </a:r>
          </a:p>
          <a:p>
            <a:r>
              <a:rPr lang="en-US">
                <a:ea typeface="Calibri"/>
                <a:cs typeface="Calibri"/>
              </a:rPr>
              <a:t>-important feedback that should be used to inform strengths and areas that may need support</a:t>
            </a:r>
          </a:p>
          <a:p>
            <a:r>
              <a:rPr lang="en-US">
                <a:ea typeface="Calibri"/>
                <a:cs typeface="Calibri"/>
              </a:rPr>
              <a:t>-positive feedback and success stories can be used to acknowledge the good work and serve as motivation</a:t>
            </a:r>
          </a:p>
          <a:p>
            <a:endParaRPr lang="en-US">
              <a:ea typeface="Calibri"/>
              <a:cs typeface="Calibri"/>
            </a:endParaRPr>
          </a:p>
          <a:p>
            <a:r>
              <a:rPr lang="en-US">
                <a:ea typeface="Calibri"/>
                <a:cs typeface="Calibri"/>
              </a:rPr>
              <a:t>What else? </a:t>
            </a:r>
          </a:p>
        </p:txBody>
      </p:sp>
      <p:sp>
        <p:nvSpPr>
          <p:cNvPr id="4" name="Slide Number Placeholder 3"/>
          <p:cNvSpPr>
            <a:spLocks noGrp="1"/>
          </p:cNvSpPr>
          <p:nvPr>
            <p:ph type="sldNum" sz="quarter" idx="5"/>
          </p:nvPr>
        </p:nvSpPr>
        <p:spPr/>
        <p:txBody>
          <a:bodyPr/>
          <a:lstStyle/>
          <a:p>
            <a:fld id="{CB90D89B-D770-F648-BD56-FFC69AC3D72B}" type="slidenum">
              <a:rPr lang="en-US" smtClean="0"/>
              <a:t>14</a:t>
            </a:fld>
            <a:endParaRPr lang="en-US"/>
          </a:p>
        </p:txBody>
      </p:sp>
    </p:spTree>
    <p:extLst>
      <p:ext uri="{BB962C8B-B14F-4D97-AF65-F5344CB8AC3E}">
        <p14:creationId xmlns:p14="http://schemas.microsoft.com/office/powerpoint/2010/main" val="4206323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ea typeface="Calibri"/>
                <a:cs typeface="Calibri"/>
              </a:rPr>
              <a:t>Poll: Have you implemented any of these from the module--</a:t>
            </a:r>
            <a:r>
              <a:rPr lang="en-US">
                <a:solidFill>
                  <a:srgbClr val="273540"/>
                </a:solidFill>
                <a:highlight>
                  <a:srgbClr val="FFFFFF"/>
                </a:highlight>
              </a:rPr>
              <a:t>List 5 new things you will try to motivate and celebrate the success that staff have in reaching their work goals</a:t>
            </a:r>
            <a:endParaRPr lang="en-US" dirty="0">
              <a:ea typeface="Calibri"/>
              <a:cs typeface="Calibri"/>
            </a:endParaRPr>
          </a:p>
          <a:p>
            <a:endParaRPr lang="en-US">
              <a:cs typeface="Calibri"/>
            </a:endParaRPr>
          </a:p>
          <a:p>
            <a:r>
              <a:rPr lang="en-US">
                <a:cs typeface="Calibri"/>
              </a:rPr>
              <a:t>What do you and/your organization do to acknowledge staff? </a:t>
            </a:r>
            <a:endParaRPr lang="en-US"/>
          </a:p>
          <a:p>
            <a:endParaRPr lang="en-US">
              <a:ea typeface="Calibri"/>
              <a:cs typeface="Calibri"/>
            </a:endParaRPr>
          </a:p>
          <a:p>
            <a:r>
              <a:rPr lang="en-US" b="1">
                <a:ea typeface="Calibri"/>
                <a:cs typeface="Calibri"/>
              </a:rPr>
              <a:t>WHAT</a:t>
            </a:r>
            <a:r>
              <a:rPr lang="en-US">
                <a:ea typeface="Calibri"/>
                <a:cs typeface="Calibri"/>
              </a:rPr>
              <a:t> do you acknowledge????</a:t>
            </a:r>
          </a:p>
          <a:p>
            <a:endParaRPr lang="en-US">
              <a:ea typeface="Calibri"/>
              <a:cs typeface="Calibri"/>
            </a:endParaRPr>
          </a:p>
          <a:p>
            <a:r>
              <a:rPr lang="en-US">
                <a:ea typeface="Calibri"/>
                <a:cs typeface="Calibri"/>
              </a:rPr>
              <a:t>Is there something you are not doing that you could be doing?</a:t>
            </a:r>
          </a:p>
          <a:p>
            <a:endParaRPr lang="en-US">
              <a:ea typeface="Calibri"/>
              <a:cs typeface="Calibri"/>
            </a:endParaRPr>
          </a:p>
          <a:p>
            <a:r>
              <a:rPr lang="en-US">
                <a:ea typeface="Calibri"/>
                <a:cs typeface="Calibri"/>
              </a:rPr>
              <a:t>When is DSP week?  What do you do? </a:t>
            </a:r>
          </a:p>
        </p:txBody>
      </p:sp>
      <p:sp>
        <p:nvSpPr>
          <p:cNvPr id="4" name="Slide Number Placeholder 3"/>
          <p:cNvSpPr>
            <a:spLocks noGrp="1"/>
          </p:cNvSpPr>
          <p:nvPr>
            <p:ph type="sldNum" sz="quarter" idx="5"/>
          </p:nvPr>
        </p:nvSpPr>
        <p:spPr/>
        <p:txBody>
          <a:bodyPr/>
          <a:lstStyle/>
          <a:p>
            <a:fld id="{C81CCF30-75E7-4047-B971-189668F28995}" type="slidenum">
              <a:rPr lang="en-US" smtClean="0"/>
              <a:pPr/>
              <a:t>15</a:t>
            </a:fld>
            <a:endParaRPr lang="en-US"/>
          </a:p>
        </p:txBody>
      </p:sp>
    </p:spTree>
    <p:extLst>
      <p:ext uri="{BB962C8B-B14F-4D97-AF65-F5344CB8AC3E}">
        <p14:creationId xmlns:p14="http://schemas.microsoft.com/office/powerpoint/2010/main" val="2532186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a:t>
            </a:r>
          </a:p>
          <a:p>
            <a:r>
              <a:rPr lang="en-US">
                <a:ea typeface="Calibri"/>
                <a:cs typeface="Calibri"/>
              </a:rPr>
              <a:t>we want to acknowledge the reality. We are in a people business...and where you have people, there will have some conflict. Conflict is not necessarily bad...and some amount of conflict is necessarily in order for us to hear and embrace new ideas...no methods of working together and even to push one another.  But, as managers, if conflict is something that's arising a lot, it's good to be thinking about ways to be aware of what conflicts may arise, and how to address them before they potentially become an issue.</a:t>
            </a:r>
          </a:p>
        </p:txBody>
      </p:sp>
      <p:sp>
        <p:nvSpPr>
          <p:cNvPr id="4" name="Slide Number Placeholder 3"/>
          <p:cNvSpPr>
            <a:spLocks noGrp="1"/>
          </p:cNvSpPr>
          <p:nvPr>
            <p:ph type="sldNum" sz="quarter" idx="5"/>
          </p:nvPr>
        </p:nvSpPr>
        <p:spPr/>
        <p:txBody>
          <a:bodyPr/>
          <a:lstStyle/>
          <a:p>
            <a:fld id="{CB90D89B-D770-F648-BD56-FFC69AC3D72B}" type="slidenum">
              <a:rPr lang="en-US" smtClean="0"/>
              <a:t>16</a:t>
            </a:fld>
            <a:endParaRPr lang="en-US"/>
          </a:p>
        </p:txBody>
      </p:sp>
    </p:spTree>
    <p:extLst>
      <p:ext uri="{BB962C8B-B14F-4D97-AF65-F5344CB8AC3E}">
        <p14:creationId xmlns:p14="http://schemas.microsoft.com/office/powerpoint/2010/main" val="1326212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 </a:t>
            </a:r>
          </a:p>
          <a:p>
            <a:r>
              <a:rPr lang="en-US">
                <a:ea typeface="Calibri"/>
                <a:cs typeface="Calibri"/>
              </a:rPr>
              <a:t>We have a very short video here (less than 4 minutes) and this again is Simon Sinek and he's talking  the importance of NOT avoiding confrontation.  Simon talks about some of the changes in how younger workers in the workforce are choosing to deal with issues and the importance of facing confrontation head on....and we want to do that so we know where people are coming from, so we have a deeper understanding of people's personal motivations....which may be different from your own. To better understand what employees are going to need in order to stay in their jobs and do the work you are asking them to do. That ultimately takes time and takes trust building.....but let's hear how Simon talks about this. </a:t>
            </a:r>
          </a:p>
        </p:txBody>
      </p:sp>
      <p:sp>
        <p:nvSpPr>
          <p:cNvPr id="4" name="Slide Number Placeholder 3"/>
          <p:cNvSpPr>
            <a:spLocks noGrp="1"/>
          </p:cNvSpPr>
          <p:nvPr>
            <p:ph type="sldNum" sz="quarter" idx="5"/>
          </p:nvPr>
        </p:nvSpPr>
        <p:spPr/>
        <p:txBody>
          <a:bodyPr/>
          <a:lstStyle/>
          <a:p>
            <a:fld id="{CB90D89B-D770-F648-BD56-FFC69AC3D72B}" type="slidenum">
              <a:rPr lang="en-US" smtClean="0"/>
              <a:t>17</a:t>
            </a:fld>
            <a:endParaRPr lang="en-US"/>
          </a:p>
        </p:txBody>
      </p:sp>
    </p:spTree>
    <p:extLst>
      <p:ext uri="{BB962C8B-B14F-4D97-AF65-F5344CB8AC3E}">
        <p14:creationId xmlns:p14="http://schemas.microsoft.com/office/powerpoint/2010/main" val="2051515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a typeface="Calibri"/>
                <a:cs typeface="Calibri"/>
              </a:rPr>
              <a:t>Amy: open the breakout rooms </a:t>
            </a:r>
          </a:p>
        </p:txBody>
      </p:sp>
      <p:sp>
        <p:nvSpPr>
          <p:cNvPr id="4" name="Slide Number Placeholder 3"/>
          <p:cNvSpPr>
            <a:spLocks noGrp="1"/>
          </p:cNvSpPr>
          <p:nvPr>
            <p:ph type="sldNum" sz="quarter" idx="5"/>
          </p:nvPr>
        </p:nvSpPr>
        <p:spPr/>
        <p:txBody>
          <a:bodyPr/>
          <a:lstStyle/>
          <a:p>
            <a:fld id="{CB90D89B-D770-F648-BD56-FFC69AC3D72B}" type="slidenum">
              <a:rPr lang="en-US" smtClean="0"/>
              <a:t>18</a:t>
            </a:fld>
            <a:endParaRPr lang="en-US"/>
          </a:p>
        </p:txBody>
      </p:sp>
    </p:spTree>
    <p:extLst>
      <p:ext uri="{BB962C8B-B14F-4D97-AF65-F5344CB8AC3E}">
        <p14:creationId xmlns:p14="http://schemas.microsoft.com/office/powerpoint/2010/main" val="41681874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E314-0EB5-3E76-CFBD-A36C1E83C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EB1ACD-C61F-E726-F786-8C194048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0DBE39-3656-7D9E-C1EF-EC75E7DD6E4B}"/>
              </a:ext>
            </a:extLst>
          </p:cNvPr>
          <p:cNvSpPr>
            <a:spLocks noGrp="1"/>
          </p:cNvSpPr>
          <p:nvPr>
            <p:ph type="dt" sz="half" idx="10"/>
          </p:nvPr>
        </p:nvSpPr>
        <p:spPr>
          <a:xfrm>
            <a:off x="838200" y="6356350"/>
            <a:ext cx="2743200" cy="365125"/>
          </a:xfrm>
          <a:prstGeom prst="rect">
            <a:avLst/>
          </a:prstGeom>
        </p:spPr>
        <p:txBody>
          <a:bodyPr/>
          <a:lstStyle/>
          <a:p>
            <a:fld id="{53BEF823-48A5-43FC-BE03-E79964288B41}" type="datetimeFigureOut">
              <a:rPr lang="en-US" smtClean="0"/>
              <a:t>3/13/2026</a:t>
            </a:fld>
            <a:endParaRPr lang="en-US"/>
          </a:p>
        </p:txBody>
      </p:sp>
      <p:sp>
        <p:nvSpPr>
          <p:cNvPr id="5" name="Footer Placeholder 4">
            <a:extLst>
              <a:ext uri="{FF2B5EF4-FFF2-40B4-BE49-F238E27FC236}">
                <a16:creationId xmlns:a16="http://schemas.microsoft.com/office/drawing/2014/main" id="{4B488711-D6E8-DEF8-17D8-0ADD3B2A36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EC744D-4C10-7EE7-4BE8-C10182DEA3A1}"/>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FD436B64-CE55-59AA-7233-ADD26AB71569}"/>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246653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0760-CE73-55AD-3FC7-4901BE3A9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0A4647-1574-BD61-3C55-60F25F7707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15779-CF89-6520-AED6-65D1FED84CD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3/13/2026</a:t>
            </a:fld>
            <a:endParaRPr lang="en-US"/>
          </a:p>
        </p:txBody>
      </p:sp>
      <p:sp>
        <p:nvSpPr>
          <p:cNvPr id="5" name="Footer Placeholder 4">
            <a:extLst>
              <a:ext uri="{FF2B5EF4-FFF2-40B4-BE49-F238E27FC236}">
                <a16:creationId xmlns:a16="http://schemas.microsoft.com/office/drawing/2014/main" id="{D8F7731F-4BCB-5DE2-04D5-E2A9F0BEA132}"/>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B5F5FA6-52FD-8AD6-05C7-3049208FD356}"/>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8" name="Picture 7">
            <a:extLst>
              <a:ext uri="{FF2B5EF4-FFF2-40B4-BE49-F238E27FC236}">
                <a16:creationId xmlns:a16="http://schemas.microsoft.com/office/drawing/2014/main" id="{4FA3F1FE-E984-3B20-D3C4-684441A4DA35}"/>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8499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B283-D171-269D-AFA1-55AB89B80A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BB1955-E1AB-A77F-DBFD-898BEB452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61B299-70A6-CA15-C347-3EB470D3B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20BE5-B765-6B06-CC08-7BD62EE8789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3/13/2026</a:t>
            </a:fld>
            <a:endParaRPr lang="en-US"/>
          </a:p>
        </p:txBody>
      </p:sp>
      <p:sp>
        <p:nvSpPr>
          <p:cNvPr id="6" name="Footer Placeholder 5">
            <a:extLst>
              <a:ext uri="{FF2B5EF4-FFF2-40B4-BE49-F238E27FC236}">
                <a16:creationId xmlns:a16="http://schemas.microsoft.com/office/drawing/2014/main" id="{D1F78A8F-51E6-C89A-6F75-8D72461BC16E}"/>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7" name="Slide Number Placeholder 6">
            <a:extLst>
              <a:ext uri="{FF2B5EF4-FFF2-40B4-BE49-F238E27FC236}">
                <a16:creationId xmlns:a16="http://schemas.microsoft.com/office/drawing/2014/main" id="{35DA067F-7E9F-381F-9CB3-FD9A26CE369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10AF01B5-FD7D-7FA5-F805-0F2FCF274C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8221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42C1-2CA8-4658-B998-00B9080E4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87D8B-1113-BD3E-6A7E-CD51D393E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A2535-4DC5-035D-6D67-4E4B015B0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A0E81-D1FE-9638-A58A-5A77911B3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26EF0-A42C-04B6-F3B0-BCC3BB5CA6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05D005-8FF8-2F28-1C11-6832C7EF297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3/13/2026</a:t>
            </a:fld>
            <a:endParaRPr lang="en-US"/>
          </a:p>
        </p:txBody>
      </p:sp>
      <p:sp>
        <p:nvSpPr>
          <p:cNvPr id="8" name="Footer Placeholder 7">
            <a:extLst>
              <a:ext uri="{FF2B5EF4-FFF2-40B4-BE49-F238E27FC236}">
                <a16:creationId xmlns:a16="http://schemas.microsoft.com/office/drawing/2014/main" id="{D8B206F2-2C43-E0D6-792F-3278C4675609}"/>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9" name="Slide Number Placeholder 8">
            <a:extLst>
              <a:ext uri="{FF2B5EF4-FFF2-40B4-BE49-F238E27FC236}">
                <a16:creationId xmlns:a16="http://schemas.microsoft.com/office/drawing/2014/main" id="{4D91EB66-DD42-CFCF-72C0-8C92190BF7D9}"/>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11" name="Picture 10">
            <a:extLst>
              <a:ext uri="{FF2B5EF4-FFF2-40B4-BE49-F238E27FC236}">
                <a16:creationId xmlns:a16="http://schemas.microsoft.com/office/drawing/2014/main" id="{E10B9CAD-EF0C-0CB2-EF81-E419B5DA9A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092516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14D7-DFF2-676D-9EB5-488B525CFC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71FE1C-BA44-F269-4382-C3B7EF89290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3/13/2026</a:t>
            </a:fld>
            <a:endParaRPr lang="en-US"/>
          </a:p>
        </p:txBody>
      </p:sp>
      <p:sp>
        <p:nvSpPr>
          <p:cNvPr id="4" name="Footer Placeholder 3">
            <a:extLst>
              <a:ext uri="{FF2B5EF4-FFF2-40B4-BE49-F238E27FC236}">
                <a16:creationId xmlns:a16="http://schemas.microsoft.com/office/drawing/2014/main" id="{3E037DDA-E9D3-B6D3-ADCD-3FFA385AE25D}"/>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5" name="Slide Number Placeholder 4">
            <a:extLst>
              <a:ext uri="{FF2B5EF4-FFF2-40B4-BE49-F238E27FC236}">
                <a16:creationId xmlns:a16="http://schemas.microsoft.com/office/drawing/2014/main" id="{21F35C99-0411-5521-B1E8-B87886B048DA}"/>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a:extLst>
              <a:ext uri="{FF2B5EF4-FFF2-40B4-BE49-F238E27FC236}">
                <a16:creationId xmlns:a16="http://schemas.microsoft.com/office/drawing/2014/main" id="{40FC3ED7-E7E5-D674-8A95-938E8800CA02}"/>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91798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
        <p:cNvGrpSpPr/>
        <p:nvPr/>
      </p:nvGrpSpPr>
      <p:grpSpPr>
        <a:xfrm>
          <a:off x="0" y="0"/>
          <a:ext cx="0" cy="0"/>
          <a:chOff x="0" y="0"/>
          <a:chExt cx="0" cy="0"/>
        </a:xfrm>
      </p:grpSpPr>
      <p:sp>
        <p:nvSpPr>
          <p:cNvPr id="4" name="Rectangle 3">
            <a:extLst>
              <a:ext uri="{FF2B5EF4-FFF2-40B4-BE49-F238E27FC236}">
                <a16:creationId xmlns:a16="http://schemas.microsoft.com/office/drawing/2014/main" id="{C1DF4BD5-3B5F-635C-0AA7-D36104799185}"/>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p:cNvSpPr>
            <a:spLocks noGrp="1"/>
          </p:cNvSpPr>
          <p:nvPr>
            <p:ph type="body" sz="quarter" idx="10"/>
          </p:nvPr>
        </p:nvSpPr>
        <p:spPr>
          <a:xfrm>
            <a:off x="6324602" y="1054100"/>
            <a:ext cx="5562598" cy="4991100"/>
          </a:xfrm>
          <a:prstGeom prst="rect">
            <a:avLst/>
          </a:prstGeom>
        </p:spPr>
        <p:txBody>
          <a:bodyPr>
            <a:normAutofit/>
          </a:bodyPr>
          <a:lstStyle>
            <a:lvl1pPr marL="152396" indent="0">
              <a:spcAft>
                <a:spcPts val="400"/>
              </a:spcAft>
              <a:buFontTx/>
              <a:buNone/>
              <a:defRPr sz="2800">
                <a:latin typeface="Open Sans" panose="020B0606030504020204" pitchFamily="34" charset="0"/>
                <a:ea typeface="Open Sans" panose="020B0606030504020204" pitchFamily="34" charset="0"/>
                <a:cs typeface="Open Sans" panose="020B0606030504020204" pitchFamily="34" charset="0"/>
              </a:defRPr>
            </a:lvl1pPr>
            <a:lvl2pPr marL="685783" indent="-304792">
              <a:spcBef>
                <a:spcPts val="400"/>
              </a:spcBef>
              <a:spcAft>
                <a:spcPts val="400"/>
              </a:spcAft>
              <a:buFont typeface="Arial" charset="0"/>
              <a:buChar char="•"/>
              <a:tabLst/>
              <a:defRPr sz="2800">
                <a:latin typeface="Open Sans" panose="020B0606030504020204" pitchFamily="34" charset="0"/>
                <a:ea typeface="Open Sans" panose="020B0606030504020204" pitchFamily="34" charset="0"/>
                <a:cs typeface="Open Sans" panose="020B0606030504020204" pitchFamily="34" charset="0"/>
              </a:defRPr>
            </a:lvl2pPr>
            <a:lvl3pPr marL="1221287" indent="-383108">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3pPr>
            <a:lvl4pPr marL="1907070" indent="-380990">
              <a:spcBef>
                <a:spcPts val="400"/>
              </a:spcBef>
              <a:spcAft>
                <a:spcPts val="400"/>
              </a:spcAft>
              <a:buSzPct val="100000"/>
              <a:buFont typeface="ArialMT" charset="0"/>
              <a:buChar char="»"/>
              <a:tabLst/>
              <a:defRPr sz="2800">
                <a:latin typeface="Open Sans" panose="020B0606030504020204" pitchFamily="34" charset="0"/>
                <a:ea typeface="Open Sans" panose="020B0606030504020204" pitchFamily="34" charset="0"/>
                <a:cs typeface="Open Sans" panose="020B0606030504020204" pitchFamily="34" charset="0"/>
              </a:defRPr>
            </a:lvl4pPr>
            <a:lvl5pPr marL="2366374" indent="-306910">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5218FECC-B578-CFD9-C7B9-78F9177C1AD6}"/>
              </a:ext>
            </a:extLst>
          </p:cNvPr>
          <p:cNvSpPr>
            <a:spLocks noGrp="1"/>
          </p:cNvSpPr>
          <p:nvPr>
            <p:ph type="pic" sz="quarter" idx="11"/>
          </p:nvPr>
        </p:nvSpPr>
        <p:spPr>
          <a:xfrm>
            <a:off x="0" y="0"/>
            <a:ext cx="5867400" cy="6858000"/>
          </a:xfrm>
        </p:spPr>
        <p:txBody>
          <a:bodyPr/>
          <a:lstStyle/>
          <a:p>
            <a:r>
              <a:rPr lang="en-US"/>
              <a:t>Click icon to add picture</a:t>
            </a:r>
          </a:p>
        </p:txBody>
      </p:sp>
      <p:pic>
        <p:nvPicPr>
          <p:cNvPr id="3" name="Picture 2">
            <a:extLst>
              <a:ext uri="{FF2B5EF4-FFF2-40B4-BE49-F238E27FC236}">
                <a16:creationId xmlns:a16="http://schemas.microsoft.com/office/drawing/2014/main" id="{82A08CF5-3E9F-5B5E-9A0A-3DD222C949FF}"/>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843069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block with full picture block on left">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B46D7986-4560-C024-D635-6E64368AD44A}"/>
              </a:ext>
            </a:extLst>
          </p:cNvPr>
          <p:cNvSpPr>
            <a:spLocks noGrp="1" noChangeAspect="1"/>
          </p:cNvSpPr>
          <p:nvPr>
            <p:ph type="pic" sz="quarter" idx="20"/>
          </p:nvPr>
        </p:nvSpPr>
        <p:spPr>
          <a:xfrm>
            <a:off x="0" y="0"/>
            <a:ext cx="6769419" cy="6858000"/>
          </a:xfrm>
          <a:noFill/>
        </p:spPr>
        <p:txBody>
          <a:bodyPr anchor="ctr" anchorCtr="0">
            <a:normAutofit/>
          </a:bodyPr>
          <a:lstStyle/>
          <a:p>
            <a:r>
              <a:rPr lang="en-US"/>
              <a:t>Click icon to add picture</a:t>
            </a:r>
          </a:p>
        </p:txBody>
      </p:sp>
      <p:sp>
        <p:nvSpPr>
          <p:cNvPr id="6" name="Text Placeholder 2">
            <a:extLst>
              <a:ext uri="{FF2B5EF4-FFF2-40B4-BE49-F238E27FC236}">
                <a16:creationId xmlns:a16="http://schemas.microsoft.com/office/drawing/2014/main" id="{740D7550-10B8-25C8-F5EB-1B7A2C19650F}"/>
              </a:ext>
            </a:extLst>
          </p:cNvPr>
          <p:cNvSpPr>
            <a:spLocks noGrp="1"/>
          </p:cNvSpPr>
          <p:nvPr>
            <p:ph type="body" idx="21"/>
          </p:nvPr>
        </p:nvSpPr>
        <p:spPr>
          <a:xfrm>
            <a:off x="7412547" y="5369794"/>
            <a:ext cx="4182046" cy="392922"/>
          </a:xfrm>
          <a:noFill/>
        </p:spPr>
        <p:txBody>
          <a:bodyPr lIns="0" tIns="0" rIns="0" bIns="0" anchor="ctr">
            <a:normAutofit/>
          </a:bodyPr>
          <a:lstStyle>
            <a:lvl1pPr marL="0" indent="0">
              <a:buNone/>
              <a:defRPr sz="12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D52E4ACD-E01C-7699-66CF-79924E9F2A08}"/>
              </a:ext>
            </a:extLst>
          </p:cNvPr>
          <p:cNvSpPr>
            <a:spLocks noGrp="1"/>
          </p:cNvSpPr>
          <p:nvPr>
            <p:ph type="title"/>
          </p:nvPr>
        </p:nvSpPr>
        <p:spPr>
          <a:xfrm>
            <a:off x="7412547" y="1704848"/>
            <a:ext cx="4182046" cy="2743200"/>
          </a:xfrm>
        </p:spPr>
        <p:txBody>
          <a:bodyPr>
            <a:normAutofit/>
          </a:bodyPr>
          <a:lstStyle>
            <a:lvl1pPr>
              <a:defRPr sz="3600"/>
            </a:lvl1pPr>
          </a:lstStyle>
          <a:p>
            <a:r>
              <a:rPr lang="en-US"/>
              <a:t>Click to edit Master title style</a:t>
            </a:r>
          </a:p>
        </p:txBody>
      </p:sp>
      <p:sp>
        <p:nvSpPr>
          <p:cNvPr id="5" name="Rectangle 4">
            <a:extLst>
              <a:ext uri="{FF2B5EF4-FFF2-40B4-BE49-F238E27FC236}">
                <a16:creationId xmlns:a16="http://schemas.microsoft.com/office/drawing/2014/main" id="{7F06C1AB-C470-CFA3-1ED7-BAA644D97CA8}"/>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0BF51F5-5533-CA7C-BA9E-F558F439A06A}"/>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120412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3/13/2026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225969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BC05-3EE9-18C6-69F1-8618A4CFC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A92E1D-D6F3-3C94-94AA-004EB8B24F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E8801C-5159-EF96-1B67-30FCF4CF1B3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3/13/2026</a:t>
            </a:fld>
            <a:endParaRPr lang="en-US"/>
          </a:p>
        </p:txBody>
      </p:sp>
      <p:sp>
        <p:nvSpPr>
          <p:cNvPr id="5" name="Footer Placeholder 4">
            <a:extLst>
              <a:ext uri="{FF2B5EF4-FFF2-40B4-BE49-F238E27FC236}">
                <a16:creationId xmlns:a16="http://schemas.microsoft.com/office/drawing/2014/main" id="{E9970B42-E5C3-C716-DE05-B27035B93B11}"/>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0537C52-DDB0-E9D2-D508-1D042C3B894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descr="A yellow and white background&#10;&#10;AI-generated content may be incorrect.">
            <a:extLst>
              <a:ext uri="{FF2B5EF4-FFF2-40B4-BE49-F238E27FC236}">
                <a16:creationId xmlns:a16="http://schemas.microsoft.com/office/drawing/2014/main" id="{18580108-B377-73C3-CA9A-C348C4FF55B7}"/>
              </a:ext>
            </a:extLst>
          </p:cNvPr>
          <p:cNvPicPr>
            <a:picLocks noChangeAspect="1"/>
          </p:cNvPicPr>
          <p:nvPr/>
        </p:nvPicPr>
        <p:blipFill>
          <a:blip r:embed="rId2"/>
          <a:stretch>
            <a:fillRect/>
          </a:stretch>
        </p:blipFill>
        <p:spPr>
          <a:xfrm>
            <a:off x="0" y="0"/>
            <a:ext cx="12561797" cy="7083719"/>
          </a:xfrm>
          <a:prstGeom prst="rect">
            <a:avLst/>
          </a:prstGeom>
        </p:spPr>
      </p:pic>
      <p:pic>
        <p:nvPicPr>
          <p:cNvPr id="10" name="Picture 9" descr="A black background with red text&#10;&#10;AI-generated content may be incorrect.">
            <a:extLst>
              <a:ext uri="{FF2B5EF4-FFF2-40B4-BE49-F238E27FC236}">
                <a16:creationId xmlns:a16="http://schemas.microsoft.com/office/drawing/2014/main" id="{38812962-0CCC-177F-8D45-267E8A4E271C}"/>
              </a:ext>
            </a:extLst>
          </p:cNvPr>
          <p:cNvPicPr>
            <a:picLocks noChangeAspect="1"/>
          </p:cNvPicPr>
          <p:nvPr/>
        </p:nvPicPr>
        <p:blipFill>
          <a:blip r:embed="rId3"/>
          <a:stretch>
            <a:fillRect/>
          </a:stretch>
        </p:blipFill>
        <p:spPr>
          <a:xfrm>
            <a:off x="9350829" y="431130"/>
            <a:ext cx="2612571" cy="1293923"/>
          </a:xfrm>
          <a:prstGeom prst="rect">
            <a:avLst/>
          </a:prstGeom>
        </p:spPr>
      </p:pic>
    </p:spTree>
    <p:extLst>
      <p:ext uri="{BB962C8B-B14F-4D97-AF65-F5344CB8AC3E}">
        <p14:creationId xmlns:p14="http://schemas.microsoft.com/office/powerpoint/2010/main" val="403563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3/13/2026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5" name="Picture 4" descr="A yellow and white background&#10;&#10;AI-generated content may be incorrect.">
            <a:extLst>
              <a:ext uri="{FF2B5EF4-FFF2-40B4-BE49-F238E27FC236}">
                <a16:creationId xmlns:a16="http://schemas.microsoft.com/office/drawing/2014/main" id="{01ED2E54-91CD-5365-043C-99B4BB4C83E8}"/>
              </a:ext>
            </a:extLst>
          </p:cNvPr>
          <p:cNvPicPr>
            <a:picLocks noChangeAspect="1"/>
          </p:cNvPicPr>
          <p:nvPr/>
        </p:nvPicPr>
        <p:blipFill>
          <a:blip r:embed="rId2"/>
          <a:srcRect l="9035" t="59729" r="6889"/>
          <a:stretch>
            <a:fillRect/>
          </a:stretch>
        </p:blipFill>
        <p:spPr>
          <a:xfrm rot="21168264">
            <a:off x="-427716" y="-1051066"/>
            <a:ext cx="12635069" cy="3412839"/>
          </a:xfrm>
          <a:prstGeom prst="rect">
            <a:avLst/>
          </a:prstGeom>
        </p:spPr>
      </p:pic>
      <p:pic>
        <p:nvPicPr>
          <p:cNvPr id="6" name="Picture 5" descr="A yellow and white background&#10;&#10;AI-generated content may be incorrect.">
            <a:extLst>
              <a:ext uri="{FF2B5EF4-FFF2-40B4-BE49-F238E27FC236}">
                <a16:creationId xmlns:a16="http://schemas.microsoft.com/office/drawing/2014/main" id="{A7F3C620-552E-4C67-9582-5FAEA956CADD}"/>
              </a:ext>
            </a:extLst>
          </p:cNvPr>
          <p:cNvPicPr>
            <a:picLocks noChangeAspect="1"/>
          </p:cNvPicPr>
          <p:nvPr/>
        </p:nvPicPr>
        <p:blipFill>
          <a:blip r:embed="rId2"/>
          <a:srcRect l="5033" r="10548" b="71670"/>
          <a:stretch>
            <a:fillRect/>
          </a:stretch>
        </p:blipFill>
        <p:spPr>
          <a:xfrm rot="21168264">
            <a:off x="-137042" y="5341669"/>
            <a:ext cx="12686758" cy="2400824"/>
          </a:xfrm>
          <a:prstGeom prst="rect">
            <a:avLst/>
          </a:prstGeom>
        </p:spPr>
      </p:pic>
    </p:spTree>
    <p:extLst>
      <p:ext uri="{BB962C8B-B14F-4D97-AF65-F5344CB8AC3E}">
        <p14:creationId xmlns:p14="http://schemas.microsoft.com/office/powerpoint/2010/main" val="1490817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7ADF6-9144-80FF-84E0-FDE269AB3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647F33-37B0-2FA6-07B7-026A1DE562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3720233"/>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Lst>
  <p:txStyles>
    <p:titleStyle>
      <a:lvl1pPr algn="l" defTabSz="914400" rtl="0" eaLnBrk="1" latinLnBrk="0" hangingPunct="1">
        <a:lnSpc>
          <a:spcPct val="90000"/>
        </a:lnSpc>
        <a:spcBef>
          <a:spcPct val="0"/>
        </a:spcBef>
        <a:buNone/>
        <a:defRPr sz="4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jpe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WL2ad4pG1XI?feature=oembed" TargetMode="Externa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background with red text&#10;&#10;AI-generated content may be incorrect.">
            <a:extLst>
              <a:ext uri="{FF2B5EF4-FFF2-40B4-BE49-F238E27FC236}">
                <a16:creationId xmlns:a16="http://schemas.microsoft.com/office/drawing/2014/main" id="{84C054D1-6A39-3B31-1848-277A1036D3D9}"/>
              </a:ext>
            </a:extLst>
          </p:cNvPr>
          <p:cNvPicPr>
            <a:picLocks noChangeAspect="1"/>
          </p:cNvPicPr>
          <p:nvPr/>
        </p:nvPicPr>
        <p:blipFill>
          <a:blip r:embed="rId2"/>
          <a:stretch>
            <a:fillRect/>
          </a:stretch>
        </p:blipFill>
        <p:spPr>
          <a:xfrm>
            <a:off x="2971798" y="1658083"/>
            <a:ext cx="7151345" cy="3541833"/>
          </a:xfrm>
          <a:prstGeom prst="rect">
            <a:avLst/>
          </a:prstGeom>
        </p:spPr>
      </p:pic>
      <p:pic>
        <p:nvPicPr>
          <p:cNvPr id="9" name="Picture 8">
            <a:extLst>
              <a:ext uri="{FF2B5EF4-FFF2-40B4-BE49-F238E27FC236}">
                <a16:creationId xmlns:a16="http://schemas.microsoft.com/office/drawing/2014/main" id="{099E605A-0F17-6924-B586-B1171892851A}"/>
              </a:ext>
            </a:extLst>
          </p:cNvPr>
          <p:cNvPicPr>
            <a:picLocks noChangeAspect="1"/>
          </p:cNvPicPr>
          <p:nvPr/>
        </p:nvPicPr>
        <p:blipFill>
          <a:blip r:embed="rId3"/>
          <a:stretch>
            <a:fillRect/>
          </a:stretch>
        </p:blipFill>
        <p:spPr>
          <a:xfrm>
            <a:off x="6096000" y="3429000"/>
            <a:ext cx="0" cy="0"/>
          </a:xfrm>
          <a:prstGeom prst="rect">
            <a:avLst/>
          </a:prstGeom>
        </p:spPr>
      </p:pic>
    </p:spTree>
    <p:extLst>
      <p:ext uri="{BB962C8B-B14F-4D97-AF65-F5344CB8AC3E}">
        <p14:creationId xmlns:p14="http://schemas.microsoft.com/office/powerpoint/2010/main" val="3377308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CBFB7-B18A-96C3-A257-3C717DEA0624}"/>
              </a:ext>
            </a:extLst>
          </p:cNvPr>
          <p:cNvSpPr>
            <a:spLocks noGrp="1"/>
          </p:cNvSpPr>
          <p:nvPr>
            <p:ph type="body" idx="1"/>
          </p:nvPr>
        </p:nvSpPr>
        <p:spPr>
          <a:xfrm>
            <a:off x="737100" y="3370288"/>
            <a:ext cx="10515600" cy="678132"/>
          </a:xfrm>
        </p:spPr>
        <p:txBody>
          <a:bodyPr vert="horz" lIns="91440" tIns="45720" rIns="91440" bIns="45720" rtlCol="0" anchor="t">
            <a:normAutofit/>
          </a:bodyPr>
          <a:lstStyle/>
          <a:p>
            <a:r>
              <a:rPr lang="en-US">
                <a:solidFill>
                  <a:schemeClr val="tx1"/>
                </a:solidFill>
                <a:latin typeface="Open Sans Light"/>
                <a:ea typeface="Open Sans Light"/>
                <a:cs typeface="Open Sans Light"/>
              </a:rPr>
              <a:t>Tuesday, April 28, 2026</a:t>
            </a:r>
            <a:endParaRPr lang="en-US">
              <a:solidFill>
                <a:schemeClr val="tx1"/>
              </a:solidFill>
            </a:endParaRPr>
          </a:p>
        </p:txBody>
      </p:sp>
      <p:sp>
        <p:nvSpPr>
          <p:cNvPr id="6" name="Text Placeholder 2">
            <a:extLst>
              <a:ext uri="{FF2B5EF4-FFF2-40B4-BE49-F238E27FC236}">
                <a16:creationId xmlns:a16="http://schemas.microsoft.com/office/drawing/2014/main" id="{3F63ADB6-E5E4-C942-3F69-B79EE8B9C653}"/>
              </a:ext>
            </a:extLst>
          </p:cNvPr>
          <p:cNvSpPr txBox="1">
            <a:spLocks/>
          </p:cNvSpPr>
          <p:nvPr/>
        </p:nvSpPr>
        <p:spPr>
          <a:xfrm>
            <a:off x="7315616" y="5336451"/>
            <a:ext cx="3934068" cy="1263668"/>
          </a:xfrm>
          <a:prstGeom prst="rect">
            <a:avLst/>
          </a:prstGeom>
        </p:spPr>
        <p:txBody>
          <a:bodyPr vert="horz" lIns="91440" tIns="45720" rIns="91440" bIns="45720" rtlCol="0" anchor="t">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a:solidFill>
                  <a:schemeClr val="tx1"/>
                </a:solidFill>
                <a:latin typeface="Open Sans"/>
                <a:ea typeface="Open Sans"/>
                <a:cs typeface="Open Sans"/>
              </a:rPr>
              <a:t>Cassy Beckman</a:t>
            </a:r>
            <a:endParaRPr lang="en-US" b="1">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lang="en-US">
                <a:solidFill>
                  <a:schemeClr val="tx1"/>
                </a:solidFill>
                <a:latin typeface="Open Sans Light"/>
                <a:ea typeface="Open Sans Light"/>
                <a:cs typeface="Open Sans Light"/>
              </a:rPr>
              <a:t>Consultant</a:t>
            </a:r>
          </a:p>
          <a:p>
            <a:r>
              <a:rPr lang="en-US">
                <a:solidFill>
                  <a:schemeClr val="tx1"/>
                </a:solidFill>
                <a:latin typeface="Open Sans Light"/>
                <a:ea typeface="Open Sans Light"/>
                <a:cs typeface="Open Sans Light"/>
              </a:rPr>
              <a:t>Institute on Community Integration</a:t>
            </a:r>
            <a:endParaRPr lang="en-US">
              <a:solidFill>
                <a:schemeClr val="tx1"/>
              </a:solidFill>
            </a:endParaRPr>
          </a:p>
          <a:p>
            <a:r>
              <a:rPr lang="en-US">
                <a:solidFill>
                  <a:schemeClr val="tx1"/>
                </a:solidFill>
                <a:latin typeface="Open Sans Light"/>
                <a:ea typeface="Open Sans Light"/>
                <a:cs typeface="Open Sans Light"/>
              </a:rPr>
              <a:t>University of Minnesota </a:t>
            </a:r>
            <a:endParaRPr lang="en-US">
              <a:solidFill>
                <a:schemeClr val="tx1"/>
              </a:solidFill>
            </a:endParaRPr>
          </a:p>
        </p:txBody>
      </p:sp>
      <p:sp>
        <p:nvSpPr>
          <p:cNvPr id="9" name="Title 1">
            <a:extLst>
              <a:ext uri="{FF2B5EF4-FFF2-40B4-BE49-F238E27FC236}">
                <a16:creationId xmlns:a16="http://schemas.microsoft.com/office/drawing/2014/main" id="{6B1607ED-5973-8F46-01B9-FCB8612FD193}"/>
              </a:ext>
            </a:extLst>
          </p:cNvPr>
          <p:cNvSpPr txBox="1">
            <a:spLocks/>
          </p:cNvSpPr>
          <p:nvPr/>
        </p:nvSpPr>
        <p:spPr>
          <a:xfrm>
            <a:off x="642351" y="1507567"/>
            <a:ext cx="10705099" cy="192143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4400" b="1"/>
              <a:t>Leadership Essentials  for Middle Managers: Guiding Change from Within</a:t>
            </a:r>
            <a:endParaRPr lang="en-US" sz="4400" b="1" i="1"/>
          </a:p>
        </p:txBody>
      </p:sp>
      <p:sp>
        <p:nvSpPr>
          <p:cNvPr id="10" name="TextBox 9">
            <a:extLst>
              <a:ext uri="{FF2B5EF4-FFF2-40B4-BE49-F238E27FC236}">
                <a16:creationId xmlns:a16="http://schemas.microsoft.com/office/drawing/2014/main" id="{AC7EB4EF-87AB-463E-5DE5-DD6C536752C9}"/>
              </a:ext>
            </a:extLst>
          </p:cNvPr>
          <p:cNvSpPr txBox="1"/>
          <p:nvPr/>
        </p:nvSpPr>
        <p:spPr>
          <a:xfrm>
            <a:off x="767626" y="4048420"/>
            <a:ext cx="10257523" cy="1077218"/>
          </a:xfrm>
          <a:prstGeom prst="rect">
            <a:avLst/>
          </a:prstGeom>
          <a:noFill/>
        </p:spPr>
        <p:txBody>
          <a:bodyPr wrap="square" lIns="91440" tIns="45720" rIns="91440" bIns="45720" rtlCol="0" anchor="t">
            <a:spAutoFit/>
          </a:bodyPr>
          <a:lstStyle/>
          <a:p>
            <a:r>
              <a:rPr lang="en-US" sz="3200" i="1"/>
              <a:t>Module #7 Managing Through Change</a:t>
            </a:r>
            <a:endParaRPr lang="en-US" sz="3200"/>
          </a:p>
          <a:p>
            <a:endParaRPr lang="en-US" sz="3200" i="1">
              <a:ea typeface="Calibri"/>
              <a:cs typeface="Calibri"/>
            </a:endParaRPr>
          </a:p>
        </p:txBody>
      </p:sp>
    </p:spTree>
    <p:extLst>
      <p:ext uri="{BB962C8B-B14F-4D97-AF65-F5344CB8AC3E}">
        <p14:creationId xmlns:p14="http://schemas.microsoft.com/office/powerpoint/2010/main" val="102864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A0A93E-20D7-971A-D825-36C684ADB1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6CBF90-796B-27AA-EC84-3FB35AC1B542}"/>
              </a:ext>
            </a:extLst>
          </p:cNvPr>
          <p:cNvSpPr>
            <a:spLocks noGrp="1"/>
          </p:cNvSpPr>
          <p:nvPr>
            <p:ph type="body" sz="quarter" idx="10"/>
          </p:nvPr>
        </p:nvSpPr>
        <p:spPr>
          <a:xfrm>
            <a:off x="1571789" y="3068879"/>
            <a:ext cx="9062631" cy="2459711"/>
          </a:xfrm>
        </p:spPr>
        <p:txBody>
          <a:bodyPr vert="horz" lIns="91440" tIns="45720" rIns="91440" bIns="45720" rtlCol="0" anchor="t">
            <a:normAutofit/>
          </a:bodyPr>
          <a:lstStyle/>
          <a:p>
            <a:pPr marL="151765" algn="ctr"/>
            <a:r>
              <a:rPr lang="en-US" sz="3200">
                <a:solidFill>
                  <a:srgbClr val="242424"/>
                </a:solidFill>
                <a:highlight>
                  <a:srgbClr val="FFFFFF"/>
                </a:highlight>
                <a:latin typeface="Aptos Narrow"/>
                <a:ea typeface="Open Sans"/>
                <a:cs typeface="Open Sans"/>
              </a:rPr>
              <a:t>MTI works with partners across Minnesota’s employment systems to build capacity, improve and align systems, and implement practices to set competitive integrated employment as the standard for Minnesotans with disabilities.</a:t>
            </a:r>
            <a:endParaRPr lang="en-US" sz="3200">
              <a:ea typeface="Open Sans"/>
              <a:cs typeface="Open Sans"/>
            </a:endParaRPr>
          </a:p>
        </p:txBody>
      </p:sp>
      <p:pic>
        <p:nvPicPr>
          <p:cNvPr id="10" name="Picture 9" descr="Logo&#10;&#10;Description automatically generated with medium confidence">
            <a:extLst>
              <a:ext uri="{FF2B5EF4-FFF2-40B4-BE49-F238E27FC236}">
                <a16:creationId xmlns:a16="http://schemas.microsoft.com/office/drawing/2014/main" id="{D4850765-DC48-3E67-5C2F-2A07EEB9C74A}"/>
              </a:ext>
            </a:extLst>
          </p:cNvPr>
          <p:cNvPicPr>
            <a:picLocks noChangeAspect="1"/>
          </p:cNvPicPr>
          <p:nvPr/>
        </p:nvPicPr>
        <p:blipFill>
          <a:blip r:embed="rId2"/>
          <a:stretch>
            <a:fillRect/>
          </a:stretch>
        </p:blipFill>
        <p:spPr>
          <a:xfrm>
            <a:off x="4164121" y="829678"/>
            <a:ext cx="3865301" cy="1861497"/>
          </a:xfrm>
          <a:prstGeom prst="rect">
            <a:avLst/>
          </a:prstGeom>
        </p:spPr>
      </p:pic>
      <p:sp>
        <p:nvSpPr>
          <p:cNvPr id="11" name="Rectangle: Rounded Corners 10">
            <a:extLst>
              <a:ext uri="{FF2B5EF4-FFF2-40B4-BE49-F238E27FC236}">
                <a16:creationId xmlns:a16="http://schemas.microsoft.com/office/drawing/2014/main" id="{0FF77FCB-1474-6C70-C333-B31345E9E125}"/>
              </a:ext>
            </a:extLst>
          </p:cNvPr>
          <p:cNvSpPr/>
          <p:nvPr/>
        </p:nvSpPr>
        <p:spPr>
          <a:xfrm>
            <a:off x="1200478" y="426674"/>
            <a:ext cx="9813903" cy="552992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33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5" name="TextBox 1">
            <a:extLst>
              <a:ext uri="{FF2B5EF4-FFF2-40B4-BE49-F238E27FC236}">
                <a16:creationId xmlns:a16="http://schemas.microsoft.com/office/drawing/2014/main" id="{C54E6779-BD8C-0D69-C859-FBE329E8E760}"/>
              </a:ext>
            </a:extLst>
          </p:cNvPr>
          <p:cNvGraphicFramePr/>
          <p:nvPr/>
        </p:nvGraphicFramePr>
        <p:xfrm>
          <a:off x="717331" y="1066597"/>
          <a:ext cx="10657490" cy="5164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6" name="Arrow: Left 45">
            <a:extLst>
              <a:ext uri="{FF2B5EF4-FFF2-40B4-BE49-F238E27FC236}">
                <a16:creationId xmlns:a16="http://schemas.microsoft.com/office/drawing/2014/main" id="{B0C558F9-150E-2071-5D9F-12C73E91969B}"/>
              </a:ext>
            </a:extLst>
          </p:cNvPr>
          <p:cNvSpPr/>
          <p:nvPr/>
        </p:nvSpPr>
        <p:spPr>
          <a:xfrm>
            <a:off x="9380503" y="4912693"/>
            <a:ext cx="2091624" cy="61439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a:ea typeface="Calibri"/>
                <a:cs typeface="Calibri"/>
              </a:rPr>
              <a:t>We are here!</a:t>
            </a:r>
          </a:p>
        </p:txBody>
      </p:sp>
    </p:spTree>
    <p:extLst>
      <p:ext uri="{BB962C8B-B14F-4D97-AF65-F5344CB8AC3E}">
        <p14:creationId xmlns:p14="http://schemas.microsoft.com/office/powerpoint/2010/main" val="3600260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8CE20-F345-97AD-75B7-D1BC5FD96211}"/>
              </a:ext>
            </a:extLst>
          </p:cNvPr>
          <p:cNvSpPr>
            <a:spLocks noGrp="1"/>
          </p:cNvSpPr>
          <p:nvPr>
            <p:ph type="title"/>
          </p:nvPr>
        </p:nvSpPr>
        <p:spPr>
          <a:xfrm>
            <a:off x="3357056" y="408455"/>
            <a:ext cx="4204222" cy="745629"/>
          </a:xfrm>
        </p:spPr>
        <p:txBody>
          <a:bodyPr vert="horz" lIns="68580" tIns="34290" rIns="68580" bIns="34290" rtlCol="0" anchor="ctr">
            <a:normAutofit/>
          </a:bodyPr>
          <a:lstStyle/>
          <a:p>
            <a:pPr defTabSz="685800"/>
            <a:r>
              <a:rPr lang="en-US" sz="3000" b="1"/>
              <a:t>Learning objectives</a:t>
            </a:r>
          </a:p>
        </p:txBody>
      </p:sp>
      <p:sp>
        <p:nvSpPr>
          <p:cNvPr id="3" name="Content Placeholder 2">
            <a:extLst>
              <a:ext uri="{FF2B5EF4-FFF2-40B4-BE49-F238E27FC236}">
                <a16:creationId xmlns:a16="http://schemas.microsoft.com/office/drawing/2014/main" id="{B73D3C19-312E-5F64-DC84-DACBD1258532}"/>
              </a:ext>
            </a:extLst>
          </p:cNvPr>
          <p:cNvSpPr>
            <a:spLocks noGrp="1"/>
          </p:cNvSpPr>
          <p:nvPr>
            <p:ph sz="half" idx="1"/>
          </p:nvPr>
        </p:nvSpPr>
        <p:spPr>
          <a:xfrm>
            <a:off x="404953" y="1722053"/>
            <a:ext cx="7018555" cy="4268743"/>
          </a:xfrm>
        </p:spPr>
        <p:txBody>
          <a:bodyPr vert="horz" lIns="68580" tIns="34290" rIns="68580" bIns="34290" rtlCol="0" anchor="ctr">
            <a:noAutofit/>
          </a:bodyPr>
          <a:lstStyle/>
          <a:p>
            <a:pPr marL="128270" indent="-171450" defTabSz="685800"/>
            <a:r>
              <a:rPr lang="en-US" sz="2400">
                <a:ea typeface="Calibri"/>
                <a:cs typeface="Calibri"/>
              </a:rPr>
              <a:t>Describe how to structure staff to optimize their skills</a:t>
            </a:r>
            <a:endParaRPr lang="en-US" sz="2400">
              <a:cs typeface="Calibri"/>
            </a:endParaRPr>
          </a:p>
          <a:p>
            <a:pPr marL="128270" indent="-171450" defTabSz="685800"/>
            <a:r>
              <a:rPr lang="en-US" sz="2400">
                <a:cs typeface="Calibri"/>
              </a:rPr>
              <a:t>Describe how to create a professional development plan </a:t>
            </a:r>
          </a:p>
          <a:p>
            <a:pPr marL="128270" indent="-171450" defTabSz="685800"/>
            <a:r>
              <a:rPr lang="en-US" sz="2400">
                <a:cs typeface="Calibri"/>
              </a:rPr>
              <a:t>Describe different supervision styles, tools and methods</a:t>
            </a:r>
          </a:p>
          <a:p>
            <a:pPr marL="128270" indent="-171450" defTabSz="685800"/>
            <a:r>
              <a:rPr lang="en-US" sz="2400">
                <a:cs typeface="Calibri"/>
              </a:rPr>
              <a:t>Describe effective communication practices</a:t>
            </a:r>
          </a:p>
          <a:p>
            <a:pPr marL="128270" indent="-171450" defTabSz="685800"/>
            <a:r>
              <a:rPr lang="en-US" sz="2400">
                <a:cs typeface="Calibri"/>
              </a:rPr>
              <a:t>Identify effective ways to handle conflict </a:t>
            </a:r>
          </a:p>
          <a:p>
            <a:pPr marL="0" indent="-171450" defTabSz="685800"/>
            <a:endParaRPr lang="en-US">
              <a:cs typeface="Calibri" panose="020F0502020204030204"/>
            </a:endParaRPr>
          </a:p>
        </p:txBody>
      </p:sp>
      <p:pic>
        <p:nvPicPr>
          <p:cNvPr id="15" name="Graphic 14" descr="Presentation with Checklist">
            <a:extLst>
              <a:ext uri="{FF2B5EF4-FFF2-40B4-BE49-F238E27FC236}">
                <a16:creationId xmlns:a16="http://schemas.microsoft.com/office/drawing/2014/main" id="{C144FEA8-0019-5A6E-B3E8-3BFB1716196A}"/>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84365" y="1761064"/>
            <a:ext cx="3227347" cy="3227347"/>
          </a:xfrm>
          <a:prstGeom prst="rect">
            <a:avLst/>
          </a:prstGeom>
        </p:spPr>
      </p:pic>
    </p:spTree>
    <p:extLst>
      <p:ext uri="{BB962C8B-B14F-4D97-AF65-F5344CB8AC3E}">
        <p14:creationId xmlns:p14="http://schemas.microsoft.com/office/powerpoint/2010/main" val="2343851615"/>
      </p:ext>
    </p:extLst>
  </p:cSld>
  <p:clrMapOvr>
    <a:masterClrMapping/>
  </p:clrMapOvr>
  <mc:AlternateContent xmlns:mc="http://schemas.openxmlformats.org/markup-compatibility/2006" xmlns:p14="http://schemas.microsoft.com/office/powerpoint/2010/main">
    <mc:Choice Requires="p14">
      <p:transition spd="slow" p14:dur="2000" advTm="25366"/>
    </mc:Choice>
    <mc:Fallback xmlns="">
      <p:transition spd="slow" advTm="2536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2B29-01F2-90D9-155B-1A8FE2846611}"/>
              </a:ext>
            </a:extLst>
          </p:cNvPr>
          <p:cNvSpPr>
            <a:spLocks noGrp="1"/>
          </p:cNvSpPr>
          <p:nvPr>
            <p:ph type="title"/>
          </p:nvPr>
        </p:nvSpPr>
        <p:spPr>
          <a:xfrm>
            <a:off x="46015" y="-221132"/>
            <a:ext cx="10515600" cy="1239838"/>
          </a:xfrm>
        </p:spPr>
        <p:txBody>
          <a:bodyPr/>
          <a:lstStyle/>
          <a:p>
            <a:r>
              <a:rPr lang="en-US" sz="2800">
                <a:latin typeface="Aptos"/>
                <a:ea typeface="Calibri Light" panose="020F0302020204030204"/>
                <a:cs typeface="Calibri Light" panose="020F0302020204030204"/>
              </a:rPr>
              <a:t>In November we discussed: "what was stopping you from being a more effective leader?" </a:t>
            </a:r>
            <a:endParaRPr lang="en-US"/>
          </a:p>
        </p:txBody>
      </p:sp>
      <p:pic>
        <p:nvPicPr>
          <p:cNvPr id="3" name="Picture 2" descr="A black line with dots&#10;&#10;Description automatically generated">
            <a:extLst>
              <a:ext uri="{FF2B5EF4-FFF2-40B4-BE49-F238E27FC236}">
                <a16:creationId xmlns:a16="http://schemas.microsoft.com/office/drawing/2014/main" id="{1F1E2D39-B06A-B3BE-3AB6-5CCE086E0C86}"/>
              </a:ext>
            </a:extLst>
          </p:cNvPr>
          <p:cNvPicPr>
            <a:picLocks noChangeAspect="1"/>
          </p:cNvPicPr>
          <p:nvPr/>
        </p:nvPicPr>
        <p:blipFill>
          <a:blip r:embed="rId3"/>
          <a:stretch>
            <a:fillRect/>
          </a:stretch>
        </p:blipFill>
        <p:spPr>
          <a:xfrm>
            <a:off x="8662825" y="3875940"/>
            <a:ext cx="2921194" cy="1972759"/>
          </a:xfrm>
          <a:prstGeom prst="rect">
            <a:avLst/>
          </a:prstGeom>
        </p:spPr>
      </p:pic>
      <p:graphicFrame>
        <p:nvGraphicFramePr>
          <p:cNvPr id="10" name="TextBox 5">
            <a:extLst>
              <a:ext uri="{FF2B5EF4-FFF2-40B4-BE49-F238E27FC236}">
                <a16:creationId xmlns:a16="http://schemas.microsoft.com/office/drawing/2014/main" id="{E0F021AA-5BC1-739E-1CBA-F47933FE9157}"/>
              </a:ext>
            </a:extLst>
          </p:cNvPr>
          <p:cNvGraphicFramePr/>
          <p:nvPr/>
        </p:nvGraphicFramePr>
        <p:xfrm>
          <a:off x="246998" y="1928509"/>
          <a:ext cx="6104853" cy="44012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Arrow: Right 7">
            <a:extLst>
              <a:ext uri="{FF2B5EF4-FFF2-40B4-BE49-F238E27FC236}">
                <a16:creationId xmlns:a16="http://schemas.microsoft.com/office/drawing/2014/main" id="{0266FD6D-F4BD-6E88-0ACC-F528328D4F41}"/>
              </a:ext>
            </a:extLst>
          </p:cNvPr>
          <p:cNvSpPr/>
          <p:nvPr/>
        </p:nvSpPr>
        <p:spPr>
          <a:xfrm rot="1800000">
            <a:off x="6650930" y="1924175"/>
            <a:ext cx="2720757" cy="1927416"/>
          </a:xfrm>
          <a:prstGeom prst="rightArrow">
            <a:avLst/>
          </a:prstGeom>
          <a:solidFill>
            <a:srgbClr val="8D191B"/>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We want to help you connect the dots</a:t>
            </a:r>
            <a:endParaRPr lang="en-US" sz="2000" b="1">
              <a:cs typeface="Calibri"/>
            </a:endParaRPr>
          </a:p>
        </p:txBody>
      </p:sp>
    </p:spTree>
    <p:extLst>
      <p:ext uri="{BB962C8B-B14F-4D97-AF65-F5344CB8AC3E}">
        <p14:creationId xmlns:p14="http://schemas.microsoft.com/office/powerpoint/2010/main" val="3883594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A0C03-7C85-2643-56CC-2FF38431EBFB}"/>
              </a:ext>
            </a:extLst>
          </p:cNvPr>
          <p:cNvPicPr>
            <a:picLocks noChangeAspect="1"/>
          </p:cNvPicPr>
          <p:nvPr/>
        </p:nvPicPr>
        <p:blipFill rotWithShape="1">
          <a:blip r:embed="rId3"/>
          <a:srcRect t="29671" r="-2" b="-2"/>
          <a:stretch/>
        </p:blipFill>
        <p:spPr>
          <a:xfrm>
            <a:off x="0" y="1183907"/>
            <a:ext cx="7375018" cy="4149454"/>
          </a:xfrm>
          <a:prstGeom prst="rect">
            <a:avLst/>
          </a:prstGeom>
          <a:noFill/>
        </p:spPr>
      </p:pic>
      <p:sp>
        <p:nvSpPr>
          <p:cNvPr id="2" name="Title 1">
            <a:extLst>
              <a:ext uri="{FF2B5EF4-FFF2-40B4-BE49-F238E27FC236}">
                <a16:creationId xmlns:a16="http://schemas.microsoft.com/office/drawing/2014/main" id="{AA343869-1422-EDEC-E7E3-CA0E8B4223F5}"/>
              </a:ext>
            </a:extLst>
          </p:cNvPr>
          <p:cNvSpPr>
            <a:spLocks noGrp="1"/>
          </p:cNvSpPr>
          <p:nvPr>
            <p:ph type="title"/>
          </p:nvPr>
        </p:nvSpPr>
        <p:spPr>
          <a:xfrm>
            <a:off x="7412547" y="1704848"/>
            <a:ext cx="4696034" cy="2743200"/>
          </a:xfrm>
        </p:spPr>
        <p:txBody>
          <a:bodyPr vert="horz" lIns="91440" tIns="45720" rIns="91440" bIns="45720" rtlCol="0" anchor="ctr">
            <a:normAutofit/>
          </a:bodyPr>
          <a:lstStyle/>
          <a:p>
            <a:r>
              <a:rPr lang="en-US" b="1" i="1"/>
              <a:t>Leadership</a:t>
            </a:r>
            <a:r>
              <a:rPr lang="en-US"/>
              <a:t> is about </a:t>
            </a:r>
            <a:br>
              <a:rPr lang="en-US"/>
            </a:br>
            <a:r>
              <a:rPr lang="en-US"/>
              <a:t>connecting the dots....</a:t>
            </a:r>
          </a:p>
        </p:txBody>
      </p:sp>
    </p:spTree>
    <p:extLst>
      <p:ext uri="{BB962C8B-B14F-4D97-AF65-F5344CB8AC3E}">
        <p14:creationId xmlns:p14="http://schemas.microsoft.com/office/powerpoint/2010/main" val="3866583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CCC5C-846A-40B3-0F4C-4BCAA75C7BE4}"/>
              </a:ext>
            </a:extLst>
          </p:cNvPr>
          <p:cNvSpPr>
            <a:spLocks noGrp="1"/>
          </p:cNvSpPr>
          <p:nvPr>
            <p:ph type="ctrTitle"/>
          </p:nvPr>
        </p:nvSpPr>
        <p:spPr>
          <a:xfrm>
            <a:off x="8902148" y="2041442"/>
            <a:ext cx="2744613" cy="2846070"/>
          </a:xfrm>
        </p:spPr>
        <p:txBody>
          <a:bodyPr anchor="ctr">
            <a:normAutofit/>
          </a:bodyPr>
          <a:lstStyle/>
          <a:p>
            <a:pPr algn="l"/>
            <a:r>
              <a:rPr lang="en-US" sz="2900" b="1">
                <a:ea typeface="Calibri Light"/>
                <a:cs typeface="Calibri Light"/>
              </a:rPr>
              <a:t>Management</a:t>
            </a:r>
            <a:r>
              <a:rPr lang="en-US" sz="2900">
                <a:ea typeface="Calibri Light"/>
                <a:cs typeface="Calibri Light"/>
              </a:rPr>
              <a:t>= Getting Things Done Through Other People </a:t>
            </a:r>
            <a:endParaRPr lang="en-US" sz="2900"/>
          </a:p>
        </p:txBody>
      </p:sp>
      <p:pic>
        <p:nvPicPr>
          <p:cNvPr id="13" name="Picture 12" descr="People Discussing">
            <a:extLst>
              <a:ext uri="{FF2B5EF4-FFF2-40B4-BE49-F238E27FC236}">
                <a16:creationId xmlns:a16="http://schemas.microsoft.com/office/drawing/2014/main" id="{FF6254EB-CAD9-708A-0D02-5F0A15D7EF14}"/>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r="6250" b="6250"/>
          <a:stretch/>
        </p:blipFill>
        <p:spPr>
          <a:xfrm>
            <a:off x="545238" y="1324643"/>
            <a:ext cx="7608304" cy="4279669"/>
          </a:xfrm>
          <a:prstGeom prst="rect">
            <a:avLst/>
          </a:prstGeom>
        </p:spPr>
      </p:pic>
    </p:spTree>
    <p:extLst>
      <p:ext uri="{BB962C8B-B14F-4D97-AF65-F5344CB8AC3E}">
        <p14:creationId xmlns:p14="http://schemas.microsoft.com/office/powerpoint/2010/main" val="1683293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69EF5-F094-27E0-1640-1D73CB4D88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BD3636-FDC8-7B4D-6947-B10CB0E184B0}"/>
              </a:ext>
            </a:extLst>
          </p:cNvPr>
          <p:cNvSpPr>
            <a:spLocks noGrp="1"/>
          </p:cNvSpPr>
          <p:nvPr>
            <p:ph sz="half" idx="1"/>
          </p:nvPr>
        </p:nvSpPr>
        <p:spPr/>
        <p:txBody>
          <a:bodyPr vert="horz" lIns="91440" tIns="45720" rIns="91440" bIns="45720" rtlCol="0" anchor="t">
            <a:normAutofit/>
          </a:bodyPr>
          <a:lstStyle/>
          <a:p>
            <a:pPr marL="0" indent="0" algn="ctr">
              <a:buNone/>
            </a:pPr>
            <a:r>
              <a:rPr lang="en-US" b="1">
                <a:latin typeface="Open Sans Light"/>
                <a:ea typeface="Open Sans Light"/>
                <a:cs typeface="Open Sans Light"/>
              </a:rPr>
              <a:t>Staffing</a:t>
            </a:r>
            <a:endParaRPr lang="en-US" b="1"/>
          </a:p>
          <a:p>
            <a:r>
              <a:rPr lang="en-US"/>
              <a:t>Attract &amp; recruit</a:t>
            </a:r>
          </a:p>
          <a:p>
            <a:r>
              <a:rPr lang="en-US"/>
              <a:t>Onboard &amp; train</a:t>
            </a:r>
          </a:p>
          <a:p>
            <a:r>
              <a:rPr lang="en-US"/>
              <a:t>Support &amp; retain </a:t>
            </a:r>
          </a:p>
          <a:p>
            <a:r>
              <a:rPr lang="en-US"/>
              <a:t>Mentor</a:t>
            </a:r>
          </a:p>
          <a:p>
            <a:r>
              <a:rPr lang="en-US"/>
              <a:t>Listen to</a:t>
            </a:r>
          </a:p>
          <a:p>
            <a:r>
              <a:rPr lang="en-US"/>
              <a:t>Guide &amp; inform </a:t>
            </a:r>
          </a:p>
          <a:p>
            <a:r>
              <a:rPr lang="en-US"/>
              <a:t>Offboard </a:t>
            </a:r>
          </a:p>
          <a:p>
            <a:endParaRPr lang="en-US"/>
          </a:p>
        </p:txBody>
      </p:sp>
      <p:sp>
        <p:nvSpPr>
          <p:cNvPr id="4" name="Content Placeholder 3">
            <a:extLst>
              <a:ext uri="{FF2B5EF4-FFF2-40B4-BE49-F238E27FC236}">
                <a16:creationId xmlns:a16="http://schemas.microsoft.com/office/drawing/2014/main" id="{E8782409-A23C-5F91-C1F1-12EEB427233D}"/>
              </a:ext>
            </a:extLst>
          </p:cNvPr>
          <p:cNvSpPr>
            <a:spLocks noGrp="1"/>
          </p:cNvSpPr>
          <p:nvPr>
            <p:ph sz="half" idx="2"/>
          </p:nvPr>
        </p:nvSpPr>
        <p:spPr/>
        <p:txBody>
          <a:bodyPr vert="horz" lIns="91440" tIns="45720" rIns="91440" bIns="45720" rtlCol="0" anchor="t">
            <a:normAutofit/>
          </a:bodyPr>
          <a:lstStyle/>
          <a:p>
            <a:pPr marL="0" indent="0" algn="ctr">
              <a:buNone/>
            </a:pPr>
            <a:r>
              <a:rPr lang="en-US" b="1">
                <a:latin typeface="Open Sans Light"/>
                <a:ea typeface="Open Sans Light"/>
                <a:cs typeface="Open Sans Light"/>
              </a:rPr>
              <a:t>Guiding Stars</a:t>
            </a:r>
            <a:endParaRPr lang="en-US" b="1"/>
          </a:p>
          <a:p>
            <a:r>
              <a:rPr lang="en-US"/>
              <a:t>Competitive integrated employment </a:t>
            </a:r>
          </a:p>
          <a:p>
            <a:r>
              <a:rPr lang="en-US"/>
              <a:t>Integrated &amp; Community-based</a:t>
            </a:r>
          </a:p>
          <a:p>
            <a:r>
              <a:rPr lang="en-US"/>
              <a:t>Person Centered </a:t>
            </a:r>
          </a:p>
          <a:p>
            <a:r>
              <a:rPr lang="en-US"/>
              <a:t>Holistic </a:t>
            </a:r>
          </a:p>
          <a:p>
            <a:r>
              <a:rPr lang="en-US"/>
              <a:t>Community Life Engagement</a:t>
            </a:r>
          </a:p>
          <a:p>
            <a:r>
              <a:rPr lang="en-US"/>
              <a:t>Services vs. Programs </a:t>
            </a:r>
          </a:p>
        </p:txBody>
      </p:sp>
      <p:sp>
        <p:nvSpPr>
          <p:cNvPr id="5" name="Arrow: Right 4">
            <a:extLst>
              <a:ext uri="{FF2B5EF4-FFF2-40B4-BE49-F238E27FC236}">
                <a16:creationId xmlns:a16="http://schemas.microsoft.com/office/drawing/2014/main" id="{2F095A43-E74F-B181-3F4C-FC6CA93E9C37}"/>
              </a:ext>
            </a:extLst>
          </p:cNvPr>
          <p:cNvSpPr/>
          <p:nvPr/>
        </p:nvSpPr>
        <p:spPr>
          <a:xfrm>
            <a:off x="3051574" y="3429163"/>
            <a:ext cx="2955995" cy="1723159"/>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chemeClr val="tx1"/>
                </a:solidFill>
                <a:ea typeface="Calibri"/>
                <a:cs typeface="Calibri"/>
              </a:rPr>
              <a:t>Limited Resources</a:t>
            </a:r>
          </a:p>
          <a:p>
            <a:pPr algn="ctr"/>
            <a:r>
              <a:rPr lang="en-US">
                <a:solidFill>
                  <a:schemeClr val="tx1"/>
                </a:solidFill>
                <a:ea typeface="Calibri"/>
                <a:cs typeface="Calibri"/>
              </a:rPr>
              <a:t>Use Strategically!</a:t>
            </a:r>
          </a:p>
        </p:txBody>
      </p:sp>
    </p:spTree>
    <p:extLst>
      <p:ext uri="{BB962C8B-B14F-4D97-AF65-F5344CB8AC3E}">
        <p14:creationId xmlns:p14="http://schemas.microsoft.com/office/powerpoint/2010/main" val="1570679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304B9-5BC2-7C3B-F465-3386A4FA0C36}"/>
              </a:ext>
            </a:extLst>
          </p:cNvPr>
          <p:cNvSpPr>
            <a:spLocks noGrp="1"/>
          </p:cNvSpPr>
          <p:nvPr>
            <p:ph type="title"/>
          </p:nvPr>
        </p:nvSpPr>
        <p:spPr>
          <a:xfrm>
            <a:off x="1953369" y="238540"/>
            <a:ext cx="8263890" cy="1434415"/>
          </a:xfrm>
        </p:spPr>
        <p:txBody>
          <a:bodyPr anchor="b">
            <a:normAutofit/>
          </a:bodyPr>
          <a:lstStyle/>
          <a:p>
            <a:r>
              <a:rPr lang="en-US" sz="4700" b="1">
                <a:cs typeface="Calibri Light"/>
              </a:rPr>
              <a:t>Supervising Staff</a:t>
            </a:r>
            <a:endParaRPr lang="en-US" sz="4700" b="1"/>
          </a:p>
        </p:txBody>
      </p:sp>
      <p:sp>
        <p:nvSpPr>
          <p:cNvPr id="3" name="Content Placeholder 2">
            <a:extLst>
              <a:ext uri="{FF2B5EF4-FFF2-40B4-BE49-F238E27FC236}">
                <a16:creationId xmlns:a16="http://schemas.microsoft.com/office/drawing/2014/main" id="{829CCA5C-B85A-B5E5-B70B-316A36515F0A}"/>
              </a:ext>
            </a:extLst>
          </p:cNvPr>
          <p:cNvSpPr>
            <a:spLocks noGrp="1"/>
          </p:cNvSpPr>
          <p:nvPr>
            <p:ph idx="1"/>
          </p:nvPr>
        </p:nvSpPr>
        <p:spPr>
          <a:xfrm>
            <a:off x="540294" y="1264029"/>
            <a:ext cx="8011276" cy="4852683"/>
          </a:xfrm>
        </p:spPr>
        <p:txBody>
          <a:bodyPr vert="horz" lIns="91440" tIns="45720" rIns="91440" bIns="45720" rtlCol="0" anchor="t">
            <a:noAutofit/>
          </a:bodyPr>
          <a:lstStyle/>
          <a:p>
            <a:pPr marL="0" indent="0">
              <a:buNone/>
            </a:pPr>
            <a:endParaRPr lang="en-US" sz="1900">
              <a:cs typeface="Calibri"/>
            </a:endParaRPr>
          </a:p>
          <a:p>
            <a:pPr marL="0" indent="0">
              <a:buNone/>
            </a:pPr>
            <a:endParaRPr lang="en-US" sz="1900">
              <a:cs typeface="Calibri"/>
            </a:endParaRPr>
          </a:p>
          <a:p>
            <a:pPr marL="342900" indent="-342900"/>
            <a:r>
              <a:rPr lang="en-US" sz="2800">
                <a:cs typeface="Calibri"/>
              </a:rPr>
              <a:t>Regular 1:1 supervision for brainstorming and problem solving </a:t>
            </a:r>
            <a:endParaRPr lang="en-US" sz="2800">
              <a:ea typeface="Calibri"/>
              <a:cs typeface="Calibri"/>
            </a:endParaRPr>
          </a:p>
          <a:p>
            <a:pPr marL="342900" indent="-342900"/>
            <a:r>
              <a:rPr lang="en-US" sz="2800">
                <a:cs typeface="Calibri"/>
              </a:rPr>
              <a:t>Regular weekly team meetings</a:t>
            </a:r>
            <a:endParaRPr lang="en-US" sz="2800">
              <a:ea typeface="Calibri"/>
              <a:cs typeface="Calibri"/>
            </a:endParaRPr>
          </a:p>
          <a:p>
            <a:pPr marL="342900" indent="-342900"/>
            <a:r>
              <a:rPr lang="en-US" sz="2800">
                <a:cs typeface="Calibri"/>
              </a:rPr>
              <a:t>Daily interaction with staff</a:t>
            </a:r>
            <a:endParaRPr lang="en-US" sz="2800">
              <a:ea typeface="Calibri"/>
              <a:cs typeface="Calibri"/>
            </a:endParaRPr>
          </a:p>
          <a:p>
            <a:pPr marL="342900" indent="-342900"/>
            <a:r>
              <a:rPr lang="en-US" sz="2800">
                <a:cs typeface="Calibri"/>
              </a:rPr>
              <a:t>Assign mentors for new staff</a:t>
            </a:r>
            <a:endParaRPr lang="en-US" sz="2800">
              <a:ea typeface="Calibri"/>
              <a:cs typeface="Calibri"/>
            </a:endParaRPr>
          </a:p>
          <a:p>
            <a:pPr marL="342900" indent="-342900"/>
            <a:r>
              <a:rPr lang="en-US" sz="2800">
                <a:cs typeface="Calibri"/>
              </a:rPr>
              <a:t>At least annual performance reviews with measurable goals (professional development plan)</a:t>
            </a:r>
            <a:endParaRPr lang="en-US" sz="2800">
              <a:ea typeface="Calibri"/>
              <a:cs typeface="Calibri"/>
            </a:endParaRPr>
          </a:p>
          <a:p>
            <a:pPr marL="342900" indent="-342900"/>
            <a:r>
              <a:rPr lang="en-US" sz="2800">
                <a:ea typeface="Calibri"/>
                <a:cs typeface="Calibri"/>
              </a:rPr>
              <a:t>Other</a:t>
            </a:r>
          </a:p>
        </p:txBody>
      </p:sp>
      <p:pic>
        <p:nvPicPr>
          <p:cNvPr id="5" name="Picture 5" descr="Icon&#10;&#10;Description automatically generated">
            <a:extLst>
              <a:ext uri="{FF2B5EF4-FFF2-40B4-BE49-F238E27FC236}">
                <a16:creationId xmlns:a16="http://schemas.microsoft.com/office/drawing/2014/main" id="{F0252D51-C35E-6850-DB5F-E6FE2C864BF1}"/>
              </a:ext>
            </a:extLst>
          </p:cNvPr>
          <p:cNvPicPr>
            <a:picLocks noChangeAspect="1"/>
          </p:cNvPicPr>
          <p:nvPr/>
        </p:nvPicPr>
        <p:blipFill rotWithShape="1">
          <a:blip r:embed="rId3"/>
          <a:srcRect l="21836" r="1373" b="2"/>
          <a:stretch/>
        </p:blipFill>
        <p:spPr>
          <a:xfrm>
            <a:off x="8977271" y="2093976"/>
            <a:ext cx="2538855" cy="3550173"/>
          </a:xfrm>
          <a:prstGeom prst="rect">
            <a:avLst/>
          </a:prstGeom>
        </p:spPr>
      </p:pic>
    </p:spTree>
    <p:extLst>
      <p:ext uri="{BB962C8B-B14F-4D97-AF65-F5344CB8AC3E}">
        <p14:creationId xmlns:p14="http://schemas.microsoft.com/office/powerpoint/2010/main" val="3745089131"/>
      </p:ext>
    </p:extLst>
  </p:cSld>
  <p:clrMapOvr>
    <a:masterClrMapping/>
  </p:clrMapOvr>
  <mc:AlternateContent xmlns:mc="http://schemas.openxmlformats.org/markup-compatibility/2006" xmlns:p14="http://schemas.microsoft.com/office/powerpoint/2010/main">
    <mc:Choice Requires="p14">
      <p:transition spd="slow" p14:dur="2000" advTm="84761"/>
    </mc:Choice>
    <mc:Fallback xmlns="">
      <p:transition spd="slow" advTm="8476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17" descr="Calendar on table">
            <a:extLst>
              <a:ext uri="{FF2B5EF4-FFF2-40B4-BE49-F238E27FC236}">
                <a16:creationId xmlns:a16="http://schemas.microsoft.com/office/drawing/2014/main" id="{F6C7EB28-ED48-EC7D-A94F-BD28DED3FE1E}"/>
              </a:ext>
            </a:extLst>
          </p:cNvPr>
          <p:cNvPicPr>
            <a:picLocks noChangeAspect="1"/>
          </p:cNvPicPr>
          <p:nvPr/>
        </p:nvPicPr>
        <p:blipFill rotWithShape="1">
          <a:blip r:embed="rId3"/>
          <a:srcRect t="-303" r="23298" b="9393"/>
          <a:stretch>
            <a:fillRect/>
          </a:stretch>
        </p:blipFill>
        <p:spPr>
          <a:xfrm>
            <a:off x="4270157" y="0"/>
            <a:ext cx="7920366" cy="6266103"/>
          </a:xfrm>
          <a:prstGeom prst="rect">
            <a:avLst/>
          </a:prstGeom>
        </p:spPr>
      </p:pic>
      <p:sp>
        <p:nvSpPr>
          <p:cNvPr id="2" name="Title 1">
            <a:extLst>
              <a:ext uri="{FF2B5EF4-FFF2-40B4-BE49-F238E27FC236}">
                <a16:creationId xmlns:a16="http://schemas.microsoft.com/office/drawing/2014/main" id="{211CDF7E-0ED3-2F81-6C98-46D9C298F865}"/>
              </a:ext>
            </a:extLst>
          </p:cNvPr>
          <p:cNvSpPr>
            <a:spLocks noGrp="1"/>
          </p:cNvSpPr>
          <p:nvPr>
            <p:ph type="title"/>
          </p:nvPr>
        </p:nvSpPr>
        <p:spPr>
          <a:xfrm>
            <a:off x="477981" y="1122363"/>
            <a:ext cx="4023360" cy="3204134"/>
          </a:xfrm>
        </p:spPr>
        <p:txBody>
          <a:bodyPr vert="horz" lIns="91440" tIns="45720" rIns="91440" bIns="45720" rtlCol="0" anchor="b">
            <a:normAutofit fontScale="90000"/>
          </a:bodyPr>
          <a:lstStyle/>
          <a:p>
            <a:pPr defTabSz="914400"/>
            <a:r>
              <a:rPr lang="en-US" sz="4800"/>
              <a:t>New Staff</a:t>
            </a:r>
            <a:br>
              <a:rPr lang="en-US" sz="4800">
                <a:ea typeface="Calibri Light"/>
                <a:cs typeface="Calibri Light"/>
              </a:rPr>
            </a:br>
            <a:r>
              <a:rPr lang="en-US" sz="4800"/>
              <a:t>Onboarding</a:t>
            </a:r>
            <a:br>
              <a:rPr lang="en-US" sz="4800">
                <a:ea typeface="Calibri Light"/>
                <a:cs typeface="Calibri Light"/>
              </a:rPr>
            </a:br>
            <a:br>
              <a:rPr lang="en-US" sz="4800">
                <a:ea typeface="Calibri Light"/>
                <a:cs typeface="Calibri Light"/>
              </a:rPr>
            </a:br>
            <a:r>
              <a:rPr lang="en-US" sz="4800">
                <a:ea typeface="Calibri Light"/>
                <a:cs typeface="Calibri Light"/>
              </a:rPr>
              <a:t>&amp; Offboarding </a:t>
            </a:r>
          </a:p>
        </p:txBody>
      </p:sp>
    </p:spTree>
    <p:extLst>
      <p:ext uri="{BB962C8B-B14F-4D97-AF65-F5344CB8AC3E}">
        <p14:creationId xmlns:p14="http://schemas.microsoft.com/office/powerpoint/2010/main" val="3609828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E62B7-46CD-2963-A266-D829997E5FA5}"/>
              </a:ext>
            </a:extLst>
          </p:cNvPr>
          <p:cNvSpPr>
            <a:spLocks noGrp="1"/>
          </p:cNvSpPr>
          <p:nvPr>
            <p:ph type="title"/>
          </p:nvPr>
        </p:nvSpPr>
        <p:spPr>
          <a:xfrm>
            <a:off x="383311" y="-101171"/>
            <a:ext cx="5168389" cy="1135737"/>
          </a:xfrm>
        </p:spPr>
        <p:txBody>
          <a:bodyPr>
            <a:normAutofit/>
          </a:bodyPr>
          <a:lstStyle/>
          <a:p>
            <a:r>
              <a:rPr lang="en-US" sz="3100" b="1">
                <a:ea typeface="Calibri Light"/>
                <a:cs typeface="Calibri Light"/>
              </a:rPr>
              <a:t>Managing for Change </a:t>
            </a:r>
            <a:endParaRPr lang="en-US" sz="3100">
              <a:cs typeface="Calibri Light" panose="020F0302020204030204"/>
            </a:endParaRPr>
          </a:p>
        </p:txBody>
      </p:sp>
      <p:sp>
        <p:nvSpPr>
          <p:cNvPr id="3" name="Content Placeholder 2">
            <a:extLst>
              <a:ext uri="{FF2B5EF4-FFF2-40B4-BE49-F238E27FC236}">
                <a16:creationId xmlns:a16="http://schemas.microsoft.com/office/drawing/2014/main" id="{40B87A18-BD65-0C70-E5C5-95785B07B3FF}"/>
              </a:ext>
            </a:extLst>
          </p:cNvPr>
          <p:cNvSpPr>
            <a:spLocks noGrp="1"/>
          </p:cNvSpPr>
          <p:nvPr>
            <p:ph idx="1"/>
          </p:nvPr>
        </p:nvSpPr>
        <p:spPr>
          <a:xfrm>
            <a:off x="383311" y="781713"/>
            <a:ext cx="4958353" cy="1073480"/>
          </a:xfrm>
        </p:spPr>
        <p:txBody>
          <a:bodyPr vert="horz" lIns="91440" tIns="45720" rIns="91440" bIns="45720" rtlCol="0" anchor="t">
            <a:normAutofit/>
          </a:bodyPr>
          <a:lstStyle/>
          <a:p>
            <a:pPr marL="0" indent="0">
              <a:buNone/>
            </a:pPr>
            <a:r>
              <a:rPr lang="en-US">
                <a:ea typeface="Calibri"/>
                <a:cs typeface="Calibri"/>
              </a:rPr>
              <a:t>Most important staff skill- Values!</a:t>
            </a:r>
            <a:endParaRPr lang="en-US"/>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p:txBody>
      </p:sp>
      <p:sp>
        <p:nvSpPr>
          <p:cNvPr id="11" name="TextBox 10">
            <a:extLst>
              <a:ext uri="{FF2B5EF4-FFF2-40B4-BE49-F238E27FC236}">
                <a16:creationId xmlns:a16="http://schemas.microsoft.com/office/drawing/2014/main" id="{3C4B8603-203A-861F-70F6-A0C986FED9AA}"/>
              </a:ext>
            </a:extLst>
          </p:cNvPr>
          <p:cNvSpPr txBox="1"/>
          <p:nvPr/>
        </p:nvSpPr>
        <p:spPr>
          <a:xfrm>
            <a:off x="7210032" y="2385186"/>
            <a:ext cx="26544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1800"/>
          </a:p>
        </p:txBody>
      </p:sp>
      <p:graphicFrame>
        <p:nvGraphicFramePr>
          <p:cNvPr id="12" name="Diagram 12">
            <a:extLst>
              <a:ext uri="{FF2B5EF4-FFF2-40B4-BE49-F238E27FC236}">
                <a16:creationId xmlns:a16="http://schemas.microsoft.com/office/drawing/2014/main" id="{6A85485A-3735-0A5E-AF70-F38A0C45FAE0}"/>
              </a:ext>
            </a:extLst>
          </p:cNvPr>
          <p:cNvGraphicFramePr/>
          <p:nvPr>
            <p:extLst>
              <p:ext uri="{D42A27DB-BD31-4B8C-83A1-F6EECF244321}">
                <p14:modId xmlns:p14="http://schemas.microsoft.com/office/powerpoint/2010/main" val="2700382306"/>
              </p:ext>
            </p:extLst>
          </p:nvPr>
        </p:nvGraphicFramePr>
        <p:xfrm>
          <a:off x="3511805" y="1318453"/>
          <a:ext cx="5168390" cy="43939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4042651"/>
      </p:ext>
    </p:extLst>
  </p:cSld>
  <p:clrMapOvr>
    <a:masterClrMapping/>
  </p:clrMapOvr>
  <mc:AlternateContent xmlns:mc="http://schemas.openxmlformats.org/markup-compatibility/2006" xmlns:p14="http://schemas.microsoft.com/office/powerpoint/2010/main">
    <mc:Choice Requires="p14">
      <p:transition spd="slow" p14:dur="2000" advTm="55980"/>
    </mc:Choice>
    <mc:Fallback xmlns="">
      <p:transition spd="slow" advTm="5598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F885-65B9-655C-E907-4CBCF8F4A746}"/>
              </a:ext>
            </a:extLst>
          </p:cNvPr>
          <p:cNvSpPr>
            <a:spLocks noGrp="1"/>
          </p:cNvSpPr>
          <p:nvPr>
            <p:ph type="title"/>
          </p:nvPr>
        </p:nvSpPr>
        <p:spPr>
          <a:xfrm>
            <a:off x="786385" y="841248"/>
            <a:ext cx="5129600" cy="5340097"/>
          </a:xfrm>
        </p:spPr>
        <p:txBody>
          <a:bodyPr anchor="ctr">
            <a:normAutofit/>
          </a:bodyPr>
          <a:lstStyle/>
          <a:p>
            <a:r>
              <a:rPr lang="en-US" sz="4800">
                <a:ea typeface="Calibri Light"/>
                <a:cs typeface="Calibri Light"/>
              </a:rPr>
              <a:t>How do you </a:t>
            </a:r>
            <a:r>
              <a:rPr lang="en-US" sz="4800" b="1" i="1">
                <a:ea typeface="Calibri Light"/>
                <a:cs typeface="Calibri Light"/>
              </a:rPr>
              <a:t>see</a:t>
            </a:r>
            <a:r>
              <a:rPr lang="en-US" sz="4800">
                <a:ea typeface="Calibri Light"/>
                <a:cs typeface="Calibri Light"/>
              </a:rPr>
              <a:t> and </a:t>
            </a:r>
            <a:r>
              <a:rPr lang="en-US" sz="4800" b="1" i="1">
                <a:ea typeface="Calibri Light"/>
                <a:cs typeface="Calibri Light"/>
              </a:rPr>
              <a:t>monitor</a:t>
            </a:r>
            <a:r>
              <a:rPr lang="en-US" sz="4800">
                <a:ea typeface="Calibri Light"/>
                <a:cs typeface="Calibri Light"/>
              </a:rPr>
              <a:t> the quality of your staff and their </a:t>
            </a:r>
            <a:r>
              <a:rPr lang="en-US" sz="4800">
                <a:solidFill>
                  <a:schemeClr val="bg1"/>
                </a:solidFill>
                <a:ea typeface="Calibri Light"/>
                <a:cs typeface="Calibri Light"/>
              </a:rPr>
              <a:t>work?</a:t>
            </a:r>
            <a:endParaRPr lang="en-US" sz="4800">
              <a:solidFill>
                <a:schemeClr val="bg1"/>
              </a:solidFill>
            </a:endParaRPr>
          </a:p>
        </p:txBody>
      </p:sp>
      <p:graphicFrame>
        <p:nvGraphicFramePr>
          <p:cNvPr id="6" name="Content Placeholder 2">
            <a:extLst>
              <a:ext uri="{FF2B5EF4-FFF2-40B4-BE49-F238E27FC236}">
                <a16:creationId xmlns:a16="http://schemas.microsoft.com/office/drawing/2014/main" id="{C850F8F1-AFE5-2CAB-0D50-63750D398EFD}"/>
              </a:ext>
            </a:extLst>
          </p:cNvPr>
          <p:cNvGraphicFramePr>
            <a:graphicFrameLocks noGrp="1"/>
          </p:cNvGraphicFramePr>
          <p:nvPr>
            <p:ph idx="1"/>
            <p:extLst>
              <p:ext uri="{D42A27DB-BD31-4B8C-83A1-F6EECF244321}">
                <p14:modId xmlns:p14="http://schemas.microsoft.com/office/powerpoint/2010/main" val="3534686825"/>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8263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17D89-3DFC-8390-2CB7-A014739CAFE1}"/>
              </a:ext>
            </a:extLst>
          </p:cNvPr>
          <p:cNvSpPr>
            <a:spLocks noGrp="1"/>
          </p:cNvSpPr>
          <p:nvPr>
            <p:ph type="title"/>
          </p:nvPr>
        </p:nvSpPr>
        <p:spPr>
          <a:xfrm>
            <a:off x="4508639" y="318814"/>
            <a:ext cx="4605336" cy="1323439"/>
          </a:xfrm>
        </p:spPr>
        <p:txBody>
          <a:bodyPr anchor="t">
            <a:normAutofit/>
          </a:bodyPr>
          <a:lstStyle/>
          <a:p>
            <a:r>
              <a:rPr lang="en-US" sz="3500" b="1">
                <a:latin typeface="Open Sans Light"/>
                <a:ea typeface="Open Sans Light"/>
                <a:cs typeface="Calibri Light"/>
              </a:rPr>
              <a:t>Acknowledgment &amp; Recognition </a:t>
            </a:r>
            <a:endParaRPr lang="en-US" sz="3500" b="1">
              <a:latin typeface="Open Sans Light"/>
              <a:ea typeface="Open Sans Light"/>
            </a:endParaRPr>
          </a:p>
        </p:txBody>
      </p:sp>
      <p:sp>
        <p:nvSpPr>
          <p:cNvPr id="3" name="Content Placeholder 2">
            <a:extLst>
              <a:ext uri="{FF2B5EF4-FFF2-40B4-BE49-F238E27FC236}">
                <a16:creationId xmlns:a16="http://schemas.microsoft.com/office/drawing/2014/main" id="{1E594990-2EE6-3664-1C32-F7DEE08BADD3}"/>
              </a:ext>
            </a:extLst>
          </p:cNvPr>
          <p:cNvSpPr>
            <a:spLocks noGrp="1"/>
          </p:cNvSpPr>
          <p:nvPr>
            <p:ph idx="1"/>
          </p:nvPr>
        </p:nvSpPr>
        <p:spPr>
          <a:xfrm>
            <a:off x="5276234" y="1961066"/>
            <a:ext cx="5000079" cy="3719297"/>
          </a:xfrm>
        </p:spPr>
        <p:txBody>
          <a:bodyPr vert="horz" lIns="91440" tIns="45720" rIns="91440" bIns="45720" rtlCol="0" anchor="t">
            <a:normAutofit/>
          </a:bodyPr>
          <a:lstStyle/>
          <a:p>
            <a:pPr marL="0" indent="0">
              <a:buNone/>
            </a:pPr>
            <a:r>
              <a:rPr lang="en-US" sz="1800" b="1">
                <a:latin typeface="Open Sans Light"/>
                <a:ea typeface="Open Sans Light"/>
                <a:cs typeface="Calibri" panose="020F0502020204030204"/>
              </a:rPr>
              <a:t>Reward Results!</a:t>
            </a:r>
          </a:p>
          <a:p>
            <a:r>
              <a:rPr lang="en-US" sz="1800">
                <a:latin typeface="Open Sans Light"/>
                <a:ea typeface="Open Sans Light"/>
                <a:cs typeface="Calibri" panose="020F0502020204030204"/>
              </a:rPr>
              <a:t>Awards, money, parking space, free lunch, cards...what else?</a:t>
            </a:r>
          </a:p>
          <a:p>
            <a:pPr marL="0" indent="0">
              <a:buNone/>
            </a:pPr>
            <a:endParaRPr lang="en-US" sz="1800">
              <a:cs typeface="Calibri" panose="020F0502020204030204"/>
            </a:endParaRPr>
          </a:p>
          <a:p>
            <a:pPr marL="0" indent="0">
              <a:buNone/>
            </a:pPr>
            <a:r>
              <a:rPr lang="en-US" sz="1800" b="1">
                <a:latin typeface="Open Sans Light"/>
                <a:ea typeface="Open Sans Light"/>
                <a:cs typeface="Calibri" panose="020F0502020204030204"/>
              </a:rPr>
              <a:t>Recognize Staff</a:t>
            </a:r>
          </a:p>
          <a:p>
            <a:r>
              <a:rPr lang="en-US" sz="1800">
                <a:latin typeface="Open Sans Light"/>
                <a:ea typeface="Open Sans Light"/>
                <a:cs typeface="Calibri" panose="020F0502020204030204"/>
              </a:rPr>
              <a:t>Internally- internal publications, bulletin boards,...etc.</a:t>
            </a:r>
          </a:p>
          <a:p>
            <a:r>
              <a:rPr lang="en-US" sz="1800">
                <a:latin typeface="Open Sans Light"/>
                <a:ea typeface="Open Sans Light"/>
                <a:cs typeface="Calibri" panose="020F0502020204030204"/>
              </a:rPr>
              <a:t>Externally- website, newsletters, social media, press release</a:t>
            </a:r>
          </a:p>
          <a:p>
            <a:endParaRPr lang="en-US" sz="1800">
              <a:ea typeface="Calibri"/>
              <a:cs typeface="Calibri" panose="020F0502020204030204"/>
            </a:endParaRPr>
          </a:p>
          <a:p>
            <a:r>
              <a:rPr lang="en-US" sz="1800" b="1" i="1" u="sng">
                <a:latin typeface="Open Sans Light"/>
                <a:ea typeface="Calibri"/>
                <a:cs typeface="Calibri" panose="020F0502020204030204"/>
              </a:rPr>
              <a:t>WHAT </a:t>
            </a:r>
            <a:r>
              <a:rPr lang="en-US" sz="1800" u="sng">
                <a:latin typeface="Open Sans Light"/>
                <a:ea typeface="Calibri"/>
                <a:cs typeface="Calibri" panose="020F0502020204030204"/>
              </a:rPr>
              <a:t>are you acknowledging? </a:t>
            </a:r>
          </a:p>
        </p:txBody>
      </p:sp>
      <p:pic>
        <p:nvPicPr>
          <p:cNvPr id="5" name="Picture 5" descr="A picture containing text, metalware, gear&#10;&#10;Description automatically generated">
            <a:extLst>
              <a:ext uri="{FF2B5EF4-FFF2-40B4-BE49-F238E27FC236}">
                <a16:creationId xmlns:a16="http://schemas.microsoft.com/office/drawing/2014/main" id="{52C34FAE-CAF6-C63B-4766-AD5E44C86356}"/>
              </a:ext>
            </a:extLst>
          </p:cNvPr>
          <p:cNvPicPr>
            <a:picLocks noChangeAspect="1"/>
          </p:cNvPicPr>
          <p:nvPr/>
        </p:nvPicPr>
        <p:blipFill rotWithShape="1">
          <a:blip r:embed="rId3"/>
          <a:srcRect l="16111" r="19126" b="2"/>
          <a:stretch/>
        </p:blipFill>
        <p:spPr>
          <a:xfrm>
            <a:off x="1524022" y="10"/>
            <a:ext cx="2934606" cy="5902026"/>
          </a:xfrm>
          <a:custGeom>
            <a:avLst/>
            <a:gdLst/>
            <a:ahLst/>
            <a:cxnLst/>
            <a:rect l="l" t="t" r="r" b="b"/>
            <a:pathLst>
              <a:path w="4546602" h="6858000">
                <a:moveTo>
                  <a:pt x="4221600" y="6662544"/>
                </a:moveTo>
                <a:lnTo>
                  <a:pt x="4210150" y="6683027"/>
                </a:lnTo>
                <a:lnTo>
                  <a:pt x="4207002" y="6702976"/>
                </a:lnTo>
                <a:lnTo>
                  <a:pt x="4207002" y="6702977"/>
                </a:lnTo>
                <a:cubicBezTo>
                  <a:pt x="4207407" y="6716169"/>
                  <a:pt x="4212552" y="6729219"/>
                  <a:pt x="4220838" y="6742553"/>
                </a:cubicBezTo>
                <a:lnTo>
                  <a:pt x="4220839" y="6742555"/>
                </a:lnTo>
                <a:lnTo>
                  <a:pt x="4240316" y="6812062"/>
                </a:lnTo>
                <a:lnTo>
                  <a:pt x="4235543" y="6776800"/>
                </a:lnTo>
                <a:lnTo>
                  <a:pt x="4220839" y="6742555"/>
                </a:lnTo>
                <a:lnTo>
                  <a:pt x="4220838" y="6742552"/>
                </a:lnTo>
                <a:lnTo>
                  <a:pt x="4207002" y="6702976"/>
                </a:lnTo>
                <a:close/>
                <a:moveTo>
                  <a:pt x="4189594" y="6564620"/>
                </a:moveTo>
                <a:lnTo>
                  <a:pt x="4189594" y="6564621"/>
                </a:lnTo>
                <a:cubicBezTo>
                  <a:pt x="4199883" y="6575479"/>
                  <a:pt x="4205977" y="6582147"/>
                  <a:pt x="4212073" y="6588626"/>
                </a:cubicBezTo>
                <a:lnTo>
                  <a:pt x="4228695" y="6625225"/>
                </a:lnTo>
                <a:lnTo>
                  <a:pt x="4221601" y="6662541"/>
                </a:lnTo>
                <a:lnTo>
                  <a:pt x="4221600" y="6662541"/>
                </a:lnTo>
                <a:lnTo>
                  <a:pt x="4221600" y="6662542"/>
                </a:lnTo>
                <a:lnTo>
                  <a:pt x="4221601" y="6662541"/>
                </a:lnTo>
                <a:lnTo>
                  <a:pt x="4228684" y="6645552"/>
                </a:lnTo>
                <a:lnTo>
                  <a:pt x="4228695" y="6625225"/>
                </a:lnTo>
                <a:lnTo>
                  <a:pt x="4228695" y="6625224"/>
                </a:lnTo>
                <a:cubicBezTo>
                  <a:pt x="4226599" y="6611342"/>
                  <a:pt x="4220551" y="6597578"/>
                  <a:pt x="4212073" y="6588625"/>
                </a:cubicBezTo>
                <a:close/>
                <a:moveTo>
                  <a:pt x="4269915" y="6438981"/>
                </a:moveTo>
                <a:lnTo>
                  <a:pt x="4249984" y="6463840"/>
                </a:lnTo>
                <a:lnTo>
                  <a:pt x="4249982" y="6463849"/>
                </a:lnTo>
                <a:lnTo>
                  <a:pt x="4236188" y="6513012"/>
                </a:lnTo>
                <a:lnTo>
                  <a:pt x="4217381" y="6546194"/>
                </a:lnTo>
                <a:lnTo>
                  <a:pt x="4217381" y="6546195"/>
                </a:lnTo>
                <a:lnTo>
                  <a:pt x="4233719" y="6521804"/>
                </a:lnTo>
                <a:lnTo>
                  <a:pt x="4236188" y="6513012"/>
                </a:lnTo>
                <a:lnTo>
                  <a:pt x="4238998" y="6508052"/>
                </a:lnTo>
                <a:lnTo>
                  <a:pt x="4249982" y="6463849"/>
                </a:lnTo>
                <a:lnTo>
                  <a:pt x="4249984" y="6463841"/>
                </a:lnTo>
                <a:cubicBezTo>
                  <a:pt x="4252937" y="6451650"/>
                  <a:pt x="4260413" y="6444077"/>
                  <a:pt x="4269915" y="6438981"/>
                </a:cubicBezTo>
                <a:close/>
                <a:moveTo>
                  <a:pt x="4355914" y="6364769"/>
                </a:moveTo>
                <a:lnTo>
                  <a:pt x="4354607" y="6387910"/>
                </a:lnTo>
                <a:lnTo>
                  <a:pt x="4351952" y="6393385"/>
                </a:lnTo>
                <a:lnTo>
                  <a:pt x="4345189" y="6407332"/>
                </a:lnTo>
                <a:lnTo>
                  <a:pt x="4345189" y="6407333"/>
                </a:lnTo>
                <a:lnTo>
                  <a:pt x="4351952" y="6393385"/>
                </a:lnTo>
                <a:lnTo>
                  <a:pt x="4354608" y="6387910"/>
                </a:lnTo>
                <a:close/>
                <a:moveTo>
                  <a:pt x="4116820" y="4221391"/>
                </a:moveTo>
                <a:lnTo>
                  <a:pt x="4116820" y="4221392"/>
                </a:lnTo>
                <a:cubicBezTo>
                  <a:pt x="4117582" y="4232061"/>
                  <a:pt x="4117772" y="4243873"/>
                  <a:pt x="4122536" y="4253015"/>
                </a:cubicBezTo>
                <a:cubicBezTo>
                  <a:pt x="4134729" y="4277402"/>
                  <a:pt x="4150349" y="4300071"/>
                  <a:pt x="4162352" y="4324646"/>
                </a:cubicBezTo>
                <a:lnTo>
                  <a:pt x="4171306" y="4363891"/>
                </a:lnTo>
                <a:lnTo>
                  <a:pt x="4170544" y="4482004"/>
                </a:lnTo>
                <a:cubicBezTo>
                  <a:pt x="4167876" y="4546776"/>
                  <a:pt x="4167304" y="4612500"/>
                  <a:pt x="4110534" y="4659174"/>
                </a:cubicBezTo>
                <a:cubicBezTo>
                  <a:pt x="4105962" y="4662986"/>
                  <a:pt x="4103294" y="4671176"/>
                  <a:pt x="4102532" y="4677655"/>
                </a:cubicBezTo>
                <a:cubicBezTo>
                  <a:pt x="4098913" y="4707564"/>
                  <a:pt x="4098531" y="4738235"/>
                  <a:pt x="4092625" y="4767764"/>
                </a:cubicBezTo>
                <a:cubicBezTo>
                  <a:pt x="4090244" y="4779575"/>
                  <a:pt x="4089435" y="4790386"/>
                  <a:pt x="4091316" y="4800483"/>
                </a:cubicBezTo>
                <a:lnTo>
                  <a:pt x="4091316" y="4800484"/>
                </a:lnTo>
                <a:cubicBezTo>
                  <a:pt x="4093197" y="4810581"/>
                  <a:pt x="4097770" y="4819964"/>
                  <a:pt x="4106152" y="4828917"/>
                </a:cubicBezTo>
                <a:lnTo>
                  <a:pt x="4128333" y="4863343"/>
                </a:lnTo>
                <a:lnTo>
                  <a:pt x="4135862" y="4889275"/>
                </a:lnTo>
                <a:lnTo>
                  <a:pt x="4134157" y="4912168"/>
                </a:lnTo>
                <a:cubicBezTo>
                  <a:pt x="4132442" y="4919978"/>
                  <a:pt x="4132085" y="4927122"/>
                  <a:pt x="4132755" y="4933805"/>
                </a:cubicBezTo>
                <a:lnTo>
                  <a:pt x="4132755" y="4933806"/>
                </a:lnTo>
                <a:lnTo>
                  <a:pt x="4132757" y="4933810"/>
                </a:lnTo>
                <a:lnTo>
                  <a:pt x="4137514" y="4952673"/>
                </a:lnTo>
                <a:lnTo>
                  <a:pt x="4140307" y="4957453"/>
                </a:lnTo>
                <a:lnTo>
                  <a:pt x="4141585" y="4961456"/>
                </a:lnTo>
                <a:cubicBezTo>
                  <a:pt x="4146096" y="4970097"/>
                  <a:pt x="4151802" y="4978393"/>
                  <a:pt x="4157589" y="4987038"/>
                </a:cubicBezTo>
                <a:cubicBezTo>
                  <a:pt x="4168828" y="5003802"/>
                  <a:pt x="4182926" y="5022853"/>
                  <a:pt x="4184068" y="5041522"/>
                </a:cubicBezTo>
                <a:cubicBezTo>
                  <a:pt x="4184687" y="5052096"/>
                  <a:pt x="4187605" y="5062300"/>
                  <a:pt x="4191284" y="5072376"/>
                </a:cubicBezTo>
                <a:lnTo>
                  <a:pt x="4197188" y="5087444"/>
                </a:lnTo>
                <a:lnTo>
                  <a:pt x="4210215" y="5133220"/>
                </a:lnTo>
                <a:lnTo>
                  <a:pt x="4210217" y="5133225"/>
                </a:lnTo>
                <a:lnTo>
                  <a:pt x="4203501" y="5166113"/>
                </a:lnTo>
                <a:lnTo>
                  <a:pt x="4203501" y="5166114"/>
                </a:lnTo>
                <a:cubicBezTo>
                  <a:pt x="4202739" y="5167638"/>
                  <a:pt x="4203311" y="5169781"/>
                  <a:pt x="4204192" y="5172091"/>
                </a:cubicBezTo>
                <a:lnTo>
                  <a:pt x="4206739" y="5179068"/>
                </a:lnTo>
                <a:lnTo>
                  <a:pt x="4206573" y="5229433"/>
                </a:lnTo>
                <a:lnTo>
                  <a:pt x="4196024" y="5248936"/>
                </a:lnTo>
                <a:lnTo>
                  <a:pt x="4183116" y="5272796"/>
                </a:lnTo>
                <a:cubicBezTo>
                  <a:pt x="4171471" y="5285441"/>
                  <a:pt x="4163765" y="5298595"/>
                  <a:pt x="4159213" y="5312288"/>
                </a:cubicBezTo>
                <a:lnTo>
                  <a:pt x="4158157" y="5321350"/>
                </a:lnTo>
                <a:lnTo>
                  <a:pt x="4155683" y="5326163"/>
                </a:lnTo>
                <a:lnTo>
                  <a:pt x="4154237" y="5355014"/>
                </a:lnTo>
                <a:lnTo>
                  <a:pt x="4154237" y="5355015"/>
                </a:lnTo>
                <a:cubicBezTo>
                  <a:pt x="4154886" y="5364883"/>
                  <a:pt x="4156589" y="5375003"/>
                  <a:pt x="4159113" y="5385385"/>
                </a:cubicBezTo>
                <a:cubicBezTo>
                  <a:pt x="4162352" y="5398722"/>
                  <a:pt x="4164638" y="5412058"/>
                  <a:pt x="4167304" y="5425583"/>
                </a:cubicBezTo>
                <a:cubicBezTo>
                  <a:pt x="4171114" y="5443871"/>
                  <a:pt x="4175116" y="5462352"/>
                  <a:pt x="4178926" y="5480638"/>
                </a:cubicBezTo>
                <a:lnTo>
                  <a:pt x="4183450" y="5507668"/>
                </a:lnTo>
                <a:lnTo>
                  <a:pt x="4172831" y="5531692"/>
                </a:lnTo>
                <a:lnTo>
                  <a:pt x="4172830" y="5531693"/>
                </a:lnTo>
                <a:cubicBezTo>
                  <a:pt x="4165781" y="5537600"/>
                  <a:pt x="4162589" y="5542649"/>
                  <a:pt x="4162685" y="5547578"/>
                </a:cubicBezTo>
                <a:lnTo>
                  <a:pt x="4162685" y="5547579"/>
                </a:lnTo>
                <a:cubicBezTo>
                  <a:pt x="4162780" y="5552508"/>
                  <a:pt x="4166162" y="5557318"/>
                  <a:pt x="4172258" y="5562747"/>
                </a:cubicBezTo>
                <a:cubicBezTo>
                  <a:pt x="4214932" y="5600468"/>
                  <a:pt x="4241603" y="5646190"/>
                  <a:pt x="4243506" y="5704484"/>
                </a:cubicBezTo>
                <a:cubicBezTo>
                  <a:pt x="4243888" y="5716486"/>
                  <a:pt x="4246554" y="5728679"/>
                  <a:pt x="4249412" y="5740489"/>
                </a:cubicBezTo>
                <a:cubicBezTo>
                  <a:pt x="4251127" y="5747729"/>
                  <a:pt x="4253033" y="5756494"/>
                  <a:pt x="4258177" y="5760874"/>
                </a:cubicBezTo>
                <a:cubicBezTo>
                  <a:pt x="4297420" y="5794975"/>
                  <a:pt x="4324663" y="5837458"/>
                  <a:pt x="4346573" y="5883752"/>
                </a:cubicBezTo>
                <a:lnTo>
                  <a:pt x="4346575" y="5883756"/>
                </a:lnTo>
                <a:lnTo>
                  <a:pt x="4364477" y="5935946"/>
                </a:lnTo>
                <a:lnTo>
                  <a:pt x="4364478" y="5935950"/>
                </a:lnTo>
                <a:lnTo>
                  <a:pt x="4360859" y="5993290"/>
                </a:lnTo>
                <a:lnTo>
                  <a:pt x="4360858" y="5993291"/>
                </a:lnTo>
                <a:cubicBezTo>
                  <a:pt x="4359717" y="6004531"/>
                  <a:pt x="4359906" y="6017485"/>
                  <a:pt x="4354382" y="6026440"/>
                </a:cubicBezTo>
                <a:cubicBezTo>
                  <a:pt x="4337045" y="6054825"/>
                  <a:pt x="4318377" y="6082258"/>
                  <a:pt x="4298182" y="6108738"/>
                </a:cubicBezTo>
                <a:cubicBezTo>
                  <a:pt x="4289514" y="6120074"/>
                  <a:pt x="4284561" y="6126884"/>
                  <a:pt x="4284490" y="6133314"/>
                </a:cubicBezTo>
                <a:lnTo>
                  <a:pt x="4284490" y="6133315"/>
                </a:lnTo>
                <a:lnTo>
                  <a:pt x="4288190" y="6143190"/>
                </a:lnTo>
                <a:lnTo>
                  <a:pt x="4300086" y="6155600"/>
                </a:lnTo>
                <a:lnTo>
                  <a:pt x="4300088" y="6155603"/>
                </a:lnTo>
                <a:cubicBezTo>
                  <a:pt x="4322377" y="6175798"/>
                  <a:pt x="4333998" y="6200945"/>
                  <a:pt x="4338759" y="6228757"/>
                </a:cubicBezTo>
                <a:lnTo>
                  <a:pt x="4356096" y="6361540"/>
                </a:lnTo>
                <a:lnTo>
                  <a:pt x="4356096" y="6361539"/>
                </a:lnTo>
                <a:cubicBezTo>
                  <a:pt x="4352476" y="6317151"/>
                  <a:pt x="4346190" y="6272764"/>
                  <a:pt x="4338759" y="6228756"/>
                </a:cubicBezTo>
                <a:cubicBezTo>
                  <a:pt x="4333998" y="6200944"/>
                  <a:pt x="4322377" y="6175797"/>
                  <a:pt x="4300088" y="6155602"/>
                </a:cubicBezTo>
                <a:lnTo>
                  <a:pt x="4300086" y="6155600"/>
                </a:lnTo>
                <a:lnTo>
                  <a:pt x="4284490" y="6133315"/>
                </a:lnTo>
                <a:lnTo>
                  <a:pt x="4298182" y="6108739"/>
                </a:lnTo>
                <a:cubicBezTo>
                  <a:pt x="4318377" y="6082259"/>
                  <a:pt x="4337045" y="6054826"/>
                  <a:pt x="4354382" y="6026441"/>
                </a:cubicBezTo>
                <a:cubicBezTo>
                  <a:pt x="4359906" y="6017486"/>
                  <a:pt x="4359717" y="6004532"/>
                  <a:pt x="4360858" y="5993292"/>
                </a:cubicBezTo>
                <a:lnTo>
                  <a:pt x="4360859" y="5993290"/>
                </a:lnTo>
                <a:lnTo>
                  <a:pt x="4364311" y="5964477"/>
                </a:lnTo>
                <a:lnTo>
                  <a:pt x="4364478" y="5935950"/>
                </a:lnTo>
                <a:lnTo>
                  <a:pt x="4364478" y="5935949"/>
                </a:lnTo>
                <a:lnTo>
                  <a:pt x="4364477" y="5935946"/>
                </a:lnTo>
                <a:lnTo>
                  <a:pt x="4357598" y="5909351"/>
                </a:lnTo>
                <a:lnTo>
                  <a:pt x="4346575" y="5883756"/>
                </a:lnTo>
                <a:lnTo>
                  <a:pt x="4346573" y="5883751"/>
                </a:lnTo>
                <a:cubicBezTo>
                  <a:pt x="4324663" y="5837457"/>
                  <a:pt x="4297420" y="5794974"/>
                  <a:pt x="4258177" y="5760873"/>
                </a:cubicBezTo>
                <a:cubicBezTo>
                  <a:pt x="4253033" y="5756493"/>
                  <a:pt x="4251127" y="5747728"/>
                  <a:pt x="4249412" y="5740488"/>
                </a:cubicBezTo>
                <a:cubicBezTo>
                  <a:pt x="4246554" y="5728678"/>
                  <a:pt x="4243888" y="5716485"/>
                  <a:pt x="4243506" y="5704483"/>
                </a:cubicBezTo>
                <a:cubicBezTo>
                  <a:pt x="4241603" y="5646189"/>
                  <a:pt x="4214932" y="5600467"/>
                  <a:pt x="4172258" y="5562746"/>
                </a:cubicBezTo>
                <a:lnTo>
                  <a:pt x="4162685" y="5547578"/>
                </a:lnTo>
                <a:lnTo>
                  <a:pt x="4172830" y="5531694"/>
                </a:lnTo>
                <a:lnTo>
                  <a:pt x="4172831" y="5531692"/>
                </a:lnTo>
                <a:lnTo>
                  <a:pt x="4181230" y="5520422"/>
                </a:lnTo>
                <a:lnTo>
                  <a:pt x="4183450" y="5507668"/>
                </a:lnTo>
                <a:lnTo>
                  <a:pt x="4183450" y="5507667"/>
                </a:lnTo>
                <a:cubicBezTo>
                  <a:pt x="4183403" y="5498832"/>
                  <a:pt x="4180831" y="5489497"/>
                  <a:pt x="4178926" y="5480637"/>
                </a:cubicBezTo>
                <a:cubicBezTo>
                  <a:pt x="4175116" y="5462351"/>
                  <a:pt x="4171114" y="5443870"/>
                  <a:pt x="4167304" y="5425582"/>
                </a:cubicBezTo>
                <a:cubicBezTo>
                  <a:pt x="4164638" y="5412057"/>
                  <a:pt x="4162352" y="5398721"/>
                  <a:pt x="4159113" y="5385384"/>
                </a:cubicBezTo>
                <a:lnTo>
                  <a:pt x="4154237" y="5355014"/>
                </a:lnTo>
                <a:lnTo>
                  <a:pt x="4158157" y="5321350"/>
                </a:lnTo>
                <a:lnTo>
                  <a:pt x="4183116" y="5272797"/>
                </a:lnTo>
                <a:lnTo>
                  <a:pt x="4196024" y="5248936"/>
                </a:lnTo>
                <a:lnTo>
                  <a:pt x="4206573" y="5229434"/>
                </a:lnTo>
                <a:cubicBezTo>
                  <a:pt x="4210407" y="5213598"/>
                  <a:pt x="4210359" y="5196595"/>
                  <a:pt x="4206739" y="5179068"/>
                </a:cubicBezTo>
                <a:lnTo>
                  <a:pt x="4206739" y="5179067"/>
                </a:lnTo>
                <a:cubicBezTo>
                  <a:pt x="4206263" y="5176876"/>
                  <a:pt x="4205074" y="5174400"/>
                  <a:pt x="4204192" y="5172090"/>
                </a:cubicBezTo>
                <a:lnTo>
                  <a:pt x="4203501" y="5166114"/>
                </a:lnTo>
                <a:lnTo>
                  <a:pt x="4210217" y="5133225"/>
                </a:lnTo>
                <a:lnTo>
                  <a:pt x="4210217" y="5133224"/>
                </a:lnTo>
                <a:lnTo>
                  <a:pt x="4210215" y="5133220"/>
                </a:lnTo>
                <a:lnTo>
                  <a:pt x="4203072" y="5102461"/>
                </a:lnTo>
                <a:lnTo>
                  <a:pt x="4197188" y="5087444"/>
                </a:lnTo>
                <a:lnTo>
                  <a:pt x="4197182" y="5087423"/>
                </a:lnTo>
                <a:cubicBezTo>
                  <a:pt x="4191096" y="5072411"/>
                  <a:pt x="4184997" y="5057381"/>
                  <a:pt x="4184068" y="5041521"/>
                </a:cubicBezTo>
                <a:cubicBezTo>
                  <a:pt x="4182926" y="5022852"/>
                  <a:pt x="4168828" y="5003801"/>
                  <a:pt x="4157589" y="4987037"/>
                </a:cubicBezTo>
                <a:lnTo>
                  <a:pt x="4140307" y="4957453"/>
                </a:lnTo>
                <a:lnTo>
                  <a:pt x="4132757" y="4933810"/>
                </a:lnTo>
                <a:lnTo>
                  <a:pt x="4132755" y="4933805"/>
                </a:lnTo>
                <a:lnTo>
                  <a:pt x="4134157" y="4912169"/>
                </a:lnTo>
                <a:cubicBezTo>
                  <a:pt x="4135919" y="4904359"/>
                  <a:pt x="4136431" y="4896714"/>
                  <a:pt x="4135862" y="4889276"/>
                </a:cubicBezTo>
                <a:lnTo>
                  <a:pt x="4135862" y="4889275"/>
                </a:lnTo>
                <a:lnTo>
                  <a:pt x="4131084" y="4867614"/>
                </a:lnTo>
                <a:lnTo>
                  <a:pt x="4128333" y="4863343"/>
                </a:lnTo>
                <a:lnTo>
                  <a:pt x="4126583" y="4857317"/>
                </a:lnTo>
                <a:cubicBezTo>
                  <a:pt x="4121440" y="4847214"/>
                  <a:pt x="4114439" y="4837703"/>
                  <a:pt x="4106152" y="4828916"/>
                </a:cubicBezTo>
                <a:lnTo>
                  <a:pt x="4091316" y="4800483"/>
                </a:lnTo>
                <a:lnTo>
                  <a:pt x="4092625" y="4767765"/>
                </a:lnTo>
                <a:cubicBezTo>
                  <a:pt x="4098531" y="4738236"/>
                  <a:pt x="4098913" y="4707565"/>
                  <a:pt x="4102532" y="4677656"/>
                </a:cubicBezTo>
                <a:cubicBezTo>
                  <a:pt x="4103294" y="4671177"/>
                  <a:pt x="4105962" y="4662987"/>
                  <a:pt x="4110534" y="4659175"/>
                </a:cubicBezTo>
                <a:cubicBezTo>
                  <a:pt x="4167304" y="4612501"/>
                  <a:pt x="4167876" y="4546777"/>
                  <a:pt x="4170544" y="4482005"/>
                </a:cubicBezTo>
                <a:cubicBezTo>
                  <a:pt x="4172258" y="4442762"/>
                  <a:pt x="4172258" y="4403326"/>
                  <a:pt x="4171306" y="4363891"/>
                </a:cubicBezTo>
                <a:lnTo>
                  <a:pt x="4171306" y="4363890"/>
                </a:lnTo>
                <a:cubicBezTo>
                  <a:pt x="4171114" y="4350554"/>
                  <a:pt x="4168066" y="4336457"/>
                  <a:pt x="4162352" y="4324645"/>
                </a:cubicBezTo>
                <a:cubicBezTo>
                  <a:pt x="4150349" y="4300070"/>
                  <a:pt x="4134729" y="4277401"/>
                  <a:pt x="4122536" y="4253014"/>
                </a:cubicBezTo>
                <a:close/>
                <a:moveTo>
                  <a:pt x="4113010" y="4165383"/>
                </a:moveTo>
                <a:lnTo>
                  <a:pt x="4113010" y="4165384"/>
                </a:lnTo>
                <a:lnTo>
                  <a:pt x="4116915" y="4192388"/>
                </a:lnTo>
                <a:lnTo>
                  <a:pt x="4116915" y="4192387"/>
                </a:lnTo>
                <a:cubicBezTo>
                  <a:pt x="4117011" y="4182767"/>
                  <a:pt x="4116439" y="4173480"/>
                  <a:pt x="4113010" y="4165383"/>
                </a:cubicBezTo>
                <a:close/>
                <a:moveTo>
                  <a:pt x="4100628" y="3885338"/>
                </a:moveTo>
                <a:lnTo>
                  <a:pt x="4100628" y="3885339"/>
                </a:lnTo>
                <a:cubicBezTo>
                  <a:pt x="4110344" y="3897722"/>
                  <a:pt x="4117750" y="3910319"/>
                  <a:pt x="4123009" y="3923125"/>
                </a:cubicBezTo>
                <a:lnTo>
                  <a:pt x="4132513" y="3962160"/>
                </a:lnTo>
                <a:lnTo>
                  <a:pt x="4116821" y="4043838"/>
                </a:lnTo>
                <a:lnTo>
                  <a:pt x="4116820" y="4043839"/>
                </a:lnTo>
                <a:cubicBezTo>
                  <a:pt x="4108057" y="4063842"/>
                  <a:pt x="4102675" y="4083702"/>
                  <a:pt x="4101699" y="4103825"/>
                </a:cubicBezTo>
                <a:lnTo>
                  <a:pt x="4101699" y="4103826"/>
                </a:lnTo>
                <a:lnTo>
                  <a:pt x="4103666" y="4134255"/>
                </a:lnTo>
                <a:lnTo>
                  <a:pt x="4113010" y="4165382"/>
                </a:lnTo>
                <a:lnTo>
                  <a:pt x="4101699" y="4103826"/>
                </a:lnTo>
                <a:lnTo>
                  <a:pt x="4116820" y="4043840"/>
                </a:lnTo>
                <a:lnTo>
                  <a:pt x="4116821" y="4043838"/>
                </a:lnTo>
                <a:lnTo>
                  <a:pt x="4130123" y="4002410"/>
                </a:lnTo>
                <a:lnTo>
                  <a:pt x="4132513" y="3962160"/>
                </a:lnTo>
                <a:lnTo>
                  <a:pt x="4132513" y="3962159"/>
                </a:lnTo>
                <a:cubicBezTo>
                  <a:pt x="4130251" y="3935727"/>
                  <a:pt x="4120060" y="3910104"/>
                  <a:pt x="4100628" y="3885338"/>
                </a:cubicBezTo>
                <a:close/>
                <a:moveTo>
                  <a:pt x="4115391" y="3670561"/>
                </a:moveTo>
                <a:lnTo>
                  <a:pt x="4117820" y="3680164"/>
                </a:lnTo>
                <a:lnTo>
                  <a:pt x="4113772" y="3734837"/>
                </a:lnTo>
                <a:lnTo>
                  <a:pt x="4113772" y="3734838"/>
                </a:lnTo>
                <a:cubicBezTo>
                  <a:pt x="4112820" y="3741316"/>
                  <a:pt x="4111486" y="3749126"/>
                  <a:pt x="4114154" y="3754653"/>
                </a:cubicBezTo>
                <a:lnTo>
                  <a:pt x="4120511" y="3789776"/>
                </a:lnTo>
                <a:lnTo>
                  <a:pt x="4105580" y="3822472"/>
                </a:lnTo>
                <a:cubicBezTo>
                  <a:pt x="4098532" y="3831902"/>
                  <a:pt x="4092912" y="3842046"/>
                  <a:pt x="4091245" y="3852619"/>
                </a:cubicBezTo>
                <a:lnTo>
                  <a:pt x="4091245" y="3852620"/>
                </a:lnTo>
                <a:lnTo>
                  <a:pt x="4092025" y="3868764"/>
                </a:lnTo>
                <a:lnTo>
                  <a:pt x="4100628" y="3885337"/>
                </a:lnTo>
                <a:lnTo>
                  <a:pt x="4091245" y="3852620"/>
                </a:lnTo>
                <a:lnTo>
                  <a:pt x="4105580" y="3822473"/>
                </a:lnTo>
                <a:cubicBezTo>
                  <a:pt x="4113772" y="3811614"/>
                  <a:pt x="4118916" y="3800897"/>
                  <a:pt x="4120511" y="3789777"/>
                </a:cubicBezTo>
                <a:lnTo>
                  <a:pt x="4120511" y="3789776"/>
                </a:lnTo>
                <a:cubicBezTo>
                  <a:pt x="4122107" y="3778655"/>
                  <a:pt x="4120154" y="3767130"/>
                  <a:pt x="4114154" y="3754652"/>
                </a:cubicBezTo>
                <a:lnTo>
                  <a:pt x="4113772" y="3734838"/>
                </a:lnTo>
                <a:lnTo>
                  <a:pt x="4117820" y="3680164"/>
                </a:lnTo>
                <a:lnTo>
                  <a:pt x="4117820" y="3680163"/>
                </a:lnTo>
                <a:close/>
                <a:moveTo>
                  <a:pt x="4185711" y="2836172"/>
                </a:moveTo>
                <a:lnTo>
                  <a:pt x="4177020" y="2848793"/>
                </a:lnTo>
                <a:cubicBezTo>
                  <a:pt x="4172020" y="2865010"/>
                  <a:pt x="4166162" y="2881307"/>
                  <a:pt x="4161416" y="2897785"/>
                </a:cubicBezTo>
                <a:lnTo>
                  <a:pt x="4160387" y="2903551"/>
                </a:lnTo>
                <a:lnTo>
                  <a:pt x="4157113" y="2914328"/>
                </a:lnTo>
                <a:lnTo>
                  <a:pt x="4152482" y="2947859"/>
                </a:lnTo>
                <a:lnTo>
                  <a:pt x="4152481" y="2947862"/>
                </a:lnTo>
                <a:lnTo>
                  <a:pt x="4152481" y="2947863"/>
                </a:lnTo>
                <a:cubicBezTo>
                  <a:pt x="4152112" y="2959157"/>
                  <a:pt x="4153112" y="2970576"/>
                  <a:pt x="4156065" y="2982149"/>
                </a:cubicBezTo>
                <a:lnTo>
                  <a:pt x="4167758" y="3077402"/>
                </a:lnTo>
                <a:lnTo>
                  <a:pt x="4155303" y="3172654"/>
                </a:lnTo>
                <a:cubicBezTo>
                  <a:pt x="4129394" y="3276480"/>
                  <a:pt x="4101962" y="3380305"/>
                  <a:pt x="4107676" y="3489467"/>
                </a:cubicBezTo>
                <a:cubicBezTo>
                  <a:pt x="4108628" y="3507563"/>
                  <a:pt x="4097007" y="3529090"/>
                  <a:pt x="4085577" y="3544713"/>
                </a:cubicBezTo>
                <a:cubicBezTo>
                  <a:pt x="4074719" y="3559668"/>
                  <a:pt x="4068860" y="3566811"/>
                  <a:pt x="4067955" y="3574408"/>
                </a:cubicBezTo>
                <a:lnTo>
                  <a:pt x="4067956" y="3574408"/>
                </a:lnTo>
                <a:lnTo>
                  <a:pt x="4067955" y="3574409"/>
                </a:lnTo>
                <a:cubicBezTo>
                  <a:pt x="4067050" y="3582005"/>
                  <a:pt x="4071099" y="3590054"/>
                  <a:pt x="4080053" y="3606818"/>
                </a:cubicBezTo>
                <a:cubicBezTo>
                  <a:pt x="4084435" y="3614820"/>
                  <a:pt x="4087101" y="3624726"/>
                  <a:pt x="4093579" y="3630633"/>
                </a:cubicBezTo>
                <a:lnTo>
                  <a:pt x="4109452" y="3651926"/>
                </a:lnTo>
                <a:lnTo>
                  <a:pt x="4093579" y="3630632"/>
                </a:lnTo>
                <a:cubicBezTo>
                  <a:pt x="4087101" y="3624725"/>
                  <a:pt x="4084435" y="3614819"/>
                  <a:pt x="4080053" y="3606817"/>
                </a:cubicBezTo>
                <a:cubicBezTo>
                  <a:pt x="4075576" y="3598435"/>
                  <a:pt x="4072325" y="3592232"/>
                  <a:pt x="4070307" y="3587174"/>
                </a:cubicBezTo>
                <a:lnTo>
                  <a:pt x="4067956" y="3574408"/>
                </a:lnTo>
                <a:lnTo>
                  <a:pt x="4073034" y="3562321"/>
                </a:lnTo>
                <a:cubicBezTo>
                  <a:pt x="4075969" y="3557716"/>
                  <a:pt x="4080148" y="3552191"/>
                  <a:pt x="4085577" y="3544714"/>
                </a:cubicBezTo>
                <a:cubicBezTo>
                  <a:pt x="4097007" y="3529091"/>
                  <a:pt x="4108628" y="3507564"/>
                  <a:pt x="4107676" y="3489468"/>
                </a:cubicBezTo>
                <a:cubicBezTo>
                  <a:pt x="4101962" y="3380306"/>
                  <a:pt x="4129394" y="3276481"/>
                  <a:pt x="4155303" y="3172655"/>
                </a:cubicBezTo>
                <a:cubicBezTo>
                  <a:pt x="4163305" y="3140650"/>
                  <a:pt x="4167543" y="3109026"/>
                  <a:pt x="4167758" y="3077402"/>
                </a:cubicBezTo>
                <a:lnTo>
                  <a:pt x="4167758" y="3077401"/>
                </a:lnTo>
                <a:cubicBezTo>
                  <a:pt x="4167972" y="3045777"/>
                  <a:pt x="4164162" y="3014153"/>
                  <a:pt x="4156065" y="2982148"/>
                </a:cubicBezTo>
                <a:lnTo>
                  <a:pt x="4152481" y="2947863"/>
                </a:lnTo>
                <a:lnTo>
                  <a:pt x="4152482" y="2947859"/>
                </a:lnTo>
                <a:lnTo>
                  <a:pt x="4160387" y="2903551"/>
                </a:lnTo>
                <a:lnTo>
                  <a:pt x="4177020" y="2848794"/>
                </a:lnTo>
                <a:cubicBezTo>
                  <a:pt x="4178353" y="2844317"/>
                  <a:pt x="4181639" y="2839983"/>
                  <a:pt x="4185711" y="2836173"/>
                </a:cubicBezTo>
                <a:close/>
                <a:moveTo>
                  <a:pt x="3701225" y="1508458"/>
                </a:moveTo>
                <a:lnTo>
                  <a:pt x="3673131" y="1596214"/>
                </a:lnTo>
                <a:cubicBezTo>
                  <a:pt x="3670654" y="1604979"/>
                  <a:pt x="3672179" y="1615837"/>
                  <a:pt x="3675036" y="1624981"/>
                </a:cubicBezTo>
                <a:cubicBezTo>
                  <a:pt x="3684752" y="1656224"/>
                  <a:pt x="3709137" y="1676037"/>
                  <a:pt x="3731617" y="1697754"/>
                </a:cubicBezTo>
                <a:cubicBezTo>
                  <a:pt x="3741524" y="1707280"/>
                  <a:pt x="3748572" y="1720424"/>
                  <a:pt x="3754286" y="1733189"/>
                </a:cubicBezTo>
                <a:cubicBezTo>
                  <a:pt x="3768957" y="1766336"/>
                  <a:pt x="3782101" y="1800247"/>
                  <a:pt x="3796007" y="1833776"/>
                </a:cubicBezTo>
                <a:cubicBezTo>
                  <a:pt x="3797341" y="1837014"/>
                  <a:pt x="3800770" y="1839680"/>
                  <a:pt x="3803628" y="1842159"/>
                </a:cubicBezTo>
                <a:cubicBezTo>
                  <a:pt x="3833729" y="1866923"/>
                  <a:pt x="3864018" y="1891498"/>
                  <a:pt x="3894119" y="1916455"/>
                </a:cubicBezTo>
                <a:cubicBezTo>
                  <a:pt x="3899833" y="1921217"/>
                  <a:pt x="3904025" y="1928077"/>
                  <a:pt x="3909549" y="1933220"/>
                </a:cubicBezTo>
                <a:cubicBezTo>
                  <a:pt x="3917169" y="1940460"/>
                  <a:pt x="3924410" y="1949604"/>
                  <a:pt x="3933554" y="1953414"/>
                </a:cubicBezTo>
                <a:cubicBezTo>
                  <a:pt x="3962319" y="1965225"/>
                  <a:pt x="3974703" y="1987895"/>
                  <a:pt x="3980037" y="2016470"/>
                </a:cubicBezTo>
                <a:cubicBezTo>
                  <a:pt x="3984990" y="2042571"/>
                  <a:pt x="3989182" y="2068670"/>
                  <a:pt x="3994896" y="2094579"/>
                </a:cubicBezTo>
                <a:cubicBezTo>
                  <a:pt x="4001754" y="2126202"/>
                  <a:pt x="4009184" y="2157637"/>
                  <a:pt x="4017567" y="2188880"/>
                </a:cubicBezTo>
                <a:cubicBezTo>
                  <a:pt x="4021187" y="2202405"/>
                  <a:pt x="4025377" y="2216693"/>
                  <a:pt x="4032807" y="2228315"/>
                </a:cubicBezTo>
                <a:cubicBezTo>
                  <a:pt x="4053382" y="2260891"/>
                  <a:pt x="4067288" y="2295754"/>
                  <a:pt x="4061764" y="2334045"/>
                </a:cubicBezTo>
                <a:cubicBezTo>
                  <a:pt x="4057382" y="2364716"/>
                  <a:pt x="4068622" y="2390435"/>
                  <a:pt x="4086149" y="2409486"/>
                </a:cubicBezTo>
                <a:cubicBezTo>
                  <a:pt x="4094103" y="2418155"/>
                  <a:pt x="4099616" y="2426977"/>
                  <a:pt x="4103250" y="2435913"/>
                </a:cubicBezTo>
                <a:lnTo>
                  <a:pt x="4109081" y="2463018"/>
                </a:lnTo>
                <a:lnTo>
                  <a:pt x="4109080" y="2463031"/>
                </a:lnTo>
                <a:lnTo>
                  <a:pt x="4100439" y="2518262"/>
                </a:lnTo>
                <a:lnTo>
                  <a:pt x="4100438" y="2518264"/>
                </a:lnTo>
                <a:cubicBezTo>
                  <a:pt x="4097771" y="2527790"/>
                  <a:pt x="4096627" y="2536458"/>
                  <a:pt x="4096794" y="2545006"/>
                </a:cubicBezTo>
                <a:lnTo>
                  <a:pt x="4096794" y="2545007"/>
                </a:lnTo>
                <a:cubicBezTo>
                  <a:pt x="4096960" y="2553556"/>
                  <a:pt x="4098437" y="2561986"/>
                  <a:pt x="4101008" y="2571035"/>
                </a:cubicBezTo>
                <a:cubicBezTo>
                  <a:pt x="4113010" y="2612946"/>
                  <a:pt x="4145587" y="2640951"/>
                  <a:pt x="4174162" y="2668002"/>
                </a:cubicBezTo>
                <a:cubicBezTo>
                  <a:pt x="4198547" y="2691055"/>
                  <a:pt x="4212264" y="2716964"/>
                  <a:pt x="4222552" y="2745349"/>
                </a:cubicBezTo>
                <a:lnTo>
                  <a:pt x="4222553" y="2745352"/>
                </a:lnTo>
                <a:lnTo>
                  <a:pt x="4228473" y="2778006"/>
                </a:lnTo>
                <a:lnTo>
                  <a:pt x="4228053" y="2785440"/>
                </a:lnTo>
                <a:lnTo>
                  <a:pt x="4217974" y="2811780"/>
                </a:lnTo>
                <a:lnTo>
                  <a:pt x="4217970" y="2811787"/>
                </a:lnTo>
                <a:lnTo>
                  <a:pt x="4217971" y="2811787"/>
                </a:lnTo>
                <a:lnTo>
                  <a:pt x="4217974" y="2811780"/>
                </a:lnTo>
                <a:lnTo>
                  <a:pt x="4227624" y="2793023"/>
                </a:lnTo>
                <a:lnTo>
                  <a:pt x="4228053" y="2785440"/>
                </a:lnTo>
                <a:lnTo>
                  <a:pt x="4229253" y="2782305"/>
                </a:lnTo>
                <a:lnTo>
                  <a:pt x="4228473" y="2778006"/>
                </a:lnTo>
                <a:lnTo>
                  <a:pt x="4228883" y="2770757"/>
                </a:lnTo>
                <a:lnTo>
                  <a:pt x="4222553" y="2745352"/>
                </a:lnTo>
                <a:lnTo>
                  <a:pt x="4222552" y="2745348"/>
                </a:lnTo>
                <a:cubicBezTo>
                  <a:pt x="4212264" y="2716963"/>
                  <a:pt x="4198547" y="2691054"/>
                  <a:pt x="4174162" y="2668001"/>
                </a:cubicBezTo>
                <a:cubicBezTo>
                  <a:pt x="4145587" y="2640950"/>
                  <a:pt x="4113010" y="2612945"/>
                  <a:pt x="4101008" y="2571034"/>
                </a:cubicBezTo>
                <a:lnTo>
                  <a:pt x="4096794" y="2545007"/>
                </a:lnTo>
                <a:lnTo>
                  <a:pt x="4100438" y="2518265"/>
                </a:lnTo>
                <a:lnTo>
                  <a:pt x="4100439" y="2518262"/>
                </a:lnTo>
                <a:lnTo>
                  <a:pt x="4107019" y="2490551"/>
                </a:lnTo>
                <a:lnTo>
                  <a:pt x="4109080" y="2463031"/>
                </a:lnTo>
                <a:lnTo>
                  <a:pt x="4109082" y="2463019"/>
                </a:lnTo>
                <a:lnTo>
                  <a:pt x="4109081" y="2463018"/>
                </a:lnTo>
                <a:lnTo>
                  <a:pt x="4109082" y="2463018"/>
                </a:lnTo>
                <a:cubicBezTo>
                  <a:pt x="4108200" y="2444777"/>
                  <a:pt x="4102057" y="2426822"/>
                  <a:pt x="4086149" y="2409485"/>
                </a:cubicBezTo>
                <a:cubicBezTo>
                  <a:pt x="4068622" y="2390434"/>
                  <a:pt x="4057382" y="2364715"/>
                  <a:pt x="4061764" y="2334044"/>
                </a:cubicBezTo>
                <a:cubicBezTo>
                  <a:pt x="4067288" y="2295753"/>
                  <a:pt x="4053382" y="2260890"/>
                  <a:pt x="4032807" y="2228314"/>
                </a:cubicBezTo>
                <a:cubicBezTo>
                  <a:pt x="4025377" y="2216692"/>
                  <a:pt x="4021187" y="2202404"/>
                  <a:pt x="4017567" y="2188879"/>
                </a:cubicBezTo>
                <a:cubicBezTo>
                  <a:pt x="4009184" y="2157636"/>
                  <a:pt x="4001754" y="2126201"/>
                  <a:pt x="3994896" y="2094578"/>
                </a:cubicBezTo>
                <a:cubicBezTo>
                  <a:pt x="3989182" y="2068669"/>
                  <a:pt x="3984990" y="2042570"/>
                  <a:pt x="3980037" y="2016469"/>
                </a:cubicBezTo>
                <a:cubicBezTo>
                  <a:pt x="3974703" y="1987894"/>
                  <a:pt x="3962319" y="1965224"/>
                  <a:pt x="3933554" y="1953413"/>
                </a:cubicBezTo>
                <a:cubicBezTo>
                  <a:pt x="3924410" y="1949603"/>
                  <a:pt x="3917169" y="1940459"/>
                  <a:pt x="3909549" y="1933219"/>
                </a:cubicBezTo>
                <a:cubicBezTo>
                  <a:pt x="3904025" y="1928076"/>
                  <a:pt x="3899833" y="1921216"/>
                  <a:pt x="3894119" y="1916454"/>
                </a:cubicBezTo>
                <a:cubicBezTo>
                  <a:pt x="3864018" y="1891497"/>
                  <a:pt x="3833729" y="1866922"/>
                  <a:pt x="3803628" y="1842158"/>
                </a:cubicBezTo>
                <a:cubicBezTo>
                  <a:pt x="3800770" y="1839679"/>
                  <a:pt x="3797341" y="1837013"/>
                  <a:pt x="3796007" y="1833775"/>
                </a:cubicBezTo>
                <a:cubicBezTo>
                  <a:pt x="3782101" y="1800246"/>
                  <a:pt x="3768958" y="1766335"/>
                  <a:pt x="3754286" y="1733188"/>
                </a:cubicBezTo>
                <a:cubicBezTo>
                  <a:pt x="3748572" y="1720423"/>
                  <a:pt x="3741524" y="1707279"/>
                  <a:pt x="3731618" y="1697753"/>
                </a:cubicBezTo>
                <a:cubicBezTo>
                  <a:pt x="3709138" y="1676036"/>
                  <a:pt x="3684752" y="1656223"/>
                  <a:pt x="3675036" y="1624980"/>
                </a:cubicBezTo>
                <a:cubicBezTo>
                  <a:pt x="3672180" y="1615836"/>
                  <a:pt x="3670655" y="1604978"/>
                  <a:pt x="3673132" y="1596213"/>
                </a:cubicBezTo>
                <a:close/>
                <a:moveTo>
                  <a:pt x="3719830" y="1459073"/>
                </a:moveTo>
                <a:lnTo>
                  <a:pt x="3719829" y="1459074"/>
                </a:lnTo>
                <a:lnTo>
                  <a:pt x="3710612" y="1481572"/>
                </a:lnTo>
                <a:close/>
                <a:moveTo>
                  <a:pt x="3739023" y="1268758"/>
                </a:moveTo>
                <a:cubicBezTo>
                  <a:pt x="3739475" y="1275402"/>
                  <a:pt x="3741047" y="1281689"/>
                  <a:pt x="3744190" y="1286070"/>
                </a:cubicBezTo>
                <a:cubicBezTo>
                  <a:pt x="3758763" y="1306930"/>
                  <a:pt x="3765003" y="1328553"/>
                  <a:pt x="3766527" y="1350628"/>
                </a:cubicBezTo>
                <a:lnTo>
                  <a:pt x="3760933" y="1413840"/>
                </a:lnTo>
                <a:lnTo>
                  <a:pt x="3766528" y="1350627"/>
                </a:lnTo>
                <a:cubicBezTo>
                  <a:pt x="3765003" y="1328552"/>
                  <a:pt x="3758764" y="1306930"/>
                  <a:pt x="3744190" y="1286069"/>
                </a:cubicBezTo>
                <a:close/>
                <a:moveTo>
                  <a:pt x="3680752" y="773035"/>
                </a:moveTo>
                <a:lnTo>
                  <a:pt x="3680752" y="773036"/>
                </a:lnTo>
                <a:cubicBezTo>
                  <a:pt x="3683038" y="800277"/>
                  <a:pt x="3686276" y="827330"/>
                  <a:pt x="3688752" y="854380"/>
                </a:cubicBezTo>
                <a:cubicBezTo>
                  <a:pt x="3691038" y="878957"/>
                  <a:pt x="3691800" y="903723"/>
                  <a:pt x="3719805" y="915344"/>
                </a:cubicBezTo>
                <a:cubicBezTo>
                  <a:pt x="3724187" y="917060"/>
                  <a:pt x="3727425" y="922774"/>
                  <a:pt x="3730283" y="927156"/>
                </a:cubicBezTo>
                <a:cubicBezTo>
                  <a:pt x="3774291" y="994786"/>
                  <a:pt x="3773147" y="1030981"/>
                  <a:pt x="3726663" y="1097088"/>
                </a:cubicBezTo>
                <a:cubicBezTo>
                  <a:pt x="3721901" y="1103946"/>
                  <a:pt x="3718471" y="1118614"/>
                  <a:pt x="3722281" y="1123186"/>
                </a:cubicBezTo>
                <a:cubicBezTo>
                  <a:pt x="3738093" y="1142618"/>
                  <a:pt x="3745142" y="1162954"/>
                  <a:pt x="3747000" y="1184029"/>
                </a:cubicBezTo>
                <a:cubicBezTo>
                  <a:pt x="3745142" y="1162954"/>
                  <a:pt x="3738094" y="1142617"/>
                  <a:pt x="3722282" y="1123185"/>
                </a:cubicBezTo>
                <a:cubicBezTo>
                  <a:pt x="3718472" y="1118613"/>
                  <a:pt x="3721902" y="1103945"/>
                  <a:pt x="3726664" y="1097087"/>
                </a:cubicBezTo>
                <a:cubicBezTo>
                  <a:pt x="3773148" y="1030980"/>
                  <a:pt x="3774292" y="994785"/>
                  <a:pt x="3730284" y="927155"/>
                </a:cubicBezTo>
                <a:cubicBezTo>
                  <a:pt x="3727426" y="922773"/>
                  <a:pt x="3724188" y="917059"/>
                  <a:pt x="3719806" y="915343"/>
                </a:cubicBezTo>
                <a:cubicBezTo>
                  <a:pt x="3691800" y="903722"/>
                  <a:pt x="3691038" y="878956"/>
                  <a:pt x="3688752" y="854379"/>
                </a:cubicBezTo>
                <a:close/>
                <a:moveTo>
                  <a:pt x="3736153" y="517851"/>
                </a:moveTo>
                <a:lnTo>
                  <a:pt x="3727235" y="556048"/>
                </a:lnTo>
                <a:cubicBezTo>
                  <a:pt x="3725139" y="564049"/>
                  <a:pt x="3719615" y="572623"/>
                  <a:pt x="3720757" y="580051"/>
                </a:cubicBezTo>
                <a:cubicBezTo>
                  <a:pt x="3724091" y="601579"/>
                  <a:pt x="3721662" y="622201"/>
                  <a:pt x="3717376" y="642538"/>
                </a:cubicBezTo>
                <a:lnTo>
                  <a:pt x="3704853" y="694928"/>
                </a:lnTo>
                <a:lnTo>
                  <a:pt x="3717377" y="642537"/>
                </a:lnTo>
                <a:cubicBezTo>
                  <a:pt x="3721663" y="622201"/>
                  <a:pt x="3724092" y="601578"/>
                  <a:pt x="3720758" y="580050"/>
                </a:cubicBezTo>
                <a:cubicBezTo>
                  <a:pt x="3719616" y="572622"/>
                  <a:pt x="3725140" y="564048"/>
                  <a:pt x="3727236" y="556047"/>
                </a:cubicBezTo>
                <a:close/>
                <a:moveTo>
                  <a:pt x="3749448" y="298169"/>
                </a:moveTo>
                <a:lnTo>
                  <a:pt x="3734666" y="313533"/>
                </a:lnTo>
                <a:lnTo>
                  <a:pt x="3734666" y="313533"/>
                </a:lnTo>
                <a:lnTo>
                  <a:pt x="3734665" y="313534"/>
                </a:lnTo>
                <a:cubicBezTo>
                  <a:pt x="3730473" y="316390"/>
                  <a:pt x="3732759" y="330299"/>
                  <a:pt x="3734093" y="338871"/>
                </a:cubicBezTo>
                <a:lnTo>
                  <a:pt x="3734100" y="338903"/>
                </a:lnTo>
                <a:lnTo>
                  <a:pt x="3744000" y="395640"/>
                </a:lnTo>
                <a:lnTo>
                  <a:pt x="3740190" y="367328"/>
                </a:lnTo>
                <a:lnTo>
                  <a:pt x="3734100" y="338903"/>
                </a:lnTo>
                <a:lnTo>
                  <a:pt x="3734094" y="338870"/>
                </a:lnTo>
                <a:cubicBezTo>
                  <a:pt x="3733427" y="334584"/>
                  <a:pt x="3732522" y="328964"/>
                  <a:pt x="3732308" y="324058"/>
                </a:cubicBezTo>
                <a:lnTo>
                  <a:pt x="3734666" y="313533"/>
                </a:lnTo>
                <a:close/>
                <a:moveTo>
                  <a:pt x="3756993" y="281568"/>
                </a:moveTo>
                <a:lnTo>
                  <a:pt x="3752098" y="295415"/>
                </a:lnTo>
                <a:lnTo>
                  <a:pt x="3752099" y="295415"/>
                </a:lnTo>
                <a:close/>
                <a:moveTo>
                  <a:pt x="3743673" y="24486"/>
                </a:moveTo>
                <a:lnTo>
                  <a:pt x="3741410" y="74129"/>
                </a:lnTo>
                <a:cubicBezTo>
                  <a:pt x="3742333" y="91492"/>
                  <a:pt x="3744643" y="108703"/>
                  <a:pt x="3747334" y="125861"/>
                </a:cubicBezTo>
                <a:lnTo>
                  <a:pt x="3751729" y="153388"/>
                </a:lnTo>
                <a:lnTo>
                  <a:pt x="3760002" y="228944"/>
                </a:lnTo>
                <a:lnTo>
                  <a:pt x="3755543" y="177271"/>
                </a:lnTo>
                <a:lnTo>
                  <a:pt x="3751729" y="153388"/>
                </a:lnTo>
                <a:lnTo>
                  <a:pt x="3751530" y="151569"/>
                </a:lnTo>
                <a:cubicBezTo>
                  <a:pt x="3747300" y="125876"/>
                  <a:pt x="3742795" y="100174"/>
                  <a:pt x="3741411" y="74129"/>
                </a:cubicBezTo>
                <a:close/>
                <a:moveTo>
                  <a:pt x="3741092" y="0"/>
                </a:moveTo>
                <a:lnTo>
                  <a:pt x="4205201" y="0"/>
                </a:lnTo>
                <a:lnTo>
                  <a:pt x="4204073" y="2817"/>
                </a:lnTo>
                <a:cubicBezTo>
                  <a:pt x="4195691" y="21486"/>
                  <a:pt x="4193023" y="43012"/>
                  <a:pt x="4189974" y="63587"/>
                </a:cubicBezTo>
                <a:cubicBezTo>
                  <a:pt x="4184450" y="101308"/>
                  <a:pt x="4181020" y="139219"/>
                  <a:pt x="4176068" y="176939"/>
                </a:cubicBezTo>
                <a:cubicBezTo>
                  <a:pt x="4174924" y="184941"/>
                  <a:pt x="4172830" y="194085"/>
                  <a:pt x="4168066" y="200182"/>
                </a:cubicBezTo>
                <a:cubicBezTo>
                  <a:pt x="4136061" y="241901"/>
                  <a:pt x="4127108" y="292579"/>
                  <a:pt x="4130154" y="340774"/>
                </a:cubicBezTo>
                <a:cubicBezTo>
                  <a:pt x="4132443" y="378686"/>
                  <a:pt x="4134157" y="415835"/>
                  <a:pt x="4130919" y="453364"/>
                </a:cubicBezTo>
                <a:cubicBezTo>
                  <a:pt x="4130727" y="456222"/>
                  <a:pt x="4131109" y="460032"/>
                  <a:pt x="4132633" y="462126"/>
                </a:cubicBezTo>
                <a:cubicBezTo>
                  <a:pt x="4142729" y="475081"/>
                  <a:pt x="4143491" y="488607"/>
                  <a:pt x="4145205" y="505182"/>
                </a:cubicBezTo>
                <a:cubicBezTo>
                  <a:pt x="4147683" y="528615"/>
                  <a:pt x="4145967" y="550141"/>
                  <a:pt x="4141777" y="571860"/>
                </a:cubicBezTo>
                <a:cubicBezTo>
                  <a:pt x="4138729" y="587672"/>
                  <a:pt x="4132443" y="603673"/>
                  <a:pt x="4124440" y="617772"/>
                </a:cubicBezTo>
                <a:cubicBezTo>
                  <a:pt x="4113200" y="637392"/>
                  <a:pt x="4108820" y="656255"/>
                  <a:pt x="4123678" y="674923"/>
                </a:cubicBezTo>
                <a:cubicBezTo>
                  <a:pt x="4139491" y="695116"/>
                  <a:pt x="4133967" y="717977"/>
                  <a:pt x="4134537" y="740268"/>
                </a:cubicBezTo>
                <a:cubicBezTo>
                  <a:pt x="4134729" y="749982"/>
                  <a:pt x="4134347" y="760270"/>
                  <a:pt x="4136823" y="769605"/>
                </a:cubicBezTo>
                <a:cubicBezTo>
                  <a:pt x="4143873" y="796655"/>
                  <a:pt x="4154541" y="822756"/>
                  <a:pt x="4159303" y="850189"/>
                </a:cubicBezTo>
                <a:cubicBezTo>
                  <a:pt x="4161970" y="865430"/>
                  <a:pt x="4157207" y="882384"/>
                  <a:pt x="4153779" y="898198"/>
                </a:cubicBezTo>
                <a:cubicBezTo>
                  <a:pt x="4150159" y="914200"/>
                  <a:pt x="4144635" y="930011"/>
                  <a:pt x="4138919" y="945444"/>
                </a:cubicBezTo>
                <a:cubicBezTo>
                  <a:pt x="4135109" y="955920"/>
                  <a:pt x="4131489" y="967350"/>
                  <a:pt x="4124630" y="975733"/>
                </a:cubicBezTo>
                <a:cubicBezTo>
                  <a:pt x="4109010" y="994785"/>
                  <a:pt x="4106342" y="1014406"/>
                  <a:pt x="4114534" y="1036887"/>
                </a:cubicBezTo>
                <a:cubicBezTo>
                  <a:pt x="4115868" y="1040315"/>
                  <a:pt x="4115868" y="1044315"/>
                  <a:pt x="4116058" y="1048125"/>
                </a:cubicBezTo>
                <a:cubicBezTo>
                  <a:pt x="4120058" y="1109091"/>
                  <a:pt x="4122536" y="1170051"/>
                  <a:pt x="4128632" y="1230633"/>
                </a:cubicBezTo>
                <a:cubicBezTo>
                  <a:pt x="4131109" y="1255206"/>
                  <a:pt x="4141967" y="1278829"/>
                  <a:pt x="4148825" y="1303024"/>
                </a:cubicBezTo>
                <a:cubicBezTo>
                  <a:pt x="4150159" y="1307978"/>
                  <a:pt x="4152255" y="1313504"/>
                  <a:pt x="4151301" y="1318456"/>
                </a:cubicBezTo>
                <a:cubicBezTo>
                  <a:pt x="4141777" y="1372368"/>
                  <a:pt x="4155683" y="1422854"/>
                  <a:pt x="4173972" y="1472575"/>
                </a:cubicBezTo>
                <a:cubicBezTo>
                  <a:pt x="4175878" y="1477717"/>
                  <a:pt x="4175306" y="1484004"/>
                  <a:pt x="4174924" y="1489720"/>
                </a:cubicBezTo>
                <a:cubicBezTo>
                  <a:pt x="4173592" y="1505724"/>
                  <a:pt x="4166924" y="1523059"/>
                  <a:pt x="4170924" y="1537537"/>
                </a:cubicBezTo>
                <a:cubicBezTo>
                  <a:pt x="4181974" y="1576019"/>
                  <a:pt x="4195309" y="1614120"/>
                  <a:pt x="4212073" y="1650317"/>
                </a:cubicBezTo>
                <a:cubicBezTo>
                  <a:pt x="4229028" y="1687086"/>
                  <a:pt x="4243316" y="1721185"/>
                  <a:pt x="4226173" y="1763287"/>
                </a:cubicBezTo>
                <a:cubicBezTo>
                  <a:pt x="4218932" y="1781194"/>
                  <a:pt x="4224076" y="1804816"/>
                  <a:pt x="4225981" y="1825393"/>
                </a:cubicBezTo>
                <a:cubicBezTo>
                  <a:pt x="4227504" y="1840441"/>
                  <a:pt x="4236078" y="1854920"/>
                  <a:pt x="4236078" y="1869780"/>
                </a:cubicBezTo>
                <a:cubicBezTo>
                  <a:pt x="4236078" y="1909408"/>
                  <a:pt x="4246174" y="1944649"/>
                  <a:pt x="4266749" y="1978940"/>
                </a:cubicBezTo>
                <a:cubicBezTo>
                  <a:pt x="4274749" y="1992279"/>
                  <a:pt x="4269416" y="2013043"/>
                  <a:pt x="4271512" y="2030378"/>
                </a:cubicBezTo>
                <a:cubicBezTo>
                  <a:pt x="4273987" y="2048668"/>
                  <a:pt x="4276274" y="2067525"/>
                  <a:pt x="4281800" y="2085054"/>
                </a:cubicBezTo>
                <a:cubicBezTo>
                  <a:pt x="4296278" y="2130393"/>
                  <a:pt x="4312661" y="2175163"/>
                  <a:pt x="4327901" y="2220312"/>
                </a:cubicBezTo>
                <a:cubicBezTo>
                  <a:pt x="4340476" y="2257459"/>
                  <a:pt x="4330569" y="2294039"/>
                  <a:pt x="4325236" y="2330806"/>
                </a:cubicBezTo>
                <a:cubicBezTo>
                  <a:pt x="4321805" y="2353859"/>
                  <a:pt x="4313613" y="2375383"/>
                  <a:pt x="4325807" y="2401292"/>
                </a:cubicBezTo>
                <a:cubicBezTo>
                  <a:pt x="4337427" y="2426059"/>
                  <a:pt x="4334759" y="2457492"/>
                  <a:pt x="4341047" y="2485307"/>
                </a:cubicBezTo>
                <a:cubicBezTo>
                  <a:pt x="4346380" y="2508742"/>
                  <a:pt x="4354954" y="2531409"/>
                  <a:pt x="4363336" y="2554079"/>
                </a:cubicBezTo>
                <a:cubicBezTo>
                  <a:pt x="4374768" y="2584942"/>
                  <a:pt x="4386767" y="2615421"/>
                  <a:pt x="4381054" y="2649143"/>
                </a:cubicBezTo>
                <a:cubicBezTo>
                  <a:pt x="4374575" y="2687436"/>
                  <a:pt x="4398960" y="2713723"/>
                  <a:pt x="4415154" y="2743826"/>
                </a:cubicBezTo>
                <a:cubicBezTo>
                  <a:pt x="4426202" y="2764590"/>
                  <a:pt x="4434395" y="2787259"/>
                  <a:pt x="4441254" y="2809930"/>
                </a:cubicBezTo>
                <a:cubicBezTo>
                  <a:pt x="4450207" y="2840219"/>
                  <a:pt x="4455542" y="2871462"/>
                  <a:pt x="4464304" y="2901943"/>
                </a:cubicBezTo>
                <a:cubicBezTo>
                  <a:pt x="4477448" y="2948047"/>
                  <a:pt x="4487736" y="2994722"/>
                  <a:pt x="4480497" y="3042728"/>
                </a:cubicBezTo>
                <a:cubicBezTo>
                  <a:pt x="4477259" y="3064827"/>
                  <a:pt x="4477448" y="3085403"/>
                  <a:pt x="4482212" y="3107500"/>
                </a:cubicBezTo>
                <a:cubicBezTo>
                  <a:pt x="4490023" y="3143695"/>
                  <a:pt x="4490976" y="3180844"/>
                  <a:pt x="4520122" y="3209993"/>
                </a:cubicBezTo>
                <a:cubicBezTo>
                  <a:pt x="4530410" y="3220280"/>
                  <a:pt x="4533076" y="3238758"/>
                  <a:pt x="4538410" y="3253809"/>
                </a:cubicBezTo>
                <a:cubicBezTo>
                  <a:pt x="4544699" y="3271145"/>
                  <a:pt x="4541459" y="3283908"/>
                  <a:pt x="4523170" y="3293244"/>
                </a:cubicBezTo>
                <a:cubicBezTo>
                  <a:pt x="4514979" y="3297434"/>
                  <a:pt x="4506978" y="3309437"/>
                  <a:pt x="4505643" y="3318771"/>
                </a:cubicBezTo>
                <a:cubicBezTo>
                  <a:pt x="4501643" y="3346776"/>
                  <a:pt x="4507549" y="3372495"/>
                  <a:pt x="4520504" y="3399546"/>
                </a:cubicBezTo>
                <a:cubicBezTo>
                  <a:pt x="4532697" y="3424883"/>
                  <a:pt x="4531362" y="3456508"/>
                  <a:pt x="4536124" y="3485275"/>
                </a:cubicBezTo>
                <a:cubicBezTo>
                  <a:pt x="4539554" y="3505657"/>
                  <a:pt x="4546602" y="3526042"/>
                  <a:pt x="4546602" y="3546617"/>
                </a:cubicBezTo>
                <a:cubicBezTo>
                  <a:pt x="4546602" y="3572146"/>
                  <a:pt x="4540506" y="3597482"/>
                  <a:pt x="4538221" y="3623201"/>
                </a:cubicBezTo>
                <a:cubicBezTo>
                  <a:pt x="4536316" y="3643204"/>
                  <a:pt x="4537079" y="3663589"/>
                  <a:pt x="4534792" y="3683591"/>
                </a:cubicBezTo>
                <a:cubicBezTo>
                  <a:pt x="4533076" y="3699976"/>
                  <a:pt x="4528696" y="3716168"/>
                  <a:pt x="4525077" y="3732361"/>
                </a:cubicBezTo>
                <a:cubicBezTo>
                  <a:pt x="4523742" y="3738267"/>
                  <a:pt x="4518597" y="3744173"/>
                  <a:pt x="4519359" y="3749506"/>
                </a:cubicBezTo>
                <a:cubicBezTo>
                  <a:pt x="4527552" y="3802467"/>
                  <a:pt x="4490976" y="3840569"/>
                  <a:pt x="4474782" y="3885338"/>
                </a:cubicBezTo>
                <a:cubicBezTo>
                  <a:pt x="4457636" y="3932394"/>
                  <a:pt x="4431347" y="3977925"/>
                  <a:pt x="4439157" y="4030503"/>
                </a:cubicBezTo>
                <a:cubicBezTo>
                  <a:pt x="4443919" y="4062318"/>
                  <a:pt x="4454971" y="4092989"/>
                  <a:pt x="4461639" y="4124614"/>
                </a:cubicBezTo>
                <a:cubicBezTo>
                  <a:pt x="4463924" y="4135854"/>
                  <a:pt x="4463542" y="4148427"/>
                  <a:pt x="4461256" y="4159667"/>
                </a:cubicBezTo>
                <a:cubicBezTo>
                  <a:pt x="4450777" y="4213961"/>
                  <a:pt x="4449253" y="4267493"/>
                  <a:pt x="4466400" y="4320837"/>
                </a:cubicBezTo>
                <a:cubicBezTo>
                  <a:pt x="4469259" y="4329979"/>
                  <a:pt x="4471924" y="4339695"/>
                  <a:pt x="4471924" y="4349222"/>
                </a:cubicBezTo>
                <a:cubicBezTo>
                  <a:pt x="4471924" y="4401419"/>
                  <a:pt x="4467924" y="4452665"/>
                  <a:pt x="4449253" y="4502579"/>
                </a:cubicBezTo>
                <a:cubicBezTo>
                  <a:pt x="4442967" y="4519343"/>
                  <a:pt x="4446967" y="4539728"/>
                  <a:pt x="4445443" y="4558207"/>
                </a:cubicBezTo>
                <a:cubicBezTo>
                  <a:pt x="4444111" y="4575351"/>
                  <a:pt x="4443539" y="4592878"/>
                  <a:pt x="4439157" y="4609452"/>
                </a:cubicBezTo>
                <a:cubicBezTo>
                  <a:pt x="4432681" y="4633647"/>
                  <a:pt x="4431919" y="4656126"/>
                  <a:pt x="4437633" y="4681083"/>
                </a:cubicBezTo>
                <a:cubicBezTo>
                  <a:pt x="4442967" y="4704895"/>
                  <a:pt x="4440301" y="4730614"/>
                  <a:pt x="4440491" y="4755381"/>
                </a:cubicBezTo>
                <a:cubicBezTo>
                  <a:pt x="4440681" y="4783004"/>
                  <a:pt x="4440871" y="4810627"/>
                  <a:pt x="4439919" y="4838250"/>
                </a:cubicBezTo>
                <a:cubicBezTo>
                  <a:pt x="4439539" y="4849300"/>
                  <a:pt x="4431919" y="4861873"/>
                  <a:pt x="4434967" y="4871019"/>
                </a:cubicBezTo>
                <a:cubicBezTo>
                  <a:pt x="4445254" y="4900546"/>
                  <a:pt x="4432872" y="4930075"/>
                  <a:pt x="4438395" y="4959602"/>
                </a:cubicBezTo>
                <a:cubicBezTo>
                  <a:pt x="4441254" y="4974082"/>
                  <a:pt x="4433444" y="4990465"/>
                  <a:pt x="4432681" y="5006086"/>
                </a:cubicBezTo>
                <a:cubicBezTo>
                  <a:pt x="4431347" y="5031614"/>
                  <a:pt x="4431919" y="5057141"/>
                  <a:pt x="4431537" y="5082670"/>
                </a:cubicBezTo>
                <a:cubicBezTo>
                  <a:pt x="4431347" y="5091052"/>
                  <a:pt x="4430585" y="5099245"/>
                  <a:pt x="4430202" y="5107627"/>
                </a:cubicBezTo>
                <a:cubicBezTo>
                  <a:pt x="4429823" y="5115057"/>
                  <a:pt x="4428108" y="5122867"/>
                  <a:pt x="4429440" y="5129916"/>
                </a:cubicBezTo>
                <a:cubicBezTo>
                  <a:pt x="4434205" y="5155445"/>
                  <a:pt x="4442016" y="5180591"/>
                  <a:pt x="4445063" y="5206308"/>
                </a:cubicBezTo>
                <a:cubicBezTo>
                  <a:pt x="4447729" y="5228597"/>
                  <a:pt x="4444111" y="5251650"/>
                  <a:pt x="4446015" y="5274129"/>
                </a:cubicBezTo>
                <a:cubicBezTo>
                  <a:pt x="4449253" y="5313754"/>
                  <a:pt x="4454971" y="5353379"/>
                  <a:pt x="4458589" y="5393005"/>
                </a:cubicBezTo>
                <a:cubicBezTo>
                  <a:pt x="4459351" y="5401579"/>
                  <a:pt x="4454587" y="5410531"/>
                  <a:pt x="4454207" y="5419295"/>
                </a:cubicBezTo>
                <a:cubicBezTo>
                  <a:pt x="4453255" y="5446728"/>
                  <a:pt x="4453063" y="5474161"/>
                  <a:pt x="4452493" y="5501594"/>
                </a:cubicBezTo>
                <a:cubicBezTo>
                  <a:pt x="4452301" y="5517215"/>
                  <a:pt x="4452873" y="5533027"/>
                  <a:pt x="4451160" y="5548460"/>
                </a:cubicBezTo>
                <a:cubicBezTo>
                  <a:pt x="4448873" y="5568842"/>
                  <a:pt x="4445443" y="5587321"/>
                  <a:pt x="4460304" y="5606372"/>
                </a:cubicBezTo>
                <a:cubicBezTo>
                  <a:pt x="4483354" y="5635711"/>
                  <a:pt x="4474400" y="5673050"/>
                  <a:pt x="4479734" y="5706959"/>
                </a:cubicBezTo>
                <a:cubicBezTo>
                  <a:pt x="4481069" y="5715723"/>
                  <a:pt x="4481259" y="5724678"/>
                  <a:pt x="4482782" y="5733440"/>
                </a:cubicBezTo>
                <a:cubicBezTo>
                  <a:pt x="4485641" y="5749634"/>
                  <a:pt x="4488879" y="5765635"/>
                  <a:pt x="4492119" y="5781830"/>
                </a:cubicBezTo>
                <a:cubicBezTo>
                  <a:pt x="4492690" y="5784686"/>
                  <a:pt x="4492881" y="5787924"/>
                  <a:pt x="4493834" y="5790592"/>
                </a:cubicBezTo>
                <a:cubicBezTo>
                  <a:pt x="4501833" y="5815169"/>
                  <a:pt x="4510977" y="5839361"/>
                  <a:pt x="4517455" y="5864318"/>
                </a:cubicBezTo>
                <a:cubicBezTo>
                  <a:pt x="4520695" y="5876511"/>
                  <a:pt x="4521076" y="5890037"/>
                  <a:pt x="4519359" y="5902610"/>
                </a:cubicBezTo>
                <a:cubicBezTo>
                  <a:pt x="4514407" y="5939377"/>
                  <a:pt x="4512311" y="5975764"/>
                  <a:pt x="4519551" y="6012723"/>
                </a:cubicBezTo>
                <a:cubicBezTo>
                  <a:pt x="4522408" y="6027392"/>
                  <a:pt x="4517645" y="6043776"/>
                  <a:pt x="4515931" y="6059397"/>
                </a:cubicBezTo>
                <a:cubicBezTo>
                  <a:pt x="4511360" y="6096736"/>
                  <a:pt x="4506405" y="6134075"/>
                  <a:pt x="4502025" y="6171605"/>
                </a:cubicBezTo>
                <a:cubicBezTo>
                  <a:pt x="4499358" y="6195037"/>
                  <a:pt x="4497833" y="6218660"/>
                  <a:pt x="4495167" y="6242093"/>
                </a:cubicBezTo>
                <a:cubicBezTo>
                  <a:pt x="4491927" y="6269144"/>
                  <a:pt x="4486975" y="6296005"/>
                  <a:pt x="4484306" y="6323058"/>
                </a:cubicBezTo>
                <a:cubicBezTo>
                  <a:pt x="4481259" y="6353919"/>
                  <a:pt x="4480688" y="6384972"/>
                  <a:pt x="4477448" y="6415833"/>
                </a:cubicBezTo>
                <a:cubicBezTo>
                  <a:pt x="4471162" y="6472225"/>
                  <a:pt x="4463733" y="6528424"/>
                  <a:pt x="4456683" y="6584812"/>
                </a:cubicBezTo>
                <a:cubicBezTo>
                  <a:pt x="4449825" y="6639488"/>
                  <a:pt x="4443729" y="6694164"/>
                  <a:pt x="4435157" y="6748458"/>
                </a:cubicBezTo>
                <a:cubicBezTo>
                  <a:pt x="4431537" y="6771319"/>
                  <a:pt x="4421630" y="6793035"/>
                  <a:pt x="4416106" y="6815516"/>
                </a:cubicBezTo>
                <a:lnTo>
                  <a:pt x="4406407" y="6858000"/>
                </a:lnTo>
                <a:lnTo>
                  <a:pt x="4234154" y="6858000"/>
                </a:lnTo>
                <a:lnTo>
                  <a:pt x="0" y="6858000"/>
                </a:lnTo>
                <a:lnTo>
                  <a:pt x="0" y="2"/>
                </a:lnTo>
                <a:lnTo>
                  <a:pt x="3741092" y="1"/>
                </a:lnTo>
                <a:lnTo>
                  <a:pt x="3743810" y="21486"/>
                </a:lnTo>
                <a:close/>
              </a:path>
            </a:pathLst>
          </a:custGeom>
          <a:effectLst/>
        </p:spPr>
      </p:pic>
    </p:spTree>
    <p:extLst>
      <p:ext uri="{BB962C8B-B14F-4D97-AF65-F5344CB8AC3E}">
        <p14:creationId xmlns:p14="http://schemas.microsoft.com/office/powerpoint/2010/main" val="1990956917"/>
      </p:ext>
    </p:extLst>
  </p:cSld>
  <p:clrMapOvr>
    <a:masterClrMapping/>
  </p:clrMapOvr>
  <mc:AlternateContent xmlns:mc="http://schemas.openxmlformats.org/markup-compatibility/2006" xmlns:p14="http://schemas.microsoft.com/office/powerpoint/2010/main">
    <mc:Choice Requires="p14">
      <p:transition spd="slow" p14:dur="2000" advTm="56602"/>
    </mc:Choice>
    <mc:Fallback xmlns="">
      <p:transition spd="slow" advTm="5660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Two reindeer with their antlers locked">
            <a:extLst>
              <a:ext uri="{FF2B5EF4-FFF2-40B4-BE49-F238E27FC236}">
                <a16:creationId xmlns:a16="http://schemas.microsoft.com/office/drawing/2014/main" id="{C305208E-2BEA-67ED-1571-80C0425AB54E}"/>
              </a:ext>
            </a:extLst>
          </p:cNvPr>
          <p:cNvPicPr>
            <a:picLocks noChangeAspect="1"/>
          </p:cNvPicPr>
          <p:nvPr/>
        </p:nvPicPr>
        <p:blipFill rotWithShape="1">
          <a:blip r:embed="rId3"/>
          <a:srcRect t="10775" r="-2" b="10775"/>
          <a:stretch>
            <a:fillRect/>
          </a:stretch>
        </p:blipFill>
        <p:spPr>
          <a:xfrm>
            <a:off x="-3047" y="-91440"/>
            <a:ext cx="12191999" cy="6309360"/>
          </a:xfrm>
          <a:prstGeom prst="rect">
            <a:avLst/>
          </a:prstGeom>
        </p:spPr>
      </p:pic>
      <p:sp>
        <p:nvSpPr>
          <p:cNvPr id="2" name="Title 1">
            <a:extLst>
              <a:ext uri="{FF2B5EF4-FFF2-40B4-BE49-F238E27FC236}">
                <a16:creationId xmlns:a16="http://schemas.microsoft.com/office/drawing/2014/main" id="{19B36514-F843-4A72-5E09-3BB2FBD4E398}"/>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defTabSz="914400"/>
            <a:r>
              <a:rPr lang="en-US" sz="5200">
                <a:solidFill>
                  <a:srgbClr val="FFFFFF"/>
                </a:solidFill>
              </a:rPr>
              <a:t>Dealing with Conflict </a:t>
            </a:r>
          </a:p>
        </p:txBody>
      </p:sp>
    </p:spTree>
    <p:extLst>
      <p:ext uri="{BB962C8B-B14F-4D97-AF65-F5344CB8AC3E}">
        <p14:creationId xmlns:p14="http://schemas.microsoft.com/office/powerpoint/2010/main" val="4190847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The Problem with Avoiding Confrontation">
            <a:hlinkClick r:id="" action="ppaction://media"/>
            <a:extLst>
              <a:ext uri="{FF2B5EF4-FFF2-40B4-BE49-F238E27FC236}">
                <a16:creationId xmlns:a16="http://schemas.microsoft.com/office/drawing/2014/main" id="{ED49225D-A9F0-EB2F-F984-A9643EC1B999}"/>
              </a:ext>
            </a:extLst>
          </p:cNvPr>
          <p:cNvPicPr>
            <a:picLocks noRot="1" noChangeAspect="1"/>
          </p:cNvPicPr>
          <p:nvPr>
            <a:videoFile r:link="rId1"/>
          </p:nvPr>
        </p:nvPicPr>
        <p:blipFill>
          <a:blip r:embed="rId4"/>
          <a:stretch>
            <a:fillRect/>
          </a:stretch>
        </p:blipFill>
        <p:spPr>
          <a:xfrm>
            <a:off x="666188" y="68263"/>
            <a:ext cx="10859623" cy="6135687"/>
          </a:xfrm>
          <a:prstGeom prst="rect">
            <a:avLst/>
          </a:prstGeom>
          <a:noFill/>
        </p:spPr>
      </p:pic>
    </p:spTree>
    <p:extLst>
      <p:ext uri="{BB962C8B-B14F-4D97-AF65-F5344CB8AC3E}">
        <p14:creationId xmlns:p14="http://schemas.microsoft.com/office/powerpoint/2010/main" val="2309444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E94D-7E51-E77E-C2DE-F6DE09C60836}"/>
              </a:ext>
            </a:extLst>
          </p:cNvPr>
          <p:cNvSpPr>
            <a:spLocks noGrp="1"/>
          </p:cNvSpPr>
          <p:nvPr>
            <p:ph type="title"/>
          </p:nvPr>
        </p:nvSpPr>
        <p:spPr>
          <a:xfrm>
            <a:off x="363450" y="-514153"/>
            <a:ext cx="6800240" cy="1616203"/>
          </a:xfrm>
        </p:spPr>
        <p:txBody>
          <a:bodyPr anchor="b">
            <a:normAutofit/>
          </a:bodyPr>
          <a:lstStyle/>
          <a:p>
            <a:r>
              <a:rPr lang="en-US" sz="3200" b="1">
                <a:cs typeface="Calibri Light"/>
              </a:rPr>
              <a:t>Facilitated Small Group Discussions</a:t>
            </a:r>
            <a:endParaRPr lang="en-US" sz="3200" b="1"/>
          </a:p>
        </p:txBody>
      </p:sp>
      <p:sp>
        <p:nvSpPr>
          <p:cNvPr id="3" name="Content Placeholder 2">
            <a:extLst>
              <a:ext uri="{FF2B5EF4-FFF2-40B4-BE49-F238E27FC236}">
                <a16:creationId xmlns:a16="http://schemas.microsoft.com/office/drawing/2014/main" id="{3D6A0ACA-84DB-9333-C212-9D80AAF09C87}"/>
              </a:ext>
            </a:extLst>
          </p:cNvPr>
          <p:cNvSpPr>
            <a:spLocks noGrp="1"/>
          </p:cNvSpPr>
          <p:nvPr>
            <p:ph idx="1"/>
          </p:nvPr>
        </p:nvSpPr>
        <p:spPr>
          <a:xfrm>
            <a:off x="469455" y="1373728"/>
            <a:ext cx="9838582" cy="5060425"/>
          </a:xfrm>
        </p:spPr>
        <p:txBody>
          <a:bodyPr vert="horz" lIns="91440" tIns="45720" rIns="91440" bIns="45720" rtlCol="0" anchor="t">
            <a:normAutofit/>
          </a:bodyPr>
          <a:lstStyle/>
          <a:p>
            <a:pPr marL="0" indent="0">
              <a:buNone/>
            </a:pPr>
            <a:endParaRPr lang="en-US" sz="2000" b="1"/>
          </a:p>
          <a:p>
            <a:pPr marL="0" indent="0">
              <a:buNone/>
            </a:pPr>
            <a:endParaRPr lang="en-US" sz="2000">
              <a:cs typeface="Calibri" panose="020F0502020204030204"/>
            </a:endParaRPr>
          </a:p>
          <a:p>
            <a:pPr marL="0" indent="0">
              <a:buNone/>
            </a:pPr>
            <a:endParaRPr lang="en-US" sz="2000" b="1">
              <a:ea typeface="Calibri"/>
              <a:cs typeface="Calibri" panose="020F0502020204030204"/>
            </a:endParaRPr>
          </a:p>
          <a:p>
            <a:pPr marL="0" indent="0">
              <a:buNone/>
            </a:pPr>
            <a:endParaRPr lang="en-US" sz="2000" b="1">
              <a:ea typeface="Calibri"/>
              <a:cs typeface="Calibri" panose="020F0502020204030204"/>
            </a:endParaRPr>
          </a:p>
          <a:p>
            <a:r>
              <a:rPr lang="en-US" b="1">
                <a:ea typeface="Calibri"/>
                <a:cs typeface="Calibri" panose="020F0502020204030204"/>
              </a:rPr>
              <a:t>What is an example of a common conflict you see in your role related to agency change? </a:t>
            </a:r>
          </a:p>
          <a:p>
            <a:r>
              <a:rPr lang="en-US" b="1">
                <a:ea typeface="Calibri"/>
                <a:cs typeface="Calibri" panose="020F0502020204030204"/>
              </a:rPr>
              <a:t>Describe steps you can take to move toward resolving this conflict (or avoiding the conflict in the first place)</a:t>
            </a:r>
          </a:p>
          <a:p>
            <a:r>
              <a:rPr lang="en-US" b="1">
                <a:ea typeface="Calibri"/>
                <a:cs typeface="Calibri" panose="020F0502020204030204"/>
              </a:rPr>
              <a:t>What other support or resources do you need to resolve this conflict? </a:t>
            </a:r>
          </a:p>
          <a:p>
            <a:endParaRPr lang="en-US" sz="2000" b="1">
              <a:ea typeface="Calibri"/>
              <a:cs typeface="Calibri" panose="020F0502020204030204"/>
            </a:endParaRPr>
          </a:p>
          <a:p>
            <a:pPr marL="457200" lvl="1" indent="0">
              <a:buNone/>
            </a:pPr>
            <a:endParaRPr lang="en-US" sz="1600">
              <a:ea typeface="Calibri"/>
              <a:cs typeface="Calibri" panose="020F0502020204030204"/>
            </a:endParaRPr>
          </a:p>
          <a:p>
            <a:pPr marL="457200" lvl="1" indent="0">
              <a:buNone/>
            </a:pPr>
            <a:endParaRPr lang="en-US" sz="1600">
              <a:ea typeface="Calibri"/>
              <a:cs typeface="Calibri" panose="020F0502020204030204"/>
            </a:endParaRPr>
          </a:p>
          <a:p>
            <a:endParaRPr lang="en-US">
              <a:ea typeface="Calibri"/>
              <a:cs typeface="Calibri" panose="020F0502020204030204"/>
            </a:endParaRPr>
          </a:p>
          <a:p>
            <a:pPr lvl="1">
              <a:buFont typeface="Courier New" panose="020B0604020202020204" pitchFamily="34" charset="0"/>
              <a:buChar char="o"/>
            </a:pPr>
            <a:endParaRPr lang="en-US" sz="1600">
              <a:ea typeface="Calibri"/>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b="1">
              <a:ea typeface="Calibri" panose="020F0502020204030204"/>
              <a:cs typeface="Calibri" panose="020F0502020204030204"/>
            </a:endParaRPr>
          </a:p>
          <a:p>
            <a:endParaRPr lang="en-US" sz="2000" b="1">
              <a:ea typeface="Calibri" panose="020F0502020204030204"/>
              <a:cs typeface="Calibri" panose="020F0502020204030204"/>
            </a:endParaRPr>
          </a:p>
          <a:p>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p:txBody>
      </p:sp>
      <p:pic>
        <p:nvPicPr>
          <p:cNvPr id="5" name="Picture 4" descr="Yellow paper aeroplane flying the opposite way as many grey paper aeroplanes">
            <a:extLst>
              <a:ext uri="{FF2B5EF4-FFF2-40B4-BE49-F238E27FC236}">
                <a16:creationId xmlns:a16="http://schemas.microsoft.com/office/drawing/2014/main" id="{F53937BC-45E9-0C6B-2C07-86971A09653E}"/>
              </a:ext>
            </a:extLst>
          </p:cNvPr>
          <p:cNvPicPr>
            <a:picLocks noChangeAspect="1"/>
          </p:cNvPicPr>
          <p:nvPr/>
        </p:nvPicPr>
        <p:blipFill rotWithShape="1">
          <a:blip r:embed="rId3"/>
          <a:srcRect l="5379" r="27767" b="-3"/>
          <a:stretch/>
        </p:blipFill>
        <p:spPr>
          <a:xfrm>
            <a:off x="9235463" y="290976"/>
            <a:ext cx="2670800" cy="2663084"/>
          </a:xfrm>
          <a:prstGeom prst="rect">
            <a:avLst/>
          </a:prstGeom>
        </p:spPr>
      </p:pic>
    </p:spTree>
    <p:extLst>
      <p:ext uri="{BB962C8B-B14F-4D97-AF65-F5344CB8AC3E}">
        <p14:creationId xmlns:p14="http://schemas.microsoft.com/office/powerpoint/2010/main" val="1193219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hord 3">
            <a:extLst>
              <a:ext uri="{FF2B5EF4-FFF2-40B4-BE49-F238E27FC236}">
                <a16:creationId xmlns:a16="http://schemas.microsoft.com/office/drawing/2014/main" id="{A0351CE7-678A-535F-DE64-4C12BF7E69E8}"/>
              </a:ext>
            </a:extLst>
          </p:cNvPr>
          <p:cNvSpPr/>
          <p:nvPr/>
        </p:nvSpPr>
        <p:spPr>
          <a:xfrm rot="12095591">
            <a:off x="-2413262" y="-113121"/>
            <a:ext cx="6906491" cy="6266656"/>
          </a:xfrm>
          <a:prstGeom prst="chord">
            <a:avLst/>
          </a:prstGeom>
          <a:solidFill>
            <a:srgbClr val="E97132"/>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371002-640C-C029-E449-02780853233E}"/>
              </a:ext>
            </a:extLst>
          </p:cNvPr>
          <p:cNvSpPr>
            <a:spLocks noGrp="1"/>
          </p:cNvSpPr>
          <p:nvPr>
            <p:ph type="title"/>
          </p:nvPr>
        </p:nvSpPr>
        <p:spPr>
          <a:xfrm>
            <a:off x="328615" y="719939"/>
            <a:ext cx="3760474" cy="4461163"/>
          </a:xfrm>
        </p:spPr>
        <p:txBody>
          <a:bodyPr>
            <a:normAutofit/>
          </a:bodyPr>
          <a:lstStyle/>
          <a:p>
            <a:r>
              <a:rPr lang="en-US">
                <a:solidFill>
                  <a:schemeClr val="bg1"/>
                </a:solidFill>
                <a:ea typeface="Calibri Light"/>
                <a:cs typeface="Calibri Light"/>
              </a:rPr>
              <a:t>Looking Ahead at June's Virtual Session</a:t>
            </a:r>
            <a:endParaRPr lang="en-US">
              <a:solidFill>
                <a:schemeClr val="bg1"/>
              </a:solidFill>
            </a:endParaRPr>
          </a:p>
        </p:txBody>
      </p:sp>
      <p:sp>
        <p:nvSpPr>
          <p:cNvPr id="3" name="Content Placeholder 2">
            <a:extLst>
              <a:ext uri="{FF2B5EF4-FFF2-40B4-BE49-F238E27FC236}">
                <a16:creationId xmlns:a16="http://schemas.microsoft.com/office/drawing/2014/main" id="{6AD5BAE8-9C02-CBB4-5E84-C8F5ADBA1AE5}"/>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a:ea typeface="Calibri"/>
                <a:cs typeface="Calibri"/>
              </a:rPr>
              <a:t>6/24 3pm CT</a:t>
            </a:r>
          </a:p>
          <a:p>
            <a:r>
              <a:rPr lang="en-US">
                <a:ea typeface="Calibri"/>
                <a:cs typeface="Calibri"/>
              </a:rPr>
              <a:t>90 minutes instead of 60</a:t>
            </a:r>
            <a:endParaRPr lang="en-US"/>
          </a:p>
          <a:p>
            <a:r>
              <a:rPr lang="en-US">
                <a:ea typeface="Calibri"/>
                <a:cs typeface="Calibri"/>
              </a:rPr>
              <a:t>We'll finish up with Quality </a:t>
            </a:r>
          </a:p>
          <a:p>
            <a:r>
              <a:rPr lang="en-US">
                <a:ea typeface="Calibri"/>
                <a:cs typeface="Calibri"/>
              </a:rPr>
              <a:t>Course Wrap-up</a:t>
            </a:r>
          </a:p>
          <a:p>
            <a:r>
              <a:rPr lang="en-US">
                <a:ea typeface="Calibri"/>
                <a:cs typeface="Calibri"/>
              </a:rPr>
              <a:t>We will ask you to reflect on and share on one of the following:</a:t>
            </a:r>
          </a:p>
          <a:p>
            <a:pPr lvl="1">
              <a:buFont typeface="Courier New" panose="020B0604020202020204" pitchFamily="34" charset="0"/>
              <a:buChar char="o"/>
            </a:pPr>
            <a:r>
              <a:rPr lang="en-US">
                <a:ea typeface="Calibri"/>
                <a:cs typeface="Calibri"/>
              </a:rPr>
              <a:t>Something you've learned</a:t>
            </a:r>
          </a:p>
          <a:p>
            <a:pPr lvl="1">
              <a:buFont typeface="Courier New" panose="020B0604020202020204" pitchFamily="34" charset="0"/>
              <a:buChar char="o"/>
            </a:pPr>
            <a:r>
              <a:rPr lang="en-US">
                <a:ea typeface="Calibri"/>
                <a:cs typeface="Calibri"/>
              </a:rPr>
              <a:t>Something you've accomplished </a:t>
            </a:r>
          </a:p>
          <a:p>
            <a:pPr lvl="1">
              <a:buFont typeface="Courier New" panose="020B0604020202020204" pitchFamily="34" charset="0"/>
              <a:buChar char="o"/>
            </a:pPr>
            <a:r>
              <a:rPr lang="en-US">
                <a:ea typeface="Calibri"/>
                <a:cs typeface="Calibri"/>
              </a:rPr>
              <a:t>Something you look forward to</a:t>
            </a:r>
          </a:p>
          <a:p>
            <a:pPr lvl="1">
              <a:buFont typeface="Courier New" panose="020B0604020202020204" pitchFamily="34" charset="0"/>
              <a:buChar char="o"/>
            </a:pPr>
            <a:r>
              <a:rPr lang="en-US">
                <a:ea typeface="Calibri"/>
                <a:cs typeface="Calibri"/>
              </a:rPr>
              <a:t>Something you are going to work on or accomplish in the future </a:t>
            </a:r>
          </a:p>
          <a:p>
            <a:pPr lvl="1">
              <a:buFont typeface="Courier New" panose="020B0604020202020204" pitchFamily="34" charset="0"/>
              <a:buChar char="o"/>
            </a:pPr>
            <a:r>
              <a:rPr lang="en-US">
                <a:ea typeface="Calibri"/>
                <a:cs typeface="Calibri"/>
              </a:rPr>
              <a:t>Anything else</a:t>
            </a:r>
          </a:p>
        </p:txBody>
      </p:sp>
    </p:spTree>
    <p:extLst>
      <p:ext uri="{BB962C8B-B14F-4D97-AF65-F5344CB8AC3E}">
        <p14:creationId xmlns:p14="http://schemas.microsoft.com/office/powerpoint/2010/main" val="3362512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23A5-6954-CE5F-FF15-D6EC25C97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1D97DB-D7EC-B493-0866-8214821EC26C}"/>
              </a:ext>
            </a:extLst>
          </p:cNvPr>
          <p:cNvSpPr>
            <a:spLocks noGrp="1"/>
          </p:cNvSpPr>
          <p:nvPr>
            <p:ph type="body" sz="quarter" idx="10"/>
          </p:nvPr>
        </p:nvSpPr>
        <p:spPr/>
        <p:txBody>
          <a:bodyPr vert="horz" lIns="91440" tIns="45720" rIns="91440" bIns="45720" rtlCol="0" anchor="ctr">
            <a:normAutofit/>
          </a:bodyPr>
          <a:lstStyle/>
          <a:p>
            <a:pPr marL="151765" algn="ctr"/>
            <a:r>
              <a:rPr lang="en-US">
                <a:highlight>
                  <a:srgbClr val="FFFF00"/>
                </a:highlight>
                <a:latin typeface="Open Sans"/>
                <a:ea typeface="Open Sans"/>
                <a:cs typeface="Open Sans"/>
              </a:rPr>
              <a:t>Insert QR code here</a:t>
            </a:r>
            <a:endParaRPr lang="en-US">
              <a:highlight>
                <a:srgbClr val="FFFF00"/>
              </a:highlight>
            </a:endParaRPr>
          </a:p>
        </p:txBody>
      </p:sp>
      <p:sp>
        <p:nvSpPr>
          <p:cNvPr id="3" name="Picture Placeholder 2">
            <a:extLst>
              <a:ext uri="{FF2B5EF4-FFF2-40B4-BE49-F238E27FC236}">
                <a16:creationId xmlns:a16="http://schemas.microsoft.com/office/drawing/2014/main" id="{651B4699-63D6-E83B-2128-98D9D0A9ECFB}"/>
              </a:ext>
            </a:extLst>
          </p:cNvPr>
          <p:cNvSpPr>
            <a:spLocks noGrp="1"/>
          </p:cNvSpPr>
          <p:nvPr>
            <p:ph type="pic" sz="quarter" idx="11"/>
          </p:nvPr>
        </p:nvSpPr>
        <p:spPr/>
        <p:txBody>
          <a:bodyPr/>
          <a:lstStyle/>
          <a:p>
            <a:endParaRPr lang="en-US"/>
          </a:p>
        </p:txBody>
      </p:sp>
      <p:sp>
        <p:nvSpPr>
          <p:cNvPr id="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own Arrow 7">
            <a:extLst>
              <a:ext uri="{FF2B5EF4-FFF2-40B4-BE49-F238E27FC236}">
                <a16:creationId xmlns:a16="http://schemas.microsoft.com/office/drawing/2014/main" id="{0631530A-BDFC-9C5C-1DA0-0F64261CE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C00000"/>
          </a:solidFill>
          <a:ln w="539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65A76B99-8A73-29D0-9F22-E4949BA51F8B}"/>
              </a:ext>
            </a:extLst>
          </p:cNvPr>
          <p:cNvSpPr txBox="1"/>
          <p:nvPr/>
        </p:nvSpPr>
        <p:spPr>
          <a:xfrm>
            <a:off x="830572" y="2480075"/>
            <a:ext cx="298684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a:solidFill>
                  <a:schemeClr val="bg1"/>
                </a:solidFill>
              </a:rPr>
              <a:t>Session Evaluation</a:t>
            </a:r>
          </a:p>
        </p:txBody>
      </p:sp>
    </p:spTree>
    <p:extLst>
      <p:ext uri="{BB962C8B-B14F-4D97-AF65-F5344CB8AC3E}">
        <p14:creationId xmlns:p14="http://schemas.microsoft.com/office/powerpoint/2010/main" val="612838264"/>
      </p:ext>
    </p:extLst>
  </p:cSld>
  <p:clrMapOvr>
    <a:masterClrMapping/>
  </p:clrMapOvr>
</p:sld>
</file>

<file path=ppt/theme/theme1.xml><?xml version="1.0" encoding="utf-8"?>
<a:theme xmlns:a="http://schemas.openxmlformats.org/drawingml/2006/main" name="MTI_presentation template Feb 2026">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TI_presentation template Feb 2026" id="{7B630847-0ED3-4BB4-9400-A2393253C8A9}" vid="{696E90F8-2036-4576-8D73-CC01D28079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B2021F6-6390-E548-8788-9CFEED8332EB}">
  <we:reference id="wa104380907" version="3.0.0.0" store="en-US" storeType="OMEX"/>
  <we:alternateReferences>
    <we:reference id="wa104380907" version="3.0.0.0"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655ED7C-C660-D44E-950F-73565E84B7DF}">
  <we:reference id="wa104380050" version="3.1.0.0" store="en-US" storeType="OMEX"/>
  <we:alternateReferences>
    <we:reference id="WA104380050" version="3.1.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721bff8729961bdf26432d404ad0f7b8">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fec60b3e7c48bed252daabe4e1c35c90"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C517053-283E-4D52-8CE9-D3B5FBDE61BB}">
  <ds:schemaRefs>
    <ds:schemaRef ds:uri="65478fcb-3d94-40df-a0a2-f6a419610bdf"/>
    <ds:schemaRef ds:uri="ca97ef7e-529a-4920-85ff-23e7e8b7df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C753850-86F2-4118-B4E5-08C866EA802C}">
  <ds:schemaRefs>
    <ds:schemaRef ds:uri="http://schemas.microsoft.com/sharepoint/v3/contenttype/forms"/>
  </ds:schemaRefs>
</ds:datastoreItem>
</file>

<file path=customXml/itemProps3.xml><?xml version="1.0" encoding="utf-8"?>
<ds:datastoreItem xmlns:ds="http://schemas.openxmlformats.org/officeDocument/2006/customXml" ds:itemID="{42EB53E4-0001-4157-A0BF-772E8FE36E62}">
  <ds:schemaRefs>
    <ds:schemaRef ds:uri="ca97ef7e-529a-4920-85ff-23e7e8b7df0a"/>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MTI_presentation template Feb 2026</Template>
  <Application>Microsoft Office PowerPoint</Application>
  <PresentationFormat>Widescreen</PresentationFormat>
  <Slides>19</Slides>
  <Notes>14</Notes>
  <HiddenSlides>1</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MTI_presentation template Feb 2026</vt:lpstr>
      <vt:lpstr>PowerPoint Presentation</vt:lpstr>
      <vt:lpstr>PowerPoint Presentation</vt:lpstr>
      <vt:lpstr>PowerPoint Presentation</vt:lpstr>
      <vt:lpstr>PowerPoint Presentation</vt:lpstr>
      <vt:lpstr>Learning objectives</vt:lpstr>
      <vt:lpstr>In November we discussed: "what was stopping you from being a more effective leader?" </vt:lpstr>
      <vt:lpstr>Leadership is about  connecting the dots....</vt:lpstr>
      <vt:lpstr>Management= Getting Things Done Through Other People </vt:lpstr>
      <vt:lpstr>PowerPoint Presentation</vt:lpstr>
      <vt:lpstr>Supervising Staff</vt:lpstr>
      <vt:lpstr>New Staff Onboarding  &amp; Offboarding </vt:lpstr>
      <vt:lpstr>Managing for Change </vt:lpstr>
      <vt:lpstr>How do you see and monitor the quality of your staff and their work?</vt:lpstr>
      <vt:lpstr>Acknowledgment &amp; Recognition </vt:lpstr>
      <vt:lpstr>Dealing with Conflict </vt:lpstr>
      <vt:lpstr>PowerPoint Presentation</vt:lpstr>
      <vt:lpstr>Facilitated Small Group Discussions</vt:lpstr>
      <vt:lpstr>Looking Ahead at June's Virtual Session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in Community and Employment Serices</dc:title>
  <dc:creator>Karen Flippo</dc:creator>
  <cp:revision>31</cp:revision>
  <dcterms:created xsi:type="dcterms:W3CDTF">2021-01-26T19:37:34Z</dcterms:created>
  <dcterms:modified xsi:type="dcterms:W3CDTF">2026-03-13T20:06:03Z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0x01010001B21FC9B7AC984AA00C441920861789</vt:lpwstr>
  </property>
  <property fmtid="{D5CDD505-2E9C-101B-9397-08002B2CF9AE}" pid="3" name="MediaServiceImageTags">
    <vt:lpwstr/>
  </property>
</Properties>
</file>