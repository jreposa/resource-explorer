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4_5B26F1CF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6BBF68-1003-B7F0-CEAC-326C00DC50B1}" name="Don Lavin" initials="DL" userId="S::strengthsatwork_gmail.com#ext#@liveumb.onmicrosoft.com::83d6a1c4-513e-4dc7-8cf5-7a0b479f1b48" providerId="AD"/>
  <p188:author id="{A8AC5C95-D64A-574C-B916-E4A2CC8E2F12}" name="Amy C Gessert" initials="AG" userId="S::amy.gessert@umb.edu::959649af-45c5-487c-aa74-829e1b24d52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7B1901-791A-5940-B47F-E7E85A65EE9B}" v="35" dt="2025-03-25T18:15:32.4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y C Gessert" userId="S::amy.gessert@umb.edu::959649af-45c5-487c-aa74-829e1b24d524" providerId="AD" clId="Web-{E1C6AEDB-7646-792C-B3E5-2A5E87C0977B}"/>
    <pc:docChg chg="addSld modSld sldOrd">
      <pc:chgData name="Amy C Gessert" userId="S::amy.gessert@umb.edu::959649af-45c5-487c-aa74-829e1b24d524" providerId="AD" clId="Web-{E1C6AEDB-7646-792C-B3E5-2A5E87C0977B}" dt="2025-03-19T16:21:39.854" v="62"/>
      <pc:docMkLst>
        <pc:docMk/>
      </pc:docMkLst>
      <pc:sldChg chg="modSp">
        <pc:chgData name="Amy C Gessert" userId="S::amy.gessert@umb.edu::959649af-45c5-487c-aa74-829e1b24d524" providerId="AD" clId="Web-{E1C6AEDB-7646-792C-B3E5-2A5E87C0977B}" dt="2025-03-19T16:21:39.854" v="62"/>
        <pc:sldMkLst>
          <pc:docMk/>
          <pc:sldMk cId="989967111" sldId="263"/>
        </pc:sldMkLst>
        <pc:graphicFrameChg chg="mod modGraphic">
          <ac:chgData name="Amy C Gessert" userId="S::amy.gessert@umb.edu::959649af-45c5-487c-aa74-829e1b24d524" providerId="AD" clId="Web-{E1C6AEDB-7646-792C-B3E5-2A5E87C0977B}" dt="2025-03-19T16:21:39.854" v="62"/>
          <ac:graphicFrameMkLst>
            <pc:docMk/>
            <pc:sldMk cId="989967111" sldId="263"/>
            <ac:graphicFrameMk id="4" creationId="{4B68C02C-2F10-6C47-C966-9677E9145942}"/>
          </ac:graphicFrameMkLst>
        </pc:graphicFrameChg>
      </pc:sldChg>
      <pc:sldChg chg="addSp delSp modSp new ord">
        <pc:chgData name="Amy C Gessert" userId="S::amy.gessert@umb.edu::959649af-45c5-487c-aa74-829e1b24d524" providerId="AD" clId="Web-{E1C6AEDB-7646-792C-B3E5-2A5E87C0977B}" dt="2025-03-19T16:19:31.821" v="4"/>
        <pc:sldMkLst>
          <pc:docMk/>
          <pc:sldMk cId="1297300702" sldId="264"/>
        </pc:sldMkLst>
        <pc:picChg chg="add del mod">
          <ac:chgData name="Amy C Gessert" userId="S::amy.gessert@umb.edu::959649af-45c5-487c-aa74-829e1b24d524" providerId="AD" clId="Web-{E1C6AEDB-7646-792C-B3E5-2A5E87C0977B}" dt="2025-03-19T16:19:25.289" v="3"/>
          <ac:picMkLst>
            <pc:docMk/>
            <pc:sldMk cId="1297300702" sldId="264"/>
            <ac:picMk id="2" creationId="{63B027FB-A293-0242-BCD6-3EE522565E9A}"/>
          </ac:picMkLst>
        </pc:picChg>
        <pc:picChg chg="add mod">
          <ac:chgData name="Amy C Gessert" userId="S::amy.gessert@umb.edu::959649af-45c5-487c-aa74-829e1b24d524" providerId="AD" clId="Web-{E1C6AEDB-7646-792C-B3E5-2A5E87C0977B}" dt="2025-03-19T16:19:31.821" v="4"/>
          <ac:picMkLst>
            <pc:docMk/>
            <pc:sldMk cId="1297300702" sldId="264"/>
            <ac:picMk id="3" creationId="{B8988FFC-E419-5B1E-45A8-0BE5B1B1B13D}"/>
          </ac:picMkLst>
        </pc:picChg>
      </pc:sldChg>
    </pc:docChg>
  </pc:docChgLst>
  <pc:docChgLst>
    <pc:chgData name="Don Lavin" userId="S::strengthsatwork_gmail.com#ext#@liveumb.onmicrosoft.com::83d6a1c4-513e-4dc7-8cf5-7a0b479f1b48" providerId="AD" clId="Web-{880138E3-46B3-DA48-95BC-AB0CF5B3C70A}"/>
    <pc:docChg chg="modSld">
      <pc:chgData name="Don Lavin" userId="S::strengthsatwork_gmail.com#ext#@liveumb.onmicrosoft.com::83d6a1c4-513e-4dc7-8cf5-7a0b479f1b48" providerId="AD" clId="Web-{880138E3-46B3-DA48-95BC-AB0CF5B3C70A}" dt="2025-03-19T19:23:40.538" v="219" actId="20577"/>
      <pc:docMkLst>
        <pc:docMk/>
      </pc:docMkLst>
      <pc:sldChg chg="modSp">
        <pc:chgData name="Don Lavin" userId="S::strengthsatwork_gmail.com#ext#@liveumb.onmicrosoft.com::83d6a1c4-513e-4dc7-8cf5-7a0b479f1b48" providerId="AD" clId="Web-{880138E3-46B3-DA48-95BC-AB0CF5B3C70A}" dt="2025-03-19T19:23:40.538" v="219" actId="20577"/>
        <pc:sldMkLst>
          <pc:docMk/>
          <pc:sldMk cId="1002497974" sldId="258"/>
        </pc:sldMkLst>
        <pc:spChg chg="mod">
          <ac:chgData name="Don Lavin" userId="S::strengthsatwork_gmail.com#ext#@liveumb.onmicrosoft.com::83d6a1c4-513e-4dc7-8cf5-7a0b479f1b48" providerId="AD" clId="Web-{880138E3-46B3-DA48-95BC-AB0CF5B3C70A}" dt="2025-03-19T19:23:40.538" v="219" actId="20577"/>
          <ac:spMkLst>
            <pc:docMk/>
            <pc:sldMk cId="1002497974" sldId="258"/>
            <ac:spMk id="9" creationId="{32B3E785-BB8C-5AEA-86AB-18ABC56C2902}"/>
          </ac:spMkLst>
        </pc:spChg>
      </pc:sldChg>
      <pc:sldChg chg="addSp delSp modSp">
        <pc:chgData name="Don Lavin" userId="S::strengthsatwork_gmail.com#ext#@liveumb.onmicrosoft.com::83d6a1c4-513e-4dc7-8cf5-7a0b479f1b48" providerId="AD" clId="Web-{880138E3-46B3-DA48-95BC-AB0CF5B3C70A}" dt="2025-03-19T19:14:37.238" v="99" actId="14100"/>
        <pc:sldMkLst>
          <pc:docMk/>
          <pc:sldMk cId="3828755508" sldId="259"/>
        </pc:sldMkLst>
        <pc:spChg chg="add mod">
          <ac:chgData name="Don Lavin" userId="S::strengthsatwork_gmail.com#ext#@liveumb.onmicrosoft.com::83d6a1c4-513e-4dc7-8cf5-7a0b479f1b48" providerId="AD" clId="Web-{880138E3-46B3-DA48-95BC-AB0CF5B3C70A}" dt="2025-03-19T19:13:58.910" v="97" actId="14100"/>
          <ac:spMkLst>
            <pc:docMk/>
            <pc:sldMk cId="3828755508" sldId="259"/>
            <ac:spMk id="3" creationId="{AEFA68FA-2D95-A133-45E2-6F928E0EB9D3}"/>
          </ac:spMkLst>
        </pc:spChg>
        <pc:spChg chg="add del mod">
          <ac:chgData name="Don Lavin" userId="S::strengthsatwork_gmail.com#ext#@liveumb.onmicrosoft.com::83d6a1c4-513e-4dc7-8cf5-7a0b479f1b48" providerId="AD" clId="Web-{880138E3-46B3-DA48-95BC-AB0CF5B3C70A}" dt="2025-03-19T19:09:40.519" v="9"/>
          <ac:spMkLst>
            <pc:docMk/>
            <pc:sldMk cId="3828755508" sldId="259"/>
            <ac:spMk id="5" creationId="{5B3E5E60-E66D-EED4-63F6-6B18223F1271}"/>
          </ac:spMkLst>
        </pc:spChg>
        <pc:spChg chg="add mod">
          <ac:chgData name="Don Lavin" userId="S::strengthsatwork_gmail.com#ext#@liveumb.onmicrosoft.com::83d6a1c4-513e-4dc7-8cf5-7a0b479f1b48" providerId="AD" clId="Web-{880138E3-46B3-DA48-95BC-AB0CF5B3C70A}" dt="2025-03-19T19:13:37.160" v="94" actId="14100"/>
          <ac:spMkLst>
            <pc:docMk/>
            <pc:sldMk cId="3828755508" sldId="259"/>
            <ac:spMk id="7" creationId="{5CB0B181-B46E-B0EE-64F8-044CB803DB97}"/>
          </ac:spMkLst>
        </pc:spChg>
        <pc:cxnChg chg="mod">
          <ac:chgData name="Don Lavin" userId="S::strengthsatwork_gmail.com#ext#@liveumb.onmicrosoft.com::83d6a1c4-513e-4dc7-8cf5-7a0b479f1b48" providerId="AD" clId="Web-{880138E3-46B3-DA48-95BC-AB0CF5B3C70A}" dt="2025-03-19T19:14:37.238" v="99" actId="14100"/>
          <ac:cxnSpMkLst>
            <pc:docMk/>
            <pc:sldMk cId="3828755508" sldId="259"/>
            <ac:cxnSpMk id="48" creationId="{7DAB6989-6A55-6C94-6E6E-EE6AA5507BF9}"/>
          </ac:cxnSpMkLst>
        </pc:cxnChg>
      </pc:sldChg>
      <pc:sldChg chg="modSp">
        <pc:chgData name="Don Lavin" userId="S::strengthsatwork_gmail.com#ext#@liveumb.onmicrosoft.com::83d6a1c4-513e-4dc7-8cf5-7a0b479f1b48" providerId="AD" clId="Web-{880138E3-46B3-DA48-95BC-AB0CF5B3C70A}" dt="2025-03-19T19:16:05.036" v="113" actId="20577"/>
        <pc:sldMkLst>
          <pc:docMk/>
          <pc:sldMk cId="1529278927" sldId="260"/>
        </pc:sldMkLst>
        <pc:spChg chg="mod">
          <ac:chgData name="Don Lavin" userId="S::strengthsatwork_gmail.com#ext#@liveumb.onmicrosoft.com::83d6a1c4-513e-4dc7-8cf5-7a0b479f1b48" providerId="AD" clId="Web-{880138E3-46B3-DA48-95BC-AB0CF5B3C70A}" dt="2025-03-19T19:15:16.176" v="103" actId="20577"/>
          <ac:spMkLst>
            <pc:docMk/>
            <pc:sldMk cId="1529278927" sldId="260"/>
            <ac:spMk id="3" creationId="{39917F9F-A100-C174-E28C-0ACA6CFB2A32}"/>
          </ac:spMkLst>
        </pc:spChg>
        <pc:spChg chg="mod">
          <ac:chgData name="Don Lavin" userId="S::strengthsatwork_gmail.com#ext#@liveumb.onmicrosoft.com::83d6a1c4-513e-4dc7-8cf5-7a0b479f1b48" providerId="AD" clId="Web-{880138E3-46B3-DA48-95BC-AB0CF5B3C70A}" dt="2025-03-19T19:15:52.661" v="107" actId="20577"/>
          <ac:spMkLst>
            <pc:docMk/>
            <pc:sldMk cId="1529278927" sldId="260"/>
            <ac:spMk id="8" creationId="{6F38009E-54EF-DAD7-B8A6-C4828FE8A336}"/>
          </ac:spMkLst>
        </pc:spChg>
        <pc:spChg chg="mod">
          <ac:chgData name="Don Lavin" userId="S::strengthsatwork_gmail.com#ext#@liveumb.onmicrosoft.com::83d6a1c4-513e-4dc7-8cf5-7a0b479f1b48" providerId="AD" clId="Web-{880138E3-46B3-DA48-95BC-AB0CF5B3C70A}" dt="2025-03-19T19:16:05.036" v="113" actId="20577"/>
          <ac:spMkLst>
            <pc:docMk/>
            <pc:sldMk cId="1529278927" sldId="260"/>
            <ac:spMk id="9" creationId="{9C7CBE74-9FC5-9A01-086C-A87AD64F4534}"/>
          </ac:spMkLst>
        </pc:spChg>
      </pc:sldChg>
    </pc:docChg>
  </pc:docChgLst>
  <pc:docChgLst>
    <pc:chgData name="Amy C Gessert" userId="S::amy.gessert@umb.edu::959649af-45c5-487c-aa74-829e1b24d524" providerId="AD" clId="Web-{919DE57A-62BF-DB78-795E-364915FA38B6}"/>
    <pc:docChg chg="delSld modSld">
      <pc:chgData name="Amy C Gessert" userId="S::amy.gessert@umb.edu::959649af-45c5-487c-aa74-829e1b24d524" providerId="AD" clId="Web-{919DE57A-62BF-DB78-795E-364915FA38B6}" dt="2025-03-19T18:41:51.560" v="589" actId="20577"/>
      <pc:docMkLst>
        <pc:docMk/>
      </pc:docMkLst>
      <pc:sldChg chg="addSp delSp modSp">
        <pc:chgData name="Amy C Gessert" userId="S::amy.gessert@umb.edu::959649af-45c5-487c-aa74-829e1b24d524" providerId="AD" clId="Web-{919DE57A-62BF-DB78-795E-364915FA38B6}" dt="2025-03-19T18:34:03.752" v="573" actId="14100"/>
        <pc:sldMkLst>
          <pc:docMk/>
          <pc:sldMk cId="1002497974" sldId="258"/>
        </pc:sldMkLst>
        <pc:spChg chg="add mod">
          <ac:chgData name="Amy C Gessert" userId="S::amy.gessert@umb.edu::959649af-45c5-487c-aa74-829e1b24d524" providerId="AD" clId="Web-{919DE57A-62BF-DB78-795E-364915FA38B6}" dt="2025-03-19T18:27:35.367" v="318" actId="1076"/>
          <ac:spMkLst>
            <pc:docMk/>
            <pc:sldMk cId="1002497974" sldId="258"/>
            <ac:spMk id="2" creationId="{D0B02E05-E1FB-B312-7E64-BFDB795AB2B6}"/>
          </ac:spMkLst>
        </pc:spChg>
        <pc:spChg chg="del">
          <ac:chgData name="Amy C Gessert" userId="S::amy.gessert@umb.edu::959649af-45c5-487c-aa74-829e1b24d524" providerId="AD" clId="Web-{919DE57A-62BF-DB78-795E-364915FA38B6}" dt="2025-03-19T18:33:53.236" v="571"/>
          <ac:spMkLst>
            <pc:docMk/>
            <pc:sldMk cId="1002497974" sldId="258"/>
            <ac:spMk id="7" creationId="{3C346B5E-8964-9C4F-CA4F-16BA1D6C9617}"/>
          </ac:spMkLst>
        </pc:spChg>
        <pc:spChg chg="mod">
          <ac:chgData name="Amy C Gessert" userId="S::amy.gessert@umb.edu::959649af-45c5-487c-aa74-829e1b24d524" providerId="AD" clId="Web-{919DE57A-62BF-DB78-795E-364915FA38B6}" dt="2025-03-19T18:34:03.752" v="573" actId="14100"/>
          <ac:spMkLst>
            <pc:docMk/>
            <pc:sldMk cId="1002497974" sldId="258"/>
            <ac:spMk id="9" creationId="{32B3E785-BB8C-5AEA-86AB-18ABC56C2902}"/>
          </ac:spMkLst>
        </pc:spChg>
      </pc:sldChg>
      <pc:sldChg chg="addSp delSp modSp modCm">
        <pc:chgData name="Amy C Gessert" userId="S::amy.gessert@umb.edu::959649af-45c5-487c-aa74-829e1b24d524" providerId="AD" clId="Web-{919DE57A-62BF-DB78-795E-364915FA38B6}" dt="2025-03-19T18:41:51.560" v="589" actId="20577"/>
        <pc:sldMkLst>
          <pc:docMk/>
          <pc:sldMk cId="3828755508" sldId="259"/>
        </pc:sldMkLst>
        <pc:spChg chg="add mod">
          <ac:chgData name="Amy C Gessert" userId="S::amy.gessert@umb.edu::959649af-45c5-487c-aa74-829e1b24d524" providerId="AD" clId="Web-{919DE57A-62BF-DB78-795E-364915FA38B6}" dt="2025-03-19T18:27:50.758" v="320" actId="1076"/>
          <ac:spMkLst>
            <pc:docMk/>
            <pc:sldMk cId="3828755508" sldId="259"/>
            <ac:spMk id="4" creationId="{AB67B1D6-5ED4-9DDE-E71D-52EE90819D77}"/>
          </ac:spMkLst>
        </pc:spChg>
        <pc:spChg chg="mod">
          <ac:chgData name="Amy C Gessert" userId="S::amy.gessert@umb.edu::959649af-45c5-487c-aa74-829e1b24d524" providerId="AD" clId="Web-{919DE57A-62BF-DB78-795E-364915FA38B6}" dt="2025-03-19T18:22:32.703" v="187" actId="20577"/>
          <ac:spMkLst>
            <pc:docMk/>
            <pc:sldMk cId="3828755508" sldId="259"/>
            <ac:spMk id="15" creationId="{145073A9-264C-9150-8501-60B866363429}"/>
          </ac:spMkLst>
        </pc:spChg>
        <pc:spChg chg="del mod">
          <ac:chgData name="Amy C Gessert" userId="S::amy.gessert@umb.edu::959649af-45c5-487c-aa74-829e1b24d524" providerId="AD" clId="Web-{919DE57A-62BF-DB78-795E-364915FA38B6}" dt="2025-03-19T18:23:17.766" v="227"/>
          <ac:spMkLst>
            <pc:docMk/>
            <pc:sldMk cId="3828755508" sldId="259"/>
            <ac:spMk id="17" creationId="{362B5F1A-8C6D-B9AD-D61B-63BC7711CB99}"/>
          </ac:spMkLst>
        </pc:spChg>
        <pc:spChg chg="mod">
          <ac:chgData name="Amy C Gessert" userId="S::amy.gessert@umb.edu::959649af-45c5-487c-aa74-829e1b24d524" providerId="AD" clId="Web-{919DE57A-62BF-DB78-795E-364915FA38B6}" dt="2025-03-19T18:25:10.832" v="277" actId="14100"/>
          <ac:spMkLst>
            <pc:docMk/>
            <pc:sldMk cId="3828755508" sldId="259"/>
            <ac:spMk id="18" creationId="{E43E2F75-2337-F265-2BA7-ED2D889A636A}"/>
          </ac:spMkLst>
        </pc:spChg>
        <pc:spChg chg="mod">
          <ac:chgData name="Amy C Gessert" userId="S::amy.gessert@umb.edu::959649af-45c5-487c-aa74-829e1b24d524" providerId="AD" clId="Web-{919DE57A-62BF-DB78-795E-364915FA38B6}" dt="2025-03-19T18:25:59.849" v="278" actId="1076"/>
          <ac:spMkLst>
            <pc:docMk/>
            <pc:sldMk cId="3828755508" sldId="259"/>
            <ac:spMk id="21" creationId="{E7FB7097-E75F-8528-3E41-7F397DD08D2A}"/>
          </ac:spMkLst>
        </pc:spChg>
        <pc:spChg chg="mod">
          <ac:chgData name="Amy C Gessert" userId="S::amy.gessert@umb.edu::959649af-45c5-487c-aa74-829e1b24d524" providerId="AD" clId="Web-{919DE57A-62BF-DB78-795E-364915FA38B6}" dt="2025-03-19T18:41:25.247" v="586" actId="1076"/>
          <ac:spMkLst>
            <pc:docMk/>
            <pc:sldMk cId="3828755508" sldId="259"/>
            <ac:spMk id="22" creationId="{1B30F7FB-0E69-139C-FE14-21C00B729783}"/>
          </ac:spMkLst>
        </pc:spChg>
        <pc:spChg chg="mod">
          <ac:chgData name="Amy C Gessert" userId="S::amy.gessert@umb.edu::959649af-45c5-487c-aa74-829e1b24d524" providerId="AD" clId="Web-{919DE57A-62BF-DB78-795E-364915FA38B6}" dt="2025-03-19T18:41:51.560" v="589" actId="20577"/>
          <ac:spMkLst>
            <pc:docMk/>
            <pc:sldMk cId="3828755508" sldId="259"/>
            <ac:spMk id="23" creationId="{136AC1C6-FB04-E438-1EBA-5713EF1D8AC1}"/>
          </ac:spMkLst>
        </pc:spChg>
        <pc:cxnChg chg="mod">
          <ac:chgData name="Amy C Gessert" userId="S::amy.gessert@umb.edu::959649af-45c5-487c-aa74-829e1b24d524" providerId="AD" clId="Web-{919DE57A-62BF-DB78-795E-364915FA38B6}" dt="2025-03-19T18:26:33.740" v="291" actId="14100"/>
          <ac:cxnSpMkLst>
            <pc:docMk/>
            <pc:sldMk cId="3828755508" sldId="259"/>
            <ac:cxnSpMk id="48" creationId="{7DAB6989-6A55-6C94-6E6E-EE6AA5507BF9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my C Gessert" userId="S::amy.gessert@umb.edu::959649af-45c5-487c-aa74-829e1b24d524" providerId="AD" clId="Web-{919DE57A-62BF-DB78-795E-364915FA38B6}" dt="2025-03-19T18:26:14.974" v="288" actId="20577"/>
              <pc2:cmMkLst xmlns:pc2="http://schemas.microsoft.com/office/powerpoint/2019/9/main/command">
                <pc:docMk/>
                <pc:sldMk cId="3828755508" sldId="259"/>
                <pc2:cmMk id="{D3776D6F-63D8-4348-B244-EDDBBBB3252E}"/>
              </pc2:cmMkLst>
            </pc226:cmChg>
          </p:ext>
        </pc:extLst>
      </pc:sldChg>
      <pc:sldChg chg="delSp modSp">
        <pc:chgData name="Amy C Gessert" userId="S::amy.gessert@umb.edu::959649af-45c5-487c-aa74-829e1b24d524" providerId="AD" clId="Web-{919DE57A-62BF-DB78-795E-364915FA38B6}" dt="2025-03-19T18:29:24.588" v="336" actId="14100"/>
        <pc:sldMkLst>
          <pc:docMk/>
          <pc:sldMk cId="1529278927" sldId="260"/>
        </pc:sldMkLst>
        <pc:spChg chg="mod">
          <ac:chgData name="Amy C Gessert" userId="S::amy.gessert@umb.edu::959649af-45c5-487c-aa74-829e1b24d524" providerId="AD" clId="Web-{919DE57A-62BF-DB78-795E-364915FA38B6}" dt="2025-03-19T18:29:24.588" v="336" actId="14100"/>
          <ac:spMkLst>
            <pc:docMk/>
            <pc:sldMk cId="1529278927" sldId="260"/>
            <ac:spMk id="2" creationId="{BEB70E53-928C-DAA1-2B8B-3862ED1D26C0}"/>
          </ac:spMkLst>
        </pc:spChg>
        <pc:spChg chg="mod">
          <ac:chgData name="Amy C Gessert" userId="S::amy.gessert@umb.edu::959649af-45c5-487c-aa74-829e1b24d524" providerId="AD" clId="Web-{919DE57A-62BF-DB78-795E-364915FA38B6}" dt="2025-03-19T18:29:01.603" v="332" actId="14100"/>
          <ac:spMkLst>
            <pc:docMk/>
            <pc:sldMk cId="1529278927" sldId="260"/>
            <ac:spMk id="3" creationId="{39917F9F-A100-C174-E28C-0ACA6CFB2A32}"/>
          </ac:spMkLst>
        </pc:spChg>
        <pc:spChg chg="mod">
          <ac:chgData name="Amy C Gessert" userId="S::amy.gessert@umb.edu::959649af-45c5-487c-aa74-829e1b24d524" providerId="AD" clId="Web-{919DE57A-62BF-DB78-795E-364915FA38B6}" dt="2025-03-19T18:28:01.399" v="322" actId="1076"/>
          <ac:spMkLst>
            <pc:docMk/>
            <pc:sldMk cId="1529278927" sldId="260"/>
            <ac:spMk id="5" creationId="{47254FD6-B06C-0111-FA49-46DB1790951E}"/>
          </ac:spMkLst>
        </pc:spChg>
        <pc:spChg chg="mod">
          <ac:chgData name="Amy C Gessert" userId="S::amy.gessert@umb.edu::959649af-45c5-487c-aa74-829e1b24d524" providerId="AD" clId="Web-{919DE57A-62BF-DB78-795E-364915FA38B6}" dt="2025-03-19T18:28:59.041" v="331" actId="14100"/>
          <ac:spMkLst>
            <pc:docMk/>
            <pc:sldMk cId="1529278927" sldId="260"/>
            <ac:spMk id="8" creationId="{6F38009E-54EF-DAD7-B8A6-C4828FE8A336}"/>
          </ac:spMkLst>
        </pc:spChg>
        <pc:spChg chg="mod">
          <ac:chgData name="Amy C Gessert" userId="S::amy.gessert@umb.edu::959649af-45c5-487c-aa74-829e1b24d524" providerId="AD" clId="Web-{919DE57A-62BF-DB78-795E-364915FA38B6}" dt="2025-03-19T18:28:57.556" v="330" actId="14100"/>
          <ac:spMkLst>
            <pc:docMk/>
            <pc:sldMk cId="1529278927" sldId="260"/>
            <ac:spMk id="9" creationId="{9C7CBE74-9FC5-9A01-086C-A87AD64F4534}"/>
          </ac:spMkLst>
        </pc:spChg>
        <pc:spChg chg="del">
          <ac:chgData name="Amy C Gessert" userId="S::amy.gessert@umb.edu::959649af-45c5-487c-aa74-829e1b24d524" providerId="AD" clId="Web-{919DE57A-62BF-DB78-795E-364915FA38B6}" dt="2025-03-19T18:23:27.892" v="228"/>
          <ac:spMkLst>
            <pc:docMk/>
            <pc:sldMk cId="1529278927" sldId="260"/>
            <ac:spMk id="19" creationId="{342F339F-5A13-9D77-3725-40D735E84786}"/>
          </ac:spMkLst>
        </pc:spChg>
        <pc:picChg chg="mod">
          <ac:chgData name="Amy C Gessert" userId="S::amy.gessert@umb.edu::959649af-45c5-487c-aa74-829e1b24d524" providerId="AD" clId="Web-{919DE57A-62BF-DB78-795E-364915FA38B6}" dt="2025-03-19T18:27:56.867" v="321" actId="1076"/>
          <ac:picMkLst>
            <pc:docMk/>
            <pc:sldMk cId="1529278927" sldId="260"/>
            <ac:picMk id="6" creationId="{68C128F7-20F4-F278-39A3-94CB17833876}"/>
          </ac:picMkLst>
        </pc:picChg>
        <pc:cxnChg chg="mod">
          <ac:chgData name="Amy C Gessert" userId="S::amy.gessert@umb.edu::959649af-45c5-487c-aa74-829e1b24d524" providerId="AD" clId="Web-{919DE57A-62BF-DB78-795E-364915FA38B6}" dt="2025-03-19T18:29:09.479" v="335" actId="14100"/>
          <ac:cxnSpMkLst>
            <pc:docMk/>
            <pc:sldMk cId="1529278927" sldId="260"/>
            <ac:cxnSpMk id="11" creationId="{F80289C7-83EE-333D-B17A-A83BEAF58EAD}"/>
          </ac:cxnSpMkLst>
        </pc:cxnChg>
        <pc:cxnChg chg="mod">
          <ac:chgData name="Amy C Gessert" userId="S::amy.gessert@umb.edu::959649af-45c5-487c-aa74-829e1b24d524" providerId="AD" clId="Web-{919DE57A-62BF-DB78-795E-364915FA38B6}" dt="2025-03-19T18:29:06.932" v="334" actId="1076"/>
          <ac:cxnSpMkLst>
            <pc:docMk/>
            <pc:sldMk cId="1529278927" sldId="260"/>
            <ac:cxnSpMk id="13" creationId="{64D3565B-9C19-D94F-4182-EA78D1947B72}"/>
          </ac:cxnSpMkLst>
        </pc:cxnChg>
        <pc:cxnChg chg="mod">
          <ac:chgData name="Amy C Gessert" userId="S::amy.gessert@umb.edu::959649af-45c5-487c-aa74-829e1b24d524" providerId="AD" clId="Web-{919DE57A-62BF-DB78-795E-364915FA38B6}" dt="2025-03-19T18:29:04.369" v="333" actId="14100"/>
          <ac:cxnSpMkLst>
            <pc:docMk/>
            <pc:sldMk cId="1529278927" sldId="260"/>
            <ac:cxnSpMk id="16" creationId="{5F7CBDBD-2E44-123D-91BD-CC59C0EA1909}"/>
          </ac:cxnSpMkLst>
        </pc:cxnChg>
      </pc:sldChg>
      <pc:sldChg chg="delSp modSp">
        <pc:chgData name="Amy C Gessert" userId="S::amy.gessert@umb.edu::959649af-45c5-487c-aa74-829e1b24d524" providerId="AD" clId="Web-{919DE57A-62BF-DB78-795E-364915FA38B6}" dt="2025-03-19T18:40:39.027" v="582" actId="20577"/>
        <pc:sldMkLst>
          <pc:docMk/>
          <pc:sldMk cId="3651243675" sldId="261"/>
        </pc:sldMkLst>
        <pc:spChg chg="del">
          <ac:chgData name="Amy C Gessert" userId="S::amy.gessert@umb.edu::959649af-45c5-487c-aa74-829e1b24d524" providerId="AD" clId="Web-{919DE57A-62BF-DB78-795E-364915FA38B6}" dt="2025-03-19T18:18:09.884" v="110"/>
          <ac:spMkLst>
            <pc:docMk/>
            <pc:sldMk cId="3651243675" sldId="261"/>
            <ac:spMk id="2" creationId="{E7A33756-5D1C-231C-C931-C129D5DD9B12}"/>
          </ac:spMkLst>
        </pc:spChg>
        <pc:spChg chg="del">
          <ac:chgData name="Amy C Gessert" userId="S::amy.gessert@umb.edu::959649af-45c5-487c-aa74-829e1b24d524" providerId="AD" clId="Web-{919DE57A-62BF-DB78-795E-364915FA38B6}" dt="2025-03-19T18:18:13.259" v="111"/>
          <ac:spMkLst>
            <pc:docMk/>
            <pc:sldMk cId="3651243675" sldId="261"/>
            <ac:spMk id="3" creationId="{5F3DD578-84AA-2A0D-D578-6E96B525E747}"/>
          </ac:spMkLst>
        </pc:spChg>
        <pc:spChg chg="mod">
          <ac:chgData name="Amy C Gessert" userId="S::amy.gessert@umb.edu::959649af-45c5-487c-aa74-829e1b24d524" providerId="AD" clId="Web-{919DE57A-62BF-DB78-795E-364915FA38B6}" dt="2025-03-19T18:40:39.027" v="582" actId="20577"/>
          <ac:spMkLst>
            <pc:docMk/>
            <pc:sldMk cId="3651243675" sldId="261"/>
            <ac:spMk id="4" creationId="{7E28B2E9-58E2-AF67-E2C6-ACADC62BD3DB}"/>
          </ac:spMkLst>
        </pc:spChg>
        <pc:spChg chg="mod">
          <ac:chgData name="Amy C Gessert" userId="S::amy.gessert@umb.edu::959649af-45c5-487c-aa74-829e1b24d524" providerId="AD" clId="Web-{919DE57A-62BF-DB78-795E-364915FA38B6}" dt="2025-03-19T18:36:30.412" v="578" actId="20577"/>
          <ac:spMkLst>
            <pc:docMk/>
            <pc:sldMk cId="3651243675" sldId="261"/>
            <ac:spMk id="6" creationId="{FD8338AC-F717-5BAC-208A-C955DCBCC44F}"/>
          </ac:spMkLst>
        </pc:spChg>
        <pc:spChg chg="del">
          <ac:chgData name="Amy C Gessert" userId="S::amy.gessert@umb.edu::959649af-45c5-487c-aa74-829e1b24d524" providerId="AD" clId="Web-{919DE57A-62BF-DB78-795E-364915FA38B6}" dt="2025-03-19T18:18:06.915" v="109"/>
          <ac:spMkLst>
            <pc:docMk/>
            <pc:sldMk cId="3651243675" sldId="261"/>
            <ac:spMk id="98" creationId="{DB353CC0-D3CC-D8AF-B123-6F7DCF561115}"/>
          </ac:spMkLst>
        </pc:spChg>
        <pc:spChg chg="mod">
          <ac:chgData name="Amy C Gessert" userId="S::amy.gessert@umb.edu::959649af-45c5-487c-aa74-829e1b24d524" providerId="AD" clId="Web-{919DE57A-62BF-DB78-795E-364915FA38B6}" dt="2025-03-19T18:12:10.859" v="24" actId="20577"/>
          <ac:spMkLst>
            <pc:docMk/>
            <pc:sldMk cId="3651243675" sldId="261"/>
            <ac:spMk id="99" creationId="{BE5C1BF4-D787-37E5-FC3B-1D80F77A34D2}"/>
          </ac:spMkLst>
        </pc:spChg>
        <pc:graphicFrameChg chg="modGraphic">
          <ac:chgData name="Amy C Gessert" userId="S::amy.gessert@umb.edu::959649af-45c5-487c-aa74-829e1b24d524" providerId="AD" clId="Web-{919DE57A-62BF-DB78-795E-364915FA38B6}" dt="2025-03-19T18:19:10.557" v="133" actId="20577"/>
          <ac:graphicFrameMkLst>
            <pc:docMk/>
            <pc:sldMk cId="3651243675" sldId="261"/>
            <ac:graphicFrameMk id="5" creationId="{700DAC64-03D6-6A2F-165F-8ACC4E840BF7}"/>
          </ac:graphicFrameMkLst>
        </pc:graphicFrameChg>
      </pc:sldChg>
      <pc:sldChg chg="del">
        <pc:chgData name="Amy C Gessert" userId="S::amy.gessert@umb.edu::959649af-45c5-487c-aa74-829e1b24d524" providerId="AD" clId="Web-{919DE57A-62BF-DB78-795E-364915FA38B6}" dt="2025-03-19T18:34:53.300" v="575"/>
        <pc:sldMkLst>
          <pc:docMk/>
          <pc:sldMk cId="2349172231" sldId="262"/>
        </pc:sldMkLst>
      </pc:sldChg>
      <pc:sldChg chg="del">
        <pc:chgData name="Amy C Gessert" userId="S::amy.gessert@umb.edu::959649af-45c5-487c-aa74-829e1b24d524" providerId="AD" clId="Web-{919DE57A-62BF-DB78-795E-364915FA38B6}" dt="2025-03-19T18:34:54.753" v="576"/>
        <pc:sldMkLst>
          <pc:docMk/>
          <pc:sldMk cId="989967111" sldId="263"/>
        </pc:sldMkLst>
      </pc:sldChg>
      <pc:sldChg chg="del">
        <pc:chgData name="Amy C Gessert" userId="S::amy.gessert@umb.edu::959649af-45c5-487c-aa74-829e1b24d524" providerId="AD" clId="Web-{919DE57A-62BF-DB78-795E-364915FA38B6}" dt="2025-03-19T18:34:43.003" v="574"/>
        <pc:sldMkLst>
          <pc:docMk/>
          <pc:sldMk cId="1297300702" sldId="264"/>
        </pc:sldMkLst>
      </pc:sldChg>
    </pc:docChg>
  </pc:docChgLst>
  <pc:docChgLst>
    <pc:chgData name="Amy C Gessert" userId="S::amy.gessert@umb.edu::959649af-45c5-487c-aa74-829e1b24d524" providerId="AD" clId="Web-{8AEDA496-014C-453D-C00D-CA1FD2A216AE}"/>
    <pc:docChg chg="mod addSld modSld">
      <pc:chgData name="Amy C Gessert" userId="S::amy.gessert@umb.edu::959649af-45c5-487c-aa74-829e1b24d524" providerId="AD" clId="Web-{8AEDA496-014C-453D-C00D-CA1FD2A216AE}" dt="2025-03-12T15:39:07.001" v="214" actId="14100"/>
      <pc:docMkLst>
        <pc:docMk/>
      </pc:docMkLst>
      <pc:sldChg chg="modSp">
        <pc:chgData name="Amy C Gessert" userId="S::amy.gessert@umb.edu::959649af-45c5-487c-aa74-829e1b24d524" providerId="AD" clId="Web-{8AEDA496-014C-453D-C00D-CA1FD2A216AE}" dt="2025-03-12T14:28:13.651" v="2" actId="20577"/>
        <pc:sldMkLst>
          <pc:docMk/>
          <pc:sldMk cId="1002497974" sldId="258"/>
        </pc:sldMkLst>
        <pc:spChg chg="mod">
          <ac:chgData name="Amy C Gessert" userId="S::amy.gessert@umb.edu::959649af-45c5-487c-aa74-829e1b24d524" providerId="AD" clId="Web-{8AEDA496-014C-453D-C00D-CA1FD2A216AE}" dt="2025-03-12T14:28:13.651" v="2" actId="20577"/>
          <ac:spMkLst>
            <pc:docMk/>
            <pc:sldMk cId="1002497974" sldId="258"/>
            <ac:spMk id="9" creationId="{32B3E785-BB8C-5AEA-86AB-18ABC56C2902}"/>
          </ac:spMkLst>
        </pc:spChg>
      </pc:sldChg>
      <pc:sldChg chg="addSp modSp new">
        <pc:chgData name="Amy C Gessert" userId="S::amy.gessert@umb.edu::959649af-45c5-487c-aa74-829e1b24d524" providerId="AD" clId="Web-{8AEDA496-014C-453D-C00D-CA1FD2A216AE}" dt="2025-03-12T15:36:51.977" v="184" actId="20577"/>
        <pc:sldMkLst>
          <pc:docMk/>
          <pc:sldMk cId="3651243675" sldId="261"/>
        </pc:sldMkLst>
        <pc:spChg chg="add mod">
          <ac:chgData name="Amy C Gessert" userId="S::amy.gessert@umb.edu::959649af-45c5-487c-aa74-829e1b24d524" providerId="AD" clId="Web-{8AEDA496-014C-453D-C00D-CA1FD2A216AE}" dt="2025-03-12T15:25:28.421" v="63" actId="20577"/>
          <ac:spMkLst>
            <pc:docMk/>
            <pc:sldMk cId="3651243675" sldId="261"/>
            <ac:spMk id="2" creationId="{E7A33756-5D1C-231C-C931-C129D5DD9B12}"/>
          </ac:spMkLst>
        </pc:spChg>
        <pc:spChg chg="add mod">
          <ac:chgData name="Amy C Gessert" userId="S::amy.gessert@umb.edu::959649af-45c5-487c-aa74-829e1b24d524" providerId="AD" clId="Web-{8AEDA496-014C-453D-C00D-CA1FD2A216AE}" dt="2025-03-12T15:35:43.333" v="178" actId="20577"/>
          <ac:spMkLst>
            <pc:docMk/>
            <pc:sldMk cId="3651243675" sldId="261"/>
            <ac:spMk id="3" creationId="{5F3DD578-84AA-2A0D-D578-6E96B525E747}"/>
          </ac:spMkLst>
        </pc:spChg>
        <pc:spChg chg="add mod">
          <ac:chgData name="Amy C Gessert" userId="S::amy.gessert@umb.edu::959649af-45c5-487c-aa74-829e1b24d524" providerId="AD" clId="Web-{8AEDA496-014C-453D-C00D-CA1FD2A216AE}" dt="2025-03-12T15:32:04.445" v="71" actId="20577"/>
          <ac:spMkLst>
            <pc:docMk/>
            <pc:sldMk cId="3651243675" sldId="261"/>
            <ac:spMk id="4" creationId="{7E28B2E9-58E2-AF67-E2C6-ACADC62BD3DB}"/>
          </ac:spMkLst>
        </pc:spChg>
        <pc:spChg chg="add mod">
          <ac:chgData name="Amy C Gessert" userId="S::amy.gessert@umb.edu::959649af-45c5-487c-aa74-829e1b24d524" providerId="AD" clId="Web-{8AEDA496-014C-453D-C00D-CA1FD2A216AE}" dt="2025-03-12T15:32:35.493" v="96" actId="20577"/>
          <ac:spMkLst>
            <pc:docMk/>
            <pc:sldMk cId="3651243675" sldId="261"/>
            <ac:spMk id="6" creationId="{FD8338AC-F717-5BAC-208A-C955DCBCC44F}"/>
          </ac:spMkLst>
        </pc:spChg>
        <pc:spChg chg="add mod">
          <ac:chgData name="Amy C Gessert" userId="S::amy.gessert@umb.edu::959649af-45c5-487c-aa74-829e1b24d524" providerId="AD" clId="Web-{8AEDA496-014C-453D-C00D-CA1FD2A216AE}" dt="2025-03-12T15:31:57.397" v="69" actId="1076"/>
          <ac:spMkLst>
            <pc:docMk/>
            <pc:sldMk cId="3651243675" sldId="261"/>
            <ac:spMk id="7" creationId="{A4EED436-105D-4580-9EE5-8DE434F99406}"/>
          </ac:spMkLst>
        </pc:spChg>
        <pc:graphicFrameChg chg="add mod modGraphic">
          <ac:chgData name="Amy C Gessert" userId="S::amy.gessert@umb.edu::959649af-45c5-487c-aa74-829e1b24d524" providerId="AD" clId="Web-{8AEDA496-014C-453D-C00D-CA1FD2A216AE}" dt="2025-03-12T15:36:51.977" v="184" actId="20577"/>
          <ac:graphicFrameMkLst>
            <pc:docMk/>
            <pc:sldMk cId="3651243675" sldId="261"/>
            <ac:graphicFrameMk id="5" creationId="{700DAC64-03D6-6A2F-165F-8ACC4E840BF7}"/>
          </ac:graphicFrameMkLst>
        </pc:graphicFrameChg>
      </pc:sldChg>
      <pc:sldChg chg="addSp delSp modSp new">
        <pc:chgData name="Amy C Gessert" userId="S::amy.gessert@umb.edu::959649af-45c5-487c-aa74-829e1b24d524" providerId="AD" clId="Web-{8AEDA496-014C-453D-C00D-CA1FD2A216AE}" dt="2025-03-12T15:39:07.001" v="214" actId="14100"/>
        <pc:sldMkLst>
          <pc:docMk/>
          <pc:sldMk cId="2349172231" sldId="262"/>
        </pc:sldMkLst>
        <pc:spChg chg="add mod">
          <ac:chgData name="Amy C Gessert" userId="S::amy.gessert@umb.edu::959649af-45c5-487c-aa74-829e1b24d524" providerId="AD" clId="Web-{8AEDA496-014C-453D-C00D-CA1FD2A216AE}" dt="2025-03-12T15:37:23.761" v="191" actId="1076"/>
          <ac:spMkLst>
            <pc:docMk/>
            <pc:sldMk cId="2349172231" sldId="262"/>
            <ac:spMk id="3" creationId="{3565F6AF-7BA8-BDDD-E467-1724DD76200E}"/>
          </ac:spMkLst>
        </pc:spChg>
        <pc:spChg chg="add mod">
          <ac:chgData name="Amy C Gessert" userId="S::amy.gessert@umb.edu::959649af-45c5-487c-aa74-829e1b24d524" providerId="AD" clId="Web-{8AEDA496-014C-453D-C00D-CA1FD2A216AE}" dt="2025-03-12T15:37:23.761" v="192" actId="1076"/>
          <ac:spMkLst>
            <pc:docMk/>
            <pc:sldMk cId="2349172231" sldId="262"/>
            <ac:spMk id="17" creationId="{3DBA123C-E2E4-C3CC-77CF-FF50B2783EF6}"/>
          </ac:spMkLst>
        </pc:spChg>
        <pc:spChg chg="add mod">
          <ac:chgData name="Amy C Gessert" userId="S::amy.gessert@umb.edu::959649af-45c5-487c-aa74-829e1b24d524" providerId="AD" clId="Web-{8AEDA496-014C-453D-C00D-CA1FD2A216AE}" dt="2025-03-12T15:37:23.776" v="193" actId="1076"/>
          <ac:spMkLst>
            <pc:docMk/>
            <pc:sldMk cId="2349172231" sldId="262"/>
            <ac:spMk id="19" creationId="{F2B79057-9740-24C6-4A79-06D2F8387FC0}"/>
          </ac:spMkLst>
        </pc:spChg>
        <pc:spChg chg="add mod">
          <ac:chgData name="Amy C Gessert" userId="S::amy.gessert@umb.edu::959649af-45c5-487c-aa74-829e1b24d524" providerId="AD" clId="Web-{8AEDA496-014C-453D-C00D-CA1FD2A216AE}" dt="2025-03-12T15:39:07.001" v="214" actId="14100"/>
          <ac:spMkLst>
            <pc:docMk/>
            <pc:sldMk cId="2349172231" sldId="262"/>
            <ac:spMk id="21" creationId="{F9684DDD-4275-A85D-DDBB-A299A86C63A1}"/>
          </ac:spMkLst>
        </pc:spChg>
        <pc:spChg chg="add del mod">
          <ac:chgData name="Amy C Gessert" userId="S::amy.gessert@umb.edu::959649af-45c5-487c-aa74-829e1b24d524" providerId="AD" clId="Web-{8AEDA496-014C-453D-C00D-CA1FD2A216AE}" dt="2025-03-12T15:39:03.360" v="213"/>
          <ac:spMkLst>
            <pc:docMk/>
            <pc:sldMk cId="2349172231" sldId="262"/>
            <ac:spMk id="23" creationId="{514B1D1D-D4A7-15CF-173A-0A3B1CBF45F9}"/>
          </ac:spMkLst>
        </pc:spChg>
        <pc:graphicFrameChg chg="add del">
          <ac:chgData name="Amy C Gessert" userId="S::amy.gessert@umb.edu::959649af-45c5-487c-aa74-829e1b24d524" providerId="AD" clId="Web-{8AEDA496-014C-453D-C00D-CA1FD2A216AE}" dt="2025-03-12T15:37:13.838" v="190"/>
          <ac:graphicFrameMkLst>
            <pc:docMk/>
            <pc:sldMk cId="2349172231" sldId="262"/>
            <ac:graphicFrameMk id="5" creationId="{A7000CFD-2C6C-CC1D-112D-2ED7B2E53F4F}"/>
          </ac:graphicFrameMkLst>
        </pc:graphicFrameChg>
      </pc:sldChg>
    </pc:docChg>
  </pc:docChgLst>
  <pc:docChgLst>
    <pc:chgData name="Amy C Gessert" userId="S::amy.gessert@umb.edu::959649af-45c5-487c-aa74-829e1b24d524" providerId="AD" clId="Web-{75505443-292E-4C7B-C4BE-C0C55A06B05C}"/>
    <pc:docChg chg="modSld">
      <pc:chgData name="Amy C Gessert" userId="S::amy.gessert@umb.edu::959649af-45c5-487c-aa74-829e1b24d524" providerId="AD" clId="Web-{75505443-292E-4C7B-C4BE-C0C55A06B05C}" dt="2025-03-20T13:51:21.651" v="77" actId="1076"/>
      <pc:docMkLst>
        <pc:docMk/>
      </pc:docMkLst>
      <pc:sldChg chg="modSp">
        <pc:chgData name="Amy C Gessert" userId="S::amy.gessert@umb.edu::959649af-45c5-487c-aa74-829e1b24d524" providerId="AD" clId="Web-{75505443-292E-4C7B-C4BE-C0C55A06B05C}" dt="2025-03-20T13:42:58.915" v="16" actId="20577"/>
        <pc:sldMkLst>
          <pc:docMk/>
          <pc:sldMk cId="1002497974" sldId="258"/>
        </pc:sldMkLst>
        <pc:spChg chg="mod">
          <ac:chgData name="Amy C Gessert" userId="S::amy.gessert@umb.edu::959649af-45c5-487c-aa74-829e1b24d524" providerId="AD" clId="Web-{75505443-292E-4C7B-C4BE-C0C55A06B05C}" dt="2025-03-20T13:42:58.915" v="16" actId="20577"/>
          <ac:spMkLst>
            <pc:docMk/>
            <pc:sldMk cId="1002497974" sldId="258"/>
            <ac:spMk id="9" creationId="{32B3E785-BB8C-5AEA-86AB-18ABC56C2902}"/>
          </ac:spMkLst>
        </pc:spChg>
      </pc:sldChg>
      <pc:sldChg chg="delSp modSp">
        <pc:chgData name="Amy C Gessert" userId="S::amy.gessert@umb.edu::959649af-45c5-487c-aa74-829e1b24d524" providerId="AD" clId="Web-{75505443-292E-4C7B-C4BE-C0C55A06B05C}" dt="2025-03-20T13:51:21.651" v="77" actId="1076"/>
        <pc:sldMkLst>
          <pc:docMk/>
          <pc:sldMk cId="3828755508" sldId="259"/>
        </pc:sldMkLst>
        <pc:spChg chg="mod">
          <ac:chgData name="Amy C Gessert" userId="S::amy.gessert@umb.edu::959649af-45c5-487c-aa74-829e1b24d524" providerId="AD" clId="Web-{75505443-292E-4C7B-C4BE-C0C55A06B05C}" dt="2025-03-20T13:47:55.650" v="53" actId="20577"/>
          <ac:spMkLst>
            <pc:docMk/>
            <pc:sldMk cId="3828755508" sldId="259"/>
            <ac:spMk id="3" creationId="{AEFA68FA-2D95-A133-45E2-6F928E0EB9D3}"/>
          </ac:spMkLst>
        </pc:spChg>
        <pc:spChg chg="del mod">
          <ac:chgData name="Amy C Gessert" userId="S::amy.gessert@umb.edu::959649af-45c5-487c-aa74-829e1b24d524" providerId="AD" clId="Web-{75505443-292E-4C7B-C4BE-C0C55A06B05C}" dt="2025-03-20T13:47:41.338" v="50"/>
          <ac:spMkLst>
            <pc:docMk/>
            <pc:sldMk cId="3828755508" sldId="259"/>
            <ac:spMk id="7" creationId="{5CB0B181-B46E-B0EE-64F8-044CB803DB97}"/>
          </ac:spMkLst>
        </pc:spChg>
        <pc:spChg chg="mod">
          <ac:chgData name="Amy C Gessert" userId="S::amy.gessert@umb.edu::959649af-45c5-487c-aa74-829e1b24d524" providerId="AD" clId="Web-{75505443-292E-4C7B-C4BE-C0C55A06B05C}" dt="2025-03-20T13:48:06.853" v="55" actId="1076"/>
          <ac:spMkLst>
            <pc:docMk/>
            <pc:sldMk cId="3828755508" sldId="259"/>
            <ac:spMk id="15" creationId="{145073A9-264C-9150-8501-60B866363429}"/>
          </ac:spMkLst>
        </pc:spChg>
        <pc:spChg chg="mod">
          <ac:chgData name="Amy C Gessert" userId="S::amy.gessert@umb.edu::959649af-45c5-487c-aa74-829e1b24d524" providerId="AD" clId="Web-{75505443-292E-4C7B-C4BE-C0C55A06B05C}" dt="2025-03-20T13:51:21.651" v="77" actId="1076"/>
          <ac:spMkLst>
            <pc:docMk/>
            <pc:sldMk cId="3828755508" sldId="259"/>
            <ac:spMk id="18" creationId="{E43E2F75-2337-F265-2BA7-ED2D889A636A}"/>
          </ac:spMkLst>
        </pc:spChg>
        <pc:spChg chg="mod">
          <ac:chgData name="Amy C Gessert" userId="S::amy.gessert@umb.edu::959649af-45c5-487c-aa74-829e1b24d524" providerId="AD" clId="Web-{75505443-292E-4C7B-C4BE-C0C55A06B05C}" dt="2025-03-20T13:50:44.197" v="74" actId="14100"/>
          <ac:spMkLst>
            <pc:docMk/>
            <pc:sldMk cId="3828755508" sldId="259"/>
            <ac:spMk id="21" creationId="{E7FB7097-E75F-8528-3E41-7F397DD08D2A}"/>
          </ac:spMkLst>
        </pc:spChg>
        <pc:spChg chg="mod">
          <ac:chgData name="Amy C Gessert" userId="S::amy.gessert@umb.edu::959649af-45c5-487c-aa74-829e1b24d524" providerId="AD" clId="Web-{75505443-292E-4C7B-C4BE-C0C55A06B05C}" dt="2025-03-20T13:48:46.088" v="65" actId="1076"/>
          <ac:spMkLst>
            <pc:docMk/>
            <pc:sldMk cId="3828755508" sldId="259"/>
            <ac:spMk id="23" creationId="{136AC1C6-FB04-E438-1EBA-5713EF1D8AC1}"/>
          </ac:spMkLst>
        </pc:spChg>
        <pc:cxnChg chg="mod">
          <ac:chgData name="Amy C Gessert" userId="S::amy.gessert@umb.edu::959649af-45c5-487c-aa74-829e1b24d524" providerId="AD" clId="Web-{75505443-292E-4C7B-C4BE-C0C55A06B05C}" dt="2025-03-20T13:48:57.260" v="66" actId="14100"/>
          <ac:cxnSpMkLst>
            <pc:docMk/>
            <pc:sldMk cId="3828755508" sldId="259"/>
            <ac:cxnSpMk id="48" creationId="{7DAB6989-6A55-6C94-6E6E-EE6AA5507BF9}"/>
          </ac:cxnSpMkLst>
        </pc:cxnChg>
      </pc:sldChg>
      <pc:sldChg chg="modSp">
        <pc:chgData name="Amy C Gessert" userId="S::amy.gessert@umb.edu::959649af-45c5-487c-aa74-829e1b24d524" providerId="AD" clId="Web-{75505443-292E-4C7B-C4BE-C0C55A06B05C}" dt="2025-03-20T13:49:41.838" v="70" actId="1076"/>
        <pc:sldMkLst>
          <pc:docMk/>
          <pc:sldMk cId="1529278927" sldId="260"/>
        </pc:sldMkLst>
        <pc:spChg chg="mod">
          <ac:chgData name="Amy C Gessert" userId="S::amy.gessert@umb.edu::959649af-45c5-487c-aa74-829e1b24d524" providerId="AD" clId="Web-{75505443-292E-4C7B-C4BE-C0C55A06B05C}" dt="2025-03-20T13:49:41.838" v="70" actId="1076"/>
          <ac:spMkLst>
            <pc:docMk/>
            <pc:sldMk cId="1529278927" sldId="260"/>
            <ac:spMk id="8" creationId="{6F38009E-54EF-DAD7-B8A6-C4828FE8A336}"/>
          </ac:spMkLst>
        </pc:spChg>
        <pc:spChg chg="mod">
          <ac:chgData name="Amy C Gessert" userId="S::amy.gessert@umb.edu::959649af-45c5-487c-aa74-829e1b24d524" providerId="AD" clId="Web-{75505443-292E-4C7B-C4BE-C0C55A06B05C}" dt="2025-03-20T13:49:24.619" v="68" actId="1076"/>
          <ac:spMkLst>
            <pc:docMk/>
            <pc:sldMk cId="1529278927" sldId="260"/>
            <ac:spMk id="9" creationId="{9C7CBE74-9FC5-9A01-086C-A87AD64F4534}"/>
          </ac:spMkLst>
        </pc:spChg>
      </pc:sldChg>
    </pc:docChg>
  </pc:docChgLst>
  <pc:docChgLst>
    <pc:chgData name="Don Lavin" userId="S::strengthsatwork_gmail.com#ext#@liveumb.onmicrosoft.com::83d6a1c4-513e-4dc7-8cf5-7a0b479f1b48" providerId="AD" clId="Web-{16960A7A-71B1-AD73-07EC-164C83C22337}"/>
    <pc:docChg chg="mod">
      <pc:chgData name="Don Lavin" userId="S::strengthsatwork_gmail.com#ext#@liveumb.onmicrosoft.com::83d6a1c4-513e-4dc7-8cf5-7a0b479f1b48" providerId="AD" clId="Web-{16960A7A-71B1-AD73-07EC-164C83C22337}" dt="2025-03-19T14:06:57.879" v="0"/>
      <pc:docMkLst>
        <pc:docMk/>
      </pc:docMkLst>
    </pc:docChg>
  </pc:docChgLst>
  <pc:docChgLst>
    <pc:chgData name="Don Lavin" userId="S::strengthsatwork_gmail.com#ext#@liveumb.onmicrosoft.com::83d6a1c4-513e-4dc7-8cf5-7a0b479f1b48" providerId="AD" clId="Web-{63E4CA21-F841-5BD0-C00D-C315C129AF34}"/>
    <pc:docChg chg="modSld">
      <pc:chgData name="Don Lavin" userId="S::strengthsatwork_gmail.com#ext#@liveumb.onmicrosoft.com::83d6a1c4-513e-4dc7-8cf5-7a0b479f1b48" providerId="AD" clId="Web-{63E4CA21-F841-5BD0-C00D-C315C129AF34}" dt="2025-03-20T17:36:02.090" v="189" actId="20577"/>
      <pc:docMkLst>
        <pc:docMk/>
      </pc:docMkLst>
      <pc:sldChg chg="modSp">
        <pc:chgData name="Don Lavin" userId="S::strengthsatwork_gmail.com#ext#@liveumb.onmicrosoft.com::83d6a1c4-513e-4dc7-8cf5-7a0b479f1b48" providerId="AD" clId="Web-{63E4CA21-F841-5BD0-C00D-C315C129AF34}" dt="2025-03-20T17:26:04.750" v="35" actId="20577"/>
        <pc:sldMkLst>
          <pc:docMk/>
          <pc:sldMk cId="1002497974" sldId="258"/>
        </pc:sldMkLst>
        <pc:spChg chg="mod">
          <ac:chgData name="Don Lavin" userId="S::strengthsatwork_gmail.com#ext#@liveumb.onmicrosoft.com::83d6a1c4-513e-4dc7-8cf5-7a0b479f1b48" providerId="AD" clId="Web-{63E4CA21-F841-5BD0-C00D-C315C129AF34}" dt="2025-03-20T17:24:25.045" v="0" actId="1076"/>
          <ac:spMkLst>
            <pc:docMk/>
            <pc:sldMk cId="1002497974" sldId="258"/>
            <ac:spMk id="2" creationId="{D0B02E05-E1FB-B312-7E64-BFDB795AB2B6}"/>
          </ac:spMkLst>
        </pc:spChg>
        <pc:spChg chg="mod">
          <ac:chgData name="Don Lavin" userId="S::strengthsatwork_gmail.com#ext#@liveumb.onmicrosoft.com::83d6a1c4-513e-4dc7-8cf5-7a0b479f1b48" providerId="AD" clId="Web-{63E4CA21-F841-5BD0-C00D-C315C129AF34}" dt="2025-03-20T17:26:04.750" v="35" actId="20577"/>
          <ac:spMkLst>
            <pc:docMk/>
            <pc:sldMk cId="1002497974" sldId="258"/>
            <ac:spMk id="9" creationId="{32B3E785-BB8C-5AEA-86AB-18ABC56C2902}"/>
          </ac:spMkLst>
        </pc:spChg>
      </pc:sldChg>
      <pc:sldChg chg="modSp">
        <pc:chgData name="Don Lavin" userId="S::strengthsatwork_gmail.com#ext#@liveumb.onmicrosoft.com::83d6a1c4-513e-4dc7-8cf5-7a0b479f1b48" providerId="AD" clId="Web-{63E4CA21-F841-5BD0-C00D-C315C129AF34}" dt="2025-03-20T17:35:10.730" v="177" actId="20577"/>
        <pc:sldMkLst>
          <pc:docMk/>
          <pc:sldMk cId="3828755508" sldId="259"/>
        </pc:sldMkLst>
        <pc:spChg chg="mod">
          <ac:chgData name="Don Lavin" userId="S::strengthsatwork_gmail.com#ext#@liveumb.onmicrosoft.com::83d6a1c4-513e-4dc7-8cf5-7a0b479f1b48" providerId="AD" clId="Web-{63E4CA21-F841-5BD0-C00D-C315C129AF34}" dt="2025-03-20T17:34:16.291" v="156" actId="20577"/>
          <ac:spMkLst>
            <pc:docMk/>
            <pc:sldMk cId="3828755508" sldId="259"/>
            <ac:spMk id="3" creationId="{AEFA68FA-2D95-A133-45E2-6F928E0EB9D3}"/>
          </ac:spMkLst>
        </pc:spChg>
        <pc:spChg chg="mod">
          <ac:chgData name="Don Lavin" userId="S::strengthsatwork_gmail.com#ext#@liveumb.onmicrosoft.com::83d6a1c4-513e-4dc7-8cf5-7a0b479f1b48" providerId="AD" clId="Web-{63E4CA21-F841-5BD0-C00D-C315C129AF34}" dt="2025-03-20T17:32:15.164" v="120" actId="20577"/>
          <ac:spMkLst>
            <pc:docMk/>
            <pc:sldMk cId="3828755508" sldId="259"/>
            <ac:spMk id="15" creationId="{145073A9-264C-9150-8501-60B866363429}"/>
          </ac:spMkLst>
        </pc:spChg>
        <pc:spChg chg="mod">
          <ac:chgData name="Don Lavin" userId="S::strengthsatwork_gmail.com#ext#@liveumb.onmicrosoft.com::83d6a1c4-513e-4dc7-8cf5-7a0b479f1b48" providerId="AD" clId="Web-{63E4CA21-F841-5BD0-C00D-C315C129AF34}" dt="2025-03-20T17:33:00.118" v="131" actId="20577"/>
          <ac:spMkLst>
            <pc:docMk/>
            <pc:sldMk cId="3828755508" sldId="259"/>
            <ac:spMk id="18" creationId="{E43E2F75-2337-F265-2BA7-ED2D889A636A}"/>
          </ac:spMkLst>
        </pc:spChg>
        <pc:spChg chg="mod">
          <ac:chgData name="Don Lavin" userId="S::strengthsatwork_gmail.com#ext#@liveumb.onmicrosoft.com::83d6a1c4-513e-4dc7-8cf5-7a0b479f1b48" providerId="AD" clId="Web-{63E4CA21-F841-5BD0-C00D-C315C129AF34}" dt="2025-03-20T17:33:41.916" v="142" actId="20577"/>
          <ac:spMkLst>
            <pc:docMk/>
            <pc:sldMk cId="3828755508" sldId="259"/>
            <ac:spMk id="21" creationId="{E7FB7097-E75F-8528-3E41-7F397DD08D2A}"/>
          </ac:spMkLst>
        </pc:spChg>
        <pc:spChg chg="mod">
          <ac:chgData name="Don Lavin" userId="S::strengthsatwork_gmail.com#ext#@liveumb.onmicrosoft.com::83d6a1c4-513e-4dc7-8cf5-7a0b479f1b48" providerId="AD" clId="Web-{63E4CA21-F841-5BD0-C00D-C315C129AF34}" dt="2025-03-20T17:35:10.730" v="177" actId="20577"/>
          <ac:spMkLst>
            <pc:docMk/>
            <pc:sldMk cId="3828755508" sldId="259"/>
            <ac:spMk id="23" creationId="{136AC1C6-FB04-E438-1EBA-5713EF1D8AC1}"/>
          </ac:spMkLst>
        </pc:spChg>
      </pc:sldChg>
      <pc:sldChg chg="modSp modCm">
        <pc:chgData name="Don Lavin" userId="S::strengthsatwork_gmail.com#ext#@liveumb.onmicrosoft.com::83d6a1c4-513e-4dc7-8cf5-7a0b479f1b48" providerId="AD" clId="Web-{63E4CA21-F841-5BD0-C00D-C315C129AF34}" dt="2025-03-20T17:36:02.090" v="189" actId="20577"/>
        <pc:sldMkLst>
          <pc:docMk/>
          <pc:sldMk cId="1529278927" sldId="260"/>
        </pc:sldMkLst>
        <pc:spChg chg="mod">
          <ac:chgData name="Don Lavin" userId="S::strengthsatwork_gmail.com#ext#@liveumb.onmicrosoft.com::83d6a1c4-513e-4dc7-8cf5-7a0b479f1b48" providerId="AD" clId="Web-{63E4CA21-F841-5BD0-C00D-C315C129AF34}" dt="2025-03-20T17:29:26.692" v="91" actId="20577"/>
          <ac:spMkLst>
            <pc:docMk/>
            <pc:sldMk cId="1529278927" sldId="260"/>
            <ac:spMk id="3" creationId="{39917F9F-A100-C174-E28C-0ACA6CFB2A32}"/>
          </ac:spMkLst>
        </pc:spChg>
        <pc:spChg chg="mod">
          <ac:chgData name="Don Lavin" userId="S::strengthsatwork_gmail.com#ext#@liveumb.onmicrosoft.com::83d6a1c4-513e-4dc7-8cf5-7a0b479f1b48" providerId="AD" clId="Web-{63E4CA21-F841-5BD0-C00D-C315C129AF34}" dt="2025-03-20T17:36:02.090" v="189" actId="20577"/>
          <ac:spMkLst>
            <pc:docMk/>
            <pc:sldMk cId="1529278927" sldId="260"/>
            <ac:spMk id="8" creationId="{6F38009E-54EF-DAD7-B8A6-C4828FE8A336}"/>
          </ac:spMkLst>
        </pc:spChg>
        <pc:spChg chg="mod">
          <ac:chgData name="Don Lavin" userId="S::strengthsatwork_gmail.com#ext#@liveumb.onmicrosoft.com::83d6a1c4-513e-4dc7-8cf5-7a0b479f1b48" providerId="AD" clId="Web-{63E4CA21-F841-5BD0-C00D-C315C129AF34}" dt="2025-03-20T17:35:57.996" v="186" actId="20577"/>
          <ac:spMkLst>
            <pc:docMk/>
            <pc:sldMk cId="1529278927" sldId="260"/>
            <ac:spMk id="9" creationId="{9C7CBE74-9FC5-9A01-086C-A87AD64F453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Don Lavin" userId="S::strengthsatwork_gmail.com#ext#@liveumb.onmicrosoft.com::83d6a1c4-513e-4dc7-8cf5-7a0b479f1b48" providerId="AD" clId="Web-{63E4CA21-F841-5BD0-C00D-C315C129AF34}" dt="2025-03-20T17:36:02.090" v="189" actId="20577"/>
              <pc2:cmMkLst xmlns:pc2="http://schemas.microsoft.com/office/powerpoint/2019/9/main/command">
                <pc:docMk/>
                <pc:sldMk cId="1529278927" sldId="260"/>
                <pc2:cmMk id="{87485B31-F7B9-4AB4-A601-3EAA26DA1EDF}"/>
              </pc2:cmMkLst>
            </pc226:cmChg>
          </p:ext>
        </pc:extLst>
      </pc:sldChg>
    </pc:docChg>
  </pc:docChgLst>
  <pc:docChgLst>
    <pc:chgData name="Amy C Gessert" userId="S::amy.gessert@umb.edu::959649af-45c5-487c-aa74-829e1b24d524" providerId="AD" clId="Web-{A17766EB-34F5-D7D7-2F80-DA789ED5DC6A}"/>
    <pc:docChg chg="modSld">
      <pc:chgData name="Amy C Gessert" userId="S::amy.gessert@umb.edu::959649af-45c5-487c-aa74-829e1b24d524" providerId="AD" clId="Web-{A17766EB-34F5-D7D7-2F80-DA789ED5DC6A}" dt="2025-03-19T17:01:28.463" v="123" actId="14100"/>
      <pc:docMkLst>
        <pc:docMk/>
      </pc:docMkLst>
      <pc:sldChg chg="modSp">
        <pc:chgData name="Amy C Gessert" userId="S::amy.gessert@umb.edu::959649af-45c5-487c-aa74-829e1b24d524" providerId="AD" clId="Web-{A17766EB-34F5-D7D7-2F80-DA789ED5DC6A}" dt="2025-03-19T16:52:47.616" v="0" actId="20577"/>
        <pc:sldMkLst>
          <pc:docMk/>
          <pc:sldMk cId="904396263" sldId="256"/>
        </pc:sldMkLst>
        <pc:spChg chg="mod">
          <ac:chgData name="Amy C Gessert" userId="S::amy.gessert@umb.edu::959649af-45c5-487c-aa74-829e1b24d524" providerId="AD" clId="Web-{A17766EB-34F5-D7D7-2F80-DA789ED5DC6A}" dt="2025-03-19T16:52:47.616" v="0" actId="20577"/>
          <ac:spMkLst>
            <pc:docMk/>
            <pc:sldMk cId="904396263" sldId="256"/>
            <ac:spMk id="2" creationId="{DF1E6157-C699-27B4-6686-D0C123833F9A}"/>
          </ac:spMkLst>
        </pc:spChg>
      </pc:sldChg>
      <pc:sldChg chg="modSp">
        <pc:chgData name="Amy C Gessert" userId="S::amy.gessert@umb.edu::959649af-45c5-487c-aa74-829e1b24d524" providerId="AD" clId="Web-{A17766EB-34F5-D7D7-2F80-DA789ED5DC6A}" dt="2025-03-19T16:58:39.738" v="91" actId="20577"/>
        <pc:sldMkLst>
          <pc:docMk/>
          <pc:sldMk cId="1002497974" sldId="258"/>
        </pc:sldMkLst>
        <pc:spChg chg="mod">
          <ac:chgData name="Amy C Gessert" userId="S::amy.gessert@umb.edu::959649af-45c5-487c-aa74-829e1b24d524" providerId="AD" clId="Web-{A17766EB-34F5-D7D7-2F80-DA789ED5DC6A}" dt="2025-03-19T16:58:39.738" v="91" actId="20577"/>
          <ac:spMkLst>
            <pc:docMk/>
            <pc:sldMk cId="1002497974" sldId="258"/>
            <ac:spMk id="9" creationId="{32B3E785-BB8C-5AEA-86AB-18ABC56C2902}"/>
          </ac:spMkLst>
        </pc:spChg>
      </pc:sldChg>
      <pc:sldChg chg="modSp">
        <pc:chgData name="Amy C Gessert" userId="S::amy.gessert@umb.edu::959649af-45c5-487c-aa74-829e1b24d524" providerId="AD" clId="Web-{A17766EB-34F5-D7D7-2F80-DA789ED5DC6A}" dt="2025-03-19T17:01:28.463" v="123" actId="14100"/>
        <pc:sldMkLst>
          <pc:docMk/>
          <pc:sldMk cId="3828755508" sldId="259"/>
        </pc:sldMkLst>
        <pc:spChg chg="mod">
          <ac:chgData name="Amy C Gessert" userId="S::amy.gessert@umb.edu::959649af-45c5-487c-aa74-829e1b24d524" providerId="AD" clId="Web-{A17766EB-34F5-D7D7-2F80-DA789ED5DC6A}" dt="2025-03-19T16:59:16.599" v="94" actId="20577"/>
          <ac:spMkLst>
            <pc:docMk/>
            <pc:sldMk cId="3828755508" sldId="259"/>
            <ac:spMk id="15" creationId="{145073A9-264C-9150-8501-60B866363429}"/>
          </ac:spMkLst>
        </pc:spChg>
        <pc:spChg chg="mod">
          <ac:chgData name="Amy C Gessert" userId="S::amy.gessert@umb.edu::959649af-45c5-487c-aa74-829e1b24d524" providerId="AD" clId="Web-{A17766EB-34F5-D7D7-2F80-DA789ED5DC6A}" dt="2025-03-19T17:01:08.728" v="119" actId="14100"/>
          <ac:spMkLst>
            <pc:docMk/>
            <pc:sldMk cId="3828755508" sldId="259"/>
            <ac:spMk id="18" creationId="{E43E2F75-2337-F265-2BA7-ED2D889A636A}"/>
          </ac:spMkLst>
        </pc:spChg>
        <pc:spChg chg="mod">
          <ac:chgData name="Amy C Gessert" userId="S::amy.gessert@umb.edu::959649af-45c5-487c-aa74-829e1b24d524" providerId="AD" clId="Web-{A17766EB-34F5-D7D7-2F80-DA789ED5DC6A}" dt="2025-03-19T17:00:50.056" v="103" actId="1076"/>
          <ac:spMkLst>
            <pc:docMk/>
            <pc:sldMk cId="3828755508" sldId="259"/>
            <ac:spMk id="21" creationId="{E7FB7097-E75F-8528-3E41-7F397DD08D2A}"/>
          </ac:spMkLst>
        </pc:spChg>
        <pc:spChg chg="mod">
          <ac:chgData name="Amy C Gessert" userId="S::amy.gessert@umb.edu::959649af-45c5-487c-aa74-829e1b24d524" providerId="AD" clId="Web-{A17766EB-34F5-D7D7-2F80-DA789ED5DC6A}" dt="2025-03-19T17:01:28.463" v="123" actId="14100"/>
          <ac:spMkLst>
            <pc:docMk/>
            <pc:sldMk cId="3828755508" sldId="259"/>
            <ac:spMk id="22" creationId="{1B30F7FB-0E69-139C-FE14-21C00B729783}"/>
          </ac:spMkLst>
        </pc:spChg>
        <pc:spChg chg="mod">
          <ac:chgData name="Amy C Gessert" userId="S::amy.gessert@umb.edu::959649af-45c5-487c-aa74-829e1b24d524" providerId="AD" clId="Web-{A17766EB-34F5-D7D7-2F80-DA789ED5DC6A}" dt="2025-03-19T17:00:43.430" v="101" actId="1076"/>
          <ac:spMkLst>
            <pc:docMk/>
            <pc:sldMk cId="3828755508" sldId="259"/>
            <ac:spMk id="23" creationId="{136AC1C6-FB04-E438-1EBA-5713EF1D8AC1}"/>
          </ac:spMkLst>
        </pc:spChg>
        <pc:cxnChg chg="mod">
          <ac:chgData name="Amy C Gessert" userId="S::amy.gessert@umb.edu::959649af-45c5-487c-aa74-829e1b24d524" providerId="AD" clId="Web-{A17766EB-34F5-D7D7-2F80-DA789ED5DC6A}" dt="2025-03-19T17:01:21.541" v="122" actId="14100"/>
          <ac:cxnSpMkLst>
            <pc:docMk/>
            <pc:sldMk cId="3828755508" sldId="259"/>
            <ac:cxnSpMk id="41" creationId="{5FF526E6-65C0-3A1E-9DA5-742A4FC33AC0}"/>
          </ac:cxnSpMkLst>
        </pc:cxnChg>
        <pc:cxnChg chg="mod">
          <ac:chgData name="Amy C Gessert" userId="S::amy.gessert@umb.edu::959649af-45c5-487c-aa74-829e1b24d524" providerId="AD" clId="Web-{A17766EB-34F5-D7D7-2F80-DA789ED5DC6A}" dt="2025-03-19T17:01:15.463" v="120" actId="14100"/>
          <ac:cxnSpMkLst>
            <pc:docMk/>
            <pc:sldMk cId="3828755508" sldId="259"/>
            <ac:cxnSpMk id="48" creationId="{7DAB6989-6A55-6C94-6E6E-EE6AA5507BF9}"/>
          </ac:cxnSpMkLst>
        </pc:cxnChg>
        <pc:cxnChg chg="mod">
          <ac:chgData name="Amy C Gessert" userId="S::amy.gessert@umb.edu::959649af-45c5-487c-aa74-829e1b24d524" providerId="AD" clId="Web-{A17766EB-34F5-D7D7-2F80-DA789ED5DC6A}" dt="2025-03-19T17:01:19.104" v="121" actId="14100"/>
          <ac:cxnSpMkLst>
            <pc:docMk/>
            <pc:sldMk cId="3828755508" sldId="259"/>
            <ac:cxnSpMk id="53" creationId="{32ECAEF3-3EBC-9E68-36D0-3174CEE9CDD1}"/>
          </ac:cxnSpMkLst>
        </pc:cxnChg>
      </pc:sldChg>
    </pc:docChg>
  </pc:docChgLst>
  <pc:docChgLst>
    <pc:chgData name="Amy C Gessert" userId="S::amy.gessert@umb.edu::959649af-45c5-487c-aa74-829e1b24d524" providerId="AD" clId="Web-{768B0469-6430-337A-16D5-2ADD38B46DC6}"/>
    <pc:docChg chg="addSld modSld">
      <pc:chgData name="Amy C Gessert" userId="S::amy.gessert@umb.edu::959649af-45c5-487c-aa74-829e1b24d524" providerId="AD" clId="Web-{768B0469-6430-337A-16D5-2ADD38B46DC6}" dt="2025-03-12T18:59:26.714" v="1562" actId="1076"/>
      <pc:docMkLst>
        <pc:docMk/>
      </pc:docMkLst>
      <pc:sldChg chg="addSp modSp">
        <pc:chgData name="Amy C Gessert" userId="S::amy.gessert@umb.edu::959649af-45c5-487c-aa74-829e1b24d524" providerId="AD" clId="Web-{768B0469-6430-337A-16D5-2ADD38B46DC6}" dt="2025-03-12T18:59:26.714" v="1562" actId="1076"/>
        <pc:sldMkLst>
          <pc:docMk/>
          <pc:sldMk cId="3651243675" sldId="261"/>
        </pc:sldMkLst>
        <pc:spChg chg="mod">
          <ac:chgData name="Amy C Gessert" userId="S::amy.gessert@umb.edu::959649af-45c5-487c-aa74-829e1b24d524" providerId="AD" clId="Web-{768B0469-6430-337A-16D5-2ADD38B46DC6}" dt="2025-03-12T18:59:14.917" v="1561" actId="1076"/>
          <ac:spMkLst>
            <pc:docMk/>
            <pc:sldMk cId="3651243675" sldId="261"/>
            <ac:spMk id="2" creationId="{E7A33756-5D1C-231C-C931-C129D5DD9B12}"/>
          </ac:spMkLst>
        </pc:spChg>
        <pc:spChg chg="mod">
          <ac:chgData name="Amy C Gessert" userId="S::amy.gessert@umb.edu::959649af-45c5-487c-aa74-829e1b24d524" providerId="AD" clId="Web-{768B0469-6430-337A-16D5-2ADD38B46DC6}" dt="2025-03-12T18:57:48.602" v="1544" actId="14100"/>
          <ac:spMkLst>
            <pc:docMk/>
            <pc:sldMk cId="3651243675" sldId="261"/>
            <ac:spMk id="3" creationId="{5F3DD578-84AA-2A0D-D578-6E96B525E747}"/>
          </ac:spMkLst>
        </pc:spChg>
        <pc:spChg chg="mod">
          <ac:chgData name="Amy C Gessert" userId="S::amy.gessert@umb.edu::959649af-45c5-487c-aa74-829e1b24d524" providerId="AD" clId="Web-{768B0469-6430-337A-16D5-2ADD38B46DC6}" dt="2025-03-12T18:59:08.042" v="1558" actId="1076"/>
          <ac:spMkLst>
            <pc:docMk/>
            <pc:sldMk cId="3651243675" sldId="261"/>
            <ac:spMk id="4" creationId="{7E28B2E9-58E2-AF67-E2C6-ACADC62BD3DB}"/>
          </ac:spMkLst>
        </pc:spChg>
        <pc:spChg chg="mod">
          <ac:chgData name="Amy C Gessert" userId="S::amy.gessert@umb.edu::959649af-45c5-487c-aa74-829e1b24d524" providerId="AD" clId="Web-{768B0469-6430-337A-16D5-2ADD38B46DC6}" dt="2025-03-12T18:59:08.057" v="1559" actId="1076"/>
          <ac:spMkLst>
            <pc:docMk/>
            <pc:sldMk cId="3651243675" sldId="261"/>
            <ac:spMk id="6" creationId="{FD8338AC-F717-5BAC-208A-C955DCBCC44F}"/>
          </ac:spMkLst>
        </pc:spChg>
        <pc:spChg chg="mod">
          <ac:chgData name="Amy C Gessert" userId="S::amy.gessert@umb.edu::959649af-45c5-487c-aa74-829e1b24d524" providerId="AD" clId="Web-{768B0469-6430-337A-16D5-2ADD38B46DC6}" dt="2025-03-12T18:59:08.057" v="1560" actId="1076"/>
          <ac:spMkLst>
            <pc:docMk/>
            <pc:sldMk cId="3651243675" sldId="261"/>
            <ac:spMk id="7" creationId="{A4EED436-105D-4580-9EE5-8DE434F99406}"/>
          </ac:spMkLst>
        </pc:spChg>
        <pc:spChg chg="add mod">
          <ac:chgData name="Amy C Gessert" userId="S::amy.gessert@umb.edu::959649af-45c5-487c-aa74-829e1b24d524" providerId="AD" clId="Web-{768B0469-6430-337A-16D5-2ADD38B46DC6}" dt="2025-03-12T18:59:26.714" v="1562" actId="1076"/>
          <ac:spMkLst>
            <pc:docMk/>
            <pc:sldMk cId="3651243675" sldId="261"/>
            <ac:spMk id="98" creationId="{DB353CC0-D3CC-D8AF-B123-6F7DCF561115}"/>
          </ac:spMkLst>
        </pc:spChg>
        <pc:spChg chg="add mod">
          <ac:chgData name="Amy C Gessert" userId="S::amy.gessert@umb.edu::959649af-45c5-487c-aa74-829e1b24d524" providerId="AD" clId="Web-{768B0469-6430-337A-16D5-2ADD38B46DC6}" dt="2025-03-12T18:58:50.182" v="1557" actId="1076"/>
          <ac:spMkLst>
            <pc:docMk/>
            <pc:sldMk cId="3651243675" sldId="261"/>
            <ac:spMk id="99" creationId="{BE5C1BF4-D787-37E5-FC3B-1D80F77A34D2}"/>
          </ac:spMkLst>
        </pc:spChg>
        <pc:graphicFrameChg chg="mod">
          <ac:chgData name="Amy C Gessert" userId="S::amy.gessert@umb.edu::959649af-45c5-487c-aa74-829e1b24d524" providerId="AD" clId="Web-{768B0469-6430-337A-16D5-2ADD38B46DC6}" dt="2025-03-12T18:55:01.347" v="1475" actId="1076"/>
          <ac:graphicFrameMkLst>
            <pc:docMk/>
            <pc:sldMk cId="3651243675" sldId="261"/>
            <ac:graphicFrameMk id="5" creationId="{700DAC64-03D6-6A2F-165F-8ACC4E840BF7}"/>
          </ac:graphicFrameMkLst>
        </pc:graphicFrameChg>
      </pc:sldChg>
      <pc:sldChg chg="addSp delSp modSp">
        <pc:chgData name="Amy C Gessert" userId="S::amy.gessert@umb.edu::959649af-45c5-487c-aa74-829e1b24d524" providerId="AD" clId="Web-{768B0469-6430-337A-16D5-2ADD38B46DC6}" dt="2025-03-12T18:53:39.423" v="1450" actId="20577"/>
        <pc:sldMkLst>
          <pc:docMk/>
          <pc:sldMk cId="2349172231" sldId="262"/>
        </pc:sldMkLst>
        <pc:spChg chg="add del mod">
          <ac:chgData name="Amy C Gessert" userId="S::amy.gessert@umb.edu::959649af-45c5-487c-aa74-829e1b24d524" providerId="AD" clId="Web-{768B0469-6430-337A-16D5-2ADD38B46DC6}" dt="2025-03-12T18:04:49.297" v="227"/>
          <ac:spMkLst>
            <pc:docMk/>
            <pc:sldMk cId="2349172231" sldId="262"/>
            <ac:spMk id="2" creationId="{A1309713-E251-F6B8-854F-A9D25D8C80F6}"/>
          </ac:spMkLst>
        </pc:spChg>
        <pc:spChg chg="mod">
          <ac:chgData name="Amy C Gessert" userId="S::amy.gessert@umb.edu::959649af-45c5-487c-aa74-829e1b24d524" providerId="AD" clId="Web-{768B0469-6430-337A-16D5-2ADD38B46DC6}" dt="2025-03-12T18:53:39.423" v="1450" actId="20577"/>
          <ac:spMkLst>
            <pc:docMk/>
            <pc:sldMk cId="2349172231" sldId="262"/>
            <ac:spMk id="17" creationId="{3DBA123C-E2E4-C3CC-77CF-FF50B2783EF6}"/>
          </ac:spMkLst>
        </pc:spChg>
        <pc:spChg chg="mod">
          <ac:chgData name="Amy C Gessert" userId="S::amy.gessert@umb.edu::959649af-45c5-487c-aa74-829e1b24d524" providerId="AD" clId="Web-{768B0469-6430-337A-16D5-2ADD38B46DC6}" dt="2025-03-12T18:51:55.420" v="1425" actId="20577"/>
          <ac:spMkLst>
            <pc:docMk/>
            <pc:sldMk cId="2349172231" sldId="262"/>
            <ac:spMk id="21" creationId="{F9684DDD-4275-A85D-DDBB-A299A86C63A1}"/>
          </ac:spMkLst>
        </pc:spChg>
        <pc:graphicFrameChg chg="add mod modGraphic">
          <ac:chgData name="Amy C Gessert" userId="S::amy.gessert@umb.edu::959649af-45c5-487c-aa74-829e1b24d524" providerId="AD" clId="Web-{768B0469-6430-337A-16D5-2ADD38B46DC6}" dt="2025-03-12T18:38:14.351" v="1193"/>
          <ac:graphicFrameMkLst>
            <pc:docMk/>
            <pc:sldMk cId="2349172231" sldId="262"/>
            <ac:graphicFrameMk id="4" creationId="{2F6B0DDB-5084-A093-AC8E-415F301E4FCB}"/>
          </ac:graphicFrameMkLst>
        </pc:graphicFrameChg>
        <pc:graphicFrameChg chg="add del mod">
          <ac:chgData name="Amy C Gessert" userId="S::amy.gessert@umb.edu::959649af-45c5-487c-aa74-829e1b24d524" providerId="AD" clId="Web-{768B0469-6430-337A-16D5-2ADD38B46DC6}" dt="2025-03-12T18:08:36.068" v="303"/>
          <ac:graphicFrameMkLst>
            <pc:docMk/>
            <pc:sldMk cId="2349172231" sldId="262"/>
            <ac:graphicFrameMk id="6" creationId="{5EFC42A7-4264-D933-EE63-80AD96A1C597}"/>
          </ac:graphicFrameMkLst>
        </pc:graphicFrameChg>
        <pc:graphicFrameChg chg="add mod modGraphic">
          <ac:chgData name="Amy C Gessert" userId="S::amy.gessert@umb.edu::959649af-45c5-487c-aa74-829e1b24d524" providerId="AD" clId="Web-{768B0469-6430-337A-16D5-2ADD38B46DC6}" dt="2025-03-12T18:52:55.391" v="1448"/>
          <ac:graphicFrameMkLst>
            <pc:docMk/>
            <pc:sldMk cId="2349172231" sldId="262"/>
            <ac:graphicFrameMk id="7" creationId="{9874CFD6-BD5A-E47C-F514-A10E2D9338E7}"/>
          </ac:graphicFrameMkLst>
        </pc:graphicFrameChg>
      </pc:sldChg>
      <pc:sldChg chg="addSp delSp modSp add replId">
        <pc:chgData name="Amy C Gessert" userId="S::amy.gessert@umb.edu::959649af-45c5-487c-aa74-829e1b24d524" providerId="AD" clId="Web-{768B0469-6430-337A-16D5-2ADD38B46DC6}" dt="2025-03-12T18:53:44.627" v="1454" actId="20577"/>
        <pc:sldMkLst>
          <pc:docMk/>
          <pc:sldMk cId="989967111" sldId="263"/>
        </pc:sldMkLst>
        <pc:spChg chg="mod">
          <ac:chgData name="Amy C Gessert" userId="S::amy.gessert@umb.edu::959649af-45c5-487c-aa74-829e1b24d524" providerId="AD" clId="Web-{768B0469-6430-337A-16D5-2ADD38B46DC6}" dt="2025-03-12T18:53:44.627" v="1454" actId="20577"/>
          <ac:spMkLst>
            <pc:docMk/>
            <pc:sldMk cId="989967111" sldId="263"/>
            <ac:spMk id="17" creationId="{F6612B94-313B-3B87-A851-865746124462}"/>
          </ac:spMkLst>
        </pc:spChg>
        <pc:spChg chg="mod">
          <ac:chgData name="Amy C Gessert" userId="S::amy.gessert@umb.edu::959649af-45c5-487c-aa74-829e1b24d524" providerId="AD" clId="Web-{768B0469-6430-337A-16D5-2ADD38B46DC6}" dt="2025-03-12T18:52:03.483" v="1426" actId="20577"/>
          <ac:spMkLst>
            <pc:docMk/>
            <pc:sldMk cId="989967111" sldId="263"/>
            <ac:spMk id="21" creationId="{B2C2F16C-BCF7-AA93-A95A-9743563B698E}"/>
          </ac:spMkLst>
        </pc:spChg>
        <pc:graphicFrameChg chg="add del mod modGraphic">
          <ac:chgData name="Amy C Gessert" userId="S::amy.gessert@umb.edu::959649af-45c5-487c-aa74-829e1b24d524" providerId="AD" clId="Web-{768B0469-6430-337A-16D5-2ADD38B46DC6}" dt="2025-03-12T18:52:11.546" v="1428"/>
          <ac:graphicFrameMkLst>
            <pc:docMk/>
            <pc:sldMk cId="989967111" sldId="263"/>
            <ac:graphicFrameMk id="4" creationId="{4B68C02C-2F10-6C47-C966-9677E9145942}"/>
          </ac:graphicFrameMkLst>
        </pc:graphicFrameChg>
        <pc:graphicFrameChg chg="del mod modGraphic">
          <ac:chgData name="Amy C Gessert" userId="S::amy.gessert@umb.edu::959649af-45c5-487c-aa74-829e1b24d524" providerId="AD" clId="Web-{768B0469-6430-337A-16D5-2ADD38B46DC6}" dt="2025-03-12T18:17:03.363" v="731"/>
          <ac:graphicFrameMkLst>
            <pc:docMk/>
            <pc:sldMk cId="989967111" sldId="263"/>
            <ac:graphicFrameMk id="7" creationId="{3833187F-7C36-D19C-1F1E-421E9F85C0FA}"/>
          </ac:graphicFrameMkLst>
        </pc:graphicFrameChg>
      </pc:sldChg>
    </pc:docChg>
  </pc:docChgLst>
  <pc:docChgLst>
    <pc:chgData name="Don Lavin" userId="S::strengthsatwork_gmail.com#ext#@liveumb.onmicrosoft.com::83d6a1c4-513e-4dc7-8cf5-7a0b479f1b48" providerId="AD" clId="Web-{A4131944-2C83-D33E-E0FD-9C3132CC5D8C}"/>
    <pc:docChg chg="modSld">
      <pc:chgData name="Don Lavin" userId="S::strengthsatwork_gmail.com#ext#@liveumb.onmicrosoft.com::83d6a1c4-513e-4dc7-8cf5-7a0b479f1b48" providerId="AD" clId="Web-{A4131944-2C83-D33E-E0FD-9C3132CC5D8C}" dt="2025-03-19T19:35:07.632" v="327" actId="20577"/>
      <pc:docMkLst>
        <pc:docMk/>
      </pc:docMkLst>
      <pc:sldChg chg="modSp">
        <pc:chgData name="Don Lavin" userId="S::strengthsatwork_gmail.com#ext#@liveumb.onmicrosoft.com::83d6a1c4-513e-4dc7-8cf5-7a0b479f1b48" providerId="AD" clId="Web-{A4131944-2C83-D33E-E0FD-9C3132CC5D8C}" dt="2025-03-19T19:35:07.632" v="327" actId="20577"/>
        <pc:sldMkLst>
          <pc:docMk/>
          <pc:sldMk cId="1002497974" sldId="258"/>
        </pc:sldMkLst>
        <pc:spChg chg="mod">
          <ac:chgData name="Don Lavin" userId="S::strengthsatwork_gmail.com#ext#@liveumb.onmicrosoft.com::83d6a1c4-513e-4dc7-8cf5-7a0b479f1b48" providerId="AD" clId="Web-{A4131944-2C83-D33E-E0FD-9C3132CC5D8C}" dt="2025-03-19T19:35:07.632" v="327" actId="20577"/>
          <ac:spMkLst>
            <pc:docMk/>
            <pc:sldMk cId="1002497974" sldId="258"/>
            <ac:spMk id="9" creationId="{32B3E785-BB8C-5AEA-86AB-18ABC56C2902}"/>
          </ac:spMkLst>
        </pc:spChg>
      </pc:sldChg>
      <pc:sldChg chg="modSp">
        <pc:chgData name="Don Lavin" userId="S::strengthsatwork_gmail.com#ext#@liveumb.onmicrosoft.com::83d6a1c4-513e-4dc7-8cf5-7a0b479f1b48" providerId="AD" clId="Web-{A4131944-2C83-D33E-E0FD-9C3132CC5D8C}" dt="2025-03-19T19:27:15.917" v="65" actId="20577"/>
        <pc:sldMkLst>
          <pc:docMk/>
          <pc:sldMk cId="3828755508" sldId="259"/>
        </pc:sldMkLst>
        <pc:spChg chg="mod">
          <ac:chgData name="Don Lavin" userId="S::strengthsatwork_gmail.com#ext#@liveumb.onmicrosoft.com::83d6a1c4-513e-4dc7-8cf5-7a0b479f1b48" providerId="AD" clId="Web-{A4131944-2C83-D33E-E0FD-9C3132CC5D8C}" dt="2025-03-19T19:27:02.729" v="59" actId="20577"/>
          <ac:spMkLst>
            <pc:docMk/>
            <pc:sldMk cId="3828755508" sldId="259"/>
            <ac:spMk id="7" creationId="{5CB0B181-B46E-B0EE-64F8-044CB803DB97}"/>
          </ac:spMkLst>
        </pc:spChg>
        <pc:spChg chg="mod">
          <ac:chgData name="Don Lavin" userId="S::strengthsatwork_gmail.com#ext#@liveumb.onmicrosoft.com::83d6a1c4-513e-4dc7-8cf5-7a0b479f1b48" providerId="AD" clId="Web-{A4131944-2C83-D33E-E0FD-9C3132CC5D8C}" dt="2025-03-19T19:27:15.917" v="65" actId="20577"/>
          <ac:spMkLst>
            <pc:docMk/>
            <pc:sldMk cId="3828755508" sldId="259"/>
            <ac:spMk id="15" creationId="{145073A9-264C-9150-8501-60B866363429}"/>
          </ac:spMkLst>
        </pc:spChg>
      </pc:sldChg>
    </pc:docChg>
  </pc:docChgLst>
  <pc:docChgLst>
    <pc:chgData name="Amy C Gessert" userId="S::amy.gessert@umb.edu::959649af-45c5-487c-aa74-829e1b24d524" providerId="AD" clId="Web-{917B1901-791A-5940-B47F-E7E85A65EE9B}"/>
    <pc:docChg chg="addSld delSld modSld">
      <pc:chgData name="Amy C Gessert" userId="S::amy.gessert@umb.edu::959649af-45c5-487c-aa74-829e1b24d524" providerId="AD" clId="Web-{917B1901-791A-5940-B47F-E7E85A65EE9B}" dt="2025-03-25T18:15:32.416" v="90" actId="1076"/>
      <pc:docMkLst>
        <pc:docMk/>
      </pc:docMkLst>
      <pc:sldChg chg="modSp del">
        <pc:chgData name="Amy C Gessert" userId="S::amy.gessert@umb.edu::959649af-45c5-487c-aa74-829e1b24d524" providerId="AD" clId="Web-{917B1901-791A-5940-B47F-E7E85A65EE9B}" dt="2025-03-25T18:12:57.618" v="86"/>
        <pc:sldMkLst>
          <pc:docMk/>
          <pc:sldMk cId="3651243675" sldId="261"/>
        </pc:sldMkLst>
        <pc:spChg chg="mod">
          <ac:chgData name="Amy C Gessert" userId="S::amy.gessert@umb.edu::959649af-45c5-487c-aa74-829e1b24d524" providerId="AD" clId="Web-{917B1901-791A-5940-B47F-E7E85A65EE9B}" dt="2025-03-25T18:12:12.789" v="80" actId="1076"/>
          <ac:spMkLst>
            <pc:docMk/>
            <pc:sldMk cId="3651243675" sldId="261"/>
            <ac:spMk id="4" creationId="{7E28B2E9-58E2-AF67-E2C6-ACADC62BD3DB}"/>
          </ac:spMkLst>
        </pc:spChg>
      </pc:sldChg>
      <pc:sldChg chg="addSp delSp modSp add replId">
        <pc:chgData name="Amy C Gessert" userId="S::amy.gessert@umb.edu::959649af-45c5-487c-aa74-829e1b24d524" providerId="AD" clId="Web-{917B1901-791A-5940-B47F-E7E85A65EE9B}" dt="2025-03-25T18:15:32.416" v="90" actId="1076"/>
        <pc:sldMkLst>
          <pc:docMk/>
          <pc:sldMk cId="2465144471" sldId="262"/>
        </pc:sldMkLst>
        <pc:spChg chg="add del mod">
          <ac:chgData name="Amy C Gessert" userId="S::amy.gessert@umb.edu::959649af-45c5-487c-aa74-829e1b24d524" providerId="AD" clId="Web-{917B1901-791A-5940-B47F-E7E85A65EE9B}" dt="2025-03-25T18:08:06.866" v="48"/>
          <ac:spMkLst>
            <pc:docMk/>
            <pc:sldMk cId="2465144471" sldId="262"/>
            <ac:spMk id="4" creationId="{53481A44-1FB2-4B5C-DEBF-1111970E6D6C}"/>
          </ac:spMkLst>
        </pc:spChg>
        <pc:spChg chg="add del">
          <ac:chgData name="Amy C Gessert" userId="S::amy.gessert@umb.edu::959649af-45c5-487c-aa74-829e1b24d524" providerId="AD" clId="Web-{917B1901-791A-5940-B47F-E7E85A65EE9B}" dt="2025-03-25T18:08:08.741" v="50"/>
          <ac:spMkLst>
            <pc:docMk/>
            <pc:sldMk cId="2465144471" sldId="262"/>
            <ac:spMk id="6" creationId="{75945A90-F652-F2EA-A4E4-E1D8778BA51E}"/>
          </ac:spMkLst>
        </pc:spChg>
        <pc:spChg chg="add del">
          <ac:chgData name="Amy C Gessert" userId="S::amy.gessert@umb.edu::959649af-45c5-487c-aa74-829e1b24d524" providerId="AD" clId="Web-{917B1901-791A-5940-B47F-E7E85A65EE9B}" dt="2025-03-25T18:08:07.569" v="49"/>
          <ac:spMkLst>
            <pc:docMk/>
            <pc:sldMk cId="2465144471" sldId="262"/>
            <ac:spMk id="7" creationId="{7B7C1B55-B886-E352-4540-01FA8189E78D}"/>
          </ac:spMkLst>
        </pc:spChg>
        <pc:spChg chg="add del mod">
          <ac:chgData name="Amy C Gessert" userId="S::amy.gessert@umb.edu::959649af-45c5-487c-aa74-829e1b24d524" providerId="AD" clId="Web-{917B1901-791A-5940-B47F-E7E85A65EE9B}" dt="2025-03-25T18:11:52.336" v="75"/>
          <ac:spMkLst>
            <pc:docMk/>
            <pc:sldMk cId="2465144471" sldId="262"/>
            <ac:spMk id="780" creationId="{66998100-AF9E-667B-DCF6-586D7E0E7371}"/>
          </ac:spMkLst>
        </pc:spChg>
        <pc:spChg chg="add del mod">
          <ac:chgData name="Amy C Gessert" userId="S::amy.gessert@umb.edu::959649af-45c5-487c-aa74-829e1b24d524" providerId="AD" clId="Web-{917B1901-791A-5940-B47F-E7E85A65EE9B}" dt="2025-03-25T18:12:04.180" v="79"/>
          <ac:spMkLst>
            <pc:docMk/>
            <pc:sldMk cId="2465144471" sldId="262"/>
            <ac:spMk id="811" creationId="{3995C307-6E31-9AE4-FFD1-0B081A624A42}"/>
          </ac:spMkLst>
        </pc:spChg>
        <pc:spChg chg="add mod">
          <ac:chgData name="Amy C Gessert" userId="S::amy.gessert@umb.edu::959649af-45c5-487c-aa74-829e1b24d524" providerId="AD" clId="Web-{917B1901-791A-5940-B47F-E7E85A65EE9B}" dt="2025-03-25T18:15:32.416" v="90" actId="1076"/>
          <ac:spMkLst>
            <pc:docMk/>
            <pc:sldMk cId="2465144471" sldId="262"/>
            <ac:spMk id="843" creationId="{B16143B4-33F3-5CA8-3D1A-5EF6B03671AE}"/>
          </ac:spMkLst>
        </pc:spChg>
        <pc:graphicFrameChg chg="del">
          <ac:chgData name="Amy C Gessert" userId="S::amy.gessert@umb.edu::959649af-45c5-487c-aa74-829e1b24d524" providerId="AD" clId="Web-{917B1901-791A-5940-B47F-E7E85A65EE9B}" dt="2025-03-25T18:02:53.927" v="1"/>
          <ac:graphicFrameMkLst>
            <pc:docMk/>
            <pc:sldMk cId="2465144471" sldId="262"/>
            <ac:graphicFrameMk id="5" creationId="{55672397-94A5-CC79-147F-5FB71EB016AB}"/>
          </ac:graphicFrameMkLst>
        </pc:graphicFrameChg>
        <pc:graphicFrameChg chg="add mod modGraphic">
          <ac:chgData name="Amy C Gessert" userId="S::amy.gessert@umb.edu::959649af-45c5-487c-aa74-829e1b24d524" providerId="AD" clId="Web-{917B1901-791A-5940-B47F-E7E85A65EE9B}" dt="2025-03-25T18:15:27.759" v="87" actId="14100"/>
          <ac:graphicFrameMkLst>
            <pc:docMk/>
            <pc:sldMk cId="2465144471" sldId="262"/>
            <ac:graphicFrameMk id="26" creationId="{B49CC0DB-1141-6BDF-8554-79ECB60C5776}"/>
          </ac:graphicFrameMkLst>
        </pc:graphicFrameChg>
        <pc:graphicFrameChg chg="add mod modGraphic">
          <ac:chgData name="Amy C Gessert" userId="S::amy.gessert@umb.edu::959649af-45c5-487c-aa74-829e1b24d524" providerId="AD" clId="Web-{917B1901-791A-5940-B47F-E7E85A65EE9B}" dt="2025-03-25T18:15:27.806" v="88" actId="14100"/>
          <ac:graphicFrameMkLst>
            <pc:docMk/>
            <pc:sldMk cId="2465144471" sldId="262"/>
            <ac:graphicFrameMk id="579" creationId="{46320FC8-DCE7-CC89-543D-B08AD1D9B5CC}"/>
          </ac:graphicFrameMkLst>
        </pc:graphicFrameChg>
      </pc:sldChg>
    </pc:docChg>
  </pc:docChgLst>
  <pc:docChgLst>
    <pc:chgData name="Amy C Gessert" userId="S::amy.gessert@umb.edu::959649af-45c5-487c-aa74-829e1b24d524" providerId="AD" clId="Web-{B3F4E6E8-F527-17A2-1730-0686D36C4CB5}"/>
    <pc:docChg chg="modSld">
      <pc:chgData name="Amy C Gessert" userId="S::amy.gessert@umb.edu::959649af-45c5-487c-aa74-829e1b24d524" providerId="AD" clId="Web-{B3F4E6E8-F527-17A2-1730-0686D36C4CB5}" dt="2025-03-20T17:49:25.882" v="217" actId="20577"/>
      <pc:docMkLst>
        <pc:docMk/>
      </pc:docMkLst>
      <pc:sldChg chg="modSp">
        <pc:chgData name="Amy C Gessert" userId="S::amy.gessert@umb.edu::959649af-45c5-487c-aa74-829e1b24d524" providerId="AD" clId="Web-{B3F4E6E8-F527-17A2-1730-0686D36C4CB5}" dt="2025-03-20T16:48:35.684" v="57" actId="20577"/>
        <pc:sldMkLst>
          <pc:docMk/>
          <pc:sldMk cId="904396263" sldId="256"/>
        </pc:sldMkLst>
        <pc:spChg chg="mod">
          <ac:chgData name="Amy C Gessert" userId="S::amy.gessert@umb.edu::959649af-45c5-487c-aa74-829e1b24d524" providerId="AD" clId="Web-{B3F4E6E8-F527-17A2-1730-0686D36C4CB5}" dt="2025-03-20T16:48:35.684" v="57" actId="20577"/>
          <ac:spMkLst>
            <pc:docMk/>
            <pc:sldMk cId="904396263" sldId="256"/>
            <ac:spMk id="2" creationId="{DF1E6157-C699-27B4-6686-D0C123833F9A}"/>
          </ac:spMkLst>
        </pc:spChg>
      </pc:sldChg>
      <pc:sldChg chg="modSp">
        <pc:chgData name="Amy C Gessert" userId="S::amy.gessert@umb.edu::959649af-45c5-487c-aa74-829e1b24d524" providerId="AD" clId="Web-{B3F4E6E8-F527-17A2-1730-0686D36C4CB5}" dt="2025-03-20T17:49:09.506" v="215" actId="20577"/>
        <pc:sldMkLst>
          <pc:docMk/>
          <pc:sldMk cId="1002497974" sldId="258"/>
        </pc:sldMkLst>
        <pc:spChg chg="mod">
          <ac:chgData name="Amy C Gessert" userId="S::amy.gessert@umb.edu::959649af-45c5-487c-aa74-829e1b24d524" providerId="AD" clId="Web-{B3F4E6E8-F527-17A2-1730-0686D36C4CB5}" dt="2025-03-20T17:49:09.506" v="215" actId="20577"/>
          <ac:spMkLst>
            <pc:docMk/>
            <pc:sldMk cId="1002497974" sldId="258"/>
            <ac:spMk id="9" creationId="{32B3E785-BB8C-5AEA-86AB-18ABC56C2902}"/>
          </ac:spMkLst>
        </pc:spChg>
      </pc:sldChg>
      <pc:sldChg chg="delSp modSp">
        <pc:chgData name="Amy C Gessert" userId="S::amy.gessert@umb.edu::959649af-45c5-487c-aa74-829e1b24d524" providerId="AD" clId="Web-{B3F4E6E8-F527-17A2-1730-0686D36C4CB5}" dt="2025-03-20T17:47:54.941" v="179" actId="20577"/>
        <pc:sldMkLst>
          <pc:docMk/>
          <pc:sldMk cId="3828755508" sldId="259"/>
        </pc:sldMkLst>
        <pc:spChg chg="mod">
          <ac:chgData name="Amy C Gessert" userId="S::amy.gessert@umb.edu::959649af-45c5-487c-aa74-829e1b24d524" providerId="AD" clId="Web-{B3F4E6E8-F527-17A2-1730-0686D36C4CB5}" dt="2025-03-20T17:47:05.235" v="160" actId="20577"/>
          <ac:spMkLst>
            <pc:docMk/>
            <pc:sldMk cId="3828755508" sldId="259"/>
            <ac:spMk id="3" creationId="{AEFA68FA-2D95-A133-45E2-6F928E0EB9D3}"/>
          </ac:spMkLst>
        </pc:spChg>
        <pc:spChg chg="del">
          <ac:chgData name="Amy C Gessert" userId="S::amy.gessert@umb.edu::959649af-45c5-487c-aa74-829e1b24d524" providerId="AD" clId="Web-{B3F4E6E8-F527-17A2-1730-0686D36C4CB5}" dt="2025-03-20T16:54:18.008" v="98"/>
          <ac:spMkLst>
            <pc:docMk/>
            <pc:sldMk cId="3828755508" sldId="259"/>
            <ac:spMk id="4" creationId="{AB67B1D6-5ED4-9DDE-E71D-52EE90819D77}"/>
          </ac:spMkLst>
        </pc:spChg>
        <pc:spChg chg="mod">
          <ac:chgData name="Amy C Gessert" userId="S::amy.gessert@umb.edu::959649af-45c5-487c-aa74-829e1b24d524" providerId="AD" clId="Web-{B3F4E6E8-F527-17A2-1730-0686D36C4CB5}" dt="2025-03-20T17:47:54.941" v="179" actId="20577"/>
          <ac:spMkLst>
            <pc:docMk/>
            <pc:sldMk cId="3828755508" sldId="259"/>
            <ac:spMk id="15" creationId="{145073A9-264C-9150-8501-60B866363429}"/>
          </ac:spMkLst>
        </pc:spChg>
        <pc:spChg chg="mod">
          <ac:chgData name="Amy C Gessert" userId="S::amy.gessert@umb.edu::959649af-45c5-487c-aa74-829e1b24d524" providerId="AD" clId="Web-{B3F4E6E8-F527-17A2-1730-0686D36C4CB5}" dt="2025-03-20T17:45:27.122" v="149" actId="14100"/>
          <ac:spMkLst>
            <pc:docMk/>
            <pc:sldMk cId="3828755508" sldId="259"/>
            <ac:spMk id="18" creationId="{E43E2F75-2337-F265-2BA7-ED2D889A636A}"/>
          </ac:spMkLst>
        </pc:spChg>
        <pc:spChg chg="mod">
          <ac:chgData name="Amy C Gessert" userId="S::amy.gessert@umb.edu::959649af-45c5-487c-aa74-829e1b24d524" providerId="AD" clId="Web-{B3F4E6E8-F527-17A2-1730-0686D36C4CB5}" dt="2025-03-20T17:47:18.908" v="163" actId="20577"/>
          <ac:spMkLst>
            <pc:docMk/>
            <pc:sldMk cId="3828755508" sldId="259"/>
            <ac:spMk id="21" creationId="{E7FB7097-E75F-8528-3E41-7F397DD08D2A}"/>
          </ac:spMkLst>
        </pc:spChg>
        <pc:spChg chg="mod">
          <ac:chgData name="Amy C Gessert" userId="S::amy.gessert@umb.edu::959649af-45c5-487c-aa74-829e1b24d524" providerId="AD" clId="Web-{B3F4E6E8-F527-17A2-1730-0686D36C4CB5}" dt="2025-03-20T17:45:38.451" v="152" actId="14100"/>
          <ac:spMkLst>
            <pc:docMk/>
            <pc:sldMk cId="3828755508" sldId="259"/>
            <ac:spMk id="23" creationId="{136AC1C6-FB04-E438-1EBA-5713EF1D8AC1}"/>
          </ac:spMkLst>
        </pc:spChg>
      </pc:sldChg>
      <pc:sldChg chg="modSp">
        <pc:chgData name="Amy C Gessert" userId="S::amy.gessert@umb.edu::959649af-45c5-487c-aa74-829e1b24d524" providerId="AD" clId="Web-{B3F4E6E8-F527-17A2-1730-0686D36C4CB5}" dt="2025-03-20T17:49:25.882" v="217" actId="20577"/>
        <pc:sldMkLst>
          <pc:docMk/>
          <pc:sldMk cId="1529278927" sldId="260"/>
        </pc:sldMkLst>
        <pc:spChg chg="mod">
          <ac:chgData name="Amy C Gessert" userId="S::amy.gessert@umb.edu::959649af-45c5-487c-aa74-829e1b24d524" providerId="AD" clId="Web-{B3F4E6E8-F527-17A2-1730-0686D36C4CB5}" dt="2025-03-20T17:49:25.882" v="217" actId="20577"/>
          <ac:spMkLst>
            <pc:docMk/>
            <pc:sldMk cId="1529278927" sldId="260"/>
            <ac:spMk id="2" creationId="{BEB70E53-928C-DAA1-2B8B-3862ED1D26C0}"/>
          </ac:spMkLst>
        </pc:spChg>
        <pc:spChg chg="mod">
          <ac:chgData name="Amy C Gessert" userId="S::amy.gessert@umb.edu::959649af-45c5-487c-aa74-829e1b24d524" providerId="AD" clId="Web-{B3F4E6E8-F527-17A2-1730-0686D36C4CB5}" dt="2025-03-20T17:46:49.407" v="157" actId="20577"/>
          <ac:spMkLst>
            <pc:docMk/>
            <pc:sldMk cId="1529278927" sldId="260"/>
            <ac:spMk id="3" creationId="{39917F9F-A100-C174-E28C-0ACA6CFB2A32}"/>
          </ac:spMkLst>
        </pc:spChg>
        <pc:spChg chg="mod">
          <ac:chgData name="Amy C Gessert" userId="S::amy.gessert@umb.edu::959649af-45c5-487c-aa74-829e1b24d524" providerId="AD" clId="Web-{B3F4E6E8-F527-17A2-1730-0686D36C4CB5}" dt="2025-03-20T16:57:15.716" v="142" actId="1076"/>
          <ac:spMkLst>
            <pc:docMk/>
            <pc:sldMk cId="1529278927" sldId="260"/>
            <ac:spMk id="8" creationId="{6F38009E-54EF-DAD7-B8A6-C4828FE8A336}"/>
          </ac:spMkLst>
        </pc:spChg>
        <pc:spChg chg="mod">
          <ac:chgData name="Amy C Gessert" userId="S::amy.gessert@umb.edu::959649af-45c5-487c-aa74-829e1b24d524" providerId="AD" clId="Web-{B3F4E6E8-F527-17A2-1730-0686D36C4CB5}" dt="2025-03-20T16:57:10.341" v="141" actId="1076"/>
          <ac:spMkLst>
            <pc:docMk/>
            <pc:sldMk cId="1529278927" sldId="260"/>
            <ac:spMk id="9" creationId="{9C7CBE74-9FC5-9A01-086C-A87AD64F4534}"/>
          </ac:spMkLst>
        </pc:spChg>
        <pc:cxnChg chg="mod">
          <ac:chgData name="Amy C Gessert" userId="S::amy.gessert@umb.edu::959649af-45c5-487c-aa74-829e1b24d524" providerId="AD" clId="Web-{B3F4E6E8-F527-17A2-1730-0686D36C4CB5}" dt="2025-03-20T16:56:01.386" v="108" actId="1076"/>
          <ac:cxnSpMkLst>
            <pc:docMk/>
            <pc:sldMk cId="1529278927" sldId="260"/>
            <ac:cxnSpMk id="11" creationId="{F80289C7-83EE-333D-B17A-A83BEAF58EAD}"/>
          </ac:cxnSpMkLst>
        </pc:cxnChg>
      </pc:sldChg>
      <pc:sldChg chg="modSp">
        <pc:chgData name="Amy C Gessert" userId="S::amy.gessert@umb.edu::959649af-45c5-487c-aa74-829e1b24d524" providerId="AD" clId="Web-{B3F4E6E8-F527-17A2-1730-0686D36C4CB5}" dt="2025-03-20T16:48:15.043" v="55" actId="1076"/>
        <pc:sldMkLst>
          <pc:docMk/>
          <pc:sldMk cId="3651243675" sldId="261"/>
        </pc:sldMkLst>
        <pc:spChg chg="mod">
          <ac:chgData name="Amy C Gessert" userId="S::amy.gessert@umb.edu::959649af-45c5-487c-aa74-829e1b24d524" providerId="AD" clId="Web-{B3F4E6E8-F527-17A2-1730-0686D36C4CB5}" dt="2025-03-20T16:47:46.620" v="46" actId="1076"/>
          <ac:spMkLst>
            <pc:docMk/>
            <pc:sldMk cId="3651243675" sldId="261"/>
            <ac:spMk id="4" creationId="{7E28B2E9-58E2-AF67-E2C6-ACADC62BD3DB}"/>
          </ac:spMkLst>
        </pc:spChg>
        <pc:spChg chg="mod">
          <ac:chgData name="Amy C Gessert" userId="S::amy.gessert@umb.edu::959649af-45c5-487c-aa74-829e1b24d524" providerId="AD" clId="Web-{B3F4E6E8-F527-17A2-1730-0686D36C4CB5}" dt="2025-03-20T16:47:46.682" v="48" actId="1076"/>
          <ac:spMkLst>
            <pc:docMk/>
            <pc:sldMk cId="3651243675" sldId="261"/>
            <ac:spMk id="6" creationId="{FD8338AC-F717-5BAC-208A-C955DCBCC44F}"/>
          </ac:spMkLst>
        </pc:spChg>
        <pc:spChg chg="mod">
          <ac:chgData name="Amy C Gessert" userId="S::amy.gessert@umb.edu::959649af-45c5-487c-aa74-829e1b24d524" providerId="AD" clId="Web-{B3F4E6E8-F527-17A2-1730-0686D36C4CB5}" dt="2025-03-20T16:47:46.698" v="49" actId="1076"/>
          <ac:spMkLst>
            <pc:docMk/>
            <pc:sldMk cId="3651243675" sldId="261"/>
            <ac:spMk id="7" creationId="{A4EED436-105D-4580-9EE5-8DE434F99406}"/>
          </ac:spMkLst>
        </pc:spChg>
        <pc:spChg chg="mod">
          <ac:chgData name="Amy C Gessert" userId="S::amy.gessert@umb.edu::959649af-45c5-487c-aa74-829e1b24d524" providerId="AD" clId="Web-{B3F4E6E8-F527-17A2-1730-0686D36C4CB5}" dt="2025-03-20T16:48:15.043" v="55" actId="1076"/>
          <ac:spMkLst>
            <pc:docMk/>
            <pc:sldMk cId="3651243675" sldId="261"/>
            <ac:spMk id="99" creationId="{BE5C1BF4-D787-37E5-FC3B-1D80F77A34D2}"/>
          </ac:spMkLst>
        </pc:spChg>
        <pc:graphicFrameChg chg="mod">
          <ac:chgData name="Amy C Gessert" userId="S::amy.gessert@umb.edu::959649af-45c5-487c-aa74-829e1b24d524" providerId="AD" clId="Web-{B3F4E6E8-F527-17A2-1730-0686D36C4CB5}" dt="2025-03-20T16:47:46.651" v="47" actId="1076"/>
          <ac:graphicFrameMkLst>
            <pc:docMk/>
            <pc:sldMk cId="3651243675" sldId="261"/>
            <ac:graphicFrameMk id="5" creationId="{700DAC64-03D6-6A2F-165F-8ACC4E840BF7}"/>
          </ac:graphicFrameMkLst>
        </pc:graphicFrameChg>
      </pc:sldChg>
    </pc:docChg>
  </pc:docChgLst>
  <pc:docChgLst>
    <pc:chgData name="Don Lavin" userId="S::strengthsatwork_gmail.com#ext#@liveumb.onmicrosoft.com::83d6a1c4-513e-4dc7-8cf5-7a0b479f1b48" providerId="AD" clId="Web-{274AD945-13BF-9B6D-F724-E4C4E81FF717}"/>
    <pc:docChg chg="modSld">
      <pc:chgData name="Don Lavin" userId="S::strengthsatwork_gmail.com#ext#@liveumb.onmicrosoft.com::83d6a1c4-513e-4dc7-8cf5-7a0b479f1b48" providerId="AD" clId="Web-{274AD945-13BF-9B6D-F724-E4C4E81FF717}" dt="2025-03-19T19:07:30.463" v="122"/>
      <pc:docMkLst>
        <pc:docMk/>
      </pc:docMkLst>
      <pc:sldChg chg="delSp modSp">
        <pc:chgData name="Don Lavin" userId="S::strengthsatwork_gmail.com#ext#@liveumb.onmicrosoft.com::83d6a1c4-513e-4dc7-8cf5-7a0b479f1b48" providerId="AD" clId="Web-{274AD945-13BF-9B6D-F724-E4C4E81FF717}" dt="2025-03-19T19:07:30.463" v="122"/>
        <pc:sldMkLst>
          <pc:docMk/>
          <pc:sldMk cId="3828755508" sldId="259"/>
        </pc:sldMkLst>
        <pc:spChg chg="mod">
          <ac:chgData name="Don Lavin" userId="S::strengthsatwork_gmail.com#ext#@liveumb.onmicrosoft.com::83d6a1c4-513e-4dc7-8cf5-7a0b479f1b48" providerId="AD" clId="Web-{274AD945-13BF-9B6D-F724-E4C4E81FF717}" dt="2025-03-19T19:05:35.868" v="71" actId="1076"/>
          <ac:spMkLst>
            <pc:docMk/>
            <pc:sldMk cId="3828755508" sldId="259"/>
            <ac:spMk id="4" creationId="{AB67B1D6-5ED4-9DDE-E71D-52EE90819D77}"/>
          </ac:spMkLst>
        </pc:spChg>
        <pc:spChg chg="mod">
          <ac:chgData name="Don Lavin" userId="S::strengthsatwork_gmail.com#ext#@liveumb.onmicrosoft.com::83d6a1c4-513e-4dc7-8cf5-7a0b479f1b48" providerId="AD" clId="Web-{274AD945-13BF-9B6D-F724-E4C4E81FF717}" dt="2025-03-19T19:05:28.790" v="70" actId="14100"/>
          <ac:spMkLst>
            <pc:docMk/>
            <pc:sldMk cId="3828755508" sldId="259"/>
            <ac:spMk id="15" creationId="{145073A9-264C-9150-8501-60B866363429}"/>
          </ac:spMkLst>
        </pc:spChg>
        <pc:spChg chg="mod">
          <ac:chgData name="Don Lavin" userId="S::strengthsatwork_gmail.com#ext#@liveumb.onmicrosoft.com::83d6a1c4-513e-4dc7-8cf5-7a0b479f1b48" providerId="AD" clId="Web-{274AD945-13BF-9B6D-F724-E4C4E81FF717}" dt="2025-03-19T19:07:20.072" v="121" actId="1076"/>
          <ac:spMkLst>
            <pc:docMk/>
            <pc:sldMk cId="3828755508" sldId="259"/>
            <ac:spMk id="21" creationId="{E7FB7097-E75F-8528-3E41-7F397DD08D2A}"/>
          </ac:spMkLst>
        </pc:spChg>
        <pc:spChg chg="del mod">
          <ac:chgData name="Don Lavin" userId="S::strengthsatwork_gmail.com#ext#@liveumb.onmicrosoft.com::83d6a1c4-513e-4dc7-8cf5-7a0b479f1b48" providerId="AD" clId="Web-{274AD945-13BF-9B6D-F724-E4C4E81FF717}" dt="2025-03-19T19:07:30.463" v="122"/>
          <ac:spMkLst>
            <pc:docMk/>
            <pc:sldMk cId="3828755508" sldId="259"/>
            <ac:spMk id="22" creationId="{1B30F7FB-0E69-139C-FE14-21C00B729783}"/>
          </ac:spMkLst>
        </pc:spChg>
        <pc:cxnChg chg="mod">
          <ac:chgData name="Don Lavin" userId="S::strengthsatwork_gmail.com#ext#@liveumb.onmicrosoft.com::83d6a1c4-513e-4dc7-8cf5-7a0b479f1b48" providerId="AD" clId="Web-{274AD945-13BF-9B6D-F724-E4C4E81FF717}" dt="2025-03-19T19:03:50.007" v="35" actId="14100"/>
          <ac:cxnSpMkLst>
            <pc:docMk/>
            <pc:sldMk cId="3828755508" sldId="259"/>
            <ac:cxnSpMk id="32" creationId="{9F072121-3F33-CE22-20B2-F53035ECC9B3}"/>
          </ac:cxnSpMkLst>
        </pc:cxnChg>
        <pc:cxnChg chg="mod">
          <ac:chgData name="Don Lavin" userId="S::strengthsatwork_gmail.com#ext#@liveumb.onmicrosoft.com::83d6a1c4-513e-4dc7-8cf5-7a0b479f1b48" providerId="AD" clId="Web-{274AD945-13BF-9B6D-F724-E4C4E81FF717}" dt="2025-03-19T19:03:43.210" v="34" actId="14100"/>
          <ac:cxnSpMkLst>
            <pc:docMk/>
            <pc:sldMk cId="3828755508" sldId="259"/>
            <ac:cxnSpMk id="35" creationId="{4702A81E-F0A3-C8BD-F4BE-27E122A88FAD}"/>
          </ac:cxnSpMkLst>
        </pc:cxnChg>
      </pc:sldChg>
    </pc:docChg>
  </pc:docChgLst>
</pc:chgInfo>
</file>

<file path=ppt/comments/modernComment_104_5B26F1C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7485B31-F7B9-4AB4-A601-3EAA26DA1EDF}" authorId="{A8AC5C95-D64A-574C-B916-E4A2CC8E2F12}" created="2025-03-20T16:46:00.17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29278927" sldId="260"/>
      <ac:spMk id="8" creationId="{6F38009E-54EF-DAD7-B8A6-C4828FE8A336}"/>
      <ac:txMk cp="258" len="19">
        <ac:context len="278" hash="2623664913"/>
      </ac:txMk>
    </ac:txMkLst>
    <p188:pos x="2415152" y="1872711"/>
    <p188:txBody>
      <a:bodyPr/>
      <a:lstStyle/>
      <a:p>
        <a:r>
          <a:rPr lang="en-US"/>
          <a:t>Does this belong here or under the culture piece, maybe?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FAECAA-9A05-4E3D-A33E-1F06EA01FE62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D78A03-B6A5-4663-B26B-AD01B89DC4E5}">
      <dgm:prSet phldrT="[Text]" phldr="0"/>
      <dgm:spPr/>
      <dgm:t>
        <a:bodyPr/>
        <a:lstStyle/>
        <a:p>
          <a:r>
            <a:rPr lang="en-US" dirty="0">
              <a:solidFill>
                <a:srgbClr val="444444"/>
              </a:solidFill>
              <a:latin typeface="Calibri"/>
              <a:ea typeface="Calibri"/>
              <a:cs typeface="Calibri"/>
            </a:rPr>
            <a:t>Staff Growth &amp; Empowerment Focus </a:t>
          </a:r>
          <a:endParaRPr lang="en-US" dirty="0"/>
        </a:p>
      </dgm:t>
    </dgm:pt>
    <dgm:pt modelId="{ABB4060E-F14C-4111-9C3F-60E38E5AAB84}" type="parTrans" cxnId="{4A598189-E447-4040-A833-E80DE857C360}">
      <dgm:prSet/>
      <dgm:spPr/>
      <dgm:t>
        <a:bodyPr/>
        <a:lstStyle/>
        <a:p>
          <a:endParaRPr lang="en-US"/>
        </a:p>
      </dgm:t>
    </dgm:pt>
    <dgm:pt modelId="{7BF56BE5-C497-4C34-8087-454A607F16F1}" type="sibTrans" cxnId="{4A598189-E447-4040-A833-E80DE857C360}">
      <dgm:prSet/>
      <dgm:spPr/>
      <dgm:t>
        <a:bodyPr/>
        <a:lstStyle/>
        <a:p>
          <a:endParaRPr lang="en-US"/>
        </a:p>
      </dgm:t>
    </dgm:pt>
    <dgm:pt modelId="{1216180D-2887-4CA5-A418-DB11F9CDE4FB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110004020202020204"/>
            </a:rPr>
            <a:t>Growth Within the Organization</a:t>
          </a:r>
          <a:endParaRPr lang="en-US" dirty="0"/>
        </a:p>
      </dgm:t>
    </dgm:pt>
    <dgm:pt modelId="{76DAFD29-42CE-46C1-813D-AD0044AF5B8E}" type="parTrans" cxnId="{84911581-929D-49D8-A069-AD5BA95D3CB6}">
      <dgm:prSet/>
      <dgm:spPr/>
      <dgm:t>
        <a:bodyPr/>
        <a:lstStyle/>
        <a:p>
          <a:endParaRPr lang="en-US"/>
        </a:p>
      </dgm:t>
    </dgm:pt>
    <dgm:pt modelId="{BF487CCB-7FC8-4A3C-A61D-10CEAD1EA39A}" type="sibTrans" cxnId="{84911581-929D-49D8-A069-AD5BA95D3CB6}">
      <dgm:prSet/>
      <dgm:spPr/>
      <dgm:t>
        <a:bodyPr/>
        <a:lstStyle/>
        <a:p>
          <a:endParaRPr lang="en-US"/>
        </a:p>
      </dgm:t>
    </dgm:pt>
    <dgm:pt modelId="{C682C2F7-B3CA-48D3-8BD4-5D3871842F07}">
      <dgm:prSet phldr="0"/>
      <dgm:spPr/>
      <dgm:t>
        <a:bodyPr/>
        <a:lstStyle/>
        <a:p>
          <a:pPr rtl="0"/>
          <a:r>
            <a:rPr lang="en-US" dirty="0">
              <a:solidFill>
                <a:srgbClr val="000000"/>
              </a:solidFill>
              <a:latin typeface="Calibri"/>
              <a:ea typeface="Calibri"/>
              <a:cs typeface="Calibri"/>
            </a:rPr>
            <a:t>Best Practice Implementation and </a:t>
          </a:r>
          <a:r>
            <a:rPr lang="en-US" dirty="0">
              <a:latin typeface="Aptos Display" panose="02110004020202020204"/>
            </a:rPr>
            <a:t>Integration</a:t>
          </a:r>
        </a:p>
      </dgm:t>
    </dgm:pt>
    <dgm:pt modelId="{70F5F4DD-1B23-4145-9424-84D2E8ADD0CA}" type="parTrans" cxnId="{FDD9A860-5AA9-4EC6-BB8B-57838F4CFB48}">
      <dgm:prSet/>
      <dgm:spPr/>
    </dgm:pt>
    <dgm:pt modelId="{38D4D211-DD75-4401-9E9A-A4302B16189C}" type="sibTrans" cxnId="{FDD9A860-5AA9-4EC6-BB8B-57838F4CFB48}">
      <dgm:prSet/>
      <dgm:spPr/>
    </dgm:pt>
    <dgm:pt modelId="{F6932199-A51D-492A-8EF3-FDB57A3E8BA0}">
      <dgm:prSet phldr="0"/>
      <dgm:spPr/>
      <dgm:t>
        <a:bodyPr/>
        <a:lstStyle/>
        <a:p>
          <a:pPr rtl="0"/>
          <a:r>
            <a:rPr lang="en-US" dirty="0">
              <a:solidFill>
                <a:srgbClr val="000000"/>
              </a:solidFill>
              <a:latin typeface="Calibri"/>
              <a:ea typeface="Calibri"/>
              <a:cs typeface="Calibri"/>
            </a:rPr>
            <a:t>Refine and Stabilize</a:t>
          </a:r>
        </a:p>
      </dgm:t>
    </dgm:pt>
    <dgm:pt modelId="{DE38996D-D8A3-47CD-A585-DE75EB517AD0}" type="parTrans" cxnId="{25215584-08FE-4E3D-B5A8-5DC874E66711}">
      <dgm:prSet/>
      <dgm:spPr/>
    </dgm:pt>
    <dgm:pt modelId="{AB997D9D-DDDD-4A4A-9EA2-9E59D68648B9}" type="sibTrans" cxnId="{25215584-08FE-4E3D-B5A8-5DC874E66711}">
      <dgm:prSet/>
      <dgm:spPr/>
    </dgm:pt>
    <dgm:pt modelId="{4DC186CD-D48B-4534-93D1-EABF2FA28B27}" type="pres">
      <dgm:prSet presAssocID="{3BFAECAA-9A05-4E3D-A33E-1F06EA01FE62}" presName="cycle" presStyleCnt="0">
        <dgm:presLayoutVars>
          <dgm:dir/>
          <dgm:resizeHandles val="exact"/>
        </dgm:presLayoutVars>
      </dgm:prSet>
      <dgm:spPr/>
    </dgm:pt>
    <dgm:pt modelId="{DC038D03-B13B-45AD-B0B2-EB1E5E8493BF}" type="pres">
      <dgm:prSet presAssocID="{04D78A03-B6A5-4663-B26B-AD01B89DC4E5}" presName="dummy" presStyleCnt="0"/>
      <dgm:spPr/>
    </dgm:pt>
    <dgm:pt modelId="{02CA7DF1-685D-4910-9E6A-22E5F57DD594}" type="pres">
      <dgm:prSet presAssocID="{04D78A03-B6A5-4663-B26B-AD01B89DC4E5}" presName="node" presStyleLbl="revTx" presStyleIdx="0" presStyleCnt="4">
        <dgm:presLayoutVars>
          <dgm:bulletEnabled val="1"/>
        </dgm:presLayoutVars>
      </dgm:prSet>
      <dgm:spPr/>
    </dgm:pt>
    <dgm:pt modelId="{89549FF7-F06A-4307-9ADC-385377DC8CF8}" type="pres">
      <dgm:prSet presAssocID="{7BF56BE5-C497-4C34-8087-454A607F16F1}" presName="sibTrans" presStyleLbl="node1" presStyleIdx="0" presStyleCnt="4"/>
      <dgm:spPr/>
    </dgm:pt>
    <dgm:pt modelId="{8B3746AA-B516-4D4E-AC42-D53184A0E11B}" type="pres">
      <dgm:prSet presAssocID="{1216180D-2887-4CA5-A418-DB11F9CDE4FB}" presName="dummy" presStyleCnt="0"/>
      <dgm:spPr/>
    </dgm:pt>
    <dgm:pt modelId="{A070FAE8-35C1-4514-B79B-39BFAA7F2BF7}" type="pres">
      <dgm:prSet presAssocID="{1216180D-2887-4CA5-A418-DB11F9CDE4FB}" presName="node" presStyleLbl="revTx" presStyleIdx="1" presStyleCnt="4">
        <dgm:presLayoutVars>
          <dgm:bulletEnabled val="1"/>
        </dgm:presLayoutVars>
      </dgm:prSet>
      <dgm:spPr/>
    </dgm:pt>
    <dgm:pt modelId="{FBD19421-959D-46AE-AA13-32F9E55C4E72}" type="pres">
      <dgm:prSet presAssocID="{BF487CCB-7FC8-4A3C-A61D-10CEAD1EA39A}" presName="sibTrans" presStyleLbl="node1" presStyleIdx="1" presStyleCnt="4"/>
      <dgm:spPr/>
    </dgm:pt>
    <dgm:pt modelId="{35558DBE-06CF-4605-9A5E-370972A8C617}" type="pres">
      <dgm:prSet presAssocID="{F6932199-A51D-492A-8EF3-FDB57A3E8BA0}" presName="dummy" presStyleCnt="0"/>
      <dgm:spPr/>
    </dgm:pt>
    <dgm:pt modelId="{DDF626FB-8AE2-4862-A45A-28A1957715BE}" type="pres">
      <dgm:prSet presAssocID="{F6932199-A51D-492A-8EF3-FDB57A3E8BA0}" presName="node" presStyleLbl="revTx" presStyleIdx="2" presStyleCnt="4">
        <dgm:presLayoutVars>
          <dgm:bulletEnabled val="1"/>
        </dgm:presLayoutVars>
      </dgm:prSet>
      <dgm:spPr/>
    </dgm:pt>
    <dgm:pt modelId="{F98A628F-329E-4079-A561-0CBCE6549CFA}" type="pres">
      <dgm:prSet presAssocID="{AB997D9D-DDDD-4A4A-9EA2-9E59D68648B9}" presName="sibTrans" presStyleLbl="node1" presStyleIdx="2" presStyleCnt="4"/>
      <dgm:spPr/>
    </dgm:pt>
    <dgm:pt modelId="{8A5CF96F-1834-47A8-9C44-074010A429A2}" type="pres">
      <dgm:prSet presAssocID="{C682C2F7-B3CA-48D3-8BD4-5D3871842F07}" presName="dummy" presStyleCnt="0"/>
      <dgm:spPr/>
    </dgm:pt>
    <dgm:pt modelId="{33F326AA-8BF6-4AF7-A920-866D5277CF00}" type="pres">
      <dgm:prSet presAssocID="{C682C2F7-B3CA-48D3-8BD4-5D3871842F07}" presName="node" presStyleLbl="revTx" presStyleIdx="3" presStyleCnt="4">
        <dgm:presLayoutVars>
          <dgm:bulletEnabled val="1"/>
        </dgm:presLayoutVars>
      </dgm:prSet>
      <dgm:spPr/>
    </dgm:pt>
    <dgm:pt modelId="{6B5B8914-9422-4583-8D3A-F9C76E518084}" type="pres">
      <dgm:prSet presAssocID="{38D4D211-DD75-4401-9E9A-A4302B16189C}" presName="sibTrans" presStyleLbl="node1" presStyleIdx="3" presStyleCnt="4"/>
      <dgm:spPr/>
    </dgm:pt>
  </dgm:ptLst>
  <dgm:cxnLst>
    <dgm:cxn modelId="{F354925F-9234-4304-B5A7-E254018AC6DF}" type="presOf" srcId="{3BFAECAA-9A05-4E3D-A33E-1F06EA01FE62}" destId="{4DC186CD-D48B-4534-93D1-EABF2FA28B27}" srcOrd="0" destOrd="0" presId="urn:microsoft.com/office/officeart/2005/8/layout/cycle1"/>
    <dgm:cxn modelId="{FDD9A860-5AA9-4EC6-BB8B-57838F4CFB48}" srcId="{3BFAECAA-9A05-4E3D-A33E-1F06EA01FE62}" destId="{C682C2F7-B3CA-48D3-8BD4-5D3871842F07}" srcOrd="3" destOrd="0" parTransId="{70F5F4DD-1B23-4145-9424-84D2E8ADD0CA}" sibTransId="{38D4D211-DD75-4401-9E9A-A4302B16189C}"/>
    <dgm:cxn modelId="{411F7961-84CC-40B7-AF9C-BC151356F1E9}" type="presOf" srcId="{04D78A03-B6A5-4663-B26B-AD01B89DC4E5}" destId="{02CA7DF1-685D-4910-9E6A-22E5F57DD594}" srcOrd="0" destOrd="0" presId="urn:microsoft.com/office/officeart/2005/8/layout/cycle1"/>
    <dgm:cxn modelId="{9ABA7F68-7E4F-4C8E-9E5A-B716D8D78F26}" type="presOf" srcId="{1216180D-2887-4CA5-A418-DB11F9CDE4FB}" destId="{A070FAE8-35C1-4514-B79B-39BFAA7F2BF7}" srcOrd="0" destOrd="0" presId="urn:microsoft.com/office/officeart/2005/8/layout/cycle1"/>
    <dgm:cxn modelId="{84911581-929D-49D8-A069-AD5BA95D3CB6}" srcId="{3BFAECAA-9A05-4E3D-A33E-1F06EA01FE62}" destId="{1216180D-2887-4CA5-A418-DB11F9CDE4FB}" srcOrd="1" destOrd="0" parTransId="{76DAFD29-42CE-46C1-813D-AD0044AF5B8E}" sibTransId="{BF487CCB-7FC8-4A3C-A61D-10CEAD1EA39A}"/>
    <dgm:cxn modelId="{25215584-08FE-4E3D-B5A8-5DC874E66711}" srcId="{3BFAECAA-9A05-4E3D-A33E-1F06EA01FE62}" destId="{F6932199-A51D-492A-8EF3-FDB57A3E8BA0}" srcOrd="2" destOrd="0" parTransId="{DE38996D-D8A3-47CD-A585-DE75EB517AD0}" sibTransId="{AB997D9D-DDDD-4A4A-9EA2-9E59D68648B9}"/>
    <dgm:cxn modelId="{76ED5888-A36D-4A04-B8A7-CE2B34E0723B}" type="presOf" srcId="{7BF56BE5-C497-4C34-8087-454A607F16F1}" destId="{89549FF7-F06A-4307-9ADC-385377DC8CF8}" srcOrd="0" destOrd="0" presId="urn:microsoft.com/office/officeart/2005/8/layout/cycle1"/>
    <dgm:cxn modelId="{4A598189-E447-4040-A833-E80DE857C360}" srcId="{3BFAECAA-9A05-4E3D-A33E-1F06EA01FE62}" destId="{04D78A03-B6A5-4663-B26B-AD01B89DC4E5}" srcOrd="0" destOrd="0" parTransId="{ABB4060E-F14C-4111-9C3F-60E38E5AAB84}" sibTransId="{7BF56BE5-C497-4C34-8087-454A607F16F1}"/>
    <dgm:cxn modelId="{52B1478B-FE69-45C9-9DF2-E8A8573D24E9}" type="presOf" srcId="{C682C2F7-B3CA-48D3-8BD4-5D3871842F07}" destId="{33F326AA-8BF6-4AF7-A920-866D5277CF00}" srcOrd="0" destOrd="0" presId="urn:microsoft.com/office/officeart/2005/8/layout/cycle1"/>
    <dgm:cxn modelId="{B72787B1-8681-4BE2-BCBE-C87E37C1CF8E}" type="presOf" srcId="{AB997D9D-DDDD-4A4A-9EA2-9E59D68648B9}" destId="{F98A628F-329E-4079-A561-0CBCE6549CFA}" srcOrd="0" destOrd="0" presId="urn:microsoft.com/office/officeart/2005/8/layout/cycle1"/>
    <dgm:cxn modelId="{504ADDD0-8647-4005-A594-2DAB2C22159E}" type="presOf" srcId="{F6932199-A51D-492A-8EF3-FDB57A3E8BA0}" destId="{DDF626FB-8AE2-4862-A45A-28A1957715BE}" srcOrd="0" destOrd="0" presId="urn:microsoft.com/office/officeart/2005/8/layout/cycle1"/>
    <dgm:cxn modelId="{BE1B81DC-B48B-4C36-B85B-F27054C9C145}" type="presOf" srcId="{BF487CCB-7FC8-4A3C-A61D-10CEAD1EA39A}" destId="{FBD19421-959D-46AE-AA13-32F9E55C4E72}" srcOrd="0" destOrd="0" presId="urn:microsoft.com/office/officeart/2005/8/layout/cycle1"/>
    <dgm:cxn modelId="{D32B58F0-1C7F-45E5-82AF-5B7FA63FBD32}" type="presOf" srcId="{38D4D211-DD75-4401-9E9A-A4302B16189C}" destId="{6B5B8914-9422-4583-8D3A-F9C76E518084}" srcOrd="0" destOrd="0" presId="urn:microsoft.com/office/officeart/2005/8/layout/cycle1"/>
    <dgm:cxn modelId="{CF53ABB5-9E50-4DE4-840C-0BED9117A0A6}" type="presParOf" srcId="{4DC186CD-D48B-4534-93D1-EABF2FA28B27}" destId="{DC038D03-B13B-45AD-B0B2-EB1E5E8493BF}" srcOrd="0" destOrd="0" presId="urn:microsoft.com/office/officeart/2005/8/layout/cycle1"/>
    <dgm:cxn modelId="{851A46C9-D995-4222-B9CF-69C91F6B5B68}" type="presParOf" srcId="{4DC186CD-D48B-4534-93D1-EABF2FA28B27}" destId="{02CA7DF1-685D-4910-9E6A-22E5F57DD594}" srcOrd="1" destOrd="0" presId="urn:microsoft.com/office/officeart/2005/8/layout/cycle1"/>
    <dgm:cxn modelId="{ABBE213C-97D6-4488-BB7D-376BF5725615}" type="presParOf" srcId="{4DC186CD-D48B-4534-93D1-EABF2FA28B27}" destId="{89549FF7-F06A-4307-9ADC-385377DC8CF8}" srcOrd="2" destOrd="0" presId="urn:microsoft.com/office/officeart/2005/8/layout/cycle1"/>
    <dgm:cxn modelId="{B050F070-C800-4633-837F-A5BF916D2F05}" type="presParOf" srcId="{4DC186CD-D48B-4534-93D1-EABF2FA28B27}" destId="{8B3746AA-B516-4D4E-AC42-D53184A0E11B}" srcOrd="3" destOrd="0" presId="urn:microsoft.com/office/officeart/2005/8/layout/cycle1"/>
    <dgm:cxn modelId="{FF9530F2-1211-44DB-9555-2070CAF8FBE2}" type="presParOf" srcId="{4DC186CD-D48B-4534-93D1-EABF2FA28B27}" destId="{A070FAE8-35C1-4514-B79B-39BFAA7F2BF7}" srcOrd="4" destOrd="0" presId="urn:microsoft.com/office/officeart/2005/8/layout/cycle1"/>
    <dgm:cxn modelId="{472B0FB9-5375-481A-8431-6581D5610EF0}" type="presParOf" srcId="{4DC186CD-D48B-4534-93D1-EABF2FA28B27}" destId="{FBD19421-959D-46AE-AA13-32F9E55C4E72}" srcOrd="5" destOrd="0" presId="urn:microsoft.com/office/officeart/2005/8/layout/cycle1"/>
    <dgm:cxn modelId="{FF45FC9A-4435-4D64-B5CD-53FFB8E0735A}" type="presParOf" srcId="{4DC186CD-D48B-4534-93D1-EABF2FA28B27}" destId="{35558DBE-06CF-4605-9A5E-370972A8C617}" srcOrd="6" destOrd="0" presId="urn:microsoft.com/office/officeart/2005/8/layout/cycle1"/>
    <dgm:cxn modelId="{74157F54-0652-4E8A-AF8B-F8D3CE7CDE18}" type="presParOf" srcId="{4DC186CD-D48B-4534-93D1-EABF2FA28B27}" destId="{DDF626FB-8AE2-4862-A45A-28A1957715BE}" srcOrd="7" destOrd="0" presId="urn:microsoft.com/office/officeart/2005/8/layout/cycle1"/>
    <dgm:cxn modelId="{FE172B22-8FCD-49B6-A6E7-34D995F1FADA}" type="presParOf" srcId="{4DC186CD-D48B-4534-93D1-EABF2FA28B27}" destId="{F98A628F-329E-4079-A561-0CBCE6549CFA}" srcOrd="8" destOrd="0" presId="urn:microsoft.com/office/officeart/2005/8/layout/cycle1"/>
    <dgm:cxn modelId="{D02C8766-9FEF-4180-9ED7-7C9FA68A9EB8}" type="presParOf" srcId="{4DC186CD-D48B-4534-93D1-EABF2FA28B27}" destId="{8A5CF96F-1834-47A8-9C44-074010A429A2}" srcOrd="9" destOrd="0" presId="urn:microsoft.com/office/officeart/2005/8/layout/cycle1"/>
    <dgm:cxn modelId="{C9830218-7E7A-4C43-993F-145AB85B757E}" type="presParOf" srcId="{4DC186CD-D48B-4534-93D1-EABF2FA28B27}" destId="{33F326AA-8BF6-4AF7-A920-866D5277CF00}" srcOrd="10" destOrd="0" presId="urn:microsoft.com/office/officeart/2005/8/layout/cycle1"/>
    <dgm:cxn modelId="{BE3861F0-BA44-421E-B80B-C65DC6453A3E}" type="presParOf" srcId="{4DC186CD-D48B-4534-93D1-EABF2FA28B27}" destId="{6B5B8914-9422-4583-8D3A-F9C76E518084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4DB1C2-7F11-4C66-A3AC-D44093281FD2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B23B8E01-416D-484F-B082-C6227A68B9E2}">
      <dgm:prSet phldr="0"/>
      <dgm:spPr/>
      <dgm:t>
        <a:bodyPr/>
        <a:lstStyle/>
        <a:p>
          <a:pPr rtl="0"/>
          <a:r>
            <a:rPr lang="en-US">
              <a:latin typeface="Calibri Light"/>
              <a:ea typeface="Calibri Light"/>
              <a:cs typeface="Calibri Light"/>
            </a:rPr>
            <a:t>Hard Reset/Service Redesign</a:t>
          </a:r>
          <a:endParaRPr lang="en-US"/>
        </a:p>
      </dgm:t>
    </dgm:pt>
    <dgm:pt modelId="{A5FA77C8-C12D-4800-ABAE-9E4D32460502}" type="parTrans" cxnId="{9C65B148-A56B-4456-9D6F-AC8738D87D8C}">
      <dgm:prSet/>
      <dgm:spPr/>
    </dgm:pt>
    <dgm:pt modelId="{ABC79455-C9E9-4CF5-85AD-D42E0518BCEF}" type="sibTrans" cxnId="{9C65B148-A56B-4456-9D6F-AC8738D87D8C}">
      <dgm:prSet/>
      <dgm:spPr/>
    </dgm:pt>
    <dgm:pt modelId="{DD19BB27-D593-41AA-8903-AC153FE773BB}">
      <dgm:prSet phldr="0"/>
      <dgm:spPr/>
      <dgm:t>
        <a:bodyPr/>
        <a:lstStyle/>
        <a:p>
          <a:r>
            <a:rPr lang="en-US" dirty="0">
              <a:solidFill>
                <a:srgbClr val="000000"/>
              </a:solidFill>
              <a:latin typeface="Calibri"/>
              <a:ea typeface="Calibri"/>
              <a:cs typeface="Calibri"/>
            </a:rPr>
            <a:t>Infrastructure Focused Changes</a:t>
          </a:r>
          <a:endParaRPr lang="en-US" dirty="0">
            <a:solidFill>
              <a:srgbClr val="000000"/>
            </a:solidFill>
            <a:latin typeface="Calibri Light"/>
            <a:ea typeface="Calibri Light"/>
            <a:cs typeface="Calibri Light"/>
          </a:endParaRPr>
        </a:p>
      </dgm:t>
    </dgm:pt>
    <dgm:pt modelId="{FD9C5292-7DD3-492D-8BAB-59A2B7282213}" type="parTrans" cxnId="{C5955736-649C-4D7E-A220-0A56B2F6A107}">
      <dgm:prSet/>
      <dgm:spPr/>
    </dgm:pt>
    <dgm:pt modelId="{EF705F0A-3DE5-48D4-A31B-731368D2E093}" type="sibTrans" cxnId="{C5955736-649C-4D7E-A220-0A56B2F6A107}">
      <dgm:prSet/>
      <dgm:spPr/>
    </dgm:pt>
    <dgm:pt modelId="{AD65F64D-3254-4887-A11C-9CA92A1AB051}" type="pres">
      <dgm:prSet presAssocID="{EA4DB1C2-7F11-4C66-A3AC-D44093281FD2}" presName="arrowDiagram" presStyleCnt="0">
        <dgm:presLayoutVars>
          <dgm:chMax val="5"/>
          <dgm:dir/>
          <dgm:resizeHandles val="exact"/>
        </dgm:presLayoutVars>
      </dgm:prSet>
      <dgm:spPr/>
    </dgm:pt>
    <dgm:pt modelId="{7AABE5F4-F886-44F9-ABBC-F3ECE5B733E9}" type="pres">
      <dgm:prSet presAssocID="{EA4DB1C2-7F11-4C66-A3AC-D44093281FD2}" presName="arrow" presStyleLbl="bgShp" presStyleIdx="0" presStyleCnt="1"/>
      <dgm:spPr/>
    </dgm:pt>
    <dgm:pt modelId="{B53828A2-DA8D-4FC7-A822-CD0F06844775}" type="pres">
      <dgm:prSet presAssocID="{EA4DB1C2-7F11-4C66-A3AC-D44093281FD2}" presName="arrowDiagram2" presStyleCnt="0"/>
      <dgm:spPr/>
    </dgm:pt>
    <dgm:pt modelId="{3E7E7166-5058-4DD8-B64D-CABAD23347AD}" type="pres">
      <dgm:prSet presAssocID="{B23B8E01-416D-484F-B082-C6227A68B9E2}" presName="bullet2a" presStyleLbl="node1" presStyleIdx="0" presStyleCnt="2"/>
      <dgm:spPr/>
    </dgm:pt>
    <dgm:pt modelId="{50A9C0AF-4A09-4FEE-8152-2C8B3FD94272}" type="pres">
      <dgm:prSet presAssocID="{B23B8E01-416D-484F-B082-C6227A68B9E2}" presName="textBox2a" presStyleLbl="revTx" presStyleIdx="0" presStyleCnt="2">
        <dgm:presLayoutVars>
          <dgm:bulletEnabled val="1"/>
        </dgm:presLayoutVars>
      </dgm:prSet>
      <dgm:spPr/>
    </dgm:pt>
    <dgm:pt modelId="{85694DC6-5DE8-4D86-80EB-7B80C56A9E5F}" type="pres">
      <dgm:prSet presAssocID="{DD19BB27-D593-41AA-8903-AC153FE773BB}" presName="bullet2b" presStyleLbl="node1" presStyleIdx="1" presStyleCnt="2"/>
      <dgm:spPr/>
    </dgm:pt>
    <dgm:pt modelId="{DE8A7A21-6172-4F2C-9867-948F5D12282B}" type="pres">
      <dgm:prSet presAssocID="{DD19BB27-D593-41AA-8903-AC153FE773BB}" presName="textBox2b" presStyleLbl="revTx" presStyleIdx="1" presStyleCnt="2">
        <dgm:presLayoutVars>
          <dgm:bulletEnabled val="1"/>
        </dgm:presLayoutVars>
      </dgm:prSet>
      <dgm:spPr/>
    </dgm:pt>
  </dgm:ptLst>
  <dgm:cxnLst>
    <dgm:cxn modelId="{C5955736-649C-4D7E-A220-0A56B2F6A107}" srcId="{EA4DB1C2-7F11-4C66-A3AC-D44093281FD2}" destId="{DD19BB27-D593-41AA-8903-AC153FE773BB}" srcOrd="1" destOrd="0" parTransId="{FD9C5292-7DD3-492D-8BAB-59A2B7282213}" sibTransId="{EF705F0A-3DE5-48D4-A31B-731368D2E093}"/>
    <dgm:cxn modelId="{6B76A23F-0936-4BE3-B32B-F2231728719B}" type="presOf" srcId="{B23B8E01-416D-484F-B082-C6227A68B9E2}" destId="{50A9C0AF-4A09-4FEE-8152-2C8B3FD94272}" srcOrd="0" destOrd="0" presId="urn:microsoft.com/office/officeart/2005/8/layout/arrow2"/>
    <dgm:cxn modelId="{9C65B148-A56B-4456-9D6F-AC8738D87D8C}" srcId="{EA4DB1C2-7F11-4C66-A3AC-D44093281FD2}" destId="{B23B8E01-416D-484F-B082-C6227A68B9E2}" srcOrd="0" destOrd="0" parTransId="{A5FA77C8-C12D-4800-ABAE-9E4D32460502}" sibTransId="{ABC79455-C9E9-4CF5-85AD-D42E0518BCEF}"/>
    <dgm:cxn modelId="{9B0BB2D9-2DC0-40D2-8676-58E70266EC85}" type="presOf" srcId="{DD19BB27-D593-41AA-8903-AC153FE773BB}" destId="{DE8A7A21-6172-4F2C-9867-948F5D12282B}" srcOrd="0" destOrd="0" presId="urn:microsoft.com/office/officeart/2005/8/layout/arrow2"/>
    <dgm:cxn modelId="{24A6DEF3-4911-4BBD-837E-4F6EC42A2C4F}" type="presOf" srcId="{EA4DB1C2-7F11-4C66-A3AC-D44093281FD2}" destId="{AD65F64D-3254-4887-A11C-9CA92A1AB051}" srcOrd="0" destOrd="0" presId="urn:microsoft.com/office/officeart/2005/8/layout/arrow2"/>
    <dgm:cxn modelId="{83F12D22-48F6-47FC-B215-B351E1101DD7}" type="presParOf" srcId="{AD65F64D-3254-4887-A11C-9CA92A1AB051}" destId="{7AABE5F4-F886-44F9-ABBC-F3ECE5B733E9}" srcOrd="0" destOrd="0" presId="urn:microsoft.com/office/officeart/2005/8/layout/arrow2"/>
    <dgm:cxn modelId="{810D132C-8E0D-480F-96B7-C0E3C2CBAF28}" type="presParOf" srcId="{AD65F64D-3254-4887-A11C-9CA92A1AB051}" destId="{B53828A2-DA8D-4FC7-A822-CD0F06844775}" srcOrd="1" destOrd="0" presId="urn:microsoft.com/office/officeart/2005/8/layout/arrow2"/>
    <dgm:cxn modelId="{A669944F-86CF-4020-8D26-6BB034554ADF}" type="presParOf" srcId="{B53828A2-DA8D-4FC7-A822-CD0F06844775}" destId="{3E7E7166-5058-4DD8-B64D-CABAD23347AD}" srcOrd="0" destOrd="0" presId="urn:microsoft.com/office/officeart/2005/8/layout/arrow2"/>
    <dgm:cxn modelId="{00C4AFBD-469A-418B-83A9-6C95CBEDDC10}" type="presParOf" srcId="{B53828A2-DA8D-4FC7-A822-CD0F06844775}" destId="{50A9C0AF-4A09-4FEE-8152-2C8B3FD94272}" srcOrd="1" destOrd="0" presId="urn:microsoft.com/office/officeart/2005/8/layout/arrow2"/>
    <dgm:cxn modelId="{CCC78B00-A901-4C35-966E-F9FCA6A1B4FC}" type="presParOf" srcId="{B53828A2-DA8D-4FC7-A822-CD0F06844775}" destId="{85694DC6-5DE8-4D86-80EB-7B80C56A9E5F}" srcOrd="2" destOrd="0" presId="urn:microsoft.com/office/officeart/2005/8/layout/arrow2"/>
    <dgm:cxn modelId="{90FEFF03-5216-4841-92A5-F58122810BAD}" type="presParOf" srcId="{B53828A2-DA8D-4FC7-A822-CD0F06844775}" destId="{DE8A7A21-6172-4F2C-9867-948F5D12282B}" srcOrd="3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CA7DF1-685D-4910-9E6A-22E5F57DD594}">
      <dsp:nvSpPr>
        <dsp:cNvPr id="0" name=""/>
        <dsp:cNvSpPr/>
      </dsp:nvSpPr>
      <dsp:spPr>
        <a:xfrm>
          <a:off x="5087782" y="131522"/>
          <a:ext cx="2092804" cy="2092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444444"/>
              </a:solidFill>
              <a:latin typeface="Calibri"/>
              <a:ea typeface="Calibri"/>
              <a:cs typeface="Calibri"/>
            </a:rPr>
            <a:t>Staff Growth &amp; Empowerment Focus </a:t>
          </a:r>
          <a:endParaRPr lang="en-US" sz="2400" kern="1200" dirty="0"/>
        </a:p>
      </dsp:txBody>
      <dsp:txXfrm>
        <a:off x="5087782" y="131522"/>
        <a:ext cx="2092804" cy="2092804"/>
      </dsp:txXfrm>
    </dsp:sp>
    <dsp:sp modelId="{89549FF7-F06A-4307-9ADC-385377DC8CF8}">
      <dsp:nvSpPr>
        <dsp:cNvPr id="0" name=""/>
        <dsp:cNvSpPr/>
      </dsp:nvSpPr>
      <dsp:spPr>
        <a:xfrm>
          <a:off x="1398573" y="-829"/>
          <a:ext cx="5914365" cy="5914365"/>
        </a:xfrm>
        <a:prstGeom prst="circularArrow">
          <a:avLst>
            <a:gd name="adj1" fmla="val 6900"/>
            <a:gd name="adj2" fmla="val 465196"/>
            <a:gd name="adj3" fmla="val 550072"/>
            <a:gd name="adj4" fmla="val 20584732"/>
            <a:gd name="adj5" fmla="val 80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70FAE8-35C1-4514-B79B-39BFAA7F2BF7}">
      <dsp:nvSpPr>
        <dsp:cNvPr id="0" name=""/>
        <dsp:cNvSpPr/>
      </dsp:nvSpPr>
      <dsp:spPr>
        <a:xfrm>
          <a:off x="5087782" y="3688379"/>
          <a:ext cx="2092804" cy="2092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ptos Display" panose="02110004020202020204"/>
            </a:rPr>
            <a:t>Growth Within the Organization</a:t>
          </a:r>
          <a:endParaRPr lang="en-US" sz="2400" kern="1200" dirty="0"/>
        </a:p>
      </dsp:txBody>
      <dsp:txXfrm>
        <a:off x="5087782" y="3688379"/>
        <a:ext cx="2092804" cy="2092804"/>
      </dsp:txXfrm>
    </dsp:sp>
    <dsp:sp modelId="{FBD19421-959D-46AE-AA13-32F9E55C4E72}">
      <dsp:nvSpPr>
        <dsp:cNvPr id="0" name=""/>
        <dsp:cNvSpPr/>
      </dsp:nvSpPr>
      <dsp:spPr>
        <a:xfrm>
          <a:off x="1398573" y="-829"/>
          <a:ext cx="5914365" cy="5914365"/>
        </a:xfrm>
        <a:prstGeom prst="circularArrow">
          <a:avLst>
            <a:gd name="adj1" fmla="val 6900"/>
            <a:gd name="adj2" fmla="val 465196"/>
            <a:gd name="adj3" fmla="val 5950072"/>
            <a:gd name="adj4" fmla="val 4384732"/>
            <a:gd name="adj5" fmla="val 80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F626FB-8AE2-4862-A45A-28A1957715BE}">
      <dsp:nvSpPr>
        <dsp:cNvPr id="0" name=""/>
        <dsp:cNvSpPr/>
      </dsp:nvSpPr>
      <dsp:spPr>
        <a:xfrm>
          <a:off x="1530925" y="3688379"/>
          <a:ext cx="2092804" cy="2092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Refine and Stabilize</a:t>
          </a:r>
        </a:p>
      </dsp:txBody>
      <dsp:txXfrm>
        <a:off x="1530925" y="3688379"/>
        <a:ext cx="2092804" cy="2092804"/>
      </dsp:txXfrm>
    </dsp:sp>
    <dsp:sp modelId="{F98A628F-329E-4079-A561-0CBCE6549CFA}">
      <dsp:nvSpPr>
        <dsp:cNvPr id="0" name=""/>
        <dsp:cNvSpPr/>
      </dsp:nvSpPr>
      <dsp:spPr>
        <a:xfrm>
          <a:off x="1398573" y="-829"/>
          <a:ext cx="5914365" cy="5914365"/>
        </a:xfrm>
        <a:prstGeom prst="circularArrow">
          <a:avLst>
            <a:gd name="adj1" fmla="val 6900"/>
            <a:gd name="adj2" fmla="val 465196"/>
            <a:gd name="adj3" fmla="val 11350072"/>
            <a:gd name="adj4" fmla="val 9784732"/>
            <a:gd name="adj5" fmla="val 80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F326AA-8BF6-4AF7-A920-866D5277CF00}">
      <dsp:nvSpPr>
        <dsp:cNvPr id="0" name=""/>
        <dsp:cNvSpPr/>
      </dsp:nvSpPr>
      <dsp:spPr>
        <a:xfrm>
          <a:off x="1530925" y="131522"/>
          <a:ext cx="2092804" cy="2092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Best Practice Implementation and </a:t>
          </a:r>
          <a:r>
            <a:rPr lang="en-US" sz="2400" kern="1200" dirty="0">
              <a:latin typeface="Aptos Display" panose="02110004020202020204"/>
            </a:rPr>
            <a:t>Integration</a:t>
          </a:r>
        </a:p>
      </dsp:txBody>
      <dsp:txXfrm>
        <a:off x="1530925" y="131522"/>
        <a:ext cx="2092804" cy="2092804"/>
      </dsp:txXfrm>
    </dsp:sp>
    <dsp:sp modelId="{6B5B8914-9422-4583-8D3A-F9C76E518084}">
      <dsp:nvSpPr>
        <dsp:cNvPr id="0" name=""/>
        <dsp:cNvSpPr/>
      </dsp:nvSpPr>
      <dsp:spPr>
        <a:xfrm>
          <a:off x="1398573" y="-829"/>
          <a:ext cx="5914365" cy="5914365"/>
        </a:xfrm>
        <a:prstGeom prst="circularArrow">
          <a:avLst>
            <a:gd name="adj1" fmla="val 6900"/>
            <a:gd name="adj2" fmla="val 465196"/>
            <a:gd name="adj3" fmla="val 16750072"/>
            <a:gd name="adj4" fmla="val 15184732"/>
            <a:gd name="adj5" fmla="val 80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ABE5F4-F886-44F9-ABBC-F3ECE5B733E9}">
      <dsp:nvSpPr>
        <dsp:cNvPr id="0" name=""/>
        <dsp:cNvSpPr/>
      </dsp:nvSpPr>
      <dsp:spPr>
        <a:xfrm>
          <a:off x="0" y="908176"/>
          <a:ext cx="5480339" cy="3425211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7E7166-5058-4DD8-B64D-CABAD23347AD}">
      <dsp:nvSpPr>
        <dsp:cNvPr id="0" name=""/>
        <dsp:cNvSpPr/>
      </dsp:nvSpPr>
      <dsp:spPr>
        <a:xfrm>
          <a:off x="1274178" y="2774917"/>
          <a:ext cx="191811" cy="1918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A9C0AF-4A09-4FEE-8152-2C8B3FD94272}">
      <dsp:nvSpPr>
        <dsp:cNvPr id="0" name=""/>
        <dsp:cNvSpPr/>
      </dsp:nvSpPr>
      <dsp:spPr>
        <a:xfrm>
          <a:off x="1370084" y="2870822"/>
          <a:ext cx="1781110" cy="14625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37" tIns="0" rIns="0" bIns="0" numCol="1" spcCol="1270" anchor="t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alibri Light"/>
              <a:ea typeface="Calibri Light"/>
              <a:cs typeface="Calibri Light"/>
            </a:rPr>
            <a:t>Hard Reset/Service Redesign</a:t>
          </a:r>
          <a:endParaRPr lang="en-US" sz="2200" kern="1200"/>
        </a:p>
      </dsp:txBody>
      <dsp:txXfrm>
        <a:off x="1370084" y="2870822"/>
        <a:ext cx="1781110" cy="1462565"/>
      </dsp:txXfrm>
    </dsp:sp>
    <dsp:sp modelId="{85694DC6-5DE8-4D86-80EB-7B80C56A9E5F}">
      <dsp:nvSpPr>
        <dsp:cNvPr id="0" name=""/>
        <dsp:cNvSpPr/>
      </dsp:nvSpPr>
      <dsp:spPr>
        <a:xfrm>
          <a:off x="3041588" y="1901488"/>
          <a:ext cx="328820" cy="3288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A7A21-6172-4F2C-9867-948F5D12282B}">
      <dsp:nvSpPr>
        <dsp:cNvPr id="0" name=""/>
        <dsp:cNvSpPr/>
      </dsp:nvSpPr>
      <dsp:spPr>
        <a:xfrm>
          <a:off x="3205998" y="2065898"/>
          <a:ext cx="1781110" cy="2267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235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rgbClr val="000000"/>
              </a:solidFill>
              <a:latin typeface="Calibri"/>
              <a:ea typeface="Calibri"/>
              <a:cs typeface="Calibri"/>
            </a:rPr>
            <a:t>Infrastructure Focused Changes</a:t>
          </a:r>
          <a:endParaRPr lang="en-US" sz="2200" kern="1200" dirty="0">
            <a:solidFill>
              <a:srgbClr val="000000"/>
            </a:solidFill>
            <a:latin typeface="Calibri Light"/>
            <a:ea typeface="Calibri Light"/>
            <a:cs typeface="Calibri Light"/>
          </a:endParaRPr>
        </a:p>
      </dsp:txBody>
      <dsp:txXfrm>
        <a:off x="3205998" y="2065898"/>
        <a:ext cx="1781110" cy="2267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D2934-B0ED-430F-8C9F-58F27E1CA936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24D1C-8AE3-4049-A6EF-D4D450A33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88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24D1C-8AE3-4049-A6EF-D4D450A335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02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D80E8-EBEC-E4F2-63FB-B0998F754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D8B5B-2F96-F11E-C506-5C7A054BE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75E05-5DF7-6298-80A9-025AFF6A5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15F67-B3E9-5766-FA2B-48F275C25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EB6F5-C11D-A6CB-A928-F1208DB27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25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FF88-BC2F-6C31-3D68-A56D00281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F49E-1A5A-CA46-8DC4-835C7DF13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AA841-B37C-DB95-7177-DB31E26E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AC51F-D246-E349-81A8-7BAF185F4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F128C-83B5-48E3-DCEF-ADF217632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14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2D3BC-2BFE-6CAA-79E8-DC630CEEC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9F5CB-3EAC-FE03-B332-EF6187457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8C4BF-ACC3-874F-54F4-FCA270A93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F0CD9-19D3-13B3-D371-6EFB52A81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F508B-F4B5-B4D8-7EFB-75269A8FE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61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9CD07-1380-BAB8-3ED5-A20E0CCF0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6D06D-C6BE-546D-5E17-CC66F64C4E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E6EB1F-9864-6C30-08E7-EB60D96E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E92FF-1D6A-A5CE-FF16-D50321EE9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CDFD7-EF8D-C117-60C9-135B5C718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CFACD-34D9-713D-D14C-325EA3A8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380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DAA73-9745-8157-72F0-440295067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2E421-764A-95F4-6ABA-47FCB5CBA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B73C7-0B10-8152-0A21-EC75F3CE2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C44355-3431-A2D1-7770-812B1D5C42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EF3BCC-B0B8-ED66-9E8C-0439120F90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F02BE4-F730-EFE0-3D83-2C3D8974D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D1B3AF-19C6-B35D-A6C0-45FD33DB8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733D00-6316-8125-8D82-215B92C4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20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85136-89DC-8AA7-2003-794E36A0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78A16D-5B4D-E7D4-6FF1-F5AE24FF8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918BB9-15AB-CDB5-74A6-76CC78D01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03D903-AB39-7F58-0B22-ABBB9ACA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489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4627AD-4FC6-5CAD-0E19-06A40B793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36AB4B-AEE4-4E00-0589-EB9F958D9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FBF02-E9AC-29A8-28BA-6D9FDB9E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36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0477F-4339-5E7A-2296-6BEE53027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A6872-C50D-8915-BFDA-A6B537395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80B1C-BB8F-5E2B-33B0-DBD9C4C54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03C5A-7DAB-04D6-A81E-E2A0F5F85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750D8-3279-6A05-53B6-2F2EC5FCA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D2EF1-0E89-0225-1A7C-DA71E44E5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885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11DB-4457-4D34-8A97-4AE3BB1F8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77FFA-819A-1C99-A5C0-1DA6E4BAB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D2591-ADF8-BB06-0EED-FFCE8AB04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C7B57-B600-4017-C557-3EFAC1150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0562A-5BE6-C3E4-3117-12064A94F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87C6C-477A-6442-CB84-5CC751DDB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20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0487-FCAD-1C14-A190-0C3B232CA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E5622-E933-5BE5-CACF-6EB0C24AC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6ECA4-55AC-0D60-0659-3E25BF05C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16795-FFDC-2B28-BA54-E571973FD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BCF06-A538-98D3-4466-0E4B77518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973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AA2C51-33BA-2C70-FDD2-A68DD8C68F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8ADE0-740B-3548-3027-F08DB3305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138A5-626B-AB38-A933-E6E26152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3101E-7306-47E4-90EE-5E03F9FF3821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A11D4-DF34-62DF-97D1-F405F4297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09B2E-25A4-62C5-F7A0-6393AB6C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3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090251-A956-91B5-A91B-E0A2B5EE3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43ABA-A99F-131C-3C27-EDB29E565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272A8-E6E5-A8C3-7643-9FF47CBB5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3101E-7306-47E4-90EE-5E03F9FF3821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BFB85-8D34-4417-D824-B2EF32E0A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5987E-78BA-E785-0723-27C0492F3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4C4CF-5483-4263-8D80-03F3F250C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705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microsoft.com/office/2018/10/relationships/comments" Target="../comments/modernComment_104_5B26F1CF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1E6157-C699-27B4-6686-D0C123833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115" y="1901956"/>
            <a:ext cx="3323832" cy="3071906"/>
          </a:xfrm>
        </p:spPr>
        <p:txBody>
          <a:bodyPr anchor="t">
            <a:normAutofit/>
          </a:bodyPr>
          <a:lstStyle/>
          <a:p>
            <a:r>
              <a:rPr lang="en-US" sz="3600" dirty="0" err="1">
                <a:solidFill>
                  <a:srgbClr val="FFFFFF"/>
                </a:solidFill>
              </a:rPr>
              <a:t>Udac's</a:t>
            </a:r>
            <a:br>
              <a:rPr lang="en-US" sz="3600" dirty="0"/>
            </a:br>
            <a:r>
              <a:rPr lang="en-US" sz="3600" dirty="0">
                <a:solidFill>
                  <a:srgbClr val="FFFFFF"/>
                </a:solidFill>
              </a:rPr>
              <a:t>Blueprint</a:t>
            </a:r>
            <a:br>
              <a:rPr lang="en-US" sz="3600" dirty="0"/>
            </a:br>
            <a:r>
              <a:rPr lang="en-US" sz="3600" dirty="0">
                <a:solidFill>
                  <a:srgbClr val="FFFFFF"/>
                </a:solidFill>
              </a:rPr>
              <a:t>for Transformational Change</a:t>
            </a:r>
            <a:endParaRPr lang="en-US" dirty="0"/>
          </a:p>
        </p:txBody>
      </p:sp>
      <p:pic>
        <p:nvPicPr>
          <p:cNvPr id="2050" name="Picture 2" descr="Logo&#10;&#10;Description automatically generated with medium confidence">
            <a:extLst>
              <a:ext uri="{FF2B5EF4-FFF2-40B4-BE49-F238E27FC236}">
                <a16:creationId xmlns:a16="http://schemas.microsoft.com/office/drawing/2014/main" id="{A9408BD3-BE85-E3E2-F643-B26AEE6BB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2427" y="1275765"/>
            <a:ext cx="7225748" cy="3578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1DBA83-77BF-1AE3-F09E-30DCFD458E2C}"/>
              </a:ext>
            </a:extLst>
          </p:cNvPr>
          <p:cNvSpPr txBox="1"/>
          <p:nvPr/>
        </p:nvSpPr>
        <p:spPr>
          <a:xfrm>
            <a:off x="5179360" y="5826972"/>
            <a:ext cx="64329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/>
              <a:t>A Technical Assistance 2.0 Progress Report</a:t>
            </a:r>
            <a:endParaRPr lang="en-US" sz="2400" b="1">
              <a:solidFill>
                <a:srgbClr val="FFFFFF"/>
              </a:solidFill>
            </a:endParaRPr>
          </a:p>
          <a:p>
            <a:pPr algn="l"/>
            <a:r>
              <a:rPr lang="en-US" sz="1800">
                <a:solidFill>
                  <a:srgbClr val="FFFFFF"/>
                </a:solidFill>
              </a:rPr>
              <a:t>Where are we?</a:t>
            </a:r>
          </a:p>
        </p:txBody>
      </p:sp>
    </p:spTree>
    <p:extLst>
      <p:ext uri="{BB962C8B-B14F-4D97-AF65-F5344CB8AC3E}">
        <p14:creationId xmlns:p14="http://schemas.microsoft.com/office/powerpoint/2010/main" val="904396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diagram of a company&amp;#39;s life cycle&#10;&#10;AI-generated content may be incorrect.">
            <a:extLst>
              <a:ext uri="{FF2B5EF4-FFF2-40B4-BE49-F238E27FC236}">
                <a16:creationId xmlns:a16="http://schemas.microsoft.com/office/drawing/2014/main" id="{461916E4-5F03-C9DA-0677-F708A4133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23863"/>
            <a:ext cx="11125200" cy="601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1598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BEFD29-8641-DF82-051A-94FF831ECF47}"/>
              </a:ext>
            </a:extLst>
          </p:cNvPr>
          <p:cNvSpPr txBox="1"/>
          <p:nvPr/>
        </p:nvSpPr>
        <p:spPr>
          <a:xfrm>
            <a:off x="1400783" y="2969567"/>
            <a:ext cx="40077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Clear &amp; Consistent Goals</a:t>
            </a:r>
          </a:p>
          <a:p>
            <a:endParaRPr lang="en-US"/>
          </a:p>
          <a:p>
            <a:r>
              <a:rPr lang="en-US"/>
              <a:t>Company Culture Supports Inclusion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578A92-2798-84E1-79D9-A84F84F9877F}"/>
              </a:ext>
            </a:extLst>
          </p:cNvPr>
          <p:cNvSpPr/>
          <p:nvPr/>
        </p:nvSpPr>
        <p:spPr>
          <a:xfrm>
            <a:off x="836579" y="1440872"/>
            <a:ext cx="4747097" cy="306303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black"/>
                </a:solidFill>
                <a:latin typeface="Aptos" panose="02110004020202020204"/>
              </a:rPr>
              <a:t>Clear and Consistent Goals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black"/>
                </a:solidFill>
                <a:latin typeface="Aptos" panose="02110004020202020204"/>
              </a:rPr>
              <a:t>Strong Company Culture Supporting Inclusion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ACE038-1842-DF5C-74C6-4ADF68D570D7}"/>
              </a:ext>
            </a:extLst>
          </p:cNvPr>
          <p:cNvSpPr txBox="1"/>
          <p:nvPr/>
        </p:nvSpPr>
        <p:spPr>
          <a:xfrm>
            <a:off x="1452883" y="1560044"/>
            <a:ext cx="3514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chemeClr val="accent4">
                    <a:lumMod val="75000"/>
                  </a:schemeClr>
                </a:solidFill>
              </a:rPr>
              <a:t>Focus &amp; Values</a:t>
            </a:r>
            <a:endParaRPr lang="en-US" sz="360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B3E785-BB8C-5AEA-86AB-18ABC56C2902}"/>
              </a:ext>
            </a:extLst>
          </p:cNvPr>
          <p:cNvSpPr txBox="1"/>
          <p:nvPr/>
        </p:nvSpPr>
        <p:spPr>
          <a:xfrm>
            <a:off x="7218096" y="867187"/>
            <a:ext cx="4627653" cy="53553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BOD commitment to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Launch of new business service model after COVID pandemic shutdown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MTI TA 1.0 Plan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strategic plan: </a:t>
            </a:r>
            <a:r>
              <a:rPr lang="en-US" i="1" dirty="0"/>
              <a:t>Center of Excellence on Employment &amp; Community Inclusion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Dropped 14(c)/Closed Door 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Repurpose of unused building space &amp; lease to local schools &amp; business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Videos: “Transformation Success in Duluth." Vision &amp; Mission videos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MTI TA Plan 2.0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Advancing  commitment to the vision and "why" of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Continued and renewed focus on staff development and capacity building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National APSE Award: National Organization of Excellence Award, 2023</a:t>
            </a:r>
          </a:p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F02CBE-F2C9-A6EB-9E8B-B8E2CFCAC24A}"/>
              </a:ext>
            </a:extLst>
          </p:cNvPr>
          <p:cNvSpPr txBox="1"/>
          <p:nvPr/>
        </p:nvSpPr>
        <p:spPr>
          <a:xfrm>
            <a:off x="1492163" y="5109271"/>
            <a:ext cx="34359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>
                <a:solidFill>
                  <a:schemeClr val="accent4">
                    <a:lumMod val="75000"/>
                  </a:schemeClr>
                </a:solidFill>
              </a:rPr>
              <a:t>Bucket 1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314879A-C4BE-169B-E9F8-7AA214021A3D}"/>
              </a:ext>
            </a:extLst>
          </p:cNvPr>
          <p:cNvCxnSpPr>
            <a:cxnSpLocks/>
          </p:cNvCxnSpPr>
          <p:nvPr/>
        </p:nvCxnSpPr>
        <p:spPr>
          <a:xfrm>
            <a:off x="5555566" y="2972389"/>
            <a:ext cx="16472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0B02E05-E1FB-B312-7E64-BFDB795AB2B6}"/>
              </a:ext>
            </a:extLst>
          </p:cNvPr>
          <p:cNvSpPr txBox="1"/>
          <p:nvPr/>
        </p:nvSpPr>
        <p:spPr>
          <a:xfrm>
            <a:off x="7418524" y="287168"/>
            <a:ext cx="420262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err="1">
                <a:solidFill>
                  <a:schemeClr val="accent4">
                    <a:lumMod val="75000"/>
                  </a:schemeClr>
                </a:solidFill>
              </a:rPr>
              <a:t>Udac</a:t>
            </a:r>
            <a:r>
              <a:rPr lang="en-US" sz="2000" b="1">
                <a:solidFill>
                  <a:schemeClr val="accent4">
                    <a:lumMod val="75000"/>
                  </a:schemeClr>
                </a:solidFill>
              </a:rPr>
              <a:t> Transformation Activities</a:t>
            </a: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497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C29A88-F288-50EE-8C50-B9AD20D29A93}"/>
              </a:ext>
            </a:extLst>
          </p:cNvPr>
          <p:cNvSpPr/>
          <p:nvPr/>
        </p:nvSpPr>
        <p:spPr>
          <a:xfrm>
            <a:off x="554182" y="592799"/>
            <a:ext cx="4618182" cy="46181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175648-038B-AE38-D0B6-D7B4A8AB75DC}"/>
              </a:ext>
            </a:extLst>
          </p:cNvPr>
          <p:cNvSpPr txBox="1"/>
          <p:nvPr/>
        </p:nvSpPr>
        <p:spPr>
          <a:xfrm>
            <a:off x="1071796" y="725264"/>
            <a:ext cx="3582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>
                <a:solidFill>
                  <a:schemeClr val="accent4">
                    <a:lumMod val="75000"/>
                  </a:schemeClr>
                </a:solidFill>
              </a:rPr>
              <a:t>Infrastructure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9BB6E4-FEC4-5530-B015-680D28FB3D69}"/>
              </a:ext>
            </a:extLst>
          </p:cNvPr>
          <p:cNvSpPr txBox="1"/>
          <p:nvPr/>
        </p:nvSpPr>
        <p:spPr>
          <a:xfrm>
            <a:off x="881495" y="1463657"/>
            <a:ext cx="420254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Reallocated, Restructured Resources</a:t>
            </a:r>
          </a:p>
          <a:p>
            <a:endParaRPr lang="en-US"/>
          </a:p>
          <a:p>
            <a:endParaRPr lang="en-US" sz="1800"/>
          </a:p>
          <a:p>
            <a:r>
              <a:rPr lang="en-US" sz="1800"/>
              <a:t>Strong Communication Plan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Ongoing Staff Development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Performance Measurement &amp; QA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Community Partnerships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318287-8BE4-1B8C-50E8-0FBC0ABE1FC8}"/>
              </a:ext>
            </a:extLst>
          </p:cNvPr>
          <p:cNvSpPr txBox="1"/>
          <p:nvPr/>
        </p:nvSpPr>
        <p:spPr>
          <a:xfrm>
            <a:off x="120073" y="5526307"/>
            <a:ext cx="49876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>
                <a:solidFill>
                  <a:schemeClr val="accent4">
                    <a:lumMod val="75000"/>
                  </a:schemeClr>
                </a:solidFill>
              </a:rPr>
              <a:t>Bucket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5073A9-264C-9150-8501-60B866363429}"/>
              </a:ext>
            </a:extLst>
          </p:cNvPr>
          <p:cNvSpPr/>
          <p:nvPr/>
        </p:nvSpPr>
        <p:spPr>
          <a:xfrm>
            <a:off x="6192039" y="106194"/>
            <a:ext cx="5641638" cy="20264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Transformational, strategic business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Reuse &amp; repurpose of </a:t>
            </a:r>
            <a:r>
              <a:rPr lang="en-US" dirty="0" err="1">
                <a:solidFill>
                  <a:schemeClr val="tx1"/>
                </a:solidFill>
              </a:rPr>
              <a:t>Udac</a:t>
            </a:r>
            <a:r>
              <a:rPr lang="en-US" dirty="0">
                <a:solidFill>
                  <a:schemeClr val="tx1"/>
                </a:solidFill>
              </a:rPr>
              <a:t> building &amp; facilities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Restructuring of management &amp; staffing 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Breaking down Employment &amp; Day Service silos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Reallocating financial &amp; staff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Reformatted position descriptions and created tiers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SARS Project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3E2F75-2337-F265-2BA7-ED2D889A636A}"/>
              </a:ext>
            </a:extLst>
          </p:cNvPr>
          <p:cNvSpPr/>
          <p:nvPr/>
        </p:nvSpPr>
        <p:spPr>
          <a:xfrm>
            <a:off x="6199719" y="2132945"/>
            <a:ext cx="5634241" cy="1376722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Rebranding &amp; new company communication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Billboard showcasing National APSE award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Multiple statewide and national presentations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"Center of Excellence in Employment &amp; Community Inclusion"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FB7097-E75F-8528-3E41-7F397DD08D2A}"/>
              </a:ext>
            </a:extLst>
          </p:cNvPr>
          <p:cNvSpPr/>
          <p:nvPr/>
        </p:nvSpPr>
        <p:spPr>
          <a:xfrm>
            <a:off x="6203417" y="3511551"/>
            <a:ext cx="5633302" cy="10628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Ongoing </a:t>
            </a: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MTI CoP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&amp; Quarterly Trainings—Topical</a:t>
            </a:r>
            <a:endParaRPr lang="en-US" dirty="0">
              <a:solidFill>
                <a:prstClr val="black"/>
              </a:solidFill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Middle-Manager Training (L &amp; M course)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ptos" panose="02110004020202020204"/>
              </a:rPr>
              <a:t>Progressive position descriptions and pay for Career &amp; Life Coaches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6AC1C6-FB04-E438-1EBA-5713EF1D8AC1}"/>
              </a:ext>
            </a:extLst>
          </p:cNvPr>
          <p:cNvSpPr/>
          <p:nvPr/>
        </p:nvSpPr>
        <p:spPr>
          <a:xfrm>
            <a:off x="6201758" y="5283881"/>
            <a:ext cx="5633670" cy="15642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New &amp; refreshed business partnerships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New &amp; refreshed community partnerships (CLE)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Ambassadors for Respect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Providing mentoring to other organizations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/>
                </a:solidFill>
              </a:rPr>
              <a:t>Include </a:t>
            </a:r>
            <a:r>
              <a:rPr lang="en-US" dirty="0">
                <a:solidFill>
                  <a:schemeClr val="tx1"/>
                </a:solidFill>
              </a:rPr>
              <a:t>Exhibit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F072121-3F33-CE22-20B2-F53035ECC9B3}"/>
              </a:ext>
            </a:extLst>
          </p:cNvPr>
          <p:cNvCxnSpPr>
            <a:cxnSpLocks/>
          </p:cNvCxnSpPr>
          <p:nvPr/>
        </p:nvCxnSpPr>
        <p:spPr>
          <a:xfrm flipV="1">
            <a:off x="4801091" y="1375911"/>
            <a:ext cx="1211403" cy="3219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702A81E-F0A3-C8BD-F4BE-27E122A88FAD}"/>
              </a:ext>
            </a:extLst>
          </p:cNvPr>
          <p:cNvCxnSpPr>
            <a:cxnSpLocks/>
          </p:cNvCxnSpPr>
          <p:nvPr/>
        </p:nvCxnSpPr>
        <p:spPr>
          <a:xfrm>
            <a:off x="3855140" y="2638857"/>
            <a:ext cx="2167791" cy="167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FF526E6-65C0-3A1E-9DA5-742A4FC33AC0}"/>
              </a:ext>
            </a:extLst>
          </p:cNvPr>
          <p:cNvCxnSpPr>
            <a:cxnSpLocks/>
          </p:cNvCxnSpPr>
          <p:nvPr/>
        </p:nvCxnSpPr>
        <p:spPr>
          <a:xfrm>
            <a:off x="4035069" y="3293706"/>
            <a:ext cx="2092394" cy="367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DAB6989-6A55-6C94-6E6E-EE6AA5507BF9}"/>
              </a:ext>
            </a:extLst>
          </p:cNvPr>
          <p:cNvCxnSpPr>
            <a:cxnSpLocks/>
          </p:cNvCxnSpPr>
          <p:nvPr/>
        </p:nvCxnSpPr>
        <p:spPr>
          <a:xfrm>
            <a:off x="4319797" y="4174497"/>
            <a:ext cx="1761832" cy="465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2ECAEF3-3EBC-9E68-36D0-3174CEE9CDD1}"/>
              </a:ext>
            </a:extLst>
          </p:cNvPr>
          <p:cNvCxnSpPr>
            <a:cxnSpLocks/>
          </p:cNvCxnSpPr>
          <p:nvPr/>
        </p:nvCxnSpPr>
        <p:spPr>
          <a:xfrm>
            <a:off x="3648269" y="5017287"/>
            <a:ext cx="2500975" cy="1107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EFA68FA-2D95-A133-45E2-6F928E0EB9D3}"/>
              </a:ext>
            </a:extLst>
          </p:cNvPr>
          <p:cNvSpPr/>
          <p:nvPr/>
        </p:nvSpPr>
        <p:spPr>
          <a:xfrm>
            <a:off x="6203296" y="4578651"/>
            <a:ext cx="5630566" cy="70700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Updated data, case mgt &amp; financial systems better aligned with managing transformation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28755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B70E53-928C-DAA1-2B8B-3862ED1D26C0}"/>
              </a:ext>
            </a:extLst>
          </p:cNvPr>
          <p:cNvSpPr/>
          <p:nvPr/>
        </p:nvSpPr>
        <p:spPr>
          <a:xfrm>
            <a:off x="410547" y="802433"/>
            <a:ext cx="5066522" cy="41707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400" b="1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endParaRPr lang="en-US" sz="2400" b="1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endParaRPr lang="en-US" sz="2400" b="1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Employment &amp; Community Life Engagement Practices</a:t>
            </a:r>
            <a:endParaRPr lang="en-US" sz="2400" b="1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endParaRPr lang="en-US"/>
          </a:p>
          <a:p>
            <a:endParaRPr lang="en-US"/>
          </a:p>
          <a:p>
            <a:r>
              <a:rPr lang="en-US" dirty="0">
                <a:solidFill>
                  <a:schemeClr val="tx1"/>
                </a:solidFill>
              </a:rPr>
              <a:t>Customer Focus &amp; Engagement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 Holistic Service Approach 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Active, Person-Centered Employment Development</a:t>
            </a:r>
          </a:p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917F9F-A100-C174-E28C-0ACA6CFB2A32}"/>
              </a:ext>
            </a:extLst>
          </p:cNvPr>
          <p:cNvSpPr/>
          <p:nvPr/>
        </p:nvSpPr>
        <p:spPr>
          <a:xfrm>
            <a:off x="6108914" y="58400"/>
            <a:ext cx="5517028" cy="2295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Rebranding of communication messaging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Communication of transformation efforts with all key stakeholders (BODs, Staff, Business Leaders, Funding Agencies, &amp; Community Partners)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Updating of contract agreements with governmental agencies, business leaders, others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Exploring Community Careers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Launch of business Internship program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254FD6-B06C-0111-FA49-46DB1790951E}"/>
              </a:ext>
            </a:extLst>
          </p:cNvPr>
          <p:cNvSpPr txBox="1"/>
          <p:nvPr/>
        </p:nvSpPr>
        <p:spPr>
          <a:xfrm>
            <a:off x="-281845" y="5716120"/>
            <a:ext cx="46093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>
                <a:solidFill>
                  <a:schemeClr val="accent4">
                    <a:lumMod val="75000"/>
                  </a:schemeClr>
                </a:solidFill>
              </a:rPr>
              <a:t>Bucket 3</a:t>
            </a:r>
            <a:endParaRPr lang="en-US" sz="1800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38009E-54EF-DAD7-B8A6-C4828FE8A336}"/>
              </a:ext>
            </a:extLst>
          </p:cNvPr>
          <p:cNvSpPr/>
          <p:nvPr/>
        </p:nvSpPr>
        <p:spPr>
          <a:xfrm>
            <a:off x="6116593" y="2452563"/>
            <a:ext cx="5529943" cy="1901049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Adoption of Person-Centered Planning Tools, Practices (e.g., Discovery, Other)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Implementation of E1MN Engagement Practices (CIE Exploration &amp; Informed Choice)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Adoption &amp; Integration of CIE and CLE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Community Life Engagement CoP participation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  <a:highlight>
                  <a:srgbClr val="FFFF00"/>
                </a:highlight>
              </a:rPr>
              <a:t>Adopted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Capable Adult Model</a:t>
            </a:r>
            <a:endParaRPr lang="en-US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7CBE74-9FC5-9A01-086C-A87AD64F4534}"/>
              </a:ext>
            </a:extLst>
          </p:cNvPr>
          <p:cNvSpPr/>
          <p:nvPr/>
        </p:nvSpPr>
        <p:spPr>
          <a:xfrm>
            <a:off x="6126890" y="4446313"/>
            <a:ext cx="5507923" cy="229006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Restructuring of staff roles, duties, &amp; expectations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Increasing staff skills and capacities to deliver CIE/CLE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Robust staff development training (Employee onboarding, MTI, online training—</a:t>
            </a:r>
            <a:r>
              <a:rPr lang="en-US" dirty="0" err="1">
                <a:solidFill>
                  <a:schemeClr val="tx1"/>
                </a:solidFill>
              </a:rPr>
              <a:t>DirectCourse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Advanced training to develop CIE (i.e., certification in Discovery &amp; Customized Employment, CESP)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Increased from 3 job matches to 60+ job matches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0289C7-83EE-333D-B17A-A83BEAF58EAD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3900196" y="1205940"/>
            <a:ext cx="2208718" cy="822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D3565B-9C19-D94F-4182-EA78D1947B72}"/>
              </a:ext>
            </a:extLst>
          </p:cNvPr>
          <p:cNvCxnSpPr>
            <a:cxnSpLocks/>
          </p:cNvCxnSpPr>
          <p:nvPr/>
        </p:nvCxnSpPr>
        <p:spPr>
          <a:xfrm>
            <a:off x="3900196" y="3097764"/>
            <a:ext cx="21740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7CBDBD-2E44-123D-91BD-CC59C0EA1909}"/>
              </a:ext>
            </a:extLst>
          </p:cNvPr>
          <p:cNvCxnSpPr>
            <a:cxnSpLocks/>
          </p:cNvCxnSpPr>
          <p:nvPr/>
        </p:nvCxnSpPr>
        <p:spPr>
          <a:xfrm>
            <a:off x="4124131" y="4170784"/>
            <a:ext cx="1884783" cy="1119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A diagram of a company&amp;#39;s life cycle&#10;&#10;AI-generated content may be incorrect.">
            <a:extLst>
              <a:ext uri="{FF2B5EF4-FFF2-40B4-BE49-F238E27FC236}">
                <a16:creationId xmlns:a16="http://schemas.microsoft.com/office/drawing/2014/main" id="{68C128F7-20F4-F278-39A3-94CB178338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7" b="14882"/>
          <a:stretch/>
        </p:blipFill>
        <p:spPr bwMode="auto">
          <a:xfrm>
            <a:off x="3672302" y="4403128"/>
            <a:ext cx="1310350" cy="177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92789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7E40D-6D89-1C5F-60CE-2C04E4FD1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98">
            <a:extLst>
              <a:ext uri="{FF2B5EF4-FFF2-40B4-BE49-F238E27FC236}">
                <a16:creationId xmlns:a16="http://schemas.microsoft.com/office/drawing/2014/main" id="{5962CFCD-FC8D-A2EC-C464-783AB1B2B0AC}"/>
              </a:ext>
            </a:extLst>
          </p:cNvPr>
          <p:cNvSpPr txBox="1"/>
          <p:nvPr/>
        </p:nvSpPr>
        <p:spPr>
          <a:xfrm>
            <a:off x="142104" y="317158"/>
            <a:ext cx="118769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A Snapshot: </a:t>
            </a:r>
            <a:r>
              <a:rPr lang="en-US" sz="3600" b="1" err="1">
                <a:solidFill>
                  <a:schemeClr val="accent1"/>
                </a:solidFill>
              </a:rPr>
              <a:t>Udac's</a:t>
            </a:r>
            <a:r>
              <a:rPr lang="en-US" sz="3600" b="1" dirty="0">
                <a:solidFill>
                  <a:schemeClr val="accent1"/>
                </a:solidFill>
              </a:rPr>
              <a:t> Transformational Journey So Far</a:t>
            </a:r>
            <a:endParaRPr lang="en-US" sz="3600" dirty="0">
              <a:solidFill>
                <a:schemeClr val="accent1"/>
              </a:solidFill>
            </a:endParaRPr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B49CC0DB-1141-6BDF-8554-79ECB60C57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2900195"/>
              </p:ext>
            </p:extLst>
          </p:nvPr>
        </p:nvGraphicFramePr>
        <p:xfrm>
          <a:off x="3810000" y="827903"/>
          <a:ext cx="8711512" cy="59127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79" name="Diagram 578">
            <a:extLst>
              <a:ext uri="{FF2B5EF4-FFF2-40B4-BE49-F238E27FC236}">
                <a16:creationId xmlns:a16="http://schemas.microsoft.com/office/drawing/2014/main" id="{46320FC8-DCE7-CC89-543D-B08AD1D9B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362760"/>
              </p:ext>
            </p:extLst>
          </p:nvPr>
        </p:nvGraphicFramePr>
        <p:xfrm>
          <a:off x="146676" y="1033527"/>
          <a:ext cx="5480339" cy="5241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43" name="Oval 842">
            <a:extLst>
              <a:ext uri="{FF2B5EF4-FFF2-40B4-BE49-F238E27FC236}">
                <a16:creationId xmlns:a16="http://schemas.microsoft.com/office/drawing/2014/main" id="{B16143B4-33F3-5CA8-3D1A-5EF6B03671AE}"/>
              </a:ext>
            </a:extLst>
          </p:cNvPr>
          <p:cNvSpPr/>
          <p:nvPr/>
        </p:nvSpPr>
        <p:spPr>
          <a:xfrm>
            <a:off x="6567631" y="2310890"/>
            <a:ext cx="3194033" cy="2945649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  <a:cs typeface="Calibri"/>
              </a:rPr>
              <a:t>Outcomes</a:t>
            </a:r>
          </a:p>
        </p:txBody>
      </p:sp>
    </p:spTree>
    <p:extLst>
      <p:ext uri="{BB962C8B-B14F-4D97-AF65-F5344CB8AC3E}">
        <p14:creationId xmlns:p14="http://schemas.microsoft.com/office/powerpoint/2010/main" val="2465144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70A6BDCF9EDE429F30368D7F34C74C" ma:contentTypeVersion="8" ma:contentTypeDescription="Create a new document." ma:contentTypeScope="" ma:versionID="90e2959f7ede8bf6ad6e7ec9bccdd909">
  <xsd:schema xmlns:xsd="http://www.w3.org/2001/XMLSchema" xmlns:xs="http://www.w3.org/2001/XMLSchema" xmlns:p="http://schemas.microsoft.com/office/2006/metadata/properties" xmlns:ns2="2ba670d5-100b-44a8-b60c-b9ae61acdd03" xmlns:ns3="97ef7c57-f98b-4bbf-abe5-0dccd9ed8267" targetNamespace="http://schemas.microsoft.com/office/2006/metadata/properties" ma:root="true" ma:fieldsID="c7705e0506eb033bd23cd490c837d094" ns2:_="" ns3:_="">
    <xsd:import namespace="2ba670d5-100b-44a8-b60c-b9ae61acdd03"/>
    <xsd:import namespace="97ef7c57-f98b-4bbf-abe5-0dccd9ed82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a670d5-100b-44a8-b60c-b9ae61acdd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ef7c57-f98b-4bbf-abe5-0dccd9ed826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2C89B41-DEA8-4E3F-9FF8-92D7A30C82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7C1AF4D-39C8-49FE-84E8-E105F0B4C56A}"/>
</file>

<file path=customXml/itemProps3.xml><?xml version="1.0" encoding="utf-8"?>
<ds:datastoreItem xmlns:ds="http://schemas.openxmlformats.org/officeDocument/2006/customXml" ds:itemID="{243F27F0-9788-4EBE-8EC7-4482037C570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Udac's Blueprint for Transformational Change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 Lavin</dc:creator>
  <cp:revision>167</cp:revision>
  <dcterms:created xsi:type="dcterms:W3CDTF">2025-03-11T18:24:00Z</dcterms:created>
  <dcterms:modified xsi:type="dcterms:W3CDTF">2025-03-25T18:15:38Z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0x0101008270A6BDCF9EDE429F30368D7F34C74C</vt:lpwstr>
  </property>
  <property fmtid="{D5CDD505-2E9C-101B-9397-08002B2CF9AE}" pid="3" name="Order">
    <vt:r8>4200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