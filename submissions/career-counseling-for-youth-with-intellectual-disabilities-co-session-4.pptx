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9" r:id="rId4"/>
    <p:sldMasterId id="2147483732" r:id="rId5"/>
    <p:sldMasterId id="2147483757" r:id="rId6"/>
    <p:sldMasterId id="2147483774" r:id="rId7"/>
    <p:sldMasterId id="2147483793" r:id="rId8"/>
    <p:sldMasterId id="2147483841" r:id="rId9"/>
  </p:sldMasterIdLst>
  <p:notesMasterIdLst>
    <p:notesMasterId r:id="rId72"/>
  </p:notesMasterIdLst>
  <p:handoutMasterIdLst>
    <p:handoutMasterId r:id="rId73"/>
  </p:handoutMasterIdLst>
  <p:sldIdLst>
    <p:sldId id="362" r:id="rId10"/>
    <p:sldId id="365" r:id="rId11"/>
    <p:sldId id="414" r:id="rId12"/>
    <p:sldId id="380" r:id="rId13"/>
    <p:sldId id="1535" r:id="rId14"/>
    <p:sldId id="1542" r:id="rId15"/>
    <p:sldId id="1538" r:id="rId16"/>
    <p:sldId id="1536" r:id="rId17"/>
    <p:sldId id="1537" r:id="rId18"/>
    <p:sldId id="1540" r:id="rId19"/>
    <p:sldId id="1539" r:id="rId20"/>
    <p:sldId id="1553" r:id="rId21"/>
    <p:sldId id="1543" r:id="rId22"/>
    <p:sldId id="1544" r:id="rId23"/>
    <p:sldId id="1541" r:id="rId24"/>
    <p:sldId id="1580" r:id="rId25"/>
    <p:sldId id="393" r:id="rId26"/>
    <p:sldId id="1559" r:id="rId27"/>
    <p:sldId id="1558" r:id="rId28"/>
    <p:sldId id="1560" r:id="rId29"/>
    <p:sldId id="1561" r:id="rId30"/>
    <p:sldId id="1578" r:id="rId31"/>
    <p:sldId id="1562" r:id="rId32"/>
    <p:sldId id="395" r:id="rId33"/>
    <p:sldId id="1557" r:id="rId34"/>
    <p:sldId id="1545" r:id="rId35"/>
    <p:sldId id="1582" r:id="rId36"/>
    <p:sldId id="608" r:id="rId37"/>
    <p:sldId id="1112" r:id="rId38"/>
    <p:sldId id="1093" r:id="rId39"/>
    <p:sldId id="1548" r:id="rId40"/>
    <p:sldId id="1100" r:id="rId41"/>
    <p:sldId id="1101" r:id="rId42"/>
    <p:sldId id="1114" r:id="rId43"/>
    <p:sldId id="1546" r:id="rId44"/>
    <p:sldId id="1547" r:id="rId45"/>
    <p:sldId id="1556" r:id="rId46"/>
    <p:sldId id="1550" r:id="rId47"/>
    <p:sldId id="900" r:id="rId48"/>
    <p:sldId id="1579" r:id="rId49"/>
    <p:sldId id="1186" r:id="rId50"/>
    <p:sldId id="1554" r:id="rId51"/>
    <p:sldId id="1567" r:id="rId52"/>
    <p:sldId id="1568" r:id="rId53"/>
    <p:sldId id="1549" r:id="rId54"/>
    <p:sldId id="1571" r:id="rId55"/>
    <p:sldId id="1570" r:id="rId56"/>
    <p:sldId id="1581" r:id="rId57"/>
    <p:sldId id="258" r:id="rId58"/>
    <p:sldId id="1572" r:id="rId59"/>
    <p:sldId id="1555" r:id="rId60"/>
    <p:sldId id="1573" r:id="rId61"/>
    <p:sldId id="1574" r:id="rId62"/>
    <p:sldId id="1575" r:id="rId63"/>
    <p:sldId id="1576" r:id="rId64"/>
    <p:sldId id="1577" r:id="rId65"/>
    <p:sldId id="1563" r:id="rId66"/>
    <p:sldId id="1565" r:id="rId67"/>
    <p:sldId id="1583" r:id="rId68"/>
    <p:sldId id="1110" r:id="rId69"/>
    <p:sldId id="1566" r:id="rId70"/>
    <p:sldId id="405" r:id="rId7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CC"/>
    <a:srgbClr val="EA8E48"/>
    <a:srgbClr val="339966"/>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07"/>
    <p:restoredTop sz="96327"/>
  </p:normalViewPr>
  <p:slideViewPr>
    <p:cSldViewPr snapToGrid="0">
      <p:cViewPr varScale="1">
        <p:scale>
          <a:sx n="123" d="100"/>
          <a:sy n="123" d="100"/>
        </p:scale>
        <p:origin x="1120" y="192"/>
      </p:cViewPr>
      <p:guideLst>
        <p:guide orient="horz" pos="2160"/>
        <p:guide pos="2880"/>
      </p:guideLst>
    </p:cSldViewPr>
  </p:slideViewPr>
  <p:outlineViewPr>
    <p:cViewPr>
      <p:scale>
        <a:sx n="33" d="100"/>
        <a:sy n="33" d="100"/>
      </p:scale>
      <p:origin x="0" y="-1048"/>
    </p:cViewPr>
  </p:outlineViewPr>
  <p:notesTextViewPr>
    <p:cViewPr>
      <p:scale>
        <a:sx n="1" d="1"/>
        <a:sy n="1" d="1"/>
      </p:scale>
      <p:origin x="0" y="0"/>
    </p:cViewPr>
  </p:notesTextViewPr>
  <p:sorterViewPr>
    <p:cViewPr>
      <p:scale>
        <a:sx n="1" d="1"/>
        <a:sy n="1" d="1"/>
      </p:scale>
      <p:origin x="0" y="0"/>
    </p:cViewPr>
  </p:sorterViewPr>
  <p:notesViewPr>
    <p:cSldViewPr snapToGrid="0">
      <p:cViewPr>
        <p:scale>
          <a:sx n="1" d="2"/>
          <a:sy n="1" d="2"/>
        </p:scale>
        <p:origin x="3168" y="184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s>
</file>

<file path=ppt/diagrams/_rels/data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3796CD-EBB2-4CE5-91A4-4DC95EE5953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B88AB30-63A0-419F-BB10-DE8DBB63A57D}">
      <dgm:prSet custT="1"/>
      <dgm:spPr/>
      <dgm:t>
        <a:bodyPr/>
        <a:lstStyle/>
        <a:p>
          <a:pPr rtl="0"/>
          <a:r>
            <a:rPr lang="en-US" sz="2800" b="0" dirty="0">
              <a:latin typeface="Arial" panose="020B0604020202020204" pitchFamily="34" charset="0"/>
              <a:cs typeface="Arial" panose="020B0604020202020204" pitchFamily="34" charset="0"/>
            </a:rPr>
            <a:t>1. Individuals with intellectual disabilities:</a:t>
          </a:r>
          <a:br>
            <a:rPr lang="en-US" sz="2800" b="0" dirty="0">
              <a:latin typeface="Arial" panose="020B0604020202020204" pitchFamily="34" charset="0"/>
              <a:cs typeface="Arial" panose="020B0604020202020204" pitchFamily="34" charset="0"/>
            </a:rPr>
          </a:br>
          <a:r>
            <a:rPr lang="en-US" sz="2800" b="0" dirty="0">
              <a:latin typeface="Arial" panose="020B0604020202020204" pitchFamily="34" charset="0"/>
              <a:cs typeface="Arial" panose="020B0604020202020204" pitchFamily="34" charset="0"/>
            </a:rPr>
            <a:t>    Considerations in VR services</a:t>
          </a:r>
        </a:p>
        <a:p>
          <a:r>
            <a:rPr lang="en-US" sz="2400" b="0" dirty="0">
              <a:latin typeface="Arial"/>
              <a:cs typeface="Arial"/>
            </a:rPr>
            <a:t>	</a:t>
          </a:r>
          <a:endParaRPr lang="en-US" sz="2400" dirty="0">
            <a:latin typeface="Arial"/>
            <a:cs typeface="Arial"/>
          </a:endParaRPr>
        </a:p>
      </dgm:t>
    </dgm:pt>
    <dgm:pt modelId="{E87FDDB4-E3A7-4073-A0E4-7C78DA65C128}" type="parTrans" cxnId="{0776EAC4-7E45-49C2-AD1C-336D9EA0D147}">
      <dgm:prSet/>
      <dgm:spPr/>
      <dgm:t>
        <a:bodyPr/>
        <a:lstStyle/>
        <a:p>
          <a:endParaRPr lang="en-US"/>
        </a:p>
      </dgm:t>
    </dgm:pt>
    <dgm:pt modelId="{5A38D806-1AAE-44D6-A034-1737BE89A464}" type="sibTrans" cxnId="{0776EAC4-7E45-49C2-AD1C-336D9EA0D147}">
      <dgm:prSet/>
      <dgm:spPr/>
      <dgm:t>
        <a:bodyPr/>
        <a:lstStyle/>
        <a:p>
          <a:endParaRPr lang="en-US"/>
        </a:p>
      </dgm:t>
    </dgm:pt>
    <dgm:pt modelId="{80FE7A85-1841-4C69-85DE-4C0AC708D9B9}">
      <dgm:prSet/>
      <dgm:spPr/>
      <dgm:t>
        <a:bodyPr/>
        <a:lstStyle/>
        <a:p>
          <a:r>
            <a:rPr lang="en-US" b="0" dirty="0">
              <a:latin typeface="Arial" panose="020B0604020202020204" pitchFamily="34" charset="0"/>
              <a:cs typeface="Arial" panose="020B0604020202020204" pitchFamily="34" charset="0"/>
            </a:rPr>
            <a:t>2. Ensuring alignment with the career</a:t>
          </a:r>
          <a:br>
            <a:rPr lang="en-US" b="0" dirty="0">
              <a:latin typeface="Arial" panose="020B0604020202020204" pitchFamily="34" charset="0"/>
              <a:cs typeface="Arial" panose="020B0604020202020204" pitchFamily="34" charset="0"/>
            </a:rPr>
          </a:br>
          <a:r>
            <a:rPr lang="en-US" b="0" dirty="0">
              <a:latin typeface="Arial" panose="020B0604020202020204" pitchFamily="34" charset="0"/>
              <a:cs typeface="Arial" panose="020B0604020202020204" pitchFamily="34" charset="0"/>
            </a:rPr>
            <a:t>    development process</a:t>
          </a:r>
          <a:endParaRPr lang="en-US" dirty="0">
            <a:latin typeface="Arial" panose="020B0604020202020204" pitchFamily="34" charset="0"/>
            <a:cs typeface="Arial" panose="020B0604020202020204" pitchFamily="34" charset="0"/>
          </a:endParaRPr>
        </a:p>
      </dgm:t>
    </dgm:pt>
    <dgm:pt modelId="{32CCF002-B99A-4E18-B784-4E898D145465}" type="parTrans" cxnId="{B8CE18D7-3FD0-4E13-8AF5-A6E5544B92A8}">
      <dgm:prSet/>
      <dgm:spPr/>
      <dgm:t>
        <a:bodyPr/>
        <a:lstStyle/>
        <a:p>
          <a:endParaRPr lang="en-US"/>
        </a:p>
      </dgm:t>
    </dgm:pt>
    <dgm:pt modelId="{0F4D9942-C98D-423B-847C-F1BC523DD9CB}" type="sibTrans" cxnId="{B8CE18D7-3FD0-4E13-8AF5-A6E5544B92A8}">
      <dgm:prSet/>
      <dgm:spPr/>
      <dgm:t>
        <a:bodyPr/>
        <a:lstStyle/>
        <a:p>
          <a:endParaRPr lang="en-US"/>
        </a:p>
      </dgm:t>
    </dgm:pt>
    <dgm:pt modelId="{7B66AB76-8F12-1B4B-845F-26C9E7FD7C16}">
      <dgm:prSet/>
      <dgm:spPr/>
      <dgm:t>
        <a:bodyPr/>
        <a:lstStyle/>
        <a:p>
          <a:r>
            <a:rPr lang="en-US" dirty="0">
              <a:latin typeface="Arial" panose="020B0604020202020204" pitchFamily="34" charset="0"/>
              <a:cs typeface="Arial" panose="020B0604020202020204" pitchFamily="34" charset="0"/>
            </a:rPr>
            <a:t>3. Best practices in Work-Based Learning</a:t>
          </a:r>
        </a:p>
      </dgm:t>
    </dgm:pt>
    <dgm:pt modelId="{7693E707-E8F6-914A-B71C-1457571A62EC}" type="parTrans" cxnId="{7BB405EC-9084-1948-9F69-01A2DA0C4A62}">
      <dgm:prSet/>
      <dgm:spPr/>
      <dgm:t>
        <a:bodyPr/>
        <a:lstStyle/>
        <a:p>
          <a:endParaRPr lang="en-US"/>
        </a:p>
      </dgm:t>
    </dgm:pt>
    <dgm:pt modelId="{3A6DF0B0-FE05-B140-B010-5CD8EFE4DAFA}" type="sibTrans" cxnId="{7BB405EC-9084-1948-9F69-01A2DA0C4A62}">
      <dgm:prSet/>
      <dgm:spPr/>
      <dgm:t>
        <a:bodyPr/>
        <a:lstStyle/>
        <a:p>
          <a:endParaRPr lang="en-US"/>
        </a:p>
      </dgm:t>
    </dgm:pt>
    <dgm:pt modelId="{58EEF7BA-019F-8A4E-9C8C-6BA7E6B37951}">
      <dgm:prSet/>
      <dgm:spPr/>
      <dgm:t>
        <a:bodyPr/>
        <a:lstStyle/>
        <a:p>
          <a:r>
            <a:rPr lang="en-US" dirty="0">
              <a:latin typeface="Arial" panose="020B0604020202020204" pitchFamily="34" charset="0"/>
              <a:cs typeface="Arial" panose="020B0604020202020204" pitchFamily="34" charset="0"/>
            </a:rPr>
            <a:t>4. Ensuring informed choice</a:t>
          </a:r>
        </a:p>
      </dgm:t>
    </dgm:pt>
    <dgm:pt modelId="{AA2BB366-298C-E84B-8C2A-B09664F5016C}" type="parTrans" cxnId="{9ED07620-6F21-9B44-9E9C-4B00D8268DC5}">
      <dgm:prSet/>
      <dgm:spPr/>
      <dgm:t>
        <a:bodyPr/>
        <a:lstStyle/>
        <a:p>
          <a:endParaRPr lang="en-US"/>
        </a:p>
      </dgm:t>
    </dgm:pt>
    <dgm:pt modelId="{6648B3E3-A725-4146-98EE-7BAADA256535}" type="sibTrans" cxnId="{9ED07620-6F21-9B44-9E9C-4B00D8268DC5}">
      <dgm:prSet/>
      <dgm:spPr/>
      <dgm:t>
        <a:bodyPr/>
        <a:lstStyle/>
        <a:p>
          <a:endParaRPr lang="en-US"/>
        </a:p>
      </dgm:t>
    </dgm:pt>
    <dgm:pt modelId="{4B1F8934-1622-4BD5-9DC7-F99692C44ED6}" type="pres">
      <dgm:prSet presAssocID="{2E3796CD-EBB2-4CE5-91A4-4DC95EE5953B}" presName="vert0" presStyleCnt="0">
        <dgm:presLayoutVars>
          <dgm:dir/>
          <dgm:animOne val="branch"/>
          <dgm:animLvl val="lvl"/>
        </dgm:presLayoutVars>
      </dgm:prSet>
      <dgm:spPr/>
    </dgm:pt>
    <dgm:pt modelId="{819840F9-36A1-4D77-BB23-8F4F10659BE8}" type="pres">
      <dgm:prSet presAssocID="{2B88AB30-63A0-419F-BB10-DE8DBB63A57D}" presName="thickLine" presStyleLbl="alignNode1" presStyleIdx="0" presStyleCnt="4"/>
      <dgm:spPr/>
    </dgm:pt>
    <dgm:pt modelId="{2EAE622F-23A9-499F-8516-ED237C6AB335}" type="pres">
      <dgm:prSet presAssocID="{2B88AB30-63A0-419F-BB10-DE8DBB63A57D}" presName="horz1" presStyleCnt="0"/>
      <dgm:spPr/>
    </dgm:pt>
    <dgm:pt modelId="{001CA524-DBC8-494C-BE53-D63F32B3D4E4}" type="pres">
      <dgm:prSet presAssocID="{2B88AB30-63A0-419F-BB10-DE8DBB63A57D}" presName="tx1" presStyleLbl="revTx" presStyleIdx="0" presStyleCnt="4"/>
      <dgm:spPr/>
    </dgm:pt>
    <dgm:pt modelId="{828E6D68-6B01-479D-AF10-F5FAB84AAB69}" type="pres">
      <dgm:prSet presAssocID="{2B88AB30-63A0-419F-BB10-DE8DBB63A57D}" presName="vert1" presStyleCnt="0"/>
      <dgm:spPr/>
    </dgm:pt>
    <dgm:pt modelId="{31EEE69D-8C46-474D-BD24-9D5E92A98D2E}" type="pres">
      <dgm:prSet presAssocID="{80FE7A85-1841-4C69-85DE-4C0AC708D9B9}" presName="thickLine" presStyleLbl="alignNode1" presStyleIdx="1" presStyleCnt="4"/>
      <dgm:spPr/>
    </dgm:pt>
    <dgm:pt modelId="{377DFE45-D1C3-4A6F-B994-6D5791FFB622}" type="pres">
      <dgm:prSet presAssocID="{80FE7A85-1841-4C69-85DE-4C0AC708D9B9}" presName="horz1" presStyleCnt="0"/>
      <dgm:spPr/>
    </dgm:pt>
    <dgm:pt modelId="{C7454D36-BAD0-4139-8DC5-0879C3BFD825}" type="pres">
      <dgm:prSet presAssocID="{80FE7A85-1841-4C69-85DE-4C0AC708D9B9}" presName="tx1" presStyleLbl="revTx" presStyleIdx="1" presStyleCnt="4"/>
      <dgm:spPr/>
    </dgm:pt>
    <dgm:pt modelId="{7268E959-0520-49A6-926B-19579F401D55}" type="pres">
      <dgm:prSet presAssocID="{80FE7A85-1841-4C69-85DE-4C0AC708D9B9}" presName="vert1" presStyleCnt="0"/>
      <dgm:spPr/>
    </dgm:pt>
    <dgm:pt modelId="{AA9C3B17-3491-FA4C-80E6-628B5B62484F}" type="pres">
      <dgm:prSet presAssocID="{7B66AB76-8F12-1B4B-845F-26C9E7FD7C16}" presName="thickLine" presStyleLbl="alignNode1" presStyleIdx="2" presStyleCnt="4"/>
      <dgm:spPr/>
    </dgm:pt>
    <dgm:pt modelId="{4F4E52CE-FE76-834D-B474-D3077AB1057A}" type="pres">
      <dgm:prSet presAssocID="{7B66AB76-8F12-1B4B-845F-26C9E7FD7C16}" presName="horz1" presStyleCnt="0"/>
      <dgm:spPr/>
    </dgm:pt>
    <dgm:pt modelId="{C111C734-2755-3D4A-8A9A-8F3B076CCA52}" type="pres">
      <dgm:prSet presAssocID="{7B66AB76-8F12-1B4B-845F-26C9E7FD7C16}" presName="tx1" presStyleLbl="revTx" presStyleIdx="2" presStyleCnt="4"/>
      <dgm:spPr/>
    </dgm:pt>
    <dgm:pt modelId="{BA82133D-A419-DC4B-81FE-E2821D635483}" type="pres">
      <dgm:prSet presAssocID="{7B66AB76-8F12-1B4B-845F-26C9E7FD7C16}" presName="vert1" presStyleCnt="0"/>
      <dgm:spPr/>
    </dgm:pt>
    <dgm:pt modelId="{A854A6B4-134F-6840-8F6C-304C30325D8C}" type="pres">
      <dgm:prSet presAssocID="{58EEF7BA-019F-8A4E-9C8C-6BA7E6B37951}" presName="thickLine" presStyleLbl="alignNode1" presStyleIdx="3" presStyleCnt="4"/>
      <dgm:spPr/>
    </dgm:pt>
    <dgm:pt modelId="{449A09F3-1F81-C44A-9501-DCC1112EBBEE}" type="pres">
      <dgm:prSet presAssocID="{58EEF7BA-019F-8A4E-9C8C-6BA7E6B37951}" presName="horz1" presStyleCnt="0"/>
      <dgm:spPr/>
    </dgm:pt>
    <dgm:pt modelId="{6820C2A8-915C-D74D-B5DE-82819B53699A}" type="pres">
      <dgm:prSet presAssocID="{58EEF7BA-019F-8A4E-9C8C-6BA7E6B37951}" presName="tx1" presStyleLbl="revTx" presStyleIdx="3" presStyleCnt="4"/>
      <dgm:spPr/>
    </dgm:pt>
    <dgm:pt modelId="{D8939018-FEC3-6E4C-B66E-9DC219B2C3D3}" type="pres">
      <dgm:prSet presAssocID="{58EEF7BA-019F-8A4E-9C8C-6BA7E6B37951}" presName="vert1" presStyleCnt="0"/>
      <dgm:spPr/>
    </dgm:pt>
  </dgm:ptLst>
  <dgm:cxnLst>
    <dgm:cxn modelId="{BD604408-BC8A-3240-94E8-A9FAD1A3CEF2}" type="presOf" srcId="{58EEF7BA-019F-8A4E-9C8C-6BA7E6B37951}" destId="{6820C2A8-915C-D74D-B5DE-82819B53699A}" srcOrd="0" destOrd="0" presId="urn:microsoft.com/office/officeart/2008/layout/LinedList"/>
    <dgm:cxn modelId="{B5779517-56F8-C94C-B046-F50C426D4483}" type="presOf" srcId="{7B66AB76-8F12-1B4B-845F-26C9E7FD7C16}" destId="{C111C734-2755-3D4A-8A9A-8F3B076CCA52}" srcOrd="0" destOrd="0" presId="urn:microsoft.com/office/officeart/2008/layout/LinedList"/>
    <dgm:cxn modelId="{9ED07620-6F21-9B44-9E9C-4B00D8268DC5}" srcId="{2E3796CD-EBB2-4CE5-91A4-4DC95EE5953B}" destId="{58EEF7BA-019F-8A4E-9C8C-6BA7E6B37951}" srcOrd="3" destOrd="0" parTransId="{AA2BB366-298C-E84B-8C2A-B09664F5016C}" sibTransId="{6648B3E3-A725-4146-98EE-7BAADA256535}"/>
    <dgm:cxn modelId="{DFB5EF63-2393-4071-BEFE-CB56BA826107}" type="presOf" srcId="{2B88AB30-63A0-419F-BB10-DE8DBB63A57D}" destId="{001CA524-DBC8-494C-BE53-D63F32B3D4E4}" srcOrd="0" destOrd="0" presId="urn:microsoft.com/office/officeart/2008/layout/LinedList"/>
    <dgm:cxn modelId="{05D18776-6D28-485D-BC33-E5B162351E33}" type="presOf" srcId="{2E3796CD-EBB2-4CE5-91A4-4DC95EE5953B}" destId="{4B1F8934-1622-4BD5-9DC7-F99692C44ED6}" srcOrd="0" destOrd="0" presId="urn:microsoft.com/office/officeart/2008/layout/LinedList"/>
    <dgm:cxn modelId="{D9B2AE81-2F71-43F5-84EC-11B764D64A9E}" type="presOf" srcId="{80FE7A85-1841-4C69-85DE-4C0AC708D9B9}" destId="{C7454D36-BAD0-4139-8DC5-0879C3BFD825}" srcOrd="0" destOrd="0" presId="urn:microsoft.com/office/officeart/2008/layout/LinedList"/>
    <dgm:cxn modelId="{0776EAC4-7E45-49C2-AD1C-336D9EA0D147}" srcId="{2E3796CD-EBB2-4CE5-91A4-4DC95EE5953B}" destId="{2B88AB30-63A0-419F-BB10-DE8DBB63A57D}" srcOrd="0" destOrd="0" parTransId="{E87FDDB4-E3A7-4073-A0E4-7C78DA65C128}" sibTransId="{5A38D806-1AAE-44D6-A034-1737BE89A464}"/>
    <dgm:cxn modelId="{B8CE18D7-3FD0-4E13-8AF5-A6E5544B92A8}" srcId="{2E3796CD-EBB2-4CE5-91A4-4DC95EE5953B}" destId="{80FE7A85-1841-4C69-85DE-4C0AC708D9B9}" srcOrd="1" destOrd="0" parTransId="{32CCF002-B99A-4E18-B784-4E898D145465}" sibTransId="{0F4D9942-C98D-423B-847C-F1BC523DD9CB}"/>
    <dgm:cxn modelId="{7BB405EC-9084-1948-9F69-01A2DA0C4A62}" srcId="{2E3796CD-EBB2-4CE5-91A4-4DC95EE5953B}" destId="{7B66AB76-8F12-1B4B-845F-26C9E7FD7C16}" srcOrd="2" destOrd="0" parTransId="{7693E707-E8F6-914A-B71C-1457571A62EC}" sibTransId="{3A6DF0B0-FE05-B140-B010-5CD8EFE4DAFA}"/>
    <dgm:cxn modelId="{FA5048BC-44DD-4B53-A82D-97EDB0381874}" type="presParOf" srcId="{4B1F8934-1622-4BD5-9DC7-F99692C44ED6}" destId="{819840F9-36A1-4D77-BB23-8F4F10659BE8}" srcOrd="0" destOrd="0" presId="urn:microsoft.com/office/officeart/2008/layout/LinedList"/>
    <dgm:cxn modelId="{ADE164B2-FFA8-4E4B-A4B2-A5F2DB4835AB}" type="presParOf" srcId="{4B1F8934-1622-4BD5-9DC7-F99692C44ED6}" destId="{2EAE622F-23A9-499F-8516-ED237C6AB335}" srcOrd="1" destOrd="0" presId="urn:microsoft.com/office/officeart/2008/layout/LinedList"/>
    <dgm:cxn modelId="{6C265074-6A41-448E-A54E-A7B87C5D955F}" type="presParOf" srcId="{2EAE622F-23A9-499F-8516-ED237C6AB335}" destId="{001CA524-DBC8-494C-BE53-D63F32B3D4E4}" srcOrd="0" destOrd="0" presId="urn:microsoft.com/office/officeart/2008/layout/LinedList"/>
    <dgm:cxn modelId="{AB6AA913-FE02-4391-9C33-FBDAC314CF6E}" type="presParOf" srcId="{2EAE622F-23A9-499F-8516-ED237C6AB335}" destId="{828E6D68-6B01-479D-AF10-F5FAB84AAB69}" srcOrd="1" destOrd="0" presId="urn:microsoft.com/office/officeart/2008/layout/LinedList"/>
    <dgm:cxn modelId="{7B66DCBA-C0E4-44C9-B9BA-33986E62D6EF}" type="presParOf" srcId="{4B1F8934-1622-4BD5-9DC7-F99692C44ED6}" destId="{31EEE69D-8C46-474D-BD24-9D5E92A98D2E}" srcOrd="2" destOrd="0" presId="urn:microsoft.com/office/officeart/2008/layout/LinedList"/>
    <dgm:cxn modelId="{0325B018-E455-4BB0-91AE-C58DCA74A3C7}" type="presParOf" srcId="{4B1F8934-1622-4BD5-9DC7-F99692C44ED6}" destId="{377DFE45-D1C3-4A6F-B994-6D5791FFB622}" srcOrd="3" destOrd="0" presId="urn:microsoft.com/office/officeart/2008/layout/LinedList"/>
    <dgm:cxn modelId="{0788DA8E-9B4E-4905-9D4F-13E6F4323D26}" type="presParOf" srcId="{377DFE45-D1C3-4A6F-B994-6D5791FFB622}" destId="{C7454D36-BAD0-4139-8DC5-0879C3BFD825}" srcOrd="0" destOrd="0" presId="urn:microsoft.com/office/officeart/2008/layout/LinedList"/>
    <dgm:cxn modelId="{8BFF5838-53D2-4006-BD78-53022C9DC07C}" type="presParOf" srcId="{377DFE45-D1C3-4A6F-B994-6D5791FFB622}" destId="{7268E959-0520-49A6-926B-19579F401D55}" srcOrd="1" destOrd="0" presId="urn:microsoft.com/office/officeart/2008/layout/LinedList"/>
    <dgm:cxn modelId="{82EB15D0-FC90-BD4A-8811-6EE48580D664}" type="presParOf" srcId="{4B1F8934-1622-4BD5-9DC7-F99692C44ED6}" destId="{AA9C3B17-3491-FA4C-80E6-628B5B62484F}" srcOrd="4" destOrd="0" presId="urn:microsoft.com/office/officeart/2008/layout/LinedList"/>
    <dgm:cxn modelId="{9EC8B7C1-DD3A-2C49-8AD1-2D48AA8B2EE6}" type="presParOf" srcId="{4B1F8934-1622-4BD5-9DC7-F99692C44ED6}" destId="{4F4E52CE-FE76-834D-B474-D3077AB1057A}" srcOrd="5" destOrd="0" presId="urn:microsoft.com/office/officeart/2008/layout/LinedList"/>
    <dgm:cxn modelId="{35E67B6E-8E78-E447-AE91-B0E36A0973D5}" type="presParOf" srcId="{4F4E52CE-FE76-834D-B474-D3077AB1057A}" destId="{C111C734-2755-3D4A-8A9A-8F3B076CCA52}" srcOrd="0" destOrd="0" presId="urn:microsoft.com/office/officeart/2008/layout/LinedList"/>
    <dgm:cxn modelId="{CC71B81A-D5CA-9948-B520-FD3FFFF68DAA}" type="presParOf" srcId="{4F4E52CE-FE76-834D-B474-D3077AB1057A}" destId="{BA82133D-A419-DC4B-81FE-E2821D635483}" srcOrd="1" destOrd="0" presId="urn:microsoft.com/office/officeart/2008/layout/LinedList"/>
    <dgm:cxn modelId="{96A2FFE2-4B6F-5140-9001-3679119DF83F}" type="presParOf" srcId="{4B1F8934-1622-4BD5-9DC7-F99692C44ED6}" destId="{A854A6B4-134F-6840-8F6C-304C30325D8C}" srcOrd="6" destOrd="0" presId="urn:microsoft.com/office/officeart/2008/layout/LinedList"/>
    <dgm:cxn modelId="{33A57E8F-8AFD-B646-BDFB-F5B3D3F8A505}" type="presParOf" srcId="{4B1F8934-1622-4BD5-9DC7-F99692C44ED6}" destId="{449A09F3-1F81-C44A-9501-DCC1112EBBEE}" srcOrd="7" destOrd="0" presId="urn:microsoft.com/office/officeart/2008/layout/LinedList"/>
    <dgm:cxn modelId="{447C5176-E492-AD4D-9259-4C36129CEE9D}" type="presParOf" srcId="{449A09F3-1F81-C44A-9501-DCC1112EBBEE}" destId="{6820C2A8-915C-D74D-B5DE-82819B53699A}" srcOrd="0" destOrd="0" presId="urn:microsoft.com/office/officeart/2008/layout/LinedList"/>
    <dgm:cxn modelId="{34209E75-9EC9-EB4A-8A76-26C00FA815AD}" type="presParOf" srcId="{449A09F3-1F81-C44A-9501-DCC1112EBBEE}" destId="{D8939018-FEC3-6E4C-B66E-9DC219B2C3D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3796CD-EBB2-4CE5-91A4-4DC95EE5953B}"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B88AB30-63A0-419F-BB10-DE8DBB63A57D}">
      <dgm:prSet custT="1"/>
      <dgm:spPr/>
      <dgm:t>
        <a:bodyPr/>
        <a:lstStyle/>
        <a:p>
          <a:pPr rtl="0"/>
          <a:r>
            <a:rPr lang="en-US" sz="2800" b="0" dirty="0">
              <a:latin typeface="+mj-lt"/>
              <a:cs typeface="Arial"/>
            </a:rPr>
            <a:t>5. Benefit issues</a:t>
          </a:r>
          <a:endParaRPr lang="en-US" sz="2800" dirty="0">
            <a:latin typeface="+mj-lt"/>
            <a:cs typeface="Arial"/>
          </a:endParaRPr>
        </a:p>
      </dgm:t>
    </dgm:pt>
    <dgm:pt modelId="{E87FDDB4-E3A7-4073-A0E4-7C78DA65C128}" type="parTrans" cxnId="{0776EAC4-7E45-49C2-AD1C-336D9EA0D147}">
      <dgm:prSet/>
      <dgm:spPr/>
      <dgm:t>
        <a:bodyPr/>
        <a:lstStyle/>
        <a:p>
          <a:endParaRPr lang="en-US" sz="2800">
            <a:latin typeface="+mj-lt"/>
          </a:endParaRPr>
        </a:p>
      </dgm:t>
    </dgm:pt>
    <dgm:pt modelId="{5A38D806-1AAE-44D6-A034-1737BE89A464}" type="sibTrans" cxnId="{0776EAC4-7E45-49C2-AD1C-336D9EA0D147}">
      <dgm:prSet/>
      <dgm:spPr/>
      <dgm:t>
        <a:bodyPr/>
        <a:lstStyle/>
        <a:p>
          <a:endParaRPr lang="en-US" sz="2800">
            <a:latin typeface="+mj-lt"/>
          </a:endParaRPr>
        </a:p>
      </dgm:t>
    </dgm:pt>
    <dgm:pt modelId="{3E1544D4-50BE-B643-AA0F-B48599E2E33E}">
      <dgm:prSet custT="1"/>
      <dgm:spPr/>
      <dgm:t>
        <a:bodyPr/>
        <a:lstStyle/>
        <a:p>
          <a:r>
            <a:rPr lang="en-US" sz="2800" dirty="0">
              <a:latin typeface="+mj-lt"/>
            </a:rPr>
            <a:t>7. Cross-cultural issues</a:t>
          </a:r>
        </a:p>
      </dgm:t>
    </dgm:pt>
    <dgm:pt modelId="{13A76CEC-FEB0-F741-968A-D120B47A22B0}" type="parTrans" cxnId="{86A34153-5338-BA45-A7B7-224C6249FB1B}">
      <dgm:prSet/>
      <dgm:spPr/>
      <dgm:t>
        <a:bodyPr/>
        <a:lstStyle/>
        <a:p>
          <a:endParaRPr lang="en-US" sz="2800">
            <a:latin typeface="+mj-lt"/>
          </a:endParaRPr>
        </a:p>
      </dgm:t>
    </dgm:pt>
    <dgm:pt modelId="{58B29FCD-A087-0149-AD0B-0319CA808F63}" type="sibTrans" cxnId="{86A34153-5338-BA45-A7B7-224C6249FB1B}">
      <dgm:prSet/>
      <dgm:spPr/>
      <dgm:t>
        <a:bodyPr/>
        <a:lstStyle/>
        <a:p>
          <a:endParaRPr lang="en-US" sz="2800">
            <a:latin typeface="+mj-lt"/>
          </a:endParaRPr>
        </a:p>
      </dgm:t>
    </dgm:pt>
    <dgm:pt modelId="{4B1F8934-1622-4BD5-9DC7-F99692C44ED6}" type="pres">
      <dgm:prSet presAssocID="{2E3796CD-EBB2-4CE5-91A4-4DC95EE5953B}" presName="vert0" presStyleCnt="0">
        <dgm:presLayoutVars>
          <dgm:dir/>
          <dgm:animOne val="branch"/>
          <dgm:animLvl val="lvl"/>
        </dgm:presLayoutVars>
      </dgm:prSet>
      <dgm:spPr/>
    </dgm:pt>
    <dgm:pt modelId="{819840F9-36A1-4D77-BB23-8F4F10659BE8}" type="pres">
      <dgm:prSet presAssocID="{2B88AB30-63A0-419F-BB10-DE8DBB63A57D}" presName="thickLine" presStyleLbl="alignNode1" presStyleIdx="0" presStyleCnt="2"/>
      <dgm:spPr/>
    </dgm:pt>
    <dgm:pt modelId="{2EAE622F-23A9-499F-8516-ED237C6AB335}" type="pres">
      <dgm:prSet presAssocID="{2B88AB30-63A0-419F-BB10-DE8DBB63A57D}" presName="horz1" presStyleCnt="0"/>
      <dgm:spPr/>
    </dgm:pt>
    <dgm:pt modelId="{001CA524-DBC8-494C-BE53-D63F32B3D4E4}" type="pres">
      <dgm:prSet presAssocID="{2B88AB30-63A0-419F-BB10-DE8DBB63A57D}" presName="tx1" presStyleLbl="revTx" presStyleIdx="0" presStyleCnt="2"/>
      <dgm:spPr/>
    </dgm:pt>
    <dgm:pt modelId="{828E6D68-6B01-479D-AF10-F5FAB84AAB69}" type="pres">
      <dgm:prSet presAssocID="{2B88AB30-63A0-419F-BB10-DE8DBB63A57D}" presName="vert1" presStyleCnt="0"/>
      <dgm:spPr/>
    </dgm:pt>
    <dgm:pt modelId="{3F317A1B-2905-E349-835B-B4B8E35F64AF}" type="pres">
      <dgm:prSet presAssocID="{3E1544D4-50BE-B643-AA0F-B48599E2E33E}" presName="thickLine" presStyleLbl="alignNode1" presStyleIdx="1" presStyleCnt="2"/>
      <dgm:spPr/>
    </dgm:pt>
    <dgm:pt modelId="{EFC1EADC-9CE9-2E48-9479-616AD85A9389}" type="pres">
      <dgm:prSet presAssocID="{3E1544D4-50BE-B643-AA0F-B48599E2E33E}" presName="horz1" presStyleCnt="0"/>
      <dgm:spPr/>
    </dgm:pt>
    <dgm:pt modelId="{227DC8EC-25FE-CD43-B299-49E1AF67AC7A}" type="pres">
      <dgm:prSet presAssocID="{3E1544D4-50BE-B643-AA0F-B48599E2E33E}" presName="tx1" presStyleLbl="revTx" presStyleIdx="1" presStyleCnt="2"/>
      <dgm:spPr/>
    </dgm:pt>
    <dgm:pt modelId="{7B941342-0BC8-6940-9348-E268E00A9E71}" type="pres">
      <dgm:prSet presAssocID="{3E1544D4-50BE-B643-AA0F-B48599E2E33E}" presName="vert1" presStyleCnt="0"/>
      <dgm:spPr/>
    </dgm:pt>
  </dgm:ptLst>
  <dgm:cxnLst>
    <dgm:cxn modelId="{86A34153-5338-BA45-A7B7-224C6249FB1B}" srcId="{2E3796CD-EBB2-4CE5-91A4-4DC95EE5953B}" destId="{3E1544D4-50BE-B643-AA0F-B48599E2E33E}" srcOrd="1" destOrd="0" parTransId="{13A76CEC-FEB0-F741-968A-D120B47A22B0}" sibTransId="{58B29FCD-A087-0149-AD0B-0319CA808F63}"/>
    <dgm:cxn modelId="{DFB5EF63-2393-4071-BEFE-CB56BA826107}" type="presOf" srcId="{2B88AB30-63A0-419F-BB10-DE8DBB63A57D}" destId="{001CA524-DBC8-494C-BE53-D63F32B3D4E4}" srcOrd="0" destOrd="0" presId="urn:microsoft.com/office/officeart/2008/layout/LinedList"/>
    <dgm:cxn modelId="{05D18776-6D28-485D-BC33-E5B162351E33}" type="presOf" srcId="{2E3796CD-EBB2-4CE5-91A4-4DC95EE5953B}" destId="{4B1F8934-1622-4BD5-9DC7-F99692C44ED6}" srcOrd="0" destOrd="0" presId="urn:microsoft.com/office/officeart/2008/layout/LinedList"/>
    <dgm:cxn modelId="{8A6A39B9-9B01-A94D-BAAF-2E805947C742}" type="presOf" srcId="{3E1544D4-50BE-B643-AA0F-B48599E2E33E}" destId="{227DC8EC-25FE-CD43-B299-49E1AF67AC7A}" srcOrd="0" destOrd="0" presId="urn:microsoft.com/office/officeart/2008/layout/LinedList"/>
    <dgm:cxn modelId="{0776EAC4-7E45-49C2-AD1C-336D9EA0D147}" srcId="{2E3796CD-EBB2-4CE5-91A4-4DC95EE5953B}" destId="{2B88AB30-63A0-419F-BB10-DE8DBB63A57D}" srcOrd="0" destOrd="0" parTransId="{E87FDDB4-E3A7-4073-A0E4-7C78DA65C128}" sibTransId="{5A38D806-1AAE-44D6-A034-1737BE89A464}"/>
    <dgm:cxn modelId="{FA5048BC-44DD-4B53-A82D-97EDB0381874}" type="presParOf" srcId="{4B1F8934-1622-4BD5-9DC7-F99692C44ED6}" destId="{819840F9-36A1-4D77-BB23-8F4F10659BE8}" srcOrd="0" destOrd="0" presId="urn:microsoft.com/office/officeart/2008/layout/LinedList"/>
    <dgm:cxn modelId="{ADE164B2-FFA8-4E4B-A4B2-A5F2DB4835AB}" type="presParOf" srcId="{4B1F8934-1622-4BD5-9DC7-F99692C44ED6}" destId="{2EAE622F-23A9-499F-8516-ED237C6AB335}" srcOrd="1" destOrd="0" presId="urn:microsoft.com/office/officeart/2008/layout/LinedList"/>
    <dgm:cxn modelId="{6C265074-6A41-448E-A54E-A7B87C5D955F}" type="presParOf" srcId="{2EAE622F-23A9-499F-8516-ED237C6AB335}" destId="{001CA524-DBC8-494C-BE53-D63F32B3D4E4}" srcOrd="0" destOrd="0" presId="urn:microsoft.com/office/officeart/2008/layout/LinedList"/>
    <dgm:cxn modelId="{AB6AA913-FE02-4391-9C33-FBDAC314CF6E}" type="presParOf" srcId="{2EAE622F-23A9-499F-8516-ED237C6AB335}" destId="{828E6D68-6B01-479D-AF10-F5FAB84AAB69}" srcOrd="1" destOrd="0" presId="urn:microsoft.com/office/officeart/2008/layout/LinedList"/>
    <dgm:cxn modelId="{7B07AF01-4DB5-C940-B17F-12EDE8E8750E}" type="presParOf" srcId="{4B1F8934-1622-4BD5-9DC7-F99692C44ED6}" destId="{3F317A1B-2905-E349-835B-B4B8E35F64AF}" srcOrd="2" destOrd="0" presId="urn:microsoft.com/office/officeart/2008/layout/LinedList"/>
    <dgm:cxn modelId="{6E368E33-D761-3943-8F8B-355D4542605F}" type="presParOf" srcId="{4B1F8934-1622-4BD5-9DC7-F99692C44ED6}" destId="{EFC1EADC-9CE9-2E48-9479-616AD85A9389}" srcOrd="3" destOrd="0" presId="urn:microsoft.com/office/officeart/2008/layout/LinedList"/>
    <dgm:cxn modelId="{CC2503D8-8A7F-6241-AA23-424DA2977769}" type="presParOf" srcId="{EFC1EADC-9CE9-2E48-9479-616AD85A9389}" destId="{227DC8EC-25FE-CD43-B299-49E1AF67AC7A}" srcOrd="0" destOrd="0" presId="urn:microsoft.com/office/officeart/2008/layout/LinedList"/>
    <dgm:cxn modelId="{7E27D871-3A86-6142-810A-A8C8036A0E15}" type="presParOf" srcId="{EFC1EADC-9CE9-2E48-9479-616AD85A9389}" destId="{7B941342-0BC8-6940-9348-E268E00A9E7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E392A3-4168-4C36-883C-C1053944F8B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BF4347F-12C0-4C1A-9C66-6B42E2C30A10}">
      <dgm:prSet custT="1"/>
      <dgm:spPr/>
      <dgm:t>
        <a:bodyPr/>
        <a:lstStyle/>
        <a:p>
          <a:r>
            <a:rPr lang="en-US" sz="2000" dirty="0"/>
            <a:t>Explore past experiences using a person-centered approach</a:t>
          </a:r>
        </a:p>
      </dgm:t>
    </dgm:pt>
    <dgm:pt modelId="{072003A8-8D50-4ED4-8CC9-6905920E401D}" type="parTrans" cxnId="{B2BB4C91-859E-45C7-BFDC-1C3CACF310F4}">
      <dgm:prSet/>
      <dgm:spPr/>
      <dgm:t>
        <a:bodyPr/>
        <a:lstStyle/>
        <a:p>
          <a:endParaRPr lang="en-US"/>
        </a:p>
      </dgm:t>
    </dgm:pt>
    <dgm:pt modelId="{AB495E7F-EFF4-431C-AEE9-03DD225D0CFA}" type="sibTrans" cxnId="{B2BB4C91-859E-45C7-BFDC-1C3CACF310F4}">
      <dgm:prSet/>
      <dgm:spPr/>
      <dgm:t>
        <a:bodyPr/>
        <a:lstStyle/>
        <a:p>
          <a:endParaRPr lang="en-US"/>
        </a:p>
      </dgm:t>
    </dgm:pt>
    <dgm:pt modelId="{79366D2C-FE48-4A03-9BD0-6CFB87AD6BD7}">
      <dgm:prSet custT="1"/>
      <dgm:spPr/>
      <dgm:t>
        <a:bodyPr/>
        <a:lstStyle/>
        <a:p>
          <a:r>
            <a:rPr lang="en-US" sz="2000" dirty="0"/>
            <a:t>Don’t be limited to closed-format approaches. Use an open inquiry approach.</a:t>
          </a:r>
        </a:p>
      </dgm:t>
    </dgm:pt>
    <dgm:pt modelId="{DE2AED4B-26FD-40A3-B1A1-2CF1B40EFFD0}" type="parTrans" cxnId="{392CDEF3-C08B-447B-BB0F-1A75F02C82C1}">
      <dgm:prSet/>
      <dgm:spPr/>
      <dgm:t>
        <a:bodyPr/>
        <a:lstStyle/>
        <a:p>
          <a:endParaRPr lang="en-US"/>
        </a:p>
      </dgm:t>
    </dgm:pt>
    <dgm:pt modelId="{6B34AF37-6961-46CA-BD51-F716AA8401DE}" type="sibTrans" cxnId="{392CDEF3-C08B-447B-BB0F-1A75F02C82C1}">
      <dgm:prSet/>
      <dgm:spPr/>
      <dgm:t>
        <a:bodyPr/>
        <a:lstStyle/>
        <a:p>
          <a:endParaRPr lang="en-US"/>
        </a:p>
      </dgm:t>
    </dgm:pt>
    <dgm:pt modelId="{4D6C3D2B-9F3A-4A0D-A5AB-F44322911355}">
      <dgm:prSet custT="1"/>
      <dgm:spPr/>
      <dgm:t>
        <a:bodyPr/>
        <a:lstStyle/>
        <a:p>
          <a:r>
            <a:rPr lang="en-US" sz="2000" dirty="0"/>
            <a:t>Help youth identify strengths and positives from those experiences</a:t>
          </a:r>
        </a:p>
      </dgm:t>
    </dgm:pt>
    <dgm:pt modelId="{6F1D09B4-05CF-4F31-B178-EDBF6362D401}" type="parTrans" cxnId="{E2BC8822-85AD-473D-BC4D-C0095510BF1C}">
      <dgm:prSet/>
      <dgm:spPr/>
      <dgm:t>
        <a:bodyPr/>
        <a:lstStyle/>
        <a:p>
          <a:endParaRPr lang="en-US"/>
        </a:p>
      </dgm:t>
    </dgm:pt>
    <dgm:pt modelId="{A919E24C-D911-47D4-9F8E-42DA9F656FDA}" type="sibTrans" cxnId="{E2BC8822-85AD-473D-BC4D-C0095510BF1C}">
      <dgm:prSet/>
      <dgm:spPr/>
      <dgm:t>
        <a:bodyPr/>
        <a:lstStyle/>
        <a:p>
          <a:endParaRPr lang="en-US"/>
        </a:p>
      </dgm:t>
    </dgm:pt>
    <dgm:pt modelId="{0FE9EFAD-9BBD-4068-B99F-ACC39DD68B2B}">
      <dgm:prSet custT="1"/>
      <dgm:spPr/>
      <dgm:t>
        <a:bodyPr/>
        <a:lstStyle/>
        <a:p>
          <a:r>
            <a:rPr lang="en-US" sz="2000" dirty="0"/>
            <a:t>Facilitate a variety of individually driven experiences</a:t>
          </a:r>
        </a:p>
      </dgm:t>
    </dgm:pt>
    <dgm:pt modelId="{FCC59164-2149-483B-AD87-66847E8FD7DD}" type="parTrans" cxnId="{CDEE572D-33CB-4BC2-8AF1-DAE0E1508D06}">
      <dgm:prSet/>
      <dgm:spPr/>
      <dgm:t>
        <a:bodyPr/>
        <a:lstStyle/>
        <a:p>
          <a:endParaRPr lang="en-US"/>
        </a:p>
      </dgm:t>
    </dgm:pt>
    <dgm:pt modelId="{A82109FB-76E8-4847-BAB4-A2DC1F243609}" type="sibTrans" cxnId="{CDEE572D-33CB-4BC2-8AF1-DAE0E1508D06}">
      <dgm:prSet/>
      <dgm:spPr/>
      <dgm:t>
        <a:bodyPr/>
        <a:lstStyle/>
        <a:p>
          <a:endParaRPr lang="en-US"/>
        </a:p>
      </dgm:t>
    </dgm:pt>
    <dgm:pt modelId="{0F65F444-C5E0-474E-AA48-EA41693E2711}">
      <dgm:prSet custT="1"/>
      <dgm:spPr/>
      <dgm:t>
        <a:bodyPr/>
        <a:lstStyle/>
        <a:p>
          <a:r>
            <a:rPr lang="en-US" sz="2000" dirty="0"/>
            <a:t>Facilitate ongoing reflection by the youth</a:t>
          </a:r>
        </a:p>
      </dgm:t>
    </dgm:pt>
    <dgm:pt modelId="{A960572F-650D-421D-803B-A9388FE7178E}" type="parTrans" cxnId="{61AED3CD-024F-467C-A96D-E259734C1052}">
      <dgm:prSet/>
      <dgm:spPr/>
      <dgm:t>
        <a:bodyPr/>
        <a:lstStyle/>
        <a:p>
          <a:endParaRPr lang="en-US"/>
        </a:p>
      </dgm:t>
    </dgm:pt>
    <dgm:pt modelId="{FED999B1-80E6-4DE8-94B0-11F07ADAFC42}" type="sibTrans" cxnId="{61AED3CD-024F-467C-A96D-E259734C1052}">
      <dgm:prSet/>
      <dgm:spPr/>
      <dgm:t>
        <a:bodyPr/>
        <a:lstStyle/>
        <a:p>
          <a:endParaRPr lang="en-US"/>
        </a:p>
      </dgm:t>
    </dgm:pt>
    <dgm:pt modelId="{F93022F0-A5E7-4279-8A61-E99E1A15018A}" type="pres">
      <dgm:prSet presAssocID="{E7E392A3-4168-4C36-883C-C1053944F8B1}" presName="root" presStyleCnt="0">
        <dgm:presLayoutVars>
          <dgm:dir/>
          <dgm:resizeHandles val="exact"/>
        </dgm:presLayoutVars>
      </dgm:prSet>
      <dgm:spPr/>
    </dgm:pt>
    <dgm:pt modelId="{19E63B20-15A1-4F58-A5A5-435217D34E50}" type="pres">
      <dgm:prSet presAssocID="{FBF4347F-12C0-4C1A-9C66-6B42E2C30A10}" presName="compNode" presStyleCnt="0"/>
      <dgm:spPr/>
    </dgm:pt>
    <dgm:pt modelId="{BB249F7A-D637-477E-B3EA-0FB5500C0D48}" type="pres">
      <dgm:prSet presAssocID="{FBF4347F-12C0-4C1A-9C66-6B42E2C30A10}" presName="bgRect" presStyleLbl="bgShp" presStyleIdx="0" presStyleCnt="5"/>
      <dgm:spPr/>
    </dgm:pt>
    <dgm:pt modelId="{DC782B43-2A76-441C-835E-306594152DAB}" type="pres">
      <dgm:prSet presAssocID="{FBF4347F-12C0-4C1A-9C66-6B42E2C30A10}"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ople talking"/>
        </a:ext>
      </dgm:extLst>
    </dgm:pt>
    <dgm:pt modelId="{425FAC9C-1A26-408C-9F29-B0FB3C0E3F70}" type="pres">
      <dgm:prSet presAssocID="{FBF4347F-12C0-4C1A-9C66-6B42E2C30A10}" presName="spaceRect" presStyleCnt="0"/>
      <dgm:spPr/>
    </dgm:pt>
    <dgm:pt modelId="{93453154-7ED5-41FE-8FF1-39E7E77C4B92}" type="pres">
      <dgm:prSet presAssocID="{FBF4347F-12C0-4C1A-9C66-6B42E2C30A10}" presName="parTx" presStyleLbl="revTx" presStyleIdx="0" presStyleCnt="5">
        <dgm:presLayoutVars>
          <dgm:chMax val="0"/>
          <dgm:chPref val="0"/>
        </dgm:presLayoutVars>
      </dgm:prSet>
      <dgm:spPr/>
    </dgm:pt>
    <dgm:pt modelId="{8B0BF416-1DCE-4C94-99D4-907869390106}" type="pres">
      <dgm:prSet presAssocID="{AB495E7F-EFF4-431C-AEE9-03DD225D0CFA}" presName="sibTrans" presStyleCnt="0"/>
      <dgm:spPr/>
    </dgm:pt>
    <dgm:pt modelId="{6D42C642-0E7C-43EB-85DB-3D2E2172619F}" type="pres">
      <dgm:prSet presAssocID="{79366D2C-FE48-4A03-9BD0-6CFB87AD6BD7}" presName="compNode" presStyleCnt="0"/>
      <dgm:spPr/>
    </dgm:pt>
    <dgm:pt modelId="{59456BCE-985E-4D07-A790-E2AF1CF7317A}" type="pres">
      <dgm:prSet presAssocID="{79366D2C-FE48-4A03-9BD0-6CFB87AD6BD7}" presName="bgRect" presStyleLbl="bgShp" presStyleIdx="1" presStyleCnt="5"/>
      <dgm:spPr/>
    </dgm:pt>
    <dgm:pt modelId="{3476F380-4394-420C-A389-D391B75C3AA4}" type="pres">
      <dgm:prSet presAssocID="{79366D2C-FE48-4A03-9BD0-6CFB87AD6BD7}"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4082D63A-4EE6-40BA-98FB-177AE7D7C6D0}" type="pres">
      <dgm:prSet presAssocID="{79366D2C-FE48-4A03-9BD0-6CFB87AD6BD7}" presName="spaceRect" presStyleCnt="0"/>
      <dgm:spPr/>
    </dgm:pt>
    <dgm:pt modelId="{E87B7622-B12F-4CA3-BC11-7C4EA3BFD4CB}" type="pres">
      <dgm:prSet presAssocID="{79366D2C-FE48-4A03-9BD0-6CFB87AD6BD7}" presName="parTx" presStyleLbl="revTx" presStyleIdx="1" presStyleCnt="5">
        <dgm:presLayoutVars>
          <dgm:chMax val="0"/>
          <dgm:chPref val="0"/>
        </dgm:presLayoutVars>
      </dgm:prSet>
      <dgm:spPr/>
    </dgm:pt>
    <dgm:pt modelId="{1CABDA67-3E9D-484F-B1AF-21FA79934938}" type="pres">
      <dgm:prSet presAssocID="{6B34AF37-6961-46CA-BD51-F716AA8401DE}" presName="sibTrans" presStyleCnt="0"/>
      <dgm:spPr/>
    </dgm:pt>
    <dgm:pt modelId="{37280BDE-01E5-4DCC-A602-BEE96053CF5D}" type="pres">
      <dgm:prSet presAssocID="{4D6C3D2B-9F3A-4A0D-A5AB-F44322911355}" presName="compNode" presStyleCnt="0"/>
      <dgm:spPr/>
    </dgm:pt>
    <dgm:pt modelId="{2157320C-1E7B-4BCD-B37A-ABCD5675CF3D}" type="pres">
      <dgm:prSet presAssocID="{4D6C3D2B-9F3A-4A0D-A5AB-F44322911355}" presName="bgRect" presStyleLbl="bgShp" presStyleIdx="2" presStyleCnt="5"/>
      <dgm:spPr/>
    </dgm:pt>
    <dgm:pt modelId="{071AE38A-A550-49CC-8E21-B5F148A0C992}" type="pres">
      <dgm:prSet presAssocID="{4D6C3D2B-9F3A-4A0D-A5AB-F44322911355}"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6733904C-3B53-49C6-8C8D-43F25A3B6586}" type="pres">
      <dgm:prSet presAssocID="{4D6C3D2B-9F3A-4A0D-A5AB-F44322911355}" presName="spaceRect" presStyleCnt="0"/>
      <dgm:spPr/>
    </dgm:pt>
    <dgm:pt modelId="{49FA68B4-F5C1-41D1-9B30-549B799052B8}" type="pres">
      <dgm:prSet presAssocID="{4D6C3D2B-9F3A-4A0D-A5AB-F44322911355}" presName="parTx" presStyleLbl="revTx" presStyleIdx="2" presStyleCnt="5">
        <dgm:presLayoutVars>
          <dgm:chMax val="0"/>
          <dgm:chPref val="0"/>
        </dgm:presLayoutVars>
      </dgm:prSet>
      <dgm:spPr/>
    </dgm:pt>
    <dgm:pt modelId="{443D4D50-0957-4EF3-BBBF-117417AAE1EB}" type="pres">
      <dgm:prSet presAssocID="{A919E24C-D911-47D4-9F8E-42DA9F656FDA}" presName="sibTrans" presStyleCnt="0"/>
      <dgm:spPr/>
    </dgm:pt>
    <dgm:pt modelId="{C9CC6E88-97BD-469C-90A6-2AB155154353}" type="pres">
      <dgm:prSet presAssocID="{0FE9EFAD-9BBD-4068-B99F-ACC39DD68B2B}" presName="compNode" presStyleCnt="0"/>
      <dgm:spPr/>
    </dgm:pt>
    <dgm:pt modelId="{545FC680-4785-438B-9A91-63C6EA4C7A91}" type="pres">
      <dgm:prSet presAssocID="{0FE9EFAD-9BBD-4068-B99F-ACC39DD68B2B}" presName="bgRect" presStyleLbl="bgShp" presStyleIdx="3" presStyleCnt="5"/>
      <dgm:spPr/>
    </dgm:pt>
    <dgm:pt modelId="{8E80B3C1-C8BB-4D03-9DFE-6383778D586E}" type="pres">
      <dgm:prSet presAssocID="{0FE9EFAD-9BBD-4068-B99F-ACC39DD68B2B}"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7C6F1FFE-5769-422E-B90C-F374E0D9FCAE}" type="pres">
      <dgm:prSet presAssocID="{0FE9EFAD-9BBD-4068-B99F-ACC39DD68B2B}" presName="spaceRect" presStyleCnt="0"/>
      <dgm:spPr/>
    </dgm:pt>
    <dgm:pt modelId="{EE9EC955-C5B2-40B2-9685-B11BD26F1DB7}" type="pres">
      <dgm:prSet presAssocID="{0FE9EFAD-9BBD-4068-B99F-ACC39DD68B2B}" presName="parTx" presStyleLbl="revTx" presStyleIdx="3" presStyleCnt="5">
        <dgm:presLayoutVars>
          <dgm:chMax val="0"/>
          <dgm:chPref val="0"/>
        </dgm:presLayoutVars>
      </dgm:prSet>
      <dgm:spPr/>
    </dgm:pt>
    <dgm:pt modelId="{D6E4C325-43BA-4E3A-A199-5414A8FF5E22}" type="pres">
      <dgm:prSet presAssocID="{A82109FB-76E8-4847-BAB4-A2DC1F243609}" presName="sibTrans" presStyleCnt="0"/>
      <dgm:spPr/>
    </dgm:pt>
    <dgm:pt modelId="{E941E889-3FE6-4478-8A21-6E41C1C2413C}" type="pres">
      <dgm:prSet presAssocID="{0F65F444-C5E0-474E-AA48-EA41693E2711}" presName="compNode" presStyleCnt="0"/>
      <dgm:spPr/>
    </dgm:pt>
    <dgm:pt modelId="{C6890B2D-3D5D-4B22-BC55-6640E783ED5F}" type="pres">
      <dgm:prSet presAssocID="{0F65F444-C5E0-474E-AA48-EA41693E2711}" presName="bgRect" presStyleLbl="bgShp" presStyleIdx="4" presStyleCnt="5"/>
      <dgm:spPr/>
    </dgm:pt>
    <dgm:pt modelId="{136F4E19-0989-44FF-B7C5-4816D6F72B99}" type="pres">
      <dgm:prSet presAssocID="{0F65F444-C5E0-474E-AA48-EA41693E2711}"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hought bubble"/>
        </a:ext>
      </dgm:extLst>
    </dgm:pt>
    <dgm:pt modelId="{3979EE0F-8579-4DAB-A881-356FACBFE65C}" type="pres">
      <dgm:prSet presAssocID="{0F65F444-C5E0-474E-AA48-EA41693E2711}" presName="spaceRect" presStyleCnt="0"/>
      <dgm:spPr/>
    </dgm:pt>
    <dgm:pt modelId="{347B73B3-C4E5-4989-99CA-35C35132CDC8}" type="pres">
      <dgm:prSet presAssocID="{0F65F444-C5E0-474E-AA48-EA41693E2711}" presName="parTx" presStyleLbl="revTx" presStyleIdx="4" presStyleCnt="5">
        <dgm:presLayoutVars>
          <dgm:chMax val="0"/>
          <dgm:chPref val="0"/>
        </dgm:presLayoutVars>
      </dgm:prSet>
      <dgm:spPr/>
    </dgm:pt>
  </dgm:ptLst>
  <dgm:cxnLst>
    <dgm:cxn modelId="{E2BC8822-85AD-473D-BC4D-C0095510BF1C}" srcId="{E7E392A3-4168-4C36-883C-C1053944F8B1}" destId="{4D6C3D2B-9F3A-4A0D-A5AB-F44322911355}" srcOrd="2" destOrd="0" parTransId="{6F1D09B4-05CF-4F31-B178-EDBF6362D401}" sibTransId="{A919E24C-D911-47D4-9F8E-42DA9F656FDA}"/>
    <dgm:cxn modelId="{CDEE572D-33CB-4BC2-8AF1-DAE0E1508D06}" srcId="{E7E392A3-4168-4C36-883C-C1053944F8B1}" destId="{0FE9EFAD-9BBD-4068-B99F-ACC39DD68B2B}" srcOrd="3" destOrd="0" parTransId="{FCC59164-2149-483B-AD87-66847E8FD7DD}" sibTransId="{A82109FB-76E8-4847-BAB4-A2DC1F243609}"/>
    <dgm:cxn modelId="{EE547A75-9D82-4C2F-ABE7-66717249D1DE}" type="presOf" srcId="{79366D2C-FE48-4A03-9BD0-6CFB87AD6BD7}" destId="{E87B7622-B12F-4CA3-BC11-7C4EA3BFD4CB}" srcOrd="0" destOrd="0" presId="urn:microsoft.com/office/officeart/2018/2/layout/IconVerticalSolidList"/>
    <dgm:cxn modelId="{5AA1E787-F9D5-41E5-8AC2-C927C9026B30}" type="presOf" srcId="{4D6C3D2B-9F3A-4A0D-A5AB-F44322911355}" destId="{49FA68B4-F5C1-41D1-9B30-549B799052B8}" srcOrd="0" destOrd="0" presId="urn:microsoft.com/office/officeart/2018/2/layout/IconVerticalSolidList"/>
    <dgm:cxn modelId="{B2BB4C91-859E-45C7-BFDC-1C3CACF310F4}" srcId="{E7E392A3-4168-4C36-883C-C1053944F8B1}" destId="{FBF4347F-12C0-4C1A-9C66-6B42E2C30A10}" srcOrd="0" destOrd="0" parTransId="{072003A8-8D50-4ED4-8CC9-6905920E401D}" sibTransId="{AB495E7F-EFF4-431C-AEE9-03DD225D0CFA}"/>
    <dgm:cxn modelId="{52974F94-763B-4146-8813-D63141BB3EB5}" type="presOf" srcId="{FBF4347F-12C0-4C1A-9C66-6B42E2C30A10}" destId="{93453154-7ED5-41FE-8FF1-39E7E77C4B92}" srcOrd="0" destOrd="0" presId="urn:microsoft.com/office/officeart/2018/2/layout/IconVerticalSolidList"/>
    <dgm:cxn modelId="{51D55AB6-F50D-4B2D-A360-8CA07DA24DC3}" type="presOf" srcId="{0F65F444-C5E0-474E-AA48-EA41693E2711}" destId="{347B73B3-C4E5-4989-99CA-35C35132CDC8}" srcOrd="0" destOrd="0" presId="urn:microsoft.com/office/officeart/2018/2/layout/IconVerticalSolidList"/>
    <dgm:cxn modelId="{032F38CC-6C0A-4438-8BAC-D639CBE2C07C}" type="presOf" srcId="{0FE9EFAD-9BBD-4068-B99F-ACC39DD68B2B}" destId="{EE9EC955-C5B2-40B2-9685-B11BD26F1DB7}" srcOrd="0" destOrd="0" presId="urn:microsoft.com/office/officeart/2018/2/layout/IconVerticalSolidList"/>
    <dgm:cxn modelId="{61AED3CD-024F-467C-A96D-E259734C1052}" srcId="{E7E392A3-4168-4C36-883C-C1053944F8B1}" destId="{0F65F444-C5E0-474E-AA48-EA41693E2711}" srcOrd="4" destOrd="0" parTransId="{A960572F-650D-421D-803B-A9388FE7178E}" sibTransId="{FED999B1-80E6-4DE8-94B0-11F07ADAFC42}"/>
    <dgm:cxn modelId="{392CDEF3-C08B-447B-BB0F-1A75F02C82C1}" srcId="{E7E392A3-4168-4C36-883C-C1053944F8B1}" destId="{79366D2C-FE48-4A03-9BD0-6CFB87AD6BD7}" srcOrd="1" destOrd="0" parTransId="{DE2AED4B-26FD-40A3-B1A1-2CF1B40EFFD0}" sibTransId="{6B34AF37-6961-46CA-BD51-F716AA8401DE}"/>
    <dgm:cxn modelId="{FB249DF8-4CAF-4189-9AF6-4E2E1DCF9286}" type="presOf" srcId="{E7E392A3-4168-4C36-883C-C1053944F8B1}" destId="{F93022F0-A5E7-4279-8A61-E99E1A15018A}" srcOrd="0" destOrd="0" presId="urn:microsoft.com/office/officeart/2018/2/layout/IconVerticalSolidList"/>
    <dgm:cxn modelId="{5C7BA85A-3516-46FB-A0E6-8BE57D822180}" type="presParOf" srcId="{F93022F0-A5E7-4279-8A61-E99E1A15018A}" destId="{19E63B20-15A1-4F58-A5A5-435217D34E50}" srcOrd="0" destOrd="0" presId="urn:microsoft.com/office/officeart/2018/2/layout/IconVerticalSolidList"/>
    <dgm:cxn modelId="{1192113A-A05A-486E-B8D8-28EBAC3C12E1}" type="presParOf" srcId="{19E63B20-15A1-4F58-A5A5-435217D34E50}" destId="{BB249F7A-D637-477E-B3EA-0FB5500C0D48}" srcOrd="0" destOrd="0" presId="urn:microsoft.com/office/officeart/2018/2/layout/IconVerticalSolidList"/>
    <dgm:cxn modelId="{72D6D149-4DAC-4281-8F3B-C689B19A2076}" type="presParOf" srcId="{19E63B20-15A1-4F58-A5A5-435217D34E50}" destId="{DC782B43-2A76-441C-835E-306594152DAB}" srcOrd="1" destOrd="0" presId="urn:microsoft.com/office/officeart/2018/2/layout/IconVerticalSolidList"/>
    <dgm:cxn modelId="{1A81A224-287E-4A14-A33E-AD40CA2FF2BE}" type="presParOf" srcId="{19E63B20-15A1-4F58-A5A5-435217D34E50}" destId="{425FAC9C-1A26-408C-9F29-B0FB3C0E3F70}" srcOrd="2" destOrd="0" presId="urn:microsoft.com/office/officeart/2018/2/layout/IconVerticalSolidList"/>
    <dgm:cxn modelId="{03541557-A44C-4D3A-9603-CB1FE5F7F3E0}" type="presParOf" srcId="{19E63B20-15A1-4F58-A5A5-435217D34E50}" destId="{93453154-7ED5-41FE-8FF1-39E7E77C4B92}" srcOrd="3" destOrd="0" presId="urn:microsoft.com/office/officeart/2018/2/layout/IconVerticalSolidList"/>
    <dgm:cxn modelId="{83E5A190-B1CA-4135-BEAB-5D5277A4BE0D}" type="presParOf" srcId="{F93022F0-A5E7-4279-8A61-E99E1A15018A}" destId="{8B0BF416-1DCE-4C94-99D4-907869390106}" srcOrd="1" destOrd="0" presId="urn:microsoft.com/office/officeart/2018/2/layout/IconVerticalSolidList"/>
    <dgm:cxn modelId="{6458E45F-D70E-462A-A5F8-F6AB28FD8ED6}" type="presParOf" srcId="{F93022F0-A5E7-4279-8A61-E99E1A15018A}" destId="{6D42C642-0E7C-43EB-85DB-3D2E2172619F}" srcOrd="2" destOrd="0" presId="urn:microsoft.com/office/officeart/2018/2/layout/IconVerticalSolidList"/>
    <dgm:cxn modelId="{A7DB8C6A-5CF8-4CF5-BA87-E69080C32258}" type="presParOf" srcId="{6D42C642-0E7C-43EB-85DB-3D2E2172619F}" destId="{59456BCE-985E-4D07-A790-E2AF1CF7317A}" srcOrd="0" destOrd="0" presId="urn:microsoft.com/office/officeart/2018/2/layout/IconVerticalSolidList"/>
    <dgm:cxn modelId="{09609DC9-DE0D-4636-A345-B66482DAF40C}" type="presParOf" srcId="{6D42C642-0E7C-43EB-85DB-3D2E2172619F}" destId="{3476F380-4394-420C-A389-D391B75C3AA4}" srcOrd="1" destOrd="0" presId="urn:microsoft.com/office/officeart/2018/2/layout/IconVerticalSolidList"/>
    <dgm:cxn modelId="{A3D3824C-276E-4D6A-A5E3-61092A5025D0}" type="presParOf" srcId="{6D42C642-0E7C-43EB-85DB-3D2E2172619F}" destId="{4082D63A-4EE6-40BA-98FB-177AE7D7C6D0}" srcOrd="2" destOrd="0" presId="urn:microsoft.com/office/officeart/2018/2/layout/IconVerticalSolidList"/>
    <dgm:cxn modelId="{54221361-FE3F-4814-B3EB-23E959A11A38}" type="presParOf" srcId="{6D42C642-0E7C-43EB-85DB-3D2E2172619F}" destId="{E87B7622-B12F-4CA3-BC11-7C4EA3BFD4CB}" srcOrd="3" destOrd="0" presId="urn:microsoft.com/office/officeart/2018/2/layout/IconVerticalSolidList"/>
    <dgm:cxn modelId="{81E73C8A-8DBF-4CA5-9E96-A3CD03E4A1BE}" type="presParOf" srcId="{F93022F0-A5E7-4279-8A61-E99E1A15018A}" destId="{1CABDA67-3E9D-484F-B1AF-21FA79934938}" srcOrd="3" destOrd="0" presId="urn:microsoft.com/office/officeart/2018/2/layout/IconVerticalSolidList"/>
    <dgm:cxn modelId="{A1B12154-8D6C-4CE1-9B2B-48B52F0A6CF6}" type="presParOf" srcId="{F93022F0-A5E7-4279-8A61-E99E1A15018A}" destId="{37280BDE-01E5-4DCC-A602-BEE96053CF5D}" srcOrd="4" destOrd="0" presId="urn:microsoft.com/office/officeart/2018/2/layout/IconVerticalSolidList"/>
    <dgm:cxn modelId="{5C8C3EE1-052A-44EA-9B4F-444516BFE33D}" type="presParOf" srcId="{37280BDE-01E5-4DCC-A602-BEE96053CF5D}" destId="{2157320C-1E7B-4BCD-B37A-ABCD5675CF3D}" srcOrd="0" destOrd="0" presId="urn:microsoft.com/office/officeart/2018/2/layout/IconVerticalSolidList"/>
    <dgm:cxn modelId="{FA36ADEF-556E-413A-9A3A-8898F405709D}" type="presParOf" srcId="{37280BDE-01E5-4DCC-A602-BEE96053CF5D}" destId="{071AE38A-A550-49CC-8E21-B5F148A0C992}" srcOrd="1" destOrd="0" presId="urn:microsoft.com/office/officeart/2018/2/layout/IconVerticalSolidList"/>
    <dgm:cxn modelId="{45AB571E-1D94-4A42-85A7-EF56296CA463}" type="presParOf" srcId="{37280BDE-01E5-4DCC-A602-BEE96053CF5D}" destId="{6733904C-3B53-49C6-8C8D-43F25A3B6586}" srcOrd="2" destOrd="0" presId="urn:microsoft.com/office/officeart/2018/2/layout/IconVerticalSolidList"/>
    <dgm:cxn modelId="{952103CD-BC85-42CC-9487-692D982344DE}" type="presParOf" srcId="{37280BDE-01E5-4DCC-A602-BEE96053CF5D}" destId="{49FA68B4-F5C1-41D1-9B30-549B799052B8}" srcOrd="3" destOrd="0" presId="urn:microsoft.com/office/officeart/2018/2/layout/IconVerticalSolidList"/>
    <dgm:cxn modelId="{75F68619-8737-4C99-ACC7-22B875491F01}" type="presParOf" srcId="{F93022F0-A5E7-4279-8A61-E99E1A15018A}" destId="{443D4D50-0957-4EF3-BBBF-117417AAE1EB}" srcOrd="5" destOrd="0" presId="urn:microsoft.com/office/officeart/2018/2/layout/IconVerticalSolidList"/>
    <dgm:cxn modelId="{144824A9-77D7-495B-B2FC-6792CD6DBAB2}" type="presParOf" srcId="{F93022F0-A5E7-4279-8A61-E99E1A15018A}" destId="{C9CC6E88-97BD-469C-90A6-2AB155154353}" srcOrd="6" destOrd="0" presId="urn:microsoft.com/office/officeart/2018/2/layout/IconVerticalSolidList"/>
    <dgm:cxn modelId="{498B04C6-F756-4E79-B68A-DDE0632EFBDB}" type="presParOf" srcId="{C9CC6E88-97BD-469C-90A6-2AB155154353}" destId="{545FC680-4785-438B-9A91-63C6EA4C7A91}" srcOrd="0" destOrd="0" presId="urn:microsoft.com/office/officeart/2018/2/layout/IconVerticalSolidList"/>
    <dgm:cxn modelId="{AAF1488B-F92B-44C0-9B08-5B4FFCF145CF}" type="presParOf" srcId="{C9CC6E88-97BD-469C-90A6-2AB155154353}" destId="{8E80B3C1-C8BB-4D03-9DFE-6383778D586E}" srcOrd="1" destOrd="0" presId="urn:microsoft.com/office/officeart/2018/2/layout/IconVerticalSolidList"/>
    <dgm:cxn modelId="{FAA98E9B-BCAF-4422-82B7-1B029C5B30BD}" type="presParOf" srcId="{C9CC6E88-97BD-469C-90A6-2AB155154353}" destId="{7C6F1FFE-5769-422E-B90C-F374E0D9FCAE}" srcOrd="2" destOrd="0" presId="urn:microsoft.com/office/officeart/2018/2/layout/IconVerticalSolidList"/>
    <dgm:cxn modelId="{64F46689-7D53-4ABF-9F73-253C72444296}" type="presParOf" srcId="{C9CC6E88-97BD-469C-90A6-2AB155154353}" destId="{EE9EC955-C5B2-40B2-9685-B11BD26F1DB7}" srcOrd="3" destOrd="0" presId="urn:microsoft.com/office/officeart/2018/2/layout/IconVerticalSolidList"/>
    <dgm:cxn modelId="{48A18463-78E2-40FB-B191-4243E0916AD6}" type="presParOf" srcId="{F93022F0-A5E7-4279-8A61-E99E1A15018A}" destId="{D6E4C325-43BA-4E3A-A199-5414A8FF5E22}" srcOrd="7" destOrd="0" presId="urn:microsoft.com/office/officeart/2018/2/layout/IconVerticalSolidList"/>
    <dgm:cxn modelId="{1119EC4F-C414-4A0A-8CBB-1D416DC8572A}" type="presParOf" srcId="{F93022F0-A5E7-4279-8A61-E99E1A15018A}" destId="{E941E889-3FE6-4478-8A21-6E41C1C2413C}" srcOrd="8" destOrd="0" presId="urn:microsoft.com/office/officeart/2018/2/layout/IconVerticalSolidList"/>
    <dgm:cxn modelId="{2EA90CD8-433C-4013-8B7B-73B4A6467A08}" type="presParOf" srcId="{E941E889-3FE6-4478-8A21-6E41C1C2413C}" destId="{C6890B2D-3D5D-4B22-BC55-6640E783ED5F}" srcOrd="0" destOrd="0" presId="urn:microsoft.com/office/officeart/2018/2/layout/IconVerticalSolidList"/>
    <dgm:cxn modelId="{4305994C-710A-4B8C-B45E-F0A61AF0E986}" type="presParOf" srcId="{E941E889-3FE6-4478-8A21-6E41C1C2413C}" destId="{136F4E19-0989-44FF-B7C5-4816D6F72B99}" srcOrd="1" destOrd="0" presId="urn:microsoft.com/office/officeart/2018/2/layout/IconVerticalSolidList"/>
    <dgm:cxn modelId="{97FD9421-BC6F-45B1-ADE0-F9333B962140}" type="presParOf" srcId="{E941E889-3FE6-4478-8A21-6E41C1C2413C}" destId="{3979EE0F-8579-4DAB-A881-356FACBFE65C}" srcOrd="2" destOrd="0" presId="urn:microsoft.com/office/officeart/2018/2/layout/IconVerticalSolidList"/>
    <dgm:cxn modelId="{E47DA788-70B8-441A-A215-0B369228077C}" type="presParOf" srcId="{E941E889-3FE6-4478-8A21-6E41C1C2413C}" destId="{347B73B3-C4E5-4989-99CA-35C35132CDC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B24319-081C-6547-B565-C3DE4806E269}" type="doc">
      <dgm:prSet loTypeId="urn:microsoft.com/office/officeart/2005/8/layout/cycle7" loCatId="" qsTypeId="urn:microsoft.com/office/officeart/2005/8/quickstyle/simple1" qsCatId="simple" csTypeId="urn:microsoft.com/office/officeart/2005/8/colors/accent1_2" csCatId="accent1" phldr="1"/>
      <dgm:spPr/>
      <dgm:t>
        <a:bodyPr/>
        <a:lstStyle/>
        <a:p>
          <a:endParaRPr lang="en-US"/>
        </a:p>
      </dgm:t>
    </dgm:pt>
    <dgm:pt modelId="{DC5152CC-31CD-1C4C-8DDF-3E6075C53DAC}">
      <dgm:prSet phldrT="[Text]"/>
      <dgm:spPr/>
      <dgm:t>
        <a:bodyPr/>
        <a:lstStyle/>
        <a:p>
          <a:r>
            <a:rPr lang="en-US" dirty="0"/>
            <a:t>Individual</a:t>
          </a:r>
        </a:p>
      </dgm:t>
      <dgm:extLst>
        <a:ext uri="{E40237B7-FDA0-4F09-8148-C483321AD2D9}">
          <dgm14:cNvPr xmlns:dgm14="http://schemas.microsoft.com/office/drawing/2010/diagram" id="0" name="" descr="Individual interaction with environment and cultural competencies "/>
        </a:ext>
      </dgm:extLst>
    </dgm:pt>
    <dgm:pt modelId="{BA5C0039-EA2F-1D47-AF93-5FE9126D5AF0}" type="parTrans" cxnId="{D0CFEBDE-315F-DF4E-B83A-25BAB73B27B8}">
      <dgm:prSet/>
      <dgm:spPr/>
      <dgm:t>
        <a:bodyPr/>
        <a:lstStyle/>
        <a:p>
          <a:endParaRPr lang="en-US"/>
        </a:p>
      </dgm:t>
    </dgm:pt>
    <dgm:pt modelId="{0DD4753B-61AA-1C47-A8DA-AD13FDB44388}" type="sibTrans" cxnId="{D0CFEBDE-315F-DF4E-B83A-25BAB73B27B8}">
      <dgm:prSet/>
      <dgm:spPr/>
      <dgm:t>
        <a:bodyPr/>
        <a:lstStyle/>
        <a:p>
          <a:endParaRPr lang="en-US"/>
        </a:p>
      </dgm:t>
    </dgm:pt>
    <dgm:pt modelId="{3856329A-0910-CC46-8321-4F50677FC59D}">
      <dgm:prSet phldrT="[Text]"/>
      <dgm:spPr/>
      <dgm:t>
        <a:bodyPr/>
        <a:lstStyle/>
        <a:p>
          <a:r>
            <a:rPr lang="en-US" dirty="0"/>
            <a:t>Cultural Characteristics</a:t>
          </a:r>
        </a:p>
      </dgm:t>
    </dgm:pt>
    <dgm:pt modelId="{63140A38-FC87-C74A-81D5-D4B93E540B30}" type="parTrans" cxnId="{56AD4FEE-5FC4-F64A-8531-E84AF53E808C}">
      <dgm:prSet/>
      <dgm:spPr/>
      <dgm:t>
        <a:bodyPr/>
        <a:lstStyle/>
        <a:p>
          <a:endParaRPr lang="en-US"/>
        </a:p>
      </dgm:t>
    </dgm:pt>
    <dgm:pt modelId="{4D5C0FAB-D924-164A-A7FE-E187A6EBADDF}" type="sibTrans" cxnId="{56AD4FEE-5FC4-F64A-8531-E84AF53E808C}">
      <dgm:prSet/>
      <dgm:spPr/>
      <dgm:t>
        <a:bodyPr/>
        <a:lstStyle/>
        <a:p>
          <a:endParaRPr lang="en-US"/>
        </a:p>
      </dgm:t>
    </dgm:pt>
    <dgm:pt modelId="{36488466-548C-F542-987B-F125E4526C4E}">
      <dgm:prSet phldrT="[Text]"/>
      <dgm:spPr/>
      <dgm:t>
        <a:bodyPr/>
        <a:lstStyle/>
        <a:p>
          <a:r>
            <a:rPr lang="en-US" dirty="0"/>
            <a:t>Environmental</a:t>
          </a:r>
        </a:p>
      </dgm:t>
    </dgm:pt>
    <dgm:pt modelId="{4FE1CFD9-DD55-494C-9AAD-257B968EDB56}" type="parTrans" cxnId="{290DC218-5358-B249-928F-7E76F543038D}">
      <dgm:prSet/>
      <dgm:spPr/>
      <dgm:t>
        <a:bodyPr/>
        <a:lstStyle/>
        <a:p>
          <a:endParaRPr lang="en-US"/>
        </a:p>
      </dgm:t>
    </dgm:pt>
    <dgm:pt modelId="{87BB5C7F-AD91-4549-9466-9C3F0F515BA0}" type="sibTrans" cxnId="{290DC218-5358-B249-928F-7E76F543038D}">
      <dgm:prSet/>
      <dgm:spPr/>
      <dgm:t>
        <a:bodyPr/>
        <a:lstStyle/>
        <a:p>
          <a:endParaRPr lang="en-US"/>
        </a:p>
      </dgm:t>
    </dgm:pt>
    <dgm:pt modelId="{36528254-EB5D-F643-8A0E-0A23F93DEC8F}" type="pres">
      <dgm:prSet presAssocID="{8CB24319-081C-6547-B565-C3DE4806E269}" presName="Name0" presStyleCnt="0">
        <dgm:presLayoutVars>
          <dgm:dir/>
          <dgm:resizeHandles val="exact"/>
        </dgm:presLayoutVars>
      </dgm:prSet>
      <dgm:spPr/>
    </dgm:pt>
    <dgm:pt modelId="{3E3D4D55-1F94-4C4B-94A6-FF4F747D1610}" type="pres">
      <dgm:prSet presAssocID="{DC5152CC-31CD-1C4C-8DDF-3E6075C53DAC}" presName="node" presStyleLbl="node1" presStyleIdx="0" presStyleCnt="3">
        <dgm:presLayoutVars>
          <dgm:bulletEnabled val="1"/>
        </dgm:presLayoutVars>
      </dgm:prSet>
      <dgm:spPr/>
    </dgm:pt>
    <dgm:pt modelId="{BBCAA590-56F3-DD4D-A6FB-5BE4EF973D0D}" type="pres">
      <dgm:prSet presAssocID="{0DD4753B-61AA-1C47-A8DA-AD13FDB44388}" presName="sibTrans" presStyleLbl="sibTrans2D1" presStyleIdx="0" presStyleCnt="3"/>
      <dgm:spPr/>
    </dgm:pt>
    <dgm:pt modelId="{CF37F04A-8406-E043-936E-B9D234CFC8FC}" type="pres">
      <dgm:prSet presAssocID="{0DD4753B-61AA-1C47-A8DA-AD13FDB44388}" presName="connectorText" presStyleLbl="sibTrans2D1" presStyleIdx="0" presStyleCnt="3"/>
      <dgm:spPr/>
    </dgm:pt>
    <dgm:pt modelId="{3734D7D0-4667-2C41-B42C-9F3FB4897480}" type="pres">
      <dgm:prSet presAssocID="{3856329A-0910-CC46-8321-4F50677FC59D}" presName="node" presStyleLbl="node1" presStyleIdx="1" presStyleCnt="3">
        <dgm:presLayoutVars>
          <dgm:bulletEnabled val="1"/>
        </dgm:presLayoutVars>
      </dgm:prSet>
      <dgm:spPr/>
    </dgm:pt>
    <dgm:pt modelId="{E6940E56-9E76-F64F-A33E-BD6EA31C0AA6}" type="pres">
      <dgm:prSet presAssocID="{4D5C0FAB-D924-164A-A7FE-E187A6EBADDF}" presName="sibTrans" presStyleLbl="sibTrans2D1" presStyleIdx="1" presStyleCnt="3"/>
      <dgm:spPr/>
    </dgm:pt>
    <dgm:pt modelId="{F093B0D3-BE1D-1648-BFE8-32129C7B19C0}" type="pres">
      <dgm:prSet presAssocID="{4D5C0FAB-D924-164A-A7FE-E187A6EBADDF}" presName="connectorText" presStyleLbl="sibTrans2D1" presStyleIdx="1" presStyleCnt="3"/>
      <dgm:spPr/>
    </dgm:pt>
    <dgm:pt modelId="{7D67CAA6-BF01-0A49-AF1C-C3D3E7C0693C}" type="pres">
      <dgm:prSet presAssocID="{36488466-548C-F542-987B-F125E4526C4E}" presName="node" presStyleLbl="node1" presStyleIdx="2" presStyleCnt="3">
        <dgm:presLayoutVars>
          <dgm:bulletEnabled val="1"/>
        </dgm:presLayoutVars>
      </dgm:prSet>
      <dgm:spPr/>
    </dgm:pt>
    <dgm:pt modelId="{5D405F13-F567-DC45-B9F5-B4712F7B6A44}" type="pres">
      <dgm:prSet presAssocID="{87BB5C7F-AD91-4549-9466-9C3F0F515BA0}" presName="sibTrans" presStyleLbl="sibTrans2D1" presStyleIdx="2" presStyleCnt="3"/>
      <dgm:spPr/>
    </dgm:pt>
    <dgm:pt modelId="{706EFA2C-86CE-1C4C-837E-F84BCFDF510E}" type="pres">
      <dgm:prSet presAssocID="{87BB5C7F-AD91-4549-9466-9C3F0F515BA0}" presName="connectorText" presStyleLbl="sibTrans2D1" presStyleIdx="2" presStyleCnt="3"/>
      <dgm:spPr/>
    </dgm:pt>
  </dgm:ptLst>
  <dgm:cxnLst>
    <dgm:cxn modelId="{290DC218-5358-B249-928F-7E76F543038D}" srcId="{8CB24319-081C-6547-B565-C3DE4806E269}" destId="{36488466-548C-F542-987B-F125E4526C4E}" srcOrd="2" destOrd="0" parTransId="{4FE1CFD9-DD55-494C-9AAD-257B968EDB56}" sibTransId="{87BB5C7F-AD91-4549-9466-9C3F0F515BA0}"/>
    <dgm:cxn modelId="{CF423631-7DE8-4946-ABC9-D55D92CE067D}" type="presOf" srcId="{0DD4753B-61AA-1C47-A8DA-AD13FDB44388}" destId="{BBCAA590-56F3-DD4D-A6FB-5BE4EF973D0D}" srcOrd="0" destOrd="0" presId="urn:microsoft.com/office/officeart/2005/8/layout/cycle7"/>
    <dgm:cxn modelId="{D1F64C49-DDA5-EF4D-ACA6-2A7F8788FB8A}" type="presOf" srcId="{87BB5C7F-AD91-4549-9466-9C3F0F515BA0}" destId="{706EFA2C-86CE-1C4C-837E-F84BCFDF510E}" srcOrd="1" destOrd="0" presId="urn:microsoft.com/office/officeart/2005/8/layout/cycle7"/>
    <dgm:cxn modelId="{22380953-9D6B-C647-85D3-77DED8DFDF1A}" type="presOf" srcId="{4D5C0FAB-D924-164A-A7FE-E187A6EBADDF}" destId="{F093B0D3-BE1D-1648-BFE8-32129C7B19C0}" srcOrd="1" destOrd="0" presId="urn:microsoft.com/office/officeart/2005/8/layout/cycle7"/>
    <dgm:cxn modelId="{BA368F59-11ED-F842-A4DA-623E8D67F9DE}" type="presOf" srcId="{36488466-548C-F542-987B-F125E4526C4E}" destId="{7D67CAA6-BF01-0A49-AF1C-C3D3E7C0693C}" srcOrd="0" destOrd="0" presId="urn:microsoft.com/office/officeart/2005/8/layout/cycle7"/>
    <dgm:cxn modelId="{7E2B8973-ED9F-244F-93E9-610A1B72C020}" type="presOf" srcId="{8CB24319-081C-6547-B565-C3DE4806E269}" destId="{36528254-EB5D-F643-8A0E-0A23F93DEC8F}" srcOrd="0" destOrd="0" presId="urn:microsoft.com/office/officeart/2005/8/layout/cycle7"/>
    <dgm:cxn modelId="{F15E4596-BA7E-7842-84C5-0F285888FE59}" type="presOf" srcId="{3856329A-0910-CC46-8321-4F50677FC59D}" destId="{3734D7D0-4667-2C41-B42C-9F3FB4897480}" srcOrd="0" destOrd="0" presId="urn:microsoft.com/office/officeart/2005/8/layout/cycle7"/>
    <dgm:cxn modelId="{79E91A98-4CB7-B345-BD61-B9E51E0D41F4}" type="presOf" srcId="{4D5C0FAB-D924-164A-A7FE-E187A6EBADDF}" destId="{E6940E56-9E76-F64F-A33E-BD6EA31C0AA6}" srcOrd="0" destOrd="0" presId="urn:microsoft.com/office/officeart/2005/8/layout/cycle7"/>
    <dgm:cxn modelId="{98B865A3-2400-9941-98AD-1F3F353F6EE1}" type="presOf" srcId="{0DD4753B-61AA-1C47-A8DA-AD13FDB44388}" destId="{CF37F04A-8406-E043-936E-B9D234CFC8FC}" srcOrd="1" destOrd="0" presId="urn:microsoft.com/office/officeart/2005/8/layout/cycle7"/>
    <dgm:cxn modelId="{2A5A55B9-F948-BB41-B3B8-2549ACAAD9DA}" type="presOf" srcId="{87BB5C7F-AD91-4549-9466-9C3F0F515BA0}" destId="{5D405F13-F567-DC45-B9F5-B4712F7B6A44}" srcOrd="0" destOrd="0" presId="urn:microsoft.com/office/officeart/2005/8/layout/cycle7"/>
    <dgm:cxn modelId="{3F07F3DC-CAF6-C149-B3B2-868F0315C123}" type="presOf" srcId="{DC5152CC-31CD-1C4C-8DDF-3E6075C53DAC}" destId="{3E3D4D55-1F94-4C4B-94A6-FF4F747D1610}" srcOrd="0" destOrd="0" presId="urn:microsoft.com/office/officeart/2005/8/layout/cycle7"/>
    <dgm:cxn modelId="{D0CFEBDE-315F-DF4E-B83A-25BAB73B27B8}" srcId="{8CB24319-081C-6547-B565-C3DE4806E269}" destId="{DC5152CC-31CD-1C4C-8DDF-3E6075C53DAC}" srcOrd="0" destOrd="0" parTransId="{BA5C0039-EA2F-1D47-AF93-5FE9126D5AF0}" sibTransId="{0DD4753B-61AA-1C47-A8DA-AD13FDB44388}"/>
    <dgm:cxn modelId="{56AD4FEE-5FC4-F64A-8531-E84AF53E808C}" srcId="{8CB24319-081C-6547-B565-C3DE4806E269}" destId="{3856329A-0910-CC46-8321-4F50677FC59D}" srcOrd="1" destOrd="0" parTransId="{63140A38-FC87-C74A-81D5-D4B93E540B30}" sibTransId="{4D5C0FAB-D924-164A-A7FE-E187A6EBADDF}"/>
    <dgm:cxn modelId="{AAF37ABB-F544-DD48-8F8C-E580D49980FF}" type="presParOf" srcId="{36528254-EB5D-F643-8A0E-0A23F93DEC8F}" destId="{3E3D4D55-1F94-4C4B-94A6-FF4F747D1610}" srcOrd="0" destOrd="0" presId="urn:microsoft.com/office/officeart/2005/8/layout/cycle7"/>
    <dgm:cxn modelId="{662819AE-CE31-8A48-B4B8-38C008FCB3C4}" type="presParOf" srcId="{36528254-EB5D-F643-8A0E-0A23F93DEC8F}" destId="{BBCAA590-56F3-DD4D-A6FB-5BE4EF973D0D}" srcOrd="1" destOrd="0" presId="urn:microsoft.com/office/officeart/2005/8/layout/cycle7"/>
    <dgm:cxn modelId="{D5DF3604-0F0E-064A-A1E8-F258FC48BAF1}" type="presParOf" srcId="{BBCAA590-56F3-DD4D-A6FB-5BE4EF973D0D}" destId="{CF37F04A-8406-E043-936E-B9D234CFC8FC}" srcOrd="0" destOrd="0" presId="urn:microsoft.com/office/officeart/2005/8/layout/cycle7"/>
    <dgm:cxn modelId="{7607B13F-ABD1-AE4D-8B31-762BCAA6F293}" type="presParOf" srcId="{36528254-EB5D-F643-8A0E-0A23F93DEC8F}" destId="{3734D7D0-4667-2C41-B42C-9F3FB4897480}" srcOrd="2" destOrd="0" presId="urn:microsoft.com/office/officeart/2005/8/layout/cycle7"/>
    <dgm:cxn modelId="{E645E3D6-598F-774F-BC5F-83336CD96B68}" type="presParOf" srcId="{36528254-EB5D-F643-8A0E-0A23F93DEC8F}" destId="{E6940E56-9E76-F64F-A33E-BD6EA31C0AA6}" srcOrd="3" destOrd="0" presId="urn:microsoft.com/office/officeart/2005/8/layout/cycle7"/>
    <dgm:cxn modelId="{37E85410-FAF5-3A4C-B87A-5482687DAAA2}" type="presParOf" srcId="{E6940E56-9E76-F64F-A33E-BD6EA31C0AA6}" destId="{F093B0D3-BE1D-1648-BFE8-32129C7B19C0}" srcOrd="0" destOrd="0" presId="urn:microsoft.com/office/officeart/2005/8/layout/cycle7"/>
    <dgm:cxn modelId="{7A265762-BD96-1143-8393-7DA9447E469B}" type="presParOf" srcId="{36528254-EB5D-F643-8A0E-0A23F93DEC8F}" destId="{7D67CAA6-BF01-0A49-AF1C-C3D3E7C0693C}" srcOrd="4" destOrd="0" presId="urn:microsoft.com/office/officeart/2005/8/layout/cycle7"/>
    <dgm:cxn modelId="{2BF1B6F9-0CB7-094F-BCB9-FDEE2555F1C3}" type="presParOf" srcId="{36528254-EB5D-F643-8A0E-0A23F93DEC8F}" destId="{5D405F13-F567-DC45-B9F5-B4712F7B6A44}" srcOrd="5" destOrd="0" presId="urn:microsoft.com/office/officeart/2005/8/layout/cycle7"/>
    <dgm:cxn modelId="{76273F57-34F5-8C4A-847A-884BF8C3F86C}" type="presParOf" srcId="{5D405F13-F567-DC45-B9F5-B4712F7B6A44}" destId="{706EFA2C-86CE-1C4C-837E-F84BCFDF510E}"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A775F2-D57A-4CEC-828E-6B5D8C66856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E10A4EC-1ED4-4DB6-90B7-5925AEBDFB2C}">
      <dgm:prSet/>
      <dgm:spPr/>
      <dgm:t>
        <a:bodyPr/>
        <a:lstStyle/>
        <a:p>
          <a:r>
            <a:rPr lang="en-US" dirty="0"/>
            <a:t>Individual </a:t>
          </a:r>
          <a:r>
            <a:rPr lang="en-US" b="1" dirty="0"/>
            <a:t>integrates</a:t>
          </a:r>
          <a:r>
            <a:rPr lang="en-US" dirty="0"/>
            <a:t> information about themselves and world of work, from previous statuses (Imagining and </a:t>
          </a:r>
          <a:r>
            <a:rPr lang="en-US" dirty="0" err="1"/>
            <a:t>iNforming</a:t>
          </a:r>
          <a:r>
            <a:rPr lang="en-US" dirty="0"/>
            <a:t>).</a:t>
          </a:r>
        </a:p>
      </dgm:t>
    </dgm:pt>
    <dgm:pt modelId="{6CB1B43F-542E-490D-B57F-BBFD499AC22A}" type="parTrans" cxnId="{C2F67575-3846-4A1B-A06B-9B2A2BB86702}">
      <dgm:prSet/>
      <dgm:spPr/>
      <dgm:t>
        <a:bodyPr/>
        <a:lstStyle/>
        <a:p>
          <a:endParaRPr lang="en-US"/>
        </a:p>
      </dgm:t>
    </dgm:pt>
    <dgm:pt modelId="{E3A60E57-796A-41A6-A226-010907C0021D}" type="sibTrans" cxnId="{C2F67575-3846-4A1B-A06B-9B2A2BB86702}">
      <dgm:prSet/>
      <dgm:spPr/>
      <dgm:t>
        <a:bodyPr/>
        <a:lstStyle/>
        <a:p>
          <a:endParaRPr lang="en-US"/>
        </a:p>
      </dgm:t>
    </dgm:pt>
    <dgm:pt modelId="{B0C7104E-6F4A-40A7-9E11-17B355397BE7}">
      <dgm:prSet/>
      <dgm:spPr/>
      <dgm:t>
        <a:bodyPr/>
        <a:lstStyle/>
        <a:p>
          <a:r>
            <a:rPr lang="en-US" b="1" dirty="0"/>
            <a:t>Chooses </a:t>
          </a:r>
          <a:r>
            <a:rPr lang="en-US" dirty="0"/>
            <a:t>occupations, jobs, or educational programs from those </a:t>
          </a:r>
          <a:r>
            <a:rPr lang="en-US" b="1" dirty="0"/>
            <a:t>known</a:t>
          </a:r>
          <a:r>
            <a:rPr lang="en-US" dirty="0"/>
            <a:t> to the individual at  time choice is made.</a:t>
          </a:r>
        </a:p>
      </dgm:t>
    </dgm:pt>
    <dgm:pt modelId="{B829FC04-0A0E-4B5C-8208-917DB4061066}" type="parTrans" cxnId="{AB1AE83D-9D9A-47C1-B90F-B7EED288FA87}">
      <dgm:prSet/>
      <dgm:spPr/>
      <dgm:t>
        <a:bodyPr/>
        <a:lstStyle/>
        <a:p>
          <a:endParaRPr lang="en-US"/>
        </a:p>
      </dgm:t>
    </dgm:pt>
    <dgm:pt modelId="{832D64F2-E59A-481C-AF98-6A91213A7AB6}" type="sibTrans" cxnId="{AB1AE83D-9D9A-47C1-B90F-B7EED288FA87}">
      <dgm:prSet/>
      <dgm:spPr/>
      <dgm:t>
        <a:bodyPr/>
        <a:lstStyle/>
        <a:p>
          <a:endParaRPr lang="en-US"/>
        </a:p>
      </dgm:t>
    </dgm:pt>
    <dgm:pt modelId="{EDA9A4B0-8FD9-406C-9A30-18F339AD1259}">
      <dgm:prSet/>
      <dgm:spPr/>
      <dgm:t>
        <a:bodyPr/>
        <a:lstStyle/>
        <a:p>
          <a:r>
            <a:rPr lang="en-US" b="1" dirty="0"/>
            <a:t>Not all decisions are logical: </a:t>
          </a:r>
          <a:r>
            <a:rPr lang="en-US" dirty="0"/>
            <a:t>for some individuals family can be a critical factor in choosing; others may rely on chance, intuition, or impulse to guide their decision making. </a:t>
          </a:r>
        </a:p>
      </dgm:t>
    </dgm:pt>
    <dgm:pt modelId="{BE5DB278-2CA7-47A9-AD41-29F426D7364B}" type="parTrans" cxnId="{CBE7C912-4D73-432C-BBFD-31CBB7D313B9}">
      <dgm:prSet/>
      <dgm:spPr/>
      <dgm:t>
        <a:bodyPr/>
        <a:lstStyle/>
        <a:p>
          <a:endParaRPr lang="en-US"/>
        </a:p>
      </dgm:t>
    </dgm:pt>
    <dgm:pt modelId="{333237D1-EA33-4724-BA0D-ABCB9A68BBAA}" type="sibTrans" cxnId="{CBE7C912-4D73-432C-BBFD-31CBB7D313B9}">
      <dgm:prSet/>
      <dgm:spPr/>
      <dgm:t>
        <a:bodyPr/>
        <a:lstStyle/>
        <a:p>
          <a:endParaRPr lang="en-US"/>
        </a:p>
      </dgm:t>
    </dgm:pt>
    <dgm:pt modelId="{DDC3E9C3-B4CC-5049-A33D-9722BC7F05FA}" type="pres">
      <dgm:prSet presAssocID="{D1A775F2-D57A-4CEC-828E-6B5D8C668566}" presName="linear" presStyleCnt="0">
        <dgm:presLayoutVars>
          <dgm:animLvl val="lvl"/>
          <dgm:resizeHandles val="exact"/>
        </dgm:presLayoutVars>
      </dgm:prSet>
      <dgm:spPr/>
    </dgm:pt>
    <dgm:pt modelId="{9BA55FE3-EFBB-6F40-99C4-7F093B5F1860}" type="pres">
      <dgm:prSet presAssocID="{5E10A4EC-1ED4-4DB6-90B7-5925AEBDFB2C}" presName="parentText" presStyleLbl="node1" presStyleIdx="0" presStyleCnt="3">
        <dgm:presLayoutVars>
          <dgm:chMax val="0"/>
          <dgm:bulletEnabled val="1"/>
        </dgm:presLayoutVars>
      </dgm:prSet>
      <dgm:spPr/>
    </dgm:pt>
    <dgm:pt modelId="{33DBF85C-8905-624D-A50B-D987E9F2B13F}" type="pres">
      <dgm:prSet presAssocID="{E3A60E57-796A-41A6-A226-010907C0021D}" presName="spacer" presStyleCnt="0"/>
      <dgm:spPr/>
    </dgm:pt>
    <dgm:pt modelId="{BCDEAC40-01B7-C94D-85DF-B81AE8918FCC}" type="pres">
      <dgm:prSet presAssocID="{B0C7104E-6F4A-40A7-9E11-17B355397BE7}" presName="parentText" presStyleLbl="node1" presStyleIdx="1" presStyleCnt="3">
        <dgm:presLayoutVars>
          <dgm:chMax val="0"/>
          <dgm:bulletEnabled val="1"/>
        </dgm:presLayoutVars>
      </dgm:prSet>
      <dgm:spPr/>
    </dgm:pt>
    <dgm:pt modelId="{381CB990-7785-964E-BEAE-5B3CB43664B3}" type="pres">
      <dgm:prSet presAssocID="{832D64F2-E59A-481C-AF98-6A91213A7AB6}" presName="spacer" presStyleCnt="0"/>
      <dgm:spPr/>
    </dgm:pt>
    <dgm:pt modelId="{E5621080-A76D-534B-AC8E-7CC81ACF0ED7}" type="pres">
      <dgm:prSet presAssocID="{EDA9A4B0-8FD9-406C-9A30-18F339AD1259}" presName="parentText" presStyleLbl="node1" presStyleIdx="2" presStyleCnt="3">
        <dgm:presLayoutVars>
          <dgm:chMax val="0"/>
          <dgm:bulletEnabled val="1"/>
        </dgm:presLayoutVars>
      </dgm:prSet>
      <dgm:spPr/>
    </dgm:pt>
  </dgm:ptLst>
  <dgm:cxnLst>
    <dgm:cxn modelId="{CBE7C912-4D73-432C-BBFD-31CBB7D313B9}" srcId="{D1A775F2-D57A-4CEC-828E-6B5D8C668566}" destId="{EDA9A4B0-8FD9-406C-9A30-18F339AD1259}" srcOrd="2" destOrd="0" parTransId="{BE5DB278-2CA7-47A9-AD41-29F426D7364B}" sibTransId="{333237D1-EA33-4724-BA0D-ABCB9A68BBAA}"/>
    <dgm:cxn modelId="{9A7F7715-2DD3-7D4D-8A2A-F9A567BA1DAD}" type="presOf" srcId="{B0C7104E-6F4A-40A7-9E11-17B355397BE7}" destId="{BCDEAC40-01B7-C94D-85DF-B81AE8918FCC}" srcOrd="0" destOrd="0" presId="urn:microsoft.com/office/officeart/2005/8/layout/vList2"/>
    <dgm:cxn modelId="{BE773824-5661-B646-A786-6DE838449D20}" type="presOf" srcId="{5E10A4EC-1ED4-4DB6-90B7-5925AEBDFB2C}" destId="{9BA55FE3-EFBB-6F40-99C4-7F093B5F1860}" srcOrd="0" destOrd="0" presId="urn:microsoft.com/office/officeart/2005/8/layout/vList2"/>
    <dgm:cxn modelId="{B9A4B737-67AB-AA49-A41B-9119B31F1047}" type="presOf" srcId="{EDA9A4B0-8FD9-406C-9A30-18F339AD1259}" destId="{E5621080-A76D-534B-AC8E-7CC81ACF0ED7}" srcOrd="0" destOrd="0" presId="urn:microsoft.com/office/officeart/2005/8/layout/vList2"/>
    <dgm:cxn modelId="{AB1AE83D-9D9A-47C1-B90F-B7EED288FA87}" srcId="{D1A775F2-D57A-4CEC-828E-6B5D8C668566}" destId="{B0C7104E-6F4A-40A7-9E11-17B355397BE7}" srcOrd="1" destOrd="0" parTransId="{B829FC04-0A0E-4B5C-8208-917DB4061066}" sibTransId="{832D64F2-E59A-481C-AF98-6A91213A7AB6}"/>
    <dgm:cxn modelId="{C2F67575-3846-4A1B-A06B-9B2A2BB86702}" srcId="{D1A775F2-D57A-4CEC-828E-6B5D8C668566}" destId="{5E10A4EC-1ED4-4DB6-90B7-5925AEBDFB2C}" srcOrd="0" destOrd="0" parTransId="{6CB1B43F-542E-490D-B57F-BBFD499AC22A}" sibTransId="{E3A60E57-796A-41A6-A226-010907C0021D}"/>
    <dgm:cxn modelId="{1B2A0C7A-7F34-994B-9751-4FCF8C7F2B67}" type="presOf" srcId="{D1A775F2-D57A-4CEC-828E-6B5D8C668566}" destId="{DDC3E9C3-B4CC-5049-A33D-9722BC7F05FA}" srcOrd="0" destOrd="0" presId="urn:microsoft.com/office/officeart/2005/8/layout/vList2"/>
    <dgm:cxn modelId="{35E8F4F3-C450-DC44-88A7-809E9E4206D7}" type="presParOf" srcId="{DDC3E9C3-B4CC-5049-A33D-9722BC7F05FA}" destId="{9BA55FE3-EFBB-6F40-99C4-7F093B5F1860}" srcOrd="0" destOrd="0" presId="urn:microsoft.com/office/officeart/2005/8/layout/vList2"/>
    <dgm:cxn modelId="{51260F38-29C9-674D-A428-F9B4B4169B36}" type="presParOf" srcId="{DDC3E9C3-B4CC-5049-A33D-9722BC7F05FA}" destId="{33DBF85C-8905-624D-A50B-D987E9F2B13F}" srcOrd="1" destOrd="0" presId="urn:microsoft.com/office/officeart/2005/8/layout/vList2"/>
    <dgm:cxn modelId="{828406A3-E26C-204D-B533-F45AF5B530DA}" type="presParOf" srcId="{DDC3E9C3-B4CC-5049-A33D-9722BC7F05FA}" destId="{BCDEAC40-01B7-C94D-85DF-B81AE8918FCC}" srcOrd="2" destOrd="0" presId="urn:microsoft.com/office/officeart/2005/8/layout/vList2"/>
    <dgm:cxn modelId="{344D9831-0398-414D-B2A5-6B54AE3516B4}" type="presParOf" srcId="{DDC3E9C3-B4CC-5049-A33D-9722BC7F05FA}" destId="{381CB990-7785-964E-BEAE-5B3CB43664B3}" srcOrd="3" destOrd="0" presId="urn:microsoft.com/office/officeart/2005/8/layout/vList2"/>
    <dgm:cxn modelId="{124417F4-C97F-7244-A4F5-A47A400E20CB}" type="presParOf" srcId="{DDC3E9C3-B4CC-5049-A33D-9722BC7F05FA}" destId="{E5621080-A76D-534B-AC8E-7CC81ACF0ED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21C380F-7FA1-4D54-B437-6621CE2CADA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FB999BD-A554-4BF0-8DC1-9EA6B5748C13}">
      <dgm:prSet/>
      <dgm:spPr/>
      <dgm:t>
        <a:bodyPr/>
        <a:lstStyle/>
        <a:p>
          <a:r>
            <a:rPr lang="en-US"/>
            <a:t>Internships</a:t>
          </a:r>
        </a:p>
      </dgm:t>
    </dgm:pt>
    <dgm:pt modelId="{C42D3301-CC0F-40D1-9D1E-52B7C802EC81}" type="parTrans" cxnId="{388B44FA-31CC-4ED5-AB0D-7951342BFE69}">
      <dgm:prSet/>
      <dgm:spPr/>
      <dgm:t>
        <a:bodyPr/>
        <a:lstStyle/>
        <a:p>
          <a:endParaRPr lang="en-US"/>
        </a:p>
      </dgm:t>
    </dgm:pt>
    <dgm:pt modelId="{B1ED437E-462C-48E9-980B-70BE079190FC}" type="sibTrans" cxnId="{388B44FA-31CC-4ED5-AB0D-7951342BFE69}">
      <dgm:prSet/>
      <dgm:spPr/>
      <dgm:t>
        <a:bodyPr/>
        <a:lstStyle/>
        <a:p>
          <a:endParaRPr lang="en-US"/>
        </a:p>
      </dgm:t>
    </dgm:pt>
    <dgm:pt modelId="{9357C019-8E26-477E-BC23-0ADEAF9B1302}">
      <dgm:prSet/>
      <dgm:spPr/>
      <dgm:t>
        <a:bodyPr/>
        <a:lstStyle/>
        <a:p>
          <a:r>
            <a:rPr lang="en-US"/>
            <a:t>Apprenticeships</a:t>
          </a:r>
        </a:p>
      </dgm:t>
    </dgm:pt>
    <dgm:pt modelId="{C6268148-47DC-4956-AECD-D136AD97B62C}" type="parTrans" cxnId="{DF2C4FE4-5E31-4645-AFD6-71A3EAD48600}">
      <dgm:prSet/>
      <dgm:spPr/>
      <dgm:t>
        <a:bodyPr/>
        <a:lstStyle/>
        <a:p>
          <a:endParaRPr lang="en-US"/>
        </a:p>
      </dgm:t>
    </dgm:pt>
    <dgm:pt modelId="{2FC78574-B526-4F33-B7A0-24DFEEAB2D29}" type="sibTrans" cxnId="{DF2C4FE4-5E31-4645-AFD6-71A3EAD48600}">
      <dgm:prSet/>
      <dgm:spPr/>
      <dgm:t>
        <a:bodyPr/>
        <a:lstStyle/>
        <a:p>
          <a:endParaRPr lang="en-US"/>
        </a:p>
      </dgm:t>
    </dgm:pt>
    <dgm:pt modelId="{7BFFFAE9-1286-4DA0-8ED7-DC677E550147}">
      <dgm:prSet/>
      <dgm:spPr/>
      <dgm:t>
        <a:bodyPr/>
        <a:lstStyle/>
        <a:p>
          <a:r>
            <a:rPr lang="en-US"/>
            <a:t>Short-term employment</a:t>
          </a:r>
        </a:p>
      </dgm:t>
    </dgm:pt>
    <dgm:pt modelId="{90908203-F4C9-4CE1-BE0F-CFA93F3F38FD}" type="parTrans" cxnId="{8C15F830-AC56-4617-9AAA-0ED7B1E3665D}">
      <dgm:prSet/>
      <dgm:spPr/>
      <dgm:t>
        <a:bodyPr/>
        <a:lstStyle/>
        <a:p>
          <a:endParaRPr lang="en-US"/>
        </a:p>
      </dgm:t>
    </dgm:pt>
    <dgm:pt modelId="{8896AC00-1D98-4B44-9005-22B9CFDA4308}" type="sibTrans" cxnId="{8C15F830-AC56-4617-9AAA-0ED7B1E3665D}">
      <dgm:prSet/>
      <dgm:spPr/>
      <dgm:t>
        <a:bodyPr/>
        <a:lstStyle/>
        <a:p>
          <a:endParaRPr lang="en-US"/>
        </a:p>
      </dgm:t>
    </dgm:pt>
    <dgm:pt modelId="{36AFD892-E05F-45B9-9A6F-B8C5FDA53CFD}">
      <dgm:prSet/>
      <dgm:spPr/>
      <dgm:t>
        <a:bodyPr/>
        <a:lstStyle/>
        <a:p>
          <a:r>
            <a:rPr lang="en-US"/>
            <a:t>On-the-job trainings</a:t>
          </a:r>
        </a:p>
      </dgm:t>
    </dgm:pt>
    <dgm:pt modelId="{7A611AEE-CCBE-4341-B975-F670BE283A72}" type="parTrans" cxnId="{7DDF1EC7-4EEE-4638-B5A3-B32E5E7EFBBE}">
      <dgm:prSet/>
      <dgm:spPr/>
      <dgm:t>
        <a:bodyPr/>
        <a:lstStyle/>
        <a:p>
          <a:endParaRPr lang="en-US"/>
        </a:p>
      </dgm:t>
    </dgm:pt>
    <dgm:pt modelId="{B44C9075-2766-480A-AFD2-6010F77CE151}" type="sibTrans" cxnId="{7DDF1EC7-4EEE-4638-B5A3-B32E5E7EFBBE}">
      <dgm:prSet/>
      <dgm:spPr/>
      <dgm:t>
        <a:bodyPr/>
        <a:lstStyle/>
        <a:p>
          <a:endParaRPr lang="en-US"/>
        </a:p>
      </dgm:t>
    </dgm:pt>
    <dgm:pt modelId="{FDA85D38-6417-48DF-9C37-C14BB152A170}">
      <dgm:prSet/>
      <dgm:spPr/>
      <dgm:t>
        <a:bodyPr/>
        <a:lstStyle/>
        <a:p>
          <a:r>
            <a:rPr lang="en-US"/>
            <a:t>Job shadows</a:t>
          </a:r>
        </a:p>
      </dgm:t>
    </dgm:pt>
    <dgm:pt modelId="{A9EA445C-EA15-449B-922E-8AC5CD8DB423}" type="parTrans" cxnId="{77910B82-E5FA-4844-ADC1-4967F122E40A}">
      <dgm:prSet/>
      <dgm:spPr/>
      <dgm:t>
        <a:bodyPr/>
        <a:lstStyle/>
        <a:p>
          <a:endParaRPr lang="en-US"/>
        </a:p>
      </dgm:t>
    </dgm:pt>
    <dgm:pt modelId="{E017F9BF-D0C3-437D-BCEB-666A30EF0A89}" type="sibTrans" cxnId="{77910B82-E5FA-4844-ADC1-4967F122E40A}">
      <dgm:prSet/>
      <dgm:spPr/>
      <dgm:t>
        <a:bodyPr/>
        <a:lstStyle/>
        <a:p>
          <a:endParaRPr lang="en-US"/>
        </a:p>
      </dgm:t>
    </dgm:pt>
    <dgm:pt modelId="{9A35DA75-1B4A-4366-A508-3CCC308A22F3}">
      <dgm:prSet/>
      <dgm:spPr/>
      <dgm:t>
        <a:bodyPr/>
        <a:lstStyle/>
        <a:p>
          <a:r>
            <a:rPr lang="en-US"/>
            <a:t>Informational interviews</a:t>
          </a:r>
        </a:p>
      </dgm:t>
    </dgm:pt>
    <dgm:pt modelId="{5A11B137-50B4-46D8-A73B-FD6292EFB6E2}" type="parTrans" cxnId="{74B2C45E-C0B4-4AC9-AF3F-78561479CD6B}">
      <dgm:prSet/>
      <dgm:spPr/>
      <dgm:t>
        <a:bodyPr/>
        <a:lstStyle/>
        <a:p>
          <a:endParaRPr lang="en-US"/>
        </a:p>
      </dgm:t>
    </dgm:pt>
    <dgm:pt modelId="{C76FCFE8-6833-4A4C-9A3A-67AAB6D61612}" type="sibTrans" cxnId="{74B2C45E-C0B4-4AC9-AF3F-78561479CD6B}">
      <dgm:prSet/>
      <dgm:spPr/>
      <dgm:t>
        <a:bodyPr/>
        <a:lstStyle/>
        <a:p>
          <a:endParaRPr lang="en-US"/>
        </a:p>
      </dgm:t>
    </dgm:pt>
    <dgm:pt modelId="{5F6D54C2-17F6-4AB2-8998-56A059E2CD97}">
      <dgm:prSet/>
      <dgm:spPr/>
      <dgm:t>
        <a:bodyPr/>
        <a:lstStyle/>
        <a:p>
          <a:r>
            <a:rPr lang="en-US"/>
            <a:t>Job tours</a:t>
          </a:r>
        </a:p>
      </dgm:t>
    </dgm:pt>
    <dgm:pt modelId="{601088C9-A58F-44AB-8733-4220C98ADEB0}" type="parTrans" cxnId="{0A5964D2-48AF-4B46-8DCA-E07133A72FCB}">
      <dgm:prSet/>
      <dgm:spPr/>
      <dgm:t>
        <a:bodyPr/>
        <a:lstStyle/>
        <a:p>
          <a:endParaRPr lang="en-US"/>
        </a:p>
      </dgm:t>
    </dgm:pt>
    <dgm:pt modelId="{E6879885-E1D8-4507-BB79-4099B38291A6}" type="sibTrans" cxnId="{0A5964D2-48AF-4B46-8DCA-E07133A72FCB}">
      <dgm:prSet/>
      <dgm:spPr/>
      <dgm:t>
        <a:bodyPr/>
        <a:lstStyle/>
        <a:p>
          <a:endParaRPr lang="en-US"/>
        </a:p>
      </dgm:t>
    </dgm:pt>
    <dgm:pt modelId="{7A341B45-1A4E-492B-AD50-DEE594E9D200}">
      <dgm:prSet/>
      <dgm:spPr/>
      <dgm:t>
        <a:bodyPr/>
        <a:lstStyle/>
        <a:p>
          <a:r>
            <a:rPr lang="en-US"/>
            <a:t>Workplace mentoring</a:t>
          </a:r>
        </a:p>
      </dgm:t>
    </dgm:pt>
    <dgm:pt modelId="{B0E82446-29B0-47BD-802B-EAFA15DB4A4B}" type="parTrans" cxnId="{B84B2D05-C353-4AC9-970C-EB393B60EAF9}">
      <dgm:prSet/>
      <dgm:spPr/>
      <dgm:t>
        <a:bodyPr/>
        <a:lstStyle/>
        <a:p>
          <a:endParaRPr lang="en-US"/>
        </a:p>
      </dgm:t>
    </dgm:pt>
    <dgm:pt modelId="{19973F4B-F61E-4B5F-BDC7-83AC77A1BCDE}" type="sibTrans" cxnId="{B84B2D05-C353-4AC9-970C-EB393B60EAF9}">
      <dgm:prSet/>
      <dgm:spPr/>
      <dgm:t>
        <a:bodyPr/>
        <a:lstStyle/>
        <a:p>
          <a:endParaRPr lang="en-US"/>
        </a:p>
      </dgm:t>
    </dgm:pt>
    <dgm:pt modelId="{2F9A6437-DB93-4C64-A15D-C9BBEBB8F772}">
      <dgm:prSet/>
      <dgm:spPr/>
      <dgm:t>
        <a:bodyPr/>
        <a:lstStyle/>
        <a:p>
          <a:r>
            <a:rPr lang="en-US"/>
            <a:t>Service learning</a:t>
          </a:r>
        </a:p>
      </dgm:t>
    </dgm:pt>
    <dgm:pt modelId="{F6BD9C77-313B-45F8-BC3D-28C9FFF8640E}" type="parTrans" cxnId="{23D6ECBF-8F11-45AE-9F0F-A17B0AA0128A}">
      <dgm:prSet/>
      <dgm:spPr/>
      <dgm:t>
        <a:bodyPr/>
        <a:lstStyle/>
        <a:p>
          <a:endParaRPr lang="en-US"/>
        </a:p>
      </dgm:t>
    </dgm:pt>
    <dgm:pt modelId="{75ED9BD1-B14A-4109-83C0-39D2BD38FFE7}" type="sibTrans" cxnId="{23D6ECBF-8F11-45AE-9F0F-A17B0AA0128A}">
      <dgm:prSet/>
      <dgm:spPr/>
      <dgm:t>
        <a:bodyPr/>
        <a:lstStyle/>
        <a:p>
          <a:endParaRPr lang="en-US"/>
        </a:p>
      </dgm:t>
    </dgm:pt>
    <dgm:pt modelId="{536A712C-7C46-49B6-AF2C-2DB2037B7600}">
      <dgm:prSet/>
      <dgm:spPr/>
      <dgm:t>
        <a:bodyPr/>
        <a:lstStyle/>
        <a:p>
          <a:r>
            <a:rPr lang="en-US"/>
            <a:t>Volunteer work</a:t>
          </a:r>
        </a:p>
      </dgm:t>
    </dgm:pt>
    <dgm:pt modelId="{7741542D-8269-4922-A5EA-EC0E5B7D7269}" type="parTrans" cxnId="{AEA25F3D-5772-4D97-97F5-99C029BA29AC}">
      <dgm:prSet/>
      <dgm:spPr/>
      <dgm:t>
        <a:bodyPr/>
        <a:lstStyle/>
        <a:p>
          <a:endParaRPr lang="en-US"/>
        </a:p>
      </dgm:t>
    </dgm:pt>
    <dgm:pt modelId="{68908756-C689-4206-BF65-2E42FFC1CBD2}" type="sibTrans" cxnId="{AEA25F3D-5772-4D97-97F5-99C029BA29AC}">
      <dgm:prSet/>
      <dgm:spPr/>
      <dgm:t>
        <a:bodyPr/>
        <a:lstStyle/>
        <a:p>
          <a:endParaRPr lang="en-US"/>
        </a:p>
      </dgm:t>
    </dgm:pt>
    <dgm:pt modelId="{5DCB36A1-CB4E-AE4E-8F88-A6B2A387CA26}" type="pres">
      <dgm:prSet presAssocID="{721C380F-7FA1-4D54-B437-6621CE2CADAE}" presName="linear" presStyleCnt="0">
        <dgm:presLayoutVars>
          <dgm:animLvl val="lvl"/>
          <dgm:resizeHandles val="exact"/>
        </dgm:presLayoutVars>
      </dgm:prSet>
      <dgm:spPr/>
    </dgm:pt>
    <dgm:pt modelId="{E0C369AF-2E9E-D04F-9089-AC0C3F3238B4}" type="pres">
      <dgm:prSet presAssocID="{6FB999BD-A554-4BF0-8DC1-9EA6B5748C13}" presName="parentText" presStyleLbl="node1" presStyleIdx="0" presStyleCnt="10">
        <dgm:presLayoutVars>
          <dgm:chMax val="0"/>
          <dgm:bulletEnabled val="1"/>
        </dgm:presLayoutVars>
      </dgm:prSet>
      <dgm:spPr/>
    </dgm:pt>
    <dgm:pt modelId="{DBA8BDFD-D383-B64F-BA49-CA9C07C3C654}" type="pres">
      <dgm:prSet presAssocID="{B1ED437E-462C-48E9-980B-70BE079190FC}" presName="spacer" presStyleCnt="0"/>
      <dgm:spPr/>
    </dgm:pt>
    <dgm:pt modelId="{F3360B08-AC70-8740-A747-9AA16E2D9BEE}" type="pres">
      <dgm:prSet presAssocID="{9357C019-8E26-477E-BC23-0ADEAF9B1302}" presName="parentText" presStyleLbl="node1" presStyleIdx="1" presStyleCnt="10">
        <dgm:presLayoutVars>
          <dgm:chMax val="0"/>
          <dgm:bulletEnabled val="1"/>
        </dgm:presLayoutVars>
      </dgm:prSet>
      <dgm:spPr/>
    </dgm:pt>
    <dgm:pt modelId="{1B7C1E74-7E4B-FF40-9259-3507B67B6BB9}" type="pres">
      <dgm:prSet presAssocID="{2FC78574-B526-4F33-B7A0-24DFEEAB2D29}" presName="spacer" presStyleCnt="0"/>
      <dgm:spPr/>
    </dgm:pt>
    <dgm:pt modelId="{A961A346-7021-BC49-8261-2D25DFDD9DDB}" type="pres">
      <dgm:prSet presAssocID="{7BFFFAE9-1286-4DA0-8ED7-DC677E550147}" presName="parentText" presStyleLbl="node1" presStyleIdx="2" presStyleCnt="10">
        <dgm:presLayoutVars>
          <dgm:chMax val="0"/>
          <dgm:bulletEnabled val="1"/>
        </dgm:presLayoutVars>
      </dgm:prSet>
      <dgm:spPr/>
    </dgm:pt>
    <dgm:pt modelId="{3DCB5E00-5103-8C40-92CE-9CE1380CD3AF}" type="pres">
      <dgm:prSet presAssocID="{8896AC00-1D98-4B44-9005-22B9CFDA4308}" presName="spacer" presStyleCnt="0"/>
      <dgm:spPr/>
    </dgm:pt>
    <dgm:pt modelId="{9DCB365F-355C-764A-85A2-86FB83BEDF10}" type="pres">
      <dgm:prSet presAssocID="{36AFD892-E05F-45B9-9A6F-B8C5FDA53CFD}" presName="parentText" presStyleLbl="node1" presStyleIdx="3" presStyleCnt="10">
        <dgm:presLayoutVars>
          <dgm:chMax val="0"/>
          <dgm:bulletEnabled val="1"/>
        </dgm:presLayoutVars>
      </dgm:prSet>
      <dgm:spPr/>
    </dgm:pt>
    <dgm:pt modelId="{31DC3D1A-FAE6-F641-86DB-7538748D9672}" type="pres">
      <dgm:prSet presAssocID="{B44C9075-2766-480A-AFD2-6010F77CE151}" presName="spacer" presStyleCnt="0"/>
      <dgm:spPr/>
    </dgm:pt>
    <dgm:pt modelId="{7552B47B-5CBF-8E4D-90F8-6B103E82422E}" type="pres">
      <dgm:prSet presAssocID="{FDA85D38-6417-48DF-9C37-C14BB152A170}" presName="parentText" presStyleLbl="node1" presStyleIdx="4" presStyleCnt="10">
        <dgm:presLayoutVars>
          <dgm:chMax val="0"/>
          <dgm:bulletEnabled val="1"/>
        </dgm:presLayoutVars>
      </dgm:prSet>
      <dgm:spPr/>
    </dgm:pt>
    <dgm:pt modelId="{56CFCD1A-4A9E-E748-A4FB-BA852FA72F0F}" type="pres">
      <dgm:prSet presAssocID="{E017F9BF-D0C3-437D-BCEB-666A30EF0A89}" presName="spacer" presStyleCnt="0"/>
      <dgm:spPr/>
    </dgm:pt>
    <dgm:pt modelId="{2D0FAC2D-5362-6B40-AEA9-745F01DF4049}" type="pres">
      <dgm:prSet presAssocID="{9A35DA75-1B4A-4366-A508-3CCC308A22F3}" presName="parentText" presStyleLbl="node1" presStyleIdx="5" presStyleCnt="10">
        <dgm:presLayoutVars>
          <dgm:chMax val="0"/>
          <dgm:bulletEnabled val="1"/>
        </dgm:presLayoutVars>
      </dgm:prSet>
      <dgm:spPr/>
    </dgm:pt>
    <dgm:pt modelId="{2C502498-D13E-7347-80CD-275187245888}" type="pres">
      <dgm:prSet presAssocID="{C76FCFE8-6833-4A4C-9A3A-67AAB6D61612}" presName="spacer" presStyleCnt="0"/>
      <dgm:spPr/>
    </dgm:pt>
    <dgm:pt modelId="{4F2D45A5-40CB-0F42-A34B-415BB8C87097}" type="pres">
      <dgm:prSet presAssocID="{5F6D54C2-17F6-4AB2-8998-56A059E2CD97}" presName="parentText" presStyleLbl="node1" presStyleIdx="6" presStyleCnt="10">
        <dgm:presLayoutVars>
          <dgm:chMax val="0"/>
          <dgm:bulletEnabled val="1"/>
        </dgm:presLayoutVars>
      </dgm:prSet>
      <dgm:spPr/>
    </dgm:pt>
    <dgm:pt modelId="{1C238074-71E0-234C-A3BB-750ACBCE30D3}" type="pres">
      <dgm:prSet presAssocID="{E6879885-E1D8-4507-BB79-4099B38291A6}" presName="spacer" presStyleCnt="0"/>
      <dgm:spPr/>
    </dgm:pt>
    <dgm:pt modelId="{969D9CCB-A89F-E14D-A52C-81CEF5514EE8}" type="pres">
      <dgm:prSet presAssocID="{7A341B45-1A4E-492B-AD50-DEE594E9D200}" presName="parentText" presStyleLbl="node1" presStyleIdx="7" presStyleCnt="10">
        <dgm:presLayoutVars>
          <dgm:chMax val="0"/>
          <dgm:bulletEnabled val="1"/>
        </dgm:presLayoutVars>
      </dgm:prSet>
      <dgm:spPr/>
    </dgm:pt>
    <dgm:pt modelId="{F64B764F-44F3-0B4E-B135-66273D29F72C}" type="pres">
      <dgm:prSet presAssocID="{19973F4B-F61E-4B5F-BDC7-83AC77A1BCDE}" presName="spacer" presStyleCnt="0"/>
      <dgm:spPr/>
    </dgm:pt>
    <dgm:pt modelId="{086C10F2-46FB-3745-88F3-88E24B5426E9}" type="pres">
      <dgm:prSet presAssocID="{2F9A6437-DB93-4C64-A15D-C9BBEBB8F772}" presName="parentText" presStyleLbl="node1" presStyleIdx="8" presStyleCnt="10">
        <dgm:presLayoutVars>
          <dgm:chMax val="0"/>
          <dgm:bulletEnabled val="1"/>
        </dgm:presLayoutVars>
      </dgm:prSet>
      <dgm:spPr/>
    </dgm:pt>
    <dgm:pt modelId="{6B921A82-9A5E-3C4F-9333-9F52874D93E4}" type="pres">
      <dgm:prSet presAssocID="{75ED9BD1-B14A-4109-83C0-39D2BD38FFE7}" presName="spacer" presStyleCnt="0"/>
      <dgm:spPr/>
    </dgm:pt>
    <dgm:pt modelId="{9353E88C-A356-4C41-972C-6E05120C47FA}" type="pres">
      <dgm:prSet presAssocID="{536A712C-7C46-49B6-AF2C-2DB2037B7600}" presName="parentText" presStyleLbl="node1" presStyleIdx="9" presStyleCnt="10">
        <dgm:presLayoutVars>
          <dgm:chMax val="0"/>
          <dgm:bulletEnabled val="1"/>
        </dgm:presLayoutVars>
      </dgm:prSet>
      <dgm:spPr/>
    </dgm:pt>
  </dgm:ptLst>
  <dgm:cxnLst>
    <dgm:cxn modelId="{B84B2D05-C353-4AC9-970C-EB393B60EAF9}" srcId="{721C380F-7FA1-4D54-B437-6621CE2CADAE}" destId="{7A341B45-1A4E-492B-AD50-DEE594E9D200}" srcOrd="7" destOrd="0" parTransId="{B0E82446-29B0-47BD-802B-EAFA15DB4A4B}" sibTransId="{19973F4B-F61E-4B5F-BDC7-83AC77A1BCDE}"/>
    <dgm:cxn modelId="{4715D40A-AFDE-5C4D-960B-EEA75EA0CE49}" type="presOf" srcId="{6FB999BD-A554-4BF0-8DC1-9EA6B5748C13}" destId="{E0C369AF-2E9E-D04F-9089-AC0C3F3238B4}" srcOrd="0" destOrd="0" presId="urn:microsoft.com/office/officeart/2005/8/layout/vList2"/>
    <dgm:cxn modelId="{C6681713-21B9-CA45-8F80-AC48798E1913}" type="presOf" srcId="{7A341B45-1A4E-492B-AD50-DEE594E9D200}" destId="{969D9CCB-A89F-E14D-A52C-81CEF5514EE8}" srcOrd="0" destOrd="0" presId="urn:microsoft.com/office/officeart/2005/8/layout/vList2"/>
    <dgm:cxn modelId="{CCAB9616-7719-A24D-9F43-C042FCF5A541}" type="presOf" srcId="{721C380F-7FA1-4D54-B437-6621CE2CADAE}" destId="{5DCB36A1-CB4E-AE4E-8F88-A6B2A387CA26}" srcOrd="0" destOrd="0" presId="urn:microsoft.com/office/officeart/2005/8/layout/vList2"/>
    <dgm:cxn modelId="{E72E2F20-56B4-4643-B435-F76C1E07657B}" type="presOf" srcId="{36AFD892-E05F-45B9-9A6F-B8C5FDA53CFD}" destId="{9DCB365F-355C-764A-85A2-86FB83BEDF10}" srcOrd="0" destOrd="0" presId="urn:microsoft.com/office/officeart/2005/8/layout/vList2"/>
    <dgm:cxn modelId="{ACA1C920-1945-644E-B514-4D0147471571}" type="presOf" srcId="{536A712C-7C46-49B6-AF2C-2DB2037B7600}" destId="{9353E88C-A356-4C41-972C-6E05120C47FA}" srcOrd="0" destOrd="0" presId="urn:microsoft.com/office/officeart/2005/8/layout/vList2"/>
    <dgm:cxn modelId="{8C15F830-AC56-4617-9AAA-0ED7B1E3665D}" srcId="{721C380F-7FA1-4D54-B437-6621CE2CADAE}" destId="{7BFFFAE9-1286-4DA0-8ED7-DC677E550147}" srcOrd="2" destOrd="0" parTransId="{90908203-F4C9-4CE1-BE0F-CFA93F3F38FD}" sibTransId="{8896AC00-1D98-4B44-9005-22B9CFDA4308}"/>
    <dgm:cxn modelId="{54620D3D-F6EC-FE4C-B312-BBCB3B66F32B}" type="presOf" srcId="{7BFFFAE9-1286-4DA0-8ED7-DC677E550147}" destId="{A961A346-7021-BC49-8261-2D25DFDD9DDB}" srcOrd="0" destOrd="0" presId="urn:microsoft.com/office/officeart/2005/8/layout/vList2"/>
    <dgm:cxn modelId="{AEA25F3D-5772-4D97-97F5-99C029BA29AC}" srcId="{721C380F-7FA1-4D54-B437-6621CE2CADAE}" destId="{536A712C-7C46-49B6-AF2C-2DB2037B7600}" srcOrd="9" destOrd="0" parTransId="{7741542D-8269-4922-A5EA-EC0E5B7D7269}" sibTransId="{68908756-C689-4206-BF65-2E42FFC1CBD2}"/>
    <dgm:cxn modelId="{81621D4F-24EE-DE46-B3DA-397DF9771984}" type="presOf" srcId="{9A35DA75-1B4A-4366-A508-3CCC308A22F3}" destId="{2D0FAC2D-5362-6B40-AEA9-745F01DF4049}" srcOrd="0" destOrd="0" presId="urn:microsoft.com/office/officeart/2005/8/layout/vList2"/>
    <dgm:cxn modelId="{74B2C45E-C0B4-4AC9-AF3F-78561479CD6B}" srcId="{721C380F-7FA1-4D54-B437-6621CE2CADAE}" destId="{9A35DA75-1B4A-4366-A508-3CCC308A22F3}" srcOrd="5" destOrd="0" parTransId="{5A11B137-50B4-46D8-A73B-FD6292EFB6E2}" sibTransId="{C76FCFE8-6833-4A4C-9A3A-67AAB6D61612}"/>
    <dgm:cxn modelId="{77910B82-E5FA-4844-ADC1-4967F122E40A}" srcId="{721C380F-7FA1-4D54-B437-6621CE2CADAE}" destId="{FDA85D38-6417-48DF-9C37-C14BB152A170}" srcOrd="4" destOrd="0" parTransId="{A9EA445C-EA15-449B-922E-8AC5CD8DB423}" sibTransId="{E017F9BF-D0C3-437D-BCEB-666A30EF0A89}"/>
    <dgm:cxn modelId="{A21E1B9D-4313-5240-854A-9355A836F10D}" type="presOf" srcId="{FDA85D38-6417-48DF-9C37-C14BB152A170}" destId="{7552B47B-5CBF-8E4D-90F8-6B103E82422E}" srcOrd="0" destOrd="0" presId="urn:microsoft.com/office/officeart/2005/8/layout/vList2"/>
    <dgm:cxn modelId="{48EEDB9E-A77C-AB48-861D-DC8A8547AF5B}" type="presOf" srcId="{2F9A6437-DB93-4C64-A15D-C9BBEBB8F772}" destId="{086C10F2-46FB-3745-88F3-88E24B5426E9}" srcOrd="0" destOrd="0" presId="urn:microsoft.com/office/officeart/2005/8/layout/vList2"/>
    <dgm:cxn modelId="{366B42B1-8888-3146-93F0-7CA31C7AE771}" type="presOf" srcId="{9357C019-8E26-477E-BC23-0ADEAF9B1302}" destId="{F3360B08-AC70-8740-A747-9AA16E2D9BEE}" srcOrd="0" destOrd="0" presId="urn:microsoft.com/office/officeart/2005/8/layout/vList2"/>
    <dgm:cxn modelId="{23D6ECBF-8F11-45AE-9F0F-A17B0AA0128A}" srcId="{721C380F-7FA1-4D54-B437-6621CE2CADAE}" destId="{2F9A6437-DB93-4C64-A15D-C9BBEBB8F772}" srcOrd="8" destOrd="0" parTransId="{F6BD9C77-313B-45F8-BC3D-28C9FFF8640E}" sibTransId="{75ED9BD1-B14A-4109-83C0-39D2BD38FFE7}"/>
    <dgm:cxn modelId="{7DDF1EC7-4EEE-4638-B5A3-B32E5E7EFBBE}" srcId="{721C380F-7FA1-4D54-B437-6621CE2CADAE}" destId="{36AFD892-E05F-45B9-9A6F-B8C5FDA53CFD}" srcOrd="3" destOrd="0" parTransId="{7A611AEE-CCBE-4341-B975-F670BE283A72}" sibTransId="{B44C9075-2766-480A-AFD2-6010F77CE151}"/>
    <dgm:cxn modelId="{75E697CD-01E0-6F49-B4D1-3596FB6EFEA9}" type="presOf" srcId="{5F6D54C2-17F6-4AB2-8998-56A059E2CD97}" destId="{4F2D45A5-40CB-0F42-A34B-415BB8C87097}" srcOrd="0" destOrd="0" presId="urn:microsoft.com/office/officeart/2005/8/layout/vList2"/>
    <dgm:cxn modelId="{0A5964D2-48AF-4B46-8DCA-E07133A72FCB}" srcId="{721C380F-7FA1-4D54-B437-6621CE2CADAE}" destId="{5F6D54C2-17F6-4AB2-8998-56A059E2CD97}" srcOrd="6" destOrd="0" parTransId="{601088C9-A58F-44AB-8733-4220C98ADEB0}" sibTransId="{E6879885-E1D8-4507-BB79-4099B38291A6}"/>
    <dgm:cxn modelId="{DF2C4FE4-5E31-4645-AFD6-71A3EAD48600}" srcId="{721C380F-7FA1-4D54-B437-6621CE2CADAE}" destId="{9357C019-8E26-477E-BC23-0ADEAF9B1302}" srcOrd="1" destOrd="0" parTransId="{C6268148-47DC-4956-AECD-D136AD97B62C}" sibTransId="{2FC78574-B526-4F33-B7A0-24DFEEAB2D29}"/>
    <dgm:cxn modelId="{388B44FA-31CC-4ED5-AB0D-7951342BFE69}" srcId="{721C380F-7FA1-4D54-B437-6621CE2CADAE}" destId="{6FB999BD-A554-4BF0-8DC1-9EA6B5748C13}" srcOrd="0" destOrd="0" parTransId="{C42D3301-CC0F-40D1-9D1E-52B7C802EC81}" sibTransId="{B1ED437E-462C-48E9-980B-70BE079190FC}"/>
    <dgm:cxn modelId="{41EFAD5D-D3A8-F840-85F3-294C78C3ECFD}" type="presParOf" srcId="{5DCB36A1-CB4E-AE4E-8F88-A6B2A387CA26}" destId="{E0C369AF-2E9E-D04F-9089-AC0C3F3238B4}" srcOrd="0" destOrd="0" presId="urn:microsoft.com/office/officeart/2005/8/layout/vList2"/>
    <dgm:cxn modelId="{2D3C1A3D-75FD-C94B-A4C1-BD00917F5EC8}" type="presParOf" srcId="{5DCB36A1-CB4E-AE4E-8F88-A6B2A387CA26}" destId="{DBA8BDFD-D383-B64F-BA49-CA9C07C3C654}" srcOrd="1" destOrd="0" presId="urn:microsoft.com/office/officeart/2005/8/layout/vList2"/>
    <dgm:cxn modelId="{D899B25D-7E6B-574D-8813-2CF0CC2902F1}" type="presParOf" srcId="{5DCB36A1-CB4E-AE4E-8F88-A6B2A387CA26}" destId="{F3360B08-AC70-8740-A747-9AA16E2D9BEE}" srcOrd="2" destOrd="0" presId="urn:microsoft.com/office/officeart/2005/8/layout/vList2"/>
    <dgm:cxn modelId="{49B2E414-A6C2-7543-B0F2-71257C0E264A}" type="presParOf" srcId="{5DCB36A1-CB4E-AE4E-8F88-A6B2A387CA26}" destId="{1B7C1E74-7E4B-FF40-9259-3507B67B6BB9}" srcOrd="3" destOrd="0" presId="urn:microsoft.com/office/officeart/2005/8/layout/vList2"/>
    <dgm:cxn modelId="{98D5282E-1222-D949-B825-DAA9898002C0}" type="presParOf" srcId="{5DCB36A1-CB4E-AE4E-8F88-A6B2A387CA26}" destId="{A961A346-7021-BC49-8261-2D25DFDD9DDB}" srcOrd="4" destOrd="0" presId="urn:microsoft.com/office/officeart/2005/8/layout/vList2"/>
    <dgm:cxn modelId="{F6D0D2F3-91B5-6747-86DD-8A0119529791}" type="presParOf" srcId="{5DCB36A1-CB4E-AE4E-8F88-A6B2A387CA26}" destId="{3DCB5E00-5103-8C40-92CE-9CE1380CD3AF}" srcOrd="5" destOrd="0" presId="urn:microsoft.com/office/officeart/2005/8/layout/vList2"/>
    <dgm:cxn modelId="{A708167C-A393-6B46-B454-32349A79B91E}" type="presParOf" srcId="{5DCB36A1-CB4E-AE4E-8F88-A6B2A387CA26}" destId="{9DCB365F-355C-764A-85A2-86FB83BEDF10}" srcOrd="6" destOrd="0" presId="urn:microsoft.com/office/officeart/2005/8/layout/vList2"/>
    <dgm:cxn modelId="{A9384B9D-F357-A14B-875F-A9B53450D5DD}" type="presParOf" srcId="{5DCB36A1-CB4E-AE4E-8F88-A6B2A387CA26}" destId="{31DC3D1A-FAE6-F641-86DB-7538748D9672}" srcOrd="7" destOrd="0" presId="urn:microsoft.com/office/officeart/2005/8/layout/vList2"/>
    <dgm:cxn modelId="{3299353A-B0ED-1243-BD88-EBE574753F3F}" type="presParOf" srcId="{5DCB36A1-CB4E-AE4E-8F88-A6B2A387CA26}" destId="{7552B47B-5CBF-8E4D-90F8-6B103E82422E}" srcOrd="8" destOrd="0" presId="urn:microsoft.com/office/officeart/2005/8/layout/vList2"/>
    <dgm:cxn modelId="{C08CEA30-83C4-4241-88C0-C3022158923B}" type="presParOf" srcId="{5DCB36A1-CB4E-AE4E-8F88-A6B2A387CA26}" destId="{56CFCD1A-4A9E-E748-A4FB-BA852FA72F0F}" srcOrd="9" destOrd="0" presId="urn:microsoft.com/office/officeart/2005/8/layout/vList2"/>
    <dgm:cxn modelId="{1FC29397-769B-8C46-9AB7-154AF106805C}" type="presParOf" srcId="{5DCB36A1-CB4E-AE4E-8F88-A6B2A387CA26}" destId="{2D0FAC2D-5362-6B40-AEA9-745F01DF4049}" srcOrd="10" destOrd="0" presId="urn:microsoft.com/office/officeart/2005/8/layout/vList2"/>
    <dgm:cxn modelId="{BF37CA1F-15CD-234A-B1CA-5D3A8F859AB8}" type="presParOf" srcId="{5DCB36A1-CB4E-AE4E-8F88-A6B2A387CA26}" destId="{2C502498-D13E-7347-80CD-275187245888}" srcOrd="11" destOrd="0" presId="urn:microsoft.com/office/officeart/2005/8/layout/vList2"/>
    <dgm:cxn modelId="{030F3AB2-C949-FC4F-8971-EBF541EAA34B}" type="presParOf" srcId="{5DCB36A1-CB4E-AE4E-8F88-A6B2A387CA26}" destId="{4F2D45A5-40CB-0F42-A34B-415BB8C87097}" srcOrd="12" destOrd="0" presId="urn:microsoft.com/office/officeart/2005/8/layout/vList2"/>
    <dgm:cxn modelId="{F6B72A3D-D1F5-3E49-8EB2-D9594B282D32}" type="presParOf" srcId="{5DCB36A1-CB4E-AE4E-8F88-A6B2A387CA26}" destId="{1C238074-71E0-234C-A3BB-750ACBCE30D3}" srcOrd="13" destOrd="0" presId="urn:microsoft.com/office/officeart/2005/8/layout/vList2"/>
    <dgm:cxn modelId="{AFEA2FEC-0FA3-4B48-8380-BC3CC90D14A7}" type="presParOf" srcId="{5DCB36A1-CB4E-AE4E-8F88-A6B2A387CA26}" destId="{969D9CCB-A89F-E14D-A52C-81CEF5514EE8}" srcOrd="14" destOrd="0" presId="urn:microsoft.com/office/officeart/2005/8/layout/vList2"/>
    <dgm:cxn modelId="{8A8F1991-336B-A343-9695-D4E6AD3706EB}" type="presParOf" srcId="{5DCB36A1-CB4E-AE4E-8F88-A6B2A387CA26}" destId="{F64B764F-44F3-0B4E-B135-66273D29F72C}" srcOrd="15" destOrd="0" presId="urn:microsoft.com/office/officeart/2005/8/layout/vList2"/>
    <dgm:cxn modelId="{BEB0E114-3F4A-1343-B7CB-635EC1D73813}" type="presParOf" srcId="{5DCB36A1-CB4E-AE4E-8F88-A6B2A387CA26}" destId="{086C10F2-46FB-3745-88F3-88E24B5426E9}" srcOrd="16" destOrd="0" presId="urn:microsoft.com/office/officeart/2005/8/layout/vList2"/>
    <dgm:cxn modelId="{453E5E58-2F15-D94F-B66E-FE87C227FD38}" type="presParOf" srcId="{5DCB36A1-CB4E-AE4E-8F88-A6B2A387CA26}" destId="{6B921A82-9A5E-3C4F-9333-9F52874D93E4}" srcOrd="17" destOrd="0" presId="urn:microsoft.com/office/officeart/2005/8/layout/vList2"/>
    <dgm:cxn modelId="{08C27A57-4CD4-B745-9187-A269E18CC8FD}" type="presParOf" srcId="{5DCB36A1-CB4E-AE4E-8F88-A6B2A387CA26}" destId="{9353E88C-A356-4C41-972C-6E05120C47FA}" srcOrd="18"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840F9-36A1-4D77-BB23-8F4F10659BE8}">
      <dsp:nvSpPr>
        <dsp:cNvPr id="0" name=""/>
        <dsp:cNvSpPr/>
      </dsp:nvSpPr>
      <dsp:spPr>
        <a:xfrm>
          <a:off x="0" y="0"/>
          <a:ext cx="79486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1CA524-DBC8-494C-BE53-D63F32B3D4E4}">
      <dsp:nvSpPr>
        <dsp:cNvPr id="0" name=""/>
        <dsp:cNvSpPr/>
      </dsp:nvSpPr>
      <dsp:spPr>
        <a:xfrm>
          <a:off x="0" y="0"/>
          <a:ext cx="7948612" cy="978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0" kern="1200" dirty="0">
              <a:latin typeface="Arial" panose="020B0604020202020204" pitchFamily="34" charset="0"/>
              <a:cs typeface="Arial" panose="020B0604020202020204" pitchFamily="34" charset="0"/>
            </a:rPr>
            <a:t>1. Individuals with intellectual disabilities:</a:t>
          </a:r>
          <a:br>
            <a:rPr lang="en-US" sz="2800" b="0" kern="1200" dirty="0">
              <a:latin typeface="Arial" panose="020B0604020202020204" pitchFamily="34" charset="0"/>
              <a:cs typeface="Arial" panose="020B0604020202020204" pitchFamily="34" charset="0"/>
            </a:rPr>
          </a:br>
          <a:r>
            <a:rPr lang="en-US" sz="2800" b="0" kern="1200" dirty="0">
              <a:latin typeface="Arial" panose="020B0604020202020204" pitchFamily="34" charset="0"/>
              <a:cs typeface="Arial" panose="020B0604020202020204" pitchFamily="34" charset="0"/>
            </a:rPr>
            <a:t>    Considerations in VR services</a:t>
          </a:r>
        </a:p>
        <a:p>
          <a:pPr marL="0" lvl="0" indent="0" algn="l" defTabSz="1244600">
            <a:lnSpc>
              <a:spcPct val="90000"/>
            </a:lnSpc>
            <a:spcBef>
              <a:spcPct val="0"/>
            </a:spcBef>
            <a:spcAft>
              <a:spcPct val="35000"/>
            </a:spcAft>
            <a:buNone/>
          </a:pPr>
          <a:r>
            <a:rPr lang="en-US" sz="2400" b="0" kern="1200" dirty="0">
              <a:latin typeface="Arial"/>
              <a:cs typeface="Arial"/>
            </a:rPr>
            <a:t>	</a:t>
          </a:r>
          <a:endParaRPr lang="en-US" sz="2400" kern="1200" dirty="0">
            <a:latin typeface="Arial"/>
            <a:cs typeface="Arial"/>
          </a:endParaRPr>
        </a:p>
      </dsp:txBody>
      <dsp:txXfrm>
        <a:off x="0" y="0"/>
        <a:ext cx="7948612" cy="978826"/>
      </dsp:txXfrm>
    </dsp:sp>
    <dsp:sp modelId="{31EEE69D-8C46-474D-BD24-9D5E92A98D2E}">
      <dsp:nvSpPr>
        <dsp:cNvPr id="0" name=""/>
        <dsp:cNvSpPr/>
      </dsp:nvSpPr>
      <dsp:spPr>
        <a:xfrm>
          <a:off x="0" y="978826"/>
          <a:ext cx="7948612" cy="0"/>
        </a:xfrm>
        <a:prstGeom prst="line">
          <a:avLst/>
        </a:prstGeom>
        <a:solidFill>
          <a:schemeClr val="accent2">
            <a:hueOff val="-4800000"/>
            <a:satOff val="-16668"/>
            <a:lumOff val="20000"/>
            <a:alphaOff val="0"/>
          </a:schemeClr>
        </a:solidFill>
        <a:ln w="12700" cap="flat" cmpd="sng" algn="ctr">
          <a:solidFill>
            <a:schemeClr val="accent2">
              <a:hueOff val="-4800000"/>
              <a:satOff val="-16668"/>
              <a:lumOff val="2000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454D36-BAD0-4139-8DC5-0879C3BFD825}">
      <dsp:nvSpPr>
        <dsp:cNvPr id="0" name=""/>
        <dsp:cNvSpPr/>
      </dsp:nvSpPr>
      <dsp:spPr>
        <a:xfrm>
          <a:off x="0" y="978826"/>
          <a:ext cx="7948612" cy="978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kern="1200" dirty="0">
              <a:latin typeface="Arial" panose="020B0604020202020204" pitchFamily="34" charset="0"/>
              <a:cs typeface="Arial" panose="020B0604020202020204" pitchFamily="34" charset="0"/>
            </a:rPr>
            <a:t>2. Ensuring alignment with the career</a:t>
          </a:r>
          <a:br>
            <a:rPr lang="en-US" sz="2800" b="0" kern="1200" dirty="0">
              <a:latin typeface="Arial" panose="020B0604020202020204" pitchFamily="34" charset="0"/>
              <a:cs typeface="Arial" panose="020B0604020202020204" pitchFamily="34" charset="0"/>
            </a:rPr>
          </a:br>
          <a:r>
            <a:rPr lang="en-US" sz="2800" b="0" kern="1200" dirty="0">
              <a:latin typeface="Arial" panose="020B0604020202020204" pitchFamily="34" charset="0"/>
              <a:cs typeface="Arial" panose="020B0604020202020204" pitchFamily="34" charset="0"/>
            </a:rPr>
            <a:t>    development process</a:t>
          </a:r>
          <a:endParaRPr lang="en-US" sz="2800" kern="1200" dirty="0">
            <a:latin typeface="Arial" panose="020B0604020202020204" pitchFamily="34" charset="0"/>
            <a:cs typeface="Arial" panose="020B0604020202020204" pitchFamily="34" charset="0"/>
          </a:endParaRPr>
        </a:p>
      </dsp:txBody>
      <dsp:txXfrm>
        <a:off x="0" y="978826"/>
        <a:ext cx="7948612" cy="978826"/>
      </dsp:txXfrm>
    </dsp:sp>
    <dsp:sp modelId="{AA9C3B17-3491-FA4C-80E6-628B5B62484F}">
      <dsp:nvSpPr>
        <dsp:cNvPr id="0" name=""/>
        <dsp:cNvSpPr/>
      </dsp:nvSpPr>
      <dsp:spPr>
        <a:xfrm>
          <a:off x="0" y="1957653"/>
          <a:ext cx="7948612" cy="0"/>
        </a:xfrm>
        <a:prstGeom prst="line">
          <a:avLst/>
        </a:prstGeom>
        <a:solidFill>
          <a:schemeClr val="accent2">
            <a:hueOff val="-9600000"/>
            <a:satOff val="-33335"/>
            <a:lumOff val="40001"/>
            <a:alphaOff val="0"/>
          </a:schemeClr>
        </a:solidFill>
        <a:ln w="12700" cap="flat" cmpd="sng" algn="ctr">
          <a:solidFill>
            <a:schemeClr val="accent2">
              <a:hueOff val="-9600000"/>
              <a:satOff val="-33335"/>
              <a:lumOff val="4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11C734-2755-3D4A-8A9A-8F3B076CCA52}">
      <dsp:nvSpPr>
        <dsp:cNvPr id="0" name=""/>
        <dsp:cNvSpPr/>
      </dsp:nvSpPr>
      <dsp:spPr>
        <a:xfrm>
          <a:off x="0" y="1957653"/>
          <a:ext cx="7948612" cy="978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3. Best practices in Work-Based Learning</a:t>
          </a:r>
        </a:p>
      </dsp:txBody>
      <dsp:txXfrm>
        <a:off x="0" y="1957653"/>
        <a:ext cx="7948612" cy="978826"/>
      </dsp:txXfrm>
    </dsp:sp>
    <dsp:sp modelId="{A854A6B4-134F-6840-8F6C-304C30325D8C}">
      <dsp:nvSpPr>
        <dsp:cNvPr id="0" name=""/>
        <dsp:cNvSpPr/>
      </dsp:nvSpPr>
      <dsp:spPr>
        <a:xfrm>
          <a:off x="0" y="2936480"/>
          <a:ext cx="7948612" cy="0"/>
        </a:xfrm>
        <a:prstGeom prst="line">
          <a:avLst/>
        </a:prstGeom>
        <a:solidFill>
          <a:schemeClr val="accent2">
            <a:hueOff val="-14400000"/>
            <a:satOff val="-50003"/>
            <a:lumOff val="60001"/>
            <a:alphaOff val="0"/>
          </a:schemeClr>
        </a:solidFill>
        <a:ln w="12700" cap="flat" cmpd="sng" algn="ctr">
          <a:solidFill>
            <a:schemeClr val="accent2">
              <a:hueOff val="-14400000"/>
              <a:satOff val="-50003"/>
              <a:lumOff val="6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20C2A8-915C-D74D-B5DE-82819B53699A}">
      <dsp:nvSpPr>
        <dsp:cNvPr id="0" name=""/>
        <dsp:cNvSpPr/>
      </dsp:nvSpPr>
      <dsp:spPr>
        <a:xfrm>
          <a:off x="0" y="2936480"/>
          <a:ext cx="7948612" cy="978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4. Ensuring informed choice</a:t>
          </a:r>
        </a:p>
      </dsp:txBody>
      <dsp:txXfrm>
        <a:off x="0" y="2936480"/>
        <a:ext cx="7948612" cy="9788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840F9-36A1-4D77-BB23-8F4F10659BE8}">
      <dsp:nvSpPr>
        <dsp:cNvPr id="0" name=""/>
        <dsp:cNvSpPr/>
      </dsp:nvSpPr>
      <dsp:spPr>
        <a:xfrm>
          <a:off x="0" y="0"/>
          <a:ext cx="79486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1CA524-DBC8-494C-BE53-D63F32B3D4E4}">
      <dsp:nvSpPr>
        <dsp:cNvPr id="0" name=""/>
        <dsp:cNvSpPr/>
      </dsp:nvSpPr>
      <dsp:spPr>
        <a:xfrm>
          <a:off x="0" y="0"/>
          <a:ext cx="7948612" cy="1798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rtl="0">
            <a:lnSpc>
              <a:spcPct val="90000"/>
            </a:lnSpc>
            <a:spcBef>
              <a:spcPct val="0"/>
            </a:spcBef>
            <a:spcAft>
              <a:spcPct val="35000"/>
            </a:spcAft>
            <a:buNone/>
          </a:pPr>
          <a:r>
            <a:rPr lang="en-US" sz="2800" b="0" kern="1200" dirty="0">
              <a:latin typeface="+mj-lt"/>
              <a:cs typeface="Arial"/>
            </a:rPr>
            <a:t>5. Benefit issues</a:t>
          </a:r>
          <a:endParaRPr lang="en-US" sz="2800" kern="1200" dirty="0">
            <a:latin typeface="+mj-lt"/>
            <a:cs typeface="Arial"/>
          </a:endParaRPr>
        </a:p>
      </dsp:txBody>
      <dsp:txXfrm>
        <a:off x="0" y="0"/>
        <a:ext cx="7948612" cy="1798749"/>
      </dsp:txXfrm>
    </dsp:sp>
    <dsp:sp modelId="{3F317A1B-2905-E349-835B-B4B8E35F64AF}">
      <dsp:nvSpPr>
        <dsp:cNvPr id="0" name=""/>
        <dsp:cNvSpPr/>
      </dsp:nvSpPr>
      <dsp:spPr>
        <a:xfrm>
          <a:off x="0" y="1798749"/>
          <a:ext cx="7948612" cy="0"/>
        </a:xfrm>
        <a:prstGeom prst="line">
          <a:avLst/>
        </a:prstGeom>
        <a:solidFill>
          <a:schemeClr val="accent2">
            <a:hueOff val="-14400000"/>
            <a:satOff val="-50003"/>
            <a:lumOff val="60001"/>
            <a:alphaOff val="0"/>
          </a:schemeClr>
        </a:solidFill>
        <a:ln w="12700" cap="flat" cmpd="sng" algn="ctr">
          <a:solidFill>
            <a:schemeClr val="accent2">
              <a:hueOff val="-14400000"/>
              <a:satOff val="-50003"/>
              <a:lumOff val="6000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7DC8EC-25FE-CD43-B299-49E1AF67AC7A}">
      <dsp:nvSpPr>
        <dsp:cNvPr id="0" name=""/>
        <dsp:cNvSpPr/>
      </dsp:nvSpPr>
      <dsp:spPr>
        <a:xfrm>
          <a:off x="0" y="1798749"/>
          <a:ext cx="7948612" cy="1798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latin typeface="+mj-lt"/>
            </a:rPr>
            <a:t>7. Cross-cultural issues</a:t>
          </a:r>
        </a:p>
      </dsp:txBody>
      <dsp:txXfrm>
        <a:off x="0" y="1798749"/>
        <a:ext cx="7948612" cy="17987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249F7A-D637-477E-B3EA-0FB5500C0D48}">
      <dsp:nvSpPr>
        <dsp:cNvPr id="0" name=""/>
        <dsp:cNvSpPr/>
      </dsp:nvSpPr>
      <dsp:spPr>
        <a:xfrm>
          <a:off x="0" y="7481"/>
          <a:ext cx="4941519" cy="896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782B43-2A76-441C-835E-306594152DAB}">
      <dsp:nvSpPr>
        <dsp:cNvPr id="0" name=""/>
        <dsp:cNvSpPr/>
      </dsp:nvSpPr>
      <dsp:spPr>
        <a:xfrm>
          <a:off x="271122" y="209142"/>
          <a:ext cx="493431" cy="492949"/>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453154-7ED5-41FE-8FF1-39E7E77C4B92}">
      <dsp:nvSpPr>
        <dsp:cNvPr id="0" name=""/>
        <dsp:cNvSpPr/>
      </dsp:nvSpPr>
      <dsp:spPr>
        <a:xfrm>
          <a:off x="1035675" y="7481"/>
          <a:ext cx="3859054" cy="98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748" tIns="103748" rIns="103748" bIns="103748" numCol="1" spcCol="1270" anchor="ctr" anchorCtr="0">
          <a:noAutofit/>
        </a:bodyPr>
        <a:lstStyle/>
        <a:p>
          <a:pPr marL="0" lvl="0" indent="0" algn="l" defTabSz="889000">
            <a:lnSpc>
              <a:spcPct val="90000"/>
            </a:lnSpc>
            <a:spcBef>
              <a:spcPct val="0"/>
            </a:spcBef>
            <a:spcAft>
              <a:spcPct val="35000"/>
            </a:spcAft>
            <a:buNone/>
          </a:pPr>
          <a:r>
            <a:rPr lang="en-US" sz="2000" kern="1200" dirty="0"/>
            <a:t>Explore past experiences using a person-centered approach</a:t>
          </a:r>
        </a:p>
      </dsp:txBody>
      <dsp:txXfrm>
        <a:off x="1035675" y="7481"/>
        <a:ext cx="3859054" cy="980296"/>
      </dsp:txXfrm>
    </dsp:sp>
    <dsp:sp modelId="{59456BCE-985E-4D07-A790-E2AF1CF7317A}">
      <dsp:nvSpPr>
        <dsp:cNvPr id="0" name=""/>
        <dsp:cNvSpPr/>
      </dsp:nvSpPr>
      <dsp:spPr>
        <a:xfrm>
          <a:off x="0" y="1232852"/>
          <a:ext cx="4941519" cy="896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76F380-4394-420C-A389-D391B75C3AA4}">
      <dsp:nvSpPr>
        <dsp:cNvPr id="0" name=""/>
        <dsp:cNvSpPr/>
      </dsp:nvSpPr>
      <dsp:spPr>
        <a:xfrm>
          <a:off x="271122" y="1434513"/>
          <a:ext cx="493431" cy="492949"/>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7B7622-B12F-4CA3-BC11-7C4EA3BFD4CB}">
      <dsp:nvSpPr>
        <dsp:cNvPr id="0" name=""/>
        <dsp:cNvSpPr/>
      </dsp:nvSpPr>
      <dsp:spPr>
        <a:xfrm>
          <a:off x="1035675" y="1232852"/>
          <a:ext cx="3859054" cy="98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748" tIns="103748" rIns="103748" bIns="103748" numCol="1" spcCol="1270" anchor="ctr" anchorCtr="0">
          <a:noAutofit/>
        </a:bodyPr>
        <a:lstStyle/>
        <a:p>
          <a:pPr marL="0" lvl="0" indent="0" algn="l" defTabSz="889000">
            <a:lnSpc>
              <a:spcPct val="90000"/>
            </a:lnSpc>
            <a:spcBef>
              <a:spcPct val="0"/>
            </a:spcBef>
            <a:spcAft>
              <a:spcPct val="35000"/>
            </a:spcAft>
            <a:buNone/>
          </a:pPr>
          <a:r>
            <a:rPr lang="en-US" sz="2000" kern="1200" dirty="0"/>
            <a:t>Don’t be limited to closed-format approaches. Use an open inquiry approach.</a:t>
          </a:r>
        </a:p>
      </dsp:txBody>
      <dsp:txXfrm>
        <a:off x="1035675" y="1232852"/>
        <a:ext cx="3859054" cy="980296"/>
      </dsp:txXfrm>
    </dsp:sp>
    <dsp:sp modelId="{2157320C-1E7B-4BCD-B37A-ABCD5675CF3D}">
      <dsp:nvSpPr>
        <dsp:cNvPr id="0" name=""/>
        <dsp:cNvSpPr/>
      </dsp:nvSpPr>
      <dsp:spPr>
        <a:xfrm>
          <a:off x="0" y="2458223"/>
          <a:ext cx="4941519" cy="896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1AE38A-A550-49CC-8E21-B5F148A0C992}">
      <dsp:nvSpPr>
        <dsp:cNvPr id="0" name=""/>
        <dsp:cNvSpPr/>
      </dsp:nvSpPr>
      <dsp:spPr>
        <a:xfrm>
          <a:off x="271122" y="2659884"/>
          <a:ext cx="493431" cy="492949"/>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FA68B4-F5C1-41D1-9B30-549B799052B8}">
      <dsp:nvSpPr>
        <dsp:cNvPr id="0" name=""/>
        <dsp:cNvSpPr/>
      </dsp:nvSpPr>
      <dsp:spPr>
        <a:xfrm>
          <a:off x="1035675" y="2458223"/>
          <a:ext cx="3859054" cy="98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748" tIns="103748" rIns="103748" bIns="103748" numCol="1" spcCol="1270" anchor="ctr" anchorCtr="0">
          <a:noAutofit/>
        </a:bodyPr>
        <a:lstStyle/>
        <a:p>
          <a:pPr marL="0" lvl="0" indent="0" algn="l" defTabSz="889000">
            <a:lnSpc>
              <a:spcPct val="90000"/>
            </a:lnSpc>
            <a:spcBef>
              <a:spcPct val="0"/>
            </a:spcBef>
            <a:spcAft>
              <a:spcPct val="35000"/>
            </a:spcAft>
            <a:buNone/>
          </a:pPr>
          <a:r>
            <a:rPr lang="en-US" sz="2000" kern="1200" dirty="0"/>
            <a:t>Help youth identify strengths and positives from those experiences</a:t>
          </a:r>
        </a:p>
      </dsp:txBody>
      <dsp:txXfrm>
        <a:off x="1035675" y="2458223"/>
        <a:ext cx="3859054" cy="980296"/>
      </dsp:txXfrm>
    </dsp:sp>
    <dsp:sp modelId="{545FC680-4785-438B-9A91-63C6EA4C7A91}">
      <dsp:nvSpPr>
        <dsp:cNvPr id="0" name=""/>
        <dsp:cNvSpPr/>
      </dsp:nvSpPr>
      <dsp:spPr>
        <a:xfrm>
          <a:off x="0" y="3683593"/>
          <a:ext cx="4941519" cy="896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80B3C1-C8BB-4D03-9DFE-6383778D586E}">
      <dsp:nvSpPr>
        <dsp:cNvPr id="0" name=""/>
        <dsp:cNvSpPr/>
      </dsp:nvSpPr>
      <dsp:spPr>
        <a:xfrm>
          <a:off x="271122" y="3885254"/>
          <a:ext cx="493431" cy="492949"/>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9EC955-C5B2-40B2-9685-B11BD26F1DB7}">
      <dsp:nvSpPr>
        <dsp:cNvPr id="0" name=""/>
        <dsp:cNvSpPr/>
      </dsp:nvSpPr>
      <dsp:spPr>
        <a:xfrm>
          <a:off x="1035675" y="3683593"/>
          <a:ext cx="3859054" cy="98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748" tIns="103748" rIns="103748" bIns="103748" numCol="1" spcCol="1270" anchor="ctr" anchorCtr="0">
          <a:noAutofit/>
        </a:bodyPr>
        <a:lstStyle/>
        <a:p>
          <a:pPr marL="0" lvl="0" indent="0" algn="l" defTabSz="889000">
            <a:lnSpc>
              <a:spcPct val="90000"/>
            </a:lnSpc>
            <a:spcBef>
              <a:spcPct val="0"/>
            </a:spcBef>
            <a:spcAft>
              <a:spcPct val="35000"/>
            </a:spcAft>
            <a:buNone/>
          </a:pPr>
          <a:r>
            <a:rPr lang="en-US" sz="2000" kern="1200" dirty="0"/>
            <a:t>Facilitate a variety of individually driven experiences</a:t>
          </a:r>
        </a:p>
      </dsp:txBody>
      <dsp:txXfrm>
        <a:off x="1035675" y="3683593"/>
        <a:ext cx="3859054" cy="980296"/>
      </dsp:txXfrm>
    </dsp:sp>
    <dsp:sp modelId="{C6890B2D-3D5D-4B22-BC55-6640E783ED5F}">
      <dsp:nvSpPr>
        <dsp:cNvPr id="0" name=""/>
        <dsp:cNvSpPr/>
      </dsp:nvSpPr>
      <dsp:spPr>
        <a:xfrm>
          <a:off x="0" y="4908964"/>
          <a:ext cx="4941519" cy="89627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6F4E19-0989-44FF-B7C5-4816D6F72B99}">
      <dsp:nvSpPr>
        <dsp:cNvPr id="0" name=""/>
        <dsp:cNvSpPr/>
      </dsp:nvSpPr>
      <dsp:spPr>
        <a:xfrm>
          <a:off x="271122" y="5110625"/>
          <a:ext cx="493431" cy="492949"/>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7B73B3-C4E5-4989-99CA-35C35132CDC8}">
      <dsp:nvSpPr>
        <dsp:cNvPr id="0" name=""/>
        <dsp:cNvSpPr/>
      </dsp:nvSpPr>
      <dsp:spPr>
        <a:xfrm>
          <a:off x="1035675" y="4908964"/>
          <a:ext cx="3859054" cy="98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748" tIns="103748" rIns="103748" bIns="103748" numCol="1" spcCol="1270" anchor="ctr" anchorCtr="0">
          <a:noAutofit/>
        </a:bodyPr>
        <a:lstStyle/>
        <a:p>
          <a:pPr marL="0" lvl="0" indent="0" algn="l" defTabSz="889000">
            <a:lnSpc>
              <a:spcPct val="90000"/>
            </a:lnSpc>
            <a:spcBef>
              <a:spcPct val="0"/>
            </a:spcBef>
            <a:spcAft>
              <a:spcPct val="35000"/>
            </a:spcAft>
            <a:buNone/>
          </a:pPr>
          <a:r>
            <a:rPr lang="en-US" sz="2000" kern="1200" dirty="0"/>
            <a:t>Facilitate ongoing reflection by the youth</a:t>
          </a:r>
        </a:p>
      </dsp:txBody>
      <dsp:txXfrm>
        <a:off x="1035675" y="4908964"/>
        <a:ext cx="3859054" cy="9802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3D4D55-1F94-4C4B-94A6-FF4F747D1610}">
      <dsp:nvSpPr>
        <dsp:cNvPr id="0" name=""/>
        <dsp:cNvSpPr/>
      </dsp:nvSpPr>
      <dsp:spPr>
        <a:xfrm>
          <a:off x="2277932" y="1306"/>
          <a:ext cx="2314835" cy="11574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Individual</a:t>
          </a:r>
        </a:p>
      </dsp:txBody>
      <dsp:txXfrm>
        <a:off x="2311832" y="35206"/>
        <a:ext cx="2247035" cy="1089617"/>
      </dsp:txXfrm>
    </dsp:sp>
    <dsp:sp modelId="{BBCAA590-56F3-DD4D-A6FB-5BE4EF973D0D}">
      <dsp:nvSpPr>
        <dsp:cNvPr id="0" name=""/>
        <dsp:cNvSpPr/>
      </dsp:nvSpPr>
      <dsp:spPr>
        <a:xfrm rot="3600000">
          <a:off x="3787911" y="2032651"/>
          <a:ext cx="1206119" cy="40509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909440" y="2113670"/>
        <a:ext cx="963061" cy="243058"/>
      </dsp:txXfrm>
    </dsp:sp>
    <dsp:sp modelId="{3734D7D0-4667-2C41-B42C-9F3FB4897480}">
      <dsp:nvSpPr>
        <dsp:cNvPr id="0" name=""/>
        <dsp:cNvSpPr/>
      </dsp:nvSpPr>
      <dsp:spPr>
        <a:xfrm>
          <a:off x="4189174" y="3311675"/>
          <a:ext cx="2314835" cy="11574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Cultural Characteristics</a:t>
          </a:r>
        </a:p>
      </dsp:txBody>
      <dsp:txXfrm>
        <a:off x="4223074" y="3345575"/>
        <a:ext cx="2247035" cy="1089617"/>
      </dsp:txXfrm>
    </dsp:sp>
    <dsp:sp modelId="{E6940E56-9E76-F64F-A33E-BD6EA31C0AA6}">
      <dsp:nvSpPr>
        <dsp:cNvPr id="0" name=""/>
        <dsp:cNvSpPr/>
      </dsp:nvSpPr>
      <dsp:spPr>
        <a:xfrm rot="10800000">
          <a:off x="2832290" y="3687836"/>
          <a:ext cx="1206119" cy="40509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2953819" y="3768855"/>
        <a:ext cx="963061" cy="243058"/>
      </dsp:txXfrm>
    </dsp:sp>
    <dsp:sp modelId="{7D67CAA6-BF01-0A49-AF1C-C3D3E7C0693C}">
      <dsp:nvSpPr>
        <dsp:cNvPr id="0" name=""/>
        <dsp:cNvSpPr/>
      </dsp:nvSpPr>
      <dsp:spPr>
        <a:xfrm>
          <a:off x="366689" y="3311675"/>
          <a:ext cx="2314835" cy="11574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Environmental</a:t>
          </a:r>
        </a:p>
      </dsp:txBody>
      <dsp:txXfrm>
        <a:off x="400589" y="3345575"/>
        <a:ext cx="2247035" cy="1089617"/>
      </dsp:txXfrm>
    </dsp:sp>
    <dsp:sp modelId="{5D405F13-F567-DC45-B9F5-B4712F7B6A44}">
      <dsp:nvSpPr>
        <dsp:cNvPr id="0" name=""/>
        <dsp:cNvSpPr/>
      </dsp:nvSpPr>
      <dsp:spPr>
        <a:xfrm rot="18000000">
          <a:off x="1876668" y="2032651"/>
          <a:ext cx="1206119" cy="40509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1998197" y="2113670"/>
        <a:ext cx="963061" cy="2430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55FE3-EFBB-6F40-99C4-7F093B5F1860}">
      <dsp:nvSpPr>
        <dsp:cNvPr id="0" name=""/>
        <dsp:cNvSpPr/>
      </dsp:nvSpPr>
      <dsp:spPr>
        <a:xfrm>
          <a:off x="0" y="50116"/>
          <a:ext cx="6159500" cy="1409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Individual </a:t>
          </a:r>
          <a:r>
            <a:rPr lang="en-US" sz="2000" b="1" kern="1200" dirty="0"/>
            <a:t>integrates</a:t>
          </a:r>
          <a:r>
            <a:rPr lang="en-US" sz="2000" kern="1200" dirty="0"/>
            <a:t> information about themselves and world of work, from previous statuses (Imagining and </a:t>
          </a:r>
          <a:r>
            <a:rPr lang="en-US" sz="2000" kern="1200" dirty="0" err="1"/>
            <a:t>iNforming</a:t>
          </a:r>
          <a:r>
            <a:rPr lang="en-US" sz="2000" kern="1200" dirty="0"/>
            <a:t>).</a:t>
          </a:r>
        </a:p>
      </dsp:txBody>
      <dsp:txXfrm>
        <a:off x="68787" y="118903"/>
        <a:ext cx="6021926" cy="1271544"/>
      </dsp:txXfrm>
    </dsp:sp>
    <dsp:sp modelId="{BCDEAC40-01B7-C94D-85DF-B81AE8918FCC}">
      <dsp:nvSpPr>
        <dsp:cNvPr id="0" name=""/>
        <dsp:cNvSpPr/>
      </dsp:nvSpPr>
      <dsp:spPr>
        <a:xfrm>
          <a:off x="0" y="1516835"/>
          <a:ext cx="6159500" cy="1409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Chooses </a:t>
          </a:r>
          <a:r>
            <a:rPr lang="en-US" sz="2000" kern="1200" dirty="0"/>
            <a:t>occupations, jobs, or educational programs from those </a:t>
          </a:r>
          <a:r>
            <a:rPr lang="en-US" sz="2000" b="1" kern="1200" dirty="0"/>
            <a:t>known</a:t>
          </a:r>
          <a:r>
            <a:rPr lang="en-US" sz="2000" kern="1200" dirty="0"/>
            <a:t> to the individual at  time choice is made.</a:t>
          </a:r>
        </a:p>
      </dsp:txBody>
      <dsp:txXfrm>
        <a:off x="68787" y="1585622"/>
        <a:ext cx="6021926" cy="1271544"/>
      </dsp:txXfrm>
    </dsp:sp>
    <dsp:sp modelId="{E5621080-A76D-534B-AC8E-7CC81ACF0ED7}">
      <dsp:nvSpPr>
        <dsp:cNvPr id="0" name=""/>
        <dsp:cNvSpPr/>
      </dsp:nvSpPr>
      <dsp:spPr>
        <a:xfrm>
          <a:off x="0" y="2983554"/>
          <a:ext cx="6159500" cy="1409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Not all decisions are logical: </a:t>
          </a:r>
          <a:r>
            <a:rPr lang="en-US" sz="2000" kern="1200" dirty="0"/>
            <a:t>for some individuals family can be a critical factor in choosing; others may rely on chance, intuition, or impulse to guide their decision making. </a:t>
          </a:r>
        </a:p>
      </dsp:txBody>
      <dsp:txXfrm>
        <a:off x="68787" y="3052341"/>
        <a:ext cx="6021926" cy="12715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C369AF-2E9E-D04F-9089-AC0C3F3238B4}">
      <dsp:nvSpPr>
        <dsp:cNvPr id="0" name=""/>
        <dsp:cNvSpPr/>
      </dsp:nvSpPr>
      <dsp:spPr>
        <a:xfrm>
          <a:off x="0" y="6420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Internships</a:t>
          </a:r>
        </a:p>
      </dsp:txBody>
      <dsp:txXfrm>
        <a:off x="25759" y="89964"/>
        <a:ext cx="4926882" cy="476152"/>
      </dsp:txXfrm>
    </dsp:sp>
    <dsp:sp modelId="{F3360B08-AC70-8740-A747-9AA16E2D9BEE}">
      <dsp:nvSpPr>
        <dsp:cNvPr id="0" name=""/>
        <dsp:cNvSpPr/>
      </dsp:nvSpPr>
      <dsp:spPr>
        <a:xfrm>
          <a:off x="0" y="65523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Apprenticeships</a:t>
          </a:r>
        </a:p>
      </dsp:txBody>
      <dsp:txXfrm>
        <a:off x="25759" y="680994"/>
        <a:ext cx="4926882" cy="476152"/>
      </dsp:txXfrm>
    </dsp:sp>
    <dsp:sp modelId="{A961A346-7021-BC49-8261-2D25DFDD9DDB}">
      <dsp:nvSpPr>
        <dsp:cNvPr id="0" name=""/>
        <dsp:cNvSpPr/>
      </dsp:nvSpPr>
      <dsp:spPr>
        <a:xfrm>
          <a:off x="0" y="124626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Short-term employment</a:t>
          </a:r>
        </a:p>
      </dsp:txBody>
      <dsp:txXfrm>
        <a:off x="25759" y="1272024"/>
        <a:ext cx="4926882" cy="476152"/>
      </dsp:txXfrm>
    </dsp:sp>
    <dsp:sp modelId="{9DCB365F-355C-764A-85A2-86FB83BEDF10}">
      <dsp:nvSpPr>
        <dsp:cNvPr id="0" name=""/>
        <dsp:cNvSpPr/>
      </dsp:nvSpPr>
      <dsp:spPr>
        <a:xfrm>
          <a:off x="0" y="183729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On-the-job trainings</a:t>
          </a:r>
        </a:p>
      </dsp:txBody>
      <dsp:txXfrm>
        <a:off x="25759" y="1863054"/>
        <a:ext cx="4926882" cy="476152"/>
      </dsp:txXfrm>
    </dsp:sp>
    <dsp:sp modelId="{7552B47B-5CBF-8E4D-90F8-6B103E82422E}">
      <dsp:nvSpPr>
        <dsp:cNvPr id="0" name=""/>
        <dsp:cNvSpPr/>
      </dsp:nvSpPr>
      <dsp:spPr>
        <a:xfrm>
          <a:off x="0" y="242832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Job shadows</a:t>
          </a:r>
        </a:p>
      </dsp:txBody>
      <dsp:txXfrm>
        <a:off x="25759" y="2454084"/>
        <a:ext cx="4926882" cy="476152"/>
      </dsp:txXfrm>
    </dsp:sp>
    <dsp:sp modelId="{2D0FAC2D-5362-6B40-AEA9-745F01DF4049}">
      <dsp:nvSpPr>
        <dsp:cNvPr id="0" name=""/>
        <dsp:cNvSpPr/>
      </dsp:nvSpPr>
      <dsp:spPr>
        <a:xfrm>
          <a:off x="0" y="301935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Informational interviews</a:t>
          </a:r>
        </a:p>
      </dsp:txBody>
      <dsp:txXfrm>
        <a:off x="25759" y="3045114"/>
        <a:ext cx="4926882" cy="476152"/>
      </dsp:txXfrm>
    </dsp:sp>
    <dsp:sp modelId="{4F2D45A5-40CB-0F42-A34B-415BB8C87097}">
      <dsp:nvSpPr>
        <dsp:cNvPr id="0" name=""/>
        <dsp:cNvSpPr/>
      </dsp:nvSpPr>
      <dsp:spPr>
        <a:xfrm>
          <a:off x="0" y="361038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Job tours</a:t>
          </a:r>
        </a:p>
      </dsp:txBody>
      <dsp:txXfrm>
        <a:off x="25759" y="3636144"/>
        <a:ext cx="4926882" cy="476152"/>
      </dsp:txXfrm>
    </dsp:sp>
    <dsp:sp modelId="{969D9CCB-A89F-E14D-A52C-81CEF5514EE8}">
      <dsp:nvSpPr>
        <dsp:cNvPr id="0" name=""/>
        <dsp:cNvSpPr/>
      </dsp:nvSpPr>
      <dsp:spPr>
        <a:xfrm>
          <a:off x="0" y="420141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Workplace mentoring</a:t>
          </a:r>
        </a:p>
      </dsp:txBody>
      <dsp:txXfrm>
        <a:off x="25759" y="4227174"/>
        <a:ext cx="4926882" cy="476152"/>
      </dsp:txXfrm>
    </dsp:sp>
    <dsp:sp modelId="{086C10F2-46FB-3745-88F3-88E24B5426E9}">
      <dsp:nvSpPr>
        <dsp:cNvPr id="0" name=""/>
        <dsp:cNvSpPr/>
      </dsp:nvSpPr>
      <dsp:spPr>
        <a:xfrm>
          <a:off x="0" y="479244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Service learning</a:t>
          </a:r>
        </a:p>
      </dsp:txBody>
      <dsp:txXfrm>
        <a:off x="25759" y="4818204"/>
        <a:ext cx="4926882" cy="476152"/>
      </dsp:txXfrm>
    </dsp:sp>
    <dsp:sp modelId="{9353E88C-A356-4C41-972C-6E05120C47FA}">
      <dsp:nvSpPr>
        <dsp:cNvPr id="0" name=""/>
        <dsp:cNvSpPr/>
      </dsp:nvSpPr>
      <dsp:spPr>
        <a:xfrm>
          <a:off x="0" y="5383475"/>
          <a:ext cx="4978400"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Volunteer work</a:t>
          </a:r>
        </a:p>
      </dsp:txBody>
      <dsp:txXfrm>
        <a:off x="25759" y="5409234"/>
        <a:ext cx="4926882" cy="47615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heme" Target="../theme/theme8.xml"/><Relationship Id="rId4" Type="http://schemas.openxmlformats.org/officeDocument/2006/relationships/image" Target="../media/image5.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2D49F3F-9924-B744-9871-F7152E7D54FF}"/>
              </a:ext>
            </a:extLst>
          </p:cNvPr>
          <p:cNvSpPr>
            <a:spLocks noChangeArrowheads="1"/>
          </p:cNvSpPr>
          <p:nvPr/>
        </p:nvSpPr>
        <p:spPr bwMode="auto">
          <a:xfrm>
            <a:off x="3200400" y="8588375"/>
            <a:ext cx="28956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ctr">
              <a:defRPr/>
            </a:pPr>
            <a:endParaRPr lang="en-US" altLang="en-US" sz="1400"/>
          </a:p>
        </p:txBody>
      </p:sp>
      <p:sp>
        <p:nvSpPr>
          <p:cNvPr id="6147" name="Rectangle 7">
            <a:extLst>
              <a:ext uri="{FF2B5EF4-FFF2-40B4-BE49-F238E27FC236}">
                <a16:creationId xmlns:a16="http://schemas.microsoft.com/office/drawing/2014/main" id="{1030BE6A-464B-E34C-AB76-A01819BE9C23}"/>
              </a:ext>
            </a:extLst>
          </p:cNvPr>
          <p:cNvSpPr>
            <a:spLocks noChangeArrowheads="1"/>
          </p:cNvSpPr>
          <p:nvPr/>
        </p:nvSpPr>
        <p:spPr bwMode="auto">
          <a:xfrm>
            <a:off x="4800600" y="152400"/>
            <a:ext cx="19050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r">
              <a:defRPr/>
            </a:pPr>
            <a:fld id="{8D4E4D53-0970-F546-A9C7-D6A61D694C5D}" type="slidenum">
              <a:rPr lang="en-US" altLang="en-US" sz="1400" smtClean="0"/>
              <a:pPr algn="r">
                <a:defRPr/>
              </a:pPr>
              <a:t>‹#›</a:t>
            </a:fld>
            <a:endParaRPr lang="en-US" altLang="en-US" sz="1400"/>
          </a:p>
        </p:txBody>
      </p:sp>
      <p:sp>
        <p:nvSpPr>
          <p:cNvPr id="6148" name="Rectangle 8">
            <a:extLst>
              <a:ext uri="{FF2B5EF4-FFF2-40B4-BE49-F238E27FC236}">
                <a16:creationId xmlns:a16="http://schemas.microsoft.com/office/drawing/2014/main" id="{F1404091-10E7-F740-B935-7D4A70EB1FB3}"/>
              </a:ext>
            </a:extLst>
          </p:cNvPr>
          <p:cNvSpPr>
            <a:spLocks noChangeArrowheads="1"/>
          </p:cNvSpPr>
          <p:nvPr/>
        </p:nvSpPr>
        <p:spPr bwMode="auto">
          <a:xfrm>
            <a:off x="152400" y="8305800"/>
            <a:ext cx="6400800" cy="685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sp>
        <p:nvSpPr>
          <p:cNvPr id="6149" name="Rectangle 9">
            <a:extLst>
              <a:ext uri="{FF2B5EF4-FFF2-40B4-BE49-F238E27FC236}">
                <a16:creationId xmlns:a16="http://schemas.microsoft.com/office/drawing/2014/main" id="{6B8173CC-10BB-BD49-8A54-CAB49455DE75}"/>
              </a:ext>
            </a:extLst>
          </p:cNvPr>
          <p:cNvSpPr>
            <a:spLocks noChangeArrowheads="1"/>
          </p:cNvSpPr>
          <p:nvPr/>
        </p:nvSpPr>
        <p:spPr bwMode="auto">
          <a:xfrm>
            <a:off x="152400" y="8305800"/>
            <a:ext cx="6400800" cy="128588"/>
          </a:xfrm>
          <a:prstGeom prst="rect">
            <a:avLst/>
          </a:prstGeom>
          <a:solidFill>
            <a:srgbClr val="0099CC"/>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pic>
        <p:nvPicPr>
          <p:cNvPr id="14342" name="Picture 11" descr="iciPPT_BIG">
            <a:extLst>
              <a:ext uri="{FF2B5EF4-FFF2-40B4-BE49-F238E27FC236}">
                <a16:creationId xmlns:a16="http://schemas.microsoft.com/office/drawing/2014/main" id="{E1BCF9E8-2C2F-7B43-B622-5DBC417ED42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28600" y="8458200"/>
            <a:ext cx="3048000" cy="48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4343" name="Group 14">
            <a:extLst>
              <a:ext uri="{FF2B5EF4-FFF2-40B4-BE49-F238E27FC236}">
                <a16:creationId xmlns:a16="http://schemas.microsoft.com/office/drawing/2014/main" id="{374E0F2B-D057-1A4D-A72F-67572FFA44A4}"/>
              </a:ext>
            </a:extLst>
          </p:cNvPr>
          <p:cNvGrpSpPr>
            <a:grpSpLocks/>
          </p:cNvGrpSpPr>
          <p:nvPr/>
        </p:nvGrpSpPr>
        <p:grpSpPr bwMode="auto">
          <a:xfrm>
            <a:off x="5638800" y="8486775"/>
            <a:ext cx="762000" cy="438150"/>
            <a:chOff x="5103" y="5266"/>
            <a:chExt cx="586" cy="336"/>
          </a:xfrm>
        </p:grpSpPr>
        <p:pic>
          <p:nvPicPr>
            <p:cNvPr id="14344" name="Picture 10" descr="umb_white">
              <a:extLst>
                <a:ext uri="{FF2B5EF4-FFF2-40B4-BE49-F238E27FC236}">
                  <a16:creationId xmlns:a16="http://schemas.microsoft.com/office/drawing/2014/main" id="{BEF3E9E6-CF8F-0D4A-A297-1F4055C7769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03" y="5266"/>
              <a:ext cx="273" cy="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345" name="Picture 12" descr="CHB_reverse_BIG">
              <a:extLst>
                <a:ext uri="{FF2B5EF4-FFF2-40B4-BE49-F238E27FC236}">
                  <a16:creationId xmlns:a16="http://schemas.microsoft.com/office/drawing/2014/main" id="{54F73BC5-B41D-094E-A18A-8F046762414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424" y="5266"/>
              <a:ext cx="265"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20088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9B3A64B-BD29-B64A-A470-7398DC6053A5}"/>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a:extLst>
              <a:ext uri="{FF2B5EF4-FFF2-40B4-BE49-F238E27FC236}">
                <a16:creationId xmlns:a16="http://schemas.microsoft.com/office/drawing/2014/main" id="{CEB1B764-1E3D-F94C-AFE8-93CA8696BBC6}"/>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13316" name="Rectangle 4">
            <a:extLst>
              <a:ext uri="{FF2B5EF4-FFF2-40B4-BE49-F238E27FC236}">
                <a16:creationId xmlns:a16="http://schemas.microsoft.com/office/drawing/2014/main" id="{BAF8533A-3C1A-B542-944B-EAD4B68E1EB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3077" name="Rectangle 5">
            <a:extLst>
              <a:ext uri="{FF2B5EF4-FFF2-40B4-BE49-F238E27FC236}">
                <a16:creationId xmlns:a16="http://schemas.microsoft.com/office/drawing/2014/main" id="{626E4560-BA05-2040-A535-1FA0A95D97D1}"/>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C758BAA2-FE2D-464F-9111-FEF4CCCC94AD}"/>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a:extLst>
              <a:ext uri="{FF2B5EF4-FFF2-40B4-BE49-F238E27FC236}">
                <a16:creationId xmlns:a16="http://schemas.microsoft.com/office/drawing/2014/main" id="{3D9E1561-AF14-5440-BAC2-6453D18CFFE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pPr>
              <a:defRPr/>
            </a:pPr>
            <a:fld id="{1E6EAF8F-0920-7444-BF36-95ABB4CBBBE1}" type="slidenum">
              <a:rPr lang="en-US" altLang="en-US"/>
              <a:pPr>
                <a:defRPr/>
              </a:pPr>
              <a:t>‹#›</a:t>
            </a:fld>
            <a:endParaRPr lang="en-US" altLang="en-US"/>
          </a:p>
        </p:txBody>
      </p:sp>
    </p:spTree>
    <p:extLst>
      <p:ext uri="{BB962C8B-B14F-4D97-AF65-F5344CB8AC3E}">
        <p14:creationId xmlns:p14="http://schemas.microsoft.com/office/powerpoint/2010/main" val="16679132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behalf of the Institute for Community Inclusion at UMass Boston we want to welcome you to this training.  The ICI is an organization providing research, training and technical assistance on promoting full inclusion for people with disabilities.</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a:t>
            </a:fld>
            <a:endParaRPr lang="en-US" altLang="en-US"/>
          </a:p>
        </p:txBody>
      </p:sp>
    </p:spTree>
    <p:extLst>
      <p:ext uri="{BB962C8B-B14F-4D97-AF65-F5344CB8AC3E}">
        <p14:creationId xmlns:p14="http://schemas.microsoft.com/office/powerpoint/2010/main" val="3478615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This IT’S EMPLOYMENT training is being provided through a grant from the Unites States Office of Education, Rehabilitation Services Administration.  It is my privilege to be your trainer for today, My name is Russ Thelin and I am coming to you from the Salt Lake City area where prior to my work with UMass Boston and the ICI I worked for 25 years within the Utah State Office of Rehabilitation, starting as a VRC and concluding my time there as the combined agency’s Executive Director.</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a:t>
            </a:fld>
            <a:endParaRPr lang="en-US" altLang="en-US"/>
          </a:p>
        </p:txBody>
      </p:sp>
    </p:spTree>
    <p:extLst>
      <p:ext uri="{BB962C8B-B14F-4D97-AF65-F5344CB8AC3E}">
        <p14:creationId xmlns:p14="http://schemas.microsoft.com/office/powerpoint/2010/main" val="560842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four of a 5-part state learning collaborative training tailored to identified needs of the Colorado Division of Vocational Rehabilitation.  Our focus today will be on approaches and models for creating pathways to employment for successful transition from school to employment for youth (and adults) with intellectual disabilities.</a:t>
            </a: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a:t>
            </a:fld>
            <a:endParaRPr lang="en-US" altLang="en-US"/>
          </a:p>
        </p:txBody>
      </p:sp>
    </p:spTree>
    <p:extLst>
      <p:ext uri="{BB962C8B-B14F-4D97-AF65-F5344CB8AC3E}">
        <p14:creationId xmlns:p14="http://schemas.microsoft.com/office/powerpoint/2010/main" val="1683819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a:t>
            </a:fld>
            <a:endParaRPr lang="en-US" altLang="en-US"/>
          </a:p>
        </p:txBody>
      </p:sp>
    </p:spTree>
    <p:extLst>
      <p:ext uri="{BB962C8B-B14F-4D97-AF65-F5344CB8AC3E}">
        <p14:creationId xmlns:p14="http://schemas.microsoft.com/office/powerpoint/2010/main" val="1063736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5</a:t>
            </a:fld>
            <a:endParaRPr lang="en-US" altLang="en-US"/>
          </a:p>
        </p:txBody>
      </p:sp>
    </p:spTree>
    <p:extLst>
      <p:ext uri="{BB962C8B-B14F-4D97-AF65-F5344CB8AC3E}">
        <p14:creationId xmlns:p14="http://schemas.microsoft.com/office/powerpoint/2010/main" val="1974855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7</a:t>
            </a:fld>
            <a:endParaRPr lang="en-US" altLang="en-US"/>
          </a:p>
        </p:txBody>
      </p:sp>
    </p:spTree>
    <p:extLst>
      <p:ext uri="{BB962C8B-B14F-4D97-AF65-F5344CB8AC3E}">
        <p14:creationId xmlns:p14="http://schemas.microsoft.com/office/powerpoint/2010/main" val="223587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9</a:t>
            </a:fld>
            <a:endParaRPr lang="en-US" altLang="en-US"/>
          </a:p>
        </p:txBody>
      </p:sp>
    </p:spTree>
    <p:extLst>
      <p:ext uri="{BB962C8B-B14F-4D97-AF65-F5344CB8AC3E}">
        <p14:creationId xmlns:p14="http://schemas.microsoft.com/office/powerpoint/2010/main" val="3558172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Colorado Department of Education created this wonderful chart that shows the progression of career development. It is helpful to think about career development as a continuum of learning, just as we talk about self-determination and decision making as being on a continuum of learning. </a:t>
            </a:r>
          </a:p>
          <a:p>
            <a:endParaRPr lang="en-US" dirty="0"/>
          </a:p>
          <a:p>
            <a:r>
              <a:rPr lang="en-US" dirty="0"/>
              <a:t>Career planning often starts with fantasy and excitement for certain types of professions and professionals. The awareness of different occupations, ourselves and our skills and what is required to work in different jobs starts to form as we see more of the world and have more chances to watch and talk with other people. As we mature, we start to think about what is meaningful to us– this is in terms of the work we like to do, the people we want to work with, but also in terms of what we want to invest in when starting a career. </a:t>
            </a:r>
          </a:p>
          <a:p>
            <a:endParaRPr lang="en-US" dirty="0"/>
          </a:p>
          <a:p>
            <a:r>
              <a:rPr lang="en-US" dirty="0"/>
              <a:t>This chart shows a nice, neat progression of developmental ages as people gather information and process it. However, what if someone doesn’t start this process in pre-school, or doesn’t move through the stages as quickly as this chart shows they could? What if we have a 14 year old who is still in the fantasy stage and hasn’t developed the awareness of the occupational requirements, their own skills, and what is required to prepare? We can all think of the 14-16 year </a:t>
            </a:r>
            <a:r>
              <a:rPr lang="en-US" dirty="0" err="1"/>
              <a:t>olds</a:t>
            </a:r>
            <a:r>
              <a:rPr lang="en-US" dirty="0"/>
              <a:t> who want to be professional athletes but who have average athletic ability. Or who want to be a doctor, but struggle to understand the high school science classes. </a:t>
            </a:r>
          </a:p>
          <a:p>
            <a:endParaRPr lang="en-US" dirty="0"/>
          </a:p>
          <a:p>
            <a:r>
              <a:rPr lang="en-US" dirty="0"/>
              <a:t>I would like to challenge you to think about this progression chart, and instead of saying they are being unrealistic, then think about how you can help them gather more information so they can integrate what they have learned toward career goals that fit them more closely. </a:t>
            </a:r>
          </a:p>
        </p:txBody>
      </p:sp>
      <p:sp>
        <p:nvSpPr>
          <p:cNvPr id="4" name="Footer Placeholder 3"/>
          <p:cNvSpPr>
            <a:spLocks noGrp="1"/>
          </p:cNvSpPr>
          <p:nvPr>
            <p:ph type="ftr" sz="quarter" idx="4"/>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603896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18</a:t>
            </a:fld>
            <a:endParaRPr lang="en-US" altLang="en-US"/>
          </a:p>
        </p:txBody>
      </p:sp>
    </p:spTree>
    <p:extLst>
      <p:ext uri="{BB962C8B-B14F-4D97-AF65-F5344CB8AC3E}">
        <p14:creationId xmlns:p14="http://schemas.microsoft.com/office/powerpoint/2010/main" val="3515617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20</a:t>
            </a:fld>
            <a:endParaRPr lang="en-US" altLang="en-US"/>
          </a:p>
        </p:txBody>
      </p:sp>
    </p:spTree>
    <p:extLst>
      <p:ext uri="{BB962C8B-B14F-4D97-AF65-F5344CB8AC3E}">
        <p14:creationId xmlns:p14="http://schemas.microsoft.com/office/powerpoint/2010/main" val="3991908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way to think about these developmental steps and the continuum of learning about careers, is this wonderful chart that Colorado also has developed that gives examples of what activities support a student from career awareness, to career exploration, to career preparation and then ultimately to a career. Again, these stages will differ in terms of when a student begins and how quickly or slowly, they progress through the stages, but the transition and the learning continuum is important. </a:t>
            </a:r>
          </a:p>
          <a:p>
            <a:endParaRPr lang="en-US" dirty="0"/>
          </a:p>
          <a:p>
            <a:r>
              <a:rPr lang="en-US" dirty="0"/>
              <a:t>The only piece that could be emphasized more with both of these charts, is the idea of self-advocacy, decision making and self-determination as a necessary component in each of the phases of career development, and not just in the beginning of the process. </a:t>
            </a:r>
          </a:p>
        </p:txBody>
      </p:sp>
      <p:sp>
        <p:nvSpPr>
          <p:cNvPr id="4" name="Footer Placeholder 3"/>
          <p:cNvSpPr>
            <a:spLocks noGrp="1"/>
          </p:cNvSpPr>
          <p:nvPr>
            <p:ph type="ftr" sz="quarter" idx="4"/>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363819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25</a:t>
            </a:fld>
            <a:endParaRPr lang="en-US" altLang="en-US"/>
          </a:p>
        </p:txBody>
      </p:sp>
    </p:spTree>
    <p:extLst>
      <p:ext uri="{BB962C8B-B14F-4D97-AF65-F5344CB8AC3E}">
        <p14:creationId xmlns:p14="http://schemas.microsoft.com/office/powerpoint/2010/main" val="1623165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8E0F377-1236-AF4A-A05F-1BD2B8E1F6C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Geneva" panose="020B0503030404040204" pitchFamily="34" charset="0"/>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Geneva" panose="020B0503030404040204" pitchFamily="34" charset="0"/>
              <a:cs typeface="+mn-cs"/>
            </a:endParaRPr>
          </a:p>
        </p:txBody>
      </p:sp>
    </p:spTree>
    <p:extLst>
      <p:ext uri="{BB962C8B-B14F-4D97-AF65-F5344CB8AC3E}">
        <p14:creationId xmlns:p14="http://schemas.microsoft.com/office/powerpoint/2010/main" val="2127414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30</a:t>
            </a:fld>
            <a:endParaRPr lang="en-US" altLang="en-US"/>
          </a:p>
        </p:txBody>
      </p:sp>
    </p:spTree>
    <p:extLst>
      <p:ext uri="{BB962C8B-B14F-4D97-AF65-F5344CB8AC3E}">
        <p14:creationId xmlns:p14="http://schemas.microsoft.com/office/powerpoint/2010/main" val="36567794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31</a:t>
            </a:fld>
            <a:endParaRPr lang="en-US" altLang="en-US"/>
          </a:p>
        </p:txBody>
      </p:sp>
    </p:spTree>
    <p:extLst>
      <p:ext uri="{BB962C8B-B14F-4D97-AF65-F5344CB8AC3E}">
        <p14:creationId xmlns:p14="http://schemas.microsoft.com/office/powerpoint/2010/main" val="38729114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32</a:t>
            </a:fld>
            <a:endParaRPr lang="en-US" altLang="en-US"/>
          </a:p>
        </p:txBody>
      </p:sp>
    </p:spTree>
    <p:extLst>
      <p:ext uri="{BB962C8B-B14F-4D97-AF65-F5344CB8AC3E}">
        <p14:creationId xmlns:p14="http://schemas.microsoft.com/office/powerpoint/2010/main" val="34362623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33</a:t>
            </a:fld>
            <a:endParaRPr lang="en-US" altLang="en-US"/>
          </a:p>
        </p:txBody>
      </p:sp>
    </p:spTree>
    <p:extLst>
      <p:ext uri="{BB962C8B-B14F-4D97-AF65-F5344CB8AC3E}">
        <p14:creationId xmlns:p14="http://schemas.microsoft.com/office/powerpoint/2010/main" val="4199766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34</a:t>
            </a:fld>
            <a:endParaRPr lang="en-US" altLang="en-US"/>
          </a:p>
        </p:txBody>
      </p:sp>
    </p:spTree>
    <p:extLst>
      <p:ext uri="{BB962C8B-B14F-4D97-AF65-F5344CB8AC3E}">
        <p14:creationId xmlns:p14="http://schemas.microsoft.com/office/powerpoint/2010/main" val="4023003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39</a:t>
            </a:fld>
            <a:endParaRPr lang="en-US" altLang="en-US"/>
          </a:p>
        </p:txBody>
      </p:sp>
    </p:spTree>
    <p:extLst>
      <p:ext uri="{BB962C8B-B14F-4D97-AF65-F5344CB8AC3E}">
        <p14:creationId xmlns:p14="http://schemas.microsoft.com/office/powerpoint/2010/main" val="1694577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41</a:t>
            </a:fld>
            <a:endParaRPr lang="en-US" altLang="en-US"/>
          </a:p>
        </p:txBody>
      </p:sp>
    </p:spTree>
    <p:extLst>
      <p:ext uri="{BB962C8B-B14F-4D97-AF65-F5344CB8AC3E}">
        <p14:creationId xmlns:p14="http://schemas.microsoft.com/office/powerpoint/2010/main" val="830280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42</a:t>
            </a:fld>
            <a:endParaRPr lang="en-US" altLang="en-US"/>
          </a:p>
        </p:txBody>
      </p:sp>
    </p:spTree>
    <p:extLst>
      <p:ext uri="{BB962C8B-B14F-4D97-AF65-F5344CB8AC3E}">
        <p14:creationId xmlns:p14="http://schemas.microsoft.com/office/powerpoint/2010/main" val="1976012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44</a:t>
            </a:fld>
            <a:endParaRPr lang="en-US" altLang="en-US"/>
          </a:p>
        </p:txBody>
      </p:sp>
    </p:spTree>
    <p:extLst>
      <p:ext uri="{BB962C8B-B14F-4D97-AF65-F5344CB8AC3E}">
        <p14:creationId xmlns:p14="http://schemas.microsoft.com/office/powerpoint/2010/main" val="29888467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55</a:t>
            </a:fld>
            <a:endParaRPr lang="en-US" altLang="en-US"/>
          </a:p>
        </p:txBody>
      </p:sp>
    </p:spTree>
    <p:extLst>
      <p:ext uri="{BB962C8B-B14F-4D97-AF65-F5344CB8AC3E}">
        <p14:creationId xmlns:p14="http://schemas.microsoft.com/office/powerpoint/2010/main" val="553775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57</a:t>
            </a:fld>
            <a:endParaRPr lang="en-US" altLang="en-US"/>
          </a:p>
        </p:txBody>
      </p:sp>
    </p:spTree>
    <p:extLst>
      <p:ext uri="{BB962C8B-B14F-4D97-AF65-F5344CB8AC3E}">
        <p14:creationId xmlns:p14="http://schemas.microsoft.com/office/powerpoint/2010/main" val="3093590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60</a:t>
            </a:fld>
            <a:endParaRPr lang="en-US" altLang="en-US"/>
          </a:p>
        </p:txBody>
      </p:sp>
    </p:spTree>
    <p:extLst>
      <p:ext uri="{BB962C8B-B14F-4D97-AF65-F5344CB8AC3E}">
        <p14:creationId xmlns:p14="http://schemas.microsoft.com/office/powerpoint/2010/main" val="7046921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1E6EAF8F-0920-7444-BF36-95ABB4CBBB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62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4710988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8560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5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18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277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1582788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640F-6525-5446-B331-92545F734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13DC-84F2-814B-8B98-EEAED0B04B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C47D7A-DFBC-DD42-ACF6-2FA5097BA69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8923CCF-F834-EC44-B3AF-36748303E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9B629-67F3-DC41-A418-24650F33E43F}"/>
              </a:ext>
            </a:extLst>
          </p:cNvPr>
          <p:cNvSpPr>
            <a:spLocks noGrp="1"/>
          </p:cNvSpPr>
          <p:nvPr>
            <p:ph type="sldNum" sz="quarter" idx="12"/>
          </p:nvPr>
        </p:nvSpPr>
        <p:spPr/>
        <p:txBody>
          <a:bodyPr/>
          <a:lstStyle/>
          <a:p>
            <a:fld id="{98DEB4AB-D614-0E48-BC82-3517EAEB4A4F}" type="slidenum">
              <a:rPr lang="en-US" smtClean="0"/>
              <a:t>‹#›</a:t>
            </a:fld>
            <a:endParaRPr lang="en-US"/>
          </a:p>
        </p:txBody>
      </p:sp>
    </p:spTree>
    <p:extLst>
      <p:ext uri="{BB962C8B-B14F-4D97-AF65-F5344CB8AC3E}">
        <p14:creationId xmlns:p14="http://schemas.microsoft.com/office/powerpoint/2010/main" val="378310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457200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4572001"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33F06097-1504-401B-AB7A-A4858A92D8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30640041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arge Photo - Right">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7EE7F26-1321-2445-A1A4-B5B78FCF1ECF}"/>
              </a:ext>
            </a:extLst>
          </p:cNvPr>
          <p:cNvSpPr/>
          <p:nvPr userDrawn="1"/>
        </p:nvSpPr>
        <p:spPr>
          <a:xfrm>
            <a:off x="0" y="0"/>
            <a:ext cx="9144000" cy="6858000"/>
          </a:xfrm>
          <a:custGeom>
            <a:avLst/>
            <a:gdLst>
              <a:gd name="connsiteX0" fmla="*/ 416375 w 12192000"/>
              <a:gd name="connsiteY0" fmla="*/ 455059 h 6858000"/>
              <a:gd name="connsiteX1" fmla="*/ 416375 w 12192000"/>
              <a:gd name="connsiteY1" fmla="*/ 6044697 h 6858000"/>
              <a:gd name="connsiteX2" fmla="*/ 5677243 w 12192000"/>
              <a:gd name="connsiteY2" fmla="*/ 6044697 h 6858000"/>
              <a:gd name="connsiteX3" fmla="*/ 5677243 w 12192000"/>
              <a:gd name="connsiteY3" fmla="*/ 45505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16375" y="455059"/>
                </a:moveTo>
                <a:lnTo>
                  <a:pt x="416375" y="6044697"/>
                </a:lnTo>
                <a:lnTo>
                  <a:pt x="5677243" y="6044697"/>
                </a:lnTo>
                <a:lnTo>
                  <a:pt x="5677243" y="455059"/>
                </a:lnTo>
                <a:close/>
                <a:moveTo>
                  <a:pt x="0" y="0"/>
                </a:moveTo>
                <a:lnTo>
                  <a:pt x="12192000" y="0"/>
                </a:lnTo>
                <a:lnTo>
                  <a:pt x="12192000" y="6858000"/>
                </a:lnTo>
                <a:lnTo>
                  <a:pt x="0" y="6858000"/>
                </a:ln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13" name="Picture Placeholder 12">
            <a:extLst>
              <a:ext uri="{FF2B5EF4-FFF2-40B4-BE49-F238E27FC236}">
                <a16:creationId xmlns:a16="http://schemas.microsoft.com/office/drawing/2014/main" id="{BCED9C80-A09F-944D-8036-B3AEB8673518}"/>
              </a:ext>
            </a:extLst>
          </p:cNvPr>
          <p:cNvSpPr>
            <a:spLocks noGrp="1"/>
          </p:cNvSpPr>
          <p:nvPr>
            <p:ph type="pic" sz="quarter" idx="18" hasCustomPrompt="1"/>
          </p:nvPr>
        </p:nvSpPr>
        <p:spPr>
          <a:xfrm>
            <a:off x="2" y="0"/>
            <a:ext cx="9144001" cy="6858000"/>
          </a:xfrm>
          <a:custGeom>
            <a:avLst/>
            <a:gdLst>
              <a:gd name="connsiteX0" fmla="*/ 416375 w 12192001"/>
              <a:gd name="connsiteY0" fmla="*/ 455059 h 6858000"/>
              <a:gd name="connsiteX1" fmla="*/ 416375 w 12192001"/>
              <a:gd name="connsiteY1" fmla="*/ 6044697 h 6858000"/>
              <a:gd name="connsiteX2" fmla="*/ 5677243 w 12192001"/>
              <a:gd name="connsiteY2" fmla="*/ 6044697 h 6858000"/>
              <a:gd name="connsiteX3" fmla="*/ 5677243 w 12192001"/>
              <a:gd name="connsiteY3" fmla="*/ 455059 h 6858000"/>
              <a:gd name="connsiteX4" fmla="*/ 0 w 12192001"/>
              <a:gd name="connsiteY4" fmla="*/ 0 h 6858000"/>
              <a:gd name="connsiteX5" fmla="*/ 12192001 w 12192001"/>
              <a:gd name="connsiteY5" fmla="*/ 0 h 6858000"/>
              <a:gd name="connsiteX6" fmla="*/ 12192001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416375" y="455059"/>
                </a:moveTo>
                <a:lnTo>
                  <a:pt x="416375" y="6044697"/>
                </a:lnTo>
                <a:lnTo>
                  <a:pt x="5677243" y="6044697"/>
                </a:lnTo>
                <a:lnTo>
                  <a:pt x="5677243" y="455059"/>
                </a:lnTo>
                <a:close/>
                <a:moveTo>
                  <a:pt x="0" y="0"/>
                </a:moveTo>
                <a:lnTo>
                  <a:pt x="12192001" y="0"/>
                </a:lnTo>
                <a:lnTo>
                  <a:pt x="12192001" y="6858000"/>
                </a:lnTo>
                <a:lnTo>
                  <a:pt x="0" y="6858000"/>
                </a:lnTo>
                <a:close/>
              </a:path>
            </a:pathLst>
          </a:custGeom>
        </p:spPr>
        <p:txBody>
          <a:bodyPr wrap="square">
            <a:noAutofit/>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3580169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121183"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120589" y="2482491"/>
            <a:ext cx="3523060" cy="31944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119995"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82ADFC0A-EB24-894D-A665-DF65DC39E870}"/>
              </a:ext>
            </a:extLst>
          </p:cNvPr>
          <p:cNvSpPr>
            <a:spLocks noGrp="1"/>
          </p:cNvSpPr>
          <p:nvPr>
            <p:ph type="body" sz="quarter" idx="19" hasCustomPrompt="1"/>
          </p:nvPr>
        </p:nvSpPr>
        <p:spPr>
          <a:xfrm>
            <a:off x="5119995"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034CE3B9-7472-4389-A839-1D4110F64F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4704171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Photo - To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9144000" cy="384351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4323117"/>
            <a:ext cx="7037175" cy="765467"/>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hasCustomPrompt="1"/>
          </p:nvPr>
        </p:nvSpPr>
        <p:spPr>
          <a:xfrm>
            <a:off x="1053116" y="5364963"/>
            <a:ext cx="7037175" cy="107378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r>
              <a:rPr lang="en-US" dirty="0"/>
              <a:t>&lt;Insert text&gt;</a:t>
            </a:r>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5047643"/>
            <a:ext cx="7038365" cy="282396"/>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1"/>
            <a:ext cx="9144000" cy="3843511"/>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D3248A42-9103-0841-9630-92B19E7AD72A}"/>
              </a:ext>
            </a:extLst>
          </p:cNvPr>
          <p:cNvSpPr>
            <a:spLocks noGrp="1"/>
          </p:cNvSpPr>
          <p:nvPr>
            <p:ph type="body" sz="quarter" idx="19" hasCustomPrompt="1"/>
          </p:nvPr>
        </p:nvSpPr>
        <p:spPr>
          <a:xfrm>
            <a:off x="2809283" y="4005772"/>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Subheader if it is appropriate</a:t>
            </a:r>
          </a:p>
        </p:txBody>
      </p:sp>
      <p:pic>
        <p:nvPicPr>
          <p:cNvPr id="10" name="Picture 9">
            <a:extLst>
              <a:ext uri="{FF2B5EF4-FFF2-40B4-BE49-F238E27FC236}">
                <a16:creationId xmlns:a16="http://schemas.microsoft.com/office/drawing/2014/main" id="{DF6CD286-4C67-4861-8B79-407B4EE028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32293453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rge Photo -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4375339"/>
            <a:ext cx="9144000" cy="248249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734786"/>
            <a:ext cx="7037175" cy="702304"/>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1053413" y="1816505"/>
            <a:ext cx="7037175" cy="2202148"/>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1420192"/>
            <a:ext cx="7038365" cy="373584"/>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4375510"/>
            <a:ext cx="9144000" cy="248249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7D0DFACD-A69E-C043-BCE4-3C70DE4A0F9B}"/>
              </a:ext>
            </a:extLst>
          </p:cNvPr>
          <p:cNvSpPr>
            <a:spLocks noGrp="1"/>
          </p:cNvSpPr>
          <p:nvPr>
            <p:ph type="body" sz="quarter" idx="19" hasCustomPrompt="1"/>
          </p:nvPr>
        </p:nvSpPr>
        <p:spPr>
          <a:xfrm>
            <a:off x="1051927" y="483243"/>
            <a:ext cx="7038068" cy="251377"/>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2391808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uo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2540329"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2540329"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305193"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304597"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304001"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5304001"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1" name="Picture 10">
            <a:extLst>
              <a:ext uri="{FF2B5EF4-FFF2-40B4-BE49-F238E27FC236}">
                <a16:creationId xmlns:a16="http://schemas.microsoft.com/office/drawing/2014/main" id="{1DEFFBF4-5F8A-4A8D-8B7B-CBF19189BE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2143497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uo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84374"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724702"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84374"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724702"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429816"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429221"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428626"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428626"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FF9080-CD6B-4252-8D34-CB64184F86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8205431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 Photo -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1"/>
            <a:ext cx="1693742" cy="579389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1834450" y="999415"/>
            <a:ext cx="1693742" cy="585858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1693742" cy="5794042"/>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1834450" y="999271"/>
            <a:ext cx="1693742" cy="5858733"/>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735473" y="999267"/>
            <a:ext cx="309107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734879" y="2150076"/>
            <a:ext cx="3091070" cy="3544767"/>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734339" y="1874125"/>
            <a:ext cx="309159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3668896" y="176"/>
            <a:ext cx="1693742" cy="5793755"/>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3668896" y="5"/>
            <a:ext cx="1693742" cy="5793899"/>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2" name="Oval 11">
            <a:extLst>
              <a:ext uri="{FF2B5EF4-FFF2-40B4-BE49-F238E27FC236}">
                <a16:creationId xmlns:a16="http://schemas.microsoft.com/office/drawing/2014/main" id="{C9D2F50D-8BF2-824F-A4DC-0CBF6EC8B684}"/>
              </a:ext>
            </a:extLst>
          </p:cNvPr>
          <p:cNvSpPr/>
          <p:nvPr userDrawn="1"/>
        </p:nvSpPr>
        <p:spPr>
          <a:xfrm>
            <a:off x="2882148" y="3972063"/>
            <a:ext cx="1292087" cy="1722783"/>
          </a:xfrm>
          <a:prstGeom prst="ellipse">
            <a:avLst/>
          </a:prstGeom>
          <a:solidFill>
            <a:srgbClr val="3AC1CD">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5" name="Freeform 24">
            <a:extLst>
              <a:ext uri="{FF2B5EF4-FFF2-40B4-BE49-F238E27FC236}">
                <a16:creationId xmlns:a16="http://schemas.microsoft.com/office/drawing/2014/main" id="{9814B6AF-8703-524C-8F9D-E8FE27AB741D}"/>
              </a:ext>
            </a:extLst>
          </p:cNvPr>
          <p:cNvSpPr/>
          <p:nvPr userDrawn="1"/>
        </p:nvSpPr>
        <p:spPr>
          <a:xfrm>
            <a:off x="4755728" y="0"/>
            <a:ext cx="1213821" cy="568486"/>
          </a:xfrm>
          <a:custGeom>
            <a:avLst/>
            <a:gdLst>
              <a:gd name="connsiteX0" fmla="*/ 0 w 1618428"/>
              <a:gd name="connsiteY0" fmla="*/ 0 h 568486"/>
              <a:gd name="connsiteX1" fmla="*/ 1618428 w 1618428"/>
              <a:gd name="connsiteY1" fmla="*/ 0 h 568486"/>
              <a:gd name="connsiteX2" fmla="*/ 1602914 w 1618428"/>
              <a:gd name="connsiteY2" fmla="*/ 42387 h 568486"/>
              <a:gd name="connsiteX3" fmla="*/ 809214 w 1618428"/>
              <a:gd name="connsiteY3" fmla="*/ 568486 h 568486"/>
              <a:gd name="connsiteX4" fmla="*/ 15514 w 1618428"/>
              <a:gd name="connsiteY4" fmla="*/ 42387 h 568486"/>
              <a:gd name="connsiteX5" fmla="*/ 0 w 1618428"/>
              <a:gd name="connsiteY5" fmla="*/ 0 h 56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8428" h="568486">
                <a:moveTo>
                  <a:pt x="0" y="0"/>
                </a:moveTo>
                <a:lnTo>
                  <a:pt x="1618428" y="0"/>
                </a:lnTo>
                <a:lnTo>
                  <a:pt x="1602914" y="42387"/>
                </a:lnTo>
                <a:cubicBezTo>
                  <a:pt x="1472147" y="351553"/>
                  <a:pt x="1166015" y="568486"/>
                  <a:pt x="809214" y="568486"/>
                </a:cubicBezTo>
                <a:cubicBezTo>
                  <a:pt x="452414" y="568486"/>
                  <a:pt x="146281" y="351553"/>
                  <a:pt x="15514" y="42387"/>
                </a:cubicBezTo>
                <a:lnTo>
                  <a:pt x="0" y="0"/>
                </a:lnTo>
                <a:close/>
              </a:path>
            </a:pathLst>
          </a:custGeom>
          <a:solidFill>
            <a:schemeClr val="accent3">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19" name="Oval 18">
            <a:extLst>
              <a:ext uri="{FF2B5EF4-FFF2-40B4-BE49-F238E27FC236}">
                <a16:creationId xmlns:a16="http://schemas.microsoft.com/office/drawing/2014/main" id="{DAB3E781-549C-B144-86E1-72DAF614D0D7}"/>
              </a:ext>
            </a:extLst>
          </p:cNvPr>
          <p:cNvSpPr/>
          <p:nvPr userDrawn="1"/>
        </p:nvSpPr>
        <p:spPr>
          <a:xfrm>
            <a:off x="1047700" y="1874130"/>
            <a:ext cx="1292087" cy="1722783"/>
          </a:xfrm>
          <a:prstGeom prst="ellipse">
            <a:avLst/>
          </a:prstGeom>
          <a:solidFill>
            <a:srgbClr val="FF532E">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Text Placeholder 11">
            <a:extLst>
              <a:ext uri="{FF2B5EF4-FFF2-40B4-BE49-F238E27FC236}">
                <a16:creationId xmlns:a16="http://schemas.microsoft.com/office/drawing/2014/main" id="{F1F39990-DB47-A541-9DC1-EBDAF89CD76E}"/>
              </a:ext>
            </a:extLst>
          </p:cNvPr>
          <p:cNvSpPr>
            <a:spLocks noGrp="1"/>
          </p:cNvSpPr>
          <p:nvPr>
            <p:ph type="body" sz="quarter" idx="19" hasCustomPrompt="1"/>
          </p:nvPr>
        </p:nvSpPr>
        <p:spPr>
          <a:xfrm>
            <a:off x="5734336" y="659818"/>
            <a:ext cx="3091592"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5" name="Picture 14">
            <a:extLst>
              <a:ext uri="{FF2B5EF4-FFF2-40B4-BE49-F238E27FC236}">
                <a16:creationId xmlns:a16="http://schemas.microsoft.com/office/drawing/2014/main" id="{F00B6ED6-30C2-40BD-BAC9-805C3CC7A9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914328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 Photo - Triptyc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90116" y="5"/>
            <a:ext cx="1470865" cy="643329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5842772" y="424705"/>
            <a:ext cx="1470865" cy="643329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90116" y="-1"/>
            <a:ext cx="1470865" cy="6433457"/>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5842772" y="424544"/>
            <a:ext cx="1470865" cy="643345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309885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6" y="2150079"/>
            <a:ext cx="3098849" cy="3352655"/>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2" y="1874125"/>
            <a:ext cx="3099373"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7495429" y="176"/>
            <a:ext cx="1470865" cy="643313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7495429" y="5"/>
            <a:ext cx="1470865" cy="6433297"/>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2" y="659818"/>
            <a:ext cx="3099373"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6890C5-625A-49BC-AF8E-534E10041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8941300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i Photo - Stack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5130684"/>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3066240" y="5130843"/>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5130804"/>
            <a:ext cx="3011524" cy="1727201"/>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3066240" y="5130804"/>
            <a:ext cx="3011524" cy="1727201"/>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8103558" cy="874858"/>
          </a:xfrm>
          <a:prstGeom prst="rect">
            <a:avLst/>
          </a:prstGeom>
        </p:spPr>
        <p:txBody>
          <a:bodyPr anchor="ctr"/>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7"/>
            <a:ext cx="8103557" cy="255785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8104926" cy="275948"/>
          </a:xfrm>
          <a:prstGeom prst="rect">
            <a:avLst/>
          </a:prstGeom>
        </p:spPr>
        <p:txBody>
          <a:bodyPr/>
          <a:lstStyle>
            <a:lvl1pPr marL="0" indent="0" algn="ctr">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5130726"/>
            <a:ext cx="3011524" cy="172711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5130673"/>
            <a:ext cx="3011524" cy="1727158"/>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8104926" cy="275948"/>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7884698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 Photo - Stack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6132477"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132477"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6132477"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132477"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90"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E4BF8277-B6E5-4530-9A35-5B344F924F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13405173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ri Photo - Stack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0"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0"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3593145"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3592551"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3591996"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0"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0"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3591996"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3" name="Picture 12">
            <a:extLst>
              <a:ext uri="{FF2B5EF4-FFF2-40B4-BE49-F238E27FC236}">
                <a16:creationId xmlns:a16="http://schemas.microsoft.com/office/drawing/2014/main" id="{6D1F1C01-B399-401D-904B-8B6DE77AA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0593679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Gallery - Collection">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6678063" y="1408675"/>
            <a:ext cx="1383737" cy="2523663"/>
          </a:xfrm>
          <a:prstGeom prst="rect">
            <a:avLst/>
          </a:prstGeom>
        </p:spPr>
        <p:txBody>
          <a:bodyPr/>
          <a:lstStyle>
            <a:lvl1pPr>
              <a:defRPr sz="900"/>
            </a:lvl1pPr>
          </a:lstStyle>
          <a:p>
            <a:endParaRPr lang="en-US"/>
          </a:p>
        </p:txBody>
      </p:sp>
      <p:sp>
        <p:nvSpPr>
          <p:cNvPr id="8" name="Picture Placeholder 6">
            <a:extLst>
              <a:ext uri="{FF2B5EF4-FFF2-40B4-BE49-F238E27FC236}">
                <a16:creationId xmlns:a16="http://schemas.microsoft.com/office/drawing/2014/main" id="{B5EE5A55-DE9E-E04A-980F-DA40C01CEFB1}"/>
              </a:ext>
            </a:extLst>
          </p:cNvPr>
          <p:cNvSpPr>
            <a:spLocks noGrp="1"/>
          </p:cNvSpPr>
          <p:nvPr>
            <p:ph type="pic" sz="quarter" idx="19"/>
          </p:nvPr>
        </p:nvSpPr>
        <p:spPr>
          <a:xfrm>
            <a:off x="4522575" y="1136824"/>
            <a:ext cx="2004664" cy="1675251"/>
          </a:xfrm>
          <a:prstGeom prst="rect">
            <a:avLst/>
          </a:prstGeom>
        </p:spPr>
        <p:txBody>
          <a:bodyPr/>
          <a:lstStyle>
            <a:lvl1pPr>
              <a:defRPr sz="900"/>
            </a:lvl1pPr>
          </a:lstStyle>
          <a:p>
            <a:endParaRPr lang="en-US"/>
          </a:p>
        </p:txBody>
      </p:sp>
      <p:sp>
        <p:nvSpPr>
          <p:cNvPr id="11" name="Picture Placeholder 6">
            <a:extLst>
              <a:ext uri="{FF2B5EF4-FFF2-40B4-BE49-F238E27FC236}">
                <a16:creationId xmlns:a16="http://schemas.microsoft.com/office/drawing/2014/main" id="{6DE9889E-364B-5A48-8B46-481958AB7526}"/>
              </a:ext>
            </a:extLst>
          </p:cNvPr>
          <p:cNvSpPr>
            <a:spLocks noGrp="1"/>
          </p:cNvSpPr>
          <p:nvPr>
            <p:ph type="pic" sz="quarter" idx="22"/>
          </p:nvPr>
        </p:nvSpPr>
        <p:spPr>
          <a:xfrm>
            <a:off x="8212622" y="2812078"/>
            <a:ext cx="621912" cy="1120259"/>
          </a:xfrm>
          <a:prstGeom prst="rect">
            <a:avLst/>
          </a:prstGeom>
        </p:spPr>
        <p:txBody>
          <a:bodyPr/>
          <a:lstStyle>
            <a:lvl1pPr>
              <a:defRPr sz="900"/>
            </a:lvl1pPr>
          </a:lstStyle>
          <a:p>
            <a:endParaRPr lang="en-US"/>
          </a:p>
        </p:txBody>
      </p:sp>
      <p:sp>
        <p:nvSpPr>
          <p:cNvPr id="12" name="Picture Placeholder 6">
            <a:extLst>
              <a:ext uri="{FF2B5EF4-FFF2-40B4-BE49-F238E27FC236}">
                <a16:creationId xmlns:a16="http://schemas.microsoft.com/office/drawing/2014/main" id="{F41DF26D-6499-CD41-841C-0DE9E8882B5F}"/>
              </a:ext>
            </a:extLst>
          </p:cNvPr>
          <p:cNvSpPr>
            <a:spLocks noGrp="1"/>
          </p:cNvSpPr>
          <p:nvPr>
            <p:ph type="pic" sz="quarter" idx="23"/>
          </p:nvPr>
        </p:nvSpPr>
        <p:spPr>
          <a:xfrm>
            <a:off x="4370762" y="3010894"/>
            <a:ext cx="621912" cy="1120259"/>
          </a:xfrm>
          <a:prstGeom prst="rect">
            <a:avLst/>
          </a:prstGeom>
        </p:spPr>
        <p:txBody>
          <a:bodyPr/>
          <a:lstStyle>
            <a:lvl1pPr>
              <a:defRPr sz="900"/>
            </a:lvl1pPr>
          </a:lstStyle>
          <a:p>
            <a:endParaRPr lang="en-US"/>
          </a:p>
        </p:txBody>
      </p:sp>
      <p:sp>
        <p:nvSpPr>
          <p:cNvPr id="14" name="Picture Placeholder 6">
            <a:extLst>
              <a:ext uri="{FF2B5EF4-FFF2-40B4-BE49-F238E27FC236}">
                <a16:creationId xmlns:a16="http://schemas.microsoft.com/office/drawing/2014/main" id="{E107CDEE-A69F-B54C-ACC4-AE4330D7C3DC}"/>
              </a:ext>
            </a:extLst>
          </p:cNvPr>
          <p:cNvSpPr>
            <a:spLocks noGrp="1"/>
          </p:cNvSpPr>
          <p:nvPr>
            <p:ph type="pic" sz="quarter" idx="24"/>
          </p:nvPr>
        </p:nvSpPr>
        <p:spPr>
          <a:xfrm>
            <a:off x="5143502" y="3010894"/>
            <a:ext cx="1383737" cy="2523663"/>
          </a:xfrm>
          <a:prstGeom prst="rect">
            <a:avLst/>
          </a:prstGeom>
        </p:spPr>
        <p:txBody>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6678063" y="4118796"/>
            <a:ext cx="2004664" cy="1675251"/>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6" name="Picture 15">
            <a:extLst>
              <a:ext uri="{FF2B5EF4-FFF2-40B4-BE49-F238E27FC236}">
                <a16:creationId xmlns:a16="http://schemas.microsoft.com/office/drawing/2014/main" id="{69FAFCFE-E323-42BB-B51A-92C2237FC2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8502626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Gallery - Bubbles">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268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10">
            <a:extLst>
              <a:ext uri="{FF2B5EF4-FFF2-40B4-BE49-F238E27FC236}">
                <a16:creationId xmlns:a16="http://schemas.microsoft.com/office/drawing/2014/main" id="{523A6B96-F447-7B45-B1D6-F3C8C8552F3A}"/>
              </a:ext>
            </a:extLst>
          </p:cNvPr>
          <p:cNvSpPr>
            <a:spLocks noGrp="1"/>
          </p:cNvSpPr>
          <p:nvPr>
            <p:ph type="pic" sz="quarter" idx="23" hasCustomPrompt="1"/>
          </p:nvPr>
        </p:nvSpPr>
        <p:spPr>
          <a:xfrm>
            <a:off x="4598830" y="999269"/>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2" name="Picture Placeholder 10">
            <a:extLst>
              <a:ext uri="{FF2B5EF4-FFF2-40B4-BE49-F238E27FC236}">
                <a16:creationId xmlns:a16="http://schemas.microsoft.com/office/drawing/2014/main" id="{5F135290-EF75-4443-A4D4-9FB8F9A5CC8F}"/>
              </a:ext>
            </a:extLst>
          </p:cNvPr>
          <p:cNvSpPr>
            <a:spLocks noGrp="1"/>
          </p:cNvSpPr>
          <p:nvPr>
            <p:ph type="pic" sz="quarter" idx="24" hasCustomPrompt="1"/>
          </p:nvPr>
        </p:nvSpPr>
        <p:spPr>
          <a:xfrm>
            <a:off x="6716995" y="-8114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3" name="Picture Placeholder 10">
            <a:extLst>
              <a:ext uri="{FF2B5EF4-FFF2-40B4-BE49-F238E27FC236}">
                <a16:creationId xmlns:a16="http://schemas.microsoft.com/office/drawing/2014/main" id="{5D26C15C-EF18-ED4A-835B-706A77EF6A1F}"/>
              </a:ext>
            </a:extLst>
          </p:cNvPr>
          <p:cNvSpPr>
            <a:spLocks noGrp="1"/>
          </p:cNvSpPr>
          <p:nvPr>
            <p:ph type="pic" sz="quarter" idx="25" hasCustomPrompt="1"/>
          </p:nvPr>
        </p:nvSpPr>
        <p:spPr>
          <a:xfrm>
            <a:off x="6222871" y="318807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4" name="Picture Placeholder 10">
            <a:extLst>
              <a:ext uri="{FF2B5EF4-FFF2-40B4-BE49-F238E27FC236}">
                <a16:creationId xmlns:a16="http://schemas.microsoft.com/office/drawing/2014/main" id="{2D1C00DC-AE17-3A42-A3B4-D57D21D15A72}"/>
              </a:ext>
            </a:extLst>
          </p:cNvPr>
          <p:cNvSpPr>
            <a:spLocks noGrp="1"/>
          </p:cNvSpPr>
          <p:nvPr>
            <p:ph type="pic" sz="quarter" idx="26" hasCustomPrompt="1"/>
          </p:nvPr>
        </p:nvSpPr>
        <p:spPr>
          <a:xfrm>
            <a:off x="8341036" y="210766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5" name="Picture Placeholder 10">
            <a:extLst>
              <a:ext uri="{FF2B5EF4-FFF2-40B4-BE49-F238E27FC236}">
                <a16:creationId xmlns:a16="http://schemas.microsoft.com/office/drawing/2014/main" id="{72FCF177-C367-BC43-A0F2-66ADA32F22E4}"/>
              </a:ext>
            </a:extLst>
          </p:cNvPr>
          <p:cNvSpPr>
            <a:spLocks noGrp="1"/>
          </p:cNvSpPr>
          <p:nvPr>
            <p:ph type="pic" sz="quarter" idx="27" hasCustomPrompt="1"/>
          </p:nvPr>
        </p:nvSpPr>
        <p:spPr>
          <a:xfrm>
            <a:off x="2946202" y="-1171448"/>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7" name="Picture Placeholder 10">
            <a:extLst>
              <a:ext uri="{FF2B5EF4-FFF2-40B4-BE49-F238E27FC236}">
                <a16:creationId xmlns:a16="http://schemas.microsoft.com/office/drawing/2014/main" id="{CDE3BC0F-9135-CA48-8AA5-0BC6B81A6BA5}"/>
              </a:ext>
            </a:extLst>
          </p:cNvPr>
          <p:cNvSpPr>
            <a:spLocks noGrp="1"/>
          </p:cNvSpPr>
          <p:nvPr>
            <p:ph type="pic" sz="quarter" idx="29" hasCustomPrompt="1"/>
          </p:nvPr>
        </p:nvSpPr>
        <p:spPr>
          <a:xfrm>
            <a:off x="7832695" y="537687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11" name="Text Placeholder 11">
            <a:extLst>
              <a:ext uri="{FF2B5EF4-FFF2-40B4-BE49-F238E27FC236}">
                <a16:creationId xmlns:a16="http://schemas.microsoft.com/office/drawing/2014/main" id="{227879A9-DCEB-4F46-B703-95001A4A2A0B}"/>
              </a:ext>
            </a:extLst>
          </p:cNvPr>
          <p:cNvSpPr>
            <a:spLocks noGrp="1"/>
          </p:cNvSpPr>
          <p:nvPr>
            <p:ph type="body" sz="quarter" idx="30"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CF179497-5216-451F-8218-38F0186496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36767055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Gallery - Half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108422" y="1132003"/>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107829" y="2282810"/>
            <a:ext cx="3523058"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107235" y="2006861"/>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5955740" y="0"/>
            <a:ext cx="3187669" cy="3429000"/>
          </a:xfrm>
          <a:prstGeom prst="rect">
            <a:avLst/>
          </a:prstGeom>
        </p:spPr>
        <p:txBody>
          <a:bodyPr/>
          <a:lstStyle>
            <a:lvl1pPr>
              <a:defRPr sz="900"/>
            </a:lvl1pPr>
          </a:lstStyle>
          <a:p>
            <a:endParaRPr lang="en-US"/>
          </a:p>
        </p:txBody>
      </p:sp>
      <p:sp>
        <p:nvSpPr>
          <p:cNvPr id="31" name="Picture Placeholder 30">
            <a:extLst>
              <a:ext uri="{FF2B5EF4-FFF2-40B4-BE49-F238E27FC236}">
                <a16:creationId xmlns:a16="http://schemas.microsoft.com/office/drawing/2014/main" id="{7437EBDA-A032-DD4D-B1B6-0FA474B32F91}"/>
              </a:ext>
            </a:extLst>
          </p:cNvPr>
          <p:cNvSpPr>
            <a:spLocks noGrp="1"/>
          </p:cNvSpPr>
          <p:nvPr>
            <p:ph type="pic" sz="quarter" idx="22"/>
          </p:nvPr>
        </p:nvSpPr>
        <p:spPr>
          <a:xfrm>
            <a:off x="2447058" y="-2475"/>
            <a:ext cx="2124348" cy="423581"/>
          </a:xfrm>
          <a:custGeom>
            <a:avLst/>
            <a:gdLst>
              <a:gd name="connsiteX0" fmla="*/ 0 w 2832464"/>
              <a:gd name="connsiteY0" fmla="*/ 0 h 423581"/>
              <a:gd name="connsiteX1" fmla="*/ 2832464 w 2832464"/>
              <a:gd name="connsiteY1" fmla="*/ 0 h 423581"/>
              <a:gd name="connsiteX2" fmla="*/ 2832464 w 2832464"/>
              <a:gd name="connsiteY2" fmla="*/ 423581 h 423581"/>
              <a:gd name="connsiteX3" fmla="*/ 0 w 2832464"/>
              <a:gd name="connsiteY3" fmla="*/ 423581 h 423581"/>
            </a:gdLst>
            <a:ahLst/>
            <a:cxnLst>
              <a:cxn ang="0">
                <a:pos x="connsiteX0" y="connsiteY0"/>
              </a:cxn>
              <a:cxn ang="0">
                <a:pos x="connsiteX1" y="connsiteY1"/>
              </a:cxn>
              <a:cxn ang="0">
                <a:pos x="connsiteX2" y="connsiteY2"/>
              </a:cxn>
              <a:cxn ang="0">
                <a:pos x="connsiteX3" y="connsiteY3"/>
              </a:cxn>
            </a:cxnLst>
            <a:rect l="l" t="t" r="r" b="b"/>
            <a:pathLst>
              <a:path w="2832464" h="423581">
                <a:moveTo>
                  <a:pt x="0" y="0"/>
                </a:moveTo>
                <a:lnTo>
                  <a:pt x="2832464" y="0"/>
                </a:lnTo>
                <a:lnTo>
                  <a:pt x="2832464" y="423581"/>
                </a:lnTo>
                <a:lnTo>
                  <a:pt x="0" y="423581"/>
                </a:lnTo>
                <a:close/>
              </a:path>
            </a:pathLst>
          </a:custGeom>
        </p:spPr>
        <p:txBody>
          <a:bodyPr wrap="square">
            <a:noAutofit/>
          </a:bodyPr>
          <a:lstStyle>
            <a:lvl1pPr>
              <a:defRPr sz="900"/>
            </a:lvl1pPr>
          </a:lstStyle>
          <a:p>
            <a:endParaRPr lang="en-US"/>
          </a:p>
        </p:txBody>
      </p:sp>
      <p:sp>
        <p:nvSpPr>
          <p:cNvPr id="33" name="Picture Placeholder 32">
            <a:extLst>
              <a:ext uri="{FF2B5EF4-FFF2-40B4-BE49-F238E27FC236}">
                <a16:creationId xmlns:a16="http://schemas.microsoft.com/office/drawing/2014/main" id="{A24018BA-64A1-E34C-8EA6-2C220E8D8E35}"/>
              </a:ext>
            </a:extLst>
          </p:cNvPr>
          <p:cNvSpPr>
            <a:spLocks noGrp="1"/>
          </p:cNvSpPr>
          <p:nvPr>
            <p:ph type="pic" sz="quarter" idx="24"/>
          </p:nvPr>
        </p:nvSpPr>
        <p:spPr>
          <a:xfrm>
            <a:off x="4572003" y="-2475"/>
            <a:ext cx="1383737" cy="6860475"/>
          </a:xfrm>
          <a:custGeom>
            <a:avLst/>
            <a:gdLst>
              <a:gd name="connsiteX0" fmla="*/ 0 w 1844983"/>
              <a:gd name="connsiteY0" fmla="*/ 0 h 6860475"/>
              <a:gd name="connsiteX1" fmla="*/ 1844983 w 1844983"/>
              <a:gd name="connsiteY1" fmla="*/ 0 h 6860475"/>
              <a:gd name="connsiteX2" fmla="*/ 1844983 w 1844983"/>
              <a:gd name="connsiteY2" fmla="*/ 6860475 h 6860475"/>
              <a:gd name="connsiteX3" fmla="*/ 0 w 1844983"/>
              <a:gd name="connsiteY3" fmla="*/ 6860475 h 6860475"/>
              <a:gd name="connsiteX4" fmla="*/ 0 w 1844983"/>
              <a:gd name="connsiteY4" fmla="*/ 5905387 h 6860475"/>
              <a:gd name="connsiteX5" fmla="*/ 491006 w 1844983"/>
              <a:gd name="connsiteY5" fmla="*/ 5905387 h 6860475"/>
              <a:gd name="connsiteX6" fmla="*/ 491006 w 1844983"/>
              <a:gd name="connsiteY6" fmla="*/ 423581 h 6860475"/>
              <a:gd name="connsiteX7" fmla="*/ 0 w 1844983"/>
              <a:gd name="connsiteY7" fmla="*/ 423581 h 686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4983" h="6860475">
                <a:moveTo>
                  <a:pt x="0" y="0"/>
                </a:moveTo>
                <a:lnTo>
                  <a:pt x="1844983" y="0"/>
                </a:lnTo>
                <a:lnTo>
                  <a:pt x="1844983" y="6860475"/>
                </a:lnTo>
                <a:lnTo>
                  <a:pt x="0" y="6860475"/>
                </a:lnTo>
                <a:lnTo>
                  <a:pt x="0" y="5905387"/>
                </a:lnTo>
                <a:lnTo>
                  <a:pt x="491006" y="5905387"/>
                </a:lnTo>
                <a:lnTo>
                  <a:pt x="491006" y="423581"/>
                </a:lnTo>
                <a:lnTo>
                  <a:pt x="0" y="423581"/>
                </a:lnTo>
                <a:close/>
              </a:path>
            </a:pathLst>
          </a:custGeom>
        </p:spPr>
        <p:txBody>
          <a:bodyPr wrap="square">
            <a:noAutofit/>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5955739" y="3429000"/>
            <a:ext cx="3188264" cy="3429000"/>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107234" y="792556"/>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
        <p:nvSpPr>
          <p:cNvPr id="29" name="Picture Placeholder 28">
            <a:extLst>
              <a:ext uri="{FF2B5EF4-FFF2-40B4-BE49-F238E27FC236}">
                <a16:creationId xmlns:a16="http://schemas.microsoft.com/office/drawing/2014/main" id="{60C12EEC-4801-634A-A98C-BC079BD5EA77}"/>
              </a:ext>
            </a:extLst>
          </p:cNvPr>
          <p:cNvSpPr>
            <a:spLocks noGrp="1"/>
          </p:cNvSpPr>
          <p:nvPr>
            <p:ph type="pic" sz="quarter" idx="19"/>
          </p:nvPr>
        </p:nvSpPr>
        <p:spPr>
          <a:xfrm>
            <a:off x="0" y="3429000"/>
            <a:ext cx="4572000" cy="3429000"/>
          </a:xfrm>
          <a:custGeom>
            <a:avLst/>
            <a:gdLst>
              <a:gd name="connsiteX0" fmla="*/ 0 w 6096000"/>
              <a:gd name="connsiteY0" fmla="*/ 0 h 3429000"/>
              <a:gd name="connsiteX1" fmla="*/ 1063818 w 6096000"/>
              <a:gd name="connsiteY1" fmla="*/ 0 h 3429000"/>
              <a:gd name="connsiteX2" fmla="*/ 1063818 w 6096000"/>
              <a:gd name="connsiteY2" fmla="*/ 2473912 h 3429000"/>
              <a:gd name="connsiteX3" fmla="*/ 6096000 w 6096000"/>
              <a:gd name="connsiteY3" fmla="*/ 2473912 h 3429000"/>
              <a:gd name="connsiteX4" fmla="*/ 6096000 w 6096000"/>
              <a:gd name="connsiteY4" fmla="*/ 3429000 h 3429000"/>
              <a:gd name="connsiteX5" fmla="*/ 0 w 6096000"/>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3429000">
                <a:moveTo>
                  <a:pt x="0" y="0"/>
                </a:moveTo>
                <a:lnTo>
                  <a:pt x="1063818" y="0"/>
                </a:lnTo>
                <a:lnTo>
                  <a:pt x="1063818" y="2473912"/>
                </a:lnTo>
                <a:lnTo>
                  <a:pt x="6096000" y="2473912"/>
                </a:lnTo>
                <a:lnTo>
                  <a:pt x="6096000" y="3429000"/>
                </a:lnTo>
                <a:lnTo>
                  <a:pt x="0" y="3429000"/>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90E2859A-EC5E-6049-8DA6-03CAE9E701AC}"/>
              </a:ext>
            </a:extLst>
          </p:cNvPr>
          <p:cNvSpPr>
            <a:spLocks noGrp="1"/>
          </p:cNvSpPr>
          <p:nvPr>
            <p:ph type="pic" sz="quarter" idx="23"/>
          </p:nvPr>
        </p:nvSpPr>
        <p:spPr>
          <a:xfrm>
            <a:off x="0" y="0"/>
            <a:ext cx="2447058" cy="3429000"/>
          </a:xfrm>
          <a:custGeom>
            <a:avLst/>
            <a:gdLst>
              <a:gd name="connsiteX0" fmla="*/ 0 w 3262744"/>
              <a:gd name="connsiteY0" fmla="*/ 0 h 3429000"/>
              <a:gd name="connsiteX1" fmla="*/ 3262744 w 3262744"/>
              <a:gd name="connsiteY1" fmla="*/ 0 h 3429000"/>
              <a:gd name="connsiteX2" fmla="*/ 3262744 w 3262744"/>
              <a:gd name="connsiteY2" fmla="*/ 421106 h 3429000"/>
              <a:gd name="connsiteX3" fmla="*/ 1063818 w 3262744"/>
              <a:gd name="connsiteY3" fmla="*/ 421106 h 3429000"/>
              <a:gd name="connsiteX4" fmla="*/ 1063818 w 3262744"/>
              <a:gd name="connsiteY4" fmla="*/ 3429000 h 3429000"/>
              <a:gd name="connsiteX5" fmla="*/ 0 w 3262744"/>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2744" h="3429000">
                <a:moveTo>
                  <a:pt x="0" y="0"/>
                </a:moveTo>
                <a:lnTo>
                  <a:pt x="3262744" y="0"/>
                </a:lnTo>
                <a:lnTo>
                  <a:pt x="3262744" y="421106"/>
                </a:lnTo>
                <a:lnTo>
                  <a:pt x="1063818" y="421106"/>
                </a:lnTo>
                <a:lnTo>
                  <a:pt x="1063818" y="3429000"/>
                </a:lnTo>
                <a:lnTo>
                  <a:pt x="0" y="3429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3441667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Gallery - Full 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566205" y="1930362"/>
            <a:ext cx="6002767"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565611" y="3081173"/>
            <a:ext cx="6003361" cy="2185919"/>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565014" y="2805220"/>
            <a:ext cx="600378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20">
            <a:extLst>
              <a:ext uri="{FF2B5EF4-FFF2-40B4-BE49-F238E27FC236}">
                <a16:creationId xmlns:a16="http://schemas.microsoft.com/office/drawing/2014/main" id="{0358620F-2FFB-6D48-96CA-CC0639EBBF66}"/>
              </a:ext>
            </a:extLst>
          </p:cNvPr>
          <p:cNvSpPr>
            <a:spLocks noGrp="1"/>
          </p:cNvSpPr>
          <p:nvPr>
            <p:ph type="pic" sz="quarter" idx="18"/>
          </p:nvPr>
        </p:nvSpPr>
        <p:spPr>
          <a:xfrm>
            <a:off x="7139337" y="175"/>
            <a:ext cx="2004664" cy="4198738"/>
          </a:xfrm>
          <a:custGeom>
            <a:avLst/>
            <a:gdLst>
              <a:gd name="connsiteX0" fmla="*/ 0 w 2672885"/>
              <a:gd name="connsiteY0" fmla="*/ 0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0" fmla="*/ 0 w 2672885"/>
              <a:gd name="connsiteY0" fmla="*/ 375139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6" fmla="*/ 0 w 2672885"/>
              <a:gd name="connsiteY6" fmla="*/ 375139 h 4194830"/>
              <a:gd name="connsiteX0" fmla="*/ 0 w 2672885"/>
              <a:gd name="connsiteY0" fmla="*/ 0 h 4198737"/>
              <a:gd name="connsiteX1" fmla="*/ 2672885 w 2672885"/>
              <a:gd name="connsiteY1" fmla="*/ 3907 h 4198737"/>
              <a:gd name="connsiteX2" fmla="*/ 2672885 w 2672885"/>
              <a:gd name="connsiteY2" fmla="*/ 4198737 h 4198737"/>
              <a:gd name="connsiteX3" fmla="*/ 1320950 w 2672885"/>
              <a:gd name="connsiteY3" fmla="*/ 4198737 h 4198737"/>
              <a:gd name="connsiteX4" fmla="*/ 1320950 w 2672885"/>
              <a:gd name="connsiteY4" fmla="*/ 1015748 h 4198737"/>
              <a:gd name="connsiteX5" fmla="*/ 0 w 2672885"/>
              <a:gd name="connsiteY5" fmla="*/ 1015748 h 4198737"/>
              <a:gd name="connsiteX6" fmla="*/ 0 w 2672885"/>
              <a:gd name="connsiteY6" fmla="*/ 0 h 4198737"/>
              <a:gd name="connsiteX0" fmla="*/ 0 w 2672885"/>
              <a:gd name="connsiteY0" fmla="*/ 1 h 4198738"/>
              <a:gd name="connsiteX1" fmla="*/ 2668977 w 2672885"/>
              <a:gd name="connsiteY1" fmla="*/ 0 h 4198738"/>
              <a:gd name="connsiteX2" fmla="*/ 2672885 w 2672885"/>
              <a:gd name="connsiteY2" fmla="*/ 4198738 h 4198738"/>
              <a:gd name="connsiteX3" fmla="*/ 1320950 w 2672885"/>
              <a:gd name="connsiteY3" fmla="*/ 4198738 h 4198738"/>
              <a:gd name="connsiteX4" fmla="*/ 1320950 w 2672885"/>
              <a:gd name="connsiteY4" fmla="*/ 1015749 h 4198738"/>
              <a:gd name="connsiteX5" fmla="*/ 0 w 2672885"/>
              <a:gd name="connsiteY5" fmla="*/ 1015749 h 4198738"/>
              <a:gd name="connsiteX6" fmla="*/ 0 w 2672885"/>
              <a:gd name="connsiteY6" fmla="*/ 1 h 419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85" h="4198738">
                <a:moveTo>
                  <a:pt x="0" y="1"/>
                </a:moveTo>
                <a:lnTo>
                  <a:pt x="2668977" y="0"/>
                </a:lnTo>
                <a:cubicBezTo>
                  <a:pt x="2670280" y="1399579"/>
                  <a:pt x="2671582" y="2799159"/>
                  <a:pt x="2672885" y="4198738"/>
                </a:cubicBezTo>
                <a:lnTo>
                  <a:pt x="1320950" y="4198738"/>
                </a:lnTo>
                <a:lnTo>
                  <a:pt x="1320950" y="1015749"/>
                </a:lnTo>
                <a:lnTo>
                  <a:pt x="0" y="1015749"/>
                </a:lnTo>
                <a:lnTo>
                  <a:pt x="0" y="1"/>
                </a:lnTo>
                <a:close/>
              </a:path>
            </a:pathLst>
          </a:custGeom>
        </p:spPr>
        <p:txBody>
          <a:bodyPr wrap="square">
            <a:noAutofit/>
          </a:bodyPr>
          <a:lstStyle>
            <a:lvl1pPr>
              <a:defRPr sz="900"/>
            </a:lvl1pPr>
          </a:lstStyle>
          <a:p>
            <a:endParaRPr lang="en-US"/>
          </a:p>
        </p:txBody>
      </p:sp>
      <p:sp>
        <p:nvSpPr>
          <p:cNvPr id="17" name="Picture Placeholder 16">
            <a:extLst>
              <a:ext uri="{FF2B5EF4-FFF2-40B4-BE49-F238E27FC236}">
                <a16:creationId xmlns:a16="http://schemas.microsoft.com/office/drawing/2014/main" id="{37877DEB-252E-9F44-B34F-E27305950720}"/>
              </a:ext>
            </a:extLst>
          </p:cNvPr>
          <p:cNvSpPr>
            <a:spLocks noGrp="1"/>
          </p:cNvSpPr>
          <p:nvPr>
            <p:ph type="pic" sz="quarter" idx="19"/>
          </p:nvPr>
        </p:nvSpPr>
        <p:spPr>
          <a:xfrm>
            <a:off x="2" y="5"/>
            <a:ext cx="3613353" cy="2659087"/>
          </a:xfrm>
          <a:custGeom>
            <a:avLst/>
            <a:gdLst>
              <a:gd name="connsiteX0" fmla="*/ 0 w 4817804"/>
              <a:gd name="connsiteY0" fmla="*/ 0 h 2659087"/>
              <a:gd name="connsiteX1" fmla="*/ 4817804 w 4817804"/>
              <a:gd name="connsiteY1" fmla="*/ 0 h 2659087"/>
              <a:gd name="connsiteX2" fmla="*/ 4817804 w 4817804"/>
              <a:gd name="connsiteY2" fmla="*/ 1015925 h 2659087"/>
              <a:gd name="connsiteX3" fmla="*/ 1338343 w 4817804"/>
              <a:gd name="connsiteY3" fmla="*/ 1015925 h 2659087"/>
              <a:gd name="connsiteX4" fmla="*/ 1338343 w 4817804"/>
              <a:gd name="connsiteY4" fmla="*/ 2659087 h 2659087"/>
              <a:gd name="connsiteX5" fmla="*/ 0 w 4817804"/>
              <a:gd name="connsiteY5" fmla="*/ 2659087 h 2659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4" h="2659087">
                <a:moveTo>
                  <a:pt x="0" y="0"/>
                </a:moveTo>
                <a:lnTo>
                  <a:pt x="4817804" y="0"/>
                </a:lnTo>
                <a:lnTo>
                  <a:pt x="4817804" y="1015925"/>
                </a:lnTo>
                <a:lnTo>
                  <a:pt x="1338343" y="1015925"/>
                </a:lnTo>
                <a:lnTo>
                  <a:pt x="1338343" y="2659087"/>
                </a:lnTo>
                <a:lnTo>
                  <a:pt x="0" y="2659087"/>
                </a:lnTo>
                <a:close/>
              </a:path>
            </a:pathLst>
          </a:custGeom>
        </p:spPr>
        <p:txBody>
          <a:bodyPr wrap="square">
            <a:noAutofit/>
          </a:bodyPr>
          <a:lstStyle>
            <a:lvl1pPr>
              <a:defRPr sz="900"/>
            </a:lvl1pPr>
          </a:lstStyle>
          <a:p>
            <a:endParaRPr lang="en-US"/>
          </a:p>
        </p:txBody>
      </p:sp>
      <p:sp>
        <p:nvSpPr>
          <p:cNvPr id="25" name="Picture Placeholder 24">
            <a:extLst>
              <a:ext uri="{FF2B5EF4-FFF2-40B4-BE49-F238E27FC236}">
                <a16:creationId xmlns:a16="http://schemas.microsoft.com/office/drawing/2014/main" id="{BF9D9B71-BFFD-F149-98FF-4B3F74EDE6FE}"/>
              </a:ext>
            </a:extLst>
          </p:cNvPr>
          <p:cNvSpPr>
            <a:spLocks noGrp="1"/>
          </p:cNvSpPr>
          <p:nvPr>
            <p:ph type="pic" sz="quarter" idx="22"/>
          </p:nvPr>
        </p:nvSpPr>
        <p:spPr>
          <a:xfrm>
            <a:off x="1995840" y="5842077"/>
            <a:ext cx="3534809" cy="1015924"/>
          </a:xfrm>
          <a:custGeom>
            <a:avLst/>
            <a:gdLst>
              <a:gd name="connsiteX0" fmla="*/ 0 w 4713078"/>
              <a:gd name="connsiteY0" fmla="*/ 0 h 1015924"/>
              <a:gd name="connsiteX1" fmla="*/ 4713078 w 4713078"/>
              <a:gd name="connsiteY1" fmla="*/ 0 h 1015924"/>
              <a:gd name="connsiteX2" fmla="*/ 4713078 w 4713078"/>
              <a:gd name="connsiteY2" fmla="*/ 1015924 h 1015924"/>
              <a:gd name="connsiteX3" fmla="*/ 0 w 4713078"/>
              <a:gd name="connsiteY3" fmla="*/ 1015924 h 1015924"/>
            </a:gdLst>
            <a:ahLst/>
            <a:cxnLst>
              <a:cxn ang="0">
                <a:pos x="connsiteX0" y="connsiteY0"/>
              </a:cxn>
              <a:cxn ang="0">
                <a:pos x="connsiteX1" y="connsiteY1"/>
              </a:cxn>
              <a:cxn ang="0">
                <a:pos x="connsiteX2" y="connsiteY2"/>
              </a:cxn>
              <a:cxn ang="0">
                <a:pos x="connsiteX3" y="connsiteY3"/>
              </a:cxn>
            </a:cxnLst>
            <a:rect l="l" t="t" r="r" b="b"/>
            <a:pathLst>
              <a:path w="4713078" h="1015924">
                <a:moveTo>
                  <a:pt x="0" y="0"/>
                </a:moveTo>
                <a:lnTo>
                  <a:pt x="4713078" y="0"/>
                </a:lnTo>
                <a:lnTo>
                  <a:pt x="4713078" y="1015924"/>
                </a:lnTo>
                <a:lnTo>
                  <a:pt x="0" y="1015924"/>
                </a:lnTo>
                <a:close/>
              </a:path>
            </a:pathLst>
          </a:custGeom>
        </p:spPr>
        <p:txBody>
          <a:bodyPr wrap="square">
            <a:noAutofit/>
          </a:bodyPr>
          <a:lstStyle>
            <a:lvl1pPr>
              <a:defRPr sz="900"/>
            </a:lvl1pPr>
          </a:lstStyle>
          <a:p>
            <a:endParaRPr lang="en-US"/>
          </a:p>
        </p:txBody>
      </p:sp>
      <p:sp>
        <p:nvSpPr>
          <p:cNvPr id="19" name="Picture Placeholder 18">
            <a:extLst>
              <a:ext uri="{FF2B5EF4-FFF2-40B4-BE49-F238E27FC236}">
                <a16:creationId xmlns:a16="http://schemas.microsoft.com/office/drawing/2014/main" id="{93C10310-D492-2B48-82D8-47AD8800EC26}"/>
              </a:ext>
            </a:extLst>
          </p:cNvPr>
          <p:cNvSpPr>
            <a:spLocks noGrp="1"/>
          </p:cNvSpPr>
          <p:nvPr>
            <p:ph type="pic" sz="quarter" idx="23"/>
          </p:nvPr>
        </p:nvSpPr>
        <p:spPr>
          <a:xfrm>
            <a:off x="3613355" y="4"/>
            <a:ext cx="3525807" cy="1015925"/>
          </a:xfrm>
          <a:custGeom>
            <a:avLst/>
            <a:gdLst>
              <a:gd name="connsiteX0" fmla="*/ 0 w 4679169"/>
              <a:gd name="connsiteY0" fmla="*/ 0 h 1015925"/>
              <a:gd name="connsiteX1" fmla="*/ 4679169 w 4679169"/>
              <a:gd name="connsiteY1" fmla="*/ 0 h 1015925"/>
              <a:gd name="connsiteX2" fmla="*/ 4679169 w 4679169"/>
              <a:gd name="connsiteY2" fmla="*/ 1015925 h 1015925"/>
              <a:gd name="connsiteX3" fmla="*/ 0 w 4679169"/>
              <a:gd name="connsiteY3" fmla="*/ 1015925 h 1015925"/>
            </a:gdLst>
            <a:ahLst/>
            <a:cxnLst>
              <a:cxn ang="0">
                <a:pos x="connsiteX0" y="connsiteY0"/>
              </a:cxn>
              <a:cxn ang="0">
                <a:pos x="connsiteX1" y="connsiteY1"/>
              </a:cxn>
              <a:cxn ang="0">
                <a:pos x="connsiteX2" y="connsiteY2"/>
              </a:cxn>
              <a:cxn ang="0">
                <a:pos x="connsiteX3" y="connsiteY3"/>
              </a:cxn>
            </a:cxnLst>
            <a:rect l="l" t="t" r="r" b="b"/>
            <a:pathLst>
              <a:path w="4679169" h="1015925">
                <a:moveTo>
                  <a:pt x="0" y="0"/>
                </a:moveTo>
                <a:lnTo>
                  <a:pt x="4679169" y="0"/>
                </a:lnTo>
                <a:lnTo>
                  <a:pt x="4679169" y="1015925"/>
                </a:lnTo>
                <a:lnTo>
                  <a:pt x="0" y="1015925"/>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7248D697-E1D5-CE49-B64D-4F8496B4CF14}"/>
              </a:ext>
            </a:extLst>
          </p:cNvPr>
          <p:cNvSpPr>
            <a:spLocks noGrp="1"/>
          </p:cNvSpPr>
          <p:nvPr>
            <p:ph type="pic" sz="quarter" idx="24"/>
          </p:nvPr>
        </p:nvSpPr>
        <p:spPr>
          <a:xfrm>
            <a:off x="0" y="2659086"/>
            <a:ext cx="1995838" cy="4198914"/>
          </a:xfrm>
          <a:custGeom>
            <a:avLst/>
            <a:gdLst>
              <a:gd name="connsiteX0" fmla="*/ 0 w 2661117"/>
              <a:gd name="connsiteY0" fmla="*/ 0 h 4198914"/>
              <a:gd name="connsiteX1" fmla="*/ 1338343 w 2661117"/>
              <a:gd name="connsiteY1" fmla="*/ 0 h 4198914"/>
              <a:gd name="connsiteX2" fmla="*/ 1338343 w 2661117"/>
              <a:gd name="connsiteY2" fmla="*/ 3182991 h 4198914"/>
              <a:gd name="connsiteX3" fmla="*/ 2661117 w 2661117"/>
              <a:gd name="connsiteY3" fmla="*/ 3182991 h 4198914"/>
              <a:gd name="connsiteX4" fmla="*/ 2661117 w 2661117"/>
              <a:gd name="connsiteY4" fmla="*/ 4198914 h 4198914"/>
              <a:gd name="connsiteX5" fmla="*/ 0 w 2661117"/>
              <a:gd name="connsiteY5" fmla="*/ 4198914 h 419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1117" h="4198914">
                <a:moveTo>
                  <a:pt x="0" y="0"/>
                </a:moveTo>
                <a:lnTo>
                  <a:pt x="1338343" y="0"/>
                </a:lnTo>
                <a:lnTo>
                  <a:pt x="1338343" y="3182991"/>
                </a:lnTo>
                <a:lnTo>
                  <a:pt x="2661117" y="3182991"/>
                </a:lnTo>
                <a:lnTo>
                  <a:pt x="2661117" y="4198914"/>
                </a:lnTo>
                <a:lnTo>
                  <a:pt x="0" y="4198914"/>
                </a:lnTo>
                <a:close/>
              </a:path>
            </a:pathLst>
          </a:custGeom>
        </p:spPr>
        <p:txBody>
          <a:bodyPr wrap="square">
            <a:noAutofit/>
          </a:bodyPr>
          <a:lstStyle>
            <a:lvl1pPr>
              <a:defRPr sz="900"/>
            </a:lvl1pPr>
          </a:lstStyle>
          <a:p>
            <a:endParaRPr lang="en-US"/>
          </a:p>
        </p:txBody>
      </p:sp>
      <p:sp>
        <p:nvSpPr>
          <p:cNvPr id="23" name="Picture Placeholder 22">
            <a:extLst>
              <a:ext uri="{FF2B5EF4-FFF2-40B4-BE49-F238E27FC236}">
                <a16:creationId xmlns:a16="http://schemas.microsoft.com/office/drawing/2014/main" id="{7467BD37-282E-E446-8940-9805483E961C}"/>
              </a:ext>
            </a:extLst>
          </p:cNvPr>
          <p:cNvSpPr>
            <a:spLocks noGrp="1"/>
          </p:cNvSpPr>
          <p:nvPr>
            <p:ph type="pic" sz="quarter" idx="25"/>
          </p:nvPr>
        </p:nvSpPr>
        <p:spPr>
          <a:xfrm>
            <a:off x="5530648" y="4198915"/>
            <a:ext cx="3613355" cy="2659086"/>
          </a:xfrm>
          <a:custGeom>
            <a:avLst/>
            <a:gdLst>
              <a:gd name="connsiteX0" fmla="*/ 3465870 w 4817806"/>
              <a:gd name="connsiteY0" fmla="*/ 0 h 2659086"/>
              <a:gd name="connsiteX1" fmla="*/ 4817806 w 4817806"/>
              <a:gd name="connsiteY1" fmla="*/ 0 h 2659086"/>
              <a:gd name="connsiteX2" fmla="*/ 4817806 w 4817806"/>
              <a:gd name="connsiteY2" fmla="*/ 2659086 h 2659086"/>
              <a:gd name="connsiteX3" fmla="*/ 0 w 4817806"/>
              <a:gd name="connsiteY3" fmla="*/ 2659086 h 2659086"/>
              <a:gd name="connsiteX4" fmla="*/ 0 w 4817806"/>
              <a:gd name="connsiteY4" fmla="*/ 1643162 h 2659086"/>
              <a:gd name="connsiteX5" fmla="*/ 3465870 w 4817806"/>
              <a:gd name="connsiteY5" fmla="*/ 1643162 h 265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6" h="2659086">
                <a:moveTo>
                  <a:pt x="3465870" y="0"/>
                </a:moveTo>
                <a:lnTo>
                  <a:pt x="4817806" y="0"/>
                </a:lnTo>
                <a:lnTo>
                  <a:pt x="4817806" y="2659086"/>
                </a:lnTo>
                <a:lnTo>
                  <a:pt x="0" y="2659086"/>
                </a:lnTo>
                <a:lnTo>
                  <a:pt x="0" y="1643162"/>
                </a:lnTo>
                <a:lnTo>
                  <a:pt x="3465870" y="1643162"/>
                </a:lnTo>
                <a:close/>
              </a:path>
            </a:pathLst>
          </a:custGeom>
        </p:spPr>
        <p:txBody>
          <a:bodyPr wrap="square">
            <a:noAutofit/>
          </a:bodyPr>
          <a:lstStyle>
            <a:lvl1pPr algn="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565014" y="1590918"/>
            <a:ext cx="6003782"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3873849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457200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4572001"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33F06097-1504-401B-AB7A-A4858A92D8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55019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Large Photo - Right">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7EE7F26-1321-2445-A1A4-B5B78FCF1ECF}"/>
              </a:ext>
            </a:extLst>
          </p:cNvPr>
          <p:cNvSpPr/>
          <p:nvPr userDrawn="1"/>
        </p:nvSpPr>
        <p:spPr>
          <a:xfrm>
            <a:off x="0" y="0"/>
            <a:ext cx="9144000" cy="6858000"/>
          </a:xfrm>
          <a:custGeom>
            <a:avLst/>
            <a:gdLst>
              <a:gd name="connsiteX0" fmla="*/ 416375 w 12192000"/>
              <a:gd name="connsiteY0" fmla="*/ 455059 h 6858000"/>
              <a:gd name="connsiteX1" fmla="*/ 416375 w 12192000"/>
              <a:gd name="connsiteY1" fmla="*/ 6044697 h 6858000"/>
              <a:gd name="connsiteX2" fmla="*/ 5677243 w 12192000"/>
              <a:gd name="connsiteY2" fmla="*/ 6044697 h 6858000"/>
              <a:gd name="connsiteX3" fmla="*/ 5677243 w 12192000"/>
              <a:gd name="connsiteY3" fmla="*/ 45505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416375" y="455059"/>
                </a:moveTo>
                <a:lnTo>
                  <a:pt x="416375" y="6044697"/>
                </a:lnTo>
                <a:lnTo>
                  <a:pt x="5677243" y="6044697"/>
                </a:lnTo>
                <a:lnTo>
                  <a:pt x="5677243" y="455059"/>
                </a:lnTo>
                <a:close/>
                <a:moveTo>
                  <a:pt x="0" y="0"/>
                </a:moveTo>
                <a:lnTo>
                  <a:pt x="12192000" y="0"/>
                </a:lnTo>
                <a:lnTo>
                  <a:pt x="12192000" y="6858000"/>
                </a:lnTo>
                <a:lnTo>
                  <a:pt x="0" y="6858000"/>
                </a:lnTo>
                <a:close/>
              </a:path>
            </a:pathLst>
          </a:cu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24469"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23875" y="2482491"/>
            <a:ext cx="3523060" cy="31436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23282"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13" name="Picture Placeholder 12">
            <a:extLst>
              <a:ext uri="{FF2B5EF4-FFF2-40B4-BE49-F238E27FC236}">
                <a16:creationId xmlns:a16="http://schemas.microsoft.com/office/drawing/2014/main" id="{BCED9C80-A09F-944D-8036-B3AEB8673518}"/>
              </a:ext>
            </a:extLst>
          </p:cNvPr>
          <p:cNvSpPr>
            <a:spLocks noGrp="1"/>
          </p:cNvSpPr>
          <p:nvPr>
            <p:ph type="pic" sz="quarter" idx="18" hasCustomPrompt="1"/>
          </p:nvPr>
        </p:nvSpPr>
        <p:spPr>
          <a:xfrm>
            <a:off x="2" y="0"/>
            <a:ext cx="9144001" cy="6858000"/>
          </a:xfrm>
          <a:custGeom>
            <a:avLst/>
            <a:gdLst>
              <a:gd name="connsiteX0" fmla="*/ 416375 w 12192001"/>
              <a:gd name="connsiteY0" fmla="*/ 455059 h 6858000"/>
              <a:gd name="connsiteX1" fmla="*/ 416375 w 12192001"/>
              <a:gd name="connsiteY1" fmla="*/ 6044697 h 6858000"/>
              <a:gd name="connsiteX2" fmla="*/ 5677243 w 12192001"/>
              <a:gd name="connsiteY2" fmla="*/ 6044697 h 6858000"/>
              <a:gd name="connsiteX3" fmla="*/ 5677243 w 12192001"/>
              <a:gd name="connsiteY3" fmla="*/ 455059 h 6858000"/>
              <a:gd name="connsiteX4" fmla="*/ 0 w 12192001"/>
              <a:gd name="connsiteY4" fmla="*/ 0 h 6858000"/>
              <a:gd name="connsiteX5" fmla="*/ 12192001 w 12192001"/>
              <a:gd name="connsiteY5" fmla="*/ 0 h 6858000"/>
              <a:gd name="connsiteX6" fmla="*/ 12192001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416375" y="455059"/>
                </a:moveTo>
                <a:lnTo>
                  <a:pt x="416375" y="6044697"/>
                </a:lnTo>
                <a:lnTo>
                  <a:pt x="5677243" y="6044697"/>
                </a:lnTo>
                <a:lnTo>
                  <a:pt x="5677243" y="455059"/>
                </a:lnTo>
                <a:close/>
                <a:moveTo>
                  <a:pt x="0" y="0"/>
                </a:moveTo>
                <a:lnTo>
                  <a:pt x="12192001" y="0"/>
                </a:lnTo>
                <a:lnTo>
                  <a:pt x="12192001" y="6858000"/>
                </a:lnTo>
                <a:lnTo>
                  <a:pt x="0" y="6858000"/>
                </a:lnTo>
                <a:close/>
              </a:path>
            </a:pathLst>
          </a:custGeom>
        </p:spPr>
        <p:txBody>
          <a:bodyPr wrap="square">
            <a:noAutofit/>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019C093F-F4BD-664F-9DDC-D0F858F50025}"/>
              </a:ext>
            </a:extLst>
          </p:cNvPr>
          <p:cNvSpPr>
            <a:spLocks noGrp="1"/>
          </p:cNvSpPr>
          <p:nvPr>
            <p:ph type="body" sz="quarter" idx="19" hasCustomPrompt="1"/>
          </p:nvPr>
        </p:nvSpPr>
        <p:spPr>
          <a:xfrm>
            <a:off x="523878"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0412444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rge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4572000" cy="685800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5121183" y="1012375"/>
            <a:ext cx="3523060" cy="999309"/>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5120589" y="2482491"/>
            <a:ext cx="3523060" cy="3194410"/>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5119995" y="2108906"/>
            <a:ext cx="3523655" cy="373584"/>
          </a:xfrm>
          <a:prstGeom prst="rect">
            <a:avLst/>
          </a:prstGeom>
        </p:spPr>
        <p:txBody>
          <a:bodyPr/>
          <a:lstStyle>
            <a:lvl1pPr marL="0" indent="0" algn="l">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0"/>
            <a:ext cx="4572000" cy="685800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82ADFC0A-EB24-894D-A665-DF65DC39E870}"/>
              </a:ext>
            </a:extLst>
          </p:cNvPr>
          <p:cNvSpPr>
            <a:spLocks noGrp="1"/>
          </p:cNvSpPr>
          <p:nvPr>
            <p:ph type="body" sz="quarter" idx="19" hasCustomPrompt="1"/>
          </p:nvPr>
        </p:nvSpPr>
        <p:spPr>
          <a:xfrm>
            <a:off x="5119995" y="695031"/>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0" name="Picture 9">
            <a:extLst>
              <a:ext uri="{FF2B5EF4-FFF2-40B4-BE49-F238E27FC236}">
                <a16:creationId xmlns:a16="http://schemas.microsoft.com/office/drawing/2014/main" id="{034CE3B9-7472-4389-A839-1D4110F64F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16075129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rge Photo - To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0"/>
            <a:ext cx="9144000" cy="384351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4323117"/>
            <a:ext cx="7037175" cy="765467"/>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hasCustomPrompt="1"/>
          </p:nvPr>
        </p:nvSpPr>
        <p:spPr>
          <a:xfrm>
            <a:off x="1053116" y="5364963"/>
            <a:ext cx="7037175" cy="107378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r>
              <a:rPr lang="en-US" dirty="0"/>
              <a:t>&lt;Insert text&gt;</a:t>
            </a:r>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5047643"/>
            <a:ext cx="7038365" cy="282396"/>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1"/>
            <a:ext cx="9144000" cy="3843511"/>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D3248A42-9103-0841-9630-92B19E7AD72A}"/>
              </a:ext>
            </a:extLst>
          </p:cNvPr>
          <p:cNvSpPr>
            <a:spLocks noGrp="1"/>
          </p:cNvSpPr>
          <p:nvPr>
            <p:ph type="body" sz="quarter" idx="19" hasCustomPrompt="1"/>
          </p:nvPr>
        </p:nvSpPr>
        <p:spPr>
          <a:xfrm>
            <a:off x="2809283" y="4005772"/>
            <a:ext cx="3523655" cy="317340"/>
          </a:xfrm>
          <a:prstGeom prst="rect">
            <a:avLst/>
          </a:prstGeom>
        </p:spPr>
        <p:txBody>
          <a:bodyPr anchor="b"/>
          <a:lstStyle>
            <a:lvl1pPr marL="0" indent="0" algn="l">
              <a:buNone/>
              <a:defRPr sz="900" b="0" i="0" cap="all" spc="113" baseline="0">
                <a:solidFill>
                  <a:srgbClr val="222222"/>
                </a:solidFill>
              </a:defRPr>
            </a:lvl1pPr>
          </a:lstStyle>
          <a:p>
            <a:pPr lvl="0"/>
            <a:r>
              <a:rPr lang="en-US" dirty="0"/>
              <a:t>Subheader if it is appropriate</a:t>
            </a:r>
          </a:p>
        </p:txBody>
      </p:sp>
      <p:pic>
        <p:nvPicPr>
          <p:cNvPr id="10" name="Picture 9">
            <a:extLst>
              <a:ext uri="{FF2B5EF4-FFF2-40B4-BE49-F238E27FC236}">
                <a16:creationId xmlns:a16="http://schemas.microsoft.com/office/drawing/2014/main" id="{DF6CD286-4C67-4861-8B79-407B4EE028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471395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Photo -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7E0485-99C3-A14E-BD9F-ED43B44B1E06}"/>
              </a:ext>
            </a:extLst>
          </p:cNvPr>
          <p:cNvSpPr/>
          <p:nvPr userDrawn="1"/>
        </p:nvSpPr>
        <p:spPr>
          <a:xfrm>
            <a:off x="0" y="4375339"/>
            <a:ext cx="9144000" cy="2482490"/>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Text Placeholder 15">
            <a:extLst>
              <a:ext uri="{FF2B5EF4-FFF2-40B4-BE49-F238E27FC236}">
                <a16:creationId xmlns:a16="http://schemas.microsoft.com/office/drawing/2014/main" id="{E64C65C8-4F87-D84D-A743-BA158FEBF95B}"/>
              </a:ext>
            </a:extLst>
          </p:cNvPr>
          <p:cNvSpPr>
            <a:spLocks noGrp="1"/>
          </p:cNvSpPr>
          <p:nvPr>
            <p:ph type="body" sz="quarter" idx="12" hasCustomPrompt="1"/>
          </p:nvPr>
        </p:nvSpPr>
        <p:spPr>
          <a:xfrm>
            <a:off x="1053413" y="734786"/>
            <a:ext cx="7037175" cy="702304"/>
          </a:xfrm>
          <a:prstGeom prst="rect">
            <a:avLst/>
          </a:prstGeom>
        </p:spPr>
        <p:txBody>
          <a:bodyPr anchor="b"/>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4A7F7E03-AD8F-C14A-A4A1-73C831020E54}"/>
              </a:ext>
            </a:extLst>
          </p:cNvPr>
          <p:cNvSpPr>
            <a:spLocks noGrp="1"/>
          </p:cNvSpPr>
          <p:nvPr>
            <p:ph type="body" sz="quarter" idx="15"/>
          </p:nvPr>
        </p:nvSpPr>
        <p:spPr>
          <a:xfrm>
            <a:off x="1053413" y="1816505"/>
            <a:ext cx="7037175" cy="2202148"/>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AA5557DB-D946-2644-95B4-CDDF09479386}"/>
              </a:ext>
            </a:extLst>
          </p:cNvPr>
          <p:cNvSpPr>
            <a:spLocks noGrp="1"/>
          </p:cNvSpPr>
          <p:nvPr>
            <p:ph type="body" sz="quarter" idx="17" hasCustomPrompt="1"/>
          </p:nvPr>
        </p:nvSpPr>
        <p:spPr>
          <a:xfrm>
            <a:off x="1051928" y="1420192"/>
            <a:ext cx="7038365" cy="373584"/>
          </a:xfrm>
          <a:prstGeom prst="rect">
            <a:avLst/>
          </a:prstGeom>
        </p:spPr>
        <p:txBody>
          <a:bodyPr/>
          <a:lstStyle>
            <a:lvl1pPr marL="0" indent="0" algn="ctr">
              <a:lnSpc>
                <a:spcPct val="120000"/>
              </a:lnSpc>
              <a:spcBef>
                <a:spcPts val="169"/>
              </a:spcBef>
              <a:spcAft>
                <a:spcPts val="338"/>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266A48E-575B-FD42-82AC-52D3F2E606C6}"/>
              </a:ext>
            </a:extLst>
          </p:cNvPr>
          <p:cNvSpPr>
            <a:spLocks noGrp="1"/>
          </p:cNvSpPr>
          <p:nvPr>
            <p:ph type="pic" sz="quarter" idx="18" hasCustomPrompt="1"/>
          </p:nvPr>
        </p:nvSpPr>
        <p:spPr>
          <a:xfrm>
            <a:off x="0" y="4375510"/>
            <a:ext cx="9144000" cy="2482490"/>
          </a:xfrm>
          <a:prstGeom prst="rect">
            <a:avLst/>
          </a:prstGeom>
        </p:spPr>
        <p:txBody>
          <a:bodyPr/>
          <a:lstStyle>
            <a:lvl1pPr marL="0" indent="0" algn="ctr">
              <a:buNone/>
              <a:defRPr sz="1350"/>
            </a:lvl1pPr>
          </a:lstStyle>
          <a:p>
            <a:r>
              <a:rPr lang="en-US"/>
              <a:t>&lt;Insert Picture&gt;</a:t>
            </a:r>
          </a:p>
        </p:txBody>
      </p:sp>
      <p:sp>
        <p:nvSpPr>
          <p:cNvPr id="9" name="Text Placeholder 11">
            <a:extLst>
              <a:ext uri="{FF2B5EF4-FFF2-40B4-BE49-F238E27FC236}">
                <a16:creationId xmlns:a16="http://schemas.microsoft.com/office/drawing/2014/main" id="{7D0DFACD-A69E-C043-BCE4-3C70DE4A0F9B}"/>
              </a:ext>
            </a:extLst>
          </p:cNvPr>
          <p:cNvSpPr>
            <a:spLocks noGrp="1"/>
          </p:cNvSpPr>
          <p:nvPr>
            <p:ph type="body" sz="quarter" idx="19" hasCustomPrompt="1"/>
          </p:nvPr>
        </p:nvSpPr>
        <p:spPr>
          <a:xfrm>
            <a:off x="1051927" y="483243"/>
            <a:ext cx="7038068" cy="251377"/>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1010461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uo Photo -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2540329"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2540329"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305193"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304597"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304001"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5304001"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1" name="Picture 10">
            <a:extLst>
              <a:ext uri="{FF2B5EF4-FFF2-40B4-BE49-F238E27FC236}">
                <a16:creationId xmlns:a16="http://schemas.microsoft.com/office/drawing/2014/main" id="{1DEFFBF4-5F8A-4A8D-8B7B-CBF19189BE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20068054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uo Photo -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84374" y="5"/>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724702" y="176"/>
            <a:ext cx="2419298" cy="6857829"/>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84374" y="0"/>
            <a:ext cx="2419298" cy="685800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724702" y="0"/>
            <a:ext cx="2419298" cy="685800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429816" y="999267"/>
            <a:ext cx="3412021"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429221" y="2150074"/>
            <a:ext cx="3412020" cy="3366314"/>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428626" y="1874125"/>
            <a:ext cx="341259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Text Placeholder 11">
            <a:extLst>
              <a:ext uri="{FF2B5EF4-FFF2-40B4-BE49-F238E27FC236}">
                <a16:creationId xmlns:a16="http://schemas.microsoft.com/office/drawing/2014/main" id="{42EDB562-9263-A048-96FB-922FA0E2EF03}"/>
              </a:ext>
            </a:extLst>
          </p:cNvPr>
          <p:cNvSpPr>
            <a:spLocks noGrp="1"/>
          </p:cNvSpPr>
          <p:nvPr>
            <p:ph type="body" sz="quarter" idx="19" hasCustomPrompt="1"/>
          </p:nvPr>
        </p:nvSpPr>
        <p:spPr>
          <a:xfrm>
            <a:off x="428626" y="723320"/>
            <a:ext cx="3412598" cy="275949"/>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FF9080-CD6B-4252-8D34-CB64184F860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7232998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ri Photo - Col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1" y="1"/>
            <a:ext cx="1693742" cy="579389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1834450" y="999415"/>
            <a:ext cx="1693742" cy="585858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1" y="0"/>
            <a:ext cx="1693742" cy="5794042"/>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1834450" y="999271"/>
            <a:ext cx="1693742" cy="5858733"/>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735473" y="999267"/>
            <a:ext cx="309107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734879" y="2150076"/>
            <a:ext cx="3091070" cy="3544767"/>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734339" y="1874125"/>
            <a:ext cx="309159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3668896" y="176"/>
            <a:ext cx="1693742" cy="5793755"/>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3668896" y="5"/>
            <a:ext cx="1693742" cy="5793899"/>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2" name="Oval 11">
            <a:extLst>
              <a:ext uri="{FF2B5EF4-FFF2-40B4-BE49-F238E27FC236}">
                <a16:creationId xmlns:a16="http://schemas.microsoft.com/office/drawing/2014/main" id="{C9D2F50D-8BF2-824F-A4DC-0CBF6EC8B684}"/>
              </a:ext>
            </a:extLst>
          </p:cNvPr>
          <p:cNvSpPr/>
          <p:nvPr userDrawn="1"/>
        </p:nvSpPr>
        <p:spPr>
          <a:xfrm>
            <a:off x="2882148" y="3972063"/>
            <a:ext cx="1292087" cy="1722783"/>
          </a:xfrm>
          <a:prstGeom prst="ellipse">
            <a:avLst/>
          </a:prstGeom>
          <a:solidFill>
            <a:srgbClr val="3AC1CD">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5" name="Freeform 24">
            <a:extLst>
              <a:ext uri="{FF2B5EF4-FFF2-40B4-BE49-F238E27FC236}">
                <a16:creationId xmlns:a16="http://schemas.microsoft.com/office/drawing/2014/main" id="{9814B6AF-8703-524C-8F9D-E8FE27AB741D}"/>
              </a:ext>
            </a:extLst>
          </p:cNvPr>
          <p:cNvSpPr/>
          <p:nvPr userDrawn="1"/>
        </p:nvSpPr>
        <p:spPr>
          <a:xfrm>
            <a:off x="4755728" y="0"/>
            <a:ext cx="1213821" cy="568486"/>
          </a:xfrm>
          <a:custGeom>
            <a:avLst/>
            <a:gdLst>
              <a:gd name="connsiteX0" fmla="*/ 0 w 1618428"/>
              <a:gd name="connsiteY0" fmla="*/ 0 h 568486"/>
              <a:gd name="connsiteX1" fmla="*/ 1618428 w 1618428"/>
              <a:gd name="connsiteY1" fmla="*/ 0 h 568486"/>
              <a:gd name="connsiteX2" fmla="*/ 1602914 w 1618428"/>
              <a:gd name="connsiteY2" fmla="*/ 42387 h 568486"/>
              <a:gd name="connsiteX3" fmla="*/ 809214 w 1618428"/>
              <a:gd name="connsiteY3" fmla="*/ 568486 h 568486"/>
              <a:gd name="connsiteX4" fmla="*/ 15514 w 1618428"/>
              <a:gd name="connsiteY4" fmla="*/ 42387 h 568486"/>
              <a:gd name="connsiteX5" fmla="*/ 0 w 1618428"/>
              <a:gd name="connsiteY5" fmla="*/ 0 h 568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8428" h="568486">
                <a:moveTo>
                  <a:pt x="0" y="0"/>
                </a:moveTo>
                <a:lnTo>
                  <a:pt x="1618428" y="0"/>
                </a:lnTo>
                <a:lnTo>
                  <a:pt x="1602914" y="42387"/>
                </a:lnTo>
                <a:cubicBezTo>
                  <a:pt x="1472147" y="351553"/>
                  <a:pt x="1166015" y="568486"/>
                  <a:pt x="809214" y="568486"/>
                </a:cubicBezTo>
                <a:cubicBezTo>
                  <a:pt x="452414" y="568486"/>
                  <a:pt x="146281" y="351553"/>
                  <a:pt x="15514" y="42387"/>
                </a:cubicBezTo>
                <a:lnTo>
                  <a:pt x="0" y="0"/>
                </a:lnTo>
                <a:close/>
              </a:path>
            </a:pathLst>
          </a:custGeom>
          <a:solidFill>
            <a:schemeClr val="accent3">
              <a:alpha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13"/>
          </a:p>
        </p:txBody>
      </p:sp>
      <p:sp>
        <p:nvSpPr>
          <p:cNvPr id="19" name="Oval 18">
            <a:extLst>
              <a:ext uri="{FF2B5EF4-FFF2-40B4-BE49-F238E27FC236}">
                <a16:creationId xmlns:a16="http://schemas.microsoft.com/office/drawing/2014/main" id="{DAB3E781-549C-B144-86E1-72DAF614D0D7}"/>
              </a:ext>
            </a:extLst>
          </p:cNvPr>
          <p:cNvSpPr/>
          <p:nvPr userDrawn="1"/>
        </p:nvSpPr>
        <p:spPr>
          <a:xfrm>
            <a:off x="1047700" y="1874130"/>
            <a:ext cx="1292087" cy="1722783"/>
          </a:xfrm>
          <a:prstGeom prst="ellipse">
            <a:avLst/>
          </a:prstGeom>
          <a:solidFill>
            <a:srgbClr val="FF532E">
              <a:alpha val="5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4" name="Text Placeholder 11">
            <a:extLst>
              <a:ext uri="{FF2B5EF4-FFF2-40B4-BE49-F238E27FC236}">
                <a16:creationId xmlns:a16="http://schemas.microsoft.com/office/drawing/2014/main" id="{F1F39990-DB47-A541-9DC1-EBDAF89CD76E}"/>
              </a:ext>
            </a:extLst>
          </p:cNvPr>
          <p:cNvSpPr>
            <a:spLocks noGrp="1"/>
          </p:cNvSpPr>
          <p:nvPr>
            <p:ph type="body" sz="quarter" idx="19" hasCustomPrompt="1"/>
          </p:nvPr>
        </p:nvSpPr>
        <p:spPr>
          <a:xfrm>
            <a:off x="5734336" y="659818"/>
            <a:ext cx="3091592"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5" name="Picture 14">
            <a:extLst>
              <a:ext uri="{FF2B5EF4-FFF2-40B4-BE49-F238E27FC236}">
                <a16:creationId xmlns:a16="http://schemas.microsoft.com/office/drawing/2014/main" id="{F00B6ED6-30C2-40BD-BAC9-805C3CC7A9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37615806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ri Photo - Triptyc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4190116" y="5"/>
            <a:ext cx="1470865" cy="643329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5842772" y="424705"/>
            <a:ext cx="1470865" cy="643329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4190116" y="-1"/>
            <a:ext cx="1470865" cy="6433457"/>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5842772" y="424544"/>
            <a:ext cx="1470865" cy="643345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3098850"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6" y="2150079"/>
            <a:ext cx="3098849" cy="3352655"/>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2" y="1874125"/>
            <a:ext cx="3099373"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7495429" y="176"/>
            <a:ext cx="1470865" cy="6433137"/>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7495429" y="5"/>
            <a:ext cx="1470865" cy="6433297"/>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2" y="659818"/>
            <a:ext cx="3099373"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896890C5-625A-49BC-AF8E-534E10041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590868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i Photo - Stack Botto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5130684"/>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3066240" y="5130843"/>
            <a:ext cx="3011524" cy="1727158"/>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5130804"/>
            <a:ext cx="3011524" cy="1727201"/>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3066240" y="5130804"/>
            <a:ext cx="3011524" cy="1727201"/>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88" y="999267"/>
            <a:ext cx="8103558" cy="874858"/>
          </a:xfrm>
          <a:prstGeom prst="rect">
            <a:avLst/>
          </a:prstGeom>
        </p:spPr>
        <p:txBody>
          <a:bodyPr anchor="ctr"/>
          <a:lstStyle>
            <a:lvl1pPr marL="0" indent="0" algn="ctr">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7"/>
            <a:ext cx="8103557" cy="2557853"/>
          </a:xfrm>
          <a:prstGeom prst="rect">
            <a:avLst/>
          </a:prstGeom>
        </p:spPr>
        <p:txBody>
          <a:bodyPr/>
          <a:lstStyle>
            <a:lvl1pPr marL="0" indent="0" algn="ctr">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8104926" cy="275948"/>
          </a:xfrm>
          <a:prstGeom prst="rect">
            <a:avLst/>
          </a:prstGeom>
        </p:spPr>
        <p:txBody>
          <a:bodyPr/>
          <a:lstStyle>
            <a:lvl1pPr marL="0" indent="0" algn="ctr">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5130726"/>
            <a:ext cx="3011524" cy="172711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5130673"/>
            <a:ext cx="3011524" cy="1727158"/>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8104926" cy="275948"/>
          </a:xfrm>
          <a:prstGeom prst="rect">
            <a:avLst/>
          </a:prstGeom>
        </p:spPr>
        <p:txBody>
          <a:bodyPr anchor="b"/>
          <a:lstStyle>
            <a:lvl1pPr marL="0" indent="0" algn="ctr">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8161936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 Photo - Stack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6132477"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6132477"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6132477"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6132477"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526690"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526095"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525540"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6132477"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6132477"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525540"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E4BF8277-B6E5-4530-9A35-5B344F924F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40386090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 Photo - Stack Lef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74E960-6041-8747-B361-8AB8FEE94A58}"/>
              </a:ext>
            </a:extLst>
          </p:cNvPr>
          <p:cNvSpPr/>
          <p:nvPr userDrawn="1"/>
        </p:nvSpPr>
        <p:spPr>
          <a:xfrm>
            <a:off x="0" y="0"/>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Rectangle 8">
            <a:extLst>
              <a:ext uri="{FF2B5EF4-FFF2-40B4-BE49-F238E27FC236}">
                <a16:creationId xmlns:a16="http://schemas.microsoft.com/office/drawing/2014/main" id="{5300DC4F-7802-BC49-A79D-4B46A4283440}"/>
              </a:ext>
            </a:extLst>
          </p:cNvPr>
          <p:cNvSpPr/>
          <p:nvPr userDrawn="1"/>
        </p:nvSpPr>
        <p:spPr>
          <a:xfrm>
            <a:off x="0" y="2336753"/>
            <a:ext cx="3011524" cy="2184526"/>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3" name="Picture Placeholder 2">
            <a:extLst>
              <a:ext uri="{FF2B5EF4-FFF2-40B4-BE49-F238E27FC236}">
                <a16:creationId xmlns:a16="http://schemas.microsoft.com/office/drawing/2014/main" id="{2983CB26-8886-0A4D-B551-E77371849891}"/>
              </a:ext>
            </a:extLst>
          </p:cNvPr>
          <p:cNvSpPr>
            <a:spLocks noGrp="1"/>
          </p:cNvSpPr>
          <p:nvPr>
            <p:ph type="pic" sz="quarter" idx="10" hasCustomPrompt="1"/>
          </p:nvPr>
        </p:nvSpPr>
        <p:spPr>
          <a:xfrm>
            <a:off x="0" y="116"/>
            <a:ext cx="3011524" cy="2184580"/>
          </a:xfrm>
          <a:prstGeom prst="rect">
            <a:avLst/>
          </a:prstGeom>
        </p:spPr>
        <p:txBody>
          <a:bodyPr/>
          <a:lstStyle>
            <a:lvl1pPr marL="0" indent="0" algn="ctr">
              <a:buNone/>
              <a:defRPr sz="1125"/>
            </a:lvl1pPr>
          </a:lstStyle>
          <a:p>
            <a:r>
              <a:rPr lang="en-US"/>
              <a:t>&lt;Insert Picture&gt;</a:t>
            </a:r>
          </a:p>
        </p:txBody>
      </p:sp>
      <p:sp>
        <p:nvSpPr>
          <p:cNvPr id="4" name="Picture Placeholder 2">
            <a:extLst>
              <a:ext uri="{FF2B5EF4-FFF2-40B4-BE49-F238E27FC236}">
                <a16:creationId xmlns:a16="http://schemas.microsoft.com/office/drawing/2014/main" id="{9B7C6C04-B569-944B-B8AC-5CF5296470EA}"/>
              </a:ext>
            </a:extLst>
          </p:cNvPr>
          <p:cNvSpPr>
            <a:spLocks noGrp="1"/>
          </p:cNvSpPr>
          <p:nvPr>
            <p:ph type="pic" sz="quarter" idx="11" hasCustomPrompt="1"/>
          </p:nvPr>
        </p:nvSpPr>
        <p:spPr>
          <a:xfrm>
            <a:off x="0" y="2336710"/>
            <a:ext cx="3011524" cy="2184580"/>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5" name="Text Placeholder 15">
            <a:extLst>
              <a:ext uri="{FF2B5EF4-FFF2-40B4-BE49-F238E27FC236}">
                <a16:creationId xmlns:a16="http://schemas.microsoft.com/office/drawing/2014/main" id="{16B9B9F6-E8E4-DD45-8A86-207A756FAB30}"/>
              </a:ext>
            </a:extLst>
          </p:cNvPr>
          <p:cNvSpPr>
            <a:spLocks noGrp="1"/>
          </p:cNvSpPr>
          <p:nvPr>
            <p:ph type="body" sz="quarter" idx="12" hasCustomPrompt="1"/>
          </p:nvPr>
        </p:nvSpPr>
        <p:spPr>
          <a:xfrm>
            <a:off x="3593145" y="999267"/>
            <a:ext cx="5036507" cy="874858"/>
          </a:xfrm>
          <a:prstGeom prst="rect">
            <a:avLst/>
          </a:prstGeom>
        </p:spPr>
        <p:txBody>
          <a:bodyPr anchor="ctr"/>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6" name="Text Placeholder 21">
            <a:extLst>
              <a:ext uri="{FF2B5EF4-FFF2-40B4-BE49-F238E27FC236}">
                <a16:creationId xmlns:a16="http://schemas.microsoft.com/office/drawing/2014/main" id="{A79C42FF-BB56-A04E-A88B-8E5FA1D8F468}"/>
              </a:ext>
            </a:extLst>
          </p:cNvPr>
          <p:cNvSpPr>
            <a:spLocks noGrp="1"/>
          </p:cNvSpPr>
          <p:nvPr>
            <p:ph type="body" sz="quarter" idx="15"/>
          </p:nvPr>
        </p:nvSpPr>
        <p:spPr>
          <a:xfrm>
            <a:off x="3592551" y="2150074"/>
            <a:ext cx="5036507" cy="35014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7" name="Text Placeholder 21">
            <a:extLst>
              <a:ext uri="{FF2B5EF4-FFF2-40B4-BE49-F238E27FC236}">
                <a16:creationId xmlns:a16="http://schemas.microsoft.com/office/drawing/2014/main" id="{383FEE3C-7015-F141-828D-D64131F42C68}"/>
              </a:ext>
            </a:extLst>
          </p:cNvPr>
          <p:cNvSpPr>
            <a:spLocks noGrp="1"/>
          </p:cNvSpPr>
          <p:nvPr>
            <p:ph type="body" sz="quarter" idx="17" hasCustomPrompt="1"/>
          </p:nvPr>
        </p:nvSpPr>
        <p:spPr>
          <a:xfrm>
            <a:off x="3591996" y="1874125"/>
            <a:ext cx="5037358"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10" name="Rectangle 9">
            <a:extLst>
              <a:ext uri="{FF2B5EF4-FFF2-40B4-BE49-F238E27FC236}">
                <a16:creationId xmlns:a16="http://schemas.microsoft.com/office/drawing/2014/main" id="{3054EA47-0EB0-EB4D-8718-C9DDBD68F4CC}"/>
              </a:ext>
            </a:extLst>
          </p:cNvPr>
          <p:cNvSpPr/>
          <p:nvPr userDrawn="1"/>
        </p:nvSpPr>
        <p:spPr>
          <a:xfrm>
            <a:off x="0" y="4673527"/>
            <a:ext cx="3011524" cy="2184472"/>
          </a:xfrm>
          <a:prstGeom prst="rect">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11" name="Picture Placeholder 2">
            <a:extLst>
              <a:ext uri="{FF2B5EF4-FFF2-40B4-BE49-F238E27FC236}">
                <a16:creationId xmlns:a16="http://schemas.microsoft.com/office/drawing/2014/main" id="{9F545B76-64FB-2D40-A87E-63220F70398D}"/>
              </a:ext>
            </a:extLst>
          </p:cNvPr>
          <p:cNvSpPr>
            <a:spLocks noGrp="1"/>
          </p:cNvSpPr>
          <p:nvPr>
            <p:ph type="pic" sz="quarter" idx="18" hasCustomPrompt="1"/>
          </p:nvPr>
        </p:nvSpPr>
        <p:spPr>
          <a:xfrm>
            <a:off x="0" y="4673474"/>
            <a:ext cx="3011524" cy="2184526"/>
          </a:xfrm>
          <a:prstGeom prst="rect">
            <a:avLst/>
          </a:prstGeom>
        </p:spPr>
        <p:txBody>
          <a:bodyPr/>
          <a:lstStyle>
            <a:lvl1pPr marL="0" marR="0" indent="0" algn="ctr" defTabSz="514337" rtl="0" eaLnBrk="1" fontAlgn="auto" latinLnBrk="0" hangingPunct="1">
              <a:lnSpc>
                <a:spcPct val="90000"/>
              </a:lnSpc>
              <a:spcBef>
                <a:spcPts val="563"/>
              </a:spcBef>
              <a:spcAft>
                <a:spcPts val="0"/>
              </a:spcAft>
              <a:buClrTx/>
              <a:buSzTx/>
              <a:buFont typeface="Arial"/>
              <a:buNone/>
              <a:tabLst/>
              <a:defRPr sz="1125"/>
            </a:lvl1pPr>
          </a:lstStyle>
          <a:p>
            <a:pPr marL="0" marR="0" lvl="0" indent="0" algn="ctr" defTabSz="514337" rtl="0" eaLnBrk="1" fontAlgn="auto" latinLnBrk="0" hangingPunct="1">
              <a:lnSpc>
                <a:spcPct val="90000"/>
              </a:lnSpc>
              <a:spcBef>
                <a:spcPts val="563"/>
              </a:spcBef>
              <a:spcAft>
                <a:spcPts val="0"/>
              </a:spcAft>
              <a:buClrTx/>
              <a:buSzTx/>
              <a:buFont typeface="Arial"/>
              <a:buNone/>
              <a:tabLst/>
              <a:defRPr/>
            </a:pPr>
            <a:r>
              <a:rPr lang="en-US"/>
              <a:t>&lt;Insert Picture&gt;</a:t>
            </a:r>
          </a:p>
        </p:txBody>
      </p:sp>
      <p:sp>
        <p:nvSpPr>
          <p:cNvPr id="14" name="Text Placeholder 11">
            <a:extLst>
              <a:ext uri="{FF2B5EF4-FFF2-40B4-BE49-F238E27FC236}">
                <a16:creationId xmlns:a16="http://schemas.microsoft.com/office/drawing/2014/main" id="{2AAA9A73-AB73-E644-BAAD-3D32292280EA}"/>
              </a:ext>
            </a:extLst>
          </p:cNvPr>
          <p:cNvSpPr>
            <a:spLocks noGrp="1"/>
          </p:cNvSpPr>
          <p:nvPr>
            <p:ph type="body" sz="quarter" idx="19" hasCustomPrompt="1"/>
          </p:nvPr>
        </p:nvSpPr>
        <p:spPr>
          <a:xfrm>
            <a:off x="3591996" y="659818"/>
            <a:ext cx="5037358" cy="275948"/>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3" name="Picture 12">
            <a:extLst>
              <a:ext uri="{FF2B5EF4-FFF2-40B4-BE49-F238E27FC236}">
                <a16:creationId xmlns:a16="http://schemas.microsoft.com/office/drawing/2014/main" id="{6D1F1C01-B399-401D-904B-8B6DE77AA5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96634" y="5792336"/>
            <a:ext cx="496302" cy="707486"/>
          </a:xfrm>
          <a:prstGeom prst="rect">
            <a:avLst/>
          </a:prstGeom>
        </p:spPr>
      </p:pic>
    </p:spTree>
    <p:extLst>
      <p:ext uri="{BB962C8B-B14F-4D97-AF65-F5344CB8AC3E}">
        <p14:creationId xmlns:p14="http://schemas.microsoft.com/office/powerpoint/2010/main" val="8670108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32">
          <p15:clr>
            <a:srgbClr val="FBAE40"/>
          </p15:clr>
        </p15:guide>
        <p15:guide id="4" pos="72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hoto Gallery - Collection">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6678063" y="1408675"/>
            <a:ext cx="1383737" cy="2523663"/>
          </a:xfrm>
          <a:prstGeom prst="rect">
            <a:avLst/>
          </a:prstGeom>
        </p:spPr>
        <p:txBody>
          <a:bodyPr/>
          <a:lstStyle>
            <a:lvl1pPr>
              <a:defRPr sz="900"/>
            </a:lvl1pPr>
          </a:lstStyle>
          <a:p>
            <a:endParaRPr lang="en-US"/>
          </a:p>
        </p:txBody>
      </p:sp>
      <p:sp>
        <p:nvSpPr>
          <p:cNvPr id="8" name="Picture Placeholder 6">
            <a:extLst>
              <a:ext uri="{FF2B5EF4-FFF2-40B4-BE49-F238E27FC236}">
                <a16:creationId xmlns:a16="http://schemas.microsoft.com/office/drawing/2014/main" id="{B5EE5A55-DE9E-E04A-980F-DA40C01CEFB1}"/>
              </a:ext>
            </a:extLst>
          </p:cNvPr>
          <p:cNvSpPr>
            <a:spLocks noGrp="1"/>
          </p:cNvSpPr>
          <p:nvPr>
            <p:ph type="pic" sz="quarter" idx="19"/>
          </p:nvPr>
        </p:nvSpPr>
        <p:spPr>
          <a:xfrm>
            <a:off x="4522575" y="1136824"/>
            <a:ext cx="2004664" cy="1675251"/>
          </a:xfrm>
          <a:prstGeom prst="rect">
            <a:avLst/>
          </a:prstGeom>
        </p:spPr>
        <p:txBody>
          <a:bodyPr/>
          <a:lstStyle>
            <a:lvl1pPr>
              <a:defRPr sz="900"/>
            </a:lvl1pPr>
          </a:lstStyle>
          <a:p>
            <a:endParaRPr lang="en-US"/>
          </a:p>
        </p:txBody>
      </p:sp>
      <p:sp>
        <p:nvSpPr>
          <p:cNvPr id="11" name="Picture Placeholder 6">
            <a:extLst>
              <a:ext uri="{FF2B5EF4-FFF2-40B4-BE49-F238E27FC236}">
                <a16:creationId xmlns:a16="http://schemas.microsoft.com/office/drawing/2014/main" id="{6DE9889E-364B-5A48-8B46-481958AB7526}"/>
              </a:ext>
            </a:extLst>
          </p:cNvPr>
          <p:cNvSpPr>
            <a:spLocks noGrp="1"/>
          </p:cNvSpPr>
          <p:nvPr>
            <p:ph type="pic" sz="quarter" idx="22"/>
          </p:nvPr>
        </p:nvSpPr>
        <p:spPr>
          <a:xfrm>
            <a:off x="8212622" y="2812078"/>
            <a:ext cx="621912" cy="1120259"/>
          </a:xfrm>
          <a:prstGeom prst="rect">
            <a:avLst/>
          </a:prstGeom>
        </p:spPr>
        <p:txBody>
          <a:bodyPr/>
          <a:lstStyle>
            <a:lvl1pPr>
              <a:defRPr sz="900"/>
            </a:lvl1pPr>
          </a:lstStyle>
          <a:p>
            <a:endParaRPr lang="en-US"/>
          </a:p>
        </p:txBody>
      </p:sp>
      <p:sp>
        <p:nvSpPr>
          <p:cNvPr id="12" name="Picture Placeholder 6">
            <a:extLst>
              <a:ext uri="{FF2B5EF4-FFF2-40B4-BE49-F238E27FC236}">
                <a16:creationId xmlns:a16="http://schemas.microsoft.com/office/drawing/2014/main" id="{F41DF26D-6499-CD41-841C-0DE9E8882B5F}"/>
              </a:ext>
            </a:extLst>
          </p:cNvPr>
          <p:cNvSpPr>
            <a:spLocks noGrp="1"/>
          </p:cNvSpPr>
          <p:nvPr>
            <p:ph type="pic" sz="quarter" idx="23"/>
          </p:nvPr>
        </p:nvSpPr>
        <p:spPr>
          <a:xfrm>
            <a:off x="4370762" y="3010894"/>
            <a:ext cx="621912" cy="1120259"/>
          </a:xfrm>
          <a:prstGeom prst="rect">
            <a:avLst/>
          </a:prstGeom>
        </p:spPr>
        <p:txBody>
          <a:bodyPr/>
          <a:lstStyle>
            <a:lvl1pPr>
              <a:defRPr sz="900"/>
            </a:lvl1pPr>
          </a:lstStyle>
          <a:p>
            <a:endParaRPr lang="en-US"/>
          </a:p>
        </p:txBody>
      </p:sp>
      <p:sp>
        <p:nvSpPr>
          <p:cNvPr id="14" name="Picture Placeholder 6">
            <a:extLst>
              <a:ext uri="{FF2B5EF4-FFF2-40B4-BE49-F238E27FC236}">
                <a16:creationId xmlns:a16="http://schemas.microsoft.com/office/drawing/2014/main" id="{E107CDEE-A69F-B54C-ACC4-AE4330D7C3DC}"/>
              </a:ext>
            </a:extLst>
          </p:cNvPr>
          <p:cNvSpPr>
            <a:spLocks noGrp="1"/>
          </p:cNvSpPr>
          <p:nvPr>
            <p:ph type="pic" sz="quarter" idx="24"/>
          </p:nvPr>
        </p:nvSpPr>
        <p:spPr>
          <a:xfrm>
            <a:off x="5143502" y="3010894"/>
            <a:ext cx="1383737" cy="2523663"/>
          </a:xfrm>
          <a:prstGeom prst="rect">
            <a:avLst/>
          </a:prstGeom>
        </p:spPr>
        <p:txBody>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6678063" y="4118796"/>
            <a:ext cx="2004664" cy="1675251"/>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6" name="Picture 15">
            <a:extLst>
              <a:ext uri="{FF2B5EF4-FFF2-40B4-BE49-F238E27FC236}">
                <a16:creationId xmlns:a16="http://schemas.microsoft.com/office/drawing/2014/main" id="{69FAFCFE-E323-42BB-B51A-92C2237FC2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41206379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hoto Gallery - Bubbles">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524469" y="999267"/>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523876" y="2150074"/>
            <a:ext cx="3262934" cy="35268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523282" y="1874125"/>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10">
            <a:extLst>
              <a:ext uri="{FF2B5EF4-FFF2-40B4-BE49-F238E27FC236}">
                <a16:creationId xmlns:a16="http://schemas.microsoft.com/office/drawing/2014/main" id="{523A6B96-F447-7B45-B1D6-F3C8C8552F3A}"/>
              </a:ext>
            </a:extLst>
          </p:cNvPr>
          <p:cNvSpPr>
            <a:spLocks noGrp="1"/>
          </p:cNvSpPr>
          <p:nvPr>
            <p:ph type="pic" sz="quarter" idx="23" hasCustomPrompt="1"/>
          </p:nvPr>
        </p:nvSpPr>
        <p:spPr>
          <a:xfrm>
            <a:off x="4598830" y="999269"/>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2" name="Picture Placeholder 10">
            <a:extLst>
              <a:ext uri="{FF2B5EF4-FFF2-40B4-BE49-F238E27FC236}">
                <a16:creationId xmlns:a16="http://schemas.microsoft.com/office/drawing/2014/main" id="{5F135290-EF75-4443-A4D4-9FB8F9A5CC8F}"/>
              </a:ext>
            </a:extLst>
          </p:cNvPr>
          <p:cNvSpPr>
            <a:spLocks noGrp="1"/>
          </p:cNvSpPr>
          <p:nvPr>
            <p:ph type="pic" sz="quarter" idx="24" hasCustomPrompt="1"/>
          </p:nvPr>
        </p:nvSpPr>
        <p:spPr>
          <a:xfrm>
            <a:off x="6716995" y="-8114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3" name="Picture Placeholder 10">
            <a:extLst>
              <a:ext uri="{FF2B5EF4-FFF2-40B4-BE49-F238E27FC236}">
                <a16:creationId xmlns:a16="http://schemas.microsoft.com/office/drawing/2014/main" id="{5D26C15C-EF18-ED4A-835B-706A77EF6A1F}"/>
              </a:ext>
            </a:extLst>
          </p:cNvPr>
          <p:cNvSpPr>
            <a:spLocks noGrp="1"/>
          </p:cNvSpPr>
          <p:nvPr>
            <p:ph type="pic" sz="quarter" idx="25" hasCustomPrompt="1"/>
          </p:nvPr>
        </p:nvSpPr>
        <p:spPr>
          <a:xfrm>
            <a:off x="6222871" y="3188073"/>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4" name="Picture Placeholder 10">
            <a:extLst>
              <a:ext uri="{FF2B5EF4-FFF2-40B4-BE49-F238E27FC236}">
                <a16:creationId xmlns:a16="http://schemas.microsoft.com/office/drawing/2014/main" id="{2D1C00DC-AE17-3A42-A3B4-D57D21D15A72}"/>
              </a:ext>
            </a:extLst>
          </p:cNvPr>
          <p:cNvSpPr>
            <a:spLocks noGrp="1"/>
          </p:cNvSpPr>
          <p:nvPr>
            <p:ph type="pic" sz="quarter" idx="26" hasCustomPrompt="1"/>
          </p:nvPr>
        </p:nvSpPr>
        <p:spPr>
          <a:xfrm>
            <a:off x="8341036" y="210766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5" name="Picture Placeholder 10">
            <a:extLst>
              <a:ext uri="{FF2B5EF4-FFF2-40B4-BE49-F238E27FC236}">
                <a16:creationId xmlns:a16="http://schemas.microsoft.com/office/drawing/2014/main" id="{72FCF177-C367-BC43-A0F2-66ADA32F22E4}"/>
              </a:ext>
            </a:extLst>
          </p:cNvPr>
          <p:cNvSpPr>
            <a:spLocks noGrp="1"/>
          </p:cNvSpPr>
          <p:nvPr>
            <p:ph type="pic" sz="quarter" idx="27" hasCustomPrompt="1"/>
          </p:nvPr>
        </p:nvSpPr>
        <p:spPr>
          <a:xfrm>
            <a:off x="2946202" y="-1171448"/>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27" name="Picture Placeholder 10">
            <a:extLst>
              <a:ext uri="{FF2B5EF4-FFF2-40B4-BE49-F238E27FC236}">
                <a16:creationId xmlns:a16="http://schemas.microsoft.com/office/drawing/2014/main" id="{CDE3BC0F-9135-CA48-8AA5-0BC6B81A6BA5}"/>
              </a:ext>
            </a:extLst>
          </p:cNvPr>
          <p:cNvSpPr>
            <a:spLocks noGrp="1"/>
          </p:cNvSpPr>
          <p:nvPr>
            <p:ph type="pic" sz="quarter" idx="29" hasCustomPrompt="1"/>
          </p:nvPr>
        </p:nvSpPr>
        <p:spPr>
          <a:xfrm>
            <a:off x="7832695" y="5376875"/>
            <a:ext cx="1624040" cy="2160815"/>
          </a:xfrm>
          <a:prstGeom prst="ellipse">
            <a:avLst/>
          </a:prstGeom>
        </p:spPr>
        <p:txBody>
          <a:bodyPr anchor="ctr"/>
          <a:lstStyle>
            <a:lvl1pPr marL="0" indent="0" algn="ctr">
              <a:buNone/>
              <a:defRPr sz="788"/>
            </a:lvl1pPr>
          </a:lstStyle>
          <a:p>
            <a:r>
              <a:rPr lang="en-US"/>
              <a:t>Click here</a:t>
            </a:r>
            <a:br>
              <a:rPr lang="en-US"/>
            </a:br>
            <a:r>
              <a:rPr lang="en-US"/>
              <a:t>to insert your</a:t>
            </a:r>
            <a:br>
              <a:rPr lang="en-US"/>
            </a:br>
            <a:r>
              <a:rPr lang="en-US"/>
              <a:t>picture</a:t>
            </a:r>
          </a:p>
        </p:txBody>
      </p:sp>
      <p:sp>
        <p:nvSpPr>
          <p:cNvPr id="11" name="Text Placeholder 11">
            <a:extLst>
              <a:ext uri="{FF2B5EF4-FFF2-40B4-BE49-F238E27FC236}">
                <a16:creationId xmlns:a16="http://schemas.microsoft.com/office/drawing/2014/main" id="{227879A9-DCEB-4F46-B703-95001A4A2A0B}"/>
              </a:ext>
            </a:extLst>
          </p:cNvPr>
          <p:cNvSpPr>
            <a:spLocks noGrp="1"/>
          </p:cNvSpPr>
          <p:nvPr>
            <p:ph type="body" sz="quarter" idx="30" hasCustomPrompt="1"/>
          </p:nvPr>
        </p:nvSpPr>
        <p:spPr>
          <a:xfrm>
            <a:off x="523281" y="659824"/>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pic>
        <p:nvPicPr>
          <p:cNvPr id="12" name="Picture 11">
            <a:extLst>
              <a:ext uri="{FF2B5EF4-FFF2-40B4-BE49-F238E27FC236}">
                <a16:creationId xmlns:a16="http://schemas.microsoft.com/office/drawing/2014/main" id="{CF179497-5216-451F-8218-38F0186496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68255" y="5792336"/>
            <a:ext cx="496302" cy="707486"/>
          </a:xfrm>
          <a:prstGeom prst="rect">
            <a:avLst/>
          </a:prstGeom>
        </p:spPr>
      </p:pic>
    </p:spTree>
    <p:extLst>
      <p:ext uri="{BB962C8B-B14F-4D97-AF65-F5344CB8AC3E}">
        <p14:creationId xmlns:p14="http://schemas.microsoft.com/office/powerpoint/2010/main" val="24008837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Gallery - Half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108422" y="1132003"/>
            <a:ext cx="3523060"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107829" y="2282810"/>
            <a:ext cx="3523058" cy="3514126"/>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107235" y="2006861"/>
            <a:ext cx="3523655"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7" name="Picture Placeholder 6">
            <a:extLst>
              <a:ext uri="{FF2B5EF4-FFF2-40B4-BE49-F238E27FC236}">
                <a16:creationId xmlns:a16="http://schemas.microsoft.com/office/drawing/2014/main" id="{362ED493-6B5A-F44A-8797-FDD7C117E664}"/>
              </a:ext>
            </a:extLst>
          </p:cNvPr>
          <p:cNvSpPr>
            <a:spLocks noGrp="1"/>
          </p:cNvSpPr>
          <p:nvPr>
            <p:ph type="pic" sz="quarter" idx="18"/>
          </p:nvPr>
        </p:nvSpPr>
        <p:spPr>
          <a:xfrm>
            <a:off x="5955740" y="0"/>
            <a:ext cx="3187669" cy="3429000"/>
          </a:xfrm>
          <a:prstGeom prst="rect">
            <a:avLst/>
          </a:prstGeom>
        </p:spPr>
        <p:txBody>
          <a:bodyPr/>
          <a:lstStyle>
            <a:lvl1pPr>
              <a:defRPr sz="900"/>
            </a:lvl1pPr>
          </a:lstStyle>
          <a:p>
            <a:endParaRPr lang="en-US"/>
          </a:p>
        </p:txBody>
      </p:sp>
      <p:sp>
        <p:nvSpPr>
          <p:cNvPr id="31" name="Picture Placeholder 30">
            <a:extLst>
              <a:ext uri="{FF2B5EF4-FFF2-40B4-BE49-F238E27FC236}">
                <a16:creationId xmlns:a16="http://schemas.microsoft.com/office/drawing/2014/main" id="{7437EBDA-A032-DD4D-B1B6-0FA474B32F91}"/>
              </a:ext>
            </a:extLst>
          </p:cNvPr>
          <p:cNvSpPr>
            <a:spLocks noGrp="1"/>
          </p:cNvSpPr>
          <p:nvPr>
            <p:ph type="pic" sz="quarter" idx="22"/>
          </p:nvPr>
        </p:nvSpPr>
        <p:spPr>
          <a:xfrm>
            <a:off x="2447058" y="-2475"/>
            <a:ext cx="2124348" cy="423581"/>
          </a:xfrm>
          <a:custGeom>
            <a:avLst/>
            <a:gdLst>
              <a:gd name="connsiteX0" fmla="*/ 0 w 2832464"/>
              <a:gd name="connsiteY0" fmla="*/ 0 h 423581"/>
              <a:gd name="connsiteX1" fmla="*/ 2832464 w 2832464"/>
              <a:gd name="connsiteY1" fmla="*/ 0 h 423581"/>
              <a:gd name="connsiteX2" fmla="*/ 2832464 w 2832464"/>
              <a:gd name="connsiteY2" fmla="*/ 423581 h 423581"/>
              <a:gd name="connsiteX3" fmla="*/ 0 w 2832464"/>
              <a:gd name="connsiteY3" fmla="*/ 423581 h 423581"/>
            </a:gdLst>
            <a:ahLst/>
            <a:cxnLst>
              <a:cxn ang="0">
                <a:pos x="connsiteX0" y="connsiteY0"/>
              </a:cxn>
              <a:cxn ang="0">
                <a:pos x="connsiteX1" y="connsiteY1"/>
              </a:cxn>
              <a:cxn ang="0">
                <a:pos x="connsiteX2" y="connsiteY2"/>
              </a:cxn>
              <a:cxn ang="0">
                <a:pos x="connsiteX3" y="connsiteY3"/>
              </a:cxn>
            </a:cxnLst>
            <a:rect l="l" t="t" r="r" b="b"/>
            <a:pathLst>
              <a:path w="2832464" h="423581">
                <a:moveTo>
                  <a:pt x="0" y="0"/>
                </a:moveTo>
                <a:lnTo>
                  <a:pt x="2832464" y="0"/>
                </a:lnTo>
                <a:lnTo>
                  <a:pt x="2832464" y="423581"/>
                </a:lnTo>
                <a:lnTo>
                  <a:pt x="0" y="423581"/>
                </a:lnTo>
                <a:close/>
              </a:path>
            </a:pathLst>
          </a:custGeom>
        </p:spPr>
        <p:txBody>
          <a:bodyPr wrap="square">
            <a:noAutofit/>
          </a:bodyPr>
          <a:lstStyle>
            <a:lvl1pPr>
              <a:defRPr sz="900"/>
            </a:lvl1pPr>
          </a:lstStyle>
          <a:p>
            <a:endParaRPr lang="en-US"/>
          </a:p>
        </p:txBody>
      </p:sp>
      <p:sp>
        <p:nvSpPr>
          <p:cNvPr id="33" name="Picture Placeholder 32">
            <a:extLst>
              <a:ext uri="{FF2B5EF4-FFF2-40B4-BE49-F238E27FC236}">
                <a16:creationId xmlns:a16="http://schemas.microsoft.com/office/drawing/2014/main" id="{A24018BA-64A1-E34C-8EA6-2C220E8D8E35}"/>
              </a:ext>
            </a:extLst>
          </p:cNvPr>
          <p:cNvSpPr>
            <a:spLocks noGrp="1"/>
          </p:cNvSpPr>
          <p:nvPr>
            <p:ph type="pic" sz="quarter" idx="24"/>
          </p:nvPr>
        </p:nvSpPr>
        <p:spPr>
          <a:xfrm>
            <a:off x="4572003" y="-2475"/>
            <a:ext cx="1383737" cy="6860475"/>
          </a:xfrm>
          <a:custGeom>
            <a:avLst/>
            <a:gdLst>
              <a:gd name="connsiteX0" fmla="*/ 0 w 1844983"/>
              <a:gd name="connsiteY0" fmla="*/ 0 h 6860475"/>
              <a:gd name="connsiteX1" fmla="*/ 1844983 w 1844983"/>
              <a:gd name="connsiteY1" fmla="*/ 0 h 6860475"/>
              <a:gd name="connsiteX2" fmla="*/ 1844983 w 1844983"/>
              <a:gd name="connsiteY2" fmla="*/ 6860475 h 6860475"/>
              <a:gd name="connsiteX3" fmla="*/ 0 w 1844983"/>
              <a:gd name="connsiteY3" fmla="*/ 6860475 h 6860475"/>
              <a:gd name="connsiteX4" fmla="*/ 0 w 1844983"/>
              <a:gd name="connsiteY4" fmla="*/ 5905387 h 6860475"/>
              <a:gd name="connsiteX5" fmla="*/ 491006 w 1844983"/>
              <a:gd name="connsiteY5" fmla="*/ 5905387 h 6860475"/>
              <a:gd name="connsiteX6" fmla="*/ 491006 w 1844983"/>
              <a:gd name="connsiteY6" fmla="*/ 423581 h 6860475"/>
              <a:gd name="connsiteX7" fmla="*/ 0 w 1844983"/>
              <a:gd name="connsiteY7" fmla="*/ 423581 h 686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4983" h="6860475">
                <a:moveTo>
                  <a:pt x="0" y="0"/>
                </a:moveTo>
                <a:lnTo>
                  <a:pt x="1844983" y="0"/>
                </a:lnTo>
                <a:lnTo>
                  <a:pt x="1844983" y="6860475"/>
                </a:lnTo>
                <a:lnTo>
                  <a:pt x="0" y="6860475"/>
                </a:lnTo>
                <a:lnTo>
                  <a:pt x="0" y="5905387"/>
                </a:lnTo>
                <a:lnTo>
                  <a:pt x="491006" y="5905387"/>
                </a:lnTo>
                <a:lnTo>
                  <a:pt x="491006" y="423581"/>
                </a:lnTo>
                <a:lnTo>
                  <a:pt x="0" y="423581"/>
                </a:lnTo>
                <a:close/>
              </a:path>
            </a:pathLst>
          </a:custGeom>
        </p:spPr>
        <p:txBody>
          <a:bodyPr wrap="square">
            <a:noAutofit/>
          </a:bodyPr>
          <a:lstStyle>
            <a:lvl1pPr>
              <a:defRPr sz="900"/>
            </a:lvl1pPr>
          </a:lstStyle>
          <a:p>
            <a:endParaRPr lang="en-US"/>
          </a:p>
        </p:txBody>
      </p:sp>
      <p:sp>
        <p:nvSpPr>
          <p:cNvPr id="15" name="Picture Placeholder 6">
            <a:extLst>
              <a:ext uri="{FF2B5EF4-FFF2-40B4-BE49-F238E27FC236}">
                <a16:creationId xmlns:a16="http://schemas.microsoft.com/office/drawing/2014/main" id="{BBB41BD0-BEB3-D54E-A065-609BC863B706}"/>
              </a:ext>
            </a:extLst>
          </p:cNvPr>
          <p:cNvSpPr>
            <a:spLocks noGrp="1"/>
          </p:cNvSpPr>
          <p:nvPr>
            <p:ph type="pic" sz="quarter" idx="25"/>
          </p:nvPr>
        </p:nvSpPr>
        <p:spPr>
          <a:xfrm>
            <a:off x="5955739" y="3429000"/>
            <a:ext cx="3188264" cy="3429000"/>
          </a:xfrm>
          <a:prstGeom prst="rect">
            <a:avLst/>
          </a:prstGeom>
        </p:spPr>
        <p:txBody>
          <a:bodyPr/>
          <a:lstStyle>
            <a:lvl1pP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107234" y="792556"/>
            <a:ext cx="3523655"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
        <p:nvSpPr>
          <p:cNvPr id="29" name="Picture Placeholder 28">
            <a:extLst>
              <a:ext uri="{FF2B5EF4-FFF2-40B4-BE49-F238E27FC236}">
                <a16:creationId xmlns:a16="http://schemas.microsoft.com/office/drawing/2014/main" id="{60C12EEC-4801-634A-A98C-BC079BD5EA77}"/>
              </a:ext>
            </a:extLst>
          </p:cNvPr>
          <p:cNvSpPr>
            <a:spLocks noGrp="1"/>
          </p:cNvSpPr>
          <p:nvPr>
            <p:ph type="pic" sz="quarter" idx="19"/>
          </p:nvPr>
        </p:nvSpPr>
        <p:spPr>
          <a:xfrm>
            <a:off x="0" y="3429000"/>
            <a:ext cx="4572000" cy="3429000"/>
          </a:xfrm>
          <a:custGeom>
            <a:avLst/>
            <a:gdLst>
              <a:gd name="connsiteX0" fmla="*/ 0 w 6096000"/>
              <a:gd name="connsiteY0" fmla="*/ 0 h 3429000"/>
              <a:gd name="connsiteX1" fmla="*/ 1063818 w 6096000"/>
              <a:gd name="connsiteY1" fmla="*/ 0 h 3429000"/>
              <a:gd name="connsiteX2" fmla="*/ 1063818 w 6096000"/>
              <a:gd name="connsiteY2" fmla="*/ 2473912 h 3429000"/>
              <a:gd name="connsiteX3" fmla="*/ 6096000 w 6096000"/>
              <a:gd name="connsiteY3" fmla="*/ 2473912 h 3429000"/>
              <a:gd name="connsiteX4" fmla="*/ 6096000 w 6096000"/>
              <a:gd name="connsiteY4" fmla="*/ 3429000 h 3429000"/>
              <a:gd name="connsiteX5" fmla="*/ 0 w 6096000"/>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3429000">
                <a:moveTo>
                  <a:pt x="0" y="0"/>
                </a:moveTo>
                <a:lnTo>
                  <a:pt x="1063818" y="0"/>
                </a:lnTo>
                <a:lnTo>
                  <a:pt x="1063818" y="2473912"/>
                </a:lnTo>
                <a:lnTo>
                  <a:pt x="6096000" y="2473912"/>
                </a:lnTo>
                <a:lnTo>
                  <a:pt x="6096000" y="3429000"/>
                </a:lnTo>
                <a:lnTo>
                  <a:pt x="0" y="3429000"/>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90E2859A-EC5E-6049-8DA6-03CAE9E701AC}"/>
              </a:ext>
            </a:extLst>
          </p:cNvPr>
          <p:cNvSpPr>
            <a:spLocks noGrp="1"/>
          </p:cNvSpPr>
          <p:nvPr>
            <p:ph type="pic" sz="quarter" idx="23"/>
          </p:nvPr>
        </p:nvSpPr>
        <p:spPr>
          <a:xfrm>
            <a:off x="0" y="0"/>
            <a:ext cx="2447058" cy="3429000"/>
          </a:xfrm>
          <a:custGeom>
            <a:avLst/>
            <a:gdLst>
              <a:gd name="connsiteX0" fmla="*/ 0 w 3262744"/>
              <a:gd name="connsiteY0" fmla="*/ 0 h 3429000"/>
              <a:gd name="connsiteX1" fmla="*/ 3262744 w 3262744"/>
              <a:gd name="connsiteY1" fmla="*/ 0 h 3429000"/>
              <a:gd name="connsiteX2" fmla="*/ 3262744 w 3262744"/>
              <a:gd name="connsiteY2" fmla="*/ 421106 h 3429000"/>
              <a:gd name="connsiteX3" fmla="*/ 1063818 w 3262744"/>
              <a:gd name="connsiteY3" fmla="*/ 421106 h 3429000"/>
              <a:gd name="connsiteX4" fmla="*/ 1063818 w 3262744"/>
              <a:gd name="connsiteY4" fmla="*/ 3429000 h 3429000"/>
              <a:gd name="connsiteX5" fmla="*/ 0 w 3262744"/>
              <a:gd name="connsiteY5" fmla="*/ 342900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2744" h="3429000">
                <a:moveTo>
                  <a:pt x="0" y="0"/>
                </a:moveTo>
                <a:lnTo>
                  <a:pt x="3262744" y="0"/>
                </a:lnTo>
                <a:lnTo>
                  <a:pt x="3262744" y="421106"/>
                </a:lnTo>
                <a:lnTo>
                  <a:pt x="1063818" y="421106"/>
                </a:lnTo>
                <a:lnTo>
                  <a:pt x="1063818" y="3429000"/>
                </a:lnTo>
                <a:lnTo>
                  <a:pt x="0" y="3429000"/>
                </a:lnTo>
                <a:close/>
              </a:path>
            </a:pathLst>
          </a:custGeom>
        </p:spPr>
        <p:txBody>
          <a:bodyPr wrap="square">
            <a:noAutofit/>
          </a:bodyPr>
          <a:lstStyle>
            <a:lvl1pPr>
              <a:defRPr sz="900"/>
            </a:lvl1pPr>
          </a:lstStyle>
          <a:p>
            <a:endParaRPr lang="en-US"/>
          </a:p>
        </p:txBody>
      </p:sp>
    </p:spTree>
    <p:extLst>
      <p:ext uri="{BB962C8B-B14F-4D97-AF65-F5344CB8AC3E}">
        <p14:creationId xmlns:p14="http://schemas.microsoft.com/office/powerpoint/2010/main" val="26627237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oto Gallery - Full Page w/ Border">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29A6C0A8-AD47-0241-B1D7-7D08101B97B8}"/>
              </a:ext>
            </a:extLst>
          </p:cNvPr>
          <p:cNvSpPr>
            <a:spLocks noGrp="1"/>
          </p:cNvSpPr>
          <p:nvPr>
            <p:ph type="body" sz="quarter" idx="12" hasCustomPrompt="1"/>
          </p:nvPr>
        </p:nvSpPr>
        <p:spPr>
          <a:xfrm>
            <a:off x="1566205" y="1930362"/>
            <a:ext cx="6002767" cy="874858"/>
          </a:xfrm>
          <a:prstGeom prst="rect">
            <a:avLst/>
          </a:prstGeom>
        </p:spPr>
        <p:txBody>
          <a:bodyPr anchor="b"/>
          <a:lstStyle>
            <a:lvl1pPr marL="0" indent="0" algn="l">
              <a:lnSpc>
                <a:spcPct val="80000"/>
              </a:lnSpc>
              <a:spcBef>
                <a:spcPts val="169"/>
              </a:spcBef>
              <a:spcAft>
                <a:spcPts val="338"/>
              </a:spcAft>
              <a:buNone/>
              <a:defRPr sz="1350" b="1" kern="400" cap="all" spc="85" baseline="0">
                <a:solidFill>
                  <a:schemeClr val="tx1"/>
                </a:solidFill>
              </a:defRPr>
            </a:lvl1pPr>
          </a:lstStyle>
          <a:p>
            <a:pPr lvl="0"/>
            <a:r>
              <a:rPr lang="en-US" dirty="0"/>
              <a:t>&lt;Insert title&gt;</a:t>
            </a:r>
          </a:p>
        </p:txBody>
      </p:sp>
      <p:sp>
        <p:nvSpPr>
          <p:cNvPr id="4" name="Text Placeholder 21">
            <a:extLst>
              <a:ext uri="{FF2B5EF4-FFF2-40B4-BE49-F238E27FC236}">
                <a16:creationId xmlns:a16="http://schemas.microsoft.com/office/drawing/2014/main" id="{02D6E100-9148-9644-9507-F4F6A6E2679A}"/>
              </a:ext>
            </a:extLst>
          </p:cNvPr>
          <p:cNvSpPr>
            <a:spLocks noGrp="1"/>
          </p:cNvSpPr>
          <p:nvPr>
            <p:ph type="body" sz="quarter" idx="15"/>
          </p:nvPr>
        </p:nvSpPr>
        <p:spPr>
          <a:xfrm>
            <a:off x="1565611" y="3081173"/>
            <a:ext cx="6003361" cy="2185919"/>
          </a:xfrm>
          <a:prstGeom prst="rect">
            <a:avLst/>
          </a:prstGeom>
        </p:spPr>
        <p:txBody>
          <a:bodyPr/>
          <a:lstStyle>
            <a:lvl1pPr marL="0" indent="0" algn="l">
              <a:lnSpc>
                <a:spcPct val="120000"/>
              </a:lnSpc>
              <a:spcBef>
                <a:spcPts val="169"/>
              </a:spcBef>
              <a:spcAft>
                <a:spcPts val="338"/>
              </a:spcAft>
              <a:buNone/>
              <a:defRPr sz="788">
                <a:solidFill>
                  <a:schemeClr val="bg2">
                    <a:lumMod val="25000"/>
                  </a:schemeClr>
                </a:solidFill>
              </a:defRPr>
            </a:lvl1pPr>
          </a:lstStyle>
          <a:p>
            <a:pPr lvl="0"/>
            <a:endParaRPr lang="en-US" dirty="0"/>
          </a:p>
        </p:txBody>
      </p:sp>
      <p:sp>
        <p:nvSpPr>
          <p:cNvPr id="5" name="Text Placeholder 21">
            <a:extLst>
              <a:ext uri="{FF2B5EF4-FFF2-40B4-BE49-F238E27FC236}">
                <a16:creationId xmlns:a16="http://schemas.microsoft.com/office/drawing/2014/main" id="{414EFF97-6164-5340-9FF0-90B289E8D99E}"/>
              </a:ext>
            </a:extLst>
          </p:cNvPr>
          <p:cNvSpPr>
            <a:spLocks noGrp="1"/>
          </p:cNvSpPr>
          <p:nvPr>
            <p:ph type="body" sz="quarter" idx="17" hasCustomPrompt="1"/>
          </p:nvPr>
        </p:nvSpPr>
        <p:spPr>
          <a:xfrm>
            <a:off x="1565014" y="2805220"/>
            <a:ext cx="6003782" cy="275948"/>
          </a:xfrm>
          <a:prstGeom prst="rect">
            <a:avLst/>
          </a:prstGeom>
        </p:spPr>
        <p:txBody>
          <a:bodyPr/>
          <a:lstStyle>
            <a:lvl1pPr marL="0" indent="0" algn="l">
              <a:lnSpc>
                <a:spcPct val="100000"/>
              </a:lnSpc>
              <a:spcBef>
                <a:spcPts val="0"/>
              </a:spcBef>
              <a:spcAft>
                <a:spcPts val="0"/>
              </a:spcAft>
              <a:buNone/>
              <a:defRPr sz="788" b="1" i="1">
                <a:solidFill>
                  <a:schemeClr val="tx1"/>
                </a:solidFill>
              </a:defRPr>
            </a:lvl1pPr>
          </a:lstStyle>
          <a:p>
            <a:pPr lvl="0"/>
            <a:r>
              <a:rPr lang="en-US" dirty="0"/>
              <a:t>&lt;Insert Subtitle&gt;</a:t>
            </a:r>
          </a:p>
        </p:txBody>
      </p:sp>
      <p:sp>
        <p:nvSpPr>
          <p:cNvPr id="21" name="Picture Placeholder 20">
            <a:extLst>
              <a:ext uri="{FF2B5EF4-FFF2-40B4-BE49-F238E27FC236}">
                <a16:creationId xmlns:a16="http://schemas.microsoft.com/office/drawing/2014/main" id="{0358620F-2FFB-6D48-96CA-CC0639EBBF66}"/>
              </a:ext>
            </a:extLst>
          </p:cNvPr>
          <p:cNvSpPr>
            <a:spLocks noGrp="1"/>
          </p:cNvSpPr>
          <p:nvPr>
            <p:ph type="pic" sz="quarter" idx="18"/>
          </p:nvPr>
        </p:nvSpPr>
        <p:spPr>
          <a:xfrm>
            <a:off x="7139337" y="175"/>
            <a:ext cx="2004664" cy="4198738"/>
          </a:xfrm>
          <a:custGeom>
            <a:avLst/>
            <a:gdLst>
              <a:gd name="connsiteX0" fmla="*/ 0 w 2672885"/>
              <a:gd name="connsiteY0" fmla="*/ 0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0" fmla="*/ 0 w 2672885"/>
              <a:gd name="connsiteY0" fmla="*/ 375139 h 4194830"/>
              <a:gd name="connsiteX1" fmla="*/ 2672885 w 2672885"/>
              <a:gd name="connsiteY1" fmla="*/ 0 h 4194830"/>
              <a:gd name="connsiteX2" fmla="*/ 2672885 w 2672885"/>
              <a:gd name="connsiteY2" fmla="*/ 4194830 h 4194830"/>
              <a:gd name="connsiteX3" fmla="*/ 1320950 w 2672885"/>
              <a:gd name="connsiteY3" fmla="*/ 4194830 h 4194830"/>
              <a:gd name="connsiteX4" fmla="*/ 1320950 w 2672885"/>
              <a:gd name="connsiteY4" fmla="*/ 1011841 h 4194830"/>
              <a:gd name="connsiteX5" fmla="*/ 0 w 2672885"/>
              <a:gd name="connsiteY5" fmla="*/ 1011841 h 4194830"/>
              <a:gd name="connsiteX6" fmla="*/ 0 w 2672885"/>
              <a:gd name="connsiteY6" fmla="*/ 375139 h 4194830"/>
              <a:gd name="connsiteX0" fmla="*/ 0 w 2672885"/>
              <a:gd name="connsiteY0" fmla="*/ 0 h 4198737"/>
              <a:gd name="connsiteX1" fmla="*/ 2672885 w 2672885"/>
              <a:gd name="connsiteY1" fmla="*/ 3907 h 4198737"/>
              <a:gd name="connsiteX2" fmla="*/ 2672885 w 2672885"/>
              <a:gd name="connsiteY2" fmla="*/ 4198737 h 4198737"/>
              <a:gd name="connsiteX3" fmla="*/ 1320950 w 2672885"/>
              <a:gd name="connsiteY3" fmla="*/ 4198737 h 4198737"/>
              <a:gd name="connsiteX4" fmla="*/ 1320950 w 2672885"/>
              <a:gd name="connsiteY4" fmla="*/ 1015748 h 4198737"/>
              <a:gd name="connsiteX5" fmla="*/ 0 w 2672885"/>
              <a:gd name="connsiteY5" fmla="*/ 1015748 h 4198737"/>
              <a:gd name="connsiteX6" fmla="*/ 0 w 2672885"/>
              <a:gd name="connsiteY6" fmla="*/ 0 h 4198737"/>
              <a:gd name="connsiteX0" fmla="*/ 0 w 2672885"/>
              <a:gd name="connsiteY0" fmla="*/ 1 h 4198738"/>
              <a:gd name="connsiteX1" fmla="*/ 2668977 w 2672885"/>
              <a:gd name="connsiteY1" fmla="*/ 0 h 4198738"/>
              <a:gd name="connsiteX2" fmla="*/ 2672885 w 2672885"/>
              <a:gd name="connsiteY2" fmla="*/ 4198738 h 4198738"/>
              <a:gd name="connsiteX3" fmla="*/ 1320950 w 2672885"/>
              <a:gd name="connsiteY3" fmla="*/ 4198738 h 4198738"/>
              <a:gd name="connsiteX4" fmla="*/ 1320950 w 2672885"/>
              <a:gd name="connsiteY4" fmla="*/ 1015749 h 4198738"/>
              <a:gd name="connsiteX5" fmla="*/ 0 w 2672885"/>
              <a:gd name="connsiteY5" fmla="*/ 1015749 h 4198738"/>
              <a:gd name="connsiteX6" fmla="*/ 0 w 2672885"/>
              <a:gd name="connsiteY6" fmla="*/ 1 h 419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85" h="4198738">
                <a:moveTo>
                  <a:pt x="0" y="1"/>
                </a:moveTo>
                <a:lnTo>
                  <a:pt x="2668977" y="0"/>
                </a:lnTo>
                <a:cubicBezTo>
                  <a:pt x="2670280" y="1399579"/>
                  <a:pt x="2671582" y="2799159"/>
                  <a:pt x="2672885" y="4198738"/>
                </a:cubicBezTo>
                <a:lnTo>
                  <a:pt x="1320950" y="4198738"/>
                </a:lnTo>
                <a:lnTo>
                  <a:pt x="1320950" y="1015749"/>
                </a:lnTo>
                <a:lnTo>
                  <a:pt x="0" y="1015749"/>
                </a:lnTo>
                <a:lnTo>
                  <a:pt x="0" y="1"/>
                </a:lnTo>
                <a:close/>
              </a:path>
            </a:pathLst>
          </a:custGeom>
        </p:spPr>
        <p:txBody>
          <a:bodyPr wrap="square">
            <a:noAutofit/>
          </a:bodyPr>
          <a:lstStyle>
            <a:lvl1pPr>
              <a:defRPr sz="900"/>
            </a:lvl1pPr>
          </a:lstStyle>
          <a:p>
            <a:endParaRPr lang="en-US"/>
          </a:p>
        </p:txBody>
      </p:sp>
      <p:sp>
        <p:nvSpPr>
          <p:cNvPr id="17" name="Picture Placeholder 16">
            <a:extLst>
              <a:ext uri="{FF2B5EF4-FFF2-40B4-BE49-F238E27FC236}">
                <a16:creationId xmlns:a16="http://schemas.microsoft.com/office/drawing/2014/main" id="{37877DEB-252E-9F44-B34F-E27305950720}"/>
              </a:ext>
            </a:extLst>
          </p:cNvPr>
          <p:cNvSpPr>
            <a:spLocks noGrp="1"/>
          </p:cNvSpPr>
          <p:nvPr>
            <p:ph type="pic" sz="quarter" idx="19"/>
          </p:nvPr>
        </p:nvSpPr>
        <p:spPr>
          <a:xfrm>
            <a:off x="2" y="5"/>
            <a:ext cx="3613353" cy="2659087"/>
          </a:xfrm>
          <a:custGeom>
            <a:avLst/>
            <a:gdLst>
              <a:gd name="connsiteX0" fmla="*/ 0 w 4817804"/>
              <a:gd name="connsiteY0" fmla="*/ 0 h 2659087"/>
              <a:gd name="connsiteX1" fmla="*/ 4817804 w 4817804"/>
              <a:gd name="connsiteY1" fmla="*/ 0 h 2659087"/>
              <a:gd name="connsiteX2" fmla="*/ 4817804 w 4817804"/>
              <a:gd name="connsiteY2" fmla="*/ 1015925 h 2659087"/>
              <a:gd name="connsiteX3" fmla="*/ 1338343 w 4817804"/>
              <a:gd name="connsiteY3" fmla="*/ 1015925 h 2659087"/>
              <a:gd name="connsiteX4" fmla="*/ 1338343 w 4817804"/>
              <a:gd name="connsiteY4" fmla="*/ 2659087 h 2659087"/>
              <a:gd name="connsiteX5" fmla="*/ 0 w 4817804"/>
              <a:gd name="connsiteY5" fmla="*/ 2659087 h 2659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4" h="2659087">
                <a:moveTo>
                  <a:pt x="0" y="0"/>
                </a:moveTo>
                <a:lnTo>
                  <a:pt x="4817804" y="0"/>
                </a:lnTo>
                <a:lnTo>
                  <a:pt x="4817804" y="1015925"/>
                </a:lnTo>
                <a:lnTo>
                  <a:pt x="1338343" y="1015925"/>
                </a:lnTo>
                <a:lnTo>
                  <a:pt x="1338343" y="2659087"/>
                </a:lnTo>
                <a:lnTo>
                  <a:pt x="0" y="2659087"/>
                </a:lnTo>
                <a:close/>
              </a:path>
            </a:pathLst>
          </a:custGeom>
        </p:spPr>
        <p:txBody>
          <a:bodyPr wrap="square">
            <a:noAutofit/>
          </a:bodyPr>
          <a:lstStyle>
            <a:lvl1pPr>
              <a:defRPr sz="900"/>
            </a:lvl1pPr>
          </a:lstStyle>
          <a:p>
            <a:endParaRPr lang="en-US"/>
          </a:p>
        </p:txBody>
      </p:sp>
      <p:sp>
        <p:nvSpPr>
          <p:cNvPr id="25" name="Picture Placeholder 24">
            <a:extLst>
              <a:ext uri="{FF2B5EF4-FFF2-40B4-BE49-F238E27FC236}">
                <a16:creationId xmlns:a16="http://schemas.microsoft.com/office/drawing/2014/main" id="{BF9D9B71-BFFD-F149-98FF-4B3F74EDE6FE}"/>
              </a:ext>
            </a:extLst>
          </p:cNvPr>
          <p:cNvSpPr>
            <a:spLocks noGrp="1"/>
          </p:cNvSpPr>
          <p:nvPr>
            <p:ph type="pic" sz="quarter" idx="22"/>
          </p:nvPr>
        </p:nvSpPr>
        <p:spPr>
          <a:xfrm>
            <a:off x="1995840" y="5842077"/>
            <a:ext cx="3534809" cy="1015924"/>
          </a:xfrm>
          <a:custGeom>
            <a:avLst/>
            <a:gdLst>
              <a:gd name="connsiteX0" fmla="*/ 0 w 4713078"/>
              <a:gd name="connsiteY0" fmla="*/ 0 h 1015924"/>
              <a:gd name="connsiteX1" fmla="*/ 4713078 w 4713078"/>
              <a:gd name="connsiteY1" fmla="*/ 0 h 1015924"/>
              <a:gd name="connsiteX2" fmla="*/ 4713078 w 4713078"/>
              <a:gd name="connsiteY2" fmla="*/ 1015924 h 1015924"/>
              <a:gd name="connsiteX3" fmla="*/ 0 w 4713078"/>
              <a:gd name="connsiteY3" fmla="*/ 1015924 h 1015924"/>
            </a:gdLst>
            <a:ahLst/>
            <a:cxnLst>
              <a:cxn ang="0">
                <a:pos x="connsiteX0" y="connsiteY0"/>
              </a:cxn>
              <a:cxn ang="0">
                <a:pos x="connsiteX1" y="connsiteY1"/>
              </a:cxn>
              <a:cxn ang="0">
                <a:pos x="connsiteX2" y="connsiteY2"/>
              </a:cxn>
              <a:cxn ang="0">
                <a:pos x="connsiteX3" y="connsiteY3"/>
              </a:cxn>
            </a:cxnLst>
            <a:rect l="l" t="t" r="r" b="b"/>
            <a:pathLst>
              <a:path w="4713078" h="1015924">
                <a:moveTo>
                  <a:pt x="0" y="0"/>
                </a:moveTo>
                <a:lnTo>
                  <a:pt x="4713078" y="0"/>
                </a:lnTo>
                <a:lnTo>
                  <a:pt x="4713078" y="1015924"/>
                </a:lnTo>
                <a:lnTo>
                  <a:pt x="0" y="1015924"/>
                </a:lnTo>
                <a:close/>
              </a:path>
            </a:pathLst>
          </a:custGeom>
        </p:spPr>
        <p:txBody>
          <a:bodyPr wrap="square">
            <a:noAutofit/>
          </a:bodyPr>
          <a:lstStyle>
            <a:lvl1pPr>
              <a:defRPr sz="900"/>
            </a:lvl1pPr>
          </a:lstStyle>
          <a:p>
            <a:endParaRPr lang="en-US"/>
          </a:p>
        </p:txBody>
      </p:sp>
      <p:sp>
        <p:nvSpPr>
          <p:cNvPr id="19" name="Picture Placeholder 18">
            <a:extLst>
              <a:ext uri="{FF2B5EF4-FFF2-40B4-BE49-F238E27FC236}">
                <a16:creationId xmlns:a16="http://schemas.microsoft.com/office/drawing/2014/main" id="{93C10310-D492-2B48-82D8-47AD8800EC26}"/>
              </a:ext>
            </a:extLst>
          </p:cNvPr>
          <p:cNvSpPr>
            <a:spLocks noGrp="1"/>
          </p:cNvSpPr>
          <p:nvPr>
            <p:ph type="pic" sz="quarter" idx="23"/>
          </p:nvPr>
        </p:nvSpPr>
        <p:spPr>
          <a:xfrm>
            <a:off x="3613355" y="4"/>
            <a:ext cx="3525807" cy="1015925"/>
          </a:xfrm>
          <a:custGeom>
            <a:avLst/>
            <a:gdLst>
              <a:gd name="connsiteX0" fmla="*/ 0 w 4679169"/>
              <a:gd name="connsiteY0" fmla="*/ 0 h 1015925"/>
              <a:gd name="connsiteX1" fmla="*/ 4679169 w 4679169"/>
              <a:gd name="connsiteY1" fmla="*/ 0 h 1015925"/>
              <a:gd name="connsiteX2" fmla="*/ 4679169 w 4679169"/>
              <a:gd name="connsiteY2" fmla="*/ 1015925 h 1015925"/>
              <a:gd name="connsiteX3" fmla="*/ 0 w 4679169"/>
              <a:gd name="connsiteY3" fmla="*/ 1015925 h 1015925"/>
            </a:gdLst>
            <a:ahLst/>
            <a:cxnLst>
              <a:cxn ang="0">
                <a:pos x="connsiteX0" y="connsiteY0"/>
              </a:cxn>
              <a:cxn ang="0">
                <a:pos x="connsiteX1" y="connsiteY1"/>
              </a:cxn>
              <a:cxn ang="0">
                <a:pos x="connsiteX2" y="connsiteY2"/>
              </a:cxn>
              <a:cxn ang="0">
                <a:pos x="connsiteX3" y="connsiteY3"/>
              </a:cxn>
            </a:cxnLst>
            <a:rect l="l" t="t" r="r" b="b"/>
            <a:pathLst>
              <a:path w="4679169" h="1015925">
                <a:moveTo>
                  <a:pt x="0" y="0"/>
                </a:moveTo>
                <a:lnTo>
                  <a:pt x="4679169" y="0"/>
                </a:lnTo>
                <a:lnTo>
                  <a:pt x="4679169" y="1015925"/>
                </a:lnTo>
                <a:lnTo>
                  <a:pt x="0" y="1015925"/>
                </a:lnTo>
                <a:close/>
              </a:path>
            </a:pathLst>
          </a:custGeom>
        </p:spPr>
        <p:txBody>
          <a:bodyPr wrap="square">
            <a:noAutofit/>
          </a:bodyPr>
          <a:lstStyle>
            <a:lvl1pPr>
              <a:defRPr sz="900"/>
            </a:lvl1pPr>
          </a:lstStyle>
          <a:p>
            <a:endParaRPr lang="en-US"/>
          </a:p>
        </p:txBody>
      </p:sp>
      <p:sp>
        <p:nvSpPr>
          <p:cNvPr id="27" name="Picture Placeholder 26">
            <a:extLst>
              <a:ext uri="{FF2B5EF4-FFF2-40B4-BE49-F238E27FC236}">
                <a16:creationId xmlns:a16="http://schemas.microsoft.com/office/drawing/2014/main" id="{7248D697-E1D5-CE49-B64D-4F8496B4CF14}"/>
              </a:ext>
            </a:extLst>
          </p:cNvPr>
          <p:cNvSpPr>
            <a:spLocks noGrp="1"/>
          </p:cNvSpPr>
          <p:nvPr>
            <p:ph type="pic" sz="quarter" idx="24"/>
          </p:nvPr>
        </p:nvSpPr>
        <p:spPr>
          <a:xfrm>
            <a:off x="0" y="2659086"/>
            <a:ext cx="1995838" cy="4198914"/>
          </a:xfrm>
          <a:custGeom>
            <a:avLst/>
            <a:gdLst>
              <a:gd name="connsiteX0" fmla="*/ 0 w 2661117"/>
              <a:gd name="connsiteY0" fmla="*/ 0 h 4198914"/>
              <a:gd name="connsiteX1" fmla="*/ 1338343 w 2661117"/>
              <a:gd name="connsiteY1" fmla="*/ 0 h 4198914"/>
              <a:gd name="connsiteX2" fmla="*/ 1338343 w 2661117"/>
              <a:gd name="connsiteY2" fmla="*/ 3182991 h 4198914"/>
              <a:gd name="connsiteX3" fmla="*/ 2661117 w 2661117"/>
              <a:gd name="connsiteY3" fmla="*/ 3182991 h 4198914"/>
              <a:gd name="connsiteX4" fmla="*/ 2661117 w 2661117"/>
              <a:gd name="connsiteY4" fmla="*/ 4198914 h 4198914"/>
              <a:gd name="connsiteX5" fmla="*/ 0 w 2661117"/>
              <a:gd name="connsiteY5" fmla="*/ 4198914 h 419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1117" h="4198914">
                <a:moveTo>
                  <a:pt x="0" y="0"/>
                </a:moveTo>
                <a:lnTo>
                  <a:pt x="1338343" y="0"/>
                </a:lnTo>
                <a:lnTo>
                  <a:pt x="1338343" y="3182991"/>
                </a:lnTo>
                <a:lnTo>
                  <a:pt x="2661117" y="3182991"/>
                </a:lnTo>
                <a:lnTo>
                  <a:pt x="2661117" y="4198914"/>
                </a:lnTo>
                <a:lnTo>
                  <a:pt x="0" y="4198914"/>
                </a:lnTo>
                <a:close/>
              </a:path>
            </a:pathLst>
          </a:custGeom>
        </p:spPr>
        <p:txBody>
          <a:bodyPr wrap="square">
            <a:noAutofit/>
          </a:bodyPr>
          <a:lstStyle>
            <a:lvl1pPr>
              <a:defRPr sz="900"/>
            </a:lvl1pPr>
          </a:lstStyle>
          <a:p>
            <a:endParaRPr lang="en-US"/>
          </a:p>
        </p:txBody>
      </p:sp>
      <p:sp>
        <p:nvSpPr>
          <p:cNvPr id="23" name="Picture Placeholder 22">
            <a:extLst>
              <a:ext uri="{FF2B5EF4-FFF2-40B4-BE49-F238E27FC236}">
                <a16:creationId xmlns:a16="http://schemas.microsoft.com/office/drawing/2014/main" id="{7467BD37-282E-E446-8940-9805483E961C}"/>
              </a:ext>
            </a:extLst>
          </p:cNvPr>
          <p:cNvSpPr>
            <a:spLocks noGrp="1"/>
          </p:cNvSpPr>
          <p:nvPr>
            <p:ph type="pic" sz="quarter" idx="25"/>
          </p:nvPr>
        </p:nvSpPr>
        <p:spPr>
          <a:xfrm>
            <a:off x="5530648" y="4198915"/>
            <a:ext cx="3613355" cy="2659086"/>
          </a:xfrm>
          <a:custGeom>
            <a:avLst/>
            <a:gdLst>
              <a:gd name="connsiteX0" fmla="*/ 3465870 w 4817806"/>
              <a:gd name="connsiteY0" fmla="*/ 0 h 2659086"/>
              <a:gd name="connsiteX1" fmla="*/ 4817806 w 4817806"/>
              <a:gd name="connsiteY1" fmla="*/ 0 h 2659086"/>
              <a:gd name="connsiteX2" fmla="*/ 4817806 w 4817806"/>
              <a:gd name="connsiteY2" fmla="*/ 2659086 h 2659086"/>
              <a:gd name="connsiteX3" fmla="*/ 0 w 4817806"/>
              <a:gd name="connsiteY3" fmla="*/ 2659086 h 2659086"/>
              <a:gd name="connsiteX4" fmla="*/ 0 w 4817806"/>
              <a:gd name="connsiteY4" fmla="*/ 1643162 h 2659086"/>
              <a:gd name="connsiteX5" fmla="*/ 3465870 w 4817806"/>
              <a:gd name="connsiteY5" fmla="*/ 1643162 h 265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17806" h="2659086">
                <a:moveTo>
                  <a:pt x="3465870" y="0"/>
                </a:moveTo>
                <a:lnTo>
                  <a:pt x="4817806" y="0"/>
                </a:lnTo>
                <a:lnTo>
                  <a:pt x="4817806" y="2659086"/>
                </a:lnTo>
                <a:lnTo>
                  <a:pt x="0" y="2659086"/>
                </a:lnTo>
                <a:lnTo>
                  <a:pt x="0" y="1643162"/>
                </a:lnTo>
                <a:lnTo>
                  <a:pt x="3465870" y="1643162"/>
                </a:lnTo>
                <a:close/>
              </a:path>
            </a:pathLst>
          </a:custGeom>
        </p:spPr>
        <p:txBody>
          <a:bodyPr wrap="square">
            <a:noAutofit/>
          </a:bodyPr>
          <a:lstStyle>
            <a:lvl1pPr algn="r">
              <a:defRPr sz="900"/>
            </a:lvl1pPr>
          </a:lstStyle>
          <a:p>
            <a:endParaRPr lang="en-US"/>
          </a:p>
        </p:txBody>
      </p:sp>
      <p:sp>
        <p:nvSpPr>
          <p:cNvPr id="13" name="Text Placeholder 11">
            <a:extLst>
              <a:ext uri="{FF2B5EF4-FFF2-40B4-BE49-F238E27FC236}">
                <a16:creationId xmlns:a16="http://schemas.microsoft.com/office/drawing/2014/main" id="{EEFAF70A-94D1-7A43-BD01-B9341CF2CC6F}"/>
              </a:ext>
            </a:extLst>
          </p:cNvPr>
          <p:cNvSpPr>
            <a:spLocks noGrp="1"/>
          </p:cNvSpPr>
          <p:nvPr>
            <p:ph type="body" sz="quarter" idx="26" hasCustomPrompt="1"/>
          </p:nvPr>
        </p:nvSpPr>
        <p:spPr>
          <a:xfrm>
            <a:off x="1565014" y="1590918"/>
            <a:ext cx="6003782" cy="275947"/>
          </a:xfrm>
          <a:prstGeom prst="rect">
            <a:avLst/>
          </a:prstGeom>
        </p:spPr>
        <p:txBody>
          <a:bodyPr anchor="b"/>
          <a:lstStyle>
            <a:lvl1pPr marL="0" indent="0" algn="l">
              <a:buNone/>
              <a:defRPr sz="900" b="0" i="0" cap="all" spc="113" baseline="0">
                <a:solidFill>
                  <a:srgbClr val="222222"/>
                </a:solidFill>
              </a:defRPr>
            </a:lvl1pPr>
          </a:lstStyle>
          <a:p>
            <a:pPr lvl="0"/>
            <a:r>
              <a:rPr lang="en-US" dirty="0"/>
              <a:t>&lt;</a:t>
            </a:r>
            <a:r>
              <a:rPr lang="en-US" dirty="0" err="1"/>
              <a:t>Subheader</a:t>
            </a:r>
            <a:r>
              <a:rPr lang="en-US" dirty="0"/>
              <a:t> if it is appropriate&gt;</a:t>
            </a:r>
          </a:p>
        </p:txBody>
      </p:sp>
    </p:spTree>
    <p:extLst>
      <p:ext uri="{BB962C8B-B14F-4D97-AF65-F5344CB8AC3E}">
        <p14:creationId xmlns:p14="http://schemas.microsoft.com/office/powerpoint/2010/main" val="3055894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22080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44027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7266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6354049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9911724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9277088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646916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1988201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1398247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18426645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122250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40854014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8447587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20E49D-532B-574C-9B28-3CB5D48BEFC2}" type="slidenum">
              <a:rPr lang="en-US" smtClean="0"/>
              <a:t>‹#›</a:t>
            </a:fld>
            <a:endParaRPr lang="en-US"/>
          </a:p>
        </p:txBody>
      </p:sp>
    </p:spTree>
    <p:extLst>
      <p:ext uri="{BB962C8B-B14F-4D97-AF65-F5344CB8AC3E}">
        <p14:creationId xmlns:p14="http://schemas.microsoft.com/office/powerpoint/2010/main" val="3545121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86709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A185A8-3B9F-9E4B-9AE7-F4EF90EE37C9}"/>
              </a:ext>
            </a:extLst>
          </p:cNvPr>
          <p:cNvSpPr>
            <a:spLocks noGrp="1"/>
          </p:cNvSpPr>
          <p:nvPr>
            <p:ph type="title"/>
          </p:nvPr>
        </p:nvSpPr>
        <p:spPr>
          <a:xfrm>
            <a:off x="685800" y="457200"/>
            <a:ext cx="7772400" cy="1143000"/>
          </a:xfrm>
          <a:prstGeom prst="rect">
            <a:avLst/>
          </a:prstGeom>
        </p:spPr>
        <p:txBody>
          <a:bodyPr/>
          <a:lstStyle>
            <a:lvl1pPr>
              <a:defRPr b="1"/>
            </a:lvl1pPr>
          </a:lstStyle>
          <a:p>
            <a:r>
              <a:rPr lang="en-US" dirty="0"/>
              <a:t>Click to edit Master title style</a:t>
            </a:r>
          </a:p>
        </p:txBody>
      </p:sp>
      <p:sp>
        <p:nvSpPr>
          <p:cNvPr id="4" name="Content Placeholder 2">
            <a:extLst>
              <a:ext uri="{FF2B5EF4-FFF2-40B4-BE49-F238E27FC236}">
                <a16:creationId xmlns:a16="http://schemas.microsoft.com/office/drawing/2014/main" id="{5B9E27E5-53EA-F04A-9A8A-B90B1C948E73}"/>
              </a:ext>
            </a:extLst>
          </p:cNvPr>
          <p:cNvSpPr>
            <a:spLocks noGrp="1"/>
          </p:cNvSpPr>
          <p:nvPr>
            <p:ph idx="1"/>
          </p:nvPr>
        </p:nvSpPr>
        <p:spPr>
          <a:xfrm>
            <a:off x="685800" y="1752600"/>
            <a:ext cx="7772400" cy="3810000"/>
          </a:xfrm>
          <a:prstGeom prst="rect">
            <a:avLst/>
          </a:prstGeom>
        </p:spPr>
        <p:txBody>
          <a:bodyPr/>
          <a:lstStyle>
            <a:lvl1pPr>
              <a:defRPr sz="2800"/>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9">
            <a:extLst>
              <a:ext uri="{FF2B5EF4-FFF2-40B4-BE49-F238E27FC236}">
                <a16:creationId xmlns:a16="http://schemas.microsoft.com/office/drawing/2014/main" id="{77878B50-8399-8F46-A679-8C57DBBD3916}"/>
              </a:ext>
            </a:extLst>
          </p:cNvPr>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1862774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theme" Target="../theme/theme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4.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41.xml"/><Relationship Id="rId2" Type="http://schemas.openxmlformats.org/officeDocument/2006/relationships/slideLayout" Target="../slideLayouts/slideLayout40.xml"/><Relationship Id="rId1" Type="http://schemas.openxmlformats.org/officeDocument/2006/relationships/slideLayout" Target="../slideLayouts/slideLayout39.xml"/><Relationship Id="rId5" Type="http://schemas.openxmlformats.org/officeDocument/2006/relationships/image" Target="../media/image1.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cxnSp>
        <p:nvCxnSpPr>
          <p:cNvPr id="6" name="Straight Connector 5"/>
          <p:cNvCxnSpPr/>
          <p:nvPr userDrawn="1"/>
        </p:nvCxnSpPr>
        <p:spPr bwMode="auto">
          <a:xfrm>
            <a:off x="0" y="6019800"/>
            <a:ext cx="9144000" cy="0"/>
          </a:xfrm>
          <a:prstGeom prst="line">
            <a:avLst/>
          </a:prstGeom>
          <a:solidFill>
            <a:schemeClr val="accent1"/>
          </a:solidFill>
          <a:ln w="9525" cap="flat" cmpd="sng" algn="ctr">
            <a:solidFill>
              <a:srgbClr val="006699"/>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3" name="Picture 2" descr="IT's Employment Logo: Explore VR IT'S Employment, Institute for Community Inclusion,UMass Boston"/>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7333" y="6074591"/>
            <a:ext cx="4014467" cy="760806"/>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 id="2147483730" r:id="rId2"/>
    <p:sldLayoutId id="2147483731" r:id="rId3"/>
  </p:sldLayoutIdLst>
  <p:hf hdr="0" ftr="0" dt="0"/>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396272"/>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92" r:id="rId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71760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Lst>
  <p:hf hdr="0" ftr="0" dt="0"/>
  <p:txStyles>
    <p:titleStyle>
      <a:lvl1pPr algn="l" defTabSz="514337" rtl="0" eaLnBrk="1" latinLnBrk="0" hangingPunct="1">
        <a:lnSpc>
          <a:spcPct val="90000"/>
        </a:lnSpc>
        <a:spcBef>
          <a:spcPct val="0"/>
        </a:spcBef>
        <a:buNone/>
        <a:defRPr sz="1800" b="1" i="0" kern="1200" cap="all" baseline="0">
          <a:solidFill>
            <a:schemeClr val="tx1"/>
          </a:solidFill>
          <a:latin typeface="Arial" charset="0"/>
          <a:ea typeface="Arial" charset="0"/>
          <a:cs typeface="Arial" charset="0"/>
        </a:defRPr>
      </a:lvl1pPr>
    </p:titleStyle>
    <p:bodyStyle>
      <a:lvl1pPr marL="128585" indent="-128585" algn="l" defTabSz="514337" rtl="0" eaLnBrk="1" latinLnBrk="0" hangingPunct="1">
        <a:lnSpc>
          <a:spcPct val="90000"/>
        </a:lnSpc>
        <a:spcBef>
          <a:spcPts val="563"/>
        </a:spcBef>
        <a:buFont typeface="Arial"/>
        <a:buChar char="•"/>
        <a:defRPr sz="788" b="0" i="0" kern="1200">
          <a:solidFill>
            <a:srgbClr val="595959"/>
          </a:solidFill>
          <a:latin typeface="Arial" charset="0"/>
          <a:ea typeface="Arial" charset="0"/>
          <a:cs typeface="Arial" charset="0"/>
        </a:defRPr>
      </a:lvl1pPr>
      <a:lvl2pPr marL="385753"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2pPr>
      <a:lvl3pPr marL="642921"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3pPr>
      <a:lvl4pPr marL="900090"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4pPr>
      <a:lvl5pPr marL="1157259"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5pPr>
      <a:lvl6pPr marL="1414427"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8334089"/>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Lst>
  <p:hf hdr="0" ftr="0" dt="0"/>
  <p:txStyles>
    <p:titleStyle>
      <a:lvl1pPr algn="l" defTabSz="514337" rtl="0" eaLnBrk="1" latinLnBrk="0" hangingPunct="1">
        <a:lnSpc>
          <a:spcPct val="90000"/>
        </a:lnSpc>
        <a:spcBef>
          <a:spcPct val="0"/>
        </a:spcBef>
        <a:buNone/>
        <a:defRPr sz="1800" b="1" i="0" kern="1200" cap="all" baseline="0">
          <a:solidFill>
            <a:schemeClr val="tx1"/>
          </a:solidFill>
          <a:latin typeface="Arial" charset="0"/>
          <a:ea typeface="Arial" charset="0"/>
          <a:cs typeface="Arial" charset="0"/>
        </a:defRPr>
      </a:lvl1pPr>
    </p:titleStyle>
    <p:bodyStyle>
      <a:lvl1pPr marL="128585" indent="-128585" algn="l" defTabSz="514337" rtl="0" eaLnBrk="1" latinLnBrk="0" hangingPunct="1">
        <a:lnSpc>
          <a:spcPct val="90000"/>
        </a:lnSpc>
        <a:spcBef>
          <a:spcPts val="563"/>
        </a:spcBef>
        <a:buFont typeface="Arial"/>
        <a:buChar char="•"/>
        <a:defRPr sz="788" b="0" i="0" kern="1200">
          <a:solidFill>
            <a:srgbClr val="595959"/>
          </a:solidFill>
          <a:latin typeface="Arial" charset="0"/>
          <a:ea typeface="Arial" charset="0"/>
          <a:cs typeface="Arial" charset="0"/>
        </a:defRPr>
      </a:lvl1pPr>
      <a:lvl2pPr marL="385753"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2pPr>
      <a:lvl3pPr marL="642921"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3pPr>
      <a:lvl4pPr marL="900090"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4pPr>
      <a:lvl5pPr marL="1157259" indent="-128585" algn="l" defTabSz="514337" rtl="0" eaLnBrk="1" latinLnBrk="0" hangingPunct="1">
        <a:lnSpc>
          <a:spcPct val="90000"/>
        </a:lnSpc>
        <a:spcBef>
          <a:spcPts val="281"/>
        </a:spcBef>
        <a:buFont typeface="Arial"/>
        <a:buChar char="•"/>
        <a:defRPr sz="788" b="0" i="0" kern="1200">
          <a:solidFill>
            <a:srgbClr val="595959"/>
          </a:solidFill>
          <a:latin typeface="Arial" charset="0"/>
          <a:ea typeface="Arial" charset="0"/>
          <a:cs typeface="Arial" charset="0"/>
        </a:defRPr>
      </a:lvl5pPr>
      <a:lvl6pPr marL="1414427"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8pPr>
      <a:lvl9pPr marL="2185933" indent="-128585" algn="l" defTabSz="514337" rtl="0" eaLnBrk="1" latinLnBrk="0" hangingPunct="1">
        <a:lnSpc>
          <a:spcPct val="90000"/>
        </a:lnSpc>
        <a:spcBef>
          <a:spcPts val="281"/>
        </a:spcBef>
        <a:buFont typeface="Arial"/>
        <a:buChar char="•"/>
        <a:defRPr sz="1013" kern="1200">
          <a:solidFill>
            <a:schemeClr val="tx1"/>
          </a:solidFill>
          <a:latin typeface="+mn-lt"/>
          <a:ea typeface="+mn-ea"/>
          <a:cs typeface="+mn-cs"/>
        </a:defRPr>
      </a:lvl9pPr>
    </p:bodyStyle>
    <p:otherStyle>
      <a:defPPr>
        <a:defRPr lang="en-US"/>
      </a:defPPr>
      <a:lvl1pPr marL="0" algn="l" defTabSz="514337" rtl="0" eaLnBrk="1" latinLnBrk="0" hangingPunct="1">
        <a:defRPr sz="1013" kern="1200">
          <a:solidFill>
            <a:schemeClr val="tx1"/>
          </a:solidFill>
          <a:latin typeface="+mn-lt"/>
          <a:ea typeface="+mn-ea"/>
          <a:cs typeface="+mn-cs"/>
        </a:defRPr>
      </a:lvl1pPr>
      <a:lvl2pPr marL="257169" algn="l" defTabSz="514337" rtl="0" eaLnBrk="1" latinLnBrk="0" hangingPunct="1">
        <a:defRPr sz="1013" kern="1200">
          <a:solidFill>
            <a:schemeClr val="tx1"/>
          </a:solidFill>
          <a:latin typeface="+mn-lt"/>
          <a:ea typeface="+mn-ea"/>
          <a:cs typeface="+mn-cs"/>
        </a:defRPr>
      </a:lvl2pPr>
      <a:lvl3pPr marL="514337" algn="l" defTabSz="514337" rtl="0" eaLnBrk="1" latinLnBrk="0" hangingPunct="1">
        <a:defRPr sz="1013" kern="1200">
          <a:solidFill>
            <a:schemeClr val="tx1"/>
          </a:solidFill>
          <a:latin typeface="+mn-lt"/>
          <a:ea typeface="+mn-ea"/>
          <a:cs typeface="+mn-cs"/>
        </a:defRPr>
      </a:lvl3pPr>
      <a:lvl4pPr marL="771506" algn="l" defTabSz="514337" rtl="0" eaLnBrk="1" latinLnBrk="0" hangingPunct="1">
        <a:defRPr sz="1013" kern="1200">
          <a:solidFill>
            <a:schemeClr val="tx1"/>
          </a:solidFill>
          <a:latin typeface="+mn-lt"/>
          <a:ea typeface="+mn-ea"/>
          <a:cs typeface="+mn-cs"/>
        </a:defRPr>
      </a:lvl4pPr>
      <a:lvl5pPr marL="1028675" algn="l" defTabSz="514337" rtl="0" eaLnBrk="1" latinLnBrk="0" hangingPunct="1">
        <a:defRPr sz="1013" kern="1200">
          <a:solidFill>
            <a:schemeClr val="tx1"/>
          </a:solidFill>
          <a:latin typeface="+mn-lt"/>
          <a:ea typeface="+mn-ea"/>
          <a:cs typeface="+mn-cs"/>
        </a:defRPr>
      </a:lvl5pPr>
      <a:lvl6pPr marL="1285843" algn="l" defTabSz="514337" rtl="0" eaLnBrk="1" latinLnBrk="0" hangingPunct="1">
        <a:defRPr sz="1013" kern="1200">
          <a:solidFill>
            <a:schemeClr val="tx1"/>
          </a:solidFill>
          <a:latin typeface="+mn-lt"/>
          <a:ea typeface="+mn-ea"/>
          <a:cs typeface="+mn-cs"/>
        </a:defRPr>
      </a:lvl6pPr>
      <a:lvl7pPr marL="1543011" algn="l" defTabSz="514337" rtl="0" eaLnBrk="1" latinLnBrk="0" hangingPunct="1">
        <a:defRPr sz="1013" kern="1200">
          <a:solidFill>
            <a:schemeClr val="tx1"/>
          </a:solidFill>
          <a:latin typeface="+mn-lt"/>
          <a:ea typeface="+mn-ea"/>
          <a:cs typeface="+mn-cs"/>
        </a:defRPr>
      </a:lvl7pPr>
      <a:lvl8pPr marL="1800180" algn="l" defTabSz="514337" rtl="0" eaLnBrk="1" latinLnBrk="0" hangingPunct="1">
        <a:defRPr sz="1013" kern="1200">
          <a:solidFill>
            <a:schemeClr val="tx1"/>
          </a:solidFill>
          <a:latin typeface="+mn-lt"/>
          <a:ea typeface="+mn-ea"/>
          <a:cs typeface="+mn-cs"/>
        </a:defRPr>
      </a:lvl8pPr>
      <a:lvl9pPr marL="2057349" algn="l" defTabSz="514337" rtl="0" eaLnBrk="1" latinLnBrk="0" hangingPunct="1">
        <a:defRPr sz="101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cxnSp>
        <p:nvCxnSpPr>
          <p:cNvPr id="6" name="Straight Connector 5"/>
          <p:cNvCxnSpPr/>
          <p:nvPr userDrawn="1"/>
        </p:nvCxnSpPr>
        <p:spPr bwMode="auto">
          <a:xfrm>
            <a:off x="0" y="6019800"/>
            <a:ext cx="9144000" cy="0"/>
          </a:xfrm>
          <a:prstGeom prst="line">
            <a:avLst/>
          </a:prstGeom>
          <a:solidFill>
            <a:schemeClr val="accent1"/>
          </a:solidFill>
          <a:ln w="9525" cap="flat" cmpd="sng" algn="ctr">
            <a:solidFill>
              <a:srgbClr val="006699"/>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pic>
        <p:nvPicPr>
          <p:cNvPr id="3" name="Picture 2" descr="ITSemployment_logo.pn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7333" y="6074591"/>
            <a:ext cx="4014467" cy="760806"/>
          </a:xfrm>
          <a:prstGeom prst="rect">
            <a:avLst/>
          </a:prstGeom>
        </p:spPr>
      </p:pic>
    </p:spTree>
    <p:extLst>
      <p:ext uri="{BB962C8B-B14F-4D97-AF65-F5344CB8AC3E}">
        <p14:creationId xmlns:p14="http://schemas.microsoft.com/office/powerpoint/2010/main" val="1821064309"/>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Lst>
  <p:hf hdr="0" ftr="0" dt="0"/>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708191567"/>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 id="2147483854"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4.xm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hyperlink" Target="https://creativecommons.org/licenses/by-nc-nd/3.0/" TargetMode="External"/><Relationship Id="rId2" Type="http://schemas.openxmlformats.org/officeDocument/2006/relationships/hyperlink" Target="http://teachersol.blogspot.com/2010/11/actresses-with-down-syndrome-honored-by.html" TargetMode="External"/><Relationship Id="rId1" Type="http://schemas.openxmlformats.org/officeDocument/2006/relationships/slideLayout" Target="../slideLayouts/slideLayout54.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4.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emf"/><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hyperlink" Target="https://employmentfirstcolorado.org/career-exploration" TargetMode="External"/><Relationship Id="rId2" Type="http://schemas.openxmlformats.org/officeDocument/2006/relationships/image" Target="../media/image32.png"/><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3" Type="http://schemas.openxmlformats.org/officeDocument/2006/relationships/hyperlink" Target="https://www.cde.state.co.us/cdesped/tk_tab05_careerdevelopment" TargetMode="External"/><Relationship Id="rId2" Type="http://schemas.openxmlformats.org/officeDocument/2006/relationships/notesSlide" Target="../notesSlides/notesSlide8.xml"/><Relationship Id="rId1" Type="http://schemas.openxmlformats.org/officeDocument/2006/relationships/slideLayout" Target="../slideLayouts/slideLayout54.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9.xml"/><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6.png"/><Relationship Id="rId1" Type="http://schemas.openxmlformats.org/officeDocument/2006/relationships/slideLayout" Target="../slideLayouts/slideLayout5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54.xml"/></Relationships>
</file>

<file path=ppt/slides/_rels/slide2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4.xml"/></Relationships>
</file>

<file path=ppt/slides/_rels/slide27.xml.rels><?xml version="1.0" encoding="UTF-8" standalone="yes"?>
<Relationships xmlns="http://schemas.openxmlformats.org/package/2006/relationships"><Relationship Id="rId3" Type="http://schemas.openxmlformats.org/officeDocument/2006/relationships/hyperlink" Target="http://shipsontheshore.wordpress.com/2012/04/17/short-break/" TargetMode="External"/><Relationship Id="rId2" Type="http://schemas.openxmlformats.org/officeDocument/2006/relationships/image" Target="../media/image40.png"/><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3" Type="http://schemas.openxmlformats.org/officeDocument/2006/relationships/hyperlink" Target="https://justadandak.com/defining-social-spaces/" TargetMode="External"/><Relationship Id="rId2" Type="http://schemas.openxmlformats.org/officeDocument/2006/relationships/notesSlide" Target="../notesSlides/notesSlide13.xml"/><Relationship Id="rId1" Type="http://schemas.openxmlformats.org/officeDocument/2006/relationships/slideLayout" Target="../slideLayouts/slideLayout43.xml"/><Relationship Id="rId5" Type="http://schemas.openxmlformats.org/officeDocument/2006/relationships/image" Target="../media/image41.jpg"/><Relationship Id="rId4" Type="http://schemas.openxmlformats.org/officeDocument/2006/relationships/hyperlink" Target="https://creativecommons.org/licenses/by-sa/3.0/"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hyperlink" Target="https://www.flickr.com/photos/34645163@N02/5269307416" TargetMode="External"/><Relationship Id="rId7" Type="http://schemas.openxmlformats.org/officeDocument/2006/relationships/diagramLayout" Target="../diagrams/layout6.xml"/><Relationship Id="rId2" Type="http://schemas.openxmlformats.org/officeDocument/2006/relationships/notesSlide" Target="../notesSlides/notesSlide14.xml"/><Relationship Id="rId1" Type="http://schemas.openxmlformats.org/officeDocument/2006/relationships/slideLayout" Target="../slideLayouts/slideLayout43.xml"/><Relationship Id="rId6" Type="http://schemas.openxmlformats.org/officeDocument/2006/relationships/diagramData" Target="../diagrams/data6.xml"/><Relationship Id="rId5" Type="http://schemas.openxmlformats.org/officeDocument/2006/relationships/image" Target="../media/image43.jpeg"/><Relationship Id="rId10" Type="http://schemas.microsoft.com/office/2007/relationships/diagramDrawing" Target="../diagrams/drawing6.xml"/><Relationship Id="rId4" Type="http://schemas.openxmlformats.org/officeDocument/2006/relationships/hyperlink" Target="https://creativecommons.org/licenses/by-nc-nd/3.0/" TargetMode="External"/><Relationship Id="rId9" Type="http://schemas.openxmlformats.org/officeDocument/2006/relationships/diagramColors" Target="../diagrams/colors6.xml"/></Relationships>
</file>

<file path=ppt/slides/_rels/slide3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5.xml"/><Relationship Id="rId1" Type="http://schemas.openxmlformats.org/officeDocument/2006/relationships/slideLayout" Target="../slideLayouts/slideLayout54.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48.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43.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4.xml"/></Relationships>
</file>

<file path=ppt/slides/_rels/slide3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slideLayout" Target="../slideLayouts/slideLayout54.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51.sv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svg"/></Relationships>
</file>

<file path=ppt/slides/_rels/slide37.xml.rels><?xml version="1.0" encoding="UTF-8" standalone="yes"?>
<Relationships xmlns="http://schemas.openxmlformats.org/package/2006/relationships"><Relationship Id="rId3" Type="http://schemas.openxmlformats.org/officeDocument/2006/relationships/hyperlink" Target="http://www.cde.state.co.us/postsecondary/workbasedlearning" TargetMode="External"/><Relationship Id="rId2" Type="http://schemas.openxmlformats.org/officeDocument/2006/relationships/image" Target="../media/image58.png"/><Relationship Id="rId1" Type="http://schemas.openxmlformats.org/officeDocument/2006/relationships/slideLayout" Target="../slideLayouts/slideLayout54.xml"/></Relationships>
</file>

<file path=ppt/slides/_rels/slide38.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jpeg"/><Relationship Id="rId1" Type="http://schemas.openxmlformats.org/officeDocument/2006/relationships/slideLayout" Target="../slideLayouts/slideLayout54.xml"/></Relationships>
</file>

<file path=ppt/slides/_rels/slide39.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9.xml"/><Relationship Id="rId1" Type="http://schemas.openxmlformats.org/officeDocument/2006/relationships/slideLayout" Target="../slideLayouts/slideLayout43.xml"/></Relationships>
</file>

<file path=ppt/slides/_rels/slide4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0.xml"/><Relationship Id="rId1" Type="http://schemas.openxmlformats.org/officeDocument/2006/relationships/slideLayout" Target="../slideLayouts/slideLayout43.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22.xml"/><Relationship Id="rId1" Type="http://schemas.openxmlformats.org/officeDocument/2006/relationships/slideLayout" Target="../slideLayouts/slideLayout43.xml"/><Relationship Id="rId4" Type="http://schemas.openxmlformats.org/officeDocument/2006/relationships/image" Target="../media/image67.png"/></Relationships>
</file>

<file path=ppt/slides/_rels/slide4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54.xml"/></Relationships>
</file>

<file path=ppt/slides/_rels/slide4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4.xml"/></Relationships>
</file>

<file path=ppt/slides/_rels/slide4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4.xml"/></Relationships>
</file>

<file path=ppt/slides/_rels/slide4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3.xml"/></Relationships>
</file>

<file path=ppt/slides/_rels/slide49.xml.rels><?xml version="1.0" encoding="UTF-8" standalone="yes"?>
<Relationships xmlns="http://schemas.openxmlformats.org/package/2006/relationships"><Relationship Id="rId2" Type="http://schemas.openxmlformats.org/officeDocument/2006/relationships/image" Target="../media/image72.emf"/><Relationship Id="rId1" Type="http://schemas.openxmlformats.org/officeDocument/2006/relationships/slideLayout" Target="../slideLayouts/slideLayout43.xml"/></Relationships>
</file>

<file path=ppt/slides/_rels/slide5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3.xml"/><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3.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54.xml"/></Relationships>
</file>

<file path=ppt/slides/_rels/slide54.xml.rels><?xml version="1.0" encoding="UTF-8" standalone="yes"?>
<Relationships xmlns="http://schemas.openxmlformats.org/package/2006/relationships"><Relationship Id="rId3" Type="http://schemas.openxmlformats.org/officeDocument/2006/relationships/hyperlink" Target="https://employmentfirstcolorado.org/disability-benefits-benefits-counseling/" TargetMode="External"/><Relationship Id="rId2" Type="http://schemas.openxmlformats.org/officeDocument/2006/relationships/image" Target="../media/image77.png"/><Relationship Id="rId1" Type="http://schemas.openxmlformats.org/officeDocument/2006/relationships/slideLayout" Target="../slideLayouts/slideLayout54.xml"/></Relationships>
</file>

<file path=ppt/slides/_rels/slide5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3.xml"/><Relationship Id="rId1" Type="http://schemas.openxmlformats.org/officeDocument/2006/relationships/slideLayout" Target="../slideLayouts/slideLayout48.xml"/><Relationship Id="rId4" Type="http://schemas.openxmlformats.org/officeDocument/2006/relationships/image" Target="../media/image79.png"/></Relationships>
</file>

<file path=ppt/slides/_rels/slide56.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4.xml"/></Relationships>
</file>

<file path=ppt/slides/_rels/slide58.xml.rels><?xml version="1.0" encoding="UTF-8" standalone="yes"?>
<Relationships xmlns="http://schemas.openxmlformats.org/package/2006/relationships"><Relationship Id="rId3" Type="http://schemas.openxmlformats.org/officeDocument/2006/relationships/hyperlink" Target="http://cirrie-sphhp.webapps.buffalo.edu/culture/monographs" TargetMode="External"/><Relationship Id="rId2" Type="http://schemas.openxmlformats.org/officeDocument/2006/relationships/image" Target="../media/image81.png"/><Relationship Id="rId1" Type="http://schemas.openxmlformats.org/officeDocument/2006/relationships/slideLayout" Target="../slideLayouts/slideLayout54.xml"/></Relationships>
</file>

<file path=ppt/slides/_rels/slide59.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54.xml"/></Relationships>
</file>

<file path=ppt/slides/_rels/slide6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25.xml"/><Relationship Id="rId1" Type="http://schemas.openxmlformats.org/officeDocument/2006/relationships/slideLayout" Target="../slideLayouts/slideLayout43.xml"/></Relationships>
</file>

<file path=ppt/slides/_rels/slide6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hyperlink" Target="https://umassboston.co1.qualtrics.com/jfe/form/SV_etl29yc9SFtWljU" TargetMode="External"/><Relationship Id="rId1" Type="http://schemas.openxmlformats.org/officeDocument/2006/relationships/slideLayout" Target="../slideLayouts/slideLayout43.xml"/></Relationships>
</file>

<file path=ppt/slides/_rels/slide62.xml.rels><?xml version="1.0" encoding="UTF-8" standalone="yes"?>
<Relationships xmlns="http://schemas.openxmlformats.org/package/2006/relationships"><Relationship Id="rId3" Type="http://schemas.openxmlformats.org/officeDocument/2006/relationships/hyperlink" Target="mailto:david.hoff@umb.edu" TargetMode="External"/><Relationship Id="rId7" Type="http://schemas.openxmlformats.org/officeDocument/2006/relationships/hyperlink" Target="https://www.rawpixel.com/image/107004/thank-you-note-cup-coffee"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5.jpeg"/><Relationship Id="rId5" Type="http://schemas.openxmlformats.org/officeDocument/2006/relationships/hyperlink" Target="mailto:mary.dibiase@umb.edu" TargetMode="External"/><Relationship Id="rId4" Type="http://schemas.openxmlformats.org/officeDocument/2006/relationships/hyperlink" Target="mailto:russel.thelin@umb.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D7825-7A31-7440-A27A-28B75FACF008}"/>
              </a:ext>
            </a:extLst>
          </p:cNvPr>
          <p:cNvSpPr>
            <a:spLocks noGrp="1"/>
          </p:cNvSpPr>
          <p:nvPr>
            <p:ph type="title" idx="4294967295"/>
          </p:nvPr>
        </p:nvSpPr>
        <p:spPr>
          <a:xfrm>
            <a:off x="433778" y="-1325563"/>
            <a:ext cx="7886700" cy="1325563"/>
          </a:xfrm>
        </p:spPr>
        <p:txBody>
          <a:bodyPr/>
          <a:lstStyle/>
          <a:p>
            <a:r>
              <a:rPr lang="en-US" dirty="0"/>
              <a:t>Institute</a:t>
            </a:r>
            <a:r>
              <a:rPr lang="en-US" baseline="0" dirty="0"/>
              <a:t> for Community Inclusion</a:t>
            </a:r>
            <a:endParaRPr lang="en-US" dirty="0"/>
          </a:p>
        </p:txBody>
      </p:sp>
    </p:spTree>
    <p:extLst>
      <p:ext uri="{BB962C8B-B14F-4D97-AF65-F5344CB8AC3E}">
        <p14:creationId xmlns:p14="http://schemas.microsoft.com/office/powerpoint/2010/main" val="265138513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FFD0F2-AAE7-4629-94FA-409AA82134BA}"/>
              </a:ext>
            </a:extLst>
          </p:cNvPr>
          <p:cNvSpPr txBox="1"/>
          <p:nvPr/>
        </p:nvSpPr>
        <p:spPr>
          <a:xfrm>
            <a:off x="900545" y="4632328"/>
            <a:ext cx="7342909" cy="1144929"/>
          </a:xfrm>
          <a:prstGeom prst="rect">
            <a:avLst/>
          </a:prstGeom>
          <a:noFill/>
        </p:spPr>
        <p:txBody>
          <a:bodyPr wrap="square">
            <a:spAutoFit/>
          </a:bodyPr>
          <a:lstStyle/>
          <a:p>
            <a:pPr eaLnBrk="1" hangingPunct="1">
              <a:lnSpc>
                <a:spcPct val="90000"/>
              </a:lnSpc>
            </a:pPr>
            <a:r>
              <a:rPr lang="en-US" sz="2800" b="1" dirty="0">
                <a:latin typeface="+mn-lt"/>
                <a:cs typeface="+mn-cs"/>
              </a:rPr>
              <a:t>PRESENTER:</a:t>
            </a:r>
          </a:p>
          <a:p>
            <a:pPr marL="400050" lvl="1" indent="-228600" eaLnBrk="1" hangingPunct="1">
              <a:lnSpc>
                <a:spcPct val="90000"/>
              </a:lnSpc>
              <a:buFont typeface="Arial" panose="020B0604020202020204" pitchFamily="34" charset="0"/>
              <a:buChar char="•"/>
            </a:pPr>
            <a:r>
              <a:rPr lang="en-US" sz="2400" b="0" dirty="0">
                <a:latin typeface="+mn-lt"/>
                <a:cs typeface="+mn-cs"/>
              </a:rPr>
              <a:t>David Hoff</a:t>
            </a:r>
            <a:br>
              <a:rPr lang="en-US" sz="2400" b="0" dirty="0">
                <a:latin typeface="+mn-lt"/>
                <a:cs typeface="+mn-cs"/>
              </a:rPr>
            </a:br>
            <a:r>
              <a:rPr lang="en-US" sz="2400" b="0" dirty="0">
                <a:latin typeface="+mn-lt"/>
                <a:cs typeface="+mn-cs"/>
              </a:rPr>
              <a:t>Institute for Community Inclusion, </a:t>
            </a:r>
            <a:r>
              <a:rPr lang="en-US" sz="2400" b="0" i="1" dirty="0">
                <a:latin typeface="+mn-lt"/>
                <a:cs typeface="+mn-cs"/>
              </a:rPr>
              <a:t>UMass Boston</a:t>
            </a:r>
          </a:p>
        </p:txBody>
      </p:sp>
      <p:sp>
        <p:nvSpPr>
          <p:cNvPr id="3" name="Title 2">
            <a:extLst>
              <a:ext uri="{FF2B5EF4-FFF2-40B4-BE49-F238E27FC236}">
                <a16:creationId xmlns:a16="http://schemas.microsoft.com/office/drawing/2014/main" id="{8446AC52-A590-BC45-91FD-90BE3FBD9FF3}"/>
              </a:ext>
            </a:extLst>
          </p:cNvPr>
          <p:cNvSpPr>
            <a:spLocks noGrp="1"/>
          </p:cNvSpPr>
          <p:nvPr>
            <p:ph type="title" idx="4294967295"/>
          </p:nvPr>
        </p:nvSpPr>
        <p:spPr>
          <a:xfrm>
            <a:off x="900545" y="-1463674"/>
            <a:ext cx="7886700" cy="1325563"/>
          </a:xfrm>
        </p:spPr>
        <p:txBody>
          <a:bodyPr/>
          <a:lstStyle/>
          <a:p>
            <a:r>
              <a:rPr lang="en-US" dirty="0"/>
              <a:t>IT’s Employment</a:t>
            </a:r>
          </a:p>
        </p:txBody>
      </p:sp>
    </p:spTree>
    <p:extLst>
      <p:ext uri="{BB962C8B-B14F-4D97-AF65-F5344CB8AC3E}">
        <p14:creationId xmlns:p14="http://schemas.microsoft.com/office/powerpoint/2010/main" val="127161908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5">
            <a:extLst>
              <a:ext uri="{FF2B5EF4-FFF2-40B4-BE49-F238E27FC236}">
                <a16:creationId xmlns:a16="http://schemas.microsoft.com/office/drawing/2014/main" id="{7BEDBCC4-B422-4D12-86C7-EDB0A115A191}"/>
              </a:ext>
              <a:ext uri="{C183D7F6-B498-43B3-948B-1728B52AA6E4}">
                <adec:decorative xmlns:adec="http://schemas.microsoft.com/office/drawing/2017/decorative" val="1"/>
              </a:ext>
            </a:extLst>
          </p:cNvPr>
          <p:cNvSpPr txBox="1">
            <a:spLocks/>
          </p:cNvSpPr>
          <p:nvPr/>
        </p:nvSpPr>
        <p:spPr bwMode="auto">
          <a:xfrm>
            <a:off x="947757" y="4313705"/>
            <a:ext cx="7772400" cy="1241528"/>
          </a:xfrm>
          <a:prstGeom prst="rect">
            <a:avLst/>
          </a:prstGeom>
          <a:effectLst>
            <a:glow rad="139700">
              <a:schemeClr val="accent4">
                <a:satMod val="175000"/>
                <a:alpha val="40000"/>
              </a:schemeClr>
            </a:glow>
          </a:effectLst>
          <a:scene3d>
            <a:camera prst="orthographicFront"/>
            <a:lightRig rig="threePt" dir="t"/>
          </a:scene3d>
          <a:sp3d>
            <a:bevelT prst="angle"/>
          </a:sp3d>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b="1" i="0" kern="1200">
                <a:solidFill>
                  <a:schemeClr val="lt1"/>
                </a:solidFill>
                <a:latin typeface="+mn-lt"/>
                <a:ea typeface="+mn-ea"/>
                <a:cs typeface="+mn-cs"/>
              </a:defRPr>
            </a:lvl1pPr>
            <a:lvl2pPr marL="742950" indent="-285750" algn="l" rtl="0" eaLnBrk="0" fontAlgn="base" hangingPunct="0">
              <a:spcBef>
                <a:spcPct val="20000"/>
              </a:spcBef>
              <a:spcAft>
                <a:spcPct val="0"/>
              </a:spcAft>
              <a:buChar char="–"/>
              <a:defRPr sz="2800" b="1" i="0" kern="1200">
                <a:solidFill>
                  <a:schemeClr val="lt1"/>
                </a:solidFill>
                <a:latin typeface="+mn-lt"/>
                <a:ea typeface="+mn-ea"/>
                <a:cs typeface="+mn-cs"/>
              </a:defRPr>
            </a:lvl2pPr>
            <a:lvl3pPr marL="1143000" indent="-228600" algn="l" rtl="0" eaLnBrk="0" fontAlgn="base" hangingPunct="0">
              <a:spcBef>
                <a:spcPct val="20000"/>
              </a:spcBef>
              <a:spcAft>
                <a:spcPct val="0"/>
              </a:spcAft>
              <a:buChar char="•"/>
              <a:defRPr sz="2400" b="1" i="0" kern="1200">
                <a:solidFill>
                  <a:schemeClr val="lt1"/>
                </a:solidFill>
                <a:latin typeface="+mn-lt"/>
                <a:ea typeface="+mn-ea"/>
                <a:cs typeface="+mn-cs"/>
              </a:defRPr>
            </a:lvl3pPr>
            <a:lvl4pPr marL="1600200" indent="-228600" algn="l" rtl="0" eaLnBrk="0" fontAlgn="base" hangingPunct="0">
              <a:spcBef>
                <a:spcPct val="20000"/>
              </a:spcBef>
              <a:spcAft>
                <a:spcPct val="0"/>
              </a:spcAft>
              <a:buChar char="–"/>
              <a:defRPr sz="2000" b="1" i="0" kern="1200">
                <a:solidFill>
                  <a:schemeClr val="lt1"/>
                </a:solidFill>
                <a:latin typeface="+mn-lt"/>
                <a:ea typeface="+mn-ea"/>
                <a:cs typeface="+mn-cs"/>
              </a:defRPr>
            </a:lvl4pPr>
            <a:lvl5pPr marL="2057400" indent="-228600" algn="l" rtl="0" eaLnBrk="0" fontAlgn="base" hangingPunct="0">
              <a:spcBef>
                <a:spcPct val="20000"/>
              </a:spcBef>
              <a:spcAft>
                <a:spcPct val="0"/>
              </a:spcAft>
              <a:buChar char="»"/>
              <a:defRPr sz="2000" b="1" i="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indent="0" algn="ctr">
              <a:buFontTx/>
              <a:buNone/>
            </a:pPr>
            <a:r>
              <a:rPr lang="en-US" dirty="0"/>
              <a:t>Career Counseling for</a:t>
            </a:r>
            <a:br>
              <a:rPr lang="en-US" dirty="0"/>
            </a:br>
            <a:r>
              <a:rPr lang="en-US" dirty="0"/>
              <a:t>Youth with ID</a:t>
            </a:r>
          </a:p>
        </p:txBody>
      </p:sp>
      <p:sp>
        <p:nvSpPr>
          <p:cNvPr id="3" name="Content Placeholder 2">
            <a:extLst>
              <a:ext uri="{FF2B5EF4-FFF2-40B4-BE49-F238E27FC236}">
                <a16:creationId xmlns:a16="http://schemas.microsoft.com/office/drawing/2014/main" id="{66FECA0E-D2D7-4A9E-911E-39865B3CB414}"/>
              </a:ext>
            </a:extLst>
          </p:cNvPr>
          <p:cNvSpPr>
            <a:spLocks noGrp="1"/>
          </p:cNvSpPr>
          <p:nvPr>
            <p:ph idx="1"/>
          </p:nvPr>
        </p:nvSpPr>
        <p:spPr>
          <a:xfrm>
            <a:off x="685800" y="1752600"/>
            <a:ext cx="7772400" cy="2126673"/>
          </a:xfrm>
        </p:spPr>
        <p:txBody>
          <a:bodyPr/>
          <a:lstStyle/>
          <a:p>
            <a:pPr marL="0" indent="0" algn="ctr">
              <a:buNone/>
            </a:pPr>
            <a:r>
              <a:rPr lang="en-US" sz="2800" dirty="0">
                <a:latin typeface="Arial" panose="020B0604020202020204" pitchFamily="34" charset="0"/>
                <a:cs typeface="Arial" panose="020B0604020202020204" pitchFamily="34" charset="0"/>
              </a:rPr>
              <a:t>to Part 3 of</a:t>
            </a:r>
            <a:br>
              <a:rPr lang="en-US" sz="2800" dirty="0">
                <a:latin typeface="Arial" panose="020B0604020202020204" pitchFamily="34" charset="0"/>
                <a:cs typeface="Arial" panose="020B0604020202020204" pitchFamily="34" charset="0"/>
              </a:rPr>
            </a:br>
            <a:r>
              <a:rPr lang="en-US" sz="3200" i="1" dirty="0">
                <a:latin typeface="Arial" panose="020B0604020202020204" pitchFamily="34" charset="0"/>
                <a:cs typeface="Arial" panose="020B0604020202020204" pitchFamily="34" charset="0"/>
              </a:rPr>
              <a:t>Successful Transition from School To Employment for Youth with</a:t>
            </a:r>
            <a:br>
              <a:rPr lang="en-US" sz="3200" i="1" dirty="0">
                <a:latin typeface="Arial" panose="020B0604020202020204" pitchFamily="34" charset="0"/>
                <a:cs typeface="Arial" panose="020B0604020202020204" pitchFamily="34" charset="0"/>
              </a:rPr>
            </a:br>
            <a:r>
              <a:rPr lang="en-US" sz="3200" i="1" dirty="0">
                <a:latin typeface="Arial" panose="020B0604020202020204" pitchFamily="34" charset="0"/>
                <a:cs typeface="Arial" panose="020B0604020202020204" pitchFamily="34" charset="0"/>
              </a:rPr>
              <a:t>Intellectual Disabilities</a:t>
            </a:r>
            <a:endParaRPr lang="en-US" dirty="0">
              <a:latin typeface="Arial" panose="020B0604020202020204" pitchFamily="34" charset="0"/>
              <a:cs typeface="Arial" panose="020B0604020202020204" pitchFamily="34" charset="0"/>
            </a:endParaRPr>
          </a:p>
          <a:p>
            <a:endParaRPr lang="en-US" dirty="0"/>
          </a:p>
        </p:txBody>
      </p:sp>
      <p:pic>
        <p:nvPicPr>
          <p:cNvPr id="4" name="Picture 3" descr="Welcome">
            <a:extLst>
              <a:ext uri="{FF2B5EF4-FFF2-40B4-BE49-F238E27FC236}">
                <a16:creationId xmlns:a16="http://schemas.microsoft.com/office/drawing/2014/main" id="{3001D49B-3A02-4BBB-98E3-978294D6626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86371" y="357963"/>
            <a:ext cx="4181514" cy="1505345"/>
          </a:xfrm>
          <a:prstGeom prst="rect">
            <a:avLst/>
          </a:prstGeom>
        </p:spPr>
      </p:pic>
      <p:sp>
        <p:nvSpPr>
          <p:cNvPr id="2" name="Title 1">
            <a:extLst>
              <a:ext uri="{FF2B5EF4-FFF2-40B4-BE49-F238E27FC236}">
                <a16:creationId xmlns:a16="http://schemas.microsoft.com/office/drawing/2014/main" id="{B4ED45C2-2BAB-8D40-A1AC-5D740A709B21}"/>
              </a:ext>
            </a:extLst>
          </p:cNvPr>
          <p:cNvSpPr>
            <a:spLocks noGrp="1"/>
          </p:cNvSpPr>
          <p:nvPr>
            <p:ph type="title"/>
          </p:nvPr>
        </p:nvSpPr>
        <p:spPr>
          <a:xfrm>
            <a:off x="490928" y="-1311639"/>
            <a:ext cx="7772400" cy="1143000"/>
          </a:xfrm>
        </p:spPr>
        <p:txBody>
          <a:bodyPr/>
          <a:lstStyle/>
          <a:p>
            <a:r>
              <a:rPr lang="en-US" dirty="0"/>
              <a:t>Welcome</a:t>
            </a:r>
          </a:p>
        </p:txBody>
      </p:sp>
    </p:spTree>
    <p:extLst>
      <p:ext uri="{BB962C8B-B14F-4D97-AF65-F5344CB8AC3E}">
        <p14:creationId xmlns:p14="http://schemas.microsoft.com/office/powerpoint/2010/main" val="422522760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90" y="2480956"/>
            <a:ext cx="8448154"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61737"/>
            <a:ext cx="1612020" cy="1870055"/>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64453" y="453981"/>
            <a:ext cx="500634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Title 4">
            <a:extLst>
              <a:ext uri="{FF2B5EF4-FFF2-40B4-BE49-F238E27FC236}">
                <a16:creationId xmlns:a16="http://schemas.microsoft.com/office/drawing/2014/main" id="{609BBA29-4DE5-5945-9E2D-B7509DAF52EC}"/>
              </a:ext>
            </a:extLst>
          </p:cNvPr>
          <p:cNvSpPr>
            <a:spLocks noGrp="1"/>
          </p:cNvSpPr>
          <p:nvPr>
            <p:ph type="title"/>
          </p:nvPr>
        </p:nvSpPr>
        <p:spPr>
          <a:xfrm>
            <a:off x="2143432" y="461738"/>
            <a:ext cx="4927361" cy="715402"/>
          </a:xfrm>
        </p:spPr>
        <p:txBody>
          <a:bodyPr>
            <a:noAutofit/>
          </a:bodyPr>
          <a:lstStyle/>
          <a:p>
            <a:r>
              <a:rPr lang="en-US" sz="3300" dirty="0">
                <a:solidFill>
                  <a:srgbClr val="FFFFFF"/>
                </a:solidFill>
                <a:latin typeface="Arial"/>
              </a:rPr>
              <a:t>SESSION AGENDA</a:t>
            </a:r>
          </a:p>
        </p:txBody>
      </p:sp>
      <p:sp>
        <p:nvSpPr>
          <p:cNvPr id="16" name="Rectangle 15">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0326" y="453155"/>
            <a:ext cx="161201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8" name="Content Placeholder 5" descr="1. Individuals with intellectual disabilities: Considerations in VR services&#10;2. Ensuring alignment with the career development process&#10;3. Best practices in work-based learning&#10;4. Ensuring informed choice">
            <a:extLst>
              <a:ext uri="{FF2B5EF4-FFF2-40B4-BE49-F238E27FC236}">
                <a16:creationId xmlns:a16="http://schemas.microsoft.com/office/drawing/2014/main" id="{FA1EBFA0-82A6-4541-81E2-2694AA9F2AA1}"/>
              </a:ext>
            </a:extLst>
          </p:cNvPr>
          <p:cNvGraphicFramePr>
            <a:graphicFrameLocks noGrp="1"/>
          </p:cNvGraphicFramePr>
          <p:nvPr>
            <p:ph idx="1"/>
            <p:extLst>
              <p:ext uri="{D42A27DB-BD31-4B8C-83A1-F6EECF244321}">
                <p14:modId xmlns:p14="http://schemas.microsoft.com/office/powerpoint/2010/main" val="3235075733"/>
              </p:ext>
            </p:extLst>
          </p:nvPr>
        </p:nvGraphicFramePr>
        <p:xfrm>
          <a:off x="591741" y="2480954"/>
          <a:ext cx="7948612" cy="39153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8605CDF3-7FEA-44B1-9AAC-EE0E8873A96A}"/>
              </a:ext>
              <a:ext uri="{C183D7F6-B498-43B3-948B-1728B52AA6E4}">
                <adec:decorative xmlns:adec="http://schemas.microsoft.com/office/drawing/2017/decorative" val="1"/>
              </a:ext>
            </a:extLst>
          </p:cNvPr>
          <p:cNvCxnSpPr/>
          <p:nvPr/>
        </p:nvCxnSpPr>
        <p:spPr bwMode="auto">
          <a:xfrm>
            <a:off x="3087329" y="1177140"/>
            <a:ext cx="3048000" cy="0"/>
          </a:xfrm>
          <a:prstGeom prst="line">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010F018-7DCD-4E7E-8A93-1A559C82FE8E}"/>
              </a:ext>
            </a:extLst>
          </p:cNvPr>
          <p:cNvSpPr txBox="1"/>
          <p:nvPr/>
        </p:nvSpPr>
        <p:spPr>
          <a:xfrm>
            <a:off x="2073207" y="1326304"/>
            <a:ext cx="4857136" cy="830997"/>
          </a:xfrm>
          <a:prstGeom prst="rect">
            <a:avLst/>
          </a:prstGeom>
          <a:noFill/>
        </p:spPr>
        <p:txBody>
          <a:bodyPr wrap="square" lIns="91440" tIns="45720" rIns="91440" bIns="45720" rtlCol="0" anchor="t">
            <a:spAutoFit/>
          </a:bodyPr>
          <a:lstStyle/>
          <a:p>
            <a:pPr algn="ctr"/>
            <a:r>
              <a:rPr lang="en-US" dirty="0">
                <a:solidFill>
                  <a:schemeClr val="bg1"/>
                </a:solidFill>
                <a:latin typeface="Arial"/>
                <a:cs typeface="Arial"/>
              </a:rPr>
              <a:t>Career Counseling for Youth with Intellectual Disabilities</a:t>
            </a:r>
            <a:endParaRPr lang="en-US" dirty="0"/>
          </a:p>
        </p:txBody>
      </p:sp>
    </p:spTree>
    <p:extLst>
      <p:ext uri="{BB962C8B-B14F-4D97-AF65-F5344CB8AC3E}">
        <p14:creationId xmlns:p14="http://schemas.microsoft.com/office/powerpoint/2010/main" val="394935612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61737"/>
            <a:ext cx="1612020" cy="1870055"/>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64453" y="453981"/>
            <a:ext cx="500634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0326" y="453155"/>
            <a:ext cx="161201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190" y="2480956"/>
            <a:ext cx="8448154"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5" descr="5. Benefit issues&#10;6. Ensuring informed choice&#10;7. Cross-cultural issues">
            <a:extLst>
              <a:ext uri="{FF2B5EF4-FFF2-40B4-BE49-F238E27FC236}">
                <a16:creationId xmlns:a16="http://schemas.microsoft.com/office/drawing/2014/main" id="{FA1EBFA0-82A6-4541-81E2-2694AA9F2AA1}"/>
              </a:ext>
            </a:extLst>
          </p:cNvPr>
          <p:cNvGraphicFramePr>
            <a:graphicFrameLocks noGrp="1"/>
          </p:cNvGraphicFramePr>
          <p:nvPr>
            <p:ph idx="1"/>
            <p:extLst>
              <p:ext uri="{D42A27DB-BD31-4B8C-83A1-F6EECF244321}">
                <p14:modId xmlns:p14="http://schemas.microsoft.com/office/powerpoint/2010/main" val="3689048867"/>
              </p:ext>
            </p:extLst>
          </p:nvPr>
        </p:nvGraphicFramePr>
        <p:xfrm>
          <a:off x="591741" y="2798762"/>
          <a:ext cx="7948612" cy="35974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1010F018-7DCD-4E7E-8A93-1A559C82FE8E}"/>
              </a:ext>
            </a:extLst>
          </p:cNvPr>
          <p:cNvSpPr txBox="1"/>
          <p:nvPr/>
        </p:nvSpPr>
        <p:spPr>
          <a:xfrm>
            <a:off x="2073207" y="1326304"/>
            <a:ext cx="4857136" cy="1200329"/>
          </a:xfrm>
          <a:prstGeom prst="rect">
            <a:avLst/>
          </a:prstGeom>
          <a:noFill/>
        </p:spPr>
        <p:txBody>
          <a:bodyPr wrap="square" lIns="91440" tIns="45720" rIns="91440" bIns="45720" rtlCol="0" anchor="t">
            <a:spAutoFit/>
          </a:bodyPr>
          <a:lstStyle/>
          <a:p>
            <a:pPr algn="ctr"/>
            <a:r>
              <a:rPr lang="en-US" dirty="0">
                <a:solidFill>
                  <a:schemeClr val="bg1"/>
                </a:solidFill>
                <a:latin typeface="Arial"/>
                <a:cs typeface="Arial"/>
              </a:rPr>
              <a:t>Career Counseling for Youth with Intellectual Disabilities</a:t>
            </a:r>
            <a:endParaRPr lang="en-US" dirty="0"/>
          </a:p>
          <a:p>
            <a:pPr algn="ctr"/>
            <a:endParaRPr lang="en-US" dirty="0"/>
          </a:p>
        </p:txBody>
      </p:sp>
      <p:cxnSp>
        <p:nvCxnSpPr>
          <p:cNvPr id="4" name="Straight Connector 3">
            <a:extLst>
              <a:ext uri="{FF2B5EF4-FFF2-40B4-BE49-F238E27FC236}">
                <a16:creationId xmlns:a16="http://schemas.microsoft.com/office/drawing/2014/main" id="{8605CDF3-7FEA-44B1-9AAC-EE0E8873A96A}"/>
              </a:ext>
              <a:ext uri="{C183D7F6-B498-43B3-948B-1728B52AA6E4}">
                <adec:decorative xmlns:adec="http://schemas.microsoft.com/office/drawing/2017/decorative" val="1"/>
              </a:ext>
            </a:extLst>
          </p:cNvPr>
          <p:cNvCxnSpPr/>
          <p:nvPr/>
        </p:nvCxnSpPr>
        <p:spPr bwMode="auto">
          <a:xfrm>
            <a:off x="3087329" y="1177140"/>
            <a:ext cx="3048000" cy="0"/>
          </a:xfrm>
          <a:prstGeom prst="line">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609BBA29-4DE5-5945-9E2D-B7509DAF52EC}"/>
              </a:ext>
            </a:extLst>
          </p:cNvPr>
          <p:cNvSpPr>
            <a:spLocks noGrp="1"/>
          </p:cNvSpPr>
          <p:nvPr>
            <p:ph type="title"/>
          </p:nvPr>
        </p:nvSpPr>
        <p:spPr>
          <a:xfrm>
            <a:off x="2143432" y="461738"/>
            <a:ext cx="4927361" cy="715402"/>
          </a:xfrm>
        </p:spPr>
        <p:txBody>
          <a:bodyPr>
            <a:noAutofit/>
          </a:bodyPr>
          <a:lstStyle/>
          <a:p>
            <a:r>
              <a:rPr lang="en-US" sz="3300" dirty="0">
                <a:solidFill>
                  <a:srgbClr val="FFFFFF"/>
                </a:solidFill>
                <a:latin typeface="Arial"/>
              </a:rPr>
              <a:t>SESSION AGENDA</a:t>
            </a:r>
          </a:p>
        </p:txBody>
      </p:sp>
    </p:spTree>
    <p:extLst>
      <p:ext uri="{BB962C8B-B14F-4D97-AF65-F5344CB8AC3E}">
        <p14:creationId xmlns:p14="http://schemas.microsoft.com/office/powerpoint/2010/main" val="359289935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DD98DD-F9C1-A448-823E-488B8F722E37}"/>
              </a:ext>
            </a:extLst>
          </p:cNvPr>
          <p:cNvSpPr>
            <a:spLocks noGrp="1"/>
          </p:cNvSpPr>
          <p:nvPr>
            <p:ph idx="1"/>
          </p:nvPr>
        </p:nvSpPr>
        <p:spPr>
          <a:xfrm>
            <a:off x="358486" y="5445445"/>
            <a:ext cx="4683071" cy="906106"/>
          </a:xfrm>
        </p:spPr>
        <p:txBody>
          <a:bodyPr vert="horz" lIns="68580" tIns="34290" rIns="68580" bIns="34290" rtlCol="0">
            <a:noAutofit/>
          </a:bodyPr>
          <a:lstStyle/>
          <a:p>
            <a:pPr marL="0" indent="0">
              <a:buNone/>
            </a:pPr>
            <a:r>
              <a:rPr lang="en-US" b="1" dirty="0"/>
              <a:t>Stirling Peebles</a:t>
            </a:r>
            <a:br>
              <a:rPr lang="en-US" dirty="0"/>
            </a:br>
            <a:r>
              <a:rPr lang="en-US" i="1" dirty="0"/>
              <a:t>Green Mountain Self-Advocates</a:t>
            </a:r>
          </a:p>
        </p:txBody>
      </p:sp>
      <p:sp>
        <p:nvSpPr>
          <p:cNvPr id="2" name="Title 1">
            <a:extLst>
              <a:ext uri="{FF2B5EF4-FFF2-40B4-BE49-F238E27FC236}">
                <a16:creationId xmlns:a16="http://schemas.microsoft.com/office/drawing/2014/main" id="{EA69E1F2-AB08-C140-8B6E-59E6A8312A16}"/>
              </a:ext>
              <a:ext uri="{C183D7F6-B498-43B3-948B-1728B52AA6E4}">
                <adec:decorative xmlns:adec="http://schemas.microsoft.com/office/drawing/2017/decorative" val="1"/>
              </a:ext>
            </a:extLst>
          </p:cNvPr>
          <p:cNvSpPr>
            <a:spLocks noGrp="1"/>
          </p:cNvSpPr>
          <p:nvPr>
            <p:ph type="title"/>
          </p:nvPr>
        </p:nvSpPr>
        <p:spPr>
          <a:xfrm>
            <a:off x="358486" y="959502"/>
            <a:ext cx="4683071" cy="3834940"/>
          </a:xfrm>
          <a:ln/>
          <a:effectLst>
            <a:glow rad="101600">
              <a:schemeClr val="accent2">
                <a:satMod val="175000"/>
                <a:alpha val="40000"/>
              </a:schemeClr>
            </a:glow>
            <a:outerShdw blurRad="57150" dist="19050" dir="5400000" algn="ctr" rotWithShape="0">
              <a:srgbClr val="000000">
                <a:alpha val="63000"/>
              </a:srgbClr>
            </a:outerShdw>
          </a:effectLst>
          <a:scene3d>
            <a:camera prst="orthographicFront"/>
            <a:lightRig rig="threePt" dir="t"/>
          </a:scene3d>
          <a:sp3d>
            <a:bevelT prst="angle"/>
          </a:sp3d>
        </p:spPr>
        <p:style>
          <a:lnRef idx="0">
            <a:schemeClr val="accent3"/>
          </a:lnRef>
          <a:fillRef idx="3">
            <a:schemeClr val="accent3"/>
          </a:fillRef>
          <a:effectRef idx="3">
            <a:schemeClr val="accent3"/>
          </a:effectRef>
          <a:fontRef idx="minor">
            <a:schemeClr val="lt1"/>
          </a:fontRef>
        </p:style>
        <p:txBody>
          <a:bodyPr vert="horz" lIns="68580" tIns="34290" rIns="68580" bIns="34290" rtlCol="0" anchor="b">
            <a:noAutofit/>
          </a:bodyPr>
          <a:lstStyle/>
          <a:p>
            <a:pPr algn="ctr"/>
            <a:r>
              <a:rPr lang="en-US" dirty="0"/>
              <a:t>“Listen to our dreams about having a job.</a:t>
            </a:r>
            <a:br>
              <a:rPr lang="en-US" dirty="0"/>
            </a:br>
            <a:r>
              <a:rPr lang="en-US" dirty="0"/>
              <a:t>We want to work</a:t>
            </a:r>
            <a:br>
              <a:rPr lang="en-US" dirty="0"/>
            </a:br>
            <a:r>
              <a:rPr lang="en-US" dirty="0"/>
              <a:t>just like others.”</a:t>
            </a:r>
            <a:br>
              <a:rPr lang="en-US" dirty="0"/>
            </a:br>
            <a:endParaRPr lang="en-US" dirty="0"/>
          </a:p>
        </p:txBody>
      </p:sp>
      <p:pic>
        <p:nvPicPr>
          <p:cNvPr id="7" name="Picture 6" descr="Picture of Stirling Peebles holding video camera">
            <a:extLst>
              <a:ext uri="{FF2B5EF4-FFF2-40B4-BE49-F238E27FC236}">
                <a16:creationId xmlns:a16="http://schemas.microsoft.com/office/drawing/2014/main" id="{F91D3B22-A6B3-C146-843C-FEEFB90FCEF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838568" y="1884733"/>
            <a:ext cx="2119184" cy="1984478"/>
          </a:xfrm>
          <a:prstGeom prst="rect">
            <a:avLst/>
          </a:prstGeom>
        </p:spPr>
      </p:pic>
      <p:sp>
        <p:nvSpPr>
          <p:cNvPr id="4" name="Slide Number Placeholder 3">
            <a:extLst>
              <a:ext uri="{FF2B5EF4-FFF2-40B4-BE49-F238E27FC236}">
                <a16:creationId xmlns:a16="http://schemas.microsoft.com/office/drawing/2014/main" id="{17980636-8E64-2941-9705-11E744BE28FD}"/>
              </a:ext>
            </a:extLst>
          </p:cNvPr>
          <p:cNvSpPr>
            <a:spLocks noGrp="1"/>
          </p:cNvSpPr>
          <p:nvPr>
            <p:ph type="sldNum" sz="quarter" idx="12"/>
          </p:nvPr>
        </p:nvSpPr>
        <p:spPr>
          <a:xfrm>
            <a:off x="6457950" y="6369051"/>
            <a:ext cx="2057400" cy="365125"/>
          </a:xfrm>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20E49D-532B-574C-9B28-3CB5D48BEFC2}"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226937081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Group">
            <a:extLst>
              <a:ext uri="{FF2B5EF4-FFF2-40B4-BE49-F238E27FC236}">
                <a16:creationId xmlns:a16="http://schemas.microsoft.com/office/drawing/2014/main" id="{8E252383-3195-4822-818A-A5DC5D5F519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24964" y="2865141"/>
            <a:ext cx="1143455" cy="1143455"/>
          </a:xfrm>
          <a:prstGeom prst="rect">
            <a:avLst/>
          </a:prstGeom>
        </p:spPr>
      </p:pic>
      <p:sp>
        <p:nvSpPr>
          <p:cNvPr id="3" name="Content Placeholder 2">
            <a:extLst>
              <a:ext uri="{FF2B5EF4-FFF2-40B4-BE49-F238E27FC236}">
                <a16:creationId xmlns:a16="http://schemas.microsoft.com/office/drawing/2014/main" id="{1506D3B0-4F8C-354D-9D14-358448E6E669}"/>
              </a:ext>
            </a:extLst>
          </p:cNvPr>
          <p:cNvSpPr>
            <a:spLocks noGrp="1"/>
          </p:cNvSpPr>
          <p:nvPr>
            <p:ph idx="1"/>
          </p:nvPr>
        </p:nvSpPr>
        <p:spPr>
          <a:xfrm>
            <a:off x="0" y="1824668"/>
            <a:ext cx="5288868" cy="4778338"/>
          </a:xfrm>
        </p:spPr>
        <p:txBody>
          <a:bodyPr vert="horz" lIns="91440" tIns="45720" rIns="91440" bIns="45720" rtlCol="0" anchor="ctr">
            <a:noAutofit/>
          </a:bodyPr>
          <a:lstStyle/>
          <a:p>
            <a:pPr marL="742950" lvl="0" indent="-457200">
              <a:lnSpc>
                <a:spcPct val="100000"/>
              </a:lnSpc>
              <a:buFont typeface="+mj-lt"/>
              <a:buAutoNum type="arabicPeriod"/>
            </a:pPr>
            <a:r>
              <a:rPr lang="en-US" sz="2400"/>
              <a:t>Provide vocational guidance &amp; counseling.</a:t>
            </a:r>
          </a:p>
          <a:p>
            <a:pPr marL="742950" lvl="0" indent="-457200">
              <a:lnSpc>
                <a:spcPct val="100000"/>
              </a:lnSpc>
              <a:buFont typeface="+mj-lt"/>
              <a:buAutoNum type="arabicPeriod"/>
            </a:pPr>
            <a:r>
              <a:rPr lang="en-US" sz="2400"/>
              <a:t>Ensure individual has opportunities for appropriate experiences when necessary to develop preferences.</a:t>
            </a:r>
          </a:p>
          <a:p>
            <a:pPr marL="742950" lvl="0" indent="-457200">
              <a:lnSpc>
                <a:spcPct val="100000"/>
              </a:lnSpc>
              <a:buFont typeface="+mj-lt"/>
              <a:buAutoNum type="arabicPeriod"/>
            </a:pPr>
            <a:r>
              <a:rPr lang="en-US" sz="2400"/>
              <a:t>Provide necessary support services to assist individuals in identifying &amp; understanding preferences in light of their strengths, resources, concerns, priorities, abilities, capabilities and interests. </a:t>
            </a:r>
          </a:p>
          <a:p>
            <a:pPr marL="742950" lvl="0" indent="-457200">
              <a:lnSpc>
                <a:spcPct val="100000"/>
              </a:lnSpc>
              <a:buFont typeface="+mj-lt"/>
              <a:buAutoNum type="arabicPeriod"/>
            </a:pPr>
            <a:r>
              <a:rPr lang="en-US" sz="2400"/>
              <a:t>Ensure individual has opportunities to choose among various options.</a:t>
            </a:r>
          </a:p>
          <a:p>
            <a:pPr>
              <a:lnSpc>
                <a:spcPct val="100000"/>
              </a:lnSpc>
            </a:pPr>
            <a:endParaRPr lang="en-US" sz="2400" dirty="0"/>
          </a:p>
        </p:txBody>
      </p:sp>
      <p:sp>
        <p:nvSpPr>
          <p:cNvPr id="2" name="Title 1">
            <a:extLst>
              <a:ext uri="{FF2B5EF4-FFF2-40B4-BE49-F238E27FC236}">
                <a16:creationId xmlns:a16="http://schemas.microsoft.com/office/drawing/2014/main" id="{20091E2D-70A7-AE49-9285-C18CA952602A}"/>
              </a:ext>
              <a:ext uri="{C183D7F6-B498-43B3-948B-1728B52AA6E4}">
                <adec:decorative xmlns:adec="http://schemas.microsoft.com/office/drawing/2017/decorative" val="0"/>
              </a:ext>
            </a:extLst>
          </p:cNvPr>
          <p:cNvSpPr>
            <a:spLocks noGrp="1"/>
          </p:cNvSpPr>
          <p:nvPr>
            <p:ph type="title"/>
          </p:nvPr>
        </p:nvSpPr>
        <p:spPr>
          <a:xfrm>
            <a:off x="158381" y="420129"/>
            <a:ext cx="4018204" cy="618971"/>
          </a:xfrm>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vert="horz" lIns="91440" tIns="45720" rIns="91440" bIns="45720" rtlCol="0" anchor="ctr">
            <a:normAutofit fontScale="90000"/>
          </a:bodyPr>
          <a:lstStyle/>
          <a:p>
            <a:pPr algn="ctr"/>
            <a:r>
              <a:rPr lang="en-US" sz="3850" kern="1200">
                <a:solidFill>
                  <a:schemeClr val="tx1"/>
                </a:solidFill>
                <a:latin typeface="+mj-lt"/>
                <a:ea typeface="+mj-ea"/>
                <a:cs typeface="+mj-cs"/>
              </a:rPr>
              <a:t>DVR Counselor Tasks</a:t>
            </a:r>
            <a:endParaRPr lang="en-US" sz="3850" kern="1200" dirty="0">
              <a:solidFill>
                <a:schemeClr val="tx1"/>
              </a:solidFill>
              <a:latin typeface="+mj-lt"/>
              <a:ea typeface="+mj-ea"/>
              <a:cs typeface="+mj-cs"/>
            </a:endParaRPr>
          </a:p>
        </p:txBody>
      </p:sp>
    </p:spTree>
    <p:extLst>
      <p:ext uri="{BB962C8B-B14F-4D97-AF65-F5344CB8AC3E}">
        <p14:creationId xmlns:p14="http://schemas.microsoft.com/office/powerpoint/2010/main" val="307257393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6F65DC3-3F66-EC4E-8480-B28C1BA59297}"/>
              </a:ext>
            </a:extLst>
          </p:cNvPr>
          <p:cNvSpPr txBox="1"/>
          <p:nvPr/>
        </p:nvSpPr>
        <p:spPr>
          <a:xfrm>
            <a:off x="6684673" y="6657945"/>
            <a:ext cx="2459327" cy="200055"/>
          </a:xfrm>
          <a:prstGeom prst="rect">
            <a:avLst/>
          </a:prstGeom>
          <a:solidFill>
            <a:srgbClr val="000000"/>
          </a:solidFill>
          <a:ln>
            <a:noFill/>
          </a:ln>
        </p:spPr>
        <p:style>
          <a:lnRef idx="2">
            <a:schemeClr val="dk1"/>
          </a:lnRef>
          <a:fillRef idx="1">
            <a:schemeClr val="lt1"/>
          </a:fillRef>
          <a:effectRef idx="0">
            <a:schemeClr val="dk1"/>
          </a:effectRef>
          <a:fontRef idx="minor">
            <a:schemeClr val="dk1"/>
          </a:fontRef>
        </p:style>
        <p:txBody>
          <a:bodyPr wrap="none" rtlCol="0">
            <a:spAutoFit/>
          </a:bodyPr>
          <a:lstStyle/>
          <a:p>
            <a:pPr algn="r">
              <a:spcAft>
                <a:spcPts val="600"/>
              </a:spcAft>
            </a:pPr>
            <a:r>
              <a:rPr lang="en-US" sz="700">
                <a:solidFill>
                  <a:srgbClr val="FFFFFF"/>
                </a:solidFill>
                <a:hlinkClick r:id="rId2" tooltip="http://teachersol.blogspot.com/2010/11/actresses-with-down-syndrome-honored-by.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3"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
        <p:nvSpPr>
          <p:cNvPr id="18" name="Oval 17">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5426" y="1364732"/>
            <a:ext cx="710616"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8" name="Picture 7" descr="Teenager wearing glasses">
            <a:extLst>
              <a:ext uri="{FF2B5EF4-FFF2-40B4-BE49-F238E27FC236}">
                <a16:creationId xmlns:a16="http://schemas.microsoft.com/office/drawing/2014/main" id="{F9E88D09-F865-9747-94FC-90F055A286F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r="-2"/>
          <a:stretch/>
        </p:blipFill>
        <p:spPr>
          <a:xfrm>
            <a:off x="5925944" y="2727729"/>
            <a:ext cx="3218056"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20" name="Arc 19">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4022954" y="-170491"/>
            <a:ext cx="4021193" cy="301589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0" name="Picture 9" descr="Young woman with Down syndrome">
            <a:extLst>
              <a:ext uri="{FF2B5EF4-FFF2-40B4-BE49-F238E27FC236}">
                <a16:creationId xmlns:a16="http://schemas.microsoft.com/office/drawing/2014/main" id="{B51D9CEC-1B63-2D40-A3A3-175FF2A9E075}"/>
              </a:ext>
            </a:extLst>
          </p:cNvPr>
          <p:cNvPicPr>
            <a:picLocks noChangeAspect="1"/>
          </p:cNvPicPr>
          <p:nvPr/>
        </p:nvPicPr>
        <p:blipFill rotWithShape="1">
          <a:blip r:embed="rId5" cstate="screen">
            <a:extLst>
              <a:ext uri="{28A0092B-C50C-407E-A947-70E740481C1C}">
                <a14:useLocalDpi xmlns:a14="http://schemas.microsoft.com/office/drawing/2010/main"/>
              </a:ext>
              <a:ext uri="{837473B0-CC2E-450A-ABE3-18F120FF3D39}">
                <a1611:picAttrSrcUrl xmlns:a1611="http://schemas.microsoft.com/office/drawing/2016/11/main" r:id="rId2"/>
              </a:ext>
            </a:extLst>
          </a:blip>
          <a:srcRect b="-4"/>
          <a:stretch/>
        </p:blipFill>
        <p:spPr>
          <a:xfrm>
            <a:off x="4696205" y="1"/>
            <a:ext cx="2639484"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6" name="Content Placeholder 5">
            <a:extLst>
              <a:ext uri="{FF2B5EF4-FFF2-40B4-BE49-F238E27FC236}">
                <a16:creationId xmlns:a16="http://schemas.microsoft.com/office/drawing/2014/main" id="{27233FD7-77FF-E44A-A4E0-8ACDF0220A76}"/>
              </a:ext>
            </a:extLst>
          </p:cNvPr>
          <p:cNvSpPr>
            <a:spLocks noGrp="1"/>
          </p:cNvSpPr>
          <p:nvPr>
            <p:ph idx="1"/>
          </p:nvPr>
        </p:nvSpPr>
        <p:spPr>
          <a:xfrm>
            <a:off x="562701" y="2259527"/>
            <a:ext cx="3819146" cy="4351338"/>
          </a:xfrm>
        </p:spPr>
        <p:txBody>
          <a:bodyPr vert="horz" lIns="91440" tIns="45720" rIns="91440" bIns="45720" rtlCol="0">
            <a:normAutofit/>
          </a:bodyPr>
          <a:lstStyle/>
          <a:p>
            <a:r>
              <a:rPr lang="en-US" sz="2400" b="0" dirty="0"/>
              <a:t>Social skills</a:t>
            </a:r>
          </a:p>
          <a:p>
            <a:r>
              <a:rPr lang="en-US" sz="2400" b="0" dirty="0"/>
              <a:t>Communication skills</a:t>
            </a:r>
          </a:p>
          <a:p>
            <a:r>
              <a:rPr lang="en-US" sz="2400" b="0" dirty="0"/>
              <a:t>Increased time needed for cognitive process and learning</a:t>
            </a:r>
          </a:p>
          <a:p>
            <a:r>
              <a:rPr lang="en-US" sz="2400" b="0" dirty="0"/>
              <a:t>Low literacy (reading, writing, math)</a:t>
            </a:r>
          </a:p>
          <a:p>
            <a:r>
              <a:rPr lang="en-US" sz="2400" b="0" dirty="0"/>
              <a:t>Challenges with abstract concepts</a:t>
            </a:r>
          </a:p>
          <a:p>
            <a:r>
              <a:rPr lang="en-US" sz="2400" b="0" dirty="0"/>
              <a:t>Challenges w/transferring learning</a:t>
            </a:r>
          </a:p>
          <a:p>
            <a:endParaRPr lang="en-US" sz="2400" dirty="0"/>
          </a:p>
        </p:txBody>
      </p:sp>
      <p:sp>
        <p:nvSpPr>
          <p:cNvPr id="5" name="Title 4">
            <a:extLst>
              <a:ext uri="{FF2B5EF4-FFF2-40B4-BE49-F238E27FC236}">
                <a16:creationId xmlns:a16="http://schemas.microsoft.com/office/drawing/2014/main" id="{E27F8340-9FB3-3643-976E-4178AF73A35C}"/>
              </a:ext>
              <a:ext uri="{C183D7F6-B498-43B3-948B-1728B52AA6E4}">
                <adec:decorative xmlns:adec="http://schemas.microsoft.com/office/drawing/2017/decorative" val="1"/>
              </a:ext>
            </a:extLst>
          </p:cNvPr>
          <p:cNvSpPr>
            <a:spLocks noGrp="1"/>
          </p:cNvSpPr>
          <p:nvPr>
            <p:ph type="title"/>
          </p:nvPr>
        </p:nvSpPr>
        <p:spPr>
          <a:xfrm>
            <a:off x="628650" y="345810"/>
            <a:ext cx="3840421" cy="1325563"/>
          </a:xfrm>
          <a:scene3d>
            <a:camera prst="orthographicFront"/>
            <a:lightRig rig="threePt" dir="t"/>
          </a:scene3d>
        </p:spPr>
        <p:style>
          <a:lnRef idx="0">
            <a:schemeClr val="accent4"/>
          </a:lnRef>
          <a:fillRef idx="3">
            <a:schemeClr val="accent4"/>
          </a:fillRef>
          <a:effectRef idx="3">
            <a:schemeClr val="accent4"/>
          </a:effectRef>
          <a:fontRef idx="minor">
            <a:schemeClr val="lt1"/>
          </a:fontRef>
        </p:style>
        <p:txBody>
          <a:bodyPr vert="horz" lIns="91440" tIns="45720" rIns="91440" bIns="45720" rtlCol="0" anchor="ctr">
            <a:normAutofit/>
          </a:bodyPr>
          <a:lstStyle/>
          <a:p>
            <a:r>
              <a:rPr lang="en-US" sz="3100" kern="1200" dirty="0">
                <a:solidFill>
                  <a:schemeClr val="tx1"/>
                </a:solidFill>
                <a:latin typeface="+mj-lt"/>
                <a:ea typeface="+mj-ea"/>
                <a:cs typeface="+mj-cs"/>
              </a:rPr>
              <a:t>Impact of Intellectual Disability on Individual</a:t>
            </a:r>
          </a:p>
        </p:txBody>
      </p:sp>
    </p:spTree>
    <p:extLst>
      <p:ext uri="{BB962C8B-B14F-4D97-AF65-F5344CB8AC3E}">
        <p14:creationId xmlns:p14="http://schemas.microsoft.com/office/powerpoint/2010/main" val="270054627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0" name="Group 29">
            <a:extLst>
              <a:ext uri="{FF2B5EF4-FFF2-40B4-BE49-F238E27FC236}">
                <a16:creationId xmlns:a16="http://schemas.microsoft.com/office/drawing/2014/main" id="{A23D792D-D9F2-4EB4-ADE2-65A518DA64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0700" y="0"/>
            <a:ext cx="3543300" cy="6858000"/>
            <a:chOff x="7467600" y="0"/>
            <a:chExt cx="4724400" cy="6858000"/>
          </a:xfrm>
        </p:grpSpPr>
        <p:sp>
          <p:nvSpPr>
            <p:cNvPr id="25" name="Rectangle 30">
              <a:extLst>
                <a:ext uri="{FF2B5EF4-FFF2-40B4-BE49-F238E27FC236}">
                  <a16:creationId xmlns:a16="http://schemas.microsoft.com/office/drawing/2014/main" id="{25592A9C-8D2C-465B-A803-5CC96FD80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31">
              <a:extLst>
                <a:ext uri="{FF2B5EF4-FFF2-40B4-BE49-F238E27FC236}">
                  <a16:creationId xmlns:a16="http://schemas.microsoft.com/office/drawing/2014/main" id="{6B6D3DC2-5D3E-4BC5-AE58-2714933793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34" name="Freeform: Shape 33">
            <a:extLst>
              <a:ext uri="{FF2B5EF4-FFF2-40B4-BE49-F238E27FC236}">
                <a16:creationId xmlns:a16="http://schemas.microsoft.com/office/drawing/2014/main" id="{D06891CE-5B9C-4B9E-AA78-3A5E25434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00700" y="1"/>
            <a:ext cx="3543300" cy="6857999"/>
          </a:xfrm>
          <a:custGeom>
            <a:avLst/>
            <a:gdLst>
              <a:gd name="connsiteX0" fmla="*/ 0 w 4724400"/>
              <a:gd name="connsiteY0" fmla="*/ 6805948 h 6857999"/>
              <a:gd name="connsiteX1" fmla="*/ 15600 w 4724400"/>
              <a:gd name="connsiteY1" fmla="*/ 6813099 h 6857999"/>
              <a:gd name="connsiteX2" fmla="*/ 117632 w 4724400"/>
              <a:gd name="connsiteY2" fmla="*/ 6850060 h 6857999"/>
              <a:gd name="connsiteX3" fmla="*/ 146175 w 4724400"/>
              <a:gd name="connsiteY3" fmla="*/ 6857998 h 6857999"/>
              <a:gd name="connsiteX4" fmla="*/ 54597 w 4724400"/>
              <a:gd name="connsiteY4" fmla="*/ 6857998 h 6857999"/>
              <a:gd name="connsiteX5" fmla="*/ 0 w 4724400"/>
              <a:gd name="connsiteY5" fmla="*/ 6831490 h 6857999"/>
              <a:gd name="connsiteX6" fmla="*/ 0 w 4724400"/>
              <a:gd name="connsiteY6" fmla="*/ 6736157 h 6857999"/>
              <a:gd name="connsiteX7" fmla="*/ 114811 w 4724400"/>
              <a:gd name="connsiteY7" fmla="*/ 6784122 h 6857999"/>
              <a:gd name="connsiteX8" fmla="*/ 138159 w 4724400"/>
              <a:gd name="connsiteY8" fmla="*/ 6793465 h 6857999"/>
              <a:gd name="connsiteX9" fmla="*/ 270310 w 4724400"/>
              <a:gd name="connsiteY9" fmla="*/ 6840638 h 6857999"/>
              <a:gd name="connsiteX10" fmla="*/ 358932 w 4724400"/>
              <a:gd name="connsiteY10" fmla="*/ 6857999 h 6857999"/>
              <a:gd name="connsiteX11" fmla="*/ 228496 w 4724400"/>
              <a:gd name="connsiteY11" fmla="*/ 6857999 h 6857999"/>
              <a:gd name="connsiteX12" fmla="*/ 126481 w 4724400"/>
              <a:gd name="connsiteY12" fmla="*/ 6821149 h 6857999"/>
              <a:gd name="connsiteX13" fmla="*/ 103134 w 4724400"/>
              <a:gd name="connsiteY13" fmla="*/ 6811799 h 6857999"/>
              <a:gd name="connsiteX14" fmla="*/ 0 w 4724400"/>
              <a:gd name="connsiteY14" fmla="*/ 6767913 h 6857999"/>
              <a:gd name="connsiteX15" fmla="*/ 2460543 w 4724400"/>
              <a:gd name="connsiteY15" fmla="*/ 6515312 h 6857999"/>
              <a:gd name="connsiteX16" fmla="*/ 2286201 w 4724400"/>
              <a:gd name="connsiteY16" fmla="*/ 6525103 h 6857999"/>
              <a:gd name="connsiteX17" fmla="*/ 2110427 w 4724400"/>
              <a:gd name="connsiteY17" fmla="*/ 6532104 h 6857999"/>
              <a:gd name="connsiteX18" fmla="*/ 1956742 w 4724400"/>
              <a:gd name="connsiteY18" fmla="*/ 6528403 h 6857999"/>
              <a:gd name="connsiteX19" fmla="*/ 1534307 w 4724400"/>
              <a:gd name="connsiteY19" fmla="*/ 6560369 h 6857999"/>
              <a:gd name="connsiteX20" fmla="*/ 1454538 w 4724400"/>
              <a:gd name="connsiteY20" fmla="*/ 6591702 h 6857999"/>
              <a:gd name="connsiteX21" fmla="*/ 1619950 w 4724400"/>
              <a:gd name="connsiteY21" fmla="*/ 6599765 h 6857999"/>
              <a:gd name="connsiteX22" fmla="*/ 2044875 w 4724400"/>
              <a:gd name="connsiteY22" fmla="*/ 6563693 h 6857999"/>
              <a:gd name="connsiteX23" fmla="*/ 2460543 w 4724400"/>
              <a:gd name="connsiteY23" fmla="*/ 6515312 h 6857999"/>
              <a:gd name="connsiteX24" fmla="*/ 1883620 w 4724400"/>
              <a:gd name="connsiteY24" fmla="*/ 6459370 h 6857999"/>
              <a:gd name="connsiteX25" fmla="*/ 1532156 w 4724400"/>
              <a:gd name="connsiteY25" fmla="*/ 6529929 h 6857999"/>
              <a:gd name="connsiteX26" fmla="*/ 1958230 w 4724400"/>
              <a:gd name="connsiteY26" fmla="*/ 6498517 h 6857999"/>
              <a:gd name="connsiteX27" fmla="*/ 2110707 w 4724400"/>
              <a:gd name="connsiteY27" fmla="*/ 6502035 h 6857999"/>
              <a:gd name="connsiteX28" fmla="*/ 2285171 w 4724400"/>
              <a:gd name="connsiteY28" fmla="*/ 6495471 h 6857999"/>
              <a:gd name="connsiteX29" fmla="*/ 2385179 w 4724400"/>
              <a:gd name="connsiteY29" fmla="*/ 6489665 h 6857999"/>
              <a:gd name="connsiteX30" fmla="*/ 2227262 w 4724400"/>
              <a:gd name="connsiteY30" fmla="*/ 6473140 h 6857999"/>
              <a:gd name="connsiteX31" fmla="*/ 1883620 w 4724400"/>
              <a:gd name="connsiteY31" fmla="*/ 6459370 h 6857999"/>
              <a:gd name="connsiteX32" fmla="*/ 1611255 w 4724400"/>
              <a:gd name="connsiteY32" fmla="*/ 5884754 h 6857999"/>
              <a:gd name="connsiteX33" fmla="*/ 1357588 w 4724400"/>
              <a:gd name="connsiteY33" fmla="*/ 6496752 h 6857999"/>
              <a:gd name="connsiteX34" fmla="*/ 1611255 w 4724400"/>
              <a:gd name="connsiteY34" fmla="*/ 5884754 h 6857999"/>
              <a:gd name="connsiteX35" fmla="*/ 1646205 w 4724400"/>
              <a:gd name="connsiteY35" fmla="*/ 5883072 h 6857999"/>
              <a:gd name="connsiteX36" fmla="*/ 1387600 w 4724400"/>
              <a:gd name="connsiteY36" fmla="*/ 6494950 h 6857999"/>
              <a:gd name="connsiteX37" fmla="*/ 1646205 w 4724400"/>
              <a:gd name="connsiteY37" fmla="*/ 5883072 h 6857999"/>
              <a:gd name="connsiteX38" fmla="*/ 0 w 4724400"/>
              <a:gd name="connsiteY38" fmla="*/ 5845526 h 6857999"/>
              <a:gd name="connsiteX39" fmla="*/ 23370 w 4724400"/>
              <a:gd name="connsiteY39" fmla="*/ 5869422 h 6857999"/>
              <a:gd name="connsiteX40" fmla="*/ 321428 w 4724400"/>
              <a:gd name="connsiteY40" fmla="*/ 6212316 h 6857999"/>
              <a:gd name="connsiteX41" fmla="*/ 626000 w 4724400"/>
              <a:gd name="connsiteY41" fmla="*/ 6710671 h 6857999"/>
              <a:gd name="connsiteX42" fmla="*/ 661825 w 4724400"/>
              <a:gd name="connsiteY42" fmla="*/ 6854298 h 6857999"/>
              <a:gd name="connsiteX43" fmla="*/ 663298 w 4724400"/>
              <a:gd name="connsiteY43" fmla="*/ 6857998 h 6857999"/>
              <a:gd name="connsiteX44" fmla="*/ 431765 w 4724400"/>
              <a:gd name="connsiteY44" fmla="*/ 6857998 h 6857999"/>
              <a:gd name="connsiteX45" fmla="*/ 293576 w 4724400"/>
              <a:gd name="connsiteY45" fmla="*/ 6816656 h 6857999"/>
              <a:gd name="connsiteX46" fmla="*/ 134480 w 4724400"/>
              <a:gd name="connsiteY46" fmla="*/ 6760867 h 6857999"/>
              <a:gd name="connsiteX47" fmla="*/ 0 w 4724400"/>
              <a:gd name="connsiteY47" fmla="*/ 6714215 h 6857999"/>
              <a:gd name="connsiteX48" fmla="*/ 0 w 4724400"/>
              <a:gd name="connsiteY48" fmla="*/ 6683873 h 6857999"/>
              <a:gd name="connsiteX49" fmla="*/ 143737 w 4724400"/>
              <a:gd name="connsiteY49" fmla="*/ 6732821 h 6857999"/>
              <a:gd name="connsiteX50" fmla="*/ 488162 w 4724400"/>
              <a:gd name="connsiteY50" fmla="*/ 6842006 h 6857999"/>
              <a:gd name="connsiteX51" fmla="*/ 44855 w 4724400"/>
              <a:gd name="connsiteY51" fmla="*/ 6674734 h 6857999"/>
              <a:gd name="connsiteX52" fmla="*/ 0 w 4724400"/>
              <a:gd name="connsiteY52" fmla="*/ 6668575 h 6857999"/>
              <a:gd name="connsiteX53" fmla="*/ 0 w 4724400"/>
              <a:gd name="connsiteY53" fmla="*/ 6628217 h 6857999"/>
              <a:gd name="connsiteX54" fmla="*/ 144942 w 4724400"/>
              <a:gd name="connsiteY54" fmla="*/ 6657611 h 6857999"/>
              <a:gd name="connsiteX55" fmla="*/ 312446 w 4724400"/>
              <a:gd name="connsiteY55" fmla="*/ 6711283 h 6857999"/>
              <a:gd name="connsiteX56" fmla="*/ 477357 w 4724400"/>
              <a:gd name="connsiteY56" fmla="*/ 6799347 h 6857999"/>
              <a:gd name="connsiteX57" fmla="*/ 134228 w 4724400"/>
              <a:gd name="connsiteY57" fmla="*/ 6503934 h 6857999"/>
              <a:gd name="connsiteX58" fmla="*/ 0 w 4724400"/>
              <a:gd name="connsiteY58" fmla="*/ 6334256 h 6857999"/>
              <a:gd name="connsiteX59" fmla="*/ 0 w 4724400"/>
              <a:gd name="connsiteY59" fmla="*/ 6221686 h 6857999"/>
              <a:gd name="connsiteX60" fmla="*/ 113296 w 4724400"/>
              <a:gd name="connsiteY60" fmla="*/ 6402069 h 6857999"/>
              <a:gd name="connsiteX61" fmla="*/ 523262 w 4724400"/>
              <a:gd name="connsiteY61" fmla="*/ 6807025 h 6857999"/>
              <a:gd name="connsiteX62" fmla="*/ 404364 w 4724400"/>
              <a:gd name="connsiteY62" fmla="*/ 6649139 h 6857999"/>
              <a:gd name="connsiteX63" fmla="*/ 392074 w 4724400"/>
              <a:gd name="connsiteY63" fmla="*/ 6636358 h 6857999"/>
              <a:gd name="connsiteX64" fmla="*/ 77450 w 4724400"/>
              <a:gd name="connsiteY64" fmla="*/ 6260110 h 6857999"/>
              <a:gd name="connsiteX65" fmla="*/ 0 w 4724400"/>
              <a:gd name="connsiteY65" fmla="*/ 6163634 h 6857999"/>
              <a:gd name="connsiteX66" fmla="*/ 0 w 4724400"/>
              <a:gd name="connsiteY66" fmla="*/ 6117703 h 6857999"/>
              <a:gd name="connsiteX67" fmla="*/ 99669 w 4724400"/>
              <a:gd name="connsiteY67" fmla="*/ 6240461 h 6857999"/>
              <a:gd name="connsiteX68" fmla="*/ 412670 w 4724400"/>
              <a:gd name="connsiteY68" fmla="*/ 6615176 h 6857999"/>
              <a:gd name="connsiteX69" fmla="*/ 424960 w 4724400"/>
              <a:gd name="connsiteY69" fmla="*/ 6627949 h 6857999"/>
              <a:gd name="connsiteX70" fmla="*/ 504043 w 4724400"/>
              <a:gd name="connsiteY70" fmla="*/ 6718236 h 6857999"/>
              <a:gd name="connsiteX71" fmla="*/ 251759 w 4724400"/>
              <a:gd name="connsiteY71" fmla="*/ 6299011 h 6857999"/>
              <a:gd name="connsiteX72" fmla="*/ 21191 w 4724400"/>
              <a:gd name="connsiteY72" fmla="*/ 6033111 h 6857999"/>
              <a:gd name="connsiteX73" fmla="*/ 0 w 4724400"/>
              <a:gd name="connsiteY73" fmla="*/ 6012219 h 6857999"/>
              <a:gd name="connsiteX74" fmla="*/ 0 w 4724400"/>
              <a:gd name="connsiteY74" fmla="*/ 5971257 h 6857999"/>
              <a:gd name="connsiteX75" fmla="*/ 41571 w 4724400"/>
              <a:gd name="connsiteY75" fmla="*/ 6012292 h 6857999"/>
              <a:gd name="connsiteX76" fmla="*/ 273883 w 4724400"/>
              <a:gd name="connsiteY76" fmla="*/ 6279980 h 6857999"/>
              <a:gd name="connsiteX77" fmla="*/ 541341 w 4724400"/>
              <a:gd name="connsiteY77" fmla="*/ 6733560 h 6857999"/>
              <a:gd name="connsiteX78" fmla="*/ 531634 w 4724400"/>
              <a:gd name="connsiteY78" fmla="*/ 6610993 h 6857999"/>
              <a:gd name="connsiteX79" fmla="*/ 247554 w 4724400"/>
              <a:gd name="connsiteY79" fmla="*/ 6197148 h 6857999"/>
              <a:gd name="connsiteX80" fmla="*/ 33651 w 4724400"/>
              <a:gd name="connsiteY80" fmla="*/ 5957901 h 6857999"/>
              <a:gd name="connsiteX81" fmla="*/ 0 w 4724400"/>
              <a:gd name="connsiteY81" fmla="*/ 5925131 h 6857999"/>
              <a:gd name="connsiteX82" fmla="*/ 1656340 w 4724400"/>
              <a:gd name="connsiteY82" fmla="*/ 5825040 h 6857999"/>
              <a:gd name="connsiteX83" fmla="*/ 1653246 w 4724400"/>
              <a:gd name="connsiteY83" fmla="*/ 5829053 h 6857999"/>
              <a:gd name="connsiteX84" fmla="*/ 1655667 w 4724400"/>
              <a:gd name="connsiteY84" fmla="*/ 5829425 h 6857999"/>
              <a:gd name="connsiteX85" fmla="*/ 2630124 w 4724400"/>
              <a:gd name="connsiteY85" fmla="*/ 5591852 h 6857999"/>
              <a:gd name="connsiteX86" fmla="*/ 2177648 w 4724400"/>
              <a:gd name="connsiteY86" fmla="*/ 5630119 h 6857999"/>
              <a:gd name="connsiteX87" fmla="*/ 2076258 w 4724400"/>
              <a:gd name="connsiteY87" fmla="*/ 5650510 h 6857999"/>
              <a:gd name="connsiteX88" fmla="*/ 2214048 w 4724400"/>
              <a:gd name="connsiteY88" fmla="*/ 5629828 h 6857999"/>
              <a:gd name="connsiteX89" fmla="*/ 3090246 w 4724400"/>
              <a:gd name="connsiteY89" fmla="*/ 5601337 h 6857999"/>
              <a:gd name="connsiteX90" fmla="*/ 2834104 w 4724400"/>
              <a:gd name="connsiteY90" fmla="*/ 5598847 h 6857999"/>
              <a:gd name="connsiteX91" fmla="*/ 2782953 w 4724400"/>
              <a:gd name="connsiteY91" fmla="*/ 5595539 h 6857999"/>
              <a:gd name="connsiteX92" fmla="*/ 2630124 w 4724400"/>
              <a:gd name="connsiteY92" fmla="*/ 5591852 h 6857999"/>
              <a:gd name="connsiteX93" fmla="*/ 2751064 w 4724400"/>
              <a:gd name="connsiteY93" fmla="*/ 5525300 h 6857999"/>
              <a:gd name="connsiteX94" fmla="*/ 2618554 w 4724400"/>
              <a:gd name="connsiteY94" fmla="*/ 5525937 h 6857999"/>
              <a:gd name="connsiteX95" fmla="*/ 2311014 w 4724400"/>
              <a:gd name="connsiteY95" fmla="*/ 5550189 h 6857999"/>
              <a:gd name="connsiteX96" fmla="*/ 2134103 w 4724400"/>
              <a:gd name="connsiteY96" fmla="*/ 5605852 h 6857999"/>
              <a:gd name="connsiteX97" fmla="*/ 2174084 w 4724400"/>
              <a:gd name="connsiteY97" fmla="*/ 5600203 h 6857999"/>
              <a:gd name="connsiteX98" fmla="*/ 2785199 w 4724400"/>
              <a:gd name="connsiteY98" fmla="*/ 5564971 h 6857999"/>
              <a:gd name="connsiteX99" fmla="*/ 2836697 w 4724400"/>
              <a:gd name="connsiteY99" fmla="*/ 5568822 h 6857999"/>
              <a:gd name="connsiteX100" fmla="*/ 3066345 w 4724400"/>
              <a:gd name="connsiteY100" fmla="*/ 5573703 h 6857999"/>
              <a:gd name="connsiteX101" fmla="*/ 2978461 w 4724400"/>
              <a:gd name="connsiteY101" fmla="*/ 5555562 h 6857999"/>
              <a:gd name="connsiteX102" fmla="*/ 2893277 w 4724400"/>
              <a:gd name="connsiteY102" fmla="*/ 5538004 h 6857999"/>
              <a:gd name="connsiteX103" fmla="*/ 2751064 w 4724400"/>
              <a:gd name="connsiteY103" fmla="*/ 5525300 h 6857999"/>
              <a:gd name="connsiteX104" fmla="*/ 2636807 w 4724400"/>
              <a:gd name="connsiteY104" fmla="*/ 5458317 h 6857999"/>
              <a:gd name="connsiteX105" fmla="*/ 2236775 w 4724400"/>
              <a:gd name="connsiteY105" fmla="*/ 5536349 h 6857999"/>
              <a:gd name="connsiteX106" fmla="*/ 2306204 w 4724400"/>
              <a:gd name="connsiteY106" fmla="*/ 5519543 h 6857999"/>
              <a:gd name="connsiteX107" fmla="*/ 2619005 w 4724400"/>
              <a:gd name="connsiteY107" fmla="*/ 5494992 h 6857999"/>
              <a:gd name="connsiteX108" fmla="*/ 2899676 w 4724400"/>
              <a:gd name="connsiteY108" fmla="*/ 5507848 h 6857999"/>
              <a:gd name="connsiteX109" fmla="*/ 2986662 w 4724400"/>
              <a:gd name="connsiteY109" fmla="*/ 5525798 h 6857999"/>
              <a:gd name="connsiteX110" fmla="*/ 3101623 w 4724400"/>
              <a:gd name="connsiteY110" fmla="*/ 5547311 h 6857999"/>
              <a:gd name="connsiteX111" fmla="*/ 2636807 w 4724400"/>
              <a:gd name="connsiteY111" fmla="*/ 5458317 h 6857999"/>
              <a:gd name="connsiteX112" fmla="*/ 0 w 4724400"/>
              <a:gd name="connsiteY112" fmla="*/ 5142496 h 6857999"/>
              <a:gd name="connsiteX113" fmla="*/ 127996 w 4724400"/>
              <a:gd name="connsiteY113" fmla="*/ 5201004 h 6857999"/>
              <a:gd name="connsiteX114" fmla="*/ 661087 w 4724400"/>
              <a:gd name="connsiteY114" fmla="*/ 5790959 h 6857999"/>
              <a:gd name="connsiteX115" fmla="*/ 1029402 w 4724400"/>
              <a:gd name="connsiteY115" fmla="*/ 6204913 h 6857999"/>
              <a:gd name="connsiteX116" fmla="*/ 1046692 w 4724400"/>
              <a:gd name="connsiteY116" fmla="*/ 6015372 h 6857999"/>
              <a:gd name="connsiteX117" fmla="*/ 1024238 w 4724400"/>
              <a:gd name="connsiteY117" fmla="*/ 5336275 h 6857999"/>
              <a:gd name="connsiteX118" fmla="*/ 1138131 w 4724400"/>
              <a:gd name="connsiteY118" fmla="*/ 5600804 h 6857999"/>
              <a:gd name="connsiteX119" fmla="*/ 1127280 w 4724400"/>
              <a:gd name="connsiteY119" fmla="*/ 6039262 h 6857999"/>
              <a:gd name="connsiteX120" fmla="*/ 1026642 w 4724400"/>
              <a:gd name="connsiteY120" fmla="*/ 6792600 h 6857999"/>
              <a:gd name="connsiteX121" fmla="*/ 1327075 w 4724400"/>
              <a:gd name="connsiteY121" fmla="*/ 6590735 h 6857999"/>
              <a:gd name="connsiteX122" fmla="*/ 1332848 w 4724400"/>
              <a:gd name="connsiteY122" fmla="*/ 6581371 h 6857999"/>
              <a:gd name="connsiteX123" fmla="*/ 1320586 w 4724400"/>
              <a:gd name="connsiteY123" fmla="*/ 6572441 h 6857999"/>
              <a:gd name="connsiteX124" fmla="*/ 1669632 w 4724400"/>
              <a:gd name="connsiteY124" fmla="*/ 5665639 h 6857999"/>
              <a:gd name="connsiteX125" fmla="*/ 1749165 w 4724400"/>
              <a:gd name="connsiteY125" fmla="*/ 5696416 h 6857999"/>
              <a:gd name="connsiteX126" fmla="*/ 1502249 w 4724400"/>
              <a:gd name="connsiteY126" fmla="*/ 6466405 h 6857999"/>
              <a:gd name="connsiteX127" fmla="*/ 2238637 w 4724400"/>
              <a:gd name="connsiteY127" fmla="*/ 6419148 h 6857999"/>
              <a:gd name="connsiteX128" fmla="*/ 2642775 w 4724400"/>
              <a:gd name="connsiteY128" fmla="*/ 6563116 h 6857999"/>
              <a:gd name="connsiteX129" fmla="*/ 2628681 w 4724400"/>
              <a:gd name="connsiteY129" fmla="*/ 6578254 h 6857999"/>
              <a:gd name="connsiteX130" fmla="*/ 1600072 w 4724400"/>
              <a:gd name="connsiteY130" fmla="*/ 6648608 h 6857999"/>
              <a:gd name="connsiteX131" fmla="*/ 1391841 w 4724400"/>
              <a:gd name="connsiteY131" fmla="*/ 6641028 h 6857999"/>
              <a:gd name="connsiteX132" fmla="*/ 1389928 w 4724400"/>
              <a:gd name="connsiteY132" fmla="*/ 6641375 h 6857999"/>
              <a:gd name="connsiteX133" fmla="*/ 1380979 w 4724400"/>
              <a:gd name="connsiteY133" fmla="*/ 6643204 h 6857999"/>
              <a:gd name="connsiteX134" fmla="*/ 1108685 w 4724400"/>
              <a:gd name="connsiteY134" fmla="*/ 6824788 h 6857999"/>
              <a:gd name="connsiteX135" fmla="*/ 1051559 w 4724400"/>
              <a:gd name="connsiteY135" fmla="*/ 6857998 h 6857999"/>
              <a:gd name="connsiteX136" fmla="*/ 925940 w 4724400"/>
              <a:gd name="connsiteY136" fmla="*/ 6857998 h 6857999"/>
              <a:gd name="connsiteX137" fmla="*/ 949746 w 4724400"/>
              <a:gd name="connsiteY137" fmla="*/ 6745652 h 6857999"/>
              <a:gd name="connsiteX138" fmla="*/ 1017902 w 4724400"/>
              <a:gd name="connsiteY138" fmla="*/ 6308216 h 6857999"/>
              <a:gd name="connsiteX139" fmla="*/ 1012614 w 4724400"/>
              <a:gd name="connsiteY139" fmla="*/ 6302278 h 6857999"/>
              <a:gd name="connsiteX140" fmla="*/ 644615 w 4724400"/>
              <a:gd name="connsiteY140" fmla="*/ 5837768 h 6857999"/>
              <a:gd name="connsiteX141" fmla="*/ 627546 w 4724400"/>
              <a:gd name="connsiteY141" fmla="*/ 5831943 h 6857999"/>
              <a:gd name="connsiteX142" fmla="*/ 128963 w 4724400"/>
              <a:gd name="connsiteY142" fmla="*/ 5481226 h 6857999"/>
              <a:gd name="connsiteX143" fmla="*/ 0 w 4724400"/>
              <a:gd name="connsiteY143" fmla="*/ 5361850 h 6857999"/>
              <a:gd name="connsiteX144" fmla="*/ 0 w 4724400"/>
              <a:gd name="connsiteY144" fmla="*/ 5297634 h 6857999"/>
              <a:gd name="connsiteX145" fmla="*/ 40861 w 4724400"/>
              <a:gd name="connsiteY145" fmla="*/ 5333413 h 6857999"/>
              <a:gd name="connsiteX146" fmla="*/ 514278 w 4724400"/>
              <a:gd name="connsiteY146" fmla="*/ 5738345 h 6857999"/>
              <a:gd name="connsiteX147" fmla="*/ 337180 w 4724400"/>
              <a:gd name="connsiteY147" fmla="*/ 5572174 h 6857999"/>
              <a:gd name="connsiteX148" fmla="*/ 303564 w 4724400"/>
              <a:gd name="connsiteY148" fmla="*/ 5536908 h 6857999"/>
              <a:gd name="connsiteX149" fmla="*/ 88496 w 4724400"/>
              <a:gd name="connsiteY149" fmla="*/ 5343132 h 6857999"/>
              <a:gd name="connsiteX150" fmla="*/ 0 w 4724400"/>
              <a:gd name="connsiteY150" fmla="*/ 5277736 h 6857999"/>
              <a:gd name="connsiteX151" fmla="*/ 0 w 4724400"/>
              <a:gd name="connsiteY151" fmla="*/ 5241225 h 6857999"/>
              <a:gd name="connsiteX152" fmla="*/ 106479 w 4724400"/>
              <a:gd name="connsiteY152" fmla="*/ 5319780 h 6857999"/>
              <a:gd name="connsiteX153" fmla="*/ 324159 w 4724400"/>
              <a:gd name="connsiteY153" fmla="*/ 5515717 h 6857999"/>
              <a:gd name="connsiteX154" fmla="*/ 357680 w 4724400"/>
              <a:gd name="connsiteY154" fmla="*/ 5551608 h 6857999"/>
              <a:gd name="connsiteX155" fmla="*/ 514810 w 4724400"/>
              <a:gd name="connsiteY155" fmla="*/ 5702551 h 6857999"/>
              <a:gd name="connsiteX156" fmla="*/ 464808 w 4724400"/>
              <a:gd name="connsiteY156" fmla="*/ 5632736 h 6857999"/>
              <a:gd name="connsiteX157" fmla="*/ 416327 w 4724400"/>
              <a:gd name="connsiteY157" fmla="*/ 5565087 h 6857999"/>
              <a:gd name="connsiteX158" fmla="*/ 232232 w 4724400"/>
              <a:gd name="connsiteY158" fmla="*/ 5379904 h 6857999"/>
              <a:gd name="connsiteX159" fmla="*/ 2640 w 4724400"/>
              <a:gd name="connsiteY159" fmla="*/ 5200559 h 6857999"/>
              <a:gd name="connsiteX160" fmla="*/ 0 w 4724400"/>
              <a:gd name="connsiteY160" fmla="*/ 5199146 h 6857999"/>
              <a:gd name="connsiteX161" fmla="*/ 0 w 4724400"/>
              <a:gd name="connsiteY161" fmla="*/ 5164774 h 6857999"/>
              <a:gd name="connsiteX162" fmla="*/ 18363 w 4724400"/>
              <a:gd name="connsiteY162" fmla="*/ 5174783 h 6857999"/>
              <a:gd name="connsiteX163" fmla="*/ 251810 w 4724400"/>
              <a:gd name="connsiteY163" fmla="*/ 5357281 h 6857999"/>
              <a:gd name="connsiteX164" fmla="*/ 439563 w 4724400"/>
              <a:gd name="connsiteY164" fmla="*/ 5546863 h 6857999"/>
              <a:gd name="connsiteX165" fmla="*/ 489056 w 4724400"/>
              <a:gd name="connsiteY165" fmla="*/ 5615961 h 6857999"/>
              <a:gd name="connsiteX166" fmla="*/ 555845 w 4724400"/>
              <a:gd name="connsiteY166" fmla="*/ 5705642 h 6857999"/>
              <a:gd name="connsiteX167" fmla="*/ 287056 w 4724400"/>
              <a:gd name="connsiteY167" fmla="*/ 5341546 h 6857999"/>
              <a:gd name="connsiteX168" fmla="*/ 49874 w 4724400"/>
              <a:gd name="connsiteY168" fmla="*/ 5178238 h 6857999"/>
              <a:gd name="connsiteX169" fmla="*/ 0 w 4724400"/>
              <a:gd name="connsiteY169" fmla="*/ 5158623 h 6857999"/>
              <a:gd name="connsiteX170" fmla="*/ 4076694 w 4724400"/>
              <a:gd name="connsiteY170" fmla="*/ 4944364 h 6857999"/>
              <a:gd name="connsiteX171" fmla="*/ 4287610 w 4724400"/>
              <a:gd name="connsiteY171" fmla="*/ 5588157 h 6857999"/>
              <a:gd name="connsiteX172" fmla="*/ 4076694 w 4724400"/>
              <a:gd name="connsiteY172" fmla="*/ 4944364 h 6857999"/>
              <a:gd name="connsiteX173" fmla="*/ 4103808 w 4724400"/>
              <a:gd name="connsiteY173" fmla="*/ 4918599 h 6857999"/>
              <a:gd name="connsiteX174" fmla="*/ 4310650 w 4724400"/>
              <a:gd name="connsiteY174" fmla="*/ 5565760 h 6857999"/>
              <a:gd name="connsiteX175" fmla="*/ 4103808 w 4724400"/>
              <a:gd name="connsiteY175" fmla="*/ 4918599 h 6857999"/>
              <a:gd name="connsiteX176" fmla="*/ 4072554 w 4724400"/>
              <a:gd name="connsiteY176" fmla="*/ 4867303 h 6857999"/>
              <a:gd name="connsiteX177" fmla="*/ 4072780 w 4724400"/>
              <a:gd name="connsiteY177" fmla="*/ 4872526 h 6857999"/>
              <a:gd name="connsiteX178" fmla="*/ 4074990 w 4724400"/>
              <a:gd name="connsiteY178" fmla="*/ 4871112 h 6857999"/>
              <a:gd name="connsiteX179" fmla="*/ 3100062 w 4724400"/>
              <a:gd name="connsiteY179" fmla="*/ 4866948 h 6857999"/>
              <a:gd name="connsiteX180" fmla="*/ 2963625 w 4724400"/>
              <a:gd name="connsiteY180" fmla="*/ 4877568 h 6857999"/>
              <a:gd name="connsiteX181" fmla="*/ 2809956 w 4724400"/>
              <a:gd name="connsiteY181" fmla="*/ 4889247 h 6857999"/>
              <a:gd name="connsiteX182" fmla="*/ 2688275 w 4724400"/>
              <a:gd name="connsiteY182" fmla="*/ 4882769 h 6857999"/>
              <a:gd name="connsiteX183" fmla="*/ 2605133 w 4724400"/>
              <a:gd name="connsiteY183" fmla="*/ 4876924 h 6857999"/>
              <a:gd name="connsiteX184" fmla="*/ 2414900 w 4724400"/>
              <a:gd name="connsiteY184" fmla="*/ 4881330 h 6857999"/>
              <a:gd name="connsiteX185" fmla="*/ 2217605 w 4724400"/>
              <a:gd name="connsiteY185" fmla="*/ 4885650 h 6857999"/>
              <a:gd name="connsiteX186" fmla="*/ 2199332 w 4724400"/>
              <a:gd name="connsiteY186" fmla="*/ 4885075 h 6857999"/>
              <a:gd name="connsiteX187" fmla="*/ 2141062 w 4724400"/>
              <a:gd name="connsiteY187" fmla="*/ 4884027 h 6857999"/>
              <a:gd name="connsiteX188" fmla="*/ 2558630 w 4724400"/>
              <a:gd name="connsiteY188" fmla="*/ 4938088 h 6857999"/>
              <a:gd name="connsiteX189" fmla="*/ 3100062 w 4724400"/>
              <a:gd name="connsiteY189" fmla="*/ 4866948 h 6857999"/>
              <a:gd name="connsiteX190" fmla="*/ 2753415 w 4724400"/>
              <a:gd name="connsiteY190" fmla="*/ 4783657 h 6857999"/>
              <a:gd name="connsiteX191" fmla="*/ 2639521 w 4724400"/>
              <a:gd name="connsiteY191" fmla="*/ 4785091 h 6857999"/>
              <a:gd name="connsiteX192" fmla="*/ 2193068 w 4724400"/>
              <a:gd name="connsiteY192" fmla="*/ 4854595 h 6857999"/>
              <a:gd name="connsiteX193" fmla="*/ 2201931 w 4724400"/>
              <a:gd name="connsiteY193" fmla="*/ 4855057 h 6857999"/>
              <a:gd name="connsiteX194" fmla="*/ 2219654 w 4724400"/>
              <a:gd name="connsiteY194" fmla="*/ 4855986 h 6857999"/>
              <a:gd name="connsiteX195" fmla="*/ 2413690 w 4724400"/>
              <a:gd name="connsiteY195" fmla="*/ 4851445 h 6857999"/>
              <a:gd name="connsiteX196" fmla="*/ 2606832 w 4724400"/>
              <a:gd name="connsiteY196" fmla="*/ 4846715 h 6857999"/>
              <a:gd name="connsiteX197" fmla="*/ 2691769 w 4724400"/>
              <a:gd name="connsiteY197" fmla="*/ 4852935 h 6857999"/>
              <a:gd name="connsiteX198" fmla="*/ 2811106 w 4724400"/>
              <a:gd name="connsiteY198" fmla="*/ 4859393 h 6857999"/>
              <a:gd name="connsiteX199" fmla="*/ 2961520 w 4724400"/>
              <a:gd name="connsiteY199" fmla="*/ 4847493 h 6857999"/>
              <a:gd name="connsiteX200" fmla="*/ 3070965 w 4724400"/>
              <a:gd name="connsiteY200" fmla="*/ 4837270 h 6857999"/>
              <a:gd name="connsiteX201" fmla="*/ 2753415 w 4724400"/>
              <a:gd name="connsiteY201" fmla="*/ 4783657 h 6857999"/>
              <a:gd name="connsiteX202" fmla="*/ 2389654 w 4724400"/>
              <a:gd name="connsiteY202" fmla="*/ 4275904 h 6857999"/>
              <a:gd name="connsiteX203" fmla="*/ 1522266 w 4724400"/>
              <a:gd name="connsiteY203" fmla="*/ 4472742 h 6857999"/>
              <a:gd name="connsiteX204" fmla="*/ 1464014 w 4724400"/>
              <a:gd name="connsiteY204" fmla="*/ 4498508 h 6857999"/>
              <a:gd name="connsiteX205" fmla="*/ 1376111 w 4724400"/>
              <a:gd name="connsiteY205" fmla="*/ 4536334 h 6857999"/>
              <a:gd name="connsiteX206" fmla="*/ 1498493 w 4724400"/>
              <a:gd name="connsiteY206" fmla="*/ 4502509 h 6857999"/>
              <a:gd name="connsiteX207" fmla="*/ 1831627 w 4724400"/>
              <a:gd name="connsiteY207" fmla="*/ 4454994 h 6857999"/>
              <a:gd name="connsiteX208" fmla="*/ 2389654 w 4724400"/>
              <a:gd name="connsiteY208" fmla="*/ 4275904 h 6857999"/>
              <a:gd name="connsiteX209" fmla="*/ 2147582 w 4724400"/>
              <a:gd name="connsiteY209" fmla="*/ 4220499 h 6857999"/>
              <a:gd name="connsiteX210" fmla="*/ 1556088 w 4724400"/>
              <a:gd name="connsiteY210" fmla="*/ 4425819 h 6857999"/>
              <a:gd name="connsiteX211" fmla="*/ 2346927 w 4724400"/>
              <a:gd name="connsiteY211" fmla="*/ 4248048 h 6857999"/>
              <a:gd name="connsiteX212" fmla="*/ 2147582 w 4724400"/>
              <a:gd name="connsiteY212" fmla="*/ 4220499 h 6857999"/>
              <a:gd name="connsiteX213" fmla="*/ 1790494 w 4724400"/>
              <a:gd name="connsiteY213" fmla="*/ 3958602 h 6857999"/>
              <a:gd name="connsiteX214" fmla="*/ 1059112 w 4724400"/>
              <a:gd name="connsiteY214" fmla="*/ 4119804 h 6857999"/>
              <a:gd name="connsiteX215" fmla="*/ 1790494 w 4724400"/>
              <a:gd name="connsiteY215" fmla="*/ 3958602 h 6857999"/>
              <a:gd name="connsiteX216" fmla="*/ 3757613 w 4724400"/>
              <a:gd name="connsiteY216" fmla="*/ 3936722 h 6857999"/>
              <a:gd name="connsiteX217" fmla="*/ 3715314 w 4724400"/>
              <a:gd name="connsiteY217" fmla="*/ 4196771 h 6857999"/>
              <a:gd name="connsiteX218" fmla="*/ 3631611 w 4724400"/>
              <a:gd name="connsiteY218" fmla="*/ 4613594 h 6857999"/>
              <a:gd name="connsiteX219" fmla="*/ 3596909 w 4724400"/>
              <a:gd name="connsiteY219" fmla="*/ 4707830 h 6857999"/>
              <a:gd name="connsiteX220" fmla="*/ 3581749 w 4724400"/>
              <a:gd name="connsiteY220" fmla="*/ 4747418 h 6857999"/>
              <a:gd name="connsiteX221" fmla="*/ 3510660 w 4724400"/>
              <a:gd name="connsiteY221" fmla="*/ 4966094 h 6857999"/>
              <a:gd name="connsiteX222" fmla="*/ 3757613 w 4724400"/>
              <a:gd name="connsiteY222" fmla="*/ 3936722 h 6857999"/>
              <a:gd name="connsiteX223" fmla="*/ 1701387 w 4724400"/>
              <a:gd name="connsiteY223" fmla="*/ 3919232 h 6857999"/>
              <a:gd name="connsiteX224" fmla="*/ 1136310 w 4724400"/>
              <a:gd name="connsiteY224" fmla="*/ 4068895 h 6857999"/>
              <a:gd name="connsiteX225" fmla="*/ 1784782 w 4724400"/>
              <a:gd name="connsiteY225" fmla="*/ 3927759 h 6857999"/>
              <a:gd name="connsiteX226" fmla="*/ 1701387 w 4724400"/>
              <a:gd name="connsiteY226" fmla="*/ 3919232 h 6857999"/>
              <a:gd name="connsiteX227" fmla="*/ 3733405 w 4724400"/>
              <a:gd name="connsiteY227" fmla="*/ 3900089 h 6857999"/>
              <a:gd name="connsiteX228" fmla="*/ 3500832 w 4724400"/>
              <a:gd name="connsiteY228" fmla="*/ 4885010 h 6857999"/>
              <a:gd name="connsiteX229" fmla="*/ 3552367 w 4724400"/>
              <a:gd name="connsiteY229" fmla="*/ 4735553 h 6857999"/>
              <a:gd name="connsiteX230" fmla="*/ 3567525 w 4724400"/>
              <a:gd name="connsiteY230" fmla="*/ 4695966 h 6857999"/>
              <a:gd name="connsiteX231" fmla="*/ 3602372 w 4724400"/>
              <a:gd name="connsiteY231" fmla="*/ 4603168 h 6857999"/>
              <a:gd name="connsiteX232" fmla="*/ 3684639 w 4724400"/>
              <a:gd name="connsiteY232" fmla="*/ 4192628 h 6857999"/>
              <a:gd name="connsiteX233" fmla="*/ 3733405 w 4724400"/>
              <a:gd name="connsiteY233" fmla="*/ 3900089 h 6857999"/>
              <a:gd name="connsiteX234" fmla="*/ 2800959 w 4724400"/>
              <a:gd name="connsiteY234" fmla="*/ 3871054 h 6857999"/>
              <a:gd name="connsiteX235" fmla="*/ 3026569 w 4724400"/>
              <a:gd name="connsiteY235" fmla="*/ 4520780 h 6857999"/>
              <a:gd name="connsiteX236" fmla="*/ 2889061 w 4724400"/>
              <a:gd name="connsiteY236" fmla="*/ 4157302 h 6857999"/>
              <a:gd name="connsiteX237" fmla="*/ 2800959 w 4724400"/>
              <a:gd name="connsiteY237" fmla="*/ 3871054 h 6857999"/>
              <a:gd name="connsiteX238" fmla="*/ 2809929 w 4724400"/>
              <a:gd name="connsiteY238" fmla="*/ 3701307 h 6857999"/>
              <a:gd name="connsiteX239" fmla="*/ 2809197 w 4724400"/>
              <a:gd name="connsiteY239" fmla="*/ 3708672 h 6857999"/>
              <a:gd name="connsiteX240" fmla="*/ 2918306 w 4724400"/>
              <a:gd name="connsiteY240" fmla="*/ 4147031 h 6857999"/>
              <a:gd name="connsiteX241" fmla="*/ 3068858 w 4724400"/>
              <a:gd name="connsiteY241" fmla="*/ 4544310 h 6857999"/>
              <a:gd name="connsiteX242" fmla="*/ 2968879 w 4724400"/>
              <a:gd name="connsiteY242" fmla="*/ 4144570 h 6857999"/>
              <a:gd name="connsiteX243" fmla="*/ 2809929 w 4724400"/>
              <a:gd name="connsiteY243" fmla="*/ 3701307 h 6857999"/>
              <a:gd name="connsiteX244" fmla="*/ 1867196 w 4724400"/>
              <a:gd name="connsiteY244" fmla="*/ 3456584 h 6857999"/>
              <a:gd name="connsiteX245" fmla="*/ 2183970 w 4724400"/>
              <a:gd name="connsiteY245" fmla="*/ 3826505 h 6857999"/>
              <a:gd name="connsiteX246" fmla="*/ 1867196 w 4724400"/>
              <a:gd name="connsiteY246" fmla="*/ 3456584 h 6857999"/>
              <a:gd name="connsiteX247" fmla="*/ 2322880 w 4724400"/>
              <a:gd name="connsiteY247" fmla="*/ 3078533 h 6857999"/>
              <a:gd name="connsiteX248" fmla="*/ 2295695 w 4724400"/>
              <a:gd name="connsiteY248" fmla="*/ 3245370 h 6857999"/>
              <a:gd name="connsiteX249" fmla="*/ 2268858 w 4724400"/>
              <a:gd name="connsiteY249" fmla="*/ 3758413 h 6857999"/>
              <a:gd name="connsiteX250" fmla="*/ 2295899 w 4724400"/>
              <a:gd name="connsiteY250" fmla="*/ 3528057 h 6857999"/>
              <a:gd name="connsiteX251" fmla="*/ 2326306 w 4724400"/>
              <a:gd name="connsiteY251" fmla="*/ 3231157 h 6857999"/>
              <a:gd name="connsiteX252" fmla="*/ 2324274 w 4724400"/>
              <a:gd name="connsiteY252" fmla="*/ 3142788 h 6857999"/>
              <a:gd name="connsiteX253" fmla="*/ 2322880 w 4724400"/>
              <a:gd name="connsiteY253" fmla="*/ 3078533 h 6857999"/>
              <a:gd name="connsiteX254" fmla="*/ 912797 w 4724400"/>
              <a:gd name="connsiteY254" fmla="*/ 2896659 h 6857999"/>
              <a:gd name="connsiteX255" fmla="*/ 1167201 w 4724400"/>
              <a:gd name="connsiteY255" fmla="*/ 3304169 h 6857999"/>
              <a:gd name="connsiteX256" fmla="*/ 1503848 w 4724400"/>
              <a:gd name="connsiteY256" fmla="*/ 3675946 h 6857999"/>
              <a:gd name="connsiteX257" fmla="*/ 1353091 w 4724400"/>
              <a:gd name="connsiteY257" fmla="*/ 3486482 h 6857999"/>
              <a:gd name="connsiteX258" fmla="*/ 1340012 w 4724400"/>
              <a:gd name="connsiteY258" fmla="*/ 3467256 h 6857999"/>
              <a:gd name="connsiteX259" fmla="*/ 1089196 w 4724400"/>
              <a:gd name="connsiteY259" fmla="*/ 3116474 h 6857999"/>
              <a:gd name="connsiteX260" fmla="*/ 959418 w 4724400"/>
              <a:gd name="connsiteY260" fmla="*/ 2948853 h 6857999"/>
              <a:gd name="connsiteX261" fmla="*/ 912797 w 4724400"/>
              <a:gd name="connsiteY261" fmla="*/ 2896659 h 6857999"/>
              <a:gd name="connsiteX262" fmla="*/ 2363420 w 4724400"/>
              <a:gd name="connsiteY262" fmla="*/ 2871730 h 6857999"/>
              <a:gd name="connsiteX263" fmla="*/ 2360107 w 4724400"/>
              <a:gd name="connsiteY263" fmla="*/ 2915231 h 6857999"/>
              <a:gd name="connsiteX264" fmla="*/ 2353099 w 4724400"/>
              <a:gd name="connsiteY264" fmla="*/ 3051540 h 6857999"/>
              <a:gd name="connsiteX265" fmla="*/ 2354925 w 4724400"/>
              <a:gd name="connsiteY265" fmla="*/ 3140814 h 6857999"/>
              <a:gd name="connsiteX266" fmla="*/ 2357104 w 4724400"/>
              <a:gd name="connsiteY266" fmla="*/ 3230628 h 6857999"/>
              <a:gd name="connsiteX267" fmla="*/ 2326221 w 4724400"/>
              <a:gd name="connsiteY267" fmla="*/ 3531652 h 6857999"/>
              <a:gd name="connsiteX268" fmla="*/ 2299836 w 4724400"/>
              <a:gd name="connsiteY268" fmla="*/ 3750864 h 6857999"/>
              <a:gd name="connsiteX269" fmla="*/ 2346877 w 4724400"/>
              <a:gd name="connsiteY269" fmla="*/ 3662531 h 6857999"/>
              <a:gd name="connsiteX270" fmla="*/ 2363420 w 4724400"/>
              <a:gd name="connsiteY270" fmla="*/ 2871730 h 6857999"/>
              <a:gd name="connsiteX271" fmla="*/ 912921 w 4724400"/>
              <a:gd name="connsiteY271" fmla="*/ 2850596 h 6857999"/>
              <a:gd name="connsiteX272" fmla="*/ 983846 w 4724400"/>
              <a:gd name="connsiteY272" fmla="*/ 2928627 h 6857999"/>
              <a:gd name="connsiteX273" fmla="*/ 1114669 w 4724400"/>
              <a:gd name="connsiteY273" fmla="*/ 3097880 h 6857999"/>
              <a:gd name="connsiteX274" fmla="*/ 1366183 w 4724400"/>
              <a:gd name="connsiteY274" fmla="*/ 3449753 h 6857999"/>
              <a:gd name="connsiteX275" fmla="*/ 1379263 w 4724400"/>
              <a:gd name="connsiteY275" fmla="*/ 3468981 h 6857999"/>
              <a:gd name="connsiteX276" fmla="*/ 1492446 w 4724400"/>
              <a:gd name="connsiteY276" fmla="*/ 3620389 h 6857999"/>
              <a:gd name="connsiteX277" fmla="*/ 912921 w 4724400"/>
              <a:gd name="connsiteY277" fmla="*/ 2850596 h 6857999"/>
              <a:gd name="connsiteX278" fmla="*/ 2386551 w 4724400"/>
              <a:gd name="connsiteY278" fmla="*/ 2642862 h 6857999"/>
              <a:gd name="connsiteX279" fmla="*/ 2403741 w 4724400"/>
              <a:gd name="connsiteY279" fmla="*/ 2659697 h 6857999"/>
              <a:gd name="connsiteX280" fmla="*/ 2499078 w 4724400"/>
              <a:gd name="connsiteY280" fmla="*/ 3423399 h 6857999"/>
              <a:gd name="connsiteX281" fmla="*/ 2413232 w 4724400"/>
              <a:gd name="connsiteY281" fmla="*/ 3700562 h 6857999"/>
              <a:gd name="connsiteX282" fmla="*/ 2428424 w 4724400"/>
              <a:gd name="connsiteY282" fmla="*/ 4178295 h 6857999"/>
              <a:gd name="connsiteX283" fmla="*/ 2927779 w 4724400"/>
              <a:gd name="connsiteY283" fmla="*/ 4531843 h 6857999"/>
              <a:gd name="connsiteX284" fmla="*/ 2758380 w 4724400"/>
              <a:gd name="connsiteY284" fmla="*/ 3561061 h 6857999"/>
              <a:gd name="connsiteX285" fmla="*/ 2846610 w 4724400"/>
              <a:gd name="connsiteY285" fmla="*/ 3538353 h 6857999"/>
              <a:gd name="connsiteX286" fmla="*/ 3106063 w 4724400"/>
              <a:gd name="connsiteY286" fmla="*/ 4271430 h 6857999"/>
              <a:gd name="connsiteX287" fmla="*/ 3116136 w 4724400"/>
              <a:gd name="connsiteY287" fmla="*/ 4688819 h 6857999"/>
              <a:gd name="connsiteX288" fmla="*/ 3412872 w 4724400"/>
              <a:gd name="connsiteY288" fmla="*/ 4966558 h 6857999"/>
              <a:gd name="connsiteX289" fmla="*/ 3763612 w 4724400"/>
              <a:gd name="connsiteY289" fmla="*/ 3645474 h 6857999"/>
              <a:gd name="connsiteX290" fmla="*/ 3850165 w 4724400"/>
              <a:gd name="connsiteY290" fmla="*/ 3638405 h 6857999"/>
              <a:gd name="connsiteX291" fmla="*/ 3515311 w 4724400"/>
              <a:gd name="connsiteY291" fmla="*/ 5051260 h 6857999"/>
              <a:gd name="connsiteX292" fmla="*/ 3501147 w 4724400"/>
              <a:gd name="connsiteY292" fmla="*/ 5059552 h 6857999"/>
              <a:gd name="connsiteX293" fmla="*/ 3790420 w 4724400"/>
              <a:gd name="connsiteY293" fmla="*/ 5401078 h 6857999"/>
              <a:gd name="connsiteX294" fmla="*/ 4221141 w 4724400"/>
              <a:gd name="connsiteY294" fmla="*/ 6045312 h 6857999"/>
              <a:gd name="connsiteX295" fmla="*/ 4326825 w 4724400"/>
              <a:gd name="connsiteY295" fmla="*/ 5681109 h 6857999"/>
              <a:gd name="connsiteX296" fmla="*/ 4325127 w 4724400"/>
              <a:gd name="connsiteY296" fmla="*/ 5669934 h 6857999"/>
              <a:gd name="connsiteX297" fmla="*/ 4309144 w 4724400"/>
              <a:gd name="connsiteY297" fmla="*/ 5671723 h 6857999"/>
              <a:gd name="connsiteX298" fmla="*/ 3974946 w 4724400"/>
              <a:gd name="connsiteY298" fmla="*/ 4736592 h 6857999"/>
              <a:gd name="connsiteX299" fmla="*/ 4060171 w 4724400"/>
              <a:gd name="connsiteY299" fmla="*/ 4704317 h 6857999"/>
              <a:gd name="connsiteX300" fmla="*/ 4383942 w 4724400"/>
              <a:gd name="connsiteY300" fmla="*/ 5463703 h 6857999"/>
              <a:gd name="connsiteX301" fmla="*/ 4654905 w 4724400"/>
              <a:gd name="connsiteY301" fmla="*/ 5156948 h 6857999"/>
              <a:gd name="connsiteX302" fmla="*/ 4724400 w 4724400"/>
              <a:gd name="connsiteY302" fmla="*/ 5098975 h 6857999"/>
              <a:gd name="connsiteX303" fmla="*/ 4724400 w 4724400"/>
              <a:gd name="connsiteY303" fmla="*/ 5160063 h 6857999"/>
              <a:gd name="connsiteX304" fmla="*/ 4687505 w 4724400"/>
              <a:gd name="connsiteY304" fmla="*/ 5191181 h 6857999"/>
              <a:gd name="connsiteX305" fmla="*/ 4451303 w 4724400"/>
              <a:gd name="connsiteY305" fmla="*/ 5491132 h 6857999"/>
              <a:gd name="connsiteX306" fmla="*/ 4599954 w 4724400"/>
              <a:gd name="connsiteY306" fmla="*/ 5317498 h 6857999"/>
              <a:gd name="connsiteX307" fmla="*/ 4724400 w 4724400"/>
              <a:gd name="connsiteY307" fmla="*/ 5211392 h 6857999"/>
              <a:gd name="connsiteX308" fmla="*/ 4724400 w 4724400"/>
              <a:gd name="connsiteY308" fmla="*/ 5251559 h 6857999"/>
              <a:gd name="connsiteX309" fmla="*/ 4619898 w 4724400"/>
              <a:gd name="connsiteY309" fmla="*/ 5340764 h 6857999"/>
              <a:gd name="connsiteX310" fmla="*/ 4473735 w 4724400"/>
              <a:gd name="connsiteY310" fmla="*/ 5512809 h 6857999"/>
              <a:gd name="connsiteX311" fmla="*/ 4430539 w 4724400"/>
              <a:gd name="connsiteY311" fmla="*/ 5592553 h 6857999"/>
              <a:gd name="connsiteX312" fmla="*/ 4569759 w 4724400"/>
              <a:gd name="connsiteY312" fmla="*/ 5482816 h 6857999"/>
              <a:gd name="connsiteX313" fmla="*/ 4724400 w 4724400"/>
              <a:gd name="connsiteY313" fmla="*/ 5330891 h 6857999"/>
              <a:gd name="connsiteX314" fmla="*/ 4724400 w 4724400"/>
              <a:gd name="connsiteY314" fmla="*/ 5402912 h 6857999"/>
              <a:gd name="connsiteX315" fmla="*/ 4586888 w 4724400"/>
              <a:gd name="connsiteY315" fmla="*/ 5533939 h 6857999"/>
              <a:gd name="connsiteX316" fmla="*/ 4413377 w 4724400"/>
              <a:gd name="connsiteY316" fmla="*/ 5674040 h 6857999"/>
              <a:gd name="connsiteX317" fmla="*/ 4412066 w 4724400"/>
              <a:gd name="connsiteY317" fmla="*/ 5675644 h 6857999"/>
              <a:gd name="connsiteX318" fmla="*/ 4406074 w 4724400"/>
              <a:gd name="connsiteY318" fmla="*/ 5683306 h 6857999"/>
              <a:gd name="connsiteX319" fmla="*/ 4271008 w 4724400"/>
              <a:gd name="connsiteY319" fmla="*/ 6118417 h 6857999"/>
              <a:gd name="connsiteX320" fmla="*/ 4265220 w 4724400"/>
              <a:gd name="connsiteY320" fmla="*/ 6125184 h 6857999"/>
              <a:gd name="connsiteX321" fmla="*/ 4590463 w 4724400"/>
              <a:gd name="connsiteY321" fmla="*/ 6805045 h 6857999"/>
              <a:gd name="connsiteX322" fmla="*/ 4610122 w 4724400"/>
              <a:gd name="connsiteY322" fmla="*/ 6857999 h 6857999"/>
              <a:gd name="connsiteX323" fmla="*/ 4513231 w 4724400"/>
              <a:gd name="connsiteY323" fmla="*/ 6857999 h 6857999"/>
              <a:gd name="connsiteX324" fmla="*/ 4374770 w 4724400"/>
              <a:gd name="connsiteY324" fmla="*/ 6532596 h 6857999"/>
              <a:gd name="connsiteX325" fmla="*/ 4339518 w 4724400"/>
              <a:gd name="connsiteY325" fmla="*/ 6461642 h 6857999"/>
              <a:gd name="connsiteX326" fmla="*/ 3884810 w 4724400"/>
              <a:gd name="connsiteY326" fmla="*/ 5682534 h 6857999"/>
              <a:gd name="connsiteX327" fmla="*/ 3876498 w 4724400"/>
              <a:gd name="connsiteY327" fmla="*/ 5681717 h 6857999"/>
              <a:gd name="connsiteX328" fmla="*/ 3263209 w 4724400"/>
              <a:gd name="connsiteY328" fmla="*/ 5585749 h 6857999"/>
              <a:gd name="connsiteX329" fmla="*/ 3245450 w 4724400"/>
              <a:gd name="connsiteY329" fmla="*/ 5593271 h 6857999"/>
              <a:gd name="connsiteX330" fmla="*/ 1952592 w 4724400"/>
              <a:gd name="connsiteY330" fmla="*/ 5692050 h 6857999"/>
              <a:gd name="connsiteX331" fmla="*/ 1936466 w 4724400"/>
              <a:gd name="connsiteY331" fmla="*/ 5671708 h 6857999"/>
              <a:gd name="connsiteX332" fmla="*/ 3244709 w 4724400"/>
              <a:gd name="connsiteY332" fmla="*/ 5538562 h 6857999"/>
              <a:gd name="connsiteX333" fmla="*/ 3823886 w 4724400"/>
              <a:gd name="connsiteY333" fmla="*/ 5595804 h 6857999"/>
              <a:gd name="connsiteX334" fmla="*/ 3709024 w 4724400"/>
              <a:gd name="connsiteY334" fmla="*/ 5439340 h 6857999"/>
              <a:gd name="connsiteX335" fmla="*/ 3198362 w 4724400"/>
              <a:gd name="connsiteY335" fmla="*/ 4874588 h 6857999"/>
              <a:gd name="connsiteX336" fmla="*/ 3179417 w 4724400"/>
              <a:gd name="connsiteY336" fmla="*/ 4879047 h 6857999"/>
              <a:gd name="connsiteX337" fmla="*/ 2639496 w 4724400"/>
              <a:gd name="connsiteY337" fmla="*/ 4989072 h 6857999"/>
              <a:gd name="connsiteX338" fmla="*/ 1972353 w 4724400"/>
              <a:gd name="connsiteY338" fmla="*/ 4909921 h 6857999"/>
              <a:gd name="connsiteX339" fmla="*/ 2002679 w 4724400"/>
              <a:gd name="connsiteY339" fmla="*/ 4872131 h 6857999"/>
              <a:gd name="connsiteX340" fmla="*/ 3097424 w 4724400"/>
              <a:gd name="connsiteY340" fmla="*/ 4781269 h 6857999"/>
              <a:gd name="connsiteX341" fmla="*/ 2454890 w 4724400"/>
              <a:gd name="connsiteY341" fmla="*/ 4287833 h 6857999"/>
              <a:gd name="connsiteX342" fmla="*/ 2452881 w 4724400"/>
              <a:gd name="connsiteY342" fmla="*/ 4288346 h 6857999"/>
              <a:gd name="connsiteX343" fmla="*/ 2448527 w 4724400"/>
              <a:gd name="connsiteY343" fmla="*/ 4288836 h 6857999"/>
              <a:gd name="connsiteX344" fmla="*/ 2323525 w 4724400"/>
              <a:gd name="connsiteY344" fmla="*/ 4367248 h 6857999"/>
              <a:gd name="connsiteX345" fmla="*/ 2060764 w 4724400"/>
              <a:gd name="connsiteY345" fmla="*/ 4451767 h 6857999"/>
              <a:gd name="connsiteX346" fmla="*/ 1162250 w 4724400"/>
              <a:gd name="connsiteY346" fmla="*/ 4613329 h 6857999"/>
              <a:gd name="connsiteX347" fmla="*/ 1132639 w 4724400"/>
              <a:gd name="connsiteY347" fmla="*/ 4596243 h 6857999"/>
              <a:gd name="connsiteX348" fmla="*/ 2293970 w 4724400"/>
              <a:gd name="connsiteY348" fmla="*/ 4182283 h 6857999"/>
              <a:gd name="connsiteX349" fmla="*/ 1900637 w 4724400"/>
              <a:gd name="connsiteY349" fmla="*/ 3949470 h 6857999"/>
              <a:gd name="connsiteX350" fmla="*/ 1887014 w 4724400"/>
              <a:gd name="connsiteY350" fmla="*/ 3951288 h 6857999"/>
              <a:gd name="connsiteX351" fmla="*/ 896751 w 4724400"/>
              <a:gd name="connsiteY351" fmla="*/ 4159267 h 6857999"/>
              <a:gd name="connsiteX352" fmla="*/ 918967 w 4724400"/>
              <a:gd name="connsiteY352" fmla="*/ 4119760 h 6857999"/>
              <a:gd name="connsiteX353" fmla="*/ 1764113 w 4724400"/>
              <a:gd name="connsiteY353" fmla="*/ 3873539 h 6857999"/>
              <a:gd name="connsiteX354" fmla="*/ 1555701 w 4724400"/>
              <a:gd name="connsiteY354" fmla="*/ 3763109 h 6857999"/>
              <a:gd name="connsiteX355" fmla="*/ 1542956 w 4724400"/>
              <a:gd name="connsiteY355" fmla="*/ 3758998 h 6857999"/>
              <a:gd name="connsiteX356" fmla="*/ 1136724 w 4724400"/>
              <a:gd name="connsiteY356" fmla="*/ 3417171 h 6857999"/>
              <a:gd name="connsiteX357" fmla="*/ 750977 w 4724400"/>
              <a:gd name="connsiteY357" fmla="*/ 2770227 h 6857999"/>
              <a:gd name="connsiteX358" fmla="*/ 755174 w 4724400"/>
              <a:gd name="connsiteY358" fmla="*/ 2749954 h 6857999"/>
              <a:gd name="connsiteX359" fmla="*/ 830023 w 4724400"/>
              <a:gd name="connsiteY359" fmla="*/ 2731935 h 6857999"/>
              <a:gd name="connsiteX360" fmla="*/ 1623018 w 4724400"/>
              <a:gd name="connsiteY360" fmla="*/ 3716225 h 6857999"/>
              <a:gd name="connsiteX361" fmla="*/ 2294841 w 4724400"/>
              <a:gd name="connsiteY361" fmla="*/ 4093587 h 6857999"/>
              <a:gd name="connsiteX362" fmla="*/ 2250226 w 4724400"/>
              <a:gd name="connsiteY362" fmla="*/ 3916719 h 6857999"/>
              <a:gd name="connsiteX363" fmla="*/ 2245523 w 4724400"/>
              <a:gd name="connsiteY363" fmla="*/ 3916663 h 6857999"/>
              <a:gd name="connsiteX364" fmla="*/ 1707994 w 4724400"/>
              <a:gd name="connsiteY364" fmla="*/ 3326950 h 6857999"/>
              <a:gd name="connsiteX365" fmla="*/ 1786341 w 4724400"/>
              <a:gd name="connsiteY365" fmla="*/ 3287566 h 6857999"/>
              <a:gd name="connsiteX366" fmla="*/ 2158071 w 4724400"/>
              <a:gd name="connsiteY366" fmla="*/ 3639960 h 6857999"/>
              <a:gd name="connsiteX367" fmla="*/ 2189281 w 4724400"/>
              <a:gd name="connsiteY367" fmla="*/ 3333361 h 6857999"/>
              <a:gd name="connsiteX368" fmla="*/ 2314466 w 4724400"/>
              <a:gd name="connsiteY368" fmla="*/ 2680771 h 6857999"/>
              <a:gd name="connsiteX369" fmla="*/ 2386551 w 4724400"/>
              <a:gd name="connsiteY369" fmla="*/ 2642862 h 6857999"/>
              <a:gd name="connsiteX370" fmla="*/ 3646699 w 4724400"/>
              <a:gd name="connsiteY370" fmla="*/ 2390555 h 6857999"/>
              <a:gd name="connsiteX371" fmla="*/ 3645773 w 4724400"/>
              <a:gd name="connsiteY371" fmla="*/ 2392739 h 6857999"/>
              <a:gd name="connsiteX372" fmla="*/ 3649597 w 4724400"/>
              <a:gd name="connsiteY372" fmla="*/ 2394358 h 6857999"/>
              <a:gd name="connsiteX373" fmla="*/ 3646699 w 4724400"/>
              <a:gd name="connsiteY373" fmla="*/ 2390555 h 6857999"/>
              <a:gd name="connsiteX374" fmla="*/ 3038676 w 4724400"/>
              <a:gd name="connsiteY374" fmla="*/ 2118977 h 6857999"/>
              <a:gd name="connsiteX375" fmla="*/ 2963942 w 4724400"/>
              <a:gd name="connsiteY375" fmla="*/ 2525128 h 6857999"/>
              <a:gd name="connsiteX376" fmla="*/ 2923775 w 4724400"/>
              <a:gd name="connsiteY376" fmla="*/ 2667145 h 6857999"/>
              <a:gd name="connsiteX377" fmla="*/ 2887447 w 4724400"/>
              <a:gd name="connsiteY377" fmla="*/ 2832031 h 6857999"/>
              <a:gd name="connsiteX378" fmla="*/ 2868480 w 4724400"/>
              <a:gd name="connsiteY378" fmla="*/ 2927011 h 6857999"/>
              <a:gd name="connsiteX379" fmla="*/ 2921794 w 4724400"/>
              <a:gd name="connsiteY379" fmla="*/ 2782834 h 6857999"/>
              <a:gd name="connsiteX380" fmla="*/ 3038676 w 4724400"/>
              <a:gd name="connsiteY380" fmla="*/ 2118977 h 6857999"/>
              <a:gd name="connsiteX381" fmla="*/ 4070579 w 4724400"/>
              <a:gd name="connsiteY381" fmla="*/ 2090376 h 6857999"/>
              <a:gd name="connsiteX382" fmla="*/ 4109879 w 4724400"/>
              <a:gd name="connsiteY382" fmla="*/ 2228695 h 6857999"/>
              <a:gd name="connsiteX383" fmla="*/ 4119154 w 4724400"/>
              <a:gd name="connsiteY383" fmla="*/ 2266098 h 6857999"/>
              <a:gd name="connsiteX384" fmla="*/ 4141411 w 4724400"/>
              <a:gd name="connsiteY384" fmla="*/ 2353427 h 6857999"/>
              <a:gd name="connsiteX385" fmla="*/ 4293979 w 4724400"/>
              <a:gd name="connsiteY385" fmla="*/ 2703223 h 6857999"/>
              <a:gd name="connsiteX386" fmla="*/ 4410111 w 4724400"/>
              <a:gd name="connsiteY386" fmla="*/ 2947465 h 6857999"/>
              <a:gd name="connsiteX387" fmla="*/ 4070579 w 4724400"/>
              <a:gd name="connsiteY387" fmla="*/ 2090376 h 6857999"/>
              <a:gd name="connsiteX388" fmla="*/ 4020821 w 4724400"/>
              <a:gd name="connsiteY388" fmla="*/ 2034549 h 6857999"/>
              <a:gd name="connsiteX389" fmla="*/ 4372756 w 4724400"/>
              <a:gd name="connsiteY389" fmla="*/ 2932293 h 6857999"/>
              <a:gd name="connsiteX390" fmla="*/ 4268731 w 4724400"/>
              <a:gd name="connsiteY390" fmla="*/ 2715710 h 6857999"/>
              <a:gd name="connsiteX391" fmla="*/ 4113960 w 4724400"/>
              <a:gd name="connsiteY391" fmla="*/ 2360474 h 6857999"/>
              <a:gd name="connsiteX392" fmla="*/ 4090842 w 4724400"/>
              <a:gd name="connsiteY392" fmla="*/ 2272139 h 6857999"/>
              <a:gd name="connsiteX393" fmla="*/ 4081569 w 4724400"/>
              <a:gd name="connsiteY393" fmla="*/ 2234734 h 6857999"/>
              <a:gd name="connsiteX394" fmla="*/ 4020821 w 4724400"/>
              <a:gd name="connsiteY394" fmla="*/ 2034549 h 6857999"/>
              <a:gd name="connsiteX395" fmla="*/ 3001316 w 4724400"/>
              <a:gd name="connsiteY395" fmla="*/ 2032338 h 6857999"/>
              <a:gd name="connsiteX396" fmla="*/ 2953880 w 4724400"/>
              <a:gd name="connsiteY396" fmla="*/ 2185446 h 6857999"/>
              <a:gd name="connsiteX397" fmla="*/ 2883664 w 4724400"/>
              <a:gd name="connsiteY397" fmla="*/ 2591574 h 6857999"/>
              <a:gd name="connsiteX398" fmla="*/ 2826885 w 4724400"/>
              <a:gd name="connsiteY398" fmla="*/ 2991809 h 6857999"/>
              <a:gd name="connsiteX399" fmla="*/ 2860250 w 4724400"/>
              <a:gd name="connsiteY399" fmla="*/ 2826310 h 6857999"/>
              <a:gd name="connsiteX400" fmla="*/ 2896499 w 4724400"/>
              <a:gd name="connsiteY400" fmla="*/ 2660098 h 6857999"/>
              <a:gd name="connsiteX401" fmla="*/ 2937125 w 4724400"/>
              <a:gd name="connsiteY401" fmla="*/ 2516991 h 6857999"/>
              <a:gd name="connsiteX402" fmla="*/ 3010471 w 4724400"/>
              <a:gd name="connsiteY402" fmla="*/ 2114122 h 6857999"/>
              <a:gd name="connsiteX403" fmla="*/ 3001316 w 4724400"/>
              <a:gd name="connsiteY403" fmla="*/ 2032338 h 6857999"/>
              <a:gd name="connsiteX404" fmla="*/ 3105532 w 4724400"/>
              <a:gd name="connsiteY404" fmla="*/ 1991479 h 6857999"/>
              <a:gd name="connsiteX405" fmla="*/ 3599280 w 4724400"/>
              <a:gd name="connsiteY405" fmla="*/ 2371770 h 6857999"/>
              <a:gd name="connsiteX406" fmla="*/ 3105532 w 4724400"/>
              <a:gd name="connsiteY406" fmla="*/ 1991479 h 6857999"/>
              <a:gd name="connsiteX407" fmla="*/ 3111169 w 4724400"/>
              <a:gd name="connsiteY407" fmla="*/ 1962963 h 6857999"/>
              <a:gd name="connsiteX408" fmla="*/ 3606223 w 4724400"/>
              <a:gd name="connsiteY408" fmla="*/ 2338658 h 6857999"/>
              <a:gd name="connsiteX409" fmla="*/ 3111169 w 4724400"/>
              <a:gd name="connsiteY409" fmla="*/ 1962963 h 6857999"/>
              <a:gd name="connsiteX410" fmla="*/ 2050698 w 4724400"/>
              <a:gd name="connsiteY410" fmla="*/ 1338235 h 6857999"/>
              <a:gd name="connsiteX411" fmla="*/ 2370409 w 4724400"/>
              <a:gd name="connsiteY411" fmla="*/ 2272553 h 6857999"/>
              <a:gd name="connsiteX412" fmla="*/ 2338306 w 4724400"/>
              <a:gd name="connsiteY412" fmla="*/ 2159819 h 6857999"/>
              <a:gd name="connsiteX413" fmla="*/ 2334023 w 4724400"/>
              <a:gd name="connsiteY413" fmla="*/ 2142555 h 6857999"/>
              <a:gd name="connsiteX414" fmla="*/ 2161071 w 4724400"/>
              <a:gd name="connsiteY414" fmla="*/ 1617375 h 6857999"/>
              <a:gd name="connsiteX415" fmla="*/ 2130699 w 4724400"/>
              <a:gd name="connsiteY415" fmla="*/ 1544643 h 6857999"/>
              <a:gd name="connsiteX416" fmla="*/ 2050698 w 4724400"/>
              <a:gd name="connsiteY416" fmla="*/ 1338235 h 6857999"/>
              <a:gd name="connsiteX417" fmla="*/ 2060478 w 4724400"/>
              <a:gd name="connsiteY417" fmla="*/ 1278636 h 6857999"/>
              <a:gd name="connsiteX418" fmla="*/ 2156346 w 4724400"/>
              <a:gd name="connsiteY418" fmla="*/ 1534260 h 6857999"/>
              <a:gd name="connsiteX419" fmla="*/ 2187258 w 4724400"/>
              <a:gd name="connsiteY419" fmla="*/ 1607218 h 6857999"/>
              <a:gd name="connsiteX420" fmla="*/ 2358704 w 4724400"/>
              <a:gd name="connsiteY420" fmla="*/ 2125320 h 6857999"/>
              <a:gd name="connsiteX421" fmla="*/ 2233598 w 4724400"/>
              <a:gd name="connsiteY421" fmla="*/ 1646797 h 6857999"/>
              <a:gd name="connsiteX422" fmla="*/ 2060478 w 4724400"/>
              <a:gd name="connsiteY422" fmla="*/ 1278636 h 6857999"/>
              <a:gd name="connsiteX423" fmla="*/ 1974152 w 4724400"/>
              <a:gd name="connsiteY423" fmla="*/ 1245311 h 6857999"/>
              <a:gd name="connsiteX424" fmla="*/ 1811379 w 4724400"/>
              <a:gd name="connsiteY424" fmla="*/ 1406236 h 6857999"/>
              <a:gd name="connsiteX425" fmla="*/ 1767940 w 4724400"/>
              <a:gd name="connsiteY425" fmla="*/ 1546869 h 6857999"/>
              <a:gd name="connsiteX426" fmla="*/ 1796474 w 4724400"/>
              <a:gd name="connsiteY426" fmla="*/ 1557016 h 6857999"/>
              <a:gd name="connsiteX427" fmla="*/ 1974152 w 4724400"/>
              <a:gd name="connsiteY427" fmla="*/ 1245311 h 6857999"/>
              <a:gd name="connsiteX428" fmla="*/ 4681531 w 4724400"/>
              <a:gd name="connsiteY428" fmla="*/ 959050 h 6857999"/>
              <a:gd name="connsiteX429" fmla="*/ 4638064 w 4724400"/>
              <a:gd name="connsiteY429" fmla="*/ 1006960 h 6857999"/>
              <a:gd name="connsiteX430" fmla="*/ 4415502 w 4724400"/>
              <a:gd name="connsiteY430" fmla="*/ 1184424 h 6857999"/>
              <a:gd name="connsiteX431" fmla="*/ 4197574 w 4724400"/>
              <a:gd name="connsiteY431" fmla="*/ 1317493 h 6857999"/>
              <a:gd name="connsiteX432" fmla="*/ 4122737 w 4724400"/>
              <a:gd name="connsiteY432" fmla="*/ 1348256 h 6857999"/>
              <a:gd name="connsiteX433" fmla="*/ 4024988 w 4724400"/>
              <a:gd name="connsiteY433" fmla="*/ 1390573 h 6857999"/>
              <a:gd name="connsiteX434" fmla="*/ 4421265 w 4724400"/>
              <a:gd name="connsiteY434" fmla="*/ 1220988 h 6857999"/>
              <a:gd name="connsiteX435" fmla="*/ 4681531 w 4724400"/>
              <a:gd name="connsiteY435" fmla="*/ 959050 h 6857999"/>
              <a:gd name="connsiteX436" fmla="*/ 4722484 w 4724400"/>
              <a:gd name="connsiteY436" fmla="*/ 854709 h 6857999"/>
              <a:gd name="connsiteX437" fmla="*/ 4695347 w 4724400"/>
              <a:gd name="connsiteY437" fmla="*/ 879275 h 6857999"/>
              <a:gd name="connsiteX438" fmla="*/ 4253878 w 4724400"/>
              <a:gd name="connsiteY438" fmla="*/ 1216434 h 6857999"/>
              <a:gd name="connsiteX439" fmla="*/ 4213112 w 4724400"/>
              <a:gd name="connsiteY439" fmla="*/ 1239730 h 6857999"/>
              <a:gd name="connsiteX440" fmla="*/ 4037747 w 4724400"/>
              <a:gd name="connsiteY440" fmla="*/ 1352837 h 6857999"/>
              <a:gd name="connsiteX441" fmla="*/ 4113362 w 4724400"/>
              <a:gd name="connsiteY441" fmla="*/ 1321759 h 6857999"/>
              <a:gd name="connsiteX442" fmla="*/ 4186634 w 4724400"/>
              <a:gd name="connsiteY442" fmla="*/ 1291618 h 6857999"/>
              <a:gd name="connsiteX443" fmla="*/ 4399674 w 4724400"/>
              <a:gd name="connsiteY443" fmla="*/ 1160983 h 6857999"/>
              <a:gd name="connsiteX444" fmla="*/ 4618435 w 4724400"/>
              <a:gd name="connsiteY444" fmla="*/ 986418 h 6857999"/>
              <a:gd name="connsiteX445" fmla="*/ 4722484 w 4724400"/>
              <a:gd name="connsiteY445" fmla="*/ 854709 h 6857999"/>
              <a:gd name="connsiteX446" fmla="*/ 1456504 w 4724400"/>
              <a:gd name="connsiteY446" fmla="*/ 777000 h 6857999"/>
              <a:gd name="connsiteX447" fmla="*/ 1454399 w 4724400"/>
              <a:gd name="connsiteY447" fmla="*/ 794136 h 6857999"/>
              <a:gd name="connsiteX448" fmla="*/ 1448466 w 4724400"/>
              <a:gd name="connsiteY448" fmla="*/ 843129 h 6857999"/>
              <a:gd name="connsiteX449" fmla="*/ 1442252 w 4724400"/>
              <a:gd name="connsiteY449" fmla="*/ 1005313 h 6857999"/>
              <a:gd name="connsiteX450" fmla="*/ 1469382 w 4724400"/>
              <a:gd name="connsiteY450" fmla="*/ 1614896 h 6857999"/>
              <a:gd name="connsiteX451" fmla="*/ 1472106 w 4724400"/>
              <a:gd name="connsiteY451" fmla="*/ 1632791 h 6857999"/>
              <a:gd name="connsiteX452" fmla="*/ 1479091 w 4724400"/>
              <a:gd name="connsiteY452" fmla="*/ 1680170 h 6857999"/>
              <a:gd name="connsiteX453" fmla="*/ 1480043 w 4724400"/>
              <a:gd name="connsiteY453" fmla="*/ 1649028 h 6857999"/>
              <a:gd name="connsiteX454" fmla="*/ 1464087 w 4724400"/>
              <a:gd name="connsiteY454" fmla="*/ 871628 h 6857999"/>
              <a:gd name="connsiteX455" fmla="*/ 1462204 w 4724400"/>
              <a:gd name="connsiteY455" fmla="*/ 850229 h 6857999"/>
              <a:gd name="connsiteX456" fmla="*/ 1456504 w 4724400"/>
              <a:gd name="connsiteY456" fmla="*/ 777000 h 6857999"/>
              <a:gd name="connsiteX457" fmla="*/ 1483619 w 4724400"/>
              <a:gd name="connsiteY457" fmla="*/ 764662 h 6857999"/>
              <a:gd name="connsiteX458" fmla="*/ 1489670 w 4724400"/>
              <a:gd name="connsiteY458" fmla="*/ 847698 h 6857999"/>
              <a:gd name="connsiteX459" fmla="*/ 1491553 w 4724400"/>
              <a:gd name="connsiteY459" fmla="*/ 869097 h 6857999"/>
              <a:gd name="connsiteX460" fmla="*/ 1508481 w 4724400"/>
              <a:gd name="connsiteY460" fmla="*/ 1619865 h 6857999"/>
              <a:gd name="connsiteX461" fmla="*/ 1483619 w 4724400"/>
              <a:gd name="connsiteY461" fmla="*/ 764662 h 6857999"/>
              <a:gd name="connsiteX462" fmla="*/ 1430481 w 4724400"/>
              <a:gd name="connsiteY462" fmla="*/ 630137 h 6857999"/>
              <a:gd name="connsiteX463" fmla="*/ 1442495 w 4724400"/>
              <a:gd name="connsiteY463" fmla="*/ 1626691 h 6857999"/>
              <a:gd name="connsiteX464" fmla="*/ 1441222 w 4724400"/>
              <a:gd name="connsiteY464" fmla="*/ 1619067 h 6857999"/>
              <a:gd name="connsiteX465" fmla="*/ 1414069 w 4724400"/>
              <a:gd name="connsiteY465" fmla="*/ 1004967 h 6857999"/>
              <a:gd name="connsiteX466" fmla="*/ 1420665 w 4724400"/>
              <a:gd name="connsiteY466" fmla="*/ 840369 h 6857999"/>
              <a:gd name="connsiteX467" fmla="*/ 1426829 w 4724400"/>
              <a:gd name="connsiteY467" fmla="*/ 790831 h 6857999"/>
              <a:gd name="connsiteX468" fmla="*/ 1430481 w 4724400"/>
              <a:gd name="connsiteY468" fmla="*/ 630137 h 6857999"/>
              <a:gd name="connsiteX469" fmla="*/ 4023796 w 4724400"/>
              <a:gd name="connsiteY469" fmla="*/ 623931 h 6857999"/>
              <a:gd name="connsiteX470" fmla="*/ 3945729 w 4724400"/>
              <a:gd name="connsiteY470" fmla="*/ 662344 h 6857999"/>
              <a:gd name="connsiteX471" fmla="*/ 3498947 w 4724400"/>
              <a:gd name="connsiteY471" fmla="*/ 818916 h 6857999"/>
              <a:gd name="connsiteX472" fmla="*/ 3031283 w 4724400"/>
              <a:gd name="connsiteY472" fmla="*/ 1111507 h 6857999"/>
              <a:gd name="connsiteX473" fmla="*/ 3203692 w 4724400"/>
              <a:gd name="connsiteY473" fmla="*/ 1035777 h 6857999"/>
              <a:gd name="connsiteX474" fmla="*/ 3218294 w 4724400"/>
              <a:gd name="connsiteY474" fmla="*/ 1027151 h 6857999"/>
              <a:gd name="connsiteX475" fmla="*/ 3636737 w 4724400"/>
              <a:gd name="connsiteY475" fmla="*/ 817377 h 6857999"/>
              <a:gd name="connsiteX476" fmla="*/ 4023796 w 4724400"/>
              <a:gd name="connsiteY476" fmla="*/ 623931 h 6857999"/>
              <a:gd name="connsiteX477" fmla="*/ 3311704 w 4724400"/>
              <a:gd name="connsiteY477" fmla="*/ 584486 h 6857999"/>
              <a:gd name="connsiteX478" fmla="*/ 3190778 w 4724400"/>
              <a:gd name="connsiteY478" fmla="*/ 772788 h 6857999"/>
              <a:gd name="connsiteX479" fmla="*/ 3007981 w 4724400"/>
              <a:gd name="connsiteY479" fmla="*/ 1070739 h 6857999"/>
              <a:gd name="connsiteX480" fmla="*/ 3267578 w 4724400"/>
              <a:gd name="connsiteY480" fmla="*/ 693281 h 6857999"/>
              <a:gd name="connsiteX481" fmla="*/ 2664888 w 4724400"/>
              <a:gd name="connsiteY481" fmla="*/ 518596 h 6857999"/>
              <a:gd name="connsiteX482" fmla="*/ 2411865 w 4724400"/>
              <a:gd name="connsiteY482" fmla="*/ 567273 h 6857999"/>
              <a:gd name="connsiteX483" fmla="*/ 1896643 w 4724400"/>
              <a:gd name="connsiteY483" fmla="*/ 809468 h 6857999"/>
              <a:gd name="connsiteX484" fmla="*/ 1899055 w 4724400"/>
              <a:gd name="connsiteY484" fmla="*/ 809848 h 6857999"/>
              <a:gd name="connsiteX485" fmla="*/ 2446633 w 4724400"/>
              <a:gd name="connsiteY485" fmla="*/ 596159 h 6857999"/>
              <a:gd name="connsiteX486" fmla="*/ 2796924 w 4724400"/>
              <a:gd name="connsiteY486" fmla="*/ 501747 h 6857999"/>
              <a:gd name="connsiteX487" fmla="*/ 2455237 w 4724400"/>
              <a:gd name="connsiteY487" fmla="*/ 622979 h 6857999"/>
              <a:gd name="connsiteX488" fmla="*/ 1949308 w 4724400"/>
              <a:gd name="connsiteY488" fmla="*/ 818889 h 6857999"/>
              <a:gd name="connsiteX489" fmla="*/ 1950634 w 4724400"/>
              <a:gd name="connsiteY489" fmla="*/ 818810 h 6857999"/>
              <a:gd name="connsiteX490" fmla="*/ 2796924 w 4724400"/>
              <a:gd name="connsiteY490" fmla="*/ 501747 h 6857999"/>
              <a:gd name="connsiteX491" fmla="*/ 3335099 w 4724400"/>
              <a:gd name="connsiteY491" fmla="*/ 488163 h 6857999"/>
              <a:gd name="connsiteX492" fmla="*/ 3151139 w 4724400"/>
              <a:gd name="connsiteY492" fmla="*/ 734118 h 6857999"/>
              <a:gd name="connsiteX493" fmla="*/ 3136980 w 4724400"/>
              <a:gd name="connsiteY493" fmla="*/ 753877 h 6857999"/>
              <a:gd name="connsiteX494" fmla="*/ 3062043 w 4724400"/>
              <a:gd name="connsiteY494" fmla="*/ 867004 h 6857999"/>
              <a:gd name="connsiteX495" fmla="*/ 2994594 w 4724400"/>
              <a:gd name="connsiteY495" fmla="*/ 1035452 h 6857999"/>
              <a:gd name="connsiteX496" fmla="*/ 3167517 w 4724400"/>
              <a:gd name="connsiteY496" fmla="*/ 757788 h 6857999"/>
              <a:gd name="connsiteX497" fmla="*/ 3335099 w 4724400"/>
              <a:gd name="connsiteY497" fmla="*/ 488163 h 6857999"/>
              <a:gd name="connsiteX498" fmla="*/ 2891507 w 4724400"/>
              <a:gd name="connsiteY498" fmla="*/ 485136 h 6857999"/>
              <a:gd name="connsiteX499" fmla="*/ 2047508 w 4724400"/>
              <a:gd name="connsiteY499" fmla="*/ 825701 h 6857999"/>
              <a:gd name="connsiteX500" fmla="*/ 2891507 w 4724400"/>
              <a:gd name="connsiteY500" fmla="*/ 485136 h 6857999"/>
              <a:gd name="connsiteX501" fmla="*/ 4418489 w 4724400"/>
              <a:gd name="connsiteY501" fmla="*/ 483936 h 6857999"/>
              <a:gd name="connsiteX502" fmla="*/ 4155290 w 4724400"/>
              <a:gd name="connsiteY502" fmla="*/ 661575 h 6857999"/>
              <a:gd name="connsiteX503" fmla="*/ 3571040 w 4724400"/>
              <a:gd name="connsiteY503" fmla="*/ 996875 h 6857999"/>
              <a:gd name="connsiteX504" fmla="*/ 3093710 w 4724400"/>
              <a:gd name="connsiteY504" fmla="*/ 1145020 h 6857999"/>
              <a:gd name="connsiteX505" fmla="*/ 3207527 w 4724400"/>
              <a:gd name="connsiteY505" fmla="*/ 1163586 h 6857999"/>
              <a:gd name="connsiteX506" fmla="*/ 3652751 w 4724400"/>
              <a:gd name="connsiteY506" fmla="*/ 990907 h 6857999"/>
              <a:gd name="connsiteX507" fmla="*/ 4180906 w 4724400"/>
              <a:gd name="connsiteY507" fmla="*/ 680145 h 6857999"/>
              <a:gd name="connsiteX508" fmla="*/ 4418489 w 4724400"/>
              <a:gd name="connsiteY508" fmla="*/ 483936 h 6857999"/>
              <a:gd name="connsiteX509" fmla="*/ 3316944 w 4724400"/>
              <a:gd name="connsiteY509" fmla="*/ 465669 h 6857999"/>
              <a:gd name="connsiteX510" fmla="*/ 2958819 w 4724400"/>
              <a:gd name="connsiteY510" fmla="*/ 1062158 h 6857999"/>
              <a:gd name="connsiteX511" fmla="*/ 3004132 w 4724400"/>
              <a:gd name="connsiteY511" fmla="*/ 921679 h 6857999"/>
              <a:gd name="connsiteX512" fmla="*/ 3037224 w 4724400"/>
              <a:gd name="connsiteY512" fmla="*/ 852631 h 6857999"/>
              <a:gd name="connsiteX513" fmla="*/ 3114637 w 4724400"/>
              <a:gd name="connsiteY513" fmla="*/ 736692 h 6857999"/>
              <a:gd name="connsiteX514" fmla="*/ 3128801 w 4724400"/>
              <a:gd name="connsiteY514" fmla="*/ 716935 h 6857999"/>
              <a:gd name="connsiteX515" fmla="*/ 3316944 w 4724400"/>
              <a:gd name="connsiteY515" fmla="*/ 465669 h 6857999"/>
              <a:gd name="connsiteX516" fmla="*/ 4448894 w 4724400"/>
              <a:gd name="connsiteY516" fmla="*/ 422768 h 6857999"/>
              <a:gd name="connsiteX517" fmla="*/ 4235585 w 4724400"/>
              <a:gd name="connsiteY517" fmla="*/ 528178 h 6857999"/>
              <a:gd name="connsiteX518" fmla="*/ 4213155 w 4724400"/>
              <a:gd name="connsiteY518" fmla="*/ 543149 h 6857999"/>
              <a:gd name="connsiteX519" fmla="*/ 3649218 w 4724400"/>
              <a:gd name="connsiteY519" fmla="*/ 842623 h 6857999"/>
              <a:gd name="connsiteX520" fmla="*/ 3232564 w 4724400"/>
              <a:gd name="connsiteY520" fmla="*/ 1051220 h 6857999"/>
              <a:gd name="connsiteX521" fmla="*/ 3217970 w 4724400"/>
              <a:gd name="connsiteY521" fmla="*/ 1059849 h 6857999"/>
              <a:gd name="connsiteX522" fmla="*/ 3116688 w 4724400"/>
              <a:gd name="connsiteY522" fmla="*/ 1113543 h 6857999"/>
              <a:gd name="connsiteX523" fmla="*/ 3559098 w 4724400"/>
              <a:gd name="connsiteY523" fmla="*/ 971858 h 6857999"/>
              <a:gd name="connsiteX524" fmla="*/ 4140004 w 4724400"/>
              <a:gd name="connsiteY524" fmla="*/ 638368 h 6857999"/>
              <a:gd name="connsiteX525" fmla="*/ 4451852 w 4724400"/>
              <a:gd name="connsiteY525" fmla="*/ 423380 h 6857999"/>
              <a:gd name="connsiteX526" fmla="*/ 4448894 w 4724400"/>
              <a:gd name="connsiteY526" fmla="*/ 422768 h 6857999"/>
              <a:gd name="connsiteX527" fmla="*/ 680568 w 4724400"/>
              <a:gd name="connsiteY527" fmla="*/ 416949 h 6857999"/>
              <a:gd name="connsiteX528" fmla="*/ 394452 w 4724400"/>
              <a:gd name="connsiteY528" fmla="*/ 694330 h 6857999"/>
              <a:gd name="connsiteX529" fmla="*/ 340402 w 4724400"/>
              <a:gd name="connsiteY529" fmla="*/ 759654 h 6857999"/>
              <a:gd name="connsiteX530" fmla="*/ 827699 w 4724400"/>
              <a:gd name="connsiteY530" fmla="*/ 416143 h 6857999"/>
              <a:gd name="connsiteX531" fmla="*/ 841524 w 4724400"/>
              <a:gd name="connsiteY531" fmla="*/ 534021 h 6857999"/>
              <a:gd name="connsiteX532" fmla="*/ 825554 w 4724400"/>
              <a:gd name="connsiteY532" fmla="*/ 672115 h 6857999"/>
              <a:gd name="connsiteX533" fmla="*/ 811499 w 4724400"/>
              <a:gd name="connsiteY533" fmla="*/ 769176 h 6857999"/>
              <a:gd name="connsiteX534" fmla="*/ 841586 w 4724400"/>
              <a:gd name="connsiteY534" fmla="*/ 1060039 h 6857999"/>
              <a:gd name="connsiteX535" fmla="*/ 942912 w 4724400"/>
              <a:gd name="connsiteY535" fmla="*/ 1511108 h 6857999"/>
              <a:gd name="connsiteX536" fmla="*/ 884057 w 4724400"/>
              <a:gd name="connsiteY536" fmla="*/ 521768 h 6857999"/>
              <a:gd name="connsiteX537" fmla="*/ 827699 w 4724400"/>
              <a:gd name="connsiteY537" fmla="*/ 416143 h 6857999"/>
              <a:gd name="connsiteX538" fmla="*/ 798883 w 4724400"/>
              <a:gd name="connsiteY538" fmla="*/ 414244 h 6857999"/>
              <a:gd name="connsiteX539" fmla="*/ 875825 w 4724400"/>
              <a:gd name="connsiteY539" fmla="*/ 1357811 h 6857999"/>
              <a:gd name="connsiteX540" fmla="*/ 814514 w 4724400"/>
              <a:gd name="connsiteY540" fmla="*/ 1064671 h 6857999"/>
              <a:gd name="connsiteX541" fmla="*/ 783698 w 4724400"/>
              <a:gd name="connsiteY541" fmla="*/ 766414 h 6857999"/>
              <a:gd name="connsiteX542" fmla="*/ 798129 w 4724400"/>
              <a:gd name="connsiteY542" fmla="*/ 666939 h 6857999"/>
              <a:gd name="connsiteX543" fmla="*/ 813894 w 4724400"/>
              <a:gd name="connsiteY543" fmla="*/ 533909 h 6857999"/>
              <a:gd name="connsiteX544" fmla="*/ 798883 w 4724400"/>
              <a:gd name="connsiteY544" fmla="*/ 414244 h 6857999"/>
              <a:gd name="connsiteX545" fmla="*/ 673202 w 4724400"/>
              <a:gd name="connsiteY545" fmla="*/ 388720 h 6857999"/>
              <a:gd name="connsiteX546" fmla="*/ 392779 w 4724400"/>
              <a:gd name="connsiteY546" fmla="*/ 596411 h 6857999"/>
              <a:gd name="connsiteX547" fmla="*/ 270088 w 4724400"/>
              <a:gd name="connsiteY547" fmla="*/ 790400 h 6857999"/>
              <a:gd name="connsiteX548" fmla="*/ 259285 w 4724400"/>
              <a:gd name="connsiteY548" fmla="*/ 812869 h 6857999"/>
              <a:gd name="connsiteX549" fmla="*/ 372890 w 4724400"/>
              <a:gd name="connsiteY549" fmla="*/ 676832 h 6857999"/>
              <a:gd name="connsiteX550" fmla="*/ 673202 w 4724400"/>
              <a:gd name="connsiteY550" fmla="*/ 388720 h 6857999"/>
              <a:gd name="connsiteX551" fmla="*/ 1628210 w 4724400"/>
              <a:gd name="connsiteY551" fmla="*/ 0 h 6857999"/>
              <a:gd name="connsiteX552" fmla="*/ 1748399 w 4724400"/>
              <a:gd name="connsiteY552" fmla="*/ 0 h 6857999"/>
              <a:gd name="connsiteX553" fmla="*/ 1783391 w 4724400"/>
              <a:gd name="connsiteY553" fmla="*/ 17650 h 6857999"/>
              <a:gd name="connsiteX554" fmla="*/ 2084193 w 4724400"/>
              <a:gd name="connsiteY554" fmla="*/ 69947 h 6857999"/>
              <a:gd name="connsiteX555" fmla="*/ 2744101 w 4724400"/>
              <a:gd name="connsiteY555" fmla="*/ 15192 h 6857999"/>
              <a:gd name="connsiteX556" fmla="*/ 2197414 w 4724400"/>
              <a:gd name="connsiteY556" fmla="*/ 41266 h 6857999"/>
              <a:gd name="connsiteX557" fmla="*/ 1914967 w 4724400"/>
              <a:gd name="connsiteY557" fmla="*/ 18583 h 6857999"/>
              <a:gd name="connsiteX558" fmla="*/ 1815559 w 4724400"/>
              <a:gd name="connsiteY558" fmla="*/ 0 h 6857999"/>
              <a:gd name="connsiteX559" fmla="*/ 2001666 w 4724400"/>
              <a:gd name="connsiteY559" fmla="*/ 0 h 6857999"/>
              <a:gd name="connsiteX560" fmla="*/ 2036517 w 4724400"/>
              <a:gd name="connsiteY560" fmla="*/ 4274 h 6857999"/>
              <a:gd name="connsiteX561" fmla="*/ 2199623 w 4724400"/>
              <a:gd name="connsiteY561" fmla="*/ 13232 h 6857999"/>
              <a:gd name="connsiteX562" fmla="*/ 2420103 w 4724400"/>
              <a:gd name="connsiteY562" fmla="*/ 12601 h 6857999"/>
              <a:gd name="connsiteX563" fmla="*/ 2621330 w 4724400"/>
              <a:gd name="connsiteY563" fmla="*/ 0 h 6857999"/>
              <a:gd name="connsiteX564" fmla="*/ 3076571 w 4724400"/>
              <a:gd name="connsiteY564" fmla="*/ 0 h 6857999"/>
              <a:gd name="connsiteX565" fmla="*/ 2924796 w 4724400"/>
              <a:gd name="connsiteY565" fmla="*/ 36772 h 6857999"/>
              <a:gd name="connsiteX566" fmla="*/ 1946203 w 4724400"/>
              <a:gd name="connsiteY566" fmla="*/ 131277 h 6857999"/>
              <a:gd name="connsiteX567" fmla="*/ 1707026 w 4724400"/>
              <a:gd name="connsiteY567" fmla="*/ 44983 h 6857999"/>
              <a:gd name="connsiteX568" fmla="*/ 1007398 w 4724400"/>
              <a:gd name="connsiteY568" fmla="*/ 0 h 6857999"/>
              <a:gd name="connsiteX569" fmla="*/ 1105902 w 4724400"/>
              <a:gd name="connsiteY569" fmla="*/ 0 h 6857999"/>
              <a:gd name="connsiteX570" fmla="*/ 1191939 w 4724400"/>
              <a:gd name="connsiteY570" fmla="*/ 117664 h 6857999"/>
              <a:gd name="connsiteX571" fmla="*/ 1780907 w 4724400"/>
              <a:gd name="connsiteY571" fmla="*/ 743734 h 6857999"/>
              <a:gd name="connsiteX572" fmla="*/ 1841857 w 4724400"/>
              <a:gd name="connsiteY572" fmla="*/ 795932 h 6857999"/>
              <a:gd name="connsiteX573" fmla="*/ 2317896 w 4724400"/>
              <a:gd name="connsiteY573" fmla="*/ 530713 h 6857999"/>
              <a:gd name="connsiteX574" fmla="*/ 3015228 w 4724400"/>
              <a:gd name="connsiteY574" fmla="*/ 399738 h 6857999"/>
              <a:gd name="connsiteX575" fmla="*/ 3000782 w 4724400"/>
              <a:gd name="connsiteY575" fmla="*/ 461219 h 6857999"/>
              <a:gd name="connsiteX576" fmla="*/ 1963190 w 4724400"/>
              <a:gd name="connsiteY576" fmla="*/ 895589 h 6857999"/>
              <a:gd name="connsiteX577" fmla="*/ 2552180 w 4724400"/>
              <a:gd name="connsiteY577" fmla="*/ 1298815 h 6857999"/>
              <a:gd name="connsiteX578" fmla="*/ 2904618 w 4724400"/>
              <a:gd name="connsiteY578" fmla="*/ 1146081 h 6857999"/>
              <a:gd name="connsiteX579" fmla="*/ 3428829 w 4724400"/>
              <a:gd name="connsiteY579" fmla="*/ 310883 h 6857999"/>
              <a:gd name="connsiteX580" fmla="*/ 3452135 w 4724400"/>
              <a:gd name="connsiteY580" fmla="*/ 318176 h 6857999"/>
              <a:gd name="connsiteX581" fmla="*/ 3169464 w 4724400"/>
              <a:gd name="connsiteY581" fmla="*/ 935661 h 6857999"/>
              <a:gd name="connsiteX582" fmla="*/ 3049395 w 4724400"/>
              <a:gd name="connsiteY582" fmla="*/ 1070245 h 6857999"/>
              <a:gd name="connsiteX583" fmla="*/ 3401235 w 4724400"/>
              <a:gd name="connsiteY583" fmla="*/ 815534 h 6857999"/>
              <a:gd name="connsiteX584" fmla="*/ 4236947 w 4724400"/>
              <a:gd name="connsiteY584" fmla="*/ 465665 h 6857999"/>
              <a:gd name="connsiteX585" fmla="*/ 4565962 w 4724400"/>
              <a:gd name="connsiteY585" fmla="*/ 350012 h 6857999"/>
              <a:gd name="connsiteX586" fmla="*/ 4557937 w 4724400"/>
              <a:gd name="connsiteY586" fmla="*/ 382666 h 6857999"/>
              <a:gd name="connsiteX587" fmla="*/ 3621049 w 4724400"/>
              <a:gd name="connsiteY587" fmla="*/ 1056676 h 6857999"/>
              <a:gd name="connsiteX588" fmla="*/ 3094000 w 4724400"/>
              <a:gd name="connsiteY588" fmla="*/ 1229477 h 6857999"/>
              <a:gd name="connsiteX589" fmla="*/ 2813197 w 4724400"/>
              <a:gd name="connsiteY589" fmla="*/ 1263181 h 6857999"/>
              <a:gd name="connsiteX590" fmla="*/ 2615776 w 4724400"/>
              <a:gd name="connsiteY590" fmla="*/ 1334114 h 6857999"/>
              <a:gd name="connsiteX591" fmla="*/ 3364982 w 4724400"/>
              <a:gd name="connsiteY591" fmla="*/ 1687356 h 6857999"/>
              <a:gd name="connsiteX592" fmla="*/ 3371663 w 4724400"/>
              <a:gd name="connsiteY592" fmla="*/ 1683743 h 6857999"/>
              <a:gd name="connsiteX593" fmla="*/ 3883310 w 4724400"/>
              <a:gd name="connsiteY593" fmla="*/ 1443899 h 6857999"/>
              <a:gd name="connsiteX594" fmla="*/ 3892746 w 4724400"/>
              <a:gd name="connsiteY594" fmla="*/ 1429225 h 6857999"/>
              <a:gd name="connsiteX595" fmla="*/ 4699980 w 4724400"/>
              <a:gd name="connsiteY595" fmla="*/ 789523 h 6857999"/>
              <a:gd name="connsiteX596" fmla="*/ 4724400 w 4724400"/>
              <a:gd name="connsiteY596" fmla="*/ 769876 h 6857999"/>
              <a:gd name="connsiteX597" fmla="*/ 4724400 w 4724400"/>
              <a:gd name="connsiteY597" fmla="*/ 802845 h 6857999"/>
              <a:gd name="connsiteX598" fmla="*/ 4705958 w 4724400"/>
              <a:gd name="connsiteY598" fmla="*/ 821317 h 6857999"/>
              <a:gd name="connsiteX599" fmla="*/ 4649798 w 4724400"/>
              <a:gd name="connsiteY599" fmla="*/ 877374 h 6857999"/>
              <a:gd name="connsiteX600" fmla="*/ 4005326 w 4724400"/>
              <a:gd name="connsiteY600" fmla="*/ 1344259 h 6857999"/>
              <a:gd name="connsiteX601" fmla="*/ 4199378 w 4724400"/>
              <a:gd name="connsiteY601" fmla="*/ 1215889 h 6857999"/>
              <a:gd name="connsiteX602" fmla="*/ 4239600 w 4724400"/>
              <a:gd name="connsiteY602" fmla="*/ 1192361 h 6857999"/>
              <a:gd name="connsiteX603" fmla="*/ 4677037 w 4724400"/>
              <a:gd name="connsiteY603" fmla="*/ 858646 h 6857999"/>
              <a:gd name="connsiteX604" fmla="*/ 4724400 w 4724400"/>
              <a:gd name="connsiteY604" fmla="*/ 810414 h 6857999"/>
              <a:gd name="connsiteX605" fmla="*/ 4724400 w 4724400"/>
              <a:gd name="connsiteY605" fmla="*/ 916439 h 6857999"/>
              <a:gd name="connsiteX606" fmla="*/ 4683030 w 4724400"/>
              <a:gd name="connsiteY606" fmla="*/ 982925 h 6857999"/>
              <a:gd name="connsiteX607" fmla="*/ 3921884 w 4724400"/>
              <a:gd name="connsiteY607" fmla="*/ 1469889 h 6857999"/>
              <a:gd name="connsiteX608" fmla="*/ 3456136 w 4724400"/>
              <a:gd name="connsiteY608" fmla="*/ 1721439 h 6857999"/>
              <a:gd name="connsiteX609" fmla="*/ 3624313 w 4724400"/>
              <a:gd name="connsiteY609" fmla="*/ 1780406 h 6857999"/>
              <a:gd name="connsiteX610" fmla="*/ 4303638 w 4724400"/>
              <a:gd name="connsiteY610" fmla="*/ 1944400 h 6857999"/>
              <a:gd name="connsiteX611" fmla="*/ 4315566 w 4724400"/>
              <a:gd name="connsiteY611" fmla="*/ 1931422 h 6857999"/>
              <a:gd name="connsiteX612" fmla="*/ 4664388 w 4724400"/>
              <a:gd name="connsiteY612" fmla="*/ 1574357 h 6857999"/>
              <a:gd name="connsiteX613" fmla="*/ 4724400 w 4724400"/>
              <a:gd name="connsiteY613" fmla="*/ 1537429 h 6857999"/>
              <a:gd name="connsiteX614" fmla="*/ 4724400 w 4724400"/>
              <a:gd name="connsiteY614" fmla="*/ 1589108 h 6857999"/>
              <a:gd name="connsiteX615" fmla="*/ 4644505 w 4724400"/>
              <a:gd name="connsiteY615" fmla="*/ 1640352 h 6857999"/>
              <a:gd name="connsiteX616" fmla="*/ 4381603 w 4724400"/>
              <a:gd name="connsiteY616" fmla="*/ 1900149 h 6857999"/>
              <a:gd name="connsiteX617" fmla="*/ 4478726 w 4724400"/>
              <a:gd name="connsiteY617" fmla="*/ 1822808 h 6857999"/>
              <a:gd name="connsiteX618" fmla="*/ 4588263 w 4724400"/>
              <a:gd name="connsiteY618" fmla="*/ 1735914 h 6857999"/>
              <a:gd name="connsiteX619" fmla="*/ 4683216 w 4724400"/>
              <a:gd name="connsiteY619" fmla="*/ 1678902 h 6857999"/>
              <a:gd name="connsiteX620" fmla="*/ 4724400 w 4724400"/>
              <a:gd name="connsiteY620" fmla="*/ 1655121 h 6857999"/>
              <a:gd name="connsiteX621" fmla="*/ 4724400 w 4724400"/>
              <a:gd name="connsiteY621" fmla="*/ 1686869 h 6857999"/>
              <a:gd name="connsiteX622" fmla="*/ 4696172 w 4724400"/>
              <a:gd name="connsiteY622" fmla="*/ 1703058 h 6857999"/>
              <a:gd name="connsiteX623" fmla="*/ 4602997 w 4724400"/>
              <a:gd name="connsiteY623" fmla="*/ 1758893 h 6857999"/>
              <a:gd name="connsiteX624" fmla="*/ 4496021 w 4724400"/>
              <a:gd name="connsiteY624" fmla="*/ 1844299 h 6857999"/>
              <a:gd name="connsiteX625" fmla="*/ 4419004 w 4724400"/>
              <a:gd name="connsiteY625" fmla="*/ 1907617 h 6857999"/>
              <a:gd name="connsiteX626" fmla="*/ 4685975 w 4724400"/>
              <a:gd name="connsiteY626" fmla="*/ 1786372 h 6857999"/>
              <a:gd name="connsiteX627" fmla="*/ 4724400 w 4724400"/>
              <a:gd name="connsiteY627" fmla="*/ 1759693 h 6857999"/>
              <a:gd name="connsiteX628" fmla="*/ 4724400 w 4724400"/>
              <a:gd name="connsiteY628" fmla="*/ 1809459 h 6857999"/>
              <a:gd name="connsiteX629" fmla="*/ 4653762 w 4724400"/>
              <a:gd name="connsiteY629" fmla="*/ 1857561 h 6857999"/>
              <a:gd name="connsiteX630" fmla="*/ 4428349 w 4724400"/>
              <a:gd name="connsiteY630" fmla="*/ 1963079 h 6857999"/>
              <a:gd name="connsiteX631" fmla="*/ 4724400 w 4724400"/>
              <a:gd name="connsiteY631" fmla="*/ 1990579 h 6857999"/>
              <a:gd name="connsiteX632" fmla="*/ 4724400 w 4724400"/>
              <a:gd name="connsiteY632" fmla="*/ 2065582 h 6857999"/>
              <a:gd name="connsiteX633" fmla="*/ 4686318 w 4724400"/>
              <a:gd name="connsiteY633" fmla="*/ 2063926 h 6857999"/>
              <a:gd name="connsiteX634" fmla="*/ 4724400 w 4724400"/>
              <a:gd name="connsiteY634" fmla="*/ 2085104 h 6857999"/>
              <a:gd name="connsiteX635" fmla="*/ 4724400 w 4724400"/>
              <a:gd name="connsiteY635" fmla="*/ 2178471 h 6857999"/>
              <a:gd name="connsiteX636" fmla="*/ 4617755 w 4724400"/>
              <a:gd name="connsiteY636" fmla="*/ 2122457 h 6857999"/>
              <a:gd name="connsiteX637" fmla="*/ 4724400 w 4724400"/>
              <a:gd name="connsiteY637" fmla="*/ 2196158 h 6857999"/>
              <a:gd name="connsiteX638" fmla="*/ 4724400 w 4724400"/>
              <a:gd name="connsiteY638" fmla="*/ 2230374 h 6857999"/>
              <a:gd name="connsiteX639" fmla="*/ 4573637 w 4724400"/>
              <a:gd name="connsiteY639" fmla="*/ 2126309 h 6857999"/>
              <a:gd name="connsiteX640" fmla="*/ 4706850 w 4724400"/>
              <a:gd name="connsiteY640" fmla="*/ 2262541 h 6857999"/>
              <a:gd name="connsiteX641" fmla="*/ 4724400 w 4724400"/>
              <a:gd name="connsiteY641" fmla="*/ 2275857 h 6857999"/>
              <a:gd name="connsiteX642" fmla="*/ 4724400 w 4724400"/>
              <a:gd name="connsiteY642" fmla="*/ 2377131 h 6857999"/>
              <a:gd name="connsiteX643" fmla="*/ 4688201 w 4724400"/>
              <a:gd name="connsiteY643" fmla="*/ 2349925 h 6857999"/>
              <a:gd name="connsiteX644" fmla="*/ 4462564 w 4724400"/>
              <a:gd name="connsiteY644" fmla="*/ 2041945 h 6857999"/>
              <a:gd name="connsiteX645" fmla="*/ 4094167 w 4724400"/>
              <a:gd name="connsiteY645" fmla="*/ 1984479 h 6857999"/>
              <a:gd name="connsiteX646" fmla="*/ 4520397 w 4724400"/>
              <a:gd name="connsiteY646" fmla="*/ 3153822 h 6857999"/>
              <a:gd name="connsiteX647" fmla="*/ 4458958 w 4724400"/>
              <a:gd name="connsiteY647" fmla="*/ 3203134 h 6857999"/>
              <a:gd name="connsiteX648" fmla="*/ 3972830 w 4724400"/>
              <a:gd name="connsiteY648" fmla="*/ 1973028 h 6857999"/>
              <a:gd name="connsiteX649" fmla="*/ 3979154 w 4724400"/>
              <a:gd name="connsiteY649" fmla="*/ 1959605 h 6857999"/>
              <a:gd name="connsiteX650" fmla="*/ 3583051 w 4724400"/>
              <a:gd name="connsiteY650" fmla="*/ 1850495 h 6857999"/>
              <a:gd name="connsiteX651" fmla="*/ 2922360 w 4724400"/>
              <a:gd name="connsiteY651" fmla="*/ 1586232 h 6857999"/>
              <a:gd name="connsiteX652" fmla="*/ 3033099 w 4724400"/>
              <a:gd name="connsiteY652" fmla="*/ 1913175 h 6857999"/>
              <a:gd name="connsiteX653" fmla="*/ 3040214 w 4724400"/>
              <a:gd name="connsiteY653" fmla="*/ 1920694 h 6857999"/>
              <a:gd name="connsiteX654" fmla="*/ 3051308 w 4724400"/>
              <a:gd name="connsiteY654" fmla="*/ 1911226 h 6857999"/>
              <a:gd name="connsiteX655" fmla="*/ 3791335 w 4724400"/>
              <a:gd name="connsiteY655" fmla="*/ 2442781 h 6857999"/>
              <a:gd name="connsiteX656" fmla="*/ 3744063 w 4724400"/>
              <a:gd name="connsiteY656" fmla="*/ 2510325 h 6857999"/>
              <a:gd name="connsiteX657" fmla="*/ 3103695 w 4724400"/>
              <a:gd name="connsiteY657" fmla="*/ 2105302 h 6857999"/>
              <a:gd name="connsiteX658" fmla="*/ 2968137 w 4724400"/>
              <a:gd name="connsiteY658" fmla="*/ 2805672 h 6857999"/>
              <a:gd name="connsiteX659" fmla="*/ 2739231 w 4724400"/>
              <a:gd name="connsiteY659" fmla="*/ 3151701 h 6857999"/>
              <a:gd name="connsiteX660" fmla="*/ 2728882 w 4724400"/>
              <a:gd name="connsiteY660" fmla="*/ 3135084 h 6857999"/>
              <a:gd name="connsiteX661" fmla="*/ 2914282 w 4724400"/>
              <a:gd name="connsiteY661" fmla="*/ 2155807 h 6857999"/>
              <a:gd name="connsiteX662" fmla="*/ 2971660 w 4724400"/>
              <a:gd name="connsiteY662" fmla="*/ 1962486 h 6857999"/>
              <a:gd name="connsiteX663" fmla="*/ 2971809 w 4724400"/>
              <a:gd name="connsiteY663" fmla="*/ 1960615 h 6857999"/>
              <a:gd name="connsiteX664" fmla="*/ 2972315 w 4724400"/>
              <a:gd name="connsiteY664" fmla="*/ 1951821 h 6857999"/>
              <a:gd name="connsiteX665" fmla="*/ 2846641 w 4724400"/>
              <a:gd name="connsiteY665" fmla="*/ 1556749 h 6857999"/>
              <a:gd name="connsiteX666" fmla="*/ 2847461 w 4724400"/>
              <a:gd name="connsiteY666" fmla="*/ 1548729 h 6857999"/>
              <a:gd name="connsiteX667" fmla="*/ 2058558 w 4724400"/>
              <a:gd name="connsiteY667" fmla="*/ 1071804 h 6857999"/>
              <a:gd name="connsiteX668" fmla="*/ 2291089 w 4724400"/>
              <a:gd name="connsiteY668" fmla="*/ 1585512 h 6857999"/>
              <a:gd name="connsiteX669" fmla="*/ 2473792 w 4724400"/>
              <a:gd name="connsiteY669" fmla="*/ 2432858 h 6857999"/>
              <a:gd name="connsiteX670" fmla="*/ 2420124 w 4724400"/>
              <a:gd name="connsiteY670" fmla="*/ 2495762 h 6857999"/>
              <a:gd name="connsiteX671" fmla="*/ 2119846 w 4724400"/>
              <a:gd name="connsiteY671" fmla="*/ 1872898 h 6857999"/>
              <a:gd name="connsiteX672" fmla="*/ 1995210 w 4724400"/>
              <a:gd name="connsiteY672" fmla="*/ 1288346 h 6857999"/>
              <a:gd name="connsiteX673" fmla="*/ 1850975 w 4724400"/>
              <a:gd name="connsiteY673" fmla="*/ 1540820 h 6857999"/>
              <a:gd name="connsiteX674" fmla="*/ 1723490 w 4724400"/>
              <a:gd name="connsiteY674" fmla="*/ 1688355 h 6857999"/>
              <a:gd name="connsiteX675" fmla="*/ 1710157 w 4724400"/>
              <a:gd name="connsiteY675" fmla="*/ 1683354 h 6857999"/>
              <a:gd name="connsiteX676" fmla="*/ 1807265 w 4724400"/>
              <a:gd name="connsiteY676" fmla="*/ 1336896 h 6857999"/>
              <a:gd name="connsiteX677" fmla="*/ 2011049 w 4724400"/>
              <a:gd name="connsiteY677" fmla="*/ 1173376 h 6857999"/>
              <a:gd name="connsiteX678" fmla="*/ 2014681 w 4724400"/>
              <a:gd name="connsiteY678" fmla="*/ 1167830 h 6857999"/>
              <a:gd name="connsiteX679" fmla="*/ 1971037 w 4724400"/>
              <a:gd name="connsiteY679" fmla="*/ 1015438 h 6857999"/>
              <a:gd name="connsiteX680" fmla="*/ 1971858 w 4724400"/>
              <a:gd name="connsiteY680" fmla="*/ 1007420 h 6857999"/>
              <a:gd name="connsiteX681" fmla="*/ 1729505 w 4724400"/>
              <a:gd name="connsiteY681" fmla="*/ 808882 h 6857999"/>
              <a:gd name="connsiteX682" fmla="*/ 1506007 w 4724400"/>
              <a:gd name="connsiteY682" fmla="*/ 597733 h 6857999"/>
              <a:gd name="connsiteX683" fmla="*/ 1499912 w 4724400"/>
              <a:gd name="connsiteY683" fmla="*/ 1795211 h 6857999"/>
              <a:gd name="connsiteX684" fmla="*/ 1444926 w 4724400"/>
              <a:gd name="connsiteY684" fmla="*/ 1841464 h 6857999"/>
              <a:gd name="connsiteX685" fmla="*/ 1425791 w 4724400"/>
              <a:gd name="connsiteY685" fmla="*/ 572788 h 6857999"/>
              <a:gd name="connsiteX686" fmla="*/ 1435390 w 4724400"/>
              <a:gd name="connsiteY686" fmla="*/ 560750 h 6857999"/>
              <a:gd name="connsiteX687" fmla="*/ 1451502 w 4724400"/>
              <a:gd name="connsiteY687" fmla="*/ 542471 h 6857999"/>
              <a:gd name="connsiteX688" fmla="*/ 1194128 w 4724400"/>
              <a:gd name="connsiteY688" fmla="*/ 250903 h 6857999"/>
              <a:gd name="connsiteX689" fmla="*/ 890158 w 4724400"/>
              <a:gd name="connsiteY689" fmla="*/ 0 h 6857999"/>
              <a:gd name="connsiteX690" fmla="*/ 937892 w 4724400"/>
              <a:gd name="connsiteY690" fmla="*/ 0 h 6857999"/>
              <a:gd name="connsiteX691" fmla="*/ 924483 w 4724400"/>
              <a:gd name="connsiteY691" fmla="*/ 30495 h 6857999"/>
              <a:gd name="connsiteX692" fmla="*/ 872288 w 4724400"/>
              <a:gd name="connsiteY692" fmla="*/ 306259 h 6857999"/>
              <a:gd name="connsiteX693" fmla="*/ 1006247 w 4724400"/>
              <a:gd name="connsiteY693" fmla="*/ 727373 h 6857999"/>
              <a:gd name="connsiteX694" fmla="*/ 986481 w 4724400"/>
              <a:gd name="connsiteY694" fmla="*/ 1611960 h 6857999"/>
              <a:gd name="connsiteX695" fmla="*/ 928400 w 4724400"/>
              <a:gd name="connsiteY695" fmla="*/ 1663986 h 6857999"/>
              <a:gd name="connsiteX696" fmla="*/ 771281 w 4724400"/>
              <a:gd name="connsiteY696" fmla="*/ 368438 h 6857999"/>
              <a:gd name="connsiteX697" fmla="*/ 200540 w 4724400"/>
              <a:gd name="connsiteY697" fmla="*/ 942511 h 6857999"/>
              <a:gd name="connsiteX698" fmla="*/ 170253 w 4724400"/>
              <a:gd name="connsiteY698" fmla="*/ 942567 h 6857999"/>
              <a:gd name="connsiteX699" fmla="*/ 442049 w 4724400"/>
              <a:gd name="connsiteY699" fmla="*/ 489150 h 6857999"/>
              <a:gd name="connsiteX700" fmla="*/ 788582 w 4724400"/>
              <a:gd name="connsiteY700" fmla="*/ 301724 h 6857999"/>
              <a:gd name="connsiteX701" fmla="*/ 788312 w 4724400"/>
              <a:gd name="connsiteY701" fmla="*/ 276498 h 6857999"/>
              <a:gd name="connsiteX702" fmla="*/ 847625 w 4724400"/>
              <a:gd name="connsiteY702" fmla="*/ 89075 h 6857999"/>
              <a:gd name="connsiteX703" fmla="*/ 29788 w 4724400"/>
              <a:gd name="connsiteY703" fmla="*/ 0 h 6857999"/>
              <a:gd name="connsiteX704" fmla="*/ 93321 w 4724400"/>
              <a:gd name="connsiteY704" fmla="*/ 0 h 6857999"/>
              <a:gd name="connsiteX705" fmla="*/ 79142 w 4724400"/>
              <a:gd name="connsiteY705" fmla="*/ 68966 h 6857999"/>
              <a:gd name="connsiteX706" fmla="*/ 21253 w 4724400"/>
              <a:gd name="connsiteY706" fmla="*/ 535687 h 6857999"/>
              <a:gd name="connsiteX707" fmla="*/ 61909 w 4724400"/>
              <a:gd name="connsiteY707" fmla="*/ 380358 h 6857999"/>
              <a:gd name="connsiteX708" fmla="*/ 118339 w 4724400"/>
              <a:gd name="connsiteY708" fmla="*/ 184712 h 6857999"/>
              <a:gd name="connsiteX709" fmla="*/ 154192 w 4724400"/>
              <a:gd name="connsiteY709" fmla="*/ 87864 h 6857999"/>
              <a:gd name="connsiteX710" fmla="*/ 186604 w 4724400"/>
              <a:gd name="connsiteY710" fmla="*/ 0 h 6857999"/>
              <a:gd name="connsiteX711" fmla="*/ 216386 w 4724400"/>
              <a:gd name="connsiteY711" fmla="*/ 0 h 6857999"/>
              <a:gd name="connsiteX712" fmla="*/ 180314 w 4724400"/>
              <a:gd name="connsiteY712" fmla="*/ 97640 h 6857999"/>
              <a:gd name="connsiteX713" fmla="*/ 144924 w 4724400"/>
              <a:gd name="connsiteY713" fmla="*/ 193392 h 6857999"/>
              <a:gd name="connsiteX714" fmla="*/ 89413 w 4724400"/>
              <a:gd name="connsiteY714" fmla="*/ 386853 h 6857999"/>
              <a:gd name="connsiteX715" fmla="*/ 49686 w 4724400"/>
              <a:gd name="connsiteY715" fmla="*/ 539999 h 6857999"/>
              <a:gd name="connsiteX716" fmla="*/ 236604 w 4724400"/>
              <a:gd name="connsiteY716" fmla="*/ 152292 h 6857999"/>
              <a:gd name="connsiteX717" fmla="*/ 289375 w 4724400"/>
              <a:gd name="connsiteY717" fmla="*/ 0 h 6857999"/>
              <a:gd name="connsiteX718" fmla="*/ 369729 w 4724400"/>
              <a:gd name="connsiteY718" fmla="*/ 0 h 6857999"/>
              <a:gd name="connsiteX719" fmla="*/ 354160 w 4724400"/>
              <a:gd name="connsiteY719" fmla="*/ 65656 h 6857999"/>
              <a:gd name="connsiteX720" fmla="*/ 21325 w 4724400"/>
              <a:gd name="connsiteY720" fmla="*/ 763628 h 6857999"/>
              <a:gd name="connsiteX721" fmla="*/ 6426 w 4724400"/>
              <a:gd name="connsiteY721" fmla="*/ 785104 h 6857999"/>
              <a:gd name="connsiteX722" fmla="*/ 0 w 4724400"/>
              <a:gd name="connsiteY722" fmla="*/ 789215 h 6857999"/>
              <a:gd name="connsiteX723" fmla="*/ 0 w 4724400"/>
              <a:gd name="connsiteY723" fmla="*/ 163142 h 6857999"/>
              <a:gd name="connsiteX724" fmla="*/ 20220 w 4724400"/>
              <a:gd name="connsiteY724" fmla="*/ 3741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Lst>
            <a:rect l="l" t="t" r="r" b="b"/>
            <a:pathLst>
              <a:path w="4724400" h="6857999">
                <a:moveTo>
                  <a:pt x="0" y="6805948"/>
                </a:moveTo>
                <a:lnTo>
                  <a:pt x="15600" y="6813099"/>
                </a:lnTo>
                <a:cubicBezTo>
                  <a:pt x="48179" y="6826367"/>
                  <a:pt x="82589" y="6838841"/>
                  <a:pt x="117632" y="6850060"/>
                </a:cubicBezTo>
                <a:lnTo>
                  <a:pt x="146175" y="6857998"/>
                </a:lnTo>
                <a:lnTo>
                  <a:pt x="54597" y="6857998"/>
                </a:lnTo>
                <a:lnTo>
                  <a:pt x="0" y="6831490"/>
                </a:lnTo>
                <a:close/>
                <a:moveTo>
                  <a:pt x="0" y="6736157"/>
                </a:moveTo>
                <a:lnTo>
                  <a:pt x="114811" y="6784122"/>
                </a:lnTo>
                <a:lnTo>
                  <a:pt x="138159" y="6793465"/>
                </a:lnTo>
                <a:cubicBezTo>
                  <a:pt x="184756" y="6812785"/>
                  <a:pt x="226800" y="6829482"/>
                  <a:pt x="270310" y="6840638"/>
                </a:cubicBezTo>
                <a:lnTo>
                  <a:pt x="358932" y="6857999"/>
                </a:lnTo>
                <a:lnTo>
                  <a:pt x="228496" y="6857999"/>
                </a:lnTo>
                <a:lnTo>
                  <a:pt x="126481" y="6821149"/>
                </a:lnTo>
                <a:lnTo>
                  <a:pt x="103134" y="6811799"/>
                </a:lnTo>
                <a:lnTo>
                  <a:pt x="0" y="6767913"/>
                </a:lnTo>
                <a:close/>
                <a:moveTo>
                  <a:pt x="2460543" y="6515312"/>
                </a:moveTo>
                <a:lnTo>
                  <a:pt x="2286201" y="6525103"/>
                </a:lnTo>
                <a:cubicBezTo>
                  <a:pt x="2228694" y="6528458"/>
                  <a:pt x="2169369" y="6531530"/>
                  <a:pt x="2110427" y="6532104"/>
                </a:cubicBezTo>
                <a:cubicBezTo>
                  <a:pt x="2058946" y="6532538"/>
                  <a:pt x="2007242" y="6530381"/>
                  <a:pt x="1956742" y="6528403"/>
                </a:cubicBezTo>
                <a:cubicBezTo>
                  <a:pt x="1815643" y="6523421"/>
                  <a:pt x="1669606" y="6518329"/>
                  <a:pt x="1534307" y="6560369"/>
                </a:cubicBezTo>
                <a:cubicBezTo>
                  <a:pt x="1506964" y="6568983"/>
                  <a:pt x="1480544" y="6579668"/>
                  <a:pt x="1454538" y="6591702"/>
                </a:cubicBezTo>
                <a:cubicBezTo>
                  <a:pt x="1508795" y="6597451"/>
                  <a:pt x="1564033" y="6600803"/>
                  <a:pt x="1619950" y="6599765"/>
                </a:cubicBezTo>
                <a:cubicBezTo>
                  <a:pt x="1760796" y="6598297"/>
                  <a:pt x="1904212" y="6576077"/>
                  <a:pt x="2044875" y="6563693"/>
                </a:cubicBezTo>
                <a:cubicBezTo>
                  <a:pt x="2158459" y="6554204"/>
                  <a:pt x="2431086" y="6537707"/>
                  <a:pt x="2460543" y="6515312"/>
                </a:cubicBezTo>
                <a:close/>
                <a:moveTo>
                  <a:pt x="1883620" y="6459370"/>
                </a:moveTo>
                <a:cubicBezTo>
                  <a:pt x="1757800" y="6463303"/>
                  <a:pt x="1630678" y="6481291"/>
                  <a:pt x="1532156" y="6529929"/>
                </a:cubicBezTo>
                <a:cubicBezTo>
                  <a:pt x="1670483" y="6488352"/>
                  <a:pt x="1816519" y="6493450"/>
                  <a:pt x="1958230" y="6498517"/>
                </a:cubicBezTo>
                <a:cubicBezTo>
                  <a:pt x="2008720" y="6500495"/>
                  <a:pt x="2060523" y="6502029"/>
                  <a:pt x="2110707" y="6502035"/>
                </a:cubicBezTo>
                <a:cubicBezTo>
                  <a:pt x="2168940" y="6501999"/>
                  <a:pt x="2227759" y="6498204"/>
                  <a:pt x="2285171" y="6495471"/>
                </a:cubicBezTo>
                <a:lnTo>
                  <a:pt x="2385179" y="6489665"/>
                </a:lnTo>
                <a:cubicBezTo>
                  <a:pt x="2348158" y="6484629"/>
                  <a:pt x="2296424" y="6478620"/>
                  <a:pt x="2227262" y="6473140"/>
                </a:cubicBezTo>
                <a:cubicBezTo>
                  <a:pt x="2133953" y="6465560"/>
                  <a:pt x="2009438" y="6455438"/>
                  <a:pt x="1883620" y="6459370"/>
                </a:cubicBezTo>
                <a:close/>
                <a:moveTo>
                  <a:pt x="1611255" y="5884754"/>
                </a:moveTo>
                <a:cubicBezTo>
                  <a:pt x="1475034" y="6070158"/>
                  <a:pt x="1320332" y="6315508"/>
                  <a:pt x="1357588" y="6496752"/>
                </a:cubicBezTo>
                <a:cubicBezTo>
                  <a:pt x="1404118" y="6270055"/>
                  <a:pt x="1507631" y="6063621"/>
                  <a:pt x="1611255" y="5884754"/>
                </a:cubicBezTo>
                <a:close/>
                <a:moveTo>
                  <a:pt x="1646205" y="5883072"/>
                </a:moveTo>
                <a:cubicBezTo>
                  <a:pt x="1542170" y="6060592"/>
                  <a:pt x="1436044" y="6267900"/>
                  <a:pt x="1387600" y="6494950"/>
                </a:cubicBezTo>
                <a:cubicBezTo>
                  <a:pt x="1504199" y="6300136"/>
                  <a:pt x="1601945" y="6103069"/>
                  <a:pt x="1646205" y="5883072"/>
                </a:cubicBezTo>
                <a:close/>
                <a:moveTo>
                  <a:pt x="0" y="5845526"/>
                </a:moveTo>
                <a:lnTo>
                  <a:pt x="23370" y="5869422"/>
                </a:lnTo>
                <a:cubicBezTo>
                  <a:pt x="131924" y="5985784"/>
                  <a:pt x="231640" y="6107018"/>
                  <a:pt x="321428" y="6212316"/>
                </a:cubicBezTo>
                <a:cubicBezTo>
                  <a:pt x="452682" y="6366340"/>
                  <a:pt x="578409" y="6507973"/>
                  <a:pt x="626000" y="6710671"/>
                </a:cubicBezTo>
                <a:cubicBezTo>
                  <a:pt x="638757" y="6764837"/>
                  <a:pt x="647619" y="6810078"/>
                  <a:pt x="661825" y="6854298"/>
                </a:cubicBezTo>
                <a:lnTo>
                  <a:pt x="663298" y="6857998"/>
                </a:lnTo>
                <a:lnTo>
                  <a:pt x="431765" y="6857998"/>
                </a:lnTo>
                <a:lnTo>
                  <a:pt x="293576" y="6816656"/>
                </a:lnTo>
                <a:cubicBezTo>
                  <a:pt x="240014" y="6798833"/>
                  <a:pt x="187020" y="6779815"/>
                  <a:pt x="134480" y="6760867"/>
                </a:cubicBezTo>
                <a:lnTo>
                  <a:pt x="0" y="6714215"/>
                </a:lnTo>
                <a:lnTo>
                  <a:pt x="0" y="6683873"/>
                </a:lnTo>
                <a:lnTo>
                  <a:pt x="143737" y="6732821"/>
                </a:lnTo>
                <a:cubicBezTo>
                  <a:pt x="255889" y="6773078"/>
                  <a:pt x="371066" y="6813801"/>
                  <a:pt x="488162" y="6842006"/>
                </a:cubicBezTo>
                <a:cubicBezTo>
                  <a:pt x="358293" y="6763794"/>
                  <a:pt x="187560" y="6705586"/>
                  <a:pt x="44855" y="6674734"/>
                </a:cubicBezTo>
                <a:lnTo>
                  <a:pt x="0" y="6668575"/>
                </a:lnTo>
                <a:lnTo>
                  <a:pt x="0" y="6628217"/>
                </a:lnTo>
                <a:lnTo>
                  <a:pt x="144942" y="6657611"/>
                </a:lnTo>
                <a:cubicBezTo>
                  <a:pt x="201726" y="6672044"/>
                  <a:pt x="257694" y="6689595"/>
                  <a:pt x="312446" y="6711283"/>
                </a:cubicBezTo>
                <a:cubicBezTo>
                  <a:pt x="343371" y="6723712"/>
                  <a:pt x="523593" y="6837187"/>
                  <a:pt x="477357" y="6799347"/>
                </a:cubicBezTo>
                <a:cubicBezTo>
                  <a:pt x="362978" y="6704934"/>
                  <a:pt x="237571" y="6617800"/>
                  <a:pt x="134228" y="6503934"/>
                </a:cubicBezTo>
                <a:lnTo>
                  <a:pt x="0" y="6334256"/>
                </a:lnTo>
                <a:lnTo>
                  <a:pt x="0" y="6221686"/>
                </a:lnTo>
                <a:lnTo>
                  <a:pt x="113296" y="6402069"/>
                </a:lnTo>
                <a:cubicBezTo>
                  <a:pt x="227569" y="6561808"/>
                  <a:pt x="381603" y="6676399"/>
                  <a:pt x="523262" y="6807025"/>
                </a:cubicBezTo>
                <a:cubicBezTo>
                  <a:pt x="495103" y="6748256"/>
                  <a:pt x="449573" y="6697712"/>
                  <a:pt x="404364" y="6649139"/>
                </a:cubicBezTo>
                <a:lnTo>
                  <a:pt x="392074" y="6636358"/>
                </a:lnTo>
                <a:cubicBezTo>
                  <a:pt x="280930" y="6516822"/>
                  <a:pt x="177660" y="6386311"/>
                  <a:pt x="77450" y="6260110"/>
                </a:cubicBezTo>
                <a:lnTo>
                  <a:pt x="0" y="6163634"/>
                </a:lnTo>
                <a:lnTo>
                  <a:pt x="0" y="6117703"/>
                </a:lnTo>
                <a:lnTo>
                  <a:pt x="99669" y="6240461"/>
                </a:lnTo>
                <a:cubicBezTo>
                  <a:pt x="199276" y="6366562"/>
                  <a:pt x="302033" y="6496348"/>
                  <a:pt x="412670" y="6615176"/>
                </a:cubicBezTo>
                <a:lnTo>
                  <a:pt x="424960" y="6627949"/>
                </a:lnTo>
                <a:cubicBezTo>
                  <a:pt x="452087" y="6657095"/>
                  <a:pt x="479817" y="6686334"/>
                  <a:pt x="504043" y="6718236"/>
                </a:cubicBezTo>
                <a:cubicBezTo>
                  <a:pt x="434583" y="6569208"/>
                  <a:pt x="350187" y="6428779"/>
                  <a:pt x="251759" y="6299011"/>
                </a:cubicBezTo>
                <a:cubicBezTo>
                  <a:pt x="180915" y="6205508"/>
                  <a:pt x="102557" y="6117579"/>
                  <a:pt x="21191" y="6033111"/>
                </a:cubicBezTo>
                <a:lnTo>
                  <a:pt x="0" y="6012219"/>
                </a:lnTo>
                <a:lnTo>
                  <a:pt x="0" y="5971257"/>
                </a:lnTo>
                <a:lnTo>
                  <a:pt x="41571" y="6012292"/>
                </a:lnTo>
                <a:cubicBezTo>
                  <a:pt x="123333" y="6097220"/>
                  <a:pt x="202225" y="6185713"/>
                  <a:pt x="273883" y="6279980"/>
                </a:cubicBezTo>
                <a:cubicBezTo>
                  <a:pt x="380040" y="6419905"/>
                  <a:pt x="469472" y="6571994"/>
                  <a:pt x="541341" y="6733560"/>
                </a:cubicBezTo>
                <a:cubicBezTo>
                  <a:pt x="542355" y="6694639"/>
                  <a:pt x="542948" y="6654374"/>
                  <a:pt x="531634" y="6610993"/>
                </a:cubicBezTo>
                <a:cubicBezTo>
                  <a:pt x="490540" y="6454784"/>
                  <a:pt x="347902" y="6314397"/>
                  <a:pt x="247554" y="6197148"/>
                </a:cubicBezTo>
                <a:cubicBezTo>
                  <a:pt x="178265" y="6115731"/>
                  <a:pt x="107245" y="6035491"/>
                  <a:pt x="33651" y="5957901"/>
                </a:cubicBezTo>
                <a:lnTo>
                  <a:pt x="0" y="5925131"/>
                </a:lnTo>
                <a:close/>
                <a:moveTo>
                  <a:pt x="1656340" y="5825040"/>
                </a:moveTo>
                <a:cubicBezTo>
                  <a:pt x="1655542" y="5826205"/>
                  <a:pt x="1654747" y="5827360"/>
                  <a:pt x="1653246" y="5829053"/>
                </a:cubicBezTo>
                <a:lnTo>
                  <a:pt x="1655667" y="5829425"/>
                </a:lnTo>
                <a:close/>
                <a:moveTo>
                  <a:pt x="2630124" y="5591852"/>
                </a:moveTo>
                <a:cubicBezTo>
                  <a:pt x="2477082" y="5593954"/>
                  <a:pt x="2324114" y="5611746"/>
                  <a:pt x="2177648" y="5630119"/>
                </a:cubicBezTo>
                <a:cubicBezTo>
                  <a:pt x="2143127" y="5634568"/>
                  <a:pt x="2109856" y="5639754"/>
                  <a:pt x="2076258" y="5650510"/>
                </a:cubicBezTo>
                <a:cubicBezTo>
                  <a:pt x="2082463" y="5662642"/>
                  <a:pt x="2162157" y="5633895"/>
                  <a:pt x="2214048" y="5629828"/>
                </a:cubicBezTo>
                <a:cubicBezTo>
                  <a:pt x="2501741" y="5609845"/>
                  <a:pt x="2805089" y="5655720"/>
                  <a:pt x="3090246" y="5601337"/>
                </a:cubicBezTo>
                <a:cubicBezTo>
                  <a:pt x="3006333" y="5611321"/>
                  <a:pt x="2919037" y="5605065"/>
                  <a:pt x="2834104" y="5598847"/>
                </a:cubicBezTo>
                <a:cubicBezTo>
                  <a:pt x="2816936" y="5597562"/>
                  <a:pt x="2799771" y="5596280"/>
                  <a:pt x="2782953" y="5595539"/>
                </a:cubicBezTo>
                <a:cubicBezTo>
                  <a:pt x="2732159" y="5592194"/>
                  <a:pt x="2681137" y="5591152"/>
                  <a:pt x="2630124" y="5591852"/>
                </a:cubicBezTo>
                <a:close/>
                <a:moveTo>
                  <a:pt x="2751064" y="5525300"/>
                </a:moveTo>
                <a:cubicBezTo>
                  <a:pt x="2704155" y="5524070"/>
                  <a:pt x="2658863" y="5525064"/>
                  <a:pt x="2618554" y="5525937"/>
                </a:cubicBezTo>
                <a:cubicBezTo>
                  <a:pt x="2508038" y="5528402"/>
                  <a:pt x="2408741" y="5531370"/>
                  <a:pt x="2311014" y="5550189"/>
                </a:cubicBezTo>
                <a:cubicBezTo>
                  <a:pt x="2246417" y="5562376"/>
                  <a:pt x="2186894" y="5581286"/>
                  <a:pt x="2134103" y="5605852"/>
                </a:cubicBezTo>
                <a:cubicBezTo>
                  <a:pt x="2147385" y="5603489"/>
                  <a:pt x="2160456" y="5602024"/>
                  <a:pt x="2174084" y="5600203"/>
                </a:cubicBezTo>
                <a:cubicBezTo>
                  <a:pt x="2370475" y="5575001"/>
                  <a:pt x="2579125" y="5551921"/>
                  <a:pt x="2785199" y="5564971"/>
                </a:cubicBezTo>
                <a:lnTo>
                  <a:pt x="2836697" y="5568822"/>
                </a:lnTo>
                <a:cubicBezTo>
                  <a:pt x="2913331" y="5574228"/>
                  <a:pt x="2991761" y="5580014"/>
                  <a:pt x="3066345" y="5573703"/>
                </a:cubicBezTo>
                <a:cubicBezTo>
                  <a:pt x="3036778" y="5568851"/>
                  <a:pt x="3007621" y="5562210"/>
                  <a:pt x="2978461" y="5555562"/>
                </a:cubicBezTo>
                <a:cubicBezTo>
                  <a:pt x="2950203" y="5549116"/>
                  <a:pt x="2921945" y="5542665"/>
                  <a:pt x="2893277" y="5538004"/>
                </a:cubicBezTo>
                <a:cubicBezTo>
                  <a:pt x="2846501" y="5529982"/>
                  <a:pt x="2797974" y="5526529"/>
                  <a:pt x="2751064" y="5525300"/>
                </a:cubicBezTo>
                <a:close/>
                <a:moveTo>
                  <a:pt x="2636807" y="5458317"/>
                </a:moveTo>
                <a:cubicBezTo>
                  <a:pt x="2511188" y="5456650"/>
                  <a:pt x="2361021" y="5479881"/>
                  <a:pt x="2236775" y="5536349"/>
                </a:cubicBezTo>
                <a:cubicBezTo>
                  <a:pt x="2259387" y="5530319"/>
                  <a:pt x="2281995" y="5524291"/>
                  <a:pt x="2306204" y="5519543"/>
                </a:cubicBezTo>
                <a:cubicBezTo>
                  <a:pt x="2406280" y="5500749"/>
                  <a:pt x="2506685" y="5497081"/>
                  <a:pt x="2619005" y="5494992"/>
                </a:cubicBezTo>
                <a:cubicBezTo>
                  <a:pt x="2701072" y="5493085"/>
                  <a:pt x="2803428" y="5491236"/>
                  <a:pt x="2899676" y="5507848"/>
                </a:cubicBezTo>
                <a:cubicBezTo>
                  <a:pt x="2928691" y="5513052"/>
                  <a:pt x="2957502" y="5519151"/>
                  <a:pt x="2986662" y="5525798"/>
                </a:cubicBezTo>
                <a:cubicBezTo>
                  <a:pt x="3025723" y="5534530"/>
                  <a:pt x="3063542" y="5542536"/>
                  <a:pt x="3101623" y="5547311"/>
                </a:cubicBezTo>
                <a:cubicBezTo>
                  <a:pt x="2954636" y="5490328"/>
                  <a:pt x="2792455" y="5460700"/>
                  <a:pt x="2636807" y="5458317"/>
                </a:cubicBezTo>
                <a:close/>
                <a:moveTo>
                  <a:pt x="0" y="5142496"/>
                </a:moveTo>
                <a:lnTo>
                  <a:pt x="127996" y="5201004"/>
                </a:lnTo>
                <a:cubicBezTo>
                  <a:pt x="360812" y="5325151"/>
                  <a:pt x="547980" y="5518563"/>
                  <a:pt x="661087" y="5790959"/>
                </a:cubicBezTo>
                <a:cubicBezTo>
                  <a:pt x="808965" y="5905246"/>
                  <a:pt x="932653" y="6044012"/>
                  <a:pt x="1029402" y="6204913"/>
                </a:cubicBezTo>
                <a:cubicBezTo>
                  <a:pt x="1035975" y="6141856"/>
                  <a:pt x="1034897" y="6159666"/>
                  <a:pt x="1046692" y="6015372"/>
                </a:cubicBezTo>
                <a:cubicBezTo>
                  <a:pt x="1068452" y="5749157"/>
                  <a:pt x="1080160" y="5533819"/>
                  <a:pt x="1024238" y="5336275"/>
                </a:cubicBezTo>
                <a:cubicBezTo>
                  <a:pt x="1039478" y="5267180"/>
                  <a:pt x="1107861" y="5351481"/>
                  <a:pt x="1138131" y="5600804"/>
                </a:cubicBezTo>
                <a:cubicBezTo>
                  <a:pt x="1140750" y="5745349"/>
                  <a:pt x="1138236" y="5891029"/>
                  <a:pt x="1127280" y="6039262"/>
                </a:cubicBezTo>
                <a:cubicBezTo>
                  <a:pt x="1108357" y="6291971"/>
                  <a:pt x="1074713" y="6543716"/>
                  <a:pt x="1026642" y="6792600"/>
                </a:cubicBezTo>
                <a:cubicBezTo>
                  <a:pt x="1130130" y="6727745"/>
                  <a:pt x="1224262" y="6639036"/>
                  <a:pt x="1327075" y="6590735"/>
                </a:cubicBezTo>
                <a:cubicBezTo>
                  <a:pt x="1328762" y="6587786"/>
                  <a:pt x="1331155" y="6584312"/>
                  <a:pt x="1332848" y="6581371"/>
                </a:cubicBezTo>
                <a:cubicBezTo>
                  <a:pt x="1327684" y="6578656"/>
                  <a:pt x="1322621" y="6575317"/>
                  <a:pt x="1320586" y="6572441"/>
                </a:cubicBezTo>
                <a:cubicBezTo>
                  <a:pt x="1127046" y="6311498"/>
                  <a:pt x="1526112" y="5858248"/>
                  <a:pt x="1669632" y="5665639"/>
                </a:cubicBezTo>
                <a:cubicBezTo>
                  <a:pt x="1682895" y="5647816"/>
                  <a:pt x="1749910" y="5675384"/>
                  <a:pt x="1749165" y="5696416"/>
                </a:cubicBezTo>
                <a:cubicBezTo>
                  <a:pt x="1740476" y="5983368"/>
                  <a:pt x="1637864" y="6228377"/>
                  <a:pt x="1502249" y="6466405"/>
                </a:cubicBezTo>
                <a:cubicBezTo>
                  <a:pt x="1725190" y="6382070"/>
                  <a:pt x="2047033" y="6424367"/>
                  <a:pt x="2238637" y="6419148"/>
                </a:cubicBezTo>
                <a:cubicBezTo>
                  <a:pt x="2408385" y="6415062"/>
                  <a:pt x="2531389" y="6424957"/>
                  <a:pt x="2642775" y="6563116"/>
                </a:cubicBezTo>
                <a:cubicBezTo>
                  <a:pt x="2652137" y="6574800"/>
                  <a:pt x="2636747" y="6578204"/>
                  <a:pt x="2628681" y="6578254"/>
                </a:cubicBezTo>
                <a:cubicBezTo>
                  <a:pt x="2285142" y="6584519"/>
                  <a:pt x="1943610" y="6642343"/>
                  <a:pt x="1600072" y="6648608"/>
                </a:cubicBezTo>
                <a:cubicBezTo>
                  <a:pt x="1541036" y="6649807"/>
                  <a:pt x="1450884" y="6627657"/>
                  <a:pt x="1391841" y="6641028"/>
                </a:cubicBezTo>
                <a:cubicBezTo>
                  <a:pt x="1391239" y="6640935"/>
                  <a:pt x="1390538" y="6641468"/>
                  <a:pt x="1389928" y="6641375"/>
                </a:cubicBezTo>
                <a:cubicBezTo>
                  <a:pt x="1386712" y="6642158"/>
                  <a:pt x="1383592" y="6642319"/>
                  <a:pt x="1380979" y="6643204"/>
                </a:cubicBezTo>
                <a:cubicBezTo>
                  <a:pt x="1295418" y="6670925"/>
                  <a:pt x="1201880" y="6759768"/>
                  <a:pt x="1108685" y="6824788"/>
                </a:cubicBezTo>
                <a:lnTo>
                  <a:pt x="1051559" y="6857998"/>
                </a:lnTo>
                <a:lnTo>
                  <a:pt x="925940" y="6857998"/>
                </a:lnTo>
                <a:lnTo>
                  <a:pt x="949746" y="6745652"/>
                </a:lnTo>
                <a:cubicBezTo>
                  <a:pt x="977694" y="6600749"/>
                  <a:pt x="1000382" y="6454800"/>
                  <a:pt x="1017902" y="6308216"/>
                </a:cubicBezTo>
                <a:cubicBezTo>
                  <a:pt x="1015769" y="6305964"/>
                  <a:pt x="1013539" y="6304343"/>
                  <a:pt x="1012614" y="6302278"/>
                </a:cubicBezTo>
                <a:cubicBezTo>
                  <a:pt x="921548" y="6120471"/>
                  <a:pt x="798037" y="5964433"/>
                  <a:pt x="644615" y="5837768"/>
                </a:cubicBezTo>
                <a:cubicBezTo>
                  <a:pt x="639869" y="5836403"/>
                  <a:pt x="633910" y="5834843"/>
                  <a:pt x="627546" y="5831943"/>
                </a:cubicBezTo>
                <a:cubicBezTo>
                  <a:pt x="440473" y="5751050"/>
                  <a:pt x="281887" y="5620709"/>
                  <a:pt x="128963" y="5481226"/>
                </a:cubicBezTo>
                <a:lnTo>
                  <a:pt x="0" y="5361850"/>
                </a:lnTo>
                <a:lnTo>
                  <a:pt x="0" y="5297634"/>
                </a:lnTo>
                <a:lnTo>
                  <a:pt x="40861" y="5333413"/>
                </a:lnTo>
                <a:cubicBezTo>
                  <a:pt x="193141" y="5476012"/>
                  <a:pt x="339724" y="5631340"/>
                  <a:pt x="514278" y="5738345"/>
                </a:cubicBezTo>
                <a:cubicBezTo>
                  <a:pt x="449538" y="5691903"/>
                  <a:pt x="392547" y="5631267"/>
                  <a:pt x="337180" y="5572174"/>
                </a:cubicBezTo>
                <a:cubicBezTo>
                  <a:pt x="326006" y="5560210"/>
                  <a:pt x="314833" y="5548247"/>
                  <a:pt x="303564" y="5536908"/>
                </a:cubicBezTo>
                <a:cubicBezTo>
                  <a:pt x="236878" y="5466783"/>
                  <a:pt x="163817" y="5402889"/>
                  <a:pt x="88496" y="5343132"/>
                </a:cubicBezTo>
                <a:lnTo>
                  <a:pt x="0" y="5277736"/>
                </a:lnTo>
                <a:lnTo>
                  <a:pt x="0" y="5241225"/>
                </a:lnTo>
                <a:lnTo>
                  <a:pt x="106479" y="5319780"/>
                </a:lnTo>
                <a:cubicBezTo>
                  <a:pt x="182485" y="5380123"/>
                  <a:pt x="256358" y="5444782"/>
                  <a:pt x="324159" y="5515717"/>
                </a:cubicBezTo>
                <a:lnTo>
                  <a:pt x="357680" y="5551608"/>
                </a:lnTo>
                <a:cubicBezTo>
                  <a:pt x="407763" y="5604773"/>
                  <a:pt x="458863" y="5659374"/>
                  <a:pt x="514810" y="5702551"/>
                </a:cubicBezTo>
                <a:cubicBezTo>
                  <a:pt x="497209" y="5679989"/>
                  <a:pt x="481008" y="5656366"/>
                  <a:pt x="464808" y="5632736"/>
                </a:cubicBezTo>
                <a:cubicBezTo>
                  <a:pt x="449112" y="5609836"/>
                  <a:pt x="433420" y="5586930"/>
                  <a:pt x="416327" y="5565087"/>
                </a:cubicBezTo>
                <a:cubicBezTo>
                  <a:pt x="361064" y="5493188"/>
                  <a:pt x="289546" y="5430331"/>
                  <a:pt x="232232" y="5379904"/>
                </a:cubicBezTo>
                <a:cubicBezTo>
                  <a:pt x="153617" y="5310828"/>
                  <a:pt x="82516" y="5249322"/>
                  <a:pt x="2640" y="5200559"/>
                </a:cubicBezTo>
                <a:lnTo>
                  <a:pt x="0" y="5199146"/>
                </a:lnTo>
                <a:lnTo>
                  <a:pt x="0" y="5164774"/>
                </a:lnTo>
                <a:lnTo>
                  <a:pt x="18363" y="5174783"/>
                </a:lnTo>
                <a:cubicBezTo>
                  <a:pt x="99860" y="5225071"/>
                  <a:pt x="172172" y="5286770"/>
                  <a:pt x="251810" y="5357281"/>
                </a:cubicBezTo>
                <a:cubicBezTo>
                  <a:pt x="310235" y="5408518"/>
                  <a:pt x="382775" y="5472816"/>
                  <a:pt x="439563" y="5546863"/>
                </a:cubicBezTo>
                <a:cubicBezTo>
                  <a:pt x="456560" y="5569331"/>
                  <a:pt x="472857" y="5592330"/>
                  <a:pt x="489056" y="5615961"/>
                </a:cubicBezTo>
                <a:cubicBezTo>
                  <a:pt x="510864" y="5647485"/>
                  <a:pt x="532257" y="5677676"/>
                  <a:pt x="555845" y="5705642"/>
                </a:cubicBezTo>
                <a:cubicBezTo>
                  <a:pt x="488800" y="5569150"/>
                  <a:pt x="394131" y="5443166"/>
                  <a:pt x="287056" y="5341546"/>
                </a:cubicBezTo>
                <a:cubicBezTo>
                  <a:pt x="222125" y="5280178"/>
                  <a:pt x="138844" y="5220320"/>
                  <a:pt x="49874" y="5178238"/>
                </a:cubicBezTo>
                <a:lnTo>
                  <a:pt x="0" y="5158623"/>
                </a:lnTo>
                <a:close/>
                <a:moveTo>
                  <a:pt x="4076694" y="4944364"/>
                </a:moveTo>
                <a:cubicBezTo>
                  <a:pt x="4092586" y="5180994"/>
                  <a:pt x="4134286" y="5476223"/>
                  <a:pt x="4287610" y="5588157"/>
                </a:cubicBezTo>
                <a:cubicBezTo>
                  <a:pt x="4171130" y="5382912"/>
                  <a:pt x="4114497" y="5153179"/>
                  <a:pt x="4076694" y="4944364"/>
                </a:cubicBezTo>
                <a:close/>
                <a:moveTo>
                  <a:pt x="4103808" y="4918599"/>
                </a:moveTo>
                <a:cubicBezTo>
                  <a:pt x="4140363" y="5126676"/>
                  <a:pt x="4195478" y="5358905"/>
                  <a:pt x="4310650" y="5565760"/>
                </a:cubicBezTo>
                <a:cubicBezTo>
                  <a:pt x="4272496" y="5335710"/>
                  <a:pt x="4217566" y="5117152"/>
                  <a:pt x="4103808" y="4918599"/>
                </a:cubicBezTo>
                <a:close/>
                <a:moveTo>
                  <a:pt x="4072554" y="4867303"/>
                </a:moveTo>
                <a:cubicBezTo>
                  <a:pt x="4072702" y="4868748"/>
                  <a:pt x="4072843" y="4870186"/>
                  <a:pt x="4072780" y="4872526"/>
                </a:cubicBezTo>
                <a:lnTo>
                  <a:pt x="4074990" y="4871112"/>
                </a:lnTo>
                <a:close/>
                <a:moveTo>
                  <a:pt x="3100062" y="4866948"/>
                </a:moveTo>
                <a:cubicBezTo>
                  <a:pt x="3054598" y="4867672"/>
                  <a:pt x="3008663" y="4872522"/>
                  <a:pt x="2963625" y="4877568"/>
                </a:cubicBezTo>
                <a:cubicBezTo>
                  <a:pt x="2913679" y="4883457"/>
                  <a:pt x="2861381" y="4889314"/>
                  <a:pt x="2809956" y="4889247"/>
                </a:cubicBezTo>
                <a:cubicBezTo>
                  <a:pt x="2768849" y="4889475"/>
                  <a:pt x="2727662" y="4885932"/>
                  <a:pt x="2688275" y="4882769"/>
                </a:cubicBezTo>
                <a:cubicBezTo>
                  <a:pt x="2660443" y="4880639"/>
                  <a:pt x="2632820" y="4877611"/>
                  <a:pt x="2605133" y="4876924"/>
                </a:cubicBezTo>
                <a:cubicBezTo>
                  <a:pt x="2542005" y="4874377"/>
                  <a:pt x="2477453" y="4878112"/>
                  <a:pt x="2414900" y="4881330"/>
                </a:cubicBezTo>
                <a:cubicBezTo>
                  <a:pt x="2350347" y="4885065"/>
                  <a:pt x="2283431" y="4888772"/>
                  <a:pt x="2217605" y="4885650"/>
                </a:cubicBezTo>
                <a:lnTo>
                  <a:pt x="2199332" y="4885075"/>
                </a:lnTo>
                <a:cubicBezTo>
                  <a:pt x="2179813" y="4883768"/>
                  <a:pt x="2160089" y="4883349"/>
                  <a:pt x="2141062" y="4884027"/>
                </a:cubicBezTo>
                <a:cubicBezTo>
                  <a:pt x="2279340" y="4906717"/>
                  <a:pt x="2418587" y="4927258"/>
                  <a:pt x="2558630" y="4938088"/>
                </a:cubicBezTo>
                <a:cubicBezTo>
                  <a:pt x="2750317" y="4954217"/>
                  <a:pt x="2921561" y="4921336"/>
                  <a:pt x="3100062" y="4866948"/>
                </a:cubicBezTo>
                <a:close/>
                <a:moveTo>
                  <a:pt x="2753415" y="4783657"/>
                </a:moveTo>
                <a:cubicBezTo>
                  <a:pt x="2715812" y="4782731"/>
                  <a:pt x="2677745" y="4783278"/>
                  <a:pt x="2639521" y="4785091"/>
                </a:cubicBezTo>
                <a:cubicBezTo>
                  <a:pt x="2486624" y="4792347"/>
                  <a:pt x="2331226" y="4819883"/>
                  <a:pt x="2193068" y="4854595"/>
                </a:cubicBezTo>
                <a:cubicBezTo>
                  <a:pt x="2196324" y="4854814"/>
                  <a:pt x="2198676" y="4854838"/>
                  <a:pt x="2201931" y="4855057"/>
                </a:cubicBezTo>
                <a:lnTo>
                  <a:pt x="2219654" y="4855986"/>
                </a:lnTo>
                <a:cubicBezTo>
                  <a:pt x="2283679" y="4858722"/>
                  <a:pt x="2350037" y="4855370"/>
                  <a:pt x="2413690" y="4851445"/>
                </a:cubicBezTo>
                <a:cubicBezTo>
                  <a:pt x="2476795" y="4847874"/>
                  <a:pt x="2542257" y="4844334"/>
                  <a:pt x="2606832" y="4846715"/>
                </a:cubicBezTo>
                <a:cubicBezTo>
                  <a:pt x="2634866" y="4847944"/>
                  <a:pt x="2663590" y="4850269"/>
                  <a:pt x="2691769" y="4852935"/>
                </a:cubicBezTo>
                <a:cubicBezTo>
                  <a:pt x="2730608" y="4856456"/>
                  <a:pt x="2771445" y="4859459"/>
                  <a:pt x="2811106" y="4859393"/>
                </a:cubicBezTo>
                <a:cubicBezTo>
                  <a:pt x="2860724" y="4859079"/>
                  <a:pt x="2912124" y="4853023"/>
                  <a:pt x="2961520" y="4847493"/>
                </a:cubicBezTo>
                <a:cubicBezTo>
                  <a:pt x="2997835" y="4843425"/>
                  <a:pt x="3034156" y="4839354"/>
                  <a:pt x="3070965" y="4837270"/>
                </a:cubicBezTo>
                <a:cubicBezTo>
                  <a:pt x="2974850" y="4802463"/>
                  <a:pt x="2866224" y="4786435"/>
                  <a:pt x="2753415" y="4783657"/>
                </a:cubicBezTo>
                <a:close/>
                <a:moveTo>
                  <a:pt x="2389654" y="4275904"/>
                </a:moveTo>
                <a:cubicBezTo>
                  <a:pt x="2058380" y="4300770"/>
                  <a:pt x="1773879" y="4364703"/>
                  <a:pt x="1522266" y="4472742"/>
                </a:cubicBezTo>
                <a:lnTo>
                  <a:pt x="1464014" y="4498508"/>
                </a:lnTo>
                <a:cubicBezTo>
                  <a:pt x="1435059" y="4511659"/>
                  <a:pt x="1405759" y="4524268"/>
                  <a:pt x="1376111" y="4536334"/>
                </a:cubicBezTo>
                <a:cubicBezTo>
                  <a:pt x="1422294" y="4522124"/>
                  <a:pt x="1470274" y="4508296"/>
                  <a:pt x="1498493" y="4502509"/>
                </a:cubicBezTo>
                <a:cubicBezTo>
                  <a:pt x="1608595" y="4481142"/>
                  <a:pt x="1719912" y="4468967"/>
                  <a:pt x="1831627" y="4454994"/>
                </a:cubicBezTo>
                <a:cubicBezTo>
                  <a:pt x="2034733" y="4429326"/>
                  <a:pt x="2186680" y="4317586"/>
                  <a:pt x="2389654" y="4275904"/>
                </a:cubicBezTo>
                <a:close/>
                <a:moveTo>
                  <a:pt x="2147582" y="4220499"/>
                </a:moveTo>
                <a:cubicBezTo>
                  <a:pt x="1947585" y="4228027"/>
                  <a:pt x="1746826" y="4329700"/>
                  <a:pt x="1556088" y="4425819"/>
                </a:cubicBezTo>
                <a:cubicBezTo>
                  <a:pt x="1788857" y="4332127"/>
                  <a:pt x="2048945" y="4273854"/>
                  <a:pt x="2346927" y="4248048"/>
                </a:cubicBezTo>
                <a:cubicBezTo>
                  <a:pt x="2280831" y="4225943"/>
                  <a:pt x="2214248" y="4217991"/>
                  <a:pt x="2147582" y="4220499"/>
                </a:cubicBezTo>
                <a:close/>
                <a:moveTo>
                  <a:pt x="1790494" y="3958602"/>
                </a:moveTo>
                <a:cubicBezTo>
                  <a:pt x="1546078" y="4006086"/>
                  <a:pt x="1301131" y="4060051"/>
                  <a:pt x="1059112" y="4119804"/>
                </a:cubicBezTo>
                <a:cubicBezTo>
                  <a:pt x="1314148" y="4123003"/>
                  <a:pt x="1558894" y="4069940"/>
                  <a:pt x="1790494" y="3958602"/>
                </a:cubicBezTo>
                <a:close/>
                <a:moveTo>
                  <a:pt x="3757613" y="3936722"/>
                </a:moveTo>
                <a:cubicBezTo>
                  <a:pt x="3739428" y="4022695"/>
                  <a:pt x="3726993" y="4110355"/>
                  <a:pt x="3715314" y="4196771"/>
                </a:cubicBezTo>
                <a:cubicBezTo>
                  <a:pt x="3696476" y="4335276"/>
                  <a:pt x="3677516" y="4478465"/>
                  <a:pt x="3631611" y="4613594"/>
                </a:cubicBezTo>
                <a:cubicBezTo>
                  <a:pt x="3620645" y="4645134"/>
                  <a:pt x="3608778" y="4676477"/>
                  <a:pt x="3596909" y="4707830"/>
                </a:cubicBezTo>
                <a:lnTo>
                  <a:pt x="3581749" y="4747418"/>
                </a:lnTo>
                <a:cubicBezTo>
                  <a:pt x="3554523" y="4819250"/>
                  <a:pt x="3531238" y="4892390"/>
                  <a:pt x="3510660" y="4966094"/>
                </a:cubicBezTo>
                <a:cubicBezTo>
                  <a:pt x="3748857" y="4678857"/>
                  <a:pt x="3755323" y="4300706"/>
                  <a:pt x="3757613" y="3936722"/>
                </a:cubicBezTo>
                <a:close/>
                <a:moveTo>
                  <a:pt x="1701387" y="3919232"/>
                </a:moveTo>
                <a:cubicBezTo>
                  <a:pt x="1507766" y="3912045"/>
                  <a:pt x="1320741" y="3989836"/>
                  <a:pt x="1136310" y="4068895"/>
                </a:cubicBezTo>
                <a:cubicBezTo>
                  <a:pt x="1350954" y="4017452"/>
                  <a:pt x="1568376" y="3970366"/>
                  <a:pt x="1784782" y="3927759"/>
                </a:cubicBezTo>
                <a:cubicBezTo>
                  <a:pt x="1756841" y="3923020"/>
                  <a:pt x="1729046" y="3920259"/>
                  <a:pt x="1701387" y="3919232"/>
                </a:cubicBezTo>
                <a:close/>
                <a:moveTo>
                  <a:pt x="3733405" y="3900089"/>
                </a:moveTo>
                <a:cubicBezTo>
                  <a:pt x="3597105" y="4216426"/>
                  <a:pt x="3490805" y="4541932"/>
                  <a:pt x="3500832" y="4885010"/>
                </a:cubicBezTo>
                <a:cubicBezTo>
                  <a:pt x="3516996" y="4834817"/>
                  <a:pt x="3533505" y="4785171"/>
                  <a:pt x="3552367" y="4735553"/>
                </a:cubicBezTo>
                <a:lnTo>
                  <a:pt x="3567525" y="4695966"/>
                </a:lnTo>
                <a:cubicBezTo>
                  <a:pt x="3579742" y="4665154"/>
                  <a:pt x="3591404" y="4634706"/>
                  <a:pt x="3602372" y="4603168"/>
                </a:cubicBezTo>
                <a:cubicBezTo>
                  <a:pt x="3647108" y="4471083"/>
                  <a:pt x="3666211" y="4329343"/>
                  <a:pt x="3684639" y="4192628"/>
                </a:cubicBezTo>
                <a:cubicBezTo>
                  <a:pt x="3697672" y="4096160"/>
                  <a:pt x="3710761" y="3997344"/>
                  <a:pt x="3733405" y="3900089"/>
                </a:cubicBezTo>
                <a:close/>
                <a:moveTo>
                  <a:pt x="2800959" y="3871054"/>
                </a:moveTo>
                <a:cubicBezTo>
                  <a:pt x="2809421" y="4100939"/>
                  <a:pt x="2907977" y="4306148"/>
                  <a:pt x="3026569" y="4520780"/>
                </a:cubicBezTo>
                <a:cubicBezTo>
                  <a:pt x="2979577" y="4399850"/>
                  <a:pt x="2933143" y="4278562"/>
                  <a:pt x="2889061" y="4157302"/>
                </a:cubicBezTo>
                <a:cubicBezTo>
                  <a:pt x="2854271" y="4061517"/>
                  <a:pt x="2821632" y="3966669"/>
                  <a:pt x="2800959" y="3871054"/>
                </a:cubicBezTo>
                <a:close/>
                <a:moveTo>
                  <a:pt x="2809929" y="3701307"/>
                </a:moveTo>
                <a:cubicBezTo>
                  <a:pt x="2809867" y="3703640"/>
                  <a:pt x="2809253" y="3706334"/>
                  <a:pt x="2809197" y="3708672"/>
                </a:cubicBezTo>
                <a:cubicBezTo>
                  <a:pt x="2816609" y="3854149"/>
                  <a:pt x="2864235" y="3999199"/>
                  <a:pt x="2918306" y="4147031"/>
                </a:cubicBezTo>
                <a:cubicBezTo>
                  <a:pt x="2966436" y="4279493"/>
                  <a:pt x="3017273" y="4412529"/>
                  <a:pt x="3068858" y="4544310"/>
                </a:cubicBezTo>
                <a:cubicBezTo>
                  <a:pt x="3069715" y="4408107"/>
                  <a:pt x="3008952" y="4266858"/>
                  <a:pt x="2968879" y="4144570"/>
                </a:cubicBezTo>
                <a:cubicBezTo>
                  <a:pt x="2919376" y="3995354"/>
                  <a:pt x="2865655" y="3848072"/>
                  <a:pt x="2809929" y="3701307"/>
                </a:cubicBezTo>
                <a:close/>
                <a:moveTo>
                  <a:pt x="1867196" y="3456584"/>
                </a:moveTo>
                <a:cubicBezTo>
                  <a:pt x="1939275" y="3608228"/>
                  <a:pt x="2036188" y="3758542"/>
                  <a:pt x="2183970" y="3826505"/>
                </a:cubicBezTo>
                <a:cubicBezTo>
                  <a:pt x="2092208" y="3686686"/>
                  <a:pt x="1989300" y="3564734"/>
                  <a:pt x="1867196" y="3456584"/>
                </a:cubicBezTo>
                <a:close/>
                <a:moveTo>
                  <a:pt x="2322880" y="3078533"/>
                </a:moveTo>
                <a:cubicBezTo>
                  <a:pt x="2314902" y="3134217"/>
                  <a:pt x="2306026" y="3189710"/>
                  <a:pt x="2295695" y="3245370"/>
                </a:cubicBezTo>
                <a:cubicBezTo>
                  <a:pt x="2262659" y="3421320"/>
                  <a:pt x="2225570" y="3586065"/>
                  <a:pt x="2268858" y="3758413"/>
                </a:cubicBezTo>
                <a:cubicBezTo>
                  <a:pt x="2273785" y="3680922"/>
                  <a:pt x="2284872" y="3603320"/>
                  <a:pt x="2295899" y="3528057"/>
                </a:cubicBezTo>
                <a:cubicBezTo>
                  <a:pt x="2310584" y="3430521"/>
                  <a:pt x="2325878" y="3330298"/>
                  <a:pt x="2326306" y="3231157"/>
                </a:cubicBezTo>
                <a:cubicBezTo>
                  <a:pt x="2326349" y="3202011"/>
                  <a:pt x="2325135" y="3172131"/>
                  <a:pt x="2324274" y="3142788"/>
                </a:cubicBezTo>
                <a:cubicBezTo>
                  <a:pt x="2323575" y="3121009"/>
                  <a:pt x="2323232" y="3099770"/>
                  <a:pt x="2322880" y="3078533"/>
                </a:cubicBezTo>
                <a:close/>
                <a:moveTo>
                  <a:pt x="912797" y="2896659"/>
                </a:moveTo>
                <a:cubicBezTo>
                  <a:pt x="987675" y="3038078"/>
                  <a:pt x="1077553" y="3173735"/>
                  <a:pt x="1167201" y="3304169"/>
                </a:cubicBezTo>
                <a:cubicBezTo>
                  <a:pt x="1258595" y="3437326"/>
                  <a:pt x="1353896" y="3600936"/>
                  <a:pt x="1503848" y="3675946"/>
                </a:cubicBezTo>
                <a:cubicBezTo>
                  <a:pt x="1443175" y="3621244"/>
                  <a:pt x="1397337" y="3553231"/>
                  <a:pt x="1353091" y="3486482"/>
                </a:cubicBezTo>
                <a:cubicBezTo>
                  <a:pt x="1348731" y="3480073"/>
                  <a:pt x="1344372" y="3473665"/>
                  <a:pt x="1340012" y="3467256"/>
                </a:cubicBezTo>
                <a:cubicBezTo>
                  <a:pt x="1259674" y="3347730"/>
                  <a:pt x="1172762" y="3230102"/>
                  <a:pt x="1089196" y="3116474"/>
                </a:cubicBezTo>
                <a:cubicBezTo>
                  <a:pt x="1048102" y="3060746"/>
                  <a:pt x="1005067" y="3003195"/>
                  <a:pt x="959418" y="2948853"/>
                </a:cubicBezTo>
                <a:cubicBezTo>
                  <a:pt x="944128" y="2931040"/>
                  <a:pt x="928639" y="2914119"/>
                  <a:pt x="912797" y="2896659"/>
                </a:cubicBezTo>
                <a:close/>
                <a:moveTo>
                  <a:pt x="2363420" y="2871730"/>
                </a:moveTo>
                <a:lnTo>
                  <a:pt x="2360107" y="2915231"/>
                </a:lnTo>
                <a:cubicBezTo>
                  <a:pt x="2356940" y="2960178"/>
                  <a:pt x="2353568" y="3006017"/>
                  <a:pt x="2353099" y="3051540"/>
                </a:cubicBezTo>
                <a:cubicBezTo>
                  <a:pt x="2352858" y="3081589"/>
                  <a:pt x="2354064" y="3111470"/>
                  <a:pt x="2354925" y="3140814"/>
                </a:cubicBezTo>
                <a:cubicBezTo>
                  <a:pt x="2356138" y="3170696"/>
                  <a:pt x="2357347" y="3200579"/>
                  <a:pt x="2357104" y="3230628"/>
                </a:cubicBezTo>
                <a:cubicBezTo>
                  <a:pt x="2356269" y="3331557"/>
                  <a:pt x="2341112" y="3433224"/>
                  <a:pt x="2326221" y="3531652"/>
                </a:cubicBezTo>
                <a:cubicBezTo>
                  <a:pt x="2315466" y="3603683"/>
                  <a:pt x="2304846" y="3677150"/>
                  <a:pt x="2299836" y="3750864"/>
                </a:cubicBezTo>
                <a:cubicBezTo>
                  <a:pt x="2315186" y="3724954"/>
                  <a:pt x="2331840" y="3697443"/>
                  <a:pt x="2346877" y="3662531"/>
                </a:cubicBezTo>
                <a:cubicBezTo>
                  <a:pt x="2459154" y="3406015"/>
                  <a:pt x="2424454" y="3133900"/>
                  <a:pt x="2363420" y="2871730"/>
                </a:cubicBezTo>
                <a:close/>
                <a:moveTo>
                  <a:pt x="912921" y="2850596"/>
                </a:moveTo>
                <a:cubicBezTo>
                  <a:pt x="936881" y="2875897"/>
                  <a:pt x="961194" y="2901731"/>
                  <a:pt x="983846" y="2928627"/>
                </a:cubicBezTo>
                <a:cubicBezTo>
                  <a:pt x="1029846" y="2983517"/>
                  <a:pt x="1073228" y="3041610"/>
                  <a:pt x="1114669" y="3097880"/>
                </a:cubicBezTo>
                <a:cubicBezTo>
                  <a:pt x="1199144" y="3211700"/>
                  <a:pt x="1286398" y="3329876"/>
                  <a:pt x="1366183" y="3449753"/>
                </a:cubicBezTo>
                <a:cubicBezTo>
                  <a:pt x="1370543" y="3456162"/>
                  <a:pt x="1374903" y="3462572"/>
                  <a:pt x="1379263" y="3468981"/>
                </a:cubicBezTo>
                <a:cubicBezTo>
                  <a:pt x="1414114" y="3521040"/>
                  <a:pt x="1450010" y="3574725"/>
                  <a:pt x="1492446" y="3620389"/>
                </a:cubicBezTo>
                <a:cubicBezTo>
                  <a:pt x="1379640" y="3316219"/>
                  <a:pt x="1197433" y="3014288"/>
                  <a:pt x="912921" y="2850596"/>
                </a:cubicBezTo>
                <a:close/>
                <a:moveTo>
                  <a:pt x="2386551" y="2642862"/>
                </a:moveTo>
                <a:cubicBezTo>
                  <a:pt x="2394776" y="2644690"/>
                  <a:pt x="2401148" y="2649859"/>
                  <a:pt x="2403741" y="2659697"/>
                </a:cubicBezTo>
                <a:cubicBezTo>
                  <a:pt x="2468949" y="2907705"/>
                  <a:pt x="2536818" y="3164740"/>
                  <a:pt x="2499078" y="3423399"/>
                </a:cubicBezTo>
                <a:cubicBezTo>
                  <a:pt x="2484124" y="3524170"/>
                  <a:pt x="2447241" y="3605244"/>
                  <a:pt x="2413232" y="3700562"/>
                </a:cubicBezTo>
                <a:cubicBezTo>
                  <a:pt x="2350039" y="3880472"/>
                  <a:pt x="2357716" y="4002022"/>
                  <a:pt x="2428424" y="4178295"/>
                </a:cubicBezTo>
                <a:cubicBezTo>
                  <a:pt x="2600434" y="4289020"/>
                  <a:pt x="2768104" y="4406341"/>
                  <a:pt x="2927779" y="4531843"/>
                </a:cubicBezTo>
                <a:cubicBezTo>
                  <a:pt x="2760215" y="4223610"/>
                  <a:pt x="2637267" y="3926696"/>
                  <a:pt x="2758380" y="3561061"/>
                </a:cubicBezTo>
                <a:cubicBezTo>
                  <a:pt x="2765639" y="3539559"/>
                  <a:pt x="2835782" y="3509255"/>
                  <a:pt x="2846610" y="3538353"/>
                </a:cubicBezTo>
                <a:cubicBezTo>
                  <a:pt x="2941134" y="3779872"/>
                  <a:pt x="3029996" y="4023472"/>
                  <a:pt x="3106063" y="4271430"/>
                </a:cubicBezTo>
                <a:cubicBezTo>
                  <a:pt x="3150638" y="4415363"/>
                  <a:pt x="3185704" y="4549296"/>
                  <a:pt x="3116136" y="4688819"/>
                </a:cubicBezTo>
                <a:cubicBezTo>
                  <a:pt x="3218309" y="4776757"/>
                  <a:pt x="3317100" y="4869157"/>
                  <a:pt x="3412872" y="4966558"/>
                </a:cubicBezTo>
                <a:cubicBezTo>
                  <a:pt x="3381456" y="4499967"/>
                  <a:pt x="3566630" y="4066538"/>
                  <a:pt x="3763612" y="3645474"/>
                </a:cubicBezTo>
                <a:cubicBezTo>
                  <a:pt x="3774538" y="3622394"/>
                  <a:pt x="3852109" y="3598841"/>
                  <a:pt x="3850165" y="3638405"/>
                </a:cubicBezTo>
                <a:cubicBezTo>
                  <a:pt x="3828358" y="4125233"/>
                  <a:pt x="3904636" y="4676562"/>
                  <a:pt x="3515311" y="5051260"/>
                </a:cubicBezTo>
                <a:cubicBezTo>
                  <a:pt x="3511789" y="5054277"/>
                  <a:pt x="3506819" y="5057456"/>
                  <a:pt x="3501147" y="5059552"/>
                </a:cubicBezTo>
                <a:cubicBezTo>
                  <a:pt x="3601520" y="5167803"/>
                  <a:pt x="3698516" y="5280511"/>
                  <a:pt x="3790420" y="5401078"/>
                </a:cubicBezTo>
                <a:cubicBezTo>
                  <a:pt x="3946901" y="5606795"/>
                  <a:pt x="4090825" y="5822089"/>
                  <a:pt x="4221141" y="6045312"/>
                </a:cubicBezTo>
                <a:cubicBezTo>
                  <a:pt x="4260726" y="5923422"/>
                  <a:pt x="4276533" y="5789920"/>
                  <a:pt x="4326825" y="5681109"/>
                </a:cubicBezTo>
                <a:cubicBezTo>
                  <a:pt x="4326185" y="5677682"/>
                  <a:pt x="4325759" y="5673360"/>
                  <a:pt x="4325127" y="5669934"/>
                </a:cubicBezTo>
                <a:cubicBezTo>
                  <a:pt x="4319106" y="5671483"/>
                  <a:pt x="4312744" y="5672486"/>
                  <a:pt x="4309144" y="5671723"/>
                </a:cubicBezTo>
                <a:cubicBezTo>
                  <a:pt x="3975286" y="5608574"/>
                  <a:pt x="3989836" y="4983823"/>
                  <a:pt x="3974946" y="4736592"/>
                </a:cubicBezTo>
                <a:cubicBezTo>
                  <a:pt x="3973555" y="4713728"/>
                  <a:pt x="4046476" y="4687776"/>
                  <a:pt x="4060171" y="4704317"/>
                </a:cubicBezTo>
                <a:cubicBezTo>
                  <a:pt x="4248204" y="4928943"/>
                  <a:pt x="4331788" y="5187422"/>
                  <a:pt x="4383942" y="5463703"/>
                </a:cubicBezTo>
                <a:cubicBezTo>
                  <a:pt x="4445404" y="5353500"/>
                  <a:pt x="4548377" y="5250086"/>
                  <a:pt x="4654905" y="5156948"/>
                </a:cubicBezTo>
                <a:lnTo>
                  <a:pt x="4724400" y="5098975"/>
                </a:lnTo>
                <a:lnTo>
                  <a:pt x="4724400" y="5160063"/>
                </a:lnTo>
                <a:lnTo>
                  <a:pt x="4687505" y="5191181"/>
                </a:lnTo>
                <a:cubicBezTo>
                  <a:pt x="4588452" y="5282318"/>
                  <a:pt x="4497898" y="5385071"/>
                  <a:pt x="4451303" y="5491132"/>
                </a:cubicBezTo>
                <a:cubicBezTo>
                  <a:pt x="4493091" y="5426848"/>
                  <a:pt x="4544370" y="5370101"/>
                  <a:pt x="4599954" y="5317498"/>
                </a:cubicBezTo>
                <a:lnTo>
                  <a:pt x="4724400" y="5211392"/>
                </a:lnTo>
                <a:lnTo>
                  <a:pt x="4724400" y="5251559"/>
                </a:lnTo>
                <a:lnTo>
                  <a:pt x="4619898" y="5340764"/>
                </a:lnTo>
                <a:cubicBezTo>
                  <a:pt x="4564729" y="5393102"/>
                  <a:pt x="4514142" y="5449408"/>
                  <a:pt x="4473735" y="5512809"/>
                </a:cubicBezTo>
                <a:cubicBezTo>
                  <a:pt x="4457482" y="5538523"/>
                  <a:pt x="4443385" y="5565169"/>
                  <a:pt x="4430539" y="5592553"/>
                </a:cubicBezTo>
                <a:cubicBezTo>
                  <a:pt x="4478314" y="5558922"/>
                  <a:pt x="4525254" y="5522778"/>
                  <a:pt x="4569759" y="5482816"/>
                </a:cubicBezTo>
                <a:lnTo>
                  <a:pt x="4724400" y="5330891"/>
                </a:lnTo>
                <a:lnTo>
                  <a:pt x="4724400" y="5402912"/>
                </a:lnTo>
                <a:lnTo>
                  <a:pt x="4586888" y="5533939"/>
                </a:lnTo>
                <a:cubicBezTo>
                  <a:pt x="4539970" y="5576210"/>
                  <a:pt x="4452025" y="5622495"/>
                  <a:pt x="4413377" y="5674040"/>
                </a:cubicBezTo>
                <a:cubicBezTo>
                  <a:pt x="4412828" y="5674391"/>
                  <a:pt x="4412623" y="5675288"/>
                  <a:pt x="4412066" y="5675644"/>
                </a:cubicBezTo>
                <a:cubicBezTo>
                  <a:pt x="4409999" y="5678494"/>
                  <a:pt x="4407586" y="5680803"/>
                  <a:pt x="4406074" y="5683306"/>
                </a:cubicBezTo>
                <a:cubicBezTo>
                  <a:pt x="4338963" y="5791374"/>
                  <a:pt x="4334247" y="5992131"/>
                  <a:pt x="4271008" y="6118417"/>
                </a:cubicBezTo>
                <a:cubicBezTo>
                  <a:pt x="4270042" y="6120562"/>
                  <a:pt x="4267634" y="6122876"/>
                  <a:pt x="4265220" y="6125184"/>
                </a:cubicBezTo>
                <a:cubicBezTo>
                  <a:pt x="4388620" y="6344593"/>
                  <a:pt x="4497559" y="6571523"/>
                  <a:pt x="4590463" y="6805045"/>
                </a:cubicBezTo>
                <a:lnTo>
                  <a:pt x="4610122" y="6857999"/>
                </a:lnTo>
                <a:lnTo>
                  <a:pt x="4513231" y="6857999"/>
                </a:lnTo>
                <a:lnTo>
                  <a:pt x="4374770" y="6532596"/>
                </a:lnTo>
                <a:lnTo>
                  <a:pt x="4339518" y="6461642"/>
                </a:lnTo>
                <a:cubicBezTo>
                  <a:pt x="4208274" y="6190726"/>
                  <a:pt x="4055763" y="5930353"/>
                  <a:pt x="3884810" y="5682534"/>
                </a:cubicBezTo>
                <a:cubicBezTo>
                  <a:pt x="3881554" y="5682314"/>
                  <a:pt x="3878648" y="5682642"/>
                  <a:pt x="3876498" y="5681717"/>
                </a:cubicBezTo>
                <a:cubicBezTo>
                  <a:pt x="3679284" y="5607050"/>
                  <a:pt x="3473354" y="5574737"/>
                  <a:pt x="3263209" y="5585749"/>
                </a:cubicBezTo>
                <a:cubicBezTo>
                  <a:pt x="3258445" y="5588034"/>
                  <a:pt x="3252566" y="5591021"/>
                  <a:pt x="3245450" y="5593271"/>
                </a:cubicBezTo>
                <a:cubicBezTo>
                  <a:pt x="2832970" y="5732161"/>
                  <a:pt x="2378174" y="5640588"/>
                  <a:pt x="1952592" y="5692050"/>
                </a:cubicBezTo>
                <a:cubicBezTo>
                  <a:pt x="1937512" y="5694029"/>
                  <a:pt x="1912708" y="5686903"/>
                  <a:pt x="1936466" y="5671708"/>
                </a:cubicBezTo>
                <a:cubicBezTo>
                  <a:pt x="2343705" y="5415077"/>
                  <a:pt x="2802129" y="5333413"/>
                  <a:pt x="3244709" y="5538562"/>
                </a:cubicBezTo>
                <a:cubicBezTo>
                  <a:pt x="3441959" y="5522006"/>
                  <a:pt x="3636288" y="5541041"/>
                  <a:pt x="3823886" y="5595804"/>
                </a:cubicBezTo>
                <a:cubicBezTo>
                  <a:pt x="3786337" y="5543176"/>
                  <a:pt x="3748232" y="5490905"/>
                  <a:pt x="3709024" y="5439340"/>
                </a:cubicBezTo>
                <a:cubicBezTo>
                  <a:pt x="3551844" y="5232532"/>
                  <a:pt x="3380544" y="5046247"/>
                  <a:pt x="3198362" y="4874588"/>
                </a:cubicBezTo>
                <a:cubicBezTo>
                  <a:pt x="3191800" y="4876493"/>
                  <a:pt x="3185778" y="4878043"/>
                  <a:pt x="3179417" y="4879047"/>
                </a:cubicBezTo>
                <a:cubicBezTo>
                  <a:pt x="3002241" y="4937947"/>
                  <a:pt x="2827252" y="4989315"/>
                  <a:pt x="2639496" y="4989072"/>
                </a:cubicBezTo>
                <a:cubicBezTo>
                  <a:pt x="2416792" y="4988955"/>
                  <a:pt x="2191177" y="4947776"/>
                  <a:pt x="1972353" y="4909921"/>
                </a:cubicBezTo>
                <a:cubicBezTo>
                  <a:pt x="1940984" y="4904693"/>
                  <a:pt x="1996456" y="4874580"/>
                  <a:pt x="2002679" y="4872131"/>
                </a:cubicBezTo>
                <a:cubicBezTo>
                  <a:pt x="2309478" y="4772480"/>
                  <a:pt x="2760385" y="4680296"/>
                  <a:pt x="3097424" y="4781269"/>
                </a:cubicBezTo>
                <a:cubicBezTo>
                  <a:pt x="2895349" y="4601638"/>
                  <a:pt x="2680528" y="4438593"/>
                  <a:pt x="2454890" y="4287833"/>
                </a:cubicBezTo>
                <a:cubicBezTo>
                  <a:pt x="2454338" y="4288186"/>
                  <a:pt x="2453432" y="4287993"/>
                  <a:pt x="2452881" y="4288346"/>
                </a:cubicBezTo>
                <a:cubicBezTo>
                  <a:pt x="2451433" y="4288508"/>
                  <a:pt x="2449426" y="4289026"/>
                  <a:pt x="2448527" y="4288836"/>
                </a:cubicBezTo>
                <a:cubicBezTo>
                  <a:pt x="2435306" y="4288860"/>
                  <a:pt x="2328295" y="4364971"/>
                  <a:pt x="2323525" y="4367248"/>
                </a:cubicBezTo>
                <a:cubicBezTo>
                  <a:pt x="2239575" y="4406384"/>
                  <a:pt x="2150175" y="4432133"/>
                  <a:pt x="2060764" y="4451767"/>
                </a:cubicBezTo>
                <a:cubicBezTo>
                  <a:pt x="1760632" y="4518029"/>
                  <a:pt x="1460022" y="4526349"/>
                  <a:pt x="1162250" y="4613329"/>
                </a:cubicBezTo>
                <a:cubicBezTo>
                  <a:pt x="1141991" y="4619390"/>
                  <a:pt x="1086625" y="4618011"/>
                  <a:pt x="1132639" y="4596243"/>
                </a:cubicBezTo>
                <a:cubicBezTo>
                  <a:pt x="1461250" y="4438196"/>
                  <a:pt x="1900100" y="4136057"/>
                  <a:pt x="2293970" y="4182283"/>
                </a:cubicBezTo>
                <a:cubicBezTo>
                  <a:pt x="2166077" y="4101602"/>
                  <a:pt x="2034669" y="4023929"/>
                  <a:pt x="1900637" y="3949470"/>
                </a:cubicBezTo>
                <a:cubicBezTo>
                  <a:pt x="1896077" y="3950852"/>
                  <a:pt x="1891168" y="3951697"/>
                  <a:pt x="1887014" y="3951288"/>
                </a:cubicBezTo>
                <a:cubicBezTo>
                  <a:pt x="1578066" y="4112095"/>
                  <a:pt x="1243908" y="4184792"/>
                  <a:pt x="896751" y="4159267"/>
                </a:cubicBezTo>
                <a:cubicBezTo>
                  <a:pt x="855005" y="4156073"/>
                  <a:pt x="905428" y="4125362"/>
                  <a:pt x="918967" y="4119760"/>
                </a:cubicBezTo>
                <a:cubicBezTo>
                  <a:pt x="1194342" y="4017222"/>
                  <a:pt x="1471034" y="3857115"/>
                  <a:pt x="1764113" y="3873539"/>
                </a:cubicBezTo>
                <a:cubicBezTo>
                  <a:pt x="1695196" y="3836374"/>
                  <a:pt x="1625724" y="3799562"/>
                  <a:pt x="1555701" y="3763109"/>
                </a:cubicBezTo>
                <a:cubicBezTo>
                  <a:pt x="1550645" y="3762512"/>
                  <a:pt x="1546699" y="3761207"/>
                  <a:pt x="1542956" y="3758998"/>
                </a:cubicBezTo>
                <a:cubicBezTo>
                  <a:pt x="1350426" y="3719652"/>
                  <a:pt x="1247288" y="3571783"/>
                  <a:pt x="1136724" y="3417171"/>
                </a:cubicBezTo>
                <a:cubicBezTo>
                  <a:pt x="993337" y="3216099"/>
                  <a:pt x="846020" y="2999153"/>
                  <a:pt x="750977" y="2770227"/>
                </a:cubicBezTo>
                <a:cubicBezTo>
                  <a:pt x="747611" y="2762227"/>
                  <a:pt x="749771" y="2755481"/>
                  <a:pt x="755174" y="2749954"/>
                </a:cubicBezTo>
                <a:cubicBezTo>
                  <a:pt x="771390" y="2733370"/>
                  <a:pt x="816824" y="2727735"/>
                  <a:pt x="830023" y="2731935"/>
                </a:cubicBezTo>
                <a:cubicBezTo>
                  <a:pt x="1258787" y="2883841"/>
                  <a:pt x="1497280" y="3311498"/>
                  <a:pt x="1623018" y="3716225"/>
                </a:cubicBezTo>
                <a:cubicBezTo>
                  <a:pt x="1853470" y="3835548"/>
                  <a:pt x="2078531" y="3959850"/>
                  <a:pt x="2294841" y="4093587"/>
                </a:cubicBezTo>
                <a:cubicBezTo>
                  <a:pt x="2272291" y="4035197"/>
                  <a:pt x="2253055" y="3974696"/>
                  <a:pt x="2250226" y="3916719"/>
                </a:cubicBezTo>
                <a:cubicBezTo>
                  <a:pt x="2248779" y="3916883"/>
                  <a:pt x="2246771" y="3917401"/>
                  <a:pt x="2245523" y="3916663"/>
                </a:cubicBezTo>
                <a:cubicBezTo>
                  <a:pt x="1951808" y="3876118"/>
                  <a:pt x="1808968" y="3571232"/>
                  <a:pt x="1707994" y="3326950"/>
                </a:cubicBezTo>
                <a:cubicBezTo>
                  <a:pt x="1694877" y="3295477"/>
                  <a:pt x="1766980" y="3273123"/>
                  <a:pt x="1786341" y="3287566"/>
                </a:cubicBezTo>
                <a:cubicBezTo>
                  <a:pt x="1929395" y="3390749"/>
                  <a:pt x="2051663" y="3506453"/>
                  <a:pt x="2158071" y="3639960"/>
                </a:cubicBezTo>
                <a:cubicBezTo>
                  <a:pt x="2154892" y="3540061"/>
                  <a:pt x="2170197" y="3439839"/>
                  <a:pt x="2189281" y="3333361"/>
                </a:cubicBezTo>
                <a:cubicBezTo>
                  <a:pt x="2229372" y="3116116"/>
                  <a:pt x="2246120" y="2891570"/>
                  <a:pt x="2314466" y="2680771"/>
                </a:cubicBezTo>
                <a:cubicBezTo>
                  <a:pt x="2320529" y="2661952"/>
                  <a:pt x="2361878" y="2637374"/>
                  <a:pt x="2386551" y="2642862"/>
                </a:cubicBezTo>
                <a:close/>
                <a:moveTo>
                  <a:pt x="3646699" y="2390555"/>
                </a:moveTo>
                <a:lnTo>
                  <a:pt x="3645773" y="2392739"/>
                </a:lnTo>
                <a:lnTo>
                  <a:pt x="3649597" y="2394358"/>
                </a:lnTo>
                <a:cubicBezTo>
                  <a:pt x="3648733" y="2393349"/>
                  <a:pt x="3647874" y="2392343"/>
                  <a:pt x="3646699" y="2390555"/>
                </a:cubicBezTo>
                <a:close/>
                <a:moveTo>
                  <a:pt x="3038676" y="2118977"/>
                </a:moveTo>
                <a:cubicBezTo>
                  <a:pt x="3042950" y="2257918"/>
                  <a:pt x="3002907" y="2393544"/>
                  <a:pt x="2963942" y="2525128"/>
                </a:cubicBezTo>
                <a:cubicBezTo>
                  <a:pt x="2949902" y="2571972"/>
                  <a:pt x="2935948" y="2620144"/>
                  <a:pt x="2923775" y="2667145"/>
                </a:cubicBezTo>
                <a:cubicBezTo>
                  <a:pt x="2909690" y="2721696"/>
                  <a:pt x="2898881" y="2777642"/>
                  <a:pt x="2887447" y="2832031"/>
                </a:cubicBezTo>
                <a:lnTo>
                  <a:pt x="2868480" y="2927011"/>
                </a:lnTo>
                <a:cubicBezTo>
                  <a:pt x="2882036" y="2893472"/>
                  <a:pt x="2900043" y="2846374"/>
                  <a:pt x="2921794" y="2782834"/>
                </a:cubicBezTo>
                <a:cubicBezTo>
                  <a:pt x="2980827" y="2611467"/>
                  <a:pt x="3079367" y="2325483"/>
                  <a:pt x="3038676" y="2118977"/>
                </a:cubicBezTo>
                <a:close/>
                <a:moveTo>
                  <a:pt x="4070579" y="2090376"/>
                </a:moveTo>
                <a:cubicBezTo>
                  <a:pt x="4084637" y="2136248"/>
                  <a:pt x="4098150" y="2181883"/>
                  <a:pt x="4109879" y="2228695"/>
                </a:cubicBezTo>
                <a:lnTo>
                  <a:pt x="4119154" y="2266098"/>
                </a:lnTo>
                <a:cubicBezTo>
                  <a:pt x="4126056" y="2295423"/>
                  <a:pt x="4133187" y="2324193"/>
                  <a:pt x="4141411" y="2353427"/>
                </a:cubicBezTo>
                <a:cubicBezTo>
                  <a:pt x="4176749" y="2475257"/>
                  <a:pt x="4236423" y="2591295"/>
                  <a:pt x="4293979" y="2703223"/>
                </a:cubicBezTo>
                <a:cubicBezTo>
                  <a:pt x="4334570" y="2782214"/>
                  <a:pt x="4376344" y="2862994"/>
                  <a:pt x="4410111" y="2947465"/>
                </a:cubicBezTo>
                <a:cubicBezTo>
                  <a:pt x="4347417" y="2640863"/>
                  <a:pt x="4257356" y="2342636"/>
                  <a:pt x="4070579" y="2090376"/>
                </a:cubicBezTo>
                <a:close/>
                <a:moveTo>
                  <a:pt x="4020821" y="2034549"/>
                </a:moveTo>
                <a:cubicBezTo>
                  <a:pt x="3991634" y="2371132"/>
                  <a:pt x="4184325" y="2658088"/>
                  <a:pt x="4372756" y="2932293"/>
                </a:cubicBezTo>
                <a:cubicBezTo>
                  <a:pt x="4341528" y="2858555"/>
                  <a:pt x="4305088" y="2786473"/>
                  <a:pt x="4268731" y="2715710"/>
                </a:cubicBezTo>
                <a:cubicBezTo>
                  <a:pt x="4210547" y="2602235"/>
                  <a:pt x="4150011" y="2485181"/>
                  <a:pt x="4113960" y="2360474"/>
                </a:cubicBezTo>
                <a:cubicBezTo>
                  <a:pt x="4105734" y="2331239"/>
                  <a:pt x="4098289" y="2301693"/>
                  <a:pt x="4090842" y="2272139"/>
                </a:cubicBezTo>
                <a:lnTo>
                  <a:pt x="4081569" y="2234734"/>
                </a:lnTo>
                <a:cubicBezTo>
                  <a:pt x="4064530" y="2167007"/>
                  <a:pt x="4043843" y="2100302"/>
                  <a:pt x="4020821" y="2034549"/>
                </a:cubicBezTo>
                <a:close/>
                <a:moveTo>
                  <a:pt x="3001316" y="2032338"/>
                </a:moveTo>
                <a:cubicBezTo>
                  <a:pt x="2982933" y="2081859"/>
                  <a:pt x="2966493" y="2132840"/>
                  <a:pt x="2953880" y="2185446"/>
                </a:cubicBezTo>
                <a:cubicBezTo>
                  <a:pt x="2921068" y="2317695"/>
                  <a:pt x="2906505" y="2457032"/>
                  <a:pt x="2883664" y="2591574"/>
                </a:cubicBezTo>
                <a:cubicBezTo>
                  <a:pt x="2864755" y="2700098"/>
                  <a:pt x="2813661" y="2959166"/>
                  <a:pt x="2826885" y="2991809"/>
                </a:cubicBezTo>
                <a:lnTo>
                  <a:pt x="2860250" y="2826310"/>
                </a:lnTo>
                <a:cubicBezTo>
                  <a:pt x="2871141" y="2771690"/>
                  <a:pt x="2882731" y="2715434"/>
                  <a:pt x="2896499" y="2660098"/>
                </a:cubicBezTo>
                <a:cubicBezTo>
                  <a:pt x="2908585" y="2611783"/>
                  <a:pt x="2923082" y="2563843"/>
                  <a:pt x="2937125" y="2516991"/>
                </a:cubicBezTo>
                <a:cubicBezTo>
                  <a:pt x="2975863" y="2385961"/>
                  <a:pt x="3015900" y="2250332"/>
                  <a:pt x="3010471" y="2114122"/>
                </a:cubicBezTo>
                <a:cubicBezTo>
                  <a:pt x="3009267" y="2086568"/>
                  <a:pt x="3005955" y="2059413"/>
                  <a:pt x="3001316" y="2032338"/>
                </a:cubicBezTo>
                <a:close/>
                <a:moveTo>
                  <a:pt x="3105532" y="1991479"/>
                </a:moveTo>
                <a:cubicBezTo>
                  <a:pt x="3254427" y="2144650"/>
                  <a:pt x="3409943" y="2280670"/>
                  <a:pt x="3599280" y="2371770"/>
                </a:cubicBezTo>
                <a:cubicBezTo>
                  <a:pt x="3463064" y="2234271"/>
                  <a:pt x="3300266" y="2088089"/>
                  <a:pt x="3105532" y="1991479"/>
                </a:cubicBezTo>
                <a:close/>
                <a:moveTo>
                  <a:pt x="3111169" y="1962963"/>
                </a:moveTo>
                <a:cubicBezTo>
                  <a:pt x="3306049" y="2057701"/>
                  <a:pt x="3468685" y="2201237"/>
                  <a:pt x="3606223" y="2338658"/>
                </a:cubicBezTo>
                <a:cubicBezTo>
                  <a:pt x="3470641" y="2169232"/>
                  <a:pt x="3285027" y="1968969"/>
                  <a:pt x="3111169" y="1962963"/>
                </a:cubicBezTo>
                <a:close/>
                <a:moveTo>
                  <a:pt x="2050698" y="1338235"/>
                </a:moveTo>
                <a:cubicBezTo>
                  <a:pt x="2064377" y="1651120"/>
                  <a:pt x="2209927" y="1999242"/>
                  <a:pt x="2370409" y="2272553"/>
                </a:cubicBezTo>
                <a:cubicBezTo>
                  <a:pt x="2357712" y="2235634"/>
                  <a:pt x="2347580" y="2197225"/>
                  <a:pt x="2338306" y="2159819"/>
                </a:cubicBezTo>
                <a:lnTo>
                  <a:pt x="2334023" y="2142555"/>
                </a:lnTo>
                <a:cubicBezTo>
                  <a:pt x="2289026" y="1964482"/>
                  <a:pt x="2230790" y="1787247"/>
                  <a:pt x="2161071" y="1617375"/>
                </a:cubicBezTo>
                <a:cubicBezTo>
                  <a:pt x="2150764" y="1593060"/>
                  <a:pt x="2141003" y="1568967"/>
                  <a:pt x="2130699" y="1544643"/>
                </a:cubicBezTo>
                <a:cubicBezTo>
                  <a:pt x="2102533" y="1477354"/>
                  <a:pt x="2073739" y="1408510"/>
                  <a:pt x="2050698" y="1338235"/>
                </a:cubicBezTo>
                <a:close/>
                <a:moveTo>
                  <a:pt x="2060478" y="1278636"/>
                </a:moveTo>
                <a:cubicBezTo>
                  <a:pt x="2085382" y="1365794"/>
                  <a:pt x="2121337" y="1451189"/>
                  <a:pt x="2156346" y="1534260"/>
                </a:cubicBezTo>
                <a:lnTo>
                  <a:pt x="2187258" y="1607218"/>
                </a:lnTo>
                <a:cubicBezTo>
                  <a:pt x="2256583" y="1774989"/>
                  <a:pt x="2314102" y="1949347"/>
                  <a:pt x="2358704" y="2125320"/>
                </a:cubicBezTo>
                <a:cubicBezTo>
                  <a:pt x="2326696" y="1963695"/>
                  <a:pt x="2286060" y="1804203"/>
                  <a:pt x="2233598" y="1646797"/>
                </a:cubicBezTo>
                <a:cubicBezTo>
                  <a:pt x="2188082" y="1511000"/>
                  <a:pt x="2118450" y="1397178"/>
                  <a:pt x="2060478" y="1278636"/>
                </a:cubicBezTo>
                <a:close/>
                <a:moveTo>
                  <a:pt x="1974152" y="1245311"/>
                </a:moveTo>
                <a:cubicBezTo>
                  <a:pt x="1899849" y="1271794"/>
                  <a:pt x="1845607" y="1329954"/>
                  <a:pt x="1811379" y="1406236"/>
                </a:cubicBezTo>
                <a:cubicBezTo>
                  <a:pt x="1793417" y="1445630"/>
                  <a:pt x="1774985" y="1502850"/>
                  <a:pt x="1767940" y="1546869"/>
                </a:cubicBezTo>
                <a:cubicBezTo>
                  <a:pt x="1756267" y="1618535"/>
                  <a:pt x="1762401" y="1614698"/>
                  <a:pt x="1796474" y="1557016"/>
                </a:cubicBezTo>
                <a:cubicBezTo>
                  <a:pt x="1857987" y="1454296"/>
                  <a:pt x="1917005" y="1349880"/>
                  <a:pt x="1974152" y="1245311"/>
                </a:cubicBezTo>
                <a:close/>
                <a:moveTo>
                  <a:pt x="4681531" y="959050"/>
                </a:moveTo>
                <a:cubicBezTo>
                  <a:pt x="4667665" y="975072"/>
                  <a:pt x="4653801" y="991089"/>
                  <a:pt x="4638064" y="1006960"/>
                </a:cubicBezTo>
                <a:cubicBezTo>
                  <a:pt x="4572574" y="1071943"/>
                  <a:pt x="4498932" y="1125748"/>
                  <a:pt x="4415502" y="1184424"/>
                </a:cubicBezTo>
                <a:cubicBezTo>
                  <a:pt x="4354739" y="1227583"/>
                  <a:pt x="4278681" y="1281016"/>
                  <a:pt x="4197574" y="1317493"/>
                </a:cubicBezTo>
                <a:cubicBezTo>
                  <a:pt x="4173020" y="1328342"/>
                  <a:pt x="4148153" y="1338416"/>
                  <a:pt x="4122737" y="1348256"/>
                </a:cubicBezTo>
                <a:cubicBezTo>
                  <a:pt x="4088783" y="1361567"/>
                  <a:pt x="4056139" y="1374791"/>
                  <a:pt x="4024988" y="1390573"/>
                </a:cubicBezTo>
                <a:cubicBezTo>
                  <a:pt x="4165369" y="1358579"/>
                  <a:pt x="4302892" y="1298342"/>
                  <a:pt x="4421265" y="1220988"/>
                </a:cubicBezTo>
                <a:cubicBezTo>
                  <a:pt x="4516666" y="1158366"/>
                  <a:pt x="4617535" y="1064584"/>
                  <a:pt x="4681531" y="959050"/>
                </a:cubicBezTo>
                <a:close/>
                <a:moveTo>
                  <a:pt x="4722484" y="854709"/>
                </a:moveTo>
                <a:cubicBezTo>
                  <a:pt x="4713724" y="863235"/>
                  <a:pt x="4704652" y="870980"/>
                  <a:pt x="4695347" y="879275"/>
                </a:cubicBezTo>
                <a:cubicBezTo>
                  <a:pt x="4560726" y="998039"/>
                  <a:pt x="4415771" y="1121443"/>
                  <a:pt x="4253878" y="1216434"/>
                </a:cubicBezTo>
                <a:lnTo>
                  <a:pt x="4213112" y="1239730"/>
                </a:lnTo>
                <a:cubicBezTo>
                  <a:pt x="4152620" y="1274640"/>
                  <a:pt x="4090577" y="1310180"/>
                  <a:pt x="4037747" y="1352837"/>
                </a:cubicBezTo>
                <a:cubicBezTo>
                  <a:pt x="4062533" y="1341442"/>
                  <a:pt x="4087944" y="1331600"/>
                  <a:pt x="4113362" y="1321759"/>
                </a:cubicBezTo>
                <a:cubicBezTo>
                  <a:pt x="4137990" y="1312227"/>
                  <a:pt x="4162627" y="1302697"/>
                  <a:pt x="4186634" y="1291618"/>
                </a:cubicBezTo>
                <a:cubicBezTo>
                  <a:pt x="4265418" y="1256083"/>
                  <a:pt x="4339921" y="1203284"/>
                  <a:pt x="4399674" y="1160983"/>
                </a:cubicBezTo>
                <a:cubicBezTo>
                  <a:pt x="4481551" y="1102940"/>
                  <a:pt x="4554724" y="1050225"/>
                  <a:pt x="4618435" y="986418"/>
                </a:cubicBezTo>
                <a:cubicBezTo>
                  <a:pt x="4660678" y="944429"/>
                  <a:pt x="4695591" y="899980"/>
                  <a:pt x="4722484" y="854709"/>
                </a:cubicBezTo>
                <a:close/>
                <a:moveTo>
                  <a:pt x="1456504" y="777000"/>
                </a:moveTo>
                <a:cubicBezTo>
                  <a:pt x="1456064" y="782606"/>
                  <a:pt x="1455073" y="787979"/>
                  <a:pt x="1454399" y="794136"/>
                </a:cubicBezTo>
                <a:cubicBezTo>
                  <a:pt x="1451982" y="810498"/>
                  <a:pt x="1450340" y="826538"/>
                  <a:pt x="1448466" y="843129"/>
                </a:cubicBezTo>
                <a:cubicBezTo>
                  <a:pt x="1443098" y="896870"/>
                  <a:pt x="1442326" y="951907"/>
                  <a:pt x="1442252" y="1005313"/>
                </a:cubicBezTo>
                <a:cubicBezTo>
                  <a:pt x="1440336" y="1206014"/>
                  <a:pt x="1438833" y="1413328"/>
                  <a:pt x="1469382" y="1614896"/>
                </a:cubicBezTo>
                <a:lnTo>
                  <a:pt x="1472106" y="1632791"/>
                </a:lnTo>
                <a:lnTo>
                  <a:pt x="1479091" y="1680170"/>
                </a:lnTo>
                <a:cubicBezTo>
                  <a:pt x="1479741" y="1669501"/>
                  <a:pt x="1479617" y="1659149"/>
                  <a:pt x="1480043" y="1649028"/>
                </a:cubicBezTo>
                <a:cubicBezTo>
                  <a:pt x="1483046" y="1394060"/>
                  <a:pt x="1486555" y="1130296"/>
                  <a:pt x="1464087" y="871628"/>
                </a:cubicBezTo>
                <a:lnTo>
                  <a:pt x="1462204" y="850229"/>
                </a:lnTo>
                <a:cubicBezTo>
                  <a:pt x="1460150" y="826182"/>
                  <a:pt x="1458096" y="802134"/>
                  <a:pt x="1456504" y="777000"/>
                </a:cubicBezTo>
                <a:close/>
                <a:moveTo>
                  <a:pt x="1483619" y="764662"/>
                </a:moveTo>
                <a:cubicBezTo>
                  <a:pt x="1484834" y="792211"/>
                  <a:pt x="1487677" y="820458"/>
                  <a:pt x="1489670" y="847698"/>
                </a:cubicBezTo>
                <a:lnTo>
                  <a:pt x="1491553" y="869097"/>
                </a:lnTo>
                <a:cubicBezTo>
                  <a:pt x="1513754" y="1119277"/>
                  <a:pt x="1511208" y="1373147"/>
                  <a:pt x="1508481" y="1619865"/>
                </a:cubicBezTo>
                <a:cubicBezTo>
                  <a:pt x="1576046" y="1335574"/>
                  <a:pt x="1567527" y="1045475"/>
                  <a:pt x="1483619" y="764662"/>
                </a:cubicBezTo>
                <a:close/>
                <a:moveTo>
                  <a:pt x="1430481" y="630137"/>
                </a:moveTo>
                <a:cubicBezTo>
                  <a:pt x="1267590" y="940376"/>
                  <a:pt x="1333252" y="1302315"/>
                  <a:pt x="1442495" y="1626691"/>
                </a:cubicBezTo>
                <a:lnTo>
                  <a:pt x="1441222" y="1619067"/>
                </a:lnTo>
                <a:cubicBezTo>
                  <a:pt x="1410273" y="1415398"/>
                  <a:pt x="1411692" y="1206762"/>
                  <a:pt x="1414069" y="1004967"/>
                </a:cubicBezTo>
                <a:cubicBezTo>
                  <a:pt x="1414375" y="951016"/>
                  <a:pt x="1414834" y="895204"/>
                  <a:pt x="1420665" y="840369"/>
                </a:cubicBezTo>
                <a:cubicBezTo>
                  <a:pt x="1422537" y="823783"/>
                  <a:pt x="1424411" y="807192"/>
                  <a:pt x="1426829" y="790831"/>
                </a:cubicBezTo>
                <a:cubicBezTo>
                  <a:pt x="1433522" y="737010"/>
                  <a:pt x="1440125" y="681866"/>
                  <a:pt x="1430481" y="630137"/>
                </a:cubicBezTo>
                <a:close/>
                <a:moveTo>
                  <a:pt x="4023796" y="623931"/>
                </a:moveTo>
                <a:cubicBezTo>
                  <a:pt x="3998086" y="637515"/>
                  <a:pt x="3972609" y="650546"/>
                  <a:pt x="3945729" y="662344"/>
                </a:cubicBezTo>
                <a:cubicBezTo>
                  <a:pt x="3801060" y="727282"/>
                  <a:pt x="3645502" y="758642"/>
                  <a:pt x="3498947" y="818916"/>
                </a:cubicBezTo>
                <a:cubicBezTo>
                  <a:pt x="3325974" y="889896"/>
                  <a:pt x="3184420" y="1008307"/>
                  <a:pt x="3031283" y="1111507"/>
                </a:cubicBezTo>
                <a:cubicBezTo>
                  <a:pt x="3091555" y="1098395"/>
                  <a:pt x="3148558" y="1067158"/>
                  <a:pt x="3203692" y="1035777"/>
                </a:cubicBezTo>
                <a:lnTo>
                  <a:pt x="3218294" y="1027151"/>
                </a:lnTo>
                <a:cubicBezTo>
                  <a:pt x="3353948" y="950027"/>
                  <a:pt x="3497672" y="882756"/>
                  <a:pt x="3636737" y="817377"/>
                </a:cubicBezTo>
                <a:cubicBezTo>
                  <a:pt x="3765775" y="757414"/>
                  <a:pt x="3897289" y="694633"/>
                  <a:pt x="4023796" y="623931"/>
                </a:cubicBezTo>
                <a:close/>
                <a:moveTo>
                  <a:pt x="3311704" y="584486"/>
                </a:moveTo>
                <a:cubicBezTo>
                  <a:pt x="3272983" y="648568"/>
                  <a:pt x="3231536" y="711502"/>
                  <a:pt x="3190778" y="772788"/>
                </a:cubicBezTo>
                <a:cubicBezTo>
                  <a:pt x="3126979" y="868744"/>
                  <a:pt x="3062020" y="967431"/>
                  <a:pt x="3007981" y="1070739"/>
                </a:cubicBezTo>
                <a:cubicBezTo>
                  <a:pt x="3110594" y="966751"/>
                  <a:pt x="3204922" y="819977"/>
                  <a:pt x="3267578" y="693281"/>
                </a:cubicBezTo>
                <a:close/>
                <a:moveTo>
                  <a:pt x="2664888" y="518596"/>
                </a:moveTo>
                <a:cubicBezTo>
                  <a:pt x="2580256" y="532980"/>
                  <a:pt x="2495702" y="548687"/>
                  <a:pt x="2411865" y="567273"/>
                </a:cubicBezTo>
                <a:cubicBezTo>
                  <a:pt x="2215416" y="611580"/>
                  <a:pt x="2055895" y="697916"/>
                  <a:pt x="1896643" y="809468"/>
                </a:cubicBezTo>
                <a:cubicBezTo>
                  <a:pt x="1897193" y="809701"/>
                  <a:pt x="1897736" y="809931"/>
                  <a:pt x="1899055" y="809848"/>
                </a:cubicBezTo>
                <a:cubicBezTo>
                  <a:pt x="2091065" y="728900"/>
                  <a:pt x="2275399" y="656935"/>
                  <a:pt x="2446633" y="596159"/>
                </a:cubicBezTo>
                <a:close/>
                <a:moveTo>
                  <a:pt x="2796924" y="501747"/>
                </a:moveTo>
                <a:lnTo>
                  <a:pt x="2455237" y="622979"/>
                </a:lnTo>
                <a:cubicBezTo>
                  <a:pt x="2296206" y="679263"/>
                  <a:pt x="2126634" y="745243"/>
                  <a:pt x="1949308" y="818889"/>
                </a:cubicBezTo>
                <a:cubicBezTo>
                  <a:pt x="1950089" y="818579"/>
                  <a:pt x="1950089" y="818579"/>
                  <a:pt x="1950634" y="818810"/>
                </a:cubicBezTo>
                <a:cubicBezTo>
                  <a:pt x="2249794" y="764555"/>
                  <a:pt x="2535304" y="633058"/>
                  <a:pt x="2796924" y="501747"/>
                </a:cubicBezTo>
                <a:close/>
                <a:moveTo>
                  <a:pt x="3335099" y="488163"/>
                </a:moveTo>
                <a:lnTo>
                  <a:pt x="3151139" y="734118"/>
                </a:lnTo>
                <a:lnTo>
                  <a:pt x="3136980" y="753877"/>
                </a:lnTo>
                <a:cubicBezTo>
                  <a:pt x="3108114" y="793161"/>
                  <a:pt x="3082736" y="828772"/>
                  <a:pt x="3062043" y="867004"/>
                </a:cubicBezTo>
                <a:cubicBezTo>
                  <a:pt x="3033701" y="918746"/>
                  <a:pt x="3011684" y="973805"/>
                  <a:pt x="2994594" y="1035452"/>
                </a:cubicBezTo>
                <a:cubicBezTo>
                  <a:pt x="3046947" y="939156"/>
                  <a:pt x="3107576" y="847655"/>
                  <a:pt x="3167517" y="757788"/>
                </a:cubicBezTo>
                <a:cubicBezTo>
                  <a:pt x="3225200" y="670189"/>
                  <a:pt x="3284135" y="581180"/>
                  <a:pt x="3335099" y="488163"/>
                </a:cubicBezTo>
                <a:close/>
                <a:moveTo>
                  <a:pt x="2891507" y="485136"/>
                </a:moveTo>
                <a:cubicBezTo>
                  <a:pt x="2633092" y="616512"/>
                  <a:pt x="2348081" y="755947"/>
                  <a:pt x="2047508" y="825701"/>
                </a:cubicBezTo>
                <a:cubicBezTo>
                  <a:pt x="2357909" y="831572"/>
                  <a:pt x="2636584" y="667562"/>
                  <a:pt x="2891507" y="485136"/>
                </a:cubicBezTo>
                <a:close/>
                <a:moveTo>
                  <a:pt x="4418489" y="483936"/>
                </a:moveTo>
                <a:cubicBezTo>
                  <a:pt x="4332433" y="547295"/>
                  <a:pt x="4242855" y="605296"/>
                  <a:pt x="4155290" y="661575"/>
                </a:cubicBezTo>
                <a:cubicBezTo>
                  <a:pt x="3969451" y="781189"/>
                  <a:pt x="3777243" y="905190"/>
                  <a:pt x="3571040" y="996875"/>
                </a:cubicBezTo>
                <a:cubicBezTo>
                  <a:pt x="3418056" y="1064725"/>
                  <a:pt x="3258062" y="1114166"/>
                  <a:pt x="3093710" y="1145020"/>
                </a:cubicBezTo>
                <a:cubicBezTo>
                  <a:pt x="3128860" y="1154752"/>
                  <a:pt x="3165333" y="1164394"/>
                  <a:pt x="3207527" y="1163586"/>
                </a:cubicBezTo>
                <a:cubicBezTo>
                  <a:pt x="3359545" y="1160350"/>
                  <a:pt x="3521798" y="1058435"/>
                  <a:pt x="3652751" y="990907"/>
                </a:cubicBezTo>
                <a:cubicBezTo>
                  <a:pt x="3834432" y="897860"/>
                  <a:pt x="4013510" y="797268"/>
                  <a:pt x="4180906" y="680145"/>
                </a:cubicBezTo>
                <a:cubicBezTo>
                  <a:pt x="4224133" y="649515"/>
                  <a:pt x="4353624" y="550475"/>
                  <a:pt x="4418489" y="483936"/>
                </a:cubicBezTo>
                <a:close/>
                <a:moveTo>
                  <a:pt x="3316944" y="465669"/>
                </a:moveTo>
                <a:cubicBezTo>
                  <a:pt x="3194809" y="521478"/>
                  <a:pt x="2954579" y="894258"/>
                  <a:pt x="2958819" y="1062158"/>
                </a:cubicBezTo>
                <a:cubicBezTo>
                  <a:pt x="2971057" y="1011968"/>
                  <a:pt x="2985641" y="965354"/>
                  <a:pt x="3004132" y="921679"/>
                </a:cubicBezTo>
                <a:cubicBezTo>
                  <a:pt x="3014072" y="898200"/>
                  <a:pt x="3025105" y="875187"/>
                  <a:pt x="3037224" y="852631"/>
                </a:cubicBezTo>
                <a:cubicBezTo>
                  <a:pt x="3058615" y="812759"/>
                  <a:pt x="3085004" y="776291"/>
                  <a:pt x="3114637" y="736692"/>
                </a:cubicBezTo>
                <a:lnTo>
                  <a:pt x="3128801" y="716935"/>
                </a:lnTo>
                <a:cubicBezTo>
                  <a:pt x="3193882" y="628604"/>
                  <a:pt x="3252848" y="548625"/>
                  <a:pt x="3316944" y="465669"/>
                </a:cubicBezTo>
                <a:close/>
                <a:moveTo>
                  <a:pt x="4448894" y="422768"/>
                </a:moveTo>
                <a:cubicBezTo>
                  <a:pt x="4372745" y="436884"/>
                  <a:pt x="4303112" y="482734"/>
                  <a:pt x="4235585" y="528178"/>
                </a:cubicBezTo>
                <a:lnTo>
                  <a:pt x="4213155" y="543149"/>
                </a:lnTo>
                <a:cubicBezTo>
                  <a:pt x="4035485" y="661715"/>
                  <a:pt x="3839402" y="753816"/>
                  <a:pt x="3649218" y="842623"/>
                </a:cubicBezTo>
                <a:cubicBezTo>
                  <a:pt x="3510392" y="907459"/>
                  <a:pt x="3367451" y="974411"/>
                  <a:pt x="3232564" y="1051220"/>
                </a:cubicBezTo>
                <a:lnTo>
                  <a:pt x="3217970" y="1059849"/>
                </a:lnTo>
                <a:cubicBezTo>
                  <a:pt x="3184886" y="1078679"/>
                  <a:pt x="3151576" y="1098052"/>
                  <a:pt x="3116688" y="1113543"/>
                </a:cubicBezTo>
                <a:cubicBezTo>
                  <a:pt x="3269055" y="1082118"/>
                  <a:pt x="3417223" y="1034762"/>
                  <a:pt x="3559098" y="971858"/>
                </a:cubicBezTo>
                <a:cubicBezTo>
                  <a:pt x="3763514" y="881353"/>
                  <a:pt x="3954942" y="757667"/>
                  <a:pt x="4140004" y="638368"/>
                </a:cubicBezTo>
                <a:cubicBezTo>
                  <a:pt x="4244649" y="570645"/>
                  <a:pt x="4351849" y="501435"/>
                  <a:pt x="4451852" y="423380"/>
                </a:cubicBezTo>
                <a:cubicBezTo>
                  <a:pt x="4450763" y="422918"/>
                  <a:pt x="4450211" y="422686"/>
                  <a:pt x="4448894" y="422768"/>
                </a:cubicBezTo>
                <a:close/>
                <a:moveTo>
                  <a:pt x="680568" y="416949"/>
                </a:moveTo>
                <a:cubicBezTo>
                  <a:pt x="573847" y="489578"/>
                  <a:pt x="483985" y="589312"/>
                  <a:pt x="394452" y="694330"/>
                </a:cubicBezTo>
                <a:lnTo>
                  <a:pt x="340402" y="759654"/>
                </a:lnTo>
                <a:close/>
                <a:moveTo>
                  <a:pt x="827699" y="416143"/>
                </a:moveTo>
                <a:cubicBezTo>
                  <a:pt x="835728" y="454953"/>
                  <a:pt x="841663" y="494162"/>
                  <a:pt x="841524" y="534021"/>
                </a:cubicBezTo>
                <a:cubicBezTo>
                  <a:pt x="841577" y="581042"/>
                  <a:pt x="833611" y="627240"/>
                  <a:pt x="825554" y="672115"/>
                </a:cubicBezTo>
                <a:cubicBezTo>
                  <a:pt x="819855" y="703824"/>
                  <a:pt x="814239" y="736857"/>
                  <a:pt x="811499" y="769176"/>
                </a:cubicBezTo>
                <a:cubicBezTo>
                  <a:pt x="803608" y="866910"/>
                  <a:pt x="822564" y="965070"/>
                  <a:pt x="841586" y="1060039"/>
                </a:cubicBezTo>
                <a:cubicBezTo>
                  <a:pt x="870658" y="1208834"/>
                  <a:pt x="901383" y="1362838"/>
                  <a:pt x="942912" y="1511108"/>
                </a:cubicBezTo>
                <a:cubicBezTo>
                  <a:pt x="977911" y="1186645"/>
                  <a:pt x="995896" y="815698"/>
                  <a:pt x="884057" y="521768"/>
                </a:cubicBezTo>
                <a:cubicBezTo>
                  <a:pt x="868776" y="481820"/>
                  <a:pt x="846755" y="448679"/>
                  <a:pt x="827699" y="416143"/>
                </a:cubicBezTo>
                <a:close/>
                <a:moveTo>
                  <a:pt x="798883" y="414244"/>
                </a:moveTo>
                <a:cubicBezTo>
                  <a:pt x="695211" y="736679"/>
                  <a:pt x="755992" y="1050836"/>
                  <a:pt x="875825" y="1357811"/>
                </a:cubicBezTo>
                <a:cubicBezTo>
                  <a:pt x="852896" y="1259904"/>
                  <a:pt x="833394" y="1161513"/>
                  <a:pt x="814514" y="1064671"/>
                </a:cubicBezTo>
                <a:cubicBezTo>
                  <a:pt x="795638" y="967838"/>
                  <a:pt x="775736" y="867346"/>
                  <a:pt x="783698" y="766414"/>
                </a:cubicBezTo>
                <a:cubicBezTo>
                  <a:pt x="786354" y="732777"/>
                  <a:pt x="792197" y="699198"/>
                  <a:pt x="798129" y="666939"/>
                </a:cubicBezTo>
                <a:cubicBezTo>
                  <a:pt x="805719" y="623158"/>
                  <a:pt x="813776" y="578281"/>
                  <a:pt x="813894" y="533909"/>
                </a:cubicBezTo>
                <a:cubicBezTo>
                  <a:pt x="813480" y="493822"/>
                  <a:pt x="807234" y="453832"/>
                  <a:pt x="798883" y="414244"/>
                </a:cubicBezTo>
                <a:close/>
                <a:moveTo>
                  <a:pt x="673202" y="388720"/>
                </a:moveTo>
                <a:cubicBezTo>
                  <a:pt x="560862" y="422924"/>
                  <a:pt x="473506" y="490876"/>
                  <a:pt x="392779" y="596411"/>
                </a:cubicBezTo>
                <a:cubicBezTo>
                  <a:pt x="345173" y="658663"/>
                  <a:pt x="304966" y="720182"/>
                  <a:pt x="270088" y="790400"/>
                </a:cubicBezTo>
                <a:cubicBezTo>
                  <a:pt x="265839" y="798902"/>
                  <a:pt x="262292" y="805767"/>
                  <a:pt x="259285" y="812869"/>
                </a:cubicBezTo>
                <a:cubicBezTo>
                  <a:pt x="297306" y="767160"/>
                  <a:pt x="334780" y="721219"/>
                  <a:pt x="372890" y="676832"/>
                </a:cubicBezTo>
                <a:cubicBezTo>
                  <a:pt x="466138" y="567590"/>
                  <a:pt x="560501" y="463327"/>
                  <a:pt x="673202" y="388720"/>
                </a:cubicBezTo>
                <a:close/>
                <a:moveTo>
                  <a:pt x="1628210" y="0"/>
                </a:moveTo>
                <a:lnTo>
                  <a:pt x="1748399" y="0"/>
                </a:lnTo>
                <a:lnTo>
                  <a:pt x="1783391" y="17650"/>
                </a:lnTo>
                <a:cubicBezTo>
                  <a:pt x="1878225" y="54329"/>
                  <a:pt x="1980824" y="64330"/>
                  <a:pt x="2084193" y="69947"/>
                </a:cubicBezTo>
                <a:cubicBezTo>
                  <a:pt x="2305723" y="81971"/>
                  <a:pt x="2525917" y="56091"/>
                  <a:pt x="2744101" y="15192"/>
                </a:cubicBezTo>
                <a:cubicBezTo>
                  <a:pt x="2562964" y="37013"/>
                  <a:pt x="2380220" y="45912"/>
                  <a:pt x="2197414" y="41266"/>
                </a:cubicBezTo>
                <a:cubicBezTo>
                  <a:pt x="2092695" y="38460"/>
                  <a:pt x="1999575" y="31066"/>
                  <a:pt x="1914967" y="18583"/>
                </a:cubicBezTo>
                <a:lnTo>
                  <a:pt x="1815559" y="0"/>
                </a:lnTo>
                <a:lnTo>
                  <a:pt x="2001666" y="0"/>
                </a:lnTo>
                <a:lnTo>
                  <a:pt x="2036517" y="4274"/>
                </a:lnTo>
                <a:cubicBezTo>
                  <a:pt x="2087672" y="8689"/>
                  <a:pt x="2141872" y="11637"/>
                  <a:pt x="2199623" y="13232"/>
                </a:cubicBezTo>
                <a:cubicBezTo>
                  <a:pt x="2273140" y="15225"/>
                  <a:pt x="2346666" y="15008"/>
                  <a:pt x="2420103" y="12601"/>
                </a:cubicBezTo>
                <a:lnTo>
                  <a:pt x="2621330" y="0"/>
                </a:lnTo>
                <a:lnTo>
                  <a:pt x="3076571" y="0"/>
                </a:lnTo>
                <a:lnTo>
                  <a:pt x="2924796" y="36772"/>
                </a:lnTo>
                <a:cubicBezTo>
                  <a:pt x="2603232" y="110795"/>
                  <a:pt x="2272273" y="167441"/>
                  <a:pt x="1946203" y="131277"/>
                </a:cubicBezTo>
                <a:cubicBezTo>
                  <a:pt x="1847872" y="120226"/>
                  <a:pt x="1775939" y="84460"/>
                  <a:pt x="1707026" y="44983"/>
                </a:cubicBezTo>
                <a:close/>
                <a:moveTo>
                  <a:pt x="1007398" y="0"/>
                </a:moveTo>
                <a:lnTo>
                  <a:pt x="1105902" y="0"/>
                </a:lnTo>
                <a:lnTo>
                  <a:pt x="1191939" y="117664"/>
                </a:lnTo>
                <a:cubicBezTo>
                  <a:pt x="1366125" y="341427"/>
                  <a:pt x="1562103" y="551148"/>
                  <a:pt x="1780907" y="743734"/>
                </a:cubicBezTo>
                <a:cubicBezTo>
                  <a:pt x="1801144" y="761313"/>
                  <a:pt x="1821617" y="778348"/>
                  <a:pt x="1841857" y="795932"/>
                </a:cubicBezTo>
                <a:cubicBezTo>
                  <a:pt x="1990610" y="686371"/>
                  <a:pt x="2139633" y="585288"/>
                  <a:pt x="2317896" y="530713"/>
                </a:cubicBezTo>
                <a:cubicBezTo>
                  <a:pt x="2542030" y="462073"/>
                  <a:pt x="2783392" y="434854"/>
                  <a:pt x="3015228" y="399738"/>
                </a:cubicBezTo>
                <a:cubicBezTo>
                  <a:pt x="3052333" y="394202"/>
                  <a:pt x="3010950" y="453937"/>
                  <a:pt x="3000782" y="461219"/>
                </a:cubicBezTo>
                <a:cubicBezTo>
                  <a:pt x="2693972" y="688641"/>
                  <a:pt x="2350770" y="924476"/>
                  <a:pt x="1963190" y="895589"/>
                </a:cubicBezTo>
                <a:cubicBezTo>
                  <a:pt x="2149512" y="1044003"/>
                  <a:pt x="2346363" y="1178199"/>
                  <a:pt x="2552180" y="1298815"/>
                </a:cubicBezTo>
                <a:cubicBezTo>
                  <a:pt x="2674551" y="1263712"/>
                  <a:pt x="2789192" y="1186061"/>
                  <a:pt x="2904618" y="1146081"/>
                </a:cubicBezTo>
                <a:cubicBezTo>
                  <a:pt x="2811839" y="901425"/>
                  <a:pt x="3283913" y="443317"/>
                  <a:pt x="3428829" y="310883"/>
                </a:cubicBezTo>
                <a:cubicBezTo>
                  <a:pt x="3440380" y="300321"/>
                  <a:pt x="3459741" y="295643"/>
                  <a:pt x="3452135" y="318176"/>
                </a:cubicBezTo>
                <a:cubicBezTo>
                  <a:pt x="3377952" y="531416"/>
                  <a:pt x="3301457" y="750112"/>
                  <a:pt x="3169464" y="935661"/>
                </a:cubicBezTo>
                <a:cubicBezTo>
                  <a:pt x="3150662" y="961821"/>
                  <a:pt x="3003773" y="1105010"/>
                  <a:pt x="3049395" y="1070245"/>
                </a:cubicBezTo>
                <a:cubicBezTo>
                  <a:pt x="3162985" y="984423"/>
                  <a:pt x="3272630" y="886628"/>
                  <a:pt x="3401235" y="815534"/>
                </a:cubicBezTo>
                <a:cubicBezTo>
                  <a:pt x="3665893" y="669415"/>
                  <a:pt x="3968082" y="612577"/>
                  <a:pt x="4236947" y="465665"/>
                </a:cubicBezTo>
                <a:cubicBezTo>
                  <a:pt x="4280594" y="441649"/>
                  <a:pt x="4494768" y="287033"/>
                  <a:pt x="4565962" y="350012"/>
                </a:cubicBezTo>
                <a:cubicBezTo>
                  <a:pt x="4574408" y="357446"/>
                  <a:pt x="4561570" y="377121"/>
                  <a:pt x="4557937" y="382666"/>
                </a:cubicBezTo>
                <a:cubicBezTo>
                  <a:pt x="4368036" y="694348"/>
                  <a:pt x="3934455" y="895784"/>
                  <a:pt x="3621049" y="1056676"/>
                </a:cubicBezTo>
                <a:cubicBezTo>
                  <a:pt x="3449155" y="1144851"/>
                  <a:pt x="3289873" y="1230645"/>
                  <a:pt x="3094000" y="1229477"/>
                </a:cubicBezTo>
                <a:cubicBezTo>
                  <a:pt x="2989297" y="1228927"/>
                  <a:pt x="2920834" y="1221837"/>
                  <a:pt x="2813197" y="1263181"/>
                </a:cubicBezTo>
                <a:cubicBezTo>
                  <a:pt x="2746514" y="1288380"/>
                  <a:pt x="2682165" y="1312641"/>
                  <a:pt x="2615776" y="1334114"/>
                </a:cubicBezTo>
                <a:cubicBezTo>
                  <a:pt x="2856074" y="1470609"/>
                  <a:pt x="3106867" y="1588379"/>
                  <a:pt x="3364982" y="1687356"/>
                </a:cubicBezTo>
                <a:cubicBezTo>
                  <a:pt x="3367545" y="1685866"/>
                  <a:pt x="3369560" y="1684144"/>
                  <a:pt x="3371663" y="1683743"/>
                </a:cubicBezTo>
                <a:cubicBezTo>
                  <a:pt x="3559080" y="1639479"/>
                  <a:pt x="3730923" y="1559010"/>
                  <a:pt x="3883310" y="1443899"/>
                </a:cubicBezTo>
                <a:cubicBezTo>
                  <a:pt x="3885702" y="1439761"/>
                  <a:pt x="3888566" y="1434532"/>
                  <a:pt x="3892746" y="1429225"/>
                </a:cubicBezTo>
                <a:cubicBezTo>
                  <a:pt x="4100854" y="1154547"/>
                  <a:pt x="4425526" y="995756"/>
                  <a:pt x="4699980" y="789523"/>
                </a:cubicBezTo>
                <a:lnTo>
                  <a:pt x="4724400" y="769876"/>
                </a:lnTo>
                <a:lnTo>
                  <a:pt x="4724400" y="802845"/>
                </a:lnTo>
                <a:lnTo>
                  <a:pt x="4705958" y="821317"/>
                </a:lnTo>
                <a:cubicBezTo>
                  <a:pt x="4688728" y="839775"/>
                  <a:pt x="4668259" y="862655"/>
                  <a:pt x="4649798" y="877374"/>
                </a:cubicBezTo>
                <a:cubicBezTo>
                  <a:pt x="4443742" y="1038644"/>
                  <a:pt x="4191500" y="1158472"/>
                  <a:pt x="4005326" y="1344259"/>
                </a:cubicBezTo>
                <a:cubicBezTo>
                  <a:pt x="4063256" y="1294104"/>
                  <a:pt x="4132215" y="1254410"/>
                  <a:pt x="4199378" y="1215889"/>
                </a:cubicBezTo>
                <a:cubicBezTo>
                  <a:pt x="4212968" y="1208123"/>
                  <a:pt x="4226555" y="1200357"/>
                  <a:pt x="4239600" y="1192361"/>
                </a:cubicBezTo>
                <a:cubicBezTo>
                  <a:pt x="4399481" y="1099094"/>
                  <a:pt x="4542878" y="976320"/>
                  <a:pt x="4677037" y="858646"/>
                </a:cubicBezTo>
                <a:lnTo>
                  <a:pt x="4724400" y="810414"/>
                </a:lnTo>
                <a:lnTo>
                  <a:pt x="4724400" y="916439"/>
                </a:lnTo>
                <a:lnTo>
                  <a:pt x="4683030" y="982925"/>
                </a:lnTo>
                <a:cubicBezTo>
                  <a:pt x="4504646" y="1237618"/>
                  <a:pt x="4252054" y="1416530"/>
                  <a:pt x="3921884" y="1469889"/>
                </a:cubicBezTo>
                <a:cubicBezTo>
                  <a:pt x="3782100" y="1582602"/>
                  <a:pt x="3625917" y="1667134"/>
                  <a:pt x="3456136" y="1721439"/>
                </a:cubicBezTo>
                <a:cubicBezTo>
                  <a:pt x="3511887" y="1741826"/>
                  <a:pt x="3567869" y="1761662"/>
                  <a:pt x="3624313" y="1780406"/>
                </a:cubicBezTo>
                <a:cubicBezTo>
                  <a:pt x="3850637" y="1855623"/>
                  <a:pt x="4076864" y="1908264"/>
                  <a:pt x="4303638" y="1944400"/>
                </a:cubicBezTo>
                <a:cubicBezTo>
                  <a:pt x="4307581" y="1939634"/>
                  <a:pt x="4311304" y="1935410"/>
                  <a:pt x="4315566" y="1931422"/>
                </a:cubicBezTo>
                <a:cubicBezTo>
                  <a:pt x="4418123" y="1797152"/>
                  <a:pt x="4522970" y="1669642"/>
                  <a:pt x="4664388" y="1574357"/>
                </a:cubicBezTo>
                <a:lnTo>
                  <a:pt x="4724400" y="1537429"/>
                </a:lnTo>
                <a:lnTo>
                  <a:pt x="4724400" y="1589108"/>
                </a:lnTo>
                <a:lnTo>
                  <a:pt x="4644505" y="1640352"/>
                </a:lnTo>
                <a:cubicBezTo>
                  <a:pt x="4543719" y="1713959"/>
                  <a:pt x="4461038" y="1801479"/>
                  <a:pt x="4381603" y="1900149"/>
                </a:cubicBezTo>
                <a:cubicBezTo>
                  <a:pt x="4415438" y="1876488"/>
                  <a:pt x="4447471" y="1849494"/>
                  <a:pt x="4478726" y="1822808"/>
                </a:cubicBezTo>
                <a:cubicBezTo>
                  <a:pt x="4513234" y="1792997"/>
                  <a:pt x="4549530" y="1762011"/>
                  <a:pt x="4588263" y="1735914"/>
                </a:cubicBezTo>
                <a:cubicBezTo>
                  <a:pt x="4619078" y="1714840"/>
                  <a:pt x="4651924" y="1696556"/>
                  <a:pt x="4683216" y="1678902"/>
                </a:cubicBezTo>
                <a:lnTo>
                  <a:pt x="4724400" y="1655121"/>
                </a:lnTo>
                <a:lnTo>
                  <a:pt x="4724400" y="1686869"/>
                </a:lnTo>
                <a:lnTo>
                  <a:pt x="4696172" y="1703058"/>
                </a:lnTo>
                <a:cubicBezTo>
                  <a:pt x="4665104" y="1720165"/>
                  <a:pt x="4632805" y="1738677"/>
                  <a:pt x="4602997" y="1758893"/>
                </a:cubicBezTo>
                <a:cubicBezTo>
                  <a:pt x="4565822" y="1784357"/>
                  <a:pt x="4530304" y="1815035"/>
                  <a:pt x="4496021" y="1844299"/>
                </a:cubicBezTo>
                <a:cubicBezTo>
                  <a:pt x="4470821" y="1865816"/>
                  <a:pt x="4445614" y="1887338"/>
                  <a:pt x="4419004" y="1907617"/>
                </a:cubicBezTo>
                <a:cubicBezTo>
                  <a:pt x="4509516" y="1884856"/>
                  <a:pt x="4599633" y="1841647"/>
                  <a:pt x="4685975" y="1786372"/>
                </a:cubicBezTo>
                <a:lnTo>
                  <a:pt x="4724400" y="1759693"/>
                </a:lnTo>
                <a:lnTo>
                  <a:pt x="4724400" y="1809459"/>
                </a:lnTo>
                <a:lnTo>
                  <a:pt x="4653762" y="1857561"/>
                </a:lnTo>
                <a:cubicBezTo>
                  <a:pt x="4580587" y="1902591"/>
                  <a:pt x="4504944" y="1939172"/>
                  <a:pt x="4428349" y="1963079"/>
                </a:cubicBezTo>
                <a:lnTo>
                  <a:pt x="4724400" y="1990579"/>
                </a:lnTo>
                <a:lnTo>
                  <a:pt x="4724400" y="2065582"/>
                </a:lnTo>
                <a:lnTo>
                  <a:pt x="4686318" y="2063926"/>
                </a:lnTo>
                <a:lnTo>
                  <a:pt x="4724400" y="2085104"/>
                </a:lnTo>
                <a:lnTo>
                  <a:pt x="4724400" y="2178471"/>
                </a:lnTo>
                <a:lnTo>
                  <a:pt x="4617755" y="2122457"/>
                </a:lnTo>
                <a:lnTo>
                  <a:pt x="4724400" y="2196158"/>
                </a:lnTo>
                <a:lnTo>
                  <a:pt x="4724400" y="2230374"/>
                </a:lnTo>
                <a:lnTo>
                  <a:pt x="4573637" y="2126309"/>
                </a:lnTo>
                <a:cubicBezTo>
                  <a:pt x="4608893" y="2177612"/>
                  <a:pt x="4656401" y="2222030"/>
                  <a:pt x="4706850" y="2262541"/>
                </a:cubicBezTo>
                <a:lnTo>
                  <a:pt x="4724400" y="2275857"/>
                </a:lnTo>
                <a:lnTo>
                  <a:pt x="4724400" y="2377131"/>
                </a:lnTo>
                <a:lnTo>
                  <a:pt x="4688201" y="2349925"/>
                </a:lnTo>
                <a:cubicBezTo>
                  <a:pt x="4579462" y="2264619"/>
                  <a:pt x="4483104" y="2181979"/>
                  <a:pt x="4462564" y="2041945"/>
                </a:cubicBezTo>
                <a:cubicBezTo>
                  <a:pt x="4339738" y="2027929"/>
                  <a:pt x="4217123" y="2008847"/>
                  <a:pt x="4094167" y="1984479"/>
                </a:cubicBezTo>
                <a:cubicBezTo>
                  <a:pt x="4361568" y="2318516"/>
                  <a:pt x="4448657" y="2737804"/>
                  <a:pt x="4520397" y="3153822"/>
                </a:cubicBezTo>
                <a:cubicBezTo>
                  <a:pt x="4524234" y="3176690"/>
                  <a:pt x="4478166" y="3233800"/>
                  <a:pt x="4458958" y="3203134"/>
                </a:cubicBezTo>
                <a:cubicBezTo>
                  <a:pt x="4221037" y="2826855"/>
                  <a:pt x="3875607" y="2452063"/>
                  <a:pt x="3972830" y="1973028"/>
                </a:cubicBezTo>
                <a:cubicBezTo>
                  <a:pt x="3973903" y="1968973"/>
                  <a:pt x="3975983" y="1964061"/>
                  <a:pt x="3979154" y="1959605"/>
                </a:cubicBezTo>
                <a:cubicBezTo>
                  <a:pt x="3847070" y="1929437"/>
                  <a:pt x="3715197" y="1894208"/>
                  <a:pt x="3583051" y="1850495"/>
                </a:cubicBezTo>
                <a:cubicBezTo>
                  <a:pt x="3357823" y="1775743"/>
                  <a:pt x="3137042" y="1687421"/>
                  <a:pt x="2922360" y="1586232"/>
                </a:cubicBezTo>
                <a:cubicBezTo>
                  <a:pt x="2956249" y="1697796"/>
                  <a:pt x="3014099" y="1805979"/>
                  <a:pt x="3033099" y="1913175"/>
                </a:cubicBezTo>
                <a:cubicBezTo>
                  <a:pt x="3035371" y="1915419"/>
                  <a:pt x="3037950" y="1918445"/>
                  <a:pt x="3040214" y="1920694"/>
                </a:cubicBezTo>
                <a:cubicBezTo>
                  <a:pt x="3043936" y="1916469"/>
                  <a:pt x="3048200" y="1912482"/>
                  <a:pt x="3051308" y="1911226"/>
                </a:cubicBezTo>
                <a:cubicBezTo>
                  <a:pt x="3335533" y="1788841"/>
                  <a:pt x="3650972" y="2264893"/>
                  <a:pt x="3791335" y="2442781"/>
                </a:cubicBezTo>
                <a:cubicBezTo>
                  <a:pt x="3804329" y="2459223"/>
                  <a:pt x="3763010" y="2515770"/>
                  <a:pt x="3744063" y="2510325"/>
                </a:cubicBezTo>
                <a:cubicBezTo>
                  <a:pt x="3485213" y="2437432"/>
                  <a:pt x="3287280" y="2286035"/>
                  <a:pt x="3103695" y="2105302"/>
                </a:cubicBezTo>
                <a:cubicBezTo>
                  <a:pt x="3126339" y="2333141"/>
                  <a:pt x="3009845" y="2625036"/>
                  <a:pt x="2968137" y="2805672"/>
                </a:cubicBezTo>
                <a:cubicBezTo>
                  <a:pt x="2930699" y="2965580"/>
                  <a:pt x="2891878" y="3078554"/>
                  <a:pt x="2739231" y="3151701"/>
                </a:cubicBezTo>
                <a:cubicBezTo>
                  <a:pt x="2726335" y="3157832"/>
                  <a:pt x="2726972" y="3142650"/>
                  <a:pt x="2728882" y="3135084"/>
                </a:cubicBezTo>
                <a:cubicBezTo>
                  <a:pt x="2806473" y="2811909"/>
                  <a:pt x="2836690" y="2478979"/>
                  <a:pt x="2914282" y="2155807"/>
                </a:cubicBezTo>
                <a:cubicBezTo>
                  <a:pt x="2927505" y="2100241"/>
                  <a:pt x="2969504" y="2020803"/>
                  <a:pt x="2971660" y="1962486"/>
                </a:cubicBezTo>
                <a:cubicBezTo>
                  <a:pt x="2971891" y="1961942"/>
                  <a:pt x="2971575" y="1961166"/>
                  <a:pt x="2971809" y="1960615"/>
                </a:cubicBezTo>
                <a:cubicBezTo>
                  <a:pt x="2971875" y="1957427"/>
                  <a:pt x="2972485" y="1954468"/>
                  <a:pt x="2972315" y="1951821"/>
                </a:cubicBezTo>
                <a:cubicBezTo>
                  <a:pt x="2966359" y="1836632"/>
                  <a:pt x="2865027" y="1683636"/>
                  <a:pt x="2846641" y="1556749"/>
                </a:cubicBezTo>
                <a:cubicBezTo>
                  <a:pt x="2846247" y="1554649"/>
                  <a:pt x="2846851" y="1551688"/>
                  <a:pt x="2847461" y="1548729"/>
                </a:cubicBezTo>
                <a:cubicBezTo>
                  <a:pt x="2570813" y="1412938"/>
                  <a:pt x="2306528" y="1254043"/>
                  <a:pt x="2058558" y="1071804"/>
                </a:cubicBezTo>
                <a:cubicBezTo>
                  <a:pt x="2118947" y="1245450"/>
                  <a:pt x="2231454" y="1407035"/>
                  <a:pt x="2291089" y="1585512"/>
                </a:cubicBezTo>
                <a:cubicBezTo>
                  <a:pt x="2383696" y="1860991"/>
                  <a:pt x="2441466" y="2144264"/>
                  <a:pt x="2473792" y="2432858"/>
                </a:cubicBezTo>
                <a:cubicBezTo>
                  <a:pt x="2475176" y="2446319"/>
                  <a:pt x="2431252" y="2512059"/>
                  <a:pt x="2420124" y="2495762"/>
                </a:cubicBezTo>
                <a:cubicBezTo>
                  <a:pt x="2291230" y="2305989"/>
                  <a:pt x="2208353" y="2083557"/>
                  <a:pt x="2119846" y="1872898"/>
                </a:cubicBezTo>
                <a:cubicBezTo>
                  <a:pt x="2037236" y="1675682"/>
                  <a:pt x="1982639" y="1492905"/>
                  <a:pt x="1995210" y="1288346"/>
                </a:cubicBezTo>
                <a:cubicBezTo>
                  <a:pt x="1948480" y="1372857"/>
                  <a:pt x="1900430" y="1457457"/>
                  <a:pt x="1850975" y="1540820"/>
                </a:cubicBezTo>
                <a:cubicBezTo>
                  <a:pt x="1816437" y="1599587"/>
                  <a:pt x="1789540" y="1661598"/>
                  <a:pt x="1723490" y="1688355"/>
                </a:cubicBezTo>
                <a:cubicBezTo>
                  <a:pt x="1718826" y="1690241"/>
                  <a:pt x="1711811" y="1688563"/>
                  <a:pt x="1710157" y="1683354"/>
                </a:cubicBezTo>
                <a:cubicBezTo>
                  <a:pt x="1675928" y="1583238"/>
                  <a:pt x="1752515" y="1420588"/>
                  <a:pt x="1807265" y="1336896"/>
                </a:cubicBezTo>
                <a:cubicBezTo>
                  <a:pt x="1856904" y="1260695"/>
                  <a:pt x="1925612" y="1200294"/>
                  <a:pt x="2011049" y="1173376"/>
                </a:cubicBezTo>
                <a:cubicBezTo>
                  <a:pt x="2011743" y="1171736"/>
                  <a:pt x="2013211" y="1169782"/>
                  <a:pt x="2014681" y="1167830"/>
                </a:cubicBezTo>
                <a:cubicBezTo>
                  <a:pt x="1995942" y="1119335"/>
                  <a:pt x="1980541" y="1069035"/>
                  <a:pt x="1971037" y="1015438"/>
                </a:cubicBezTo>
                <a:cubicBezTo>
                  <a:pt x="1970873" y="1012795"/>
                  <a:pt x="1971247" y="1010377"/>
                  <a:pt x="1971858" y="1007420"/>
                </a:cubicBezTo>
                <a:cubicBezTo>
                  <a:pt x="1889219" y="944106"/>
                  <a:pt x="1807963" y="877509"/>
                  <a:pt x="1729505" y="808882"/>
                </a:cubicBezTo>
                <a:cubicBezTo>
                  <a:pt x="1652132" y="740719"/>
                  <a:pt x="1577790" y="669969"/>
                  <a:pt x="1506007" y="597733"/>
                </a:cubicBezTo>
                <a:cubicBezTo>
                  <a:pt x="1650265" y="988437"/>
                  <a:pt x="1648039" y="1402749"/>
                  <a:pt x="1499912" y="1795211"/>
                </a:cubicBezTo>
                <a:cubicBezTo>
                  <a:pt x="1496995" y="1803635"/>
                  <a:pt x="1454455" y="1866099"/>
                  <a:pt x="1444926" y="1841464"/>
                </a:cubicBezTo>
                <a:cubicBezTo>
                  <a:pt x="1288444" y="1433999"/>
                  <a:pt x="1179507" y="967467"/>
                  <a:pt x="1425791" y="572788"/>
                </a:cubicBezTo>
                <a:cubicBezTo>
                  <a:pt x="1428418" y="568101"/>
                  <a:pt x="1431907" y="564428"/>
                  <a:pt x="1435390" y="560750"/>
                </a:cubicBezTo>
                <a:cubicBezTo>
                  <a:pt x="1440033" y="554349"/>
                  <a:pt x="1445996" y="547863"/>
                  <a:pt x="1451502" y="542471"/>
                </a:cubicBezTo>
                <a:cubicBezTo>
                  <a:pt x="1361214" y="448553"/>
                  <a:pt x="1275425" y="351231"/>
                  <a:pt x="1194128" y="250903"/>
                </a:cubicBezTo>
                <a:close/>
                <a:moveTo>
                  <a:pt x="890158" y="0"/>
                </a:moveTo>
                <a:lnTo>
                  <a:pt x="937892" y="0"/>
                </a:lnTo>
                <a:lnTo>
                  <a:pt x="924483" y="30495"/>
                </a:lnTo>
                <a:cubicBezTo>
                  <a:pt x="886566" y="121698"/>
                  <a:pt x="856718" y="217584"/>
                  <a:pt x="872288" y="306259"/>
                </a:cubicBezTo>
                <a:cubicBezTo>
                  <a:pt x="896800" y="446040"/>
                  <a:pt x="987449" y="577127"/>
                  <a:pt x="1006247" y="727373"/>
                </a:cubicBezTo>
                <a:cubicBezTo>
                  <a:pt x="1042700" y="1013846"/>
                  <a:pt x="1021035" y="1326579"/>
                  <a:pt x="986481" y="1611960"/>
                </a:cubicBezTo>
                <a:cubicBezTo>
                  <a:pt x="984668" y="1625361"/>
                  <a:pt x="941918" y="1692886"/>
                  <a:pt x="928400" y="1663986"/>
                </a:cubicBezTo>
                <a:cubicBezTo>
                  <a:pt x="723163" y="1233305"/>
                  <a:pt x="596239" y="818387"/>
                  <a:pt x="771281" y="368438"/>
                </a:cubicBezTo>
                <a:lnTo>
                  <a:pt x="200540" y="942511"/>
                </a:lnTo>
                <a:cubicBezTo>
                  <a:pt x="190537" y="952438"/>
                  <a:pt x="161507" y="972341"/>
                  <a:pt x="170253" y="942567"/>
                </a:cubicBezTo>
                <a:cubicBezTo>
                  <a:pt x="222670" y="771614"/>
                  <a:pt x="326261" y="624255"/>
                  <a:pt x="442049" y="489150"/>
                </a:cubicBezTo>
                <a:cubicBezTo>
                  <a:pt x="542966" y="370919"/>
                  <a:pt x="644574" y="322520"/>
                  <a:pt x="788582" y="301724"/>
                </a:cubicBezTo>
                <a:cubicBezTo>
                  <a:pt x="788307" y="293239"/>
                  <a:pt x="787808" y="285302"/>
                  <a:pt x="788312" y="276498"/>
                </a:cubicBezTo>
                <a:cubicBezTo>
                  <a:pt x="793051" y="221208"/>
                  <a:pt x="817827" y="155085"/>
                  <a:pt x="847625" y="89075"/>
                </a:cubicBezTo>
                <a:close/>
                <a:moveTo>
                  <a:pt x="29788" y="0"/>
                </a:moveTo>
                <a:lnTo>
                  <a:pt x="93321" y="0"/>
                </a:lnTo>
                <a:lnTo>
                  <a:pt x="79142" y="68966"/>
                </a:lnTo>
                <a:cubicBezTo>
                  <a:pt x="45734" y="225436"/>
                  <a:pt x="26794" y="379659"/>
                  <a:pt x="21253" y="535687"/>
                </a:cubicBezTo>
                <a:lnTo>
                  <a:pt x="61909" y="380358"/>
                </a:lnTo>
                <a:cubicBezTo>
                  <a:pt x="78826" y="316055"/>
                  <a:pt x="96125" y="249346"/>
                  <a:pt x="118339" y="184712"/>
                </a:cubicBezTo>
                <a:cubicBezTo>
                  <a:pt x="129562" y="152119"/>
                  <a:pt x="141878" y="119997"/>
                  <a:pt x="154192" y="87864"/>
                </a:cubicBezTo>
                <a:lnTo>
                  <a:pt x="186604" y="0"/>
                </a:lnTo>
                <a:lnTo>
                  <a:pt x="216386" y="0"/>
                </a:lnTo>
                <a:lnTo>
                  <a:pt x="180314" y="97640"/>
                </a:lnTo>
                <a:cubicBezTo>
                  <a:pt x="168233" y="129221"/>
                  <a:pt x="155916" y="161350"/>
                  <a:pt x="144924" y="193392"/>
                </a:cubicBezTo>
                <a:cubicBezTo>
                  <a:pt x="123175" y="256933"/>
                  <a:pt x="106102" y="323103"/>
                  <a:pt x="89413" y="386853"/>
                </a:cubicBezTo>
                <a:lnTo>
                  <a:pt x="49686" y="539999"/>
                </a:lnTo>
                <a:cubicBezTo>
                  <a:pt x="112204" y="409054"/>
                  <a:pt x="181190" y="283748"/>
                  <a:pt x="236604" y="152292"/>
                </a:cubicBezTo>
                <a:lnTo>
                  <a:pt x="289375" y="0"/>
                </a:lnTo>
                <a:lnTo>
                  <a:pt x="369729" y="0"/>
                </a:lnTo>
                <a:lnTo>
                  <a:pt x="354160" y="65656"/>
                </a:lnTo>
                <a:cubicBezTo>
                  <a:pt x="272180" y="311007"/>
                  <a:pt x="108679" y="519263"/>
                  <a:pt x="21325" y="763628"/>
                </a:cubicBezTo>
                <a:cubicBezTo>
                  <a:pt x="18671" y="771035"/>
                  <a:pt x="13191" y="778653"/>
                  <a:pt x="6426" y="785104"/>
                </a:cubicBezTo>
                <a:lnTo>
                  <a:pt x="0" y="789215"/>
                </a:lnTo>
                <a:lnTo>
                  <a:pt x="0" y="163142"/>
                </a:lnTo>
                <a:lnTo>
                  <a:pt x="20220" y="37416"/>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36" name="Rectangle 3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990600"/>
            <a:ext cx="84582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 name="Content Placeholder 9">
            <a:extLst>
              <a:ext uri="{FF2B5EF4-FFF2-40B4-BE49-F238E27FC236}">
                <a16:creationId xmlns:a16="http://schemas.microsoft.com/office/drawing/2014/main" id="{E7E5ABDD-0A7F-DE49-BD70-BE78927A7D78}"/>
              </a:ext>
            </a:extLst>
          </p:cNvPr>
          <p:cNvSpPr>
            <a:spLocks noGrp="1"/>
          </p:cNvSpPr>
          <p:nvPr>
            <p:ph idx="1"/>
          </p:nvPr>
        </p:nvSpPr>
        <p:spPr>
          <a:xfrm>
            <a:off x="3886199" y="1676399"/>
            <a:ext cx="4788244" cy="3723503"/>
          </a:xfrm>
        </p:spPr>
        <p:txBody>
          <a:bodyPr vert="horz" lIns="91440" tIns="45720" rIns="91440" bIns="45720" rtlCol="0">
            <a:noAutofit/>
          </a:bodyPr>
          <a:lstStyle/>
          <a:p>
            <a:r>
              <a:rPr lang="en-US" sz="2000" dirty="0">
                <a:solidFill>
                  <a:schemeClr val="tx1">
                    <a:alpha val="55000"/>
                  </a:schemeClr>
                </a:solidFill>
              </a:rPr>
              <a:t>Low &amp; narrow expectations</a:t>
            </a:r>
          </a:p>
          <a:p>
            <a:pPr lvl="1"/>
            <a:r>
              <a:rPr lang="en-US" sz="2000" i="1" dirty="0">
                <a:solidFill>
                  <a:schemeClr val="tx1">
                    <a:alpha val="55000"/>
                  </a:schemeClr>
                </a:solidFill>
              </a:rPr>
              <a:t>Personally &amp; externally</a:t>
            </a:r>
          </a:p>
          <a:p>
            <a:r>
              <a:rPr lang="en-US" sz="2000" dirty="0">
                <a:solidFill>
                  <a:schemeClr val="tx1">
                    <a:alpha val="55000"/>
                  </a:schemeClr>
                </a:solidFill>
              </a:rPr>
              <a:t>Limited experience</a:t>
            </a:r>
          </a:p>
          <a:p>
            <a:r>
              <a:rPr lang="en-US" sz="2000" dirty="0">
                <a:solidFill>
                  <a:schemeClr val="tx1">
                    <a:alpha val="55000"/>
                  </a:schemeClr>
                </a:solidFill>
              </a:rPr>
              <a:t>Deference to others</a:t>
            </a:r>
          </a:p>
          <a:p>
            <a:r>
              <a:rPr lang="en-US" sz="2000" dirty="0">
                <a:solidFill>
                  <a:schemeClr val="tx1">
                    <a:alpha val="55000"/>
                  </a:schemeClr>
                </a:solidFill>
              </a:rPr>
              <a:t>Individual acquiesces to authority – “aim to please”</a:t>
            </a:r>
          </a:p>
          <a:p>
            <a:r>
              <a:rPr lang="en-US" sz="2000" dirty="0">
                <a:solidFill>
                  <a:schemeClr val="tx1">
                    <a:alpha val="55000"/>
                  </a:schemeClr>
                </a:solidFill>
              </a:rPr>
              <a:t>Lack of skills in choice making &amp; self-determination</a:t>
            </a:r>
          </a:p>
          <a:p>
            <a:r>
              <a:rPr lang="en-US" sz="2000" dirty="0">
                <a:solidFill>
                  <a:schemeClr val="tx1">
                    <a:alpha val="55000"/>
                  </a:schemeClr>
                </a:solidFill>
              </a:rPr>
              <a:t>Stereotypes regarding societal role and abilities</a:t>
            </a:r>
          </a:p>
          <a:p>
            <a:r>
              <a:rPr lang="en-US" sz="2000" dirty="0">
                <a:solidFill>
                  <a:schemeClr val="tx1">
                    <a:alpha val="55000"/>
                  </a:schemeClr>
                </a:solidFill>
              </a:rPr>
              <a:t>Others</a:t>
            </a:r>
          </a:p>
        </p:txBody>
      </p:sp>
      <p:sp>
        <p:nvSpPr>
          <p:cNvPr id="8" name="Title 7">
            <a:extLst>
              <a:ext uri="{FF2B5EF4-FFF2-40B4-BE49-F238E27FC236}">
                <a16:creationId xmlns:a16="http://schemas.microsoft.com/office/drawing/2014/main" id="{D44A8360-B604-ED4B-B4CB-2E8AB7AE92E0}"/>
              </a:ext>
            </a:extLst>
          </p:cNvPr>
          <p:cNvSpPr>
            <a:spLocks noGrp="1"/>
          </p:cNvSpPr>
          <p:nvPr>
            <p:ph type="title"/>
          </p:nvPr>
        </p:nvSpPr>
        <p:spPr>
          <a:xfrm>
            <a:off x="685799" y="1174920"/>
            <a:ext cx="3028950" cy="3505200"/>
          </a:xfrm>
        </p:spPr>
        <p:txBody>
          <a:bodyPr vert="horz" lIns="91440" tIns="45720" rIns="91440" bIns="45720" rtlCol="0" anchor="t">
            <a:normAutofit/>
          </a:bodyPr>
          <a:lstStyle/>
          <a:p>
            <a:r>
              <a:rPr lang="en-US" sz="3500" kern="1200" dirty="0">
                <a:solidFill>
                  <a:srgbClr val="006699"/>
                </a:solidFill>
                <a:latin typeface="+mj-lt"/>
                <a:ea typeface="+mj-ea"/>
                <a:cs typeface="+mj-cs"/>
              </a:rPr>
              <a:t>Social &amp; Societal Impact of Intellectual Disabilities</a:t>
            </a:r>
          </a:p>
        </p:txBody>
      </p:sp>
    </p:spTree>
    <p:extLst>
      <p:ext uri="{BB962C8B-B14F-4D97-AF65-F5344CB8AC3E}">
        <p14:creationId xmlns:p14="http://schemas.microsoft.com/office/powerpoint/2010/main" val="387034993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825AC39-5F85-4CAA-8A81-A1287086B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95DA4D23-37FC-4B90-8188-F0377C5F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3312871" cy="6858000"/>
          </a:xfrm>
          <a:custGeom>
            <a:avLst/>
            <a:gdLst>
              <a:gd name="connsiteX0" fmla="*/ 0 w 4417162"/>
              <a:gd name="connsiteY0" fmla="*/ 0 h 6858000"/>
              <a:gd name="connsiteX1" fmla="*/ 144378 w 4417162"/>
              <a:gd name="connsiteY1" fmla="*/ 0 h 6858000"/>
              <a:gd name="connsiteX2" fmla="*/ 2310062 w 4417162"/>
              <a:gd name="connsiteY2" fmla="*/ 0 h 6858000"/>
              <a:gd name="connsiteX3" fmla="*/ 4227367 w 4417162"/>
              <a:gd name="connsiteY3" fmla="*/ 0 h 6858000"/>
              <a:gd name="connsiteX4" fmla="*/ 4232407 w 4417162"/>
              <a:gd name="connsiteY4" fmla="*/ 66675 h 6858000"/>
              <a:gd name="connsiteX5" fmla="*/ 4240804 w 4417162"/>
              <a:gd name="connsiteY5" fmla="*/ 122237 h 6858000"/>
              <a:gd name="connsiteX6" fmla="*/ 4250882 w 4417162"/>
              <a:gd name="connsiteY6" fmla="*/ 174625 h 6858000"/>
              <a:gd name="connsiteX7" fmla="*/ 4267678 w 4417162"/>
              <a:gd name="connsiteY7" fmla="*/ 217487 h 6858000"/>
              <a:gd name="connsiteX8" fmla="*/ 4284474 w 4417162"/>
              <a:gd name="connsiteY8" fmla="*/ 260350 h 6858000"/>
              <a:gd name="connsiteX9" fmla="*/ 4304629 w 4417162"/>
              <a:gd name="connsiteY9" fmla="*/ 296862 h 6858000"/>
              <a:gd name="connsiteX10" fmla="*/ 4324784 w 4417162"/>
              <a:gd name="connsiteY10" fmla="*/ 334962 h 6858000"/>
              <a:gd name="connsiteX11" fmla="*/ 4343260 w 4417162"/>
              <a:gd name="connsiteY11" fmla="*/ 369887 h 6858000"/>
              <a:gd name="connsiteX12" fmla="*/ 4361735 w 4417162"/>
              <a:gd name="connsiteY12" fmla="*/ 409575 h 6858000"/>
              <a:gd name="connsiteX13" fmla="*/ 4378531 w 4417162"/>
              <a:gd name="connsiteY13" fmla="*/ 450850 h 6858000"/>
              <a:gd name="connsiteX14" fmla="*/ 4393648 w 4417162"/>
              <a:gd name="connsiteY14" fmla="*/ 496887 h 6858000"/>
              <a:gd name="connsiteX15" fmla="*/ 4405405 w 4417162"/>
              <a:gd name="connsiteY15" fmla="*/ 546100 h 6858000"/>
              <a:gd name="connsiteX16" fmla="*/ 4413803 w 4417162"/>
              <a:gd name="connsiteY16" fmla="*/ 606425 h 6858000"/>
              <a:gd name="connsiteX17" fmla="*/ 4417162 w 4417162"/>
              <a:gd name="connsiteY17" fmla="*/ 673100 h 6858000"/>
              <a:gd name="connsiteX18" fmla="*/ 4413803 w 4417162"/>
              <a:gd name="connsiteY18" fmla="*/ 744537 h 6858000"/>
              <a:gd name="connsiteX19" fmla="*/ 4405405 w 4417162"/>
              <a:gd name="connsiteY19" fmla="*/ 801687 h 6858000"/>
              <a:gd name="connsiteX20" fmla="*/ 4393648 w 4417162"/>
              <a:gd name="connsiteY20" fmla="*/ 854075 h 6858000"/>
              <a:gd name="connsiteX21" fmla="*/ 4378531 w 4417162"/>
              <a:gd name="connsiteY21" fmla="*/ 901700 h 6858000"/>
              <a:gd name="connsiteX22" fmla="*/ 4361735 w 4417162"/>
              <a:gd name="connsiteY22" fmla="*/ 942975 h 6858000"/>
              <a:gd name="connsiteX23" fmla="*/ 4341580 w 4417162"/>
              <a:gd name="connsiteY23" fmla="*/ 981075 h 6858000"/>
              <a:gd name="connsiteX24" fmla="*/ 4321425 w 4417162"/>
              <a:gd name="connsiteY24" fmla="*/ 1017587 h 6858000"/>
              <a:gd name="connsiteX25" fmla="*/ 4301270 w 4417162"/>
              <a:gd name="connsiteY25" fmla="*/ 1055687 h 6858000"/>
              <a:gd name="connsiteX26" fmla="*/ 4282794 w 4417162"/>
              <a:gd name="connsiteY26" fmla="*/ 1095375 h 6858000"/>
              <a:gd name="connsiteX27" fmla="*/ 4264318 w 4417162"/>
              <a:gd name="connsiteY27" fmla="*/ 1136650 h 6858000"/>
              <a:gd name="connsiteX28" fmla="*/ 4249203 w 4417162"/>
              <a:gd name="connsiteY28" fmla="*/ 1182687 h 6858000"/>
              <a:gd name="connsiteX29" fmla="*/ 4239125 w 4417162"/>
              <a:gd name="connsiteY29" fmla="*/ 1235075 h 6858000"/>
              <a:gd name="connsiteX30" fmla="*/ 4229047 w 4417162"/>
              <a:gd name="connsiteY30" fmla="*/ 1295400 h 6858000"/>
              <a:gd name="connsiteX31" fmla="*/ 4227367 w 4417162"/>
              <a:gd name="connsiteY31" fmla="*/ 1363662 h 6858000"/>
              <a:gd name="connsiteX32" fmla="*/ 4229047 w 4417162"/>
              <a:gd name="connsiteY32" fmla="*/ 1431925 h 6858000"/>
              <a:gd name="connsiteX33" fmla="*/ 4239125 w 4417162"/>
              <a:gd name="connsiteY33" fmla="*/ 1492250 h 6858000"/>
              <a:gd name="connsiteX34" fmla="*/ 4249203 w 4417162"/>
              <a:gd name="connsiteY34" fmla="*/ 1544637 h 6858000"/>
              <a:gd name="connsiteX35" fmla="*/ 4264318 w 4417162"/>
              <a:gd name="connsiteY35" fmla="*/ 1589087 h 6858000"/>
              <a:gd name="connsiteX36" fmla="*/ 4282794 w 4417162"/>
              <a:gd name="connsiteY36" fmla="*/ 1631950 h 6858000"/>
              <a:gd name="connsiteX37" fmla="*/ 4301270 w 4417162"/>
              <a:gd name="connsiteY37" fmla="*/ 1671637 h 6858000"/>
              <a:gd name="connsiteX38" fmla="*/ 4321425 w 4417162"/>
              <a:gd name="connsiteY38" fmla="*/ 1708150 h 6858000"/>
              <a:gd name="connsiteX39" fmla="*/ 4341580 w 4417162"/>
              <a:gd name="connsiteY39" fmla="*/ 1743075 h 6858000"/>
              <a:gd name="connsiteX40" fmla="*/ 4361735 w 4417162"/>
              <a:gd name="connsiteY40" fmla="*/ 1782762 h 6858000"/>
              <a:gd name="connsiteX41" fmla="*/ 4378531 w 4417162"/>
              <a:gd name="connsiteY41" fmla="*/ 1824037 h 6858000"/>
              <a:gd name="connsiteX42" fmla="*/ 4393648 w 4417162"/>
              <a:gd name="connsiteY42" fmla="*/ 1870075 h 6858000"/>
              <a:gd name="connsiteX43" fmla="*/ 4405405 w 4417162"/>
              <a:gd name="connsiteY43" fmla="*/ 1922462 h 6858000"/>
              <a:gd name="connsiteX44" fmla="*/ 4413803 w 4417162"/>
              <a:gd name="connsiteY44" fmla="*/ 1982787 h 6858000"/>
              <a:gd name="connsiteX45" fmla="*/ 4417162 w 4417162"/>
              <a:gd name="connsiteY45" fmla="*/ 2051050 h 6858000"/>
              <a:gd name="connsiteX46" fmla="*/ 4413803 w 4417162"/>
              <a:gd name="connsiteY46" fmla="*/ 2119312 h 6858000"/>
              <a:gd name="connsiteX47" fmla="*/ 4405405 w 4417162"/>
              <a:gd name="connsiteY47" fmla="*/ 2179637 h 6858000"/>
              <a:gd name="connsiteX48" fmla="*/ 4393648 w 4417162"/>
              <a:gd name="connsiteY48" fmla="*/ 2232025 h 6858000"/>
              <a:gd name="connsiteX49" fmla="*/ 4378531 w 4417162"/>
              <a:gd name="connsiteY49" fmla="*/ 2278062 h 6858000"/>
              <a:gd name="connsiteX50" fmla="*/ 4361735 w 4417162"/>
              <a:gd name="connsiteY50" fmla="*/ 2319337 h 6858000"/>
              <a:gd name="connsiteX51" fmla="*/ 4341580 w 4417162"/>
              <a:gd name="connsiteY51" fmla="*/ 2359025 h 6858000"/>
              <a:gd name="connsiteX52" fmla="*/ 4321425 w 4417162"/>
              <a:gd name="connsiteY52" fmla="*/ 2395537 h 6858000"/>
              <a:gd name="connsiteX53" fmla="*/ 4301270 w 4417162"/>
              <a:gd name="connsiteY53" fmla="*/ 2433637 h 6858000"/>
              <a:gd name="connsiteX54" fmla="*/ 4282794 w 4417162"/>
              <a:gd name="connsiteY54" fmla="*/ 2471737 h 6858000"/>
              <a:gd name="connsiteX55" fmla="*/ 4264318 w 4417162"/>
              <a:gd name="connsiteY55" fmla="*/ 2513012 h 6858000"/>
              <a:gd name="connsiteX56" fmla="*/ 4249203 w 4417162"/>
              <a:gd name="connsiteY56" fmla="*/ 2560637 h 6858000"/>
              <a:gd name="connsiteX57" fmla="*/ 4239125 w 4417162"/>
              <a:gd name="connsiteY57" fmla="*/ 2613025 h 6858000"/>
              <a:gd name="connsiteX58" fmla="*/ 4229047 w 4417162"/>
              <a:gd name="connsiteY58" fmla="*/ 2671762 h 6858000"/>
              <a:gd name="connsiteX59" fmla="*/ 4227367 w 4417162"/>
              <a:gd name="connsiteY59" fmla="*/ 2741612 h 6858000"/>
              <a:gd name="connsiteX60" fmla="*/ 4229047 w 4417162"/>
              <a:gd name="connsiteY60" fmla="*/ 2809875 h 6858000"/>
              <a:gd name="connsiteX61" fmla="*/ 4239125 w 4417162"/>
              <a:gd name="connsiteY61" fmla="*/ 2868612 h 6858000"/>
              <a:gd name="connsiteX62" fmla="*/ 4249203 w 4417162"/>
              <a:gd name="connsiteY62" fmla="*/ 2922587 h 6858000"/>
              <a:gd name="connsiteX63" fmla="*/ 4264318 w 4417162"/>
              <a:gd name="connsiteY63" fmla="*/ 2967037 h 6858000"/>
              <a:gd name="connsiteX64" fmla="*/ 4282794 w 4417162"/>
              <a:gd name="connsiteY64" fmla="*/ 3009900 h 6858000"/>
              <a:gd name="connsiteX65" fmla="*/ 4301270 w 4417162"/>
              <a:gd name="connsiteY65" fmla="*/ 3046412 h 6858000"/>
              <a:gd name="connsiteX66" fmla="*/ 4321425 w 4417162"/>
              <a:gd name="connsiteY66" fmla="*/ 3084512 h 6858000"/>
              <a:gd name="connsiteX67" fmla="*/ 4341580 w 4417162"/>
              <a:gd name="connsiteY67" fmla="*/ 3121025 h 6858000"/>
              <a:gd name="connsiteX68" fmla="*/ 4361735 w 4417162"/>
              <a:gd name="connsiteY68" fmla="*/ 3160712 h 6858000"/>
              <a:gd name="connsiteX69" fmla="*/ 4378531 w 4417162"/>
              <a:gd name="connsiteY69" fmla="*/ 3201987 h 6858000"/>
              <a:gd name="connsiteX70" fmla="*/ 4393648 w 4417162"/>
              <a:gd name="connsiteY70" fmla="*/ 3248025 h 6858000"/>
              <a:gd name="connsiteX71" fmla="*/ 4405405 w 4417162"/>
              <a:gd name="connsiteY71" fmla="*/ 3300412 h 6858000"/>
              <a:gd name="connsiteX72" fmla="*/ 4413803 w 4417162"/>
              <a:gd name="connsiteY72" fmla="*/ 3360737 h 6858000"/>
              <a:gd name="connsiteX73" fmla="*/ 4417162 w 4417162"/>
              <a:gd name="connsiteY73" fmla="*/ 3427412 h 6858000"/>
              <a:gd name="connsiteX74" fmla="*/ 4413803 w 4417162"/>
              <a:gd name="connsiteY74" fmla="*/ 3497262 h 6858000"/>
              <a:gd name="connsiteX75" fmla="*/ 4405405 w 4417162"/>
              <a:gd name="connsiteY75" fmla="*/ 3557587 h 6858000"/>
              <a:gd name="connsiteX76" fmla="*/ 4393648 w 4417162"/>
              <a:gd name="connsiteY76" fmla="*/ 3609975 h 6858000"/>
              <a:gd name="connsiteX77" fmla="*/ 4378531 w 4417162"/>
              <a:gd name="connsiteY77" fmla="*/ 3656012 h 6858000"/>
              <a:gd name="connsiteX78" fmla="*/ 4361735 w 4417162"/>
              <a:gd name="connsiteY78" fmla="*/ 3697287 h 6858000"/>
              <a:gd name="connsiteX79" fmla="*/ 4341580 w 4417162"/>
              <a:gd name="connsiteY79" fmla="*/ 3736975 h 6858000"/>
              <a:gd name="connsiteX80" fmla="*/ 4301270 w 4417162"/>
              <a:gd name="connsiteY80" fmla="*/ 3811587 h 6858000"/>
              <a:gd name="connsiteX81" fmla="*/ 4282794 w 4417162"/>
              <a:gd name="connsiteY81" fmla="*/ 3848100 h 6858000"/>
              <a:gd name="connsiteX82" fmla="*/ 4264318 w 4417162"/>
              <a:gd name="connsiteY82" fmla="*/ 3890962 h 6858000"/>
              <a:gd name="connsiteX83" fmla="*/ 4249203 w 4417162"/>
              <a:gd name="connsiteY83" fmla="*/ 3935412 h 6858000"/>
              <a:gd name="connsiteX84" fmla="*/ 4239125 w 4417162"/>
              <a:gd name="connsiteY84" fmla="*/ 3987800 h 6858000"/>
              <a:gd name="connsiteX85" fmla="*/ 4229047 w 4417162"/>
              <a:gd name="connsiteY85" fmla="*/ 4048125 h 6858000"/>
              <a:gd name="connsiteX86" fmla="*/ 4227367 w 4417162"/>
              <a:gd name="connsiteY86" fmla="*/ 4116387 h 6858000"/>
              <a:gd name="connsiteX87" fmla="*/ 4229047 w 4417162"/>
              <a:gd name="connsiteY87" fmla="*/ 4186237 h 6858000"/>
              <a:gd name="connsiteX88" fmla="*/ 4239125 w 4417162"/>
              <a:gd name="connsiteY88" fmla="*/ 4244975 h 6858000"/>
              <a:gd name="connsiteX89" fmla="*/ 4249203 w 4417162"/>
              <a:gd name="connsiteY89" fmla="*/ 4297362 h 6858000"/>
              <a:gd name="connsiteX90" fmla="*/ 4264318 w 4417162"/>
              <a:gd name="connsiteY90" fmla="*/ 4343400 h 6858000"/>
              <a:gd name="connsiteX91" fmla="*/ 4282794 w 4417162"/>
              <a:gd name="connsiteY91" fmla="*/ 4386262 h 6858000"/>
              <a:gd name="connsiteX92" fmla="*/ 4301270 w 4417162"/>
              <a:gd name="connsiteY92" fmla="*/ 4424362 h 6858000"/>
              <a:gd name="connsiteX93" fmla="*/ 4341580 w 4417162"/>
              <a:gd name="connsiteY93" fmla="*/ 4498975 h 6858000"/>
              <a:gd name="connsiteX94" fmla="*/ 4361735 w 4417162"/>
              <a:gd name="connsiteY94" fmla="*/ 4537075 h 6858000"/>
              <a:gd name="connsiteX95" fmla="*/ 4378531 w 4417162"/>
              <a:gd name="connsiteY95" fmla="*/ 4579937 h 6858000"/>
              <a:gd name="connsiteX96" fmla="*/ 4393648 w 4417162"/>
              <a:gd name="connsiteY96" fmla="*/ 4625975 h 6858000"/>
              <a:gd name="connsiteX97" fmla="*/ 4405405 w 4417162"/>
              <a:gd name="connsiteY97" fmla="*/ 4678362 h 6858000"/>
              <a:gd name="connsiteX98" fmla="*/ 4413803 w 4417162"/>
              <a:gd name="connsiteY98" fmla="*/ 4738687 h 6858000"/>
              <a:gd name="connsiteX99" fmla="*/ 4417162 w 4417162"/>
              <a:gd name="connsiteY99" fmla="*/ 4806950 h 6858000"/>
              <a:gd name="connsiteX100" fmla="*/ 4413803 w 4417162"/>
              <a:gd name="connsiteY100" fmla="*/ 4875212 h 6858000"/>
              <a:gd name="connsiteX101" fmla="*/ 4405405 w 4417162"/>
              <a:gd name="connsiteY101" fmla="*/ 4935537 h 6858000"/>
              <a:gd name="connsiteX102" fmla="*/ 4393648 w 4417162"/>
              <a:gd name="connsiteY102" fmla="*/ 4987925 h 6858000"/>
              <a:gd name="connsiteX103" fmla="*/ 4378531 w 4417162"/>
              <a:gd name="connsiteY103" fmla="*/ 5033962 h 6858000"/>
              <a:gd name="connsiteX104" fmla="*/ 4361735 w 4417162"/>
              <a:gd name="connsiteY104" fmla="*/ 5075237 h 6858000"/>
              <a:gd name="connsiteX105" fmla="*/ 4341580 w 4417162"/>
              <a:gd name="connsiteY105" fmla="*/ 5114925 h 6858000"/>
              <a:gd name="connsiteX106" fmla="*/ 4321425 w 4417162"/>
              <a:gd name="connsiteY106" fmla="*/ 5149850 h 6858000"/>
              <a:gd name="connsiteX107" fmla="*/ 4301270 w 4417162"/>
              <a:gd name="connsiteY107" fmla="*/ 5186362 h 6858000"/>
              <a:gd name="connsiteX108" fmla="*/ 4282794 w 4417162"/>
              <a:gd name="connsiteY108" fmla="*/ 5226050 h 6858000"/>
              <a:gd name="connsiteX109" fmla="*/ 4264318 w 4417162"/>
              <a:gd name="connsiteY109" fmla="*/ 5268912 h 6858000"/>
              <a:gd name="connsiteX110" fmla="*/ 4249203 w 4417162"/>
              <a:gd name="connsiteY110" fmla="*/ 5313362 h 6858000"/>
              <a:gd name="connsiteX111" fmla="*/ 4239125 w 4417162"/>
              <a:gd name="connsiteY111" fmla="*/ 5365750 h 6858000"/>
              <a:gd name="connsiteX112" fmla="*/ 4229047 w 4417162"/>
              <a:gd name="connsiteY112" fmla="*/ 5426075 h 6858000"/>
              <a:gd name="connsiteX113" fmla="*/ 4227367 w 4417162"/>
              <a:gd name="connsiteY113" fmla="*/ 5494337 h 6858000"/>
              <a:gd name="connsiteX114" fmla="*/ 4229047 w 4417162"/>
              <a:gd name="connsiteY114" fmla="*/ 5562600 h 6858000"/>
              <a:gd name="connsiteX115" fmla="*/ 4239125 w 4417162"/>
              <a:gd name="connsiteY115" fmla="*/ 5622925 h 6858000"/>
              <a:gd name="connsiteX116" fmla="*/ 4249203 w 4417162"/>
              <a:gd name="connsiteY116" fmla="*/ 5675312 h 6858000"/>
              <a:gd name="connsiteX117" fmla="*/ 4264318 w 4417162"/>
              <a:gd name="connsiteY117" fmla="*/ 5721350 h 6858000"/>
              <a:gd name="connsiteX118" fmla="*/ 4282794 w 4417162"/>
              <a:gd name="connsiteY118" fmla="*/ 5762625 h 6858000"/>
              <a:gd name="connsiteX119" fmla="*/ 4301270 w 4417162"/>
              <a:gd name="connsiteY119" fmla="*/ 5802312 h 6858000"/>
              <a:gd name="connsiteX120" fmla="*/ 4321425 w 4417162"/>
              <a:gd name="connsiteY120" fmla="*/ 5840412 h 6858000"/>
              <a:gd name="connsiteX121" fmla="*/ 4341580 w 4417162"/>
              <a:gd name="connsiteY121" fmla="*/ 5876925 h 6858000"/>
              <a:gd name="connsiteX122" fmla="*/ 4361735 w 4417162"/>
              <a:gd name="connsiteY122" fmla="*/ 5915025 h 6858000"/>
              <a:gd name="connsiteX123" fmla="*/ 4378531 w 4417162"/>
              <a:gd name="connsiteY123" fmla="*/ 5956300 h 6858000"/>
              <a:gd name="connsiteX124" fmla="*/ 4393648 w 4417162"/>
              <a:gd name="connsiteY124" fmla="*/ 6003925 h 6858000"/>
              <a:gd name="connsiteX125" fmla="*/ 4405405 w 4417162"/>
              <a:gd name="connsiteY125" fmla="*/ 6056312 h 6858000"/>
              <a:gd name="connsiteX126" fmla="*/ 4413803 w 4417162"/>
              <a:gd name="connsiteY126" fmla="*/ 6113462 h 6858000"/>
              <a:gd name="connsiteX127" fmla="*/ 4417162 w 4417162"/>
              <a:gd name="connsiteY127" fmla="*/ 6183312 h 6858000"/>
              <a:gd name="connsiteX128" fmla="*/ 4413803 w 4417162"/>
              <a:gd name="connsiteY128" fmla="*/ 6251575 h 6858000"/>
              <a:gd name="connsiteX129" fmla="*/ 4405405 w 4417162"/>
              <a:gd name="connsiteY129" fmla="*/ 6311900 h 6858000"/>
              <a:gd name="connsiteX130" fmla="*/ 4393648 w 4417162"/>
              <a:gd name="connsiteY130" fmla="*/ 6361112 h 6858000"/>
              <a:gd name="connsiteX131" fmla="*/ 4378531 w 4417162"/>
              <a:gd name="connsiteY131" fmla="*/ 6407150 h 6858000"/>
              <a:gd name="connsiteX132" fmla="*/ 4361735 w 4417162"/>
              <a:gd name="connsiteY132" fmla="*/ 6448425 h 6858000"/>
              <a:gd name="connsiteX133" fmla="*/ 4343260 w 4417162"/>
              <a:gd name="connsiteY133" fmla="*/ 6488112 h 6858000"/>
              <a:gd name="connsiteX134" fmla="*/ 4324784 w 4417162"/>
              <a:gd name="connsiteY134" fmla="*/ 6523037 h 6858000"/>
              <a:gd name="connsiteX135" fmla="*/ 4304629 w 4417162"/>
              <a:gd name="connsiteY135" fmla="*/ 6561137 h 6858000"/>
              <a:gd name="connsiteX136" fmla="*/ 4284474 w 4417162"/>
              <a:gd name="connsiteY136" fmla="*/ 6597650 h 6858000"/>
              <a:gd name="connsiteX137" fmla="*/ 4267678 w 4417162"/>
              <a:gd name="connsiteY137" fmla="*/ 6640512 h 6858000"/>
              <a:gd name="connsiteX138" fmla="*/ 4250882 w 4417162"/>
              <a:gd name="connsiteY138" fmla="*/ 6683375 h 6858000"/>
              <a:gd name="connsiteX139" fmla="*/ 4240804 w 4417162"/>
              <a:gd name="connsiteY139" fmla="*/ 6735762 h 6858000"/>
              <a:gd name="connsiteX140" fmla="*/ 4232407 w 4417162"/>
              <a:gd name="connsiteY140" fmla="*/ 6791325 h 6858000"/>
              <a:gd name="connsiteX141" fmla="*/ 4227367 w 4417162"/>
              <a:gd name="connsiteY141" fmla="*/ 6858000 h 6858000"/>
              <a:gd name="connsiteX142" fmla="*/ 2310062 w 4417162"/>
              <a:gd name="connsiteY142" fmla="*/ 6858000 h 6858000"/>
              <a:gd name="connsiteX143" fmla="*/ 144378 w 4417162"/>
              <a:gd name="connsiteY143" fmla="*/ 6858000 h 6858000"/>
              <a:gd name="connsiteX144" fmla="*/ 0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0" y="0"/>
                </a:moveTo>
                <a:lnTo>
                  <a:pt x="144378" y="0"/>
                </a:lnTo>
                <a:lnTo>
                  <a:pt x="2310062" y="0"/>
                </a:lnTo>
                <a:lnTo>
                  <a:pt x="4227367" y="0"/>
                </a:lnTo>
                <a:lnTo>
                  <a:pt x="4232407" y="66675"/>
                </a:lnTo>
                <a:lnTo>
                  <a:pt x="4240804" y="122237"/>
                </a:lnTo>
                <a:lnTo>
                  <a:pt x="4250882" y="174625"/>
                </a:lnTo>
                <a:lnTo>
                  <a:pt x="4267678" y="217487"/>
                </a:lnTo>
                <a:lnTo>
                  <a:pt x="4284474" y="260350"/>
                </a:lnTo>
                <a:lnTo>
                  <a:pt x="4304629" y="296862"/>
                </a:lnTo>
                <a:lnTo>
                  <a:pt x="4324784" y="334962"/>
                </a:lnTo>
                <a:lnTo>
                  <a:pt x="4343260" y="369887"/>
                </a:lnTo>
                <a:lnTo>
                  <a:pt x="4361735" y="409575"/>
                </a:lnTo>
                <a:lnTo>
                  <a:pt x="4378531" y="450850"/>
                </a:lnTo>
                <a:lnTo>
                  <a:pt x="4393648" y="496887"/>
                </a:lnTo>
                <a:lnTo>
                  <a:pt x="4405405" y="546100"/>
                </a:lnTo>
                <a:lnTo>
                  <a:pt x="4413803" y="606425"/>
                </a:lnTo>
                <a:lnTo>
                  <a:pt x="4417162" y="673100"/>
                </a:lnTo>
                <a:lnTo>
                  <a:pt x="4413803" y="744537"/>
                </a:lnTo>
                <a:lnTo>
                  <a:pt x="4405405" y="801687"/>
                </a:lnTo>
                <a:lnTo>
                  <a:pt x="4393648" y="854075"/>
                </a:lnTo>
                <a:lnTo>
                  <a:pt x="4378531" y="901700"/>
                </a:lnTo>
                <a:lnTo>
                  <a:pt x="4361735" y="942975"/>
                </a:lnTo>
                <a:lnTo>
                  <a:pt x="4341580" y="981075"/>
                </a:lnTo>
                <a:lnTo>
                  <a:pt x="4321425" y="1017587"/>
                </a:lnTo>
                <a:lnTo>
                  <a:pt x="4301270" y="1055687"/>
                </a:lnTo>
                <a:lnTo>
                  <a:pt x="4282794" y="1095375"/>
                </a:lnTo>
                <a:lnTo>
                  <a:pt x="4264318" y="1136650"/>
                </a:lnTo>
                <a:lnTo>
                  <a:pt x="4249203" y="1182687"/>
                </a:lnTo>
                <a:lnTo>
                  <a:pt x="4239125" y="1235075"/>
                </a:lnTo>
                <a:lnTo>
                  <a:pt x="4229047" y="1295400"/>
                </a:lnTo>
                <a:lnTo>
                  <a:pt x="4227367" y="1363662"/>
                </a:lnTo>
                <a:lnTo>
                  <a:pt x="4229047" y="1431925"/>
                </a:lnTo>
                <a:lnTo>
                  <a:pt x="4239125" y="1492250"/>
                </a:lnTo>
                <a:lnTo>
                  <a:pt x="4249203" y="1544637"/>
                </a:lnTo>
                <a:lnTo>
                  <a:pt x="4264318" y="1589087"/>
                </a:lnTo>
                <a:lnTo>
                  <a:pt x="4282794" y="1631950"/>
                </a:lnTo>
                <a:lnTo>
                  <a:pt x="4301270" y="1671637"/>
                </a:lnTo>
                <a:lnTo>
                  <a:pt x="4321425" y="1708150"/>
                </a:lnTo>
                <a:lnTo>
                  <a:pt x="4341580" y="1743075"/>
                </a:lnTo>
                <a:lnTo>
                  <a:pt x="4361735" y="1782762"/>
                </a:lnTo>
                <a:lnTo>
                  <a:pt x="4378531" y="1824037"/>
                </a:lnTo>
                <a:lnTo>
                  <a:pt x="4393648" y="1870075"/>
                </a:lnTo>
                <a:lnTo>
                  <a:pt x="4405405" y="1922462"/>
                </a:lnTo>
                <a:lnTo>
                  <a:pt x="4413803" y="1982787"/>
                </a:lnTo>
                <a:lnTo>
                  <a:pt x="4417162" y="2051050"/>
                </a:lnTo>
                <a:lnTo>
                  <a:pt x="4413803" y="2119312"/>
                </a:lnTo>
                <a:lnTo>
                  <a:pt x="4405405" y="2179637"/>
                </a:lnTo>
                <a:lnTo>
                  <a:pt x="4393648" y="2232025"/>
                </a:lnTo>
                <a:lnTo>
                  <a:pt x="4378531" y="2278062"/>
                </a:lnTo>
                <a:lnTo>
                  <a:pt x="4361735" y="2319337"/>
                </a:lnTo>
                <a:lnTo>
                  <a:pt x="4341580" y="2359025"/>
                </a:lnTo>
                <a:lnTo>
                  <a:pt x="4321425" y="2395537"/>
                </a:lnTo>
                <a:lnTo>
                  <a:pt x="4301270" y="2433637"/>
                </a:lnTo>
                <a:lnTo>
                  <a:pt x="4282794" y="2471737"/>
                </a:lnTo>
                <a:lnTo>
                  <a:pt x="4264318" y="2513012"/>
                </a:lnTo>
                <a:lnTo>
                  <a:pt x="4249203" y="2560637"/>
                </a:lnTo>
                <a:lnTo>
                  <a:pt x="4239125" y="2613025"/>
                </a:lnTo>
                <a:lnTo>
                  <a:pt x="4229047" y="2671762"/>
                </a:lnTo>
                <a:lnTo>
                  <a:pt x="4227367" y="2741612"/>
                </a:lnTo>
                <a:lnTo>
                  <a:pt x="4229047" y="2809875"/>
                </a:lnTo>
                <a:lnTo>
                  <a:pt x="4239125" y="2868612"/>
                </a:lnTo>
                <a:lnTo>
                  <a:pt x="4249203" y="2922587"/>
                </a:lnTo>
                <a:lnTo>
                  <a:pt x="4264318" y="2967037"/>
                </a:lnTo>
                <a:lnTo>
                  <a:pt x="4282794" y="3009900"/>
                </a:lnTo>
                <a:lnTo>
                  <a:pt x="4301270" y="3046412"/>
                </a:lnTo>
                <a:lnTo>
                  <a:pt x="4321425" y="3084512"/>
                </a:lnTo>
                <a:lnTo>
                  <a:pt x="4341580" y="3121025"/>
                </a:lnTo>
                <a:lnTo>
                  <a:pt x="4361735" y="3160712"/>
                </a:lnTo>
                <a:lnTo>
                  <a:pt x="4378531" y="3201987"/>
                </a:lnTo>
                <a:lnTo>
                  <a:pt x="4393648" y="3248025"/>
                </a:lnTo>
                <a:lnTo>
                  <a:pt x="4405405" y="3300412"/>
                </a:lnTo>
                <a:lnTo>
                  <a:pt x="4413803" y="3360737"/>
                </a:lnTo>
                <a:lnTo>
                  <a:pt x="4417162" y="3427412"/>
                </a:lnTo>
                <a:lnTo>
                  <a:pt x="4413803" y="3497262"/>
                </a:lnTo>
                <a:lnTo>
                  <a:pt x="4405405" y="3557587"/>
                </a:lnTo>
                <a:lnTo>
                  <a:pt x="4393648" y="3609975"/>
                </a:lnTo>
                <a:lnTo>
                  <a:pt x="4378531" y="3656012"/>
                </a:lnTo>
                <a:lnTo>
                  <a:pt x="4361735" y="3697287"/>
                </a:lnTo>
                <a:lnTo>
                  <a:pt x="4341580" y="3736975"/>
                </a:lnTo>
                <a:lnTo>
                  <a:pt x="4301270" y="3811587"/>
                </a:lnTo>
                <a:lnTo>
                  <a:pt x="4282794" y="3848100"/>
                </a:lnTo>
                <a:lnTo>
                  <a:pt x="4264318" y="3890962"/>
                </a:lnTo>
                <a:lnTo>
                  <a:pt x="4249203" y="3935412"/>
                </a:lnTo>
                <a:lnTo>
                  <a:pt x="4239125" y="3987800"/>
                </a:lnTo>
                <a:lnTo>
                  <a:pt x="4229047" y="4048125"/>
                </a:lnTo>
                <a:lnTo>
                  <a:pt x="4227367" y="4116387"/>
                </a:lnTo>
                <a:lnTo>
                  <a:pt x="4229047" y="4186237"/>
                </a:lnTo>
                <a:lnTo>
                  <a:pt x="4239125" y="4244975"/>
                </a:lnTo>
                <a:lnTo>
                  <a:pt x="4249203" y="4297362"/>
                </a:lnTo>
                <a:lnTo>
                  <a:pt x="4264318" y="4343400"/>
                </a:lnTo>
                <a:lnTo>
                  <a:pt x="4282794" y="4386262"/>
                </a:lnTo>
                <a:lnTo>
                  <a:pt x="4301270" y="4424362"/>
                </a:lnTo>
                <a:lnTo>
                  <a:pt x="4341580" y="4498975"/>
                </a:lnTo>
                <a:lnTo>
                  <a:pt x="4361735" y="4537075"/>
                </a:lnTo>
                <a:lnTo>
                  <a:pt x="4378531" y="4579937"/>
                </a:lnTo>
                <a:lnTo>
                  <a:pt x="4393648" y="4625975"/>
                </a:lnTo>
                <a:lnTo>
                  <a:pt x="4405405" y="4678362"/>
                </a:lnTo>
                <a:lnTo>
                  <a:pt x="4413803" y="4738687"/>
                </a:lnTo>
                <a:lnTo>
                  <a:pt x="4417162" y="4806950"/>
                </a:lnTo>
                <a:lnTo>
                  <a:pt x="4413803" y="4875212"/>
                </a:lnTo>
                <a:lnTo>
                  <a:pt x="4405405" y="4935537"/>
                </a:lnTo>
                <a:lnTo>
                  <a:pt x="4393648" y="4987925"/>
                </a:lnTo>
                <a:lnTo>
                  <a:pt x="4378531" y="5033962"/>
                </a:lnTo>
                <a:lnTo>
                  <a:pt x="4361735" y="5075237"/>
                </a:lnTo>
                <a:lnTo>
                  <a:pt x="4341580" y="5114925"/>
                </a:lnTo>
                <a:lnTo>
                  <a:pt x="4321425" y="5149850"/>
                </a:lnTo>
                <a:lnTo>
                  <a:pt x="4301270" y="5186362"/>
                </a:lnTo>
                <a:lnTo>
                  <a:pt x="4282794" y="5226050"/>
                </a:lnTo>
                <a:lnTo>
                  <a:pt x="4264318" y="5268912"/>
                </a:lnTo>
                <a:lnTo>
                  <a:pt x="4249203" y="5313362"/>
                </a:lnTo>
                <a:lnTo>
                  <a:pt x="4239125" y="5365750"/>
                </a:lnTo>
                <a:lnTo>
                  <a:pt x="4229047" y="5426075"/>
                </a:lnTo>
                <a:lnTo>
                  <a:pt x="4227367" y="5494337"/>
                </a:lnTo>
                <a:lnTo>
                  <a:pt x="4229047" y="5562600"/>
                </a:lnTo>
                <a:lnTo>
                  <a:pt x="4239125" y="5622925"/>
                </a:lnTo>
                <a:lnTo>
                  <a:pt x="4249203" y="5675312"/>
                </a:lnTo>
                <a:lnTo>
                  <a:pt x="4264318" y="5721350"/>
                </a:lnTo>
                <a:lnTo>
                  <a:pt x="4282794" y="5762625"/>
                </a:lnTo>
                <a:lnTo>
                  <a:pt x="4301270" y="5802312"/>
                </a:lnTo>
                <a:lnTo>
                  <a:pt x="4321425" y="5840412"/>
                </a:lnTo>
                <a:lnTo>
                  <a:pt x="4341580" y="5876925"/>
                </a:lnTo>
                <a:lnTo>
                  <a:pt x="4361735" y="5915025"/>
                </a:lnTo>
                <a:lnTo>
                  <a:pt x="4378531" y="5956300"/>
                </a:lnTo>
                <a:lnTo>
                  <a:pt x="4393648" y="6003925"/>
                </a:lnTo>
                <a:lnTo>
                  <a:pt x="4405405" y="6056312"/>
                </a:lnTo>
                <a:lnTo>
                  <a:pt x="4413803" y="6113462"/>
                </a:lnTo>
                <a:lnTo>
                  <a:pt x="4417162" y="6183312"/>
                </a:lnTo>
                <a:lnTo>
                  <a:pt x="4413803" y="6251575"/>
                </a:lnTo>
                <a:lnTo>
                  <a:pt x="4405405" y="6311900"/>
                </a:lnTo>
                <a:lnTo>
                  <a:pt x="4393648" y="6361112"/>
                </a:lnTo>
                <a:lnTo>
                  <a:pt x="4378531" y="6407150"/>
                </a:lnTo>
                <a:lnTo>
                  <a:pt x="4361735" y="6448425"/>
                </a:lnTo>
                <a:lnTo>
                  <a:pt x="4343260" y="6488112"/>
                </a:lnTo>
                <a:lnTo>
                  <a:pt x="4324784" y="6523037"/>
                </a:lnTo>
                <a:lnTo>
                  <a:pt x="4304629" y="6561137"/>
                </a:lnTo>
                <a:lnTo>
                  <a:pt x="4284474" y="6597650"/>
                </a:lnTo>
                <a:lnTo>
                  <a:pt x="4267678" y="6640512"/>
                </a:lnTo>
                <a:lnTo>
                  <a:pt x="4250882" y="6683375"/>
                </a:lnTo>
                <a:lnTo>
                  <a:pt x="4240804" y="6735762"/>
                </a:lnTo>
                <a:lnTo>
                  <a:pt x="4232407" y="6791325"/>
                </a:lnTo>
                <a:lnTo>
                  <a:pt x="4227367" y="6858000"/>
                </a:lnTo>
                <a:lnTo>
                  <a:pt x="2310062" y="6858000"/>
                </a:lnTo>
                <a:lnTo>
                  <a:pt x="144378" y="6858000"/>
                </a:lnTo>
                <a:lnTo>
                  <a:pt x="0" y="6858000"/>
                </a:lnTo>
                <a:close/>
              </a:path>
            </a:pathLst>
          </a:custGeom>
          <a:solidFill>
            <a:srgbClr val="FFFFFF"/>
          </a:solidFill>
          <a:ln w="0">
            <a:noFill/>
            <a:prstDash val="solid"/>
            <a:round/>
            <a:headEnd/>
            <a:tailEnd/>
          </a:ln>
        </p:spPr>
      </p:sp>
      <p:sp useBgFill="1">
        <p:nvSpPr>
          <p:cNvPr id="13" name="Freeform: Shape 12">
            <a:extLst>
              <a:ext uri="{FF2B5EF4-FFF2-40B4-BE49-F238E27FC236}">
                <a16:creationId xmlns:a16="http://schemas.microsoft.com/office/drawing/2014/main" id="{A7A4B465-FBCC-4CD4-89A1-82992A7B4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3204588" cy="6858000"/>
          </a:xfrm>
          <a:custGeom>
            <a:avLst/>
            <a:gdLst>
              <a:gd name="connsiteX0" fmla="*/ 0 w 4272784"/>
              <a:gd name="connsiteY0" fmla="*/ 0 h 6858000"/>
              <a:gd name="connsiteX1" fmla="*/ 4082989 w 4272784"/>
              <a:gd name="connsiteY1" fmla="*/ 0 h 6858000"/>
              <a:gd name="connsiteX2" fmla="*/ 4088029 w 4272784"/>
              <a:gd name="connsiteY2" fmla="*/ 66675 h 6858000"/>
              <a:gd name="connsiteX3" fmla="*/ 4096426 w 4272784"/>
              <a:gd name="connsiteY3" fmla="*/ 122237 h 6858000"/>
              <a:gd name="connsiteX4" fmla="*/ 4106504 w 4272784"/>
              <a:gd name="connsiteY4" fmla="*/ 174625 h 6858000"/>
              <a:gd name="connsiteX5" fmla="*/ 4123300 w 4272784"/>
              <a:gd name="connsiteY5" fmla="*/ 217487 h 6858000"/>
              <a:gd name="connsiteX6" fmla="*/ 4140096 w 4272784"/>
              <a:gd name="connsiteY6" fmla="*/ 260350 h 6858000"/>
              <a:gd name="connsiteX7" fmla="*/ 4160251 w 4272784"/>
              <a:gd name="connsiteY7" fmla="*/ 296862 h 6858000"/>
              <a:gd name="connsiteX8" fmla="*/ 4180406 w 4272784"/>
              <a:gd name="connsiteY8" fmla="*/ 334962 h 6858000"/>
              <a:gd name="connsiteX9" fmla="*/ 4198882 w 4272784"/>
              <a:gd name="connsiteY9" fmla="*/ 369887 h 6858000"/>
              <a:gd name="connsiteX10" fmla="*/ 4217357 w 4272784"/>
              <a:gd name="connsiteY10" fmla="*/ 409575 h 6858000"/>
              <a:gd name="connsiteX11" fmla="*/ 4234153 w 4272784"/>
              <a:gd name="connsiteY11" fmla="*/ 450850 h 6858000"/>
              <a:gd name="connsiteX12" fmla="*/ 4249270 w 4272784"/>
              <a:gd name="connsiteY12" fmla="*/ 496887 h 6858000"/>
              <a:gd name="connsiteX13" fmla="*/ 4261027 w 4272784"/>
              <a:gd name="connsiteY13" fmla="*/ 546100 h 6858000"/>
              <a:gd name="connsiteX14" fmla="*/ 4269425 w 4272784"/>
              <a:gd name="connsiteY14" fmla="*/ 606425 h 6858000"/>
              <a:gd name="connsiteX15" fmla="*/ 4272784 w 4272784"/>
              <a:gd name="connsiteY15" fmla="*/ 673100 h 6858000"/>
              <a:gd name="connsiteX16" fmla="*/ 4269425 w 4272784"/>
              <a:gd name="connsiteY16" fmla="*/ 744537 h 6858000"/>
              <a:gd name="connsiteX17" fmla="*/ 4261027 w 4272784"/>
              <a:gd name="connsiteY17" fmla="*/ 801687 h 6858000"/>
              <a:gd name="connsiteX18" fmla="*/ 4249270 w 4272784"/>
              <a:gd name="connsiteY18" fmla="*/ 854075 h 6858000"/>
              <a:gd name="connsiteX19" fmla="*/ 4234153 w 4272784"/>
              <a:gd name="connsiteY19" fmla="*/ 901700 h 6858000"/>
              <a:gd name="connsiteX20" fmla="*/ 4217357 w 4272784"/>
              <a:gd name="connsiteY20" fmla="*/ 942975 h 6858000"/>
              <a:gd name="connsiteX21" fmla="*/ 4197202 w 4272784"/>
              <a:gd name="connsiteY21" fmla="*/ 981075 h 6858000"/>
              <a:gd name="connsiteX22" fmla="*/ 4177047 w 4272784"/>
              <a:gd name="connsiteY22" fmla="*/ 1017587 h 6858000"/>
              <a:gd name="connsiteX23" fmla="*/ 4156892 w 4272784"/>
              <a:gd name="connsiteY23" fmla="*/ 1055687 h 6858000"/>
              <a:gd name="connsiteX24" fmla="*/ 4138416 w 4272784"/>
              <a:gd name="connsiteY24" fmla="*/ 1095375 h 6858000"/>
              <a:gd name="connsiteX25" fmla="*/ 4119940 w 4272784"/>
              <a:gd name="connsiteY25" fmla="*/ 1136650 h 6858000"/>
              <a:gd name="connsiteX26" fmla="*/ 4104825 w 4272784"/>
              <a:gd name="connsiteY26" fmla="*/ 1182687 h 6858000"/>
              <a:gd name="connsiteX27" fmla="*/ 4094747 w 4272784"/>
              <a:gd name="connsiteY27" fmla="*/ 1235075 h 6858000"/>
              <a:gd name="connsiteX28" fmla="*/ 4084669 w 4272784"/>
              <a:gd name="connsiteY28" fmla="*/ 1295400 h 6858000"/>
              <a:gd name="connsiteX29" fmla="*/ 4082989 w 4272784"/>
              <a:gd name="connsiteY29" fmla="*/ 1363662 h 6858000"/>
              <a:gd name="connsiteX30" fmla="*/ 4084669 w 4272784"/>
              <a:gd name="connsiteY30" fmla="*/ 1431925 h 6858000"/>
              <a:gd name="connsiteX31" fmla="*/ 4094747 w 4272784"/>
              <a:gd name="connsiteY31" fmla="*/ 1492250 h 6858000"/>
              <a:gd name="connsiteX32" fmla="*/ 4104825 w 4272784"/>
              <a:gd name="connsiteY32" fmla="*/ 1544637 h 6858000"/>
              <a:gd name="connsiteX33" fmla="*/ 4119940 w 4272784"/>
              <a:gd name="connsiteY33" fmla="*/ 1589087 h 6858000"/>
              <a:gd name="connsiteX34" fmla="*/ 4138416 w 4272784"/>
              <a:gd name="connsiteY34" fmla="*/ 1631950 h 6858000"/>
              <a:gd name="connsiteX35" fmla="*/ 4156892 w 4272784"/>
              <a:gd name="connsiteY35" fmla="*/ 1671637 h 6858000"/>
              <a:gd name="connsiteX36" fmla="*/ 4177047 w 4272784"/>
              <a:gd name="connsiteY36" fmla="*/ 1708150 h 6858000"/>
              <a:gd name="connsiteX37" fmla="*/ 4197202 w 4272784"/>
              <a:gd name="connsiteY37" fmla="*/ 1743075 h 6858000"/>
              <a:gd name="connsiteX38" fmla="*/ 4217357 w 4272784"/>
              <a:gd name="connsiteY38" fmla="*/ 1782762 h 6858000"/>
              <a:gd name="connsiteX39" fmla="*/ 4234153 w 4272784"/>
              <a:gd name="connsiteY39" fmla="*/ 1824037 h 6858000"/>
              <a:gd name="connsiteX40" fmla="*/ 4249270 w 4272784"/>
              <a:gd name="connsiteY40" fmla="*/ 1870075 h 6858000"/>
              <a:gd name="connsiteX41" fmla="*/ 4261027 w 4272784"/>
              <a:gd name="connsiteY41" fmla="*/ 1922462 h 6858000"/>
              <a:gd name="connsiteX42" fmla="*/ 4269425 w 4272784"/>
              <a:gd name="connsiteY42" fmla="*/ 1982787 h 6858000"/>
              <a:gd name="connsiteX43" fmla="*/ 4272784 w 4272784"/>
              <a:gd name="connsiteY43" fmla="*/ 2051050 h 6858000"/>
              <a:gd name="connsiteX44" fmla="*/ 4269425 w 4272784"/>
              <a:gd name="connsiteY44" fmla="*/ 2119312 h 6858000"/>
              <a:gd name="connsiteX45" fmla="*/ 4261027 w 4272784"/>
              <a:gd name="connsiteY45" fmla="*/ 2179637 h 6858000"/>
              <a:gd name="connsiteX46" fmla="*/ 4249270 w 4272784"/>
              <a:gd name="connsiteY46" fmla="*/ 2232025 h 6858000"/>
              <a:gd name="connsiteX47" fmla="*/ 4234153 w 4272784"/>
              <a:gd name="connsiteY47" fmla="*/ 2278062 h 6858000"/>
              <a:gd name="connsiteX48" fmla="*/ 4217357 w 4272784"/>
              <a:gd name="connsiteY48" fmla="*/ 2319337 h 6858000"/>
              <a:gd name="connsiteX49" fmla="*/ 4197202 w 4272784"/>
              <a:gd name="connsiteY49" fmla="*/ 2359025 h 6858000"/>
              <a:gd name="connsiteX50" fmla="*/ 4177047 w 4272784"/>
              <a:gd name="connsiteY50" fmla="*/ 2395537 h 6858000"/>
              <a:gd name="connsiteX51" fmla="*/ 4156892 w 4272784"/>
              <a:gd name="connsiteY51" fmla="*/ 2433637 h 6858000"/>
              <a:gd name="connsiteX52" fmla="*/ 4138416 w 4272784"/>
              <a:gd name="connsiteY52" fmla="*/ 2471737 h 6858000"/>
              <a:gd name="connsiteX53" fmla="*/ 4119940 w 4272784"/>
              <a:gd name="connsiteY53" fmla="*/ 2513012 h 6858000"/>
              <a:gd name="connsiteX54" fmla="*/ 4104825 w 4272784"/>
              <a:gd name="connsiteY54" fmla="*/ 2560637 h 6858000"/>
              <a:gd name="connsiteX55" fmla="*/ 4094747 w 4272784"/>
              <a:gd name="connsiteY55" fmla="*/ 2613025 h 6858000"/>
              <a:gd name="connsiteX56" fmla="*/ 4084669 w 4272784"/>
              <a:gd name="connsiteY56" fmla="*/ 2671762 h 6858000"/>
              <a:gd name="connsiteX57" fmla="*/ 4082989 w 4272784"/>
              <a:gd name="connsiteY57" fmla="*/ 2741612 h 6858000"/>
              <a:gd name="connsiteX58" fmla="*/ 4084669 w 4272784"/>
              <a:gd name="connsiteY58" fmla="*/ 2809875 h 6858000"/>
              <a:gd name="connsiteX59" fmla="*/ 4094747 w 4272784"/>
              <a:gd name="connsiteY59" fmla="*/ 2868612 h 6858000"/>
              <a:gd name="connsiteX60" fmla="*/ 4104825 w 4272784"/>
              <a:gd name="connsiteY60" fmla="*/ 2922587 h 6858000"/>
              <a:gd name="connsiteX61" fmla="*/ 4119940 w 4272784"/>
              <a:gd name="connsiteY61" fmla="*/ 2967037 h 6858000"/>
              <a:gd name="connsiteX62" fmla="*/ 4138416 w 4272784"/>
              <a:gd name="connsiteY62" fmla="*/ 3009900 h 6858000"/>
              <a:gd name="connsiteX63" fmla="*/ 4156892 w 4272784"/>
              <a:gd name="connsiteY63" fmla="*/ 3046412 h 6858000"/>
              <a:gd name="connsiteX64" fmla="*/ 4177047 w 4272784"/>
              <a:gd name="connsiteY64" fmla="*/ 3084512 h 6858000"/>
              <a:gd name="connsiteX65" fmla="*/ 4197202 w 4272784"/>
              <a:gd name="connsiteY65" fmla="*/ 3121025 h 6858000"/>
              <a:gd name="connsiteX66" fmla="*/ 4217357 w 4272784"/>
              <a:gd name="connsiteY66" fmla="*/ 3160712 h 6858000"/>
              <a:gd name="connsiteX67" fmla="*/ 4234153 w 4272784"/>
              <a:gd name="connsiteY67" fmla="*/ 3201987 h 6858000"/>
              <a:gd name="connsiteX68" fmla="*/ 4249270 w 4272784"/>
              <a:gd name="connsiteY68" fmla="*/ 3248025 h 6858000"/>
              <a:gd name="connsiteX69" fmla="*/ 4261027 w 4272784"/>
              <a:gd name="connsiteY69" fmla="*/ 3300412 h 6858000"/>
              <a:gd name="connsiteX70" fmla="*/ 4269425 w 4272784"/>
              <a:gd name="connsiteY70" fmla="*/ 3360737 h 6858000"/>
              <a:gd name="connsiteX71" fmla="*/ 4272784 w 4272784"/>
              <a:gd name="connsiteY71" fmla="*/ 3427412 h 6858000"/>
              <a:gd name="connsiteX72" fmla="*/ 4269425 w 4272784"/>
              <a:gd name="connsiteY72" fmla="*/ 3497262 h 6858000"/>
              <a:gd name="connsiteX73" fmla="*/ 4261027 w 4272784"/>
              <a:gd name="connsiteY73" fmla="*/ 3557587 h 6858000"/>
              <a:gd name="connsiteX74" fmla="*/ 4249270 w 4272784"/>
              <a:gd name="connsiteY74" fmla="*/ 3609975 h 6858000"/>
              <a:gd name="connsiteX75" fmla="*/ 4234153 w 4272784"/>
              <a:gd name="connsiteY75" fmla="*/ 3656012 h 6858000"/>
              <a:gd name="connsiteX76" fmla="*/ 4217357 w 4272784"/>
              <a:gd name="connsiteY76" fmla="*/ 3697287 h 6858000"/>
              <a:gd name="connsiteX77" fmla="*/ 4197202 w 4272784"/>
              <a:gd name="connsiteY77" fmla="*/ 3736975 h 6858000"/>
              <a:gd name="connsiteX78" fmla="*/ 4156892 w 4272784"/>
              <a:gd name="connsiteY78" fmla="*/ 3811587 h 6858000"/>
              <a:gd name="connsiteX79" fmla="*/ 4138416 w 4272784"/>
              <a:gd name="connsiteY79" fmla="*/ 3848100 h 6858000"/>
              <a:gd name="connsiteX80" fmla="*/ 4119940 w 4272784"/>
              <a:gd name="connsiteY80" fmla="*/ 3890962 h 6858000"/>
              <a:gd name="connsiteX81" fmla="*/ 4104825 w 4272784"/>
              <a:gd name="connsiteY81" fmla="*/ 3935412 h 6858000"/>
              <a:gd name="connsiteX82" fmla="*/ 4094747 w 4272784"/>
              <a:gd name="connsiteY82" fmla="*/ 3987800 h 6858000"/>
              <a:gd name="connsiteX83" fmla="*/ 4084669 w 4272784"/>
              <a:gd name="connsiteY83" fmla="*/ 4048125 h 6858000"/>
              <a:gd name="connsiteX84" fmla="*/ 4082989 w 4272784"/>
              <a:gd name="connsiteY84" fmla="*/ 4116387 h 6858000"/>
              <a:gd name="connsiteX85" fmla="*/ 4084669 w 4272784"/>
              <a:gd name="connsiteY85" fmla="*/ 4186237 h 6858000"/>
              <a:gd name="connsiteX86" fmla="*/ 4094747 w 4272784"/>
              <a:gd name="connsiteY86" fmla="*/ 4244975 h 6858000"/>
              <a:gd name="connsiteX87" fmla="*/ 4104825 w 4272784"/>
              <a:gd name="connsiteY87" fmla="*/ 4297362 h 6858000"/>
              <a:gd name="connsiteX88" fmla="*/ 4119940 w 4272784"/>
              <a:gd name="connsiteY88" fmla="*/ 4343400 h 6858000"/>
              <a:gd name="connsiteX89" fmla="*/ 4138416 w 4272784"/>
              <a:gd name="connsiteY89" fmla="*/ 4386262 h 6858000"/>
              <a:gd name="connsiteX90" fmla="*/ 4156892 w 4272784"/>
              <a:gd name="connsiteY90" fmla="*/ 4424362 h 6858000"/>
              <a:gd name="connsiteX91" fmla="*/ 4197202 w 4272784"/>
              <a:gd name="connsiteY91" fmla="*/ 4498975 h 6858000"/>
              <a:gd name="connsiteX92" fmla="*/ 4217357 w 4272784"/>
              <a:gd name="connsiteY92" fmla="*/ 4537075 h 6858000"/>
              <a:gd name="connsiteX93" fmla="*/ 4234153 w 4272784"/>
              <a:gd name="connsiteY93" fmla="*/ 4579937 h 6858000"/>
              <a:gd name="connsiteX94" fmla="*/ 4249270 w 4272784"/>
              <a:gd name="connsiteY94" fmla="*/ 4625975 h 6858000"/>
              <a:gd name="connsiteX95" fmla="*/ 4261027 w 4272784"/>
              <a:gd name="connsiteY95" fmla="*/ 4678362 h 6858000"/>
              <a:gd name="connsiteX96" fmla="*/ 4269425 w 4272784"/>
              <a:gd name="connsiteY96" fmla="*/ 4738687 h 6858000"/>
              <a:gd name="connsiteX97" fmla="*/ 4272784 w 4272784"/>
              <a:gd name="connsiteY97" fmla="*/ 4806950 h 6858000"/>
              <a:gd name="connsiteX98" fmla="*/ 4269425 w 4272784"/>
              <a:gd name="connsiteY98" fmla="*/ 4875212 h 6858000"/>
              <a:gd name="connsiteX99" fmla="*/ 4261027 w 4272784"/>
              <a:gd name="connsiteY99" fmla="*/ 4935537 h 6858000"/>
              <a:gd name="connsiteX100" fmla="*/ 4249270 w 4272784"/>
              <a:gd name="connsiteY100" fmla="*/ 4987925 h 6858000"/>
              <a:gd name="connsiteX101" fmla="*/ 4234153 w 4272784"/>
              <a:gd name="connsiteY101" fmla="*/ 5033962 h 6858000"/>
              <a:gd name="connsiteX102" fmla="*/ 4217357 w 4272784"/>
              <a:gd name="connsiteY102" fmla="*/ 5075237 h 6858000"/>
              <a:gd name="connsiteX103" fmla="*/ 4197202 w 4272784"/>
              <a:gd name="connsiteY103" fmla="*/ 5114925 h 6858000"/>
              <a:gd name="connsiteX104" fmla="*/ 4177047 w 4272784"/>
              <a:gd name="connsiteY104" fmla="*/ 5149850 h 6858000"/>
              <a:gd name="connsiteX105" fmla="*/ 4156892 w 4272784"/>
              <a:gd name="connsiteY105" fmla="*/ 5186362 h 6858000"/>
              <a:gd name="connsiteX106" fmla="*/ 4138416 w 4272784"/>
              <a:gd name="connsiteY106" fmla="*/ 5226050 h 6858000"/>
              <a:gd name="connsiteX107" fmla="*/ 4119940 w 4272784"/>
              <a:gd name="connsiteY107" fmla="*/ 5268912 h 6858000"/>
              <a:gd name="connsiteX108" fmla="*/ 4104825 w 4272784"/>
              <a:gd name="connsiteY108" fmla="*/ 5313362 h 6858000"/>
              <a:gd name="connsiteX109" fmla="*/ 4094747 w 4272784"/>
              <a:gd name="connsiteY109" fmla="*/ 5365750 h 6858000"/>
              <a:gd name="connsiteX110" fmla="*/ 4084669 w 4272784"/>
              <a:gd name="connsiteY110" fmla="*/ 5426075 h 6858000"/>
              <a:gd name="connsiteX111" fmla="*/ 4082989 w 4272784"/>
              <a:gd name="connsiteY111" fmla="*/ 5494337 h 6858000"/>
              <a:gd name="connsiteX112" fmla="*/ 4084669 w 4272784"/>
              <a:gd name="connsiteY112" fmla="*/ 5562600 h 6858000"/>
              <a:gd name="connsiteX113" fmla="*/ 4094747 w 4272784"/>
              <a:gd name="connsiteY113" fmla="*/ 5622925 h 6858000"/>
              <a:gd name="connsiteX114" fmla="*/ 4104825 w 4272784"/>
              <a:gd name="connsiteY114" fmla="*/ 5675312 h 6858000"/>
              <a:gd name="connsiteX115" fmla="*/ 4119940 w 4272784"/>
              <a:gd name="connsiteY115" fmla="*/ 5721350 h 6858000"/>
              <a:gd name="connsiteX116" fmla="*/ 4138416 w 4272784"/>
              <a:gd name="connsiteY116" fmla="*/ 5762625 h 6858000"/>
              <a:gd name="connsiteX117" fmla="*/ 4156892 w 4272784"/>
              <a:gd name="connsiteY117" fmla="*/ 5802312 h 6858000"/>
              <a:gd name="connsiteX118" fmla="*/ 4177047 w 4272784"/>
              <a:gd name="connsiteY118" fmla="*/ 5840412 h 6858000"/>
              <a:gd name="connsiteX119" fmla="*/ 4197202 w 4272784"/>
              <a:gd name="connsiteY119" fmla="*/ 5876925 h 6858000"/>
              <a:gd name="connsiteX120" fmla="*/ 4217357 w 4272784"/>
              <a:gd name="connsiteY120" fmla="*/ 5915025 h 6858000"/>
              <a:gd name="connsiteX121" fmla="*/ 4234153 w 4272784"/>
              <a:gd name="connsiteY121" fmla="*/ 5956300 h 6858000"/>
              <a:gd name="connsiteX122" fmla="*/ 4249270 w 4272784"/>
              <a:gd name="connsiteY122" fmla="*/ 6003925 h 6858000"/>
              <a:gd name="connsiteX123" fmla="*/ 4261027 w 4272784"/>
              <a:gd name="connsiteY123" fmla="*/ 6056312 h 6858000"/>
              <a:gd name="connsiteX124" fmla="*/ 4269425 w 4272784"/>
              <a:gd name="connsiteY124" fmla="*/ 6113462 h 6858000"/>
              <a:gd name="connsiteX125" fmla="*/ 4272784 w 4272784"/>
              <a:gd name="connsiteY125" fmla="*/ 6183312 h 6858000"/>
              <a:gd name="connsiteX126" fmla="*/ 4269425 w 4272784"/>
              <a:gd name="connsiteY126" fmla="*/ 6251575 h 6858000"/>
              <a:gd name="connsiteX127" fmla="*/ 4261027 w 4272784"/>
              <a:gd name="connsiteY127" fmla="*/ 6311900 h 6858000"/>
              <a:gd name="connsiteX128" fmla="*/ 4249270 w 4272784"/>
              <a:gd name="connsiteY128" fmla="*/ 6361112 h 6858000"/>
              <a:gd name="connsiteX129" fmla="*/ 4234153 w 4272784"/>
              <a:gd name="connsiteY129" fmla="*/ 6407150 h 6858000"/>
              <a:gd name="connsiteX130" fmla="*/ 4217357 w 4272784"/>
              <a:gd name="connsiteY130" fmla="*/ 6448425 h 6858000"/>
              <a:gd name="connsiteX131" fmla="*/ 4198882 w 4272784"/>
              <a:gd name="connsiteY131" fmla="*/ 6488112 h 6858000"/>
              <a:gd name="connsiteX132" fmla="*/ 4180406 w 4272784"/>
              <a:gd name="connsiteY132" fmla="*/ 6523037 h 6858000"/>
              <a:gd name="connsiteX133" fmla="*/ 4160251 w 4272784"/>
              <a:gd name="connsiteY133" fmla="*/ 6561137 h 6858000"/>
              <a:gd name="connsiteX134" fmla="*/ 4140096 w 4272784"/>
              <a:gd name="connsiteY134" fmla="*/ 6597650 h 6858000"/>
              <a:gd name="connsiteX135" fmla="*/ 4123300 w 4272784"/>
              <a:gd name="connsiteY135" fmla="*/ 6640512 h 6858000"/>
              <a:gd name="connsiteX136" fmla="*/ 4106504 w 4272784"/>
              <a:gd name="connsiteY136" fmla="*/ 6683375 h 6858000"/>
              <a:gd name="connsiteX137" fmla="*/ 4096426 w 4272784"/>
              <a:gd name="connsiteY137" fmla="*/ 6735762 h 6858000"/>
              <a:gd name="connsiteX138" fmla="*/ 4088029 w 4272784"/>
              <a:gd name="connsiteY138" fmla="*/ 6791325 h 6858000"/>
              <a:gd name="connsiteX139" fmla="*/ 4082989 w 4272784"/>
              <a:gd name="connsiteY139" fmla="*/ 6858000 h 6858000"/>
              <a:gd name="connsiteX140" fmla="*/ 0 w 427278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272784" h="6858000">
                <a:moveTo>
                  <a:pt x="0" y="0"/>
                </a:moveTo>
                <a:lnTo>
                  <a:pt x="4082989" y="0"/>
                </a:lnTo>
                <a:lnTo>
                  <a:pt x="4088029" y="66675"/>
                </a:lnTo>
                <a:lnTo>
                  <a:pt x="4096426" y="122237"/>
                </a:lnTo>
                <a:lnTo>
                  <a:pt x="4106504" y="174625"/>
                </a:lnTo>
                <a:lnTo>
                  <a:pt x="4123300" y="217487"/>
                </a:lnTo>
                <a:lnTo>
                  <a:pt x="4140096" y="260350"/>
                </a:lnTo>
                <a:lnTo>
                  <a:pt x="4160251" y="296862"/>
                </a:lnTo>
                <a:lnTo>
                  <a:pt x="4180406" y="334962"/>
                </a:lnTo>
                <a:lnTo>
                  <a:pt x="4198882" y="369887"/>
                </a:lnTo>
                <a:lnTo>
                  <a:pt x="4217357" y="409575"/>
                </a:lnTo>
                <a:lnTo>
                  <a:pt x="4234153" y="450850"/>
                </a:lnTo>
                <a:lnTo>
                  <a:pt x="4249270" y="496887"/>
                </a:lnTo>
                <a:lnTo>
                  <a:pt x="4261027" y="546100"/>
                </a:lnTo>
                <a:lnTo>
                  <a:pt x="4269425" y="606425"/>
                </a:lnTo>
                <a:lnTo>
                  <a:pt x="4272784" y="673100"/>
                </a:lnTo>
                <a:lnTo>
                  <a:pt x="4269425" y="744537"/>
                </a:lnTo>
                <a:lnTo>
                  <a:pt x="4261027" y="801687"/>
                </a:lnTo>
                <a:lnTo>
                  <a:pt x="4249270" y="854075"/>
                </a:lnTo>
                <a:lnTo>
                  <a:pt x="4234153" y="901700"/>
                </a:lnTo>
                <a:lnTo>
                  <a:pt x="4217357" y="942975"/>
                </a:lnTo>
                <a:lnTo>
                  <a:pt x="4197202" y="981075"/>
                </a:lnTo>
                <a:lnTo>
                  <a:pt x="4177047" y="1017587"/>
                </a:lnTo>
                <a:lnTo>
                  <a:pt x="4156892" y="1055687"/>
                </a:lnTo>
                <a:lnTo>
                  <a:pt x="4138416" y="1095375"/>
                </a:lnTo>
                <a:lnTo>
                  <a:pt x="4119940" y="1136650"/>
                </a:lnTo>
                <a:lnTo>
                  <a:pt x="4104825" y="1182687"/>
                </a:lnTo>
                <a:lnTo>
                  <a:pt x="4094747" y="1235075"/>
                </a:lnTo>
                <a:lnTo>
                  <a:pt x="4084669" y="1295400"/>
                </a:lnTo>
                <a:lnTo>
                  <a:pt x="4082989" y="1363662"/>
                </a:lnTo>
                <a:lnTo>
                  <a:pt x="4084669" y="1431925"/>
                </a:lnTo>
                <a:lnTo>
                  <a:pt x="4094747" y="1492250"/>
                </a:lnTo>
                <a:lnTo>
                  <a:pt x="4104825" y="1544637"/>
                </a:lnTo>
                <a:lnTo>
                  <a:pt x="4119940" y="1589087"/>
                </a:lnTo>
                <a:lnTo>
                  <a:pt x="4138416" y="1631950"/>
                </a:lnTo>
                <a:lnTo>
                  <a:pt x="4156892" y="1671637"/>
                </a:lnTo>
                <a:lnTo>
                  <a:pt x="4177047" y="1708150"/>
                </a:lnTo>
                <a:lnTo>
                  <a:pt x="4197202" y="1743075"/>
                </a:lnTo>
                <a:lnTo>
                  <a:pt x="4217357" y="1782762"/>
                </a:lnTo>
                <a:lnTo>
                  <a:pt x="4234153" y="1824037"/>
                </a:lnTo>
                <a:lnTo>
                  <a:pt x="4249270" y="1870075"/>
                </a:lnTo>
                <a:lnTo>
                  <a:pt x="4261027" y="1922462"/>
                </a:lnTo>
                <a:lnTo>
                  <a:pt x="4269425" y="1982787"/>
                </a:lnTo>
                <a:lnTo>
                  <a:pt x="4272784" y="2051050"/>
                </a:lnTo>
                <a:lnTo>
                  <a:pt x="4269425" y="2119312"/>
                </a:lnTo>
                <a:lnTo>
                  <a:pt x="4261027" y="2179637"/>
                </a:lnTo>
                <a:lnTo>
                  <a:pt x="4249270" y="2232025"/>
                </a:lnTo>
                <a:lnTo>
                  <a:pt x="4234153" y="2278062"/>
                </a:lnTo>
                <a:lnTo>
                  <a:pt x="4217357" y="2319337"/>
                </a:lnTo>
                <a:lnTo>
                  <a:pt x="4197202" y="2359025"/>
                </a:lnTo>
                <a:lnTo>
                  <a:pt x="4177047" y="2395537"/>
                </a:lnTo>
                <a:lnTo>
                  <a:pt x="4156892" y="2433637"/>
                </a:lnTo>
                <a:lnTo>
                  <a:pt x="4138416" y="2471737"/>
                </a:lnTo>
                <a:lnTo>
                  <a:pt x="4119940" y="2513012"/>
                </a:lnTo>
                <a:lnTo>
                  <a:pt x="4104825" y="2560637"/>
                </a:lnTo>
                <a:lnTo>
                  <a:pt x="4094747" y="2613025"/>
                </a:lnTo>
                <a:lnTo>
                  <a:pt x="4084669" y="2671762"/>
                </a:lnTo>
                <a:lnTo>
                  <a:pt x="4082989" y="2741612"/>
                </a:lnTo>
                <a:lnTo>
                  <a:pt x="4084669" y="2809875"/>
                </a:lnTo>
                <a:lnTo>
                  <a:pt x="4094747" y="2868612"/>
                </a:lnTo>
                <a:lnTo>
                  <a:pt x="4104825" y="2922587"/>
                </a:lnTo>
                <a:lnTo>
                  <a:pt x="4119940" y="2967037"/>
                </a:lnTo>
                <a:lnTo>
                  <a:pt x="4138416" y="3009900"/>
                </a:lnTo>
                <a:lnTo>
                  <a:pt x="4156892" y="3046412"/>
                </a:lnTo>
                <a:lnTo>
                  <a:pt x="4177047" y="3084512"/>
                </a:lnTo>
                <a:lnTo>
                  <a:pt x="4197202" y="3121025"/>
                </a:lnTo>
                <a:lnTo>
                  <a:pt x="4217357" y="3160712"/>
                </a:lnTo>
                <a:lnTo>
                  <a:pt x="4234153" y="3201987"/>
                </a:lnTo>
                <a:lnTo>
                  <a:pt x="4249270" y="3248025"/>
                </a:lnTo>
                <a:lnTo>
                  <a:pt x="4261027" y="3300412"/>
                </a:lnTo>
                <a:lnTo>
                  <a:pt x="4269425" y="3360737"/>
                </a:lnTo>
                <a:lnTo>
                  <a:pt x="4272784" y="3427412"/>
                </a:lnTo>
                <a:lnTo>
                  <a:pt x="4269425" y="3497262"/>
                </a:lnTo>
                <a:lnTo>
                  <a:pt x="4261027" y="3557587"/>
                </a:lnTo>
                <a:lnTo>
                  <a:pt x="4249270" y="3609975"/>
                </a:lnTo>
                <a:lnTo>
                  <a:pt x="4234153" y="3656012"/>
                </a:lnTo>
                <a:lnTo>
                  <a:pt x="4217357" y="3697287"/>
                </a:lnTo>
                <a:lnTo>
                  <a:pt x="4197202" y="3736975"/>
                </a:lnTo>
                <a:lnTo>
                  <a:pt x="4156892" y="3811587"/>
                </a:lnTo>
                <a:lnTo>
                  <a:pt x="4138416" y="3848100"/>
                </a:lnTo>
                <a:lnTo>
                  <a:pt x="4119940" y="3890962"/>
                </a:lnTo>
                <a:lnTo>
                  <a:pt x="4104825" y="3935412"/>
                </a:lnTo>
                <a:lnTo>
                  <a:pt x="4094747" y="3987800"/>
                </a:lnTo>
                <a:lnTo>
                  <a:pt x="4084669" y="4048125"/>
                </a:lnTo>
                <a:lnTo>
                  <a:pt x="4082989" y="4116387"/>
                </a:lnTo>
                <a:lnTo>
                  <a:pt x="4084669" y="4186237"/>
                </a:lnTo>
                <a:lnTo>
                  <a:pt x="4094747" y="4244975"/>
                </a:lnTo>
                <a:lnTo>
                  <a:pt x="4104825" y="4297362"/>
                </a:lnTo>
                <a:lnTo>
                  <a:pt x="4119940" y="4343400"/>
                </a:lnTo>
                <a:lnTo>
                  <a:pt x="4138416" y="4386262"/>
                </a:lnTo>
                <a:lnTo>
                  <a:pt x="4156892" y="4424362"/>
                </a:lnTo>
                <a:lnTo>
                  <a:pt x="4197202" y="4498975"/>
                </a:lnTo>
                <a:lnTo>
                  <a:pt x="4217357" y="4537075"/>
                </a:lnTo>
                <a:lnTo>
                  <a:pt x="4234153" y="4579937"/>
                </a:lnTo>
                <a:lnTo>
                  <a:pt x="4249270" y="4625975"/>
                </a:lnTo>
                <a:lnTo>
                  <a:pt x="4261027" y="4678362"/>
                </a:lnTo>
                <a:lnTo>
                  <a:pt x="4269425" y="4738687"/>
                </a:lnTo>
                <a:lnTo>
                  <a:pt x="4272784" y="4806950"/>
                </a:lnTo>
                <a:lnTo>
                  <a:pt x="4269425" y="4875212"/>
                </a:lnTo>
                <a:lnTo>
                  <a:pt x="4261027" y="4935537"/>
                </a:lnTo>
                <a:lnTo>
                  <a:pt x="4249270" y="4987925"/>
                </a:lnTo>
                <a:lnTo>
                  <a:pt x="4234153" y="5033962"/>
                </a:lnTo>
                <a:lnTo>
                  <a:pt x="4217357" y="5075237"/>
                </a:lnTo>
                <a:lnTo>
                  <a:pt x="4197202" y="5114925"/>
                </a:lnTo>
                <a:lnTo>
                  <a:pt x="4177047" y="5149850"/>
                </a:lnTo>
                <a:lnTo>
                  <a:pt x="4156892" y="5186362"/>
                </a:lnTo>
                <a:lnTo>
                  <a:pt x="4138416" y="5226050"/>
                </a:lnTo>
                <a:lnTo>
                  <a:pt x="4119940" y="5268912"/>
                </a:lnTo>
                <a:lnTo>
                  <a:pt x="4104825" y="5313362"/>
                </a:lnTo>
                <a:lnTo>
                  <a:pt x="4094747" y="5365750"/>
                </a:lnTo>
                <a:lnTo>
                  <a:pt x="4084669" y="5426075"/>
                </a:lnTo>
                <a:lnTo>
                  <a:pt x="4082989" y="5494337"/>
                </a:lnTo>
                <a:lnTo>
                  <a:pt x="4084669" y="5562600"/>
                </a:lnTo>
                <a:lnTo>
                  <a:pt x="4094747" y="5622925"/>
                </a:lnTo>
                <a:lnTo>
                  <a:pt x="4104825" y="5675312"/>
                </a:lnTo>
                <a:lnTo>
                  <a:pt x="4119940" y="5721350"/>
                </a:lnTo>
                <a:lnTo>
                  <a:pt x="4138416" y="5762625"/>
                </a:lnTo>
                <a:lnTo>
                  <a:pt x="4156892" y="5802312"/>
                </a:lnTo>
                <a:lnTo>
                  <a:pt x="4177047" y="5840412"/>
                </a:lnTo>
                <a:lnTo>
                  <a:pt x="4197202" y="5876925"/>
                </a:lnTo>
                <a:lnTo>
                  <a:pt x="4217357" y="5915025"/>
                </a:lnTo>
                <a:lnTo>
                  <a:pt x="4234153" y="5956300"/>
                </a:lnTo>
                <a:lnTo>
                  <a:pt x="4249270" y="6003925"/>
                </a:lnTo>
                <a:lnTo>
                  <a:pt x="4261027" y="6056312"/>
                </a:lnTo>
                <a:lnTo>
                  <a:pt x="4269425" y="6113462"/>
                </a:lnTo>
                <a:lnTo>
                  <a:pt x="4272784" y="6183312"/>
                </a:lnTo>
                <a:lnTo>
                  <a:pt x="4269425" y="6251575"/>
                </a:lnTo>
                <a:lnTo>
                  <a:pt x="4261027" y="6311900"/>
                </a:lnTo>
                <a:lnTo>
                  <a:pt x="4249270" y="6361112"/>
                </a:lnTo>
                <a:lnTo>
                  <a:pt x="4234153" y="6407150"/>
                </a:lnTo>
                <a:lnTo>
                  <a:pt x="4217357" y="6448425"/>
                </a:lnTo>
                <a:lnTo>
                  <a:pt x="4198882" y="6488112"/>
                </a:lnTo>
                <a:lnTo>
                  <a:pt x="4180406" y="6523037"/>
                </a:lnTo>
                <a:lnTo>
                  <a:pt x="4160251" y="6561137"/>
                </a:lnTo>
                <a:lnTo>
                  <a:pt x="4140096" y="6597650"/>
                </a:lnTo>
                <a:lnTo>
                  <a:pt x="4123300" y="6640512"/>
                </a:lnTo>
                <a:lnTo>
                  <a:pt x="4106504" y="6683375"/>
                </a:lnTo>
                <a:lnTo>
                  <a:pt x="4096426" y="6735762"/>
                </a:lnTo>
                <a:lnTo>
                  <a:pt x="4088029" y="6791325"/>
                </a:lnTo>
                <a:lnTo>
                  <a:pt x="4082989" y="6858000"/>
                </a:lnTo>
                <a:lnTo>
                  <a:pt x="0" y="6858000"/>
                </a:lnTo>
                <a:close/>
              </a:path>
            </a:pathLst>
          </a:custGeom>
          <a:ln w="0">
            <a:noFill/>
            <a:prstDash val="solid"/>
            <a:round/>
            <a:headEnd/>
            <a:tailEnd/>
          </a:ln>
        </p:spPr>
        <p:txBody>
          <a:bodyPr/>
          <a:lstStyle/>
          <a:p>
            <a:endParaRPr lang="en-US" dirty="0"/>
          </a:p>
        </p:txBody>
      </p:sp>
      <p:pic>
        <p:nvPicPr>
          <p:cNvPr id="4" name="Picture 3">
            <a:extLst>
              <a:ext uri="{FF2B5EF4-FFF2-40B4-BE49-F238E27FC236}">
                <a16:creationId xmlns:a16="http://schemas.microsoft.com/office/drawing/2014/main" id="{D19546EC-3722-294F-892C-F9D4610A012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92394" y="155063"/>
            <a:ext cx="2296513" cy="2971959"/>
          </a:xfrm>
          <a:prstGeom prst="rect">
            <a:avLst/>
          </a:prstGeom>
        </p:spPr>
      </p:pic>
      <p:sp>
        <p:nvSpPr>
          <p:cNvPr id="5" name="TextBox 4">
            <a:extLst>
              <a:ext uri="{FF2B5EF4-FFF2-40B4-BE49-F238E27FC236}">
                <a16:creationId xmlns:a16="http://schemas.microsoft.com/office/drawing/2014/main" id="{AEE6C1A1-DA49-6441-B977-FFBC0F612D0B}"/>
              </a:ext>
            </a:extLst>
          </p:cNvPr>
          <p:cNvSpPr txBox="1"/>
          <p:nvPr/>
        </p:nvSpPr>
        <p:spPr>
          <a:xfrm>
            <a:off x="3682318" y="3469017"/>
            <a:ext cx="5092235" cy="3046988"/>
          </a:xfrm>
          <a:prstGeom prst="rect">
            <a:avLst/>
          </a:prstGeom>
          <a:ln w="50800"/>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dirty="0"/>
              <a:t>Given the nature and impact of intellectual disabilities, consider how these issues can be addressed within the delivery of VR services and the transition process in a way that empowers the individual, and facilitates informed choice and self-determination.</a:t>
            </a:r>
          </a:p>
        </p:txBody>
      </p:sp>
      <p:sp>
        <p:nvSpPr>
          <p:cNvPr id="15" name="Freeform: Shape 14">
            <a:extLst>
              <a:ext uri="{FF2B5EF4-FFF2-40B4-BE49-F238E27FC236}">
                <a16:creationId xmlns:a16="http://schemas.microsoft.com/office/drawing/2014/main" id="{909E572F-9CDC-4214-9D42-FF0017649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3312871" cy="6858000"/>
          </a:xfrm>
          <a:custGeom>
            <a:avLst/>
            <a:gdLst>
              <a:gd name="connsiteX0" fmla="*/ 4417162 w 4417162"/>
              <a:gd name="connsiteY0" fmla="*/ 0 h 6858000"/>
              <a:gd name="connsiteX1" fmla="*/ 334174 w 4417162"/>
              <a:gd name="connsiteY1" fmla="*/ 0 h 6858000"/>
              <a:gd name="connsiteX2" fmla="*/ 334173 w 4417162"/>
              <a:gd name="connsiteY2" fmla="*/ 0 h 6858000"/>
              <a:gd name="connsiteX3" fmla="*/ 189795 w 4417162"/>
              <a:gd name="connsiteY3" fmla="*/ 0 h 6858000"/>
              <a:gd name="connsiteX4" fmla="*/ 184756 w 4417162"/>
              <a:gd name="connsiteY4" fmla="*/ 66675 h 6858000"/>
              <a:gd name="connsiteX5" fmla="*/ 176358 w 4417162"/>
              <a:gd name="connsiteY5" fmla="*/ 122237 h 6858000"/>
              <a:gd name="connsiteX6" fmla="*/ 166281 w 4417162"/>
              <a:gd name="connsiteY6" fmla="*/ 174625 h 6858000"/>
              <a:gd name="connsiteX7" fmla="*/ 149485 w 4417162"/>
              <a:gd name="connsiteY7" fmla="*/ 217487 h 6858000"/>
              <a:gd name="connsiteX8" fmla="*/ 132689 w 4417162"/>
              <a:gd name="connsiteY8" fmla="*/ 260350 h 6858000"/>
              <a:gd name="connsiteX9" fmla="*/ 112534 w 4417162"/>
              <a:gd name="connsiteY9" fmla="*/ 296862 h 6858000"/>
              <a:gd name="connsiteX10" fmla="*/ 92379 w 4417162"/>
              <a:gd name="connsiteY10" fmla="*/ 334962 h 6858000"/>
              <a:gd name="connsiteX11" fmla="*/ 73903 w 4417162"/>
              <a:gd name="connsiteY11" fmla="*/ 369887 h 6858000"/>
              <a:gd name="connsiteX12" fmla="*/ 55427 w 4417162"/>
              <a:gd name="connsiteY12" fmla="*/ 409575 h 6858000"/>
              <a:gd name="connsiteX13" fmla="*/ 38632 w 4417162"/>
              <a:gd name="connsiteY13" fmla="*/ 450850 h 6858000"/>
              <a:gd name="connsiteX14" fmla="*/ 23515 w 4417162"/>
              <a:gd name="connsiteY14" fmla="*/ 496887 h 6858000"/>
              <a:gd name="connsiteX15" fmla="*/ 11758 w 4417162"/>
              <a:gd name="connsiteY15" fmla="*/ 546100 h 6858000"/>
              <a:gd name="connsiteX16" fmla="*/ 3359 w 4417162"/>
              <a:gd name="connsiteY16" fmla="*/ 606425 h 6858000"/>
              <a:gd name="connsiteX17" fmla="*/ 0 w 4417162"/>
              <a:gd name="connsiteY17" fmla="*/ 673100 h 6858000"/>
              <a:gd name="connsiteX18" fmla="*/ 3359 w 4417162"/>
              <a:gd name="connsiteY18" fmla="*/ 744537 h 6858000"/>
              <a:gd name="connsiteX19" fmla="*/ 11758 w 4417162"/>
              <a:gd name="connsiteY19" fmla="*/ 801687 h 6858000"/>
              <a:gd name="connsiteX20" fmla="*/ 23515 w 4417162"/>
              <a:gd name="connsiteY20" fmla="*/ 854075 h 6858000"/>
              <a:gd name="connsiteX21" fmla="*/ 38632 w 4417162"/>
              <a:gd name="connsiteY21" fmla="*/ 901700 h 6858000"/>
              <a:gd name="connsiteX22" fmla="*/ 55427 w 4417162"/>
              <a:gd name="connsiteY22" fmla="*/ 942975 h 6858000"/>
              <a:gd name="connsiteX23" fmla="*/ 75583 w 4417162"/>
              <a:gd name="connsiteY23" fmla="*/ 981075 h 6858000"/>
              <a:gd name="connsiteX24" fmla="*/ 95738 w 4417162"/>
              <a:gd name="connsiteY24" fmla="*/ 1017587 h 6858000"/>
              <a:gd name="connsiteX25" fmla="*/ 115893 w 4417162"/>
              <a:gd name="connsiteY25" fmla="*/ 1055687 h 6858000"/>
              <a:gd name="connsiteX26" fmla="*/ 134368 w 4417162"/>
              <a:gd name="connsiteY26" fmla="*/ 1095375 h 6858000"/>
              <a:gd name="connsiteX27" fmla="*/ 152844 w 4417162"/>
              <a:gd name="connsiteY27" fmla="*/ 1136650 h 6858000"/>
              <a:gd name="connsiteX28" fmla="*/ 167960 w 4417162"/>
              <a:gd name="connsiteY28" fmla="*/ 1182687 h 6858000"/>
              <a:gd name="connsiteX29" fmla="*/ 178038 w 4417162"/>
              <a:gd name="connsiteY29" fmla="*/ 1235075 h 6858000"/>
              <a:gd name="connsiteX30" fmla="*/ 188115 w 4417162"/>
              <a:gd name="connsiteY30" fmla="*/ 1295400 h 6858000"/>
              <a:gd name="connsiteX31" fmla="*/ 189795 w 4417162"/>
              <a:gd name="connsiteY31" fmla="*/ 1363662 h 6858000"/>
              <a:gd name="connsiteX32" fmla="*/ 188115 w 4417162"/>
              <a:gd name="connsiteY32" fmla="*/ 1431925 h 6858000"/>
              <a:gd name="connsiteX33" fmla="*/ 178038 w 4417162"/>
              <a:gd name="connsiteY33" fmla="*/ 1492250 h 6858000"/>
              <a:gd name="connsiteX34" fmla="*/ 167960 w 4417162"/>
              <a:gd name="connsiteY34" fmla="*/ 1544637 h 6858000"/>
              <a:gd name="connsiteX35" fmla="*/ 152844 w 4417162"/>
              <a:gd name="connsiteY35" fmla="*/ 1589087 h 6858000"/>
              <a:gd name="connsiteX36" fmla="*/ 134368 w 4417162"/>
              <a:gd name="connsiteY36" fmla="*/ 1631950 h 6858000"/>
              <a:gd name="connsiteX37" fmla="*/ 115893 w 4417162"/>
              <a:gd name="connsiteY37" fmla="*/ 1671637 h 6858000"/>
              <a:gd name="connsiteX38" fmla="*/ 95738 w 4417162"/>
              <a:gd name="connsiteY38" fmla="*/ 1708150 h 6858000"/>
              <a:gd name="connsiteX39" fmla="*/ 75583 w 4417162"/>
              <a:gd name="connsiteY39" fmla="*/ 1743075 h 6858000"/>
              <a:gd name="connsiteX40" fmla="*/ 55427 w 4417162"/>
              <a:gd name="connsiteY40" fmla="*/ 1782762 h 6858000"/>
              <a:gd name="connsiteX41" fmla="*/ 38632 w 4417162"/>
              <a:gd name="connsiteY41" fmla="*/ 1824037 h 6858000"/>
              <a:gd name="connsiteX42" fmla="*/ 23515 w 4417162"/>
              <a:gd name="connsiteY42" fmla="*/ 1870075 h 6858000"/>
              <a:gd name="connsiteX43" fmla="*/ 11758 w 4417162"/>
              <a:gd name="connsiteY43" fmla="*/ 1922462 h 6858000"/>
              <a:gd name="connsiteX44" fmla="*/ 3359 w 4417162"/>
              <a:gd name="connsiteY44" fmla="*/ 1982787 h 6858000"/>
              <a:gd name="connsiteX45" fmla="*/ 0 w 4417162"/>
              <a:gd name="connsiteY45" fmla="*/ 2051050 h 6858000"/>
              <a:gd name="connsiteX46" fmla="*/ 3359 w 4417162"/>
              <a:gd name="connsiteY46" fmla="*/ 2119312 h 6858000"/>
              <a:gd name="connsiteX47" fmla="*/ 11758 w 4417162"/>
              <a:gd name="connsiteY47" fmla="*/ 2179637 h 6858000"/>
              <a:gd name="connsiteX48" fmla="*/ 23515 w 4417162"/>
              <a:gd name="connsiteY48" fmla="*/ 2232025 h 6858000"/>
              <a:gd name="connsiteX49" fmla="*/ 38632 w 4417162"/>
              <a:gd name="connsiteY49" fmla="*/ 2278062 h 6858000"/>
              <a:gd name="connsiteX50" fmla="*/ 55427 w 4417162"/>
              <a:gd name="connsiteY50" fmla="*/ 2319337 h 6858000"/>
              <a:gd name="connsiteX51" fmla="*/ 75583 w 4417162"/>
              <a:gd name="connsiteY51" fmla="*/ 2359025 h 6858000"/>
              <a:gd name="connsiteX52" fmla="*/ 95738 w 4417162"/>
              <a:gd name="connsiteY52" fmla="*/ 2395537 h 6858000"/>
              <a:gd name="connsiteX53" fmla="*/ 115893 w 4417162"/>
              <a:gd name="connsiteY53" fmla="*/ 2433637 h 6858000"/>
              <a:gd name="connsiteX54" fmla="*/ 134368 w 4417162"/>
              <a:gd name="connsiteY54" fmla="*/ 2471737 h 6858000"/>
              <a:gd name="connsiteX55" fmla="*/ 152844 w 4417162"/>
              <a:gd name="connsiteY55" fmla="*/ 2513012 h 6858000"/>
              <a:gd name="connsiteX56" fmla="*/ 167960 w 4417162"/>
              <a:gd name="connsiteY56" fmla="*/ 2560637 h 6858000"/>
              <a:gd name="connsiteX57" fmla="*/ 178038 w 4417162"/>
              <a:gd name="connsiteY57" fmla="*/ 2613025 h 6858000"/>
              <a:gd name="connsiteX58" fmla="*/ 188115 w 4417162"/>
              <a:gd name="connsiteY58" fmla="*/ 2671762 h 6858000"/>
              <a:gd name="connsiteX59" fmla="*/ 189795 w 4417162"/>
              <a:gd name="connsiteY59" fmla="*/ 2741612 h 6858000"/>
              <a:gd name="connsiteX60" fmla="*/ 188115 w 4417162"/>
              <a:gd name="connsiteY60" fmla="*/ 2809875 h 6858000"/>
              <a:gd name="connsiteX61" fmla="*/ 178038 w 4417162"/>
              <a:gd name="connsiteY61" fmla="*/ 2868612 h 6858000"/>
              <a:gd name="connsiteX62" fmla="*/ 167960 w 4417162"/>
              <a:gd name="connsiteY62" fmla="*/ 2922587 h 6858000"/>
              <a:gd name="connsiteX63" fmla="*/ 152844 w 4417162"/>
              <a:gd name="connsiteY63" fmla="*/ 2967037 h 6858000"/>
              <a:gd name="connsiteX64" fmla="*/ 134368 w 4417162"/>
              <a:gd name="connsiteY64" fmla="*/ 3009900 h 6858000"/>
              <a:gd name="connsiteX65" fmla="*/ 115893 w 4417162"/>
              <a:gd name="connsiteY65" fmla="*/ 3046412 h 6858000"/>
              <a:gd name="connsiteX66" fmla="*/ 95738 w 4417162"/>
              <a:gd name="connsiteY66" fmla="*/ 3084512 h 6858000"/>
              <a:gd name="connsiteX67" fmla="*/ 75583 w 4417162"/>
              <a:gd name="connsiteY67" fmla="*/ 3121025 h 6858000"/>
              <a:gd name="connsiteX68" fmla="*/ 55427 w 4417162"/>
              <a:gd name="connsiteY68" fmla="*/ 3160712 h 6858000"/>
              <a:gd name="connsiteX69" fmla="*/ 38632 w 4417162"/>
              <a:gd name="connsiteY69" fmla="*/ 3201987 h 6858000"/>
              <a:gd name="connsiteX70" fmla="*/ 23515 w 4417162"/>
              <a:gd name="connsiteY70" fmla="*/ 3248025 h 6858000"/>
              <a:gd name="connsiteX71" fmla="*/ 11758 w 4417162"/>
              <a:gd name="connsiteY71" fmla="*/ 3300412 h 6858000"/>
              <a:gd name="connsiteX72" fmla="*/ 3359 w 4417162"/>
              <a:gd name="connsiteY72" fmla="*/ 3360737 h 6858000"/>
              <a:gd name="connsiteX73" fmla="*/ 0 w 4417162"/>
              <a:gd name="connsiteY73" fmla="*/ 3427412 h 6858000"/>
              <a:gd name="connsiteX74" fmla="*/ 3359 w 4417162"/>
              <a:gd name="connsiteY74" fmla="*/ 3497262 h 6858000"/>
              <a:gd name="connsiteX75" fmla="*/ 11758 w 4417162"/>
              <a:gd name="connsiteY75" fmla="*/ 3557587 h 6858000"/>
              <a:gd name="connsiteX76" fmla="*/ 23515 w 4417162"/>
              <a:gd name="connsiteY76" fmla="*/ 3609975 h 6858000"/>
              <a:gd name="connsiteX77" fmla="*/ 38632 w 4417162"/>
              <a:gd name="connsiteY77" fmla="*/ 3656012 h 6858000"/>
              <a:gd name="connsiteX78" fmla="*/ 55427 w 4417162"/>
              <a:gd name="connsiteY78" fmla="*/ 3697287 h 6858000"/>
              <a:gd name="connsiteX79" fmla="*/ 75583 w 4417162"/>
              <a:gd name="connsiteY79" fmla="*/ 3736975 h 6858000"/>
              <a:gd name="connsiteX80" fmla="*/ 115893 w 4417162"/>
              <a:gd name="connsiteY80" fmla="*/ 3811587 h 6858000"/>
              <a:gd name="connsiteX81" fmla="*/ 134368 w 4417162"/>
              <a:gd name="connsiteY81" fmla="*/ 3848100 h 6858000"/>
              <a:gd name="connsiteX82" fmla="*/ 152844 w 4417162"/>
              <a:gd name="connsiteY82" fmla="*/ 3890962 h 6858000"/>
              <a:gd name="connsiteX83" fmla="*/ 167960 w 4417162"/>
              <a:gd name="connsiteY83" fmla="*/ 3935412 h 6858000"/>
              <a:gd name="connsiteX84" fmla="*/ 178038 w 4417162"/>
              <a:gd name="connsiteY84" fmla="*/ 3987800 h 6858000"/>
              <a:gd name="connsiteX85" fmla="*/ 188115 w 4417162"/>
              <a:gd name="connsiteY85" fmla="*/ 4048125 h 6858000"/>
              <a:gd name="connsiteX86" fmla="*/ 189795 w 4417162"/>
              <a:gd name="connsiteY86" fmla="*/ 4116387 h 6858000"/>
              <a:gd name="connsiteX87" fmla="*/ 188115 w 4417162"/>
              <a:gd name="connsiteY87" fmla="*/ 4186237 h 6858000"/>
              <a:gd name="connsiteX88" fmla="*/ 178038 w 4417162"/>
              <a:gd name="connsiteY88" fmla="*/ 4244975 h 6858000"/>
              <a:gd name="connsiteX89" fmla="*/ 167960 w 4417162"/>
              <a:gd name="connsiteY89" fmla="*/ 4297362 h 6858000"/>
              <a:gd name="connsiteX90" fmla="*/ 152844 w 4417162"/>
              <a:gd name="connsiteY90" fmla="*/ 4343400 h 6858000"/>
              <a:gd name="connsiteX91" fmla="*/ 134368 w 4417162"/>
              <a:gd name="connsiteY91" fmla="*/ 4386262 h 6858000"/>
              <a:gd name="connsiteX92" fmla="*/ 115893 w 4417162"/>
              <a:gd name="connsiteY92" fmla="*/ 4424362 h 6858000"/>
              <a:gd name="connsiteX93" fmla="*/ 75583 w 4417162"/>
              <a:gd name="connsiteY93" fmla="*/ 4498975 h 6858000"/>
              <a:gd name="connsiteX94" fmla="*/ 55427 w 4417162"/>
              <a:gd name="connsiteY94" fmla="*/ 4537075 h 6858000"/>
              <a:gd name="connsiteX95" fmla="*/ 38632 w 4417162"/>
              <a:gd name="connsiteY95" fmla="*/ 4579937 h 6858000"/>
              <a:gd name="connsiteX96" fmla="*/ 23515 w 4417162"/>
              <a:gd name="connsiteY96" fmla="*/ 4625975 h 6858000"/>
              <a:gd name="connsiteX97" fmla="*/ 11758 w 4417162"/>
              <a:gd name="connsiteY97" fmla="*/ 4678362 h 6858000"/>
              <a:gd name="connsiteX98" fmla="*/ 3359 w 4417162"/>
              <a:gd name="connsiteY98" fmla="*/ 4738687 h 6858000"/>
              <a:gd name="connsiteX99" fmla="*/ 0 w 4417162"/>
              <a:gd name="connsiteY99" fmla="*/ 4806950 h 6858000"/>
              <a:gd name="connsiteX100" fmla="*/ 3359 w 4417162"/>
              <a:gd name="connsiteY100" fmla="*/ 4875212 h 6858000"/>
              <a:gd name="connsiteX101" fmla="*/ 11758 w 4417162"/>
              <a:gd name="connsiteY101" fmla="*/ 4935537 h 6858000"/>
              <a:gd name="connsiteX102" fmla="*/ 23515 w 4417162"/>
              <a:gd name="connsiteY102" fmla="*/ 4987925 h 6858000"/>
              <a:gd name="connsiteX103" fmla="*/ 38632 w 4417162"/>
              <a:gd name="connsiteY103" fmla="*/ 5033962 h 6858000"/>
              <a:gd name="connsiteX104" fmla="*/ 55427 w 4417162"/>
              <a:gd name="connsiteY104" fmla="*/ 5075237 h 6858000"/>
              <a:gd name="connsiteX105" fmla="*/ 75583 w 4417162"/>
              <a:gd name="connsiteY105" fmla="*/ 5114925 h 6858000"/>
              <a:gd name="connsiteX106" fmla="*/ 95738 w 4417162"/>
              <a:gd name="connsiteY106" fmla="*/ 5149850 h 6858000"/>
              <a:gd name="connsiteX107" fmla="*/ 115893 w 4417162"/>
              <a:gd name="connsiteY107" fmla="*/ 5186362 h 6858000"/>
              <a:gd name="connsiteX108" fmla="*/ 134368 w 4417162"/>
              <a:gd name="connsiteY108" fmla="*/ 5226050 h 6858000"/>
              <a:gd name="connsiteX109" fmla="*/ 152844 w 4417162"/>
              <a:gd name="connsiteY109" fmla="*/ 5268912 h 6858000"/>
              <a:gd name="connsiteX110" fmla="*/ 167960 w 4417162"/>
              <a:gd name="connsiteY110" fmla="*/ 5313362 h 6858000"/>
              <a:gd name="connsiteX111" fmla="*/ 178038 w 4417162"/>
              <a:gd name="connsiteY111" fmla="*/ 5365750 h 6858000"/>
              <a:gd name="connsiteX112" fmla="*/ 188115 w 4417162"/>
              <a:gd name="connsiteY112" fmla="*/ 5426075 h 6858000"/>
              <a:gd name="connsiteX113" fmla="*/ 189795 w 4417162"/>
              <a:gd name="connsiteY113" fmla="*/ 5494337 h 6858000"/>
              <a:gd name="connsiteX114" fmla="*/ 188115 w 4417162"/>
              <a:gd name="connsiteY114" fmla="*/ 5562600 h 6858000"/>
              <a:gd name="connsiteX115" fmla="*/ 178038 w 4417162"/>
              <a:gd name="connsiteY115" fmla="*/ 5622925 h 6858000"/>
              <a:gd name="connsiteX116" fmla="*/ 167960 w 4417162"/>
              <a:gd name="connsiteY116" fmla="*/ 5675312 h 6858000"/>
              <a:gd name="connsiteX117" fmla="*/ 152844 w 4417162"/>
              <a:gd name="connsiteY117" fmla="*/ 5721350 h 6858000"/>
              <a:gd name="connsiteX118" fmla="*/ 134368 w 4417162"/>
              <a:gd name="connsiteY118" fmla="*/ 5762625 h 6858000"/>
              <a:gd name="connsiteX119" fmla="*/ 115893 w 4417162"/>
              <a:gd name="connsiteY119" fmla="*/ 5802312 h 6858000"/>
              <a:gd name="connsiteX120" fmla="*/ 95738 w 4417162"/>
              <a:gd name="connsiteY120" fmla="*/ 5840412 h 6858000"/>
              <a:gd name="connsiteX121" fmla="*/ 75583 w 4417162"/>
              <a:gd name="connsiteY121" fmla="*/ 5876925 h 6858000"/>
              <a:gd name="connsiteX122" fmla="*/ 55427 w 4417162"/>
              <a:gd name="connsiteY122" fmla="*/ 5915025 h 6858000"/>
              <a:gd name="connsiteX123" fmla="*/ 38632 w 4417162"/>
              <a:gd name="connsiteY123" fmla="*/ 5956300 h 6858000"/>
              <a:gd name="connsiteX124" fmla="*/ 23515 w 4417162"/>
              <a:gd name="connsiteY124" fmla="*/ 6003925 h 6858000"/>
              <a:gd name="connsiteX125" fmla="*/ 11758 w 4417162"/>
              <a:gd name="connsiteY125" fmla="*/ 6056312 h 6858000"/>
              <a:gd name="connsiteX126" fmla="*/ 3359 w 4417162"/>
              <a:gd name="connsiteY126" fmla="*/ 6113462 h 6858000"/>
              <a:gd name="connsiteX127" fmla="*/ 0 w 4417162"/>
              <a:gd name="connsiteY127" fmla="*/ 6183312 h 6858000"/>
              <a:gd name="connsiteX128" fmla="*/ 3359 w 4417162"/>
              <a:gd name="connsiteY128" fmla="*/ 6251575 h 6858000"/>
              <a:gd name="connsiteX129" fmla="*/ 11758 w 4417162"/>
              <a:gd name="connsiteY129" fmla="*/ 6311900 h 6858000"/>
              <a:gd name="connsiteX130" fmla="*/ 23515 w 4417162"/>
              <a:gd name="connsiteY130" fmla="*/ 6361112 h 6858000"/>
              <a:gd name="connsiteX131" fmla="*/ 38632 w 4417162"/>
              <a:gd name="connsiteY131" fmla="*/ 6407150 h 6858000"/>
              <a:gd name="connsiteX132" fmla="*/ 55427 w 4417162"/>
              <a:gd name="connsiteY132" fmla="*/ 6448425 h 6858000"/>
              <a:gd name="connsiteX133" fmla="*/ 73903 w 4417162"/>
              <a:gd name="connsiteY133" fmla="*/ 6488112 h 6858000"/>
              <a:gd name="connsiteX134" fmla="*/ 92379 w 4417162"/>
              <a:gd name="connsiteY134" fmla="*/ 6523037 h 6858000"/>
              <a:gd name="connsiteX135" fmla="*/ 112534 w 4417162"/>
              <a:gd name="connsiteY135" fmla="*/ 6561137 h 6858000"/>
              <a:gd name="connsiteX136" fmla="*/ 132689 w 4417162"/>
              <a:gd name="connsiteY136" fmla="*/ 6597650 h 6858000"/>
              <a:gd name="connsiteX137" fmla="*/ 149485 w 4417162"/>
              <a:gd name="connsiteY137" fmla="*/ 6640512 h 6858000"/>
              <a:gd name="connsiteX138" fmla="*/ 166281 w 4417162"/>
              <a:gd name="connsiteY138" fmla="*/ 6683375 h 6858000"/>
              <a:gd name="connsiteX139" fmla="*/ 176358 w 4417162"/>
              <a:gd name="connsiteY139" fmla="*/ 6735762 h 6858000"/>
              <a:gd name="connsiteX140" fmla="*/ 184756 w 4417162"/>
              <a:gd name="connsiteY140" fmla="*/ 6791325 h 6858000"/>
              <a:gd name="connsiteX141" fmla="*/ 189795 w 4417162"/>
              <a:gd name="connsiteY141" fmla="*/ 6858000 h 6858000"/>
              <a:gd name="connsiteX142" fmla="*/ 334173 w 4417162"/>
              <a:gd name="connsiteY142" fmla="*/ 6858000 h 6858000"/>
              <a:gd name="connsiteX143" fmla="*/ 334174 w 4417162"/>
              <a:gd name="connsiteY143" fmla="*/ 6858000 h 6858000"/>
              <a:gd name="connsiteX144" fmla="*/ 4417162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4417162" y="0"/>
                </a:moveTo>
                <a:lnTo>
                  <a:pt x="334174" y="0"/>
                </a:lnTo>
                <a:lnTo>
                  <a:pt x="334173" y="0"/>
                </a:lnTo>
                <a:lnTo>
                  <a:pt x="189795" y="0"/>
                </a:lnTo>
                <a:lnTo>
                  <a:pt x="184756" y="66675"/>
                </a:lnTo>
                <a:lnTo>
                  <a:pt x="176358" y="122237"/>
                </a:lnTo>
                <a:lnTo>
                  <a:pt x="166281" y="174625"/>
                </a:lnTo>
                <a:lnTo>
                  <a:pt x="149485" y="217487"/>
                </a:lnTo>
                <a:lnTo>
                  <a:pt x="132689" y="260350"/>
                </a:lnTo>
                <a:lnTo>
                  <a:pt x="112534" y="296862"/>
                </a:lnTo>
                <a:lnTo>
                  <a:pt x="92379" y="334962"/>
                </a:lnTo>
                <a:lnTo>
                  <a:pt x="73903" y="369887"/>
                </a:lnTo>
                <a:lnTo>
                  <a:pt x="55427" y="409575"/>
                </a:lnTo>
                <a:lnTo>
                  <a:pt x="38632" y="450850"/>
                </a:lnTo>
                <a:lnTo>
                  <a:pt x="23515" y="496887"/>
                </a:lnTo>
                <a:lnTo>
                  <a:pt x="11758" y="546100"/>
                </a:lnTo>
                <a:lnTo>
                  <a:pt x="3359" y="606425"/>
                </a:lnTo>
                <a:lnTo>
                  <a:pt x="0" y="673100"/>
                </a:lnTo>
                <a:lnTo>
                  <a:pt x="3359" y="744537"/>
                </a:lnTo>
                <a:lnTo>
                  <a:pt x="11758" y="801687"/>
                </a:lnTo>
                <a:lnTo>
                  <a:pt x="23515" y="854075"/>
                </a:lnTo>
                <a:lnTo>
                  <a:pt x="38632" y="901700"/>
                </a:lnTo>
                <a:lnTo>
                  <a:pt x="55427" y="942975"/>
                </a:lnTo>
                <a:lnTo>
                  <a:pt x="75583" y="981075"/>
                </a:lnTo>
                <a:lnTo>
                  <a:pt x="95738" y="1017587"/>
                </a:lnTo>
                <a:lnTo>
                  <a:pt x="115893" y="1055687"/>
                </a:lnTo>
                <a:lnTo>
                  <a:pt x="134368" y="1095375"/>
                </a:lnTo>
                <a:lnTo>
                  <a:pt x="152844" y="1136650"/>
                </a:lnTo>
                <a:lnTo>
                  <a:pt x="167960" y="1182687"/>
                </a:lnTo>
                <a:lnTo>
                  <a:pt x="178038" y="1235075"/>
                </a:lnTo>
                <a:lnTo>
                  <a:pt x="188115" y="1295400"/>
                </a:lnTo>
                <a:lnTo>
                  <a:pt x="189795" y="1363662"/>
                </a:lnTo>
                <a:lnTo>
                  <a:pt x="188115" y="1431925"/>
                </a:lnTo>
                <a:lnTo>
                  <a:pt x="178038" y="1492250"/>
                </a:lnTo>
                <a:lnTo>
                  <a:pt x="167960" y="1544637"/>
                </a:lnTo>
                <a:lnTo>
                  <a:pt x="152844" y="1589087"/>
                </a:lnTo>
                <a:lnTo>
                  <a:pt x="134368" y="1631950"/>
                </a:lnTo>
                <a:lnTo>
                  <a:pt x="115893" y="1671637"/>
                </a:lnTo>
                <a:lnTo>
                  <a:pt x="95738" y="1708150"/>
                </a:lnTo>
                <a:lnTo>
                  <a:pt x="75583" y="1743075"/>
                </a:lnTo>
                <a:lnTo>
                  <a:pt x="55427" y="1782762"/>
                </a:lnTo>
                <a:lnTo>
                  <a:pt x="38632" y="1824037"/>
                </a:lnTo>
                <a:lnTo>
                  <a:pt x="23515" y="1870075"/>
                </a:lnTo>
                <a:lnTo>
                  <a:pt x="11758" y="1922462"/>
                </a:lnTo>
                <a:lnTo>
                  <a:pt x="3359" y="1982787"/>
                </a:lnTo>
                <a:lnTo>
                  <a:pt x="0" y="2051050"/>
                </a:lnTo>
                <a:lnTo>
                  <a:pt x="3359" y="2119312"/>
                </a:lnTo>
                <a:lnTo>
                  <a:pt x="11758" y="2179637"/>
                </a:lnTo>
                <a:lnTo>
                  <a:pt x="23515" y="2232025"/>
                </a:lnTo>
                <a:lnTo>
                  <a:pt x="38632" y="2278062"/>
                </a:lnTo>
                <a:lnTo>
                  <a:pt x="55427" y="2319337"/>
                </a:lnTo>
                <a:lnTo>
                  <a:pt x="75583" y="2359025"/>
                </a:lnTo>
                <a:lnTo>
                  <a:pt x="95738" y="2395537"/>
                </a:lnTo>
                <a:lnTo>
                  <a:pt x="115893" y="2433637"/>
                </a:lnTo>
                <a:lnTo>
                  <a:pt x="134368" y="2471737"/>
                </a:lnTo>
                <a:lnTo>
                  <a:pt x="152844" y="2513012"/>
                </a:lnTo>
                <a:lnTo>
                  <a:pt x="167960" y="2560637"/>
                </a:lnTo>
                <a:lnTo>
                  <a:pt x="178038" y="2613025"/>
                </a:lnTo>
                <a:lnTo>
                  <a:pt x="188115" y="2671762"/>
                </a:lnTo>
                <a:lnTo>
                  <a:pt x="189795" y="2741612"/>
                </a:lnTo>
                <a:lnTo>
                  <a:pt x="188115" y="2809875"/>
                </a:lnTo>
                <a:lnTo>
                  <a:pt x="178038" y="2868612"/>
                </a:lnTo>
                <a:lnTo>
                  <a:pt x="167960" y="2922587"/>
                </a:lnTo>
                <a:lnTo>
                  <a:pt x="152844" y="2967037"/>
                </a:lnTo>
                <a:lnTo>
                  <a:pt x="134368" y="3009900"/>
                </a:lnTo>
                <a:lnTo>
                  <a:pt x="115893" y="3046412"/>
                </a:lnTo>
                <a:lnTo>
                  <a:pt x="95738" y="3084512"/>
                </a:lnTo>
                <a:lnTo>
                  <a:pt x="75583" y="3121025"/>
                </a:lnTo>
                <a:lnTo>
                  <a:pt x="55427" y="3160712"/>
                </a:lnTo>
                <a:lnTo>
                  <a:pt x="38632" y="3201987"/>
                </a:lnTo>
                <a:lnTo>
                  <a:pt x="23515" y="3248025"/>
                </a:lnTo>
                <a:lnTo>
                  <a:pt x="11758" y="3300412"/>
                </a:lnTo>
                <a:lnTo>
                  <a:pt x="3359" y="3360737"/>
                </a:lnTo>
                <a:lnTo>
                  <a:pt x="0" y="3427412"/>
                </a:lnTo>
                <a:lnTo>
                  <a:pt x="3359" y="3497262"/>
                </a:lnTo>
                <a:lnTo>
                  <a:pt x="11758" y="3557587"/>
                </a:lnTo>
                <a:lnTo>
                  <a:pt x="23515" y="3609975"/>
                </a:lnTo>
                <a:lnTo>
                  <a:pt x="38632" y="3656012"/>
                </a:lnTo>
                <a:lnTo>
                  <a:pt x="55427" y="3697287"/>
                </a:lnTo>
                <a:lnTo>
                  <a:pt x="75583" y="3736975"/>
                </a:lnTo>
                <a:lnTo>
                  <a:pt x="115893" y="3811587"/>
                </a:lnTo>
                <a:lnTo>
                  <a:pt x="134368" y="3848100"/>
                </a:lnTo>
                <a:lnTo>
                  <a:pt x="152844" y="3890962"/>
                </a:lnTo>
                <a:lnTo>
                  <a:pt x="167960" y="3935412"/>
                </a:lnTo>
                <a:lnTo>
                  <a:pt x="178038" y="3987800"/>
                </a:lnTo>
                <a:lnTo>
                  <a:pt x="188115" y="4048125"/>
                </a:lnTo>
                <a:lnTo>
                  <a:pt x="189795" y="4116387"/>
                </a:lnTo>
                <a:lnTo>
                  <a:pt x="188115" y="4186237"/>
                </a:lnTo>
                <a:lnTo>
                  <a:pt x="178038" y="4244975"/>
                </a:lnTo>
                <a:lnTo>
                  <a:pt x="167960" y="4297362"/>
                </a:lnTo>
                <a:lnTo>
                  <a:pt x="152844" y="4343400"/>
                </a:lnTo>
                <a:lnTo>
                  <a:pt x="134368" y="4386262"/>
                </a:lnTo>
                <a:lnTo>
                  <a:pt x="115893" y="4424362"/>
                </a:lnTo>
                <a:lnTo>
                  <a:pt x="75583" y="4498975"/>
                </a:lnTo>
                <a:lnTo>
                  <a:pt x="55427" y="4537075"/>
                </a:lnTo>
                <a:lnTo>
                  <a:pt x="38632" y="4579937"/>
                </a:lnTo>
                <a:lnTo>
                  <a:pt x="23515" y="4625975"/>
                </a:lnTo>
                <a:lnTo>
                  <a:pt x="11758" y="4678362"/>
                </a:lnTo>
                <a:lnTo>
                  <a:pt x="3359" y="4738687"/>
                </a:lnTo>
                <a:lnTo>
                  <a:pt x="0" y="4806950"/>
                </a:lnTo>
                <a:lnTo>
                  <a:pt x="3359" y="4875212"/>
                </a:lnTo>
                <a:lnTo>
                  <a:pt x="11758" y="4935537"/>
                </a:lnTo>
                <a:lnTo>
                  <a:pt x="23515" y="4987925"/>
                </a:lnTo>
                <a:lnTo>
                  <a:pt x="38632" y="5033962"/>
                </a:lnTo>
                <a:lnTo>
                  <a:pt x="55427" y="5075237"/>
                </a:lnTo>
                <a:lnTo>
                  <a:pt x="75583" y="5114925"/>
                </a:lnTo>
                <a:lnTo>
                  <a:pt x="95738" y="5149850"/>
                </a:lnTo>
                <a:lnTo>
                  <a:pt x="115893" y="5186362"/>
                </a:lnTo>
                <a:lnTo>
                  <a:pt x="134368" y="5226050"/>
                </a:lnTo>
                <a:lnTo>
                  <a:pt x="152844" y="5268912"/>
                </a:lnTo>
                <a:lnTo>
                  <a:pt x="167960" y="5313362"/>
                </a:lnTo>
                <a:lnTo>
                  <a:pt x="178038" y="5365750"/>
                </a:lnTo>
                <a:lnTo>
                  <a:pt x="188115" y="5426075"/>
                </a:lnTo>
                <a:lnTo>
                  <a:pt x="189795" y="5494337"/>
                </a:lnTo>
                <a:lnTo>
                  <a:pt x="188115" y="5562600"/>
                </a:lnTo>
                <a:lnTo>
                  <a:pt x="178038" y="5622925"/>
                </a:lnTo>
                <a:lnTo>
                  <a:pt x="167960" y="5675312"/>
                </a:lnTo>
                <a:lnTo>
                  <a:pt x="152844" y="5721350"/>
                </a:lnTo>
                <a:lnTo>
                  <a:pt x="134368" y="5762625"/>
                </a:lnTo>
                <a:lnTo>
                  <a:pt x="115893" y="5802312"/>
                </a:lnTo>
                <a:lnTo>
                  <a:pt x="95738" y="5840412"/>
                </a:lnTo>
                <a:lnTo>
                  <a:pt x="75583" y="5876925"/>
                </a:lnTo>
                <a:lnTo>
                  <a:pt x="55427" y="5915025"/>
                </a:lnTo>
                <a:lnTo>
                  <a:pt x="38632" y="5956300"/>
                </a:lnTo>
                <a:lnTo>
                  <a:pt x="23515" y="6003925"/>
                </a:lnTo>
                <a:lnTo>
                  <a:pt x="11758" y="6056312"/>
                </a:lnTo>
                <a:lnTo>
                  <a:pt x="3359" y="6113462"/>
                </a:lnTo>
                <a:lnTo>
                  <a:pt x="0" y="6183312"/>
                </a:lnTo>
                <a:lnTo>
                  <a:pt x="3359" y="6251575"/>
                </a:lnTo>
                <a:lnTo>
                  <a:pt x="11758" y="6311900"/>
                </a:lnTo>
                <a:lnTo>
                  <a:pt x="23515" y="6361112"/>
                </a:lnTo>
                <a:lnTo>
                  <a:pt x="38632" y="6407150"/>
                </a:lnTo>
                <a:lnTo>
                  <a:pt x="55427" y="6448425"/>
                </a:lnTo>
                <a:lnTo>
                  <a:pt x="73903" y="6488112"/>
                </a:lnTo>
                <a:lnTo>
                  <a:pt x="92379" y="6523037"/>
                </a:lnTo>
                <a:lnTo>
                  <a:pt x="112534" y="6561137"/>
                </a:lnTo>
                <a:lnTo>
                  <a:pt x="132689" y="6597650"/>
                </a:lnTo>
                <a:lnTo>
                  <a:pt x="149485" y="6640512"/>
                </a:lnTo>
                <a:lnTo>
                  <a:pt x="166281" y="6683375"/>
                </a:lnTo>
                <a:lnTo>
                  <a:pt x="176358" y="6735762"/>
                </a:lnTo>
                <a:lnTo>
                  <a:pt x="184756" y="6791325"/>
                </a:lnTo>
                <a:lnTo>
                  <a:pt x="189795" y="6858000"/>
                </a:lnTo>
                <a:lnTo>
                  <a:pt x="334173" y="6858000"/>
                </a:lnTo>
                <a:lnTo>
                  <a:pt x="334174" y="6858000"/>
                </a:lnTo>
                <a:lnTo>
                  <a:pt x="4417162" y="6858000"/>
                </a:lnTo>
                <a:close/>
              </a:path>
            </a:pathLst>
          </a:custGeom>
          <a:solidFill>
            <a:schemeClr val="accent1">
              <a:lumMod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DB2B976-0E43-DB4D-9927-1BE08B16B312}"/>
              </a:ext>
            </a:extLst>
          </p:cNvPr>
          <p:cNvSpPr>
            <a:spLocks noGrp="1"/>
          </p:cNvSpPr>
          <p:nvPr>
            <p:ph type="title"/>
          </p:nvPr>
        </p:nvSpPr>
        <p:spPr>
          <a:xfrm>
            <a:off x="342900" y="723406"/>
            <a:ext cx="2425514" cy="3826728"/>
          </a:xfrm>
        </p:spPr>
        <p:txBody>
          <a:bodyPr vert="horz" lIns="91440" tIns="45720" rIns="91440" bIns="45720" rtlCol="0" anchor="b">
            <a:normAutofit/>
          </a:bodyPr>
          <a:lstStyle/>
          <a:p>
            <a:pPr algn="ctr"/>
            <a:r>
              <a:rPr lang="en-US" sz="3100" u="sng" kern="1200" cap="small" dirty="0">
                <a:solidFill>
                  <a:schemeClr val="tx1"/>
                </a:solidFill>
                <a:latin typeface="+mj-lt"/>
                <a:ea typeface="+mj-ea"/>
                <a:cs typeface="+mj-cs"/>
              </a:rPr>
              <a:t>Exercise</a:t>
            </a:r>
            <a:br>
              <a:rPr lang="en-US" sz="3100" kern="1200" dirty="0">
                <a:solidFill>
                  <a:schemeClr val="tx1"/>
                </a:solidFill>
                <a:latin typeface="+mj-lt"/>
                <a:ea typeface="+mj-ea"/>
                <a:cs typeface="+mj-cs"/>
              </a:rPr>
            </a:br>
            <a:br>
              <a:rPr lang="en-US" sz="3100" kern="1200" dirty="0">
                <a:solidFill>
                  <a:schemeClr val="tx1"/>
                </a:solidFill>
                <a:latin typeface="+mj-lt"/>
                <a:ea typeface="+mj-ea"/>
                <a:cs typeface="+mj-cs"/>
              </a:rPr>
            </a:br>
            <a:r>
              <a:rPr lang="en-US" sz="3100" kern="1200" dirty="0">
                <a:solidFill>
                  <a:schemeClr val="tx1"/>
                </a:solidFill>
                <a:latin typeface="+mj-lt"/>
                <a:ea typeface="+mj-ea"/>
                <a:cs typeface="+mj-cs"/>
              </a:rPr>
              <a:t> </a:t>
            </a:r>
            <a:r>
              <a:rPr lang="en-US" sz="3100" i="1" kern="1200" dirty="0">
                <a:solidFill>
                  <a:schemeClr val="tx1"/>
                </a:solidFill>
                <a:latin typeface="+mj-lt"/>
                <a:ea typeface="+mj-ea"/>
                <a:cs typeface="+mj-cs"/>
              </a:rPr>
              <a:t>Addressing impact of ID in Vocational Rehabilitation Counseling </a:t>
            </a:r>
          </a:p>
        </p:txBody>
      </p:sp>
    </p:spTree>
    <p:extLst>
      <p:ext uri="{BB962C8B-B14F-4D97-AF65-F5344CB8AC3E}">
        <p14:creationId xmlns:p14="http://schemas.microsoft.com/office/powerpoint/2010/main" val="416751840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5ED694F-77C9-FD41-862D-306B036D05B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582987" y="1838609"/>
            <a:ext cx="5085525" cy="3178453"/>
          </a:xfrm>
          <a:prstGeom prst="rect">
            <a:avLst/>
          </a:prstGeom>
        </p:spPr>
      </p:pic>
      <p:sp>
        <p:nvSpPr>
          <p:cNvPr id="2" name="Title 1">
            <a:extLst>
              <a:ext uri="{FF2B5EF4-FFF2-40B4-BE49-F238E27FC236}">
                <a16:creationId xmlns:a16="http://schemas.microsoft.com/office/drawing/2014/main" id="{A57A6474-B43A-6045-B111-4E13D69644B9}"/>
              </a:ext>
            </a:extLst>
          </p:cNvPr>
          <p:cNvSpPr>
            <a:spLocks noGrp="1"/>
          </p:cNvSpPr>
          <p:nvPr>
            <p:ph type="title"/>
          </p:nvPr>
        </p:nvSpPr>
        <p:spPr>
          <a:xfrm>
            <a:off x="771525" y="1967266"/>
            <a:ext cx="1971675" cy="2547257"/>
          </a:xfrm>
          <a:noFill/>
        </p:spPr>
        <p:txBody>
          <a:bodyPr vert="horz" lIns="91440" tIns="45720" rIns="91440" bIns="45720" rtlCol="0" anchor="ctr">
            <a:normAutofit fontScale="90000"/>
          </a:bodyPr>
          <a:lstStyle/>
          <a:p>
            <a:pPr algn="ctr"/>
            <a:r>
              <a:rPr lang="en-US" sz="3100" u="sng" kern="1200" cap="small" dirty="0">
                <a:solidFill>
                  <a:srgbClr val="FFFFFF"/>
                </a:solidFill>
                <a:latin typeface="+mj-lt"/>
                <a:ea typeface="+mj-ea"/>
                <a:cs typeface="+mj-cs"/>
              </a:rPr>
              <a:t>Discussion</a:t>
            </a:r>
            <a:r>
              <a:rPr lang="en-US" sz="2900" kern="1200" dirty="0">
                <a:solidFill>
                  <a:srgbClr val="FFFFFF"/>
                </a:solidFill>
                <a:latin typeface="+mj-lt"/>
                <a:ea typeface="+mj-ea"/>
                <a:cs typeface="+mj-cs"/>
              </a:rPr>
              <a:t> </a:t>
            </a:r>
            <a:br>
              <a:rPr lang="en-US" sz="2900" kern="1200" dirty="0">
                <a:solidFill>
                  <a:srgbClr val="FFFFFF"/>
                </a:solidFill>
                <a:latin typeface="+mj-lt"/>
                <a:ea typeface="+mj-ea"/>
                <a:cs typeface="+mj-cs"/>
              </a:rPr>
            </a:br>
            <a:br>
              <a:rPr lang="en-US" sz="2900" kern="1200" dirty="0">
                <a:solidFill>
                  <a:srgbClr val="FFFFFF"/>
                </a:solidFill>
                <a:latin typeface="+mj-lt"/>
                <a:ea typeface="+mj-ea"/>
                <a:cs typeface="+mj-cs"/>
              </a:rPr>
            </a:br>
            <a:r>
              <a:rPr lang="en-US" sz="2900" i="1" kern="1200" dirty="0">
                <a:solidFill>
                  <a:srgbClr val="FFFFFF"/>
                </a:solidFill>
                <a:latin typeface="+mj-lt"/>
                <a:ea typeface="+mj-ea"/>
                <a:cs typeface="+mj-cs"/>
              </a:rPr>
              <a:t>Strategies for Addressing Impact of ID</a:t>
            </a:r>
          </a:p>
        </p:txBody>
      </p:sp>
    </p:spTree>
    <p:extLst>
      <p:ext uri="{BB962C8B-B14F-4D97-AF65-F5344CB8AC3E}">
        <p14:creationId xmlns:p14="http://schemas.microsoft.com/office/powerpoint/2010/main" val="4098582198"/>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FC454B-A080-4D23-B177-6D5356C6E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427"/>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77107" y="220196"/>
            <a:ext cx="7066893"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521" y="3334786"/>
            <a:ext cx="145668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732372" y="1469901"/>
            <a:ext cx="2987899" cy="2240924"/>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213852D-A22D-CD4D-8FB3-2853527B035D}"/>
              </a:ext>
            </a:extLst>
          </p:cNvPr>
          <p:cNvSpPr>
            <a:spLocks noGrp="1"/>
          </p:cNvSpPr>
          <p:nvPr>
            <p:ph idx="1"/>
          </p:nvPr>
        </p:nvSpPr>
        <p:spPr>
          <a:xfrm>
            <a:off x="3028950" y="4782320"/>
            <a:ext cx="5733470" cy="1329443"/>
          </a:xfrm>
        </p:spPr>
        <p:txBody>
          <a:bodyPr vert="horz" lIns="91440" tIns="45720" rIns="91440" bIns="45720" rtlCol="0">
            <a:normAutofit/>
          </a:bodyPr>
          <a:lstStyle/>
          <a:p>
            <a:pPr marL="0" indent="0" algn="r">
              <a:buNone/>
            </a:pPr>
            <a:r>
              <a:rPr lang="en-US" sz="3600" b="1" i="1" kern="1200" dirty="0">
                <a:solidFill>
                  <a:schemeClr val="tx1"/>
                </a:solidFill>
                <a:latin typeface="+mn-lt"/>
                <a:ea typeface="+mn-ea"/>
                <a:cs typeface="+mn-cs"/>
              </a:rPr>
              <a:t>How much of an issue is severity of disability?</a:t>
            </a:r>
          </a:p>
        </p:txBody>
      </p:sp>
      <p:sp>
        <p:nvSpPr>
          <p:cNvPr id="2" name="Title 1">
            <a:extLst>
              <a:ext uri="{FF2B5EF4-FFF2-40B4-BE49-F238E27FC236}">
                <a16:creationId xmlns:a16="http://schemas.microsoft.com/office/drawing/2014/main" id="{343C7910-DBEA-C743-962E-0E2F5F872AE4}"/>
              </a:ext>
            </a:extLst>
          </p:cNvPr>
          <p:cNvSpPr>
            <a:spLocks noGrp="1"/>
          </p:cNvSpPr>
          <p:nvPr>
            <p:ph type="title"/>
          </p:nvPr>
        </p:nvSpPr>
        <p:spPr>
          <a:xfrm>
            <a:off x="3028950" y="1939159"/>
            <a:ext cx="5733470" cy="2751086"/>
          </a:xfrm>
        </p:spPr>
        <p:txBody>
          <a:bodyPr vert="horz" lIns="91440" tIns="45720" rIns="91440" bIns="45720" rtlCol="0" anchor="b">
            <a:normAutofit/>
          </a:bodyPr>
          <a:lstStyle/>
          <a:p>
            <a:pPr algn="r"/>
            <a:r>
              <a:rPr lang="en-US" sz="3300" kern="1200" dirty="0">
                <a:solidFill>
                  <a:schemeClr val="tx1"/>
                </a:solidFill>
                <a:latin typeface="+mj-lt"/>
                <a:ea typeface="+mj-ea"/>
                <a:cs typeface="+mj-cs"/>
              </a:rPr>
              <a:t>Determining whether individuals with ID can benefit in terms of an employment outcome from VR services</a:t>
            </a:r>
            <a:br>
              <a:rPr lang="en-US" sz="3300" kern="1200" dirty="0">
                <a:solidFill>
                  <a:schemeClr val="tx1"/>
                </a:solidFill>
                <a:latin typeface="+mj-lt"/>
                <a:ea typeface="+mj-ea"/>
                <a:cs typeface="+mj-cs"/>
              </a:rPr>
            </a:br>
            <a:endParaRPr lang="en-US" sz="3300" kern="1200" dirty="0">
              <a:solidFill>
                <a:schemeClr val="tx1"/>
              </a:solidFill>
              <a:latin typeface="+mj-lt"/>
              <a:ea typeface="+mj-ea"/>
              <a:cs typeface="+mj-cs"/>
            </a:endParaRPr>
          </a:p>
        </p:txBody>
      </p:sp>
    </p:spTree>
    <p:extLst>
      <p:ext uri="{BB962C8B-B14F-4D97-AF65-F5344CB8AC3E}">
        <p14:creationId xmlns:p14="http://schemas.microsoft.com/office/powerpoint/2010/main" val="304339201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B779097-0D69-4290-BA87-1376821E4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BAD34AF-5414-49A5-AB75-F1CA854B3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9143997" cy="6858000"/>
            <a:chOff x="1" y="0"/>
            <a:chExt cx="12191996" cy="6858000"/>
          </a:xfrm>
        </p:grpSpPr>
        <p:sp>
          <p:nvSpPr>
            <p:cNvPr id="23" name="Rectangle 22">
              <a:extLst>
                <a:ext uri="{FF2B5EF4-FFF2-40B4-BE49-F238E27FC236}">
                  <a16:creationId xmlns:a16="http://schemas.microsoft.com/office/drawing/2014/main" id="{7BAD3960-6DE9-4457-8083-F6FFBD58D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bg1"/>
            </a:solidFill>
            <a:ln w="0">
              <a:noFill/>
              <a:prstDash val="solid"/>
              <a:round/>
              <a:headEnd/>
              <a:tailEnd/>
            </a:ln>
          </p:spPr>
          <p:txBody>
            <a:bodyPr rtlCol="0" anchor="ctr"/>
            <a:lstStyle/>
            <a:p>
              <a:pPr algn="ctr" defTabSz="457200"/>
              <a:endParaRPr lang="en-US">
                <a:solidFill>
                  <a:schemeClr val="tx1"/>
                </a:solidFill>
              </a:endParaRPr>
            </a:p>
          </p:txBody>
        </p:sp>
        <p:sp>
          <p:nvSpPr>
            <p:cNvPr id="24" name="Rectangle 23">
              <a:extLst>
                <a:ext uri="{FF2B5EF4-FFF2-40B4-BE49-F238E27FC236}">
                  <a16:creationId xmlns:a16="http://schemas.microsoft.com/office/drawing/2014/main" id="{F3F5E368-26F9-408D-9C1D-D007FCE0C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grpSp>
      <p:grpSp>
        <p:nvGrpSpPr>
          <p:cNvPr id="26" name="Group 25">
            <a:extLst>
              <a:ext uri="{FF2B5EF4-FFF2-40B4-BE49-F238E27FC236}">
                <a16:creationId xmlns:a16="http://schemas.microsoft.com/office/drawing/2014/main" id="{A7058376-8680-4625-B783-C9F5251476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980" y="273933"/>
            <a:ext cx="1630460" cy="2171302"/>
            <a:chOff x="5567974" y="273933"/>
            <a:chExt cx="2173946" cy="2171302"/>
          </a:xfrm>
        </p:grpSpPr>
        <p:sp>
          <p:nvSpPr>
            <p:cNvPr id="27" name="Freeform: Shape 26">
              <a:extLst>
                <a:ext uri="{FF2B5EF4-FFF2-40B4-BE49-F238E27FC236}">
                  <a16:creationId xmlns:a16="http://schemas.microsoft.com/office/drawing/2014/main" id="{1E780306-000F-4D53-936D-608531777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664999" y="370840"/>
              <a:ext cx="1979894" cy="1977488"/>
            </a:xfrm>
            <a:custGeom>
              <a:avLst/>
              <a:gdLst>
                <a:gd name="connsiteX0" fmla="*/ 989948 w 1979894"/>
                <a:gd name="connsiteY0" fmla="*/ 0 h 1977488"/>
                <a:gd name="connsiteX1" fmla="*/ 1009158 w 1979894"/>
                <a:gd name="connsiteY1" fmla="*/ 1800 h 1977488"/>
                <a:gd name="connsiteX2" fmla="*/ 1027768 w 1979894"/>
                <a:gd name="connsiteY2" fmla="*/ 6603 h 1977488"/>
                <a:gd name="connsiteX3" fmla="*/ 1045778 w 1979894"/>
                <a:gd name="connsiteY3" fmla="*/ 13807 h 1977488"/>
                <a:gd name="connsiteX4" fmla="*/ 1064388 w 1979894"/>
                <a:gd name="connsiteY4" fmla="*/ 22813 h 1977488"/>
                <a:gd name="connsiteX5" fmla="*/ 1081798 w 1979894"/>
                <a:gd name="connsiteY5" fmla="*/ 33018 h 1977488"/>
                <a:gd name="connsiteX6" fmla="*/ 1099809 w 1979894"/>
                <a:gd name="connsiteY6" fmla="*/ 43824 h 1977488"/>
                <a:gd name="connsiteX7" fmla="*/ 1117819 w 1979894"/>
                <a:gd name="connsiteY7" fmla="*/ 53430 h 1977488"/>
                <a:gd name="connsiteX8" fmla="*/ 1135827 w 1979894"/>
                <a:gd name="connsiteY8" fmla="*/ 63035 h 1977488"/>
                <a:gd name="connsiteX9" fmla="*/ 1153237 w 1979894"/>
                <a:gd name="connsiteY9" fmla="*/ 70238 h 1977488"/>
                <a:gd name="connsiteX10" fmla="*/ 1172448 w 1979894"/>
                <a:gd name="connsiteY10" fmla="*/ 75041 h 1977488"/>
                <a:gd name="connsiteX11" fmla="*/ 1191058 w 1979894"/>
                <a:gd name="connsiteY11" fmla="*/ 77442 h 1977488"/>
                <a:gd name="connsiteX12" fmla="*/ 1210869 w 1979894"/>
                <a:gd name="connsiteY12" fmla="*/ 77442 h 1977488"/>
                <a:gd name="connsiteX13" fmla="*/ 1231281 w 1979894"/>
                <a:gd name="connsiteY13" fmla="*/ 76242 h 1977488"/>
                <a:gd name="connsiteX14" fmla="*/ 1251692 w 1979894"/>
                <a:gd name="connsiteY14" fmla="*/ 73841 h 1977488"/>
                <a:gd name="connsiteX15" fmla="*/ 1272103 w 1979894"/>
                <a:gd name="connsiteY15" fmla="*/ 70839 h 1977488"/>
                <a:gd name="connsiteX16" fmla="*/ 1292514 w 1979894"/>
                <a:gd name="connsiteY16" fmla="*/ 68438 h 1977488"/>
                <a:gd name="connsiteX17" fmla="*/ 1312926 w 1979894"/>
                <a:gd name="connsiteY17" fmla="*/ 66637 h 1977488"/>
                <a:gd name="connsiteX18" fmla="*/ 1332136 w 1979894"/>
                <a:gd name="connsiteY18" fmla="*/ 67237 h 1977488"/>
                <a:gd name="connsiteX19" fmla="*/ 1350747 w 1979894"/>
                <a:gd name="connsiteY19" fmla="*/ 69638 h 1977488"/>
                <a:gd name="connsiteX20" fmla="*/ 1368757 w 1979894"/>
                <a:gd name="connsiteY20" fmla="*/ 75041 h 1977488"/>
                <a:gd name="connsiteX21" fmla="*/ 1383765 w 1979894"/>
                <a:gd name="connsiteY21" fmla="*/ 82845 h 1977488"/>
                <a:gd name="connsiteX22" fmla="*/ 1398172 w 1979894"/>
                <a:gd name="connsiteY22" fmla="*/ 93052 h 1977488"/>
                <a:gd name="connsiteX23" fmla="*/ 1410779 w 1979894"/>
                <a:gd name="connsiteY23" fmla="*/ 105058 h 1977488"/>
                <a:gd name="connsiteX24" fmla="*/ 1423387 w 1979894"/>
                <a:gd name="connsiteY24" fmla="*/ 118865 h 1977488"/>
                <a:gd name="connsiteX25" fmla="*/ 1434793 w 1979894"/>
                <a:gd name="connsiteY25" fmla="*/ 133273 h 1977488"/>
                <a:gd name="connsiteX26" fmla="*/ 1446199 w 1979894"/>
                <a:gd name="connsiteY26" fmla="*/ 148282 h 1977488"/>
                <a:gd name="connsiteX27" fmla="*/ 1457606 w 1979894"/>
                <a:gd name="connsiteY27" fmla="*/ 163290 h 1977488"/>
                <a:gd name="connsiteX28" fmla="*/ 1469012 w 1979894"/>
                <a:gd name="connsiteY28" fmla="*/ 177697 h 1977488"/>
                <a:gd name="connsiteX29" fmla="*/ 1481019 w 1979894"/>
                <a:gd name="connsiteY29" fmla="*/ 191505 h 1977488"/>
                <a:gd name="connsiteX30" fmla="*/ 1494827 w 1979894"/>
                <a:gd name="connsiteY30" fmla="*/ 203513 h 1977488"/>
                <a:gd name="connsiteX31" fmla="*/ 1508034 w 1979894"/>
                <a:gd name="connsiteY31" fmla="*/ 214318 h 1977488"/>
                <a:gd name="connsiteX32" fmla="*/ 1523042 w 1979894"/>
                <a:gd name="connsiteY32" fmla="*/ 222723 h 1977488"/>
                <a:gd name="connsiteX33" fmla="*/ 1539251 w 1979894"/>
                <a:gd name="connsiteY33" fmla="*/ 229927 h 1977488"/>
                <a:gd name="connsiteX34" fmla="*/ 1556661 w 1979894"/>
                <a:gd name="connsiteY34" fmla="*/ 235930 h 1977488"/>
                <a:gd name="connsiteX35" fmla="*/ 1574669 w 1979894"/>
                <a:gd name="connsiteY35" fmla="*/ 241333 h 1977488"/>
                <a:gd name="connsiteX36" fmla="*/ 1592680 w 1979894"/>
                <a:gd name="connsiteY36" fmla="*/ 246135 h 1977488"/>
                <a:gd name="connsiteX37" fmla="*/ 1611290 w 1979894"/>
                <a:gd name="connsiteY37" fmla="*/ 250938 h 1977488"/>
                <a:gd name="connsiteX38" fmla="*/ 1628700 w 1979894"/>
                <a:gd name="connsiteY38" fmla="*/ 256341 h 1977488"/>
                <a:gd name="connsiteX39" fmla="*/ 1646110 w 1979894"/>
                <a:gd name="connsiteY39" fmla="*/ 262344 h 1977488"/>
                <a:gd name="connsiteX40" fmla="*/ 1662318 w 1979894"/>
                <a:gd name="connsiteY40" fmla="*/ 269549 h 1977488"/>
                <a:gd name="connsiteX41" fmla="*/ 1676727 w 1979894"/>
                <a:gd name="connsiteY41" fmla="*/ 278554 h 1977488"/>
                <a:gd name="connsiteX42" fmla="*/ 1689935 w 1979894"/>
                <a:gd name="connsiteY42" fmla="*/ 289359 h 1977488"/>
                <a:gd name="connsiteX43" fmla="*/ 1700740 w 1979894"/>
                <a:gd name="connsiteY43" fmla="*/ 302566 h 1977488"/>
                <a:gd name="connsiteX44" fmla="*/ 1709745 w 1979894"/>
                <a:gd name="connsiteY44" fmla="*/ 316975 h 1977488"/>
                <a:gd name="connsiteX45" fmla="*/ 1716949 w 1979894"/>
                <a:gd name="connsiteY45" fmla="*/ 333183 h 1977488"/>
                <a:gd name="connsiteX46" fmla="*/ 1722952 w 1979894"/>
                <a:gd name="connsiteY46" fmla="*/ 350593 h 1977488"/>
                <a:gd name="connsiteX47" fmla="*/ 1728355 w 1979894"/>
                <a:gd name="connsiteY47" fmla="*/ 368003 h 1977488"/>
                <a:gd name="connsiteX48" fmla="*/ 1733158 w 1979894"/>
                <a:gd name="connsiteY48" fmla="*/ 386613 h 1977488"/>
                <a:gd name="connsiteX49" fmla="*/ 1737961 w 1979894"/>
                <a:gd name="connsiteY49" fmla="*/ 404623 h 1977488"/>
                <a:gd name="connsiteX50" fmla="*/ 1743363 w 1979894"/>
                <a:gd name="connsiteY50" fmla="*/ 422633 h 1977488"/>
                <a:gd name="connsiteX51" fmla="*/ 1749366 w 1979894"/>
                <a:gd name="connsiteY51" fmla="*/ 440042 h 1977488"/>
                <a:gd name="connsiteX52" fmla="*/ 1756571 w 1979894"/>
                <a:gd name="connsiteY52" fmla="*/ 456252 h 1977488"/>
                <a:gd name="connsiteX53" fmla="*/ 1764976 w 1979894"/>
                <a:gd name="connsiteY53" fmla="*/ 471259 h 1977488"/>
                <a:gd name="connsiteX54" fmla="*/ 1775782 w 1979894"/>
                <a:gd name="connsiteY54" fmla="*/ 484468 h 1977488"/>
                <a:gd name="connsiteX55" fmla="*/ 1787789 w 1979894"/>
                <a:gd name="connsiteY55" fmla="*/ 498275 h 1977488"/>
                <a:gd name="connsiteX56" fmla="*/ 1801596 w 1979894"/>
                <a:gd name="connsiteY56" fmla="*/ 510281 h 1977488"/>
                <a:gd name="connsiteX57" fmla="*/ 1816004 w 1979894"/>
                <a:gd name="connsiteY57" fmla="*/ 521687 h 1977488"/>
                <a:gd name="connsiteX58" fmla="*/ 1831613 w 1979894"/>
                <a:gd name="connsiteY58" fmla="*/ 533093 h 1977488"/>
                <a:gd name="connsiteX59" fmla="*/ 1846621 w 1979894"/>
                <a:gd name="connsiteY59" fmla="*/ 544499 h 1977488"/>
                <a:gd name="connsiteX60" fmla="*/ 1861029 w 1979894"/>
                <a:gd name="connsiteY60" fmla="*/ 555907 h 1977488"/>
                <a:gd name="connsiteX61" fmla="*/ 1874835 w 1979894"/>
                <a:gd name="connsiteY61" fmla="*/ 568513 h 1977488"/>
                <a:gd name="connsiteX62" fmla="*/ 1886843 w 1979894"/>
                <a:gd name="connsiteY62" fmla="*/ 581120 h 1977488"/>
                <a:gd name="connsiteX63" fmla="*/ 1897049 w 1979894"/>
                <a:gd name="connsiteY63" fmla="*/ 595528 h 1977488"/>
                <a:gd name="connsiteX64" fmla="*/ 1904853 w 1979894"/>
                <a:gd name="connsiteY64" fmla="*/ 610536 h 1977488"/>
                <a:gd name="connsiteX65" fmla="*/ 1910256 w 1979894"/>
                <a:gd name="connsiteY65" fmla="*/ 628547 h 1977488"/>
                <a:gd name="connsiteX66" fmla="*/ 1912657 w 1979894"/>
                <a:gd name="connsiteY66" fmla="*/ 647157 h 1977488"/>
                <a:gd name="connsiteX67" fmla="*/ 1913258 w 1979894"/>
                <a:gd name="connsiteY67" fmla="*/ 666367 h 1977488"/>
                <a:gd name="connsiteX68" fmla="*/ 1911456 w 1979894"/>
                <a:gd name="connsiteY68" fmla="*/ 686778 h 1977488"/>
                <a:gd name="connsiteX69" fmla="*/ 1909055 w 1979894"/>
                <a:gd name="connsiteY69" fmla="*/ 707189 h 1977488"/>
                <a:gd name="connsiteX70" fmla="*/ 1906053 w 1979894"/>
                <a:gd name="connsiteY70" fmla="*/ 727600 h 1977488"/>
                <a:gd name="connsiteX71" fmla="*/ 1903652 w 1979894"/>
                <a:gd name="connsiteY71" fmla="*/ 748012 h 1977488"/>
                <a:gd name="connsiteX72" fmla="*/ 1902452 w 1979894"/>
                <a:gd name="connsiteY72" fmla="*/ 768423 h 1977488"/>
                <a:gd name="connsiteX73" fmla="*/ 1902452 w 1979894"/>
                <a:gd name="connsiteY73" fmla="*/ 788234 h 1977488"/>
                <a:gd name="connsiteX74" fmla="*/ 1904853 w 1979894"/>
                <a:gd name="connsiteY74" fmla="*/ 806844 h 1977488"/>
                <a:gd name="connsiteX75" fmla="*/ 1909655 w 1979894"/>
                <a:gd name="connsiteY75" fmla="*/ 825454 h 1977488"/>
                <a:gd name="connsiteX76" fmla="*/ 1916859 w 1979894"/>
                <a:gd name="connsiteY76" fmla="*/ 842864 h 1977488"/>
                <a:gd name="connsiteX77" fmla="*/ 1926466 w 1979894"/>
                <a:gd name="connsiteY77" fmla="*/ 860874 h 1977488"/>
                <a:gd name="connsiteX78" fmla="*/ 1936070 w 1979894"/>
                <a:gd name="connsiteY78" fmla="*/ 878885 h 1977488"/>
                <a:gd name="connsiteX79" fmla="*/ 1946876 w 1979894"/>
                <a:gd name="connsiteY79" fmla="*/ 896893 h 1977488"/>
                <a:gd name="connsiteX80" fmla="*/ 1957082 w 1979894"/>
                <a:gd name="connsiteY80" fmla="*/ 914303 h 1977488"/>
                <a:gd name="connsiteX81" fmla="*/ 1966087 w 1979894"/>
                <a:gd name="connsiteY81" fmla="*/ 932913 h 1977488"/>
                <a:gd name="connsiteX82" fmla="*/ 1973290 w 1979894"/>
                <a:gd name="connsiteY82" fmla="*/ 950924 h 1977488"/>
                <a:gd name="connsiteX83" fmla="*/ 1978093 w 1979894"/>
                <a:gd name="connsiteY83" fmla="*/ 969534 h 1977488"/>
                <a:gd name="connsiteX84" fmla="*/ 1979894 w 1979894"/>
                <a:gd name="connsiteY84" fmla="*/ 988744 h 1977488"/>
                <a:gd name="connsiteX85" fmla="*/ 1978093 w 1979894"/>
                <a:gd name="connsiteY85" fmla="*/ 1007954 h 1977488"/>
                <a:gd name="connsiteX86" fmla="*/ 1973290 w 1979894"/>
                <a:gd name="connsiteY86" fmla="*/ 1026565 h 1977488"/>
                <a:gd name="connsiteX87" fmla="*/ 1966087 w 1979894"/>
                <a:gd name="connsiteY87" fmla="*/ 1044575 h 1977488"/>
                <a:gd name="connsiteX88" fmla="*/ 1957082 w 1979894"/>
                <a:gd name="connsiteY88" fmla="*/ 1063185 h 1977488"/>
                <a:gd name="connsiteX89" fmla="*/ 1946876 w 1979894"/>
                <a:gd name="connsiteY89" fmla="*/ 1080595 h 1977488"/>
                <a:gd name="connsiteX90" fmla="*/ 1936070 w 1979894"/>
                <a:gd name="connsiteY90" fmla="*/ 1098606 h 1977488"/>
                <a:gd name="connsiteX91" fmla="*/ 1926466 w 1979894"/>
                <a:gd name="connsiteY91" fmla="*/ 1116614 h 1977488"/>
                <a:gd name="connsiteX92" fmla="*/ 1916859 w 1979894"/>
                <a:gd name="connsiteY92" fmla="*/ 1134624 h 1977488"/>
                <a:gd name="connsiteX93" fmla="*/ 1909655 w 1979894"/>
                <a:gd name="connsiteY93" fmla="*/ 1152034 h 1977488"/>
                <a:gd name="connsiteX94" fmla="*/ 1904853 w 1979894"/>
                <a:gd name="connsiteY94" fmla="*/ 1170645 h 1977488"/>
                <a:gd name="connsiteX95" fmla="*/ 1902452 w 1979894"/>
                <a:gd name="connsiteY95" fmla="*/ 1189254 h 1977488"/>
                <a:gd name="connsiteX96" fmla="*/ 1902452 w 1979894"/>
                <a:gd name="connsiteY96" fmla="*/ 1209065 h 1977488"/>
                <a:gd name="connsiteX97" fmla="*/ 1903652 w 1979894"/>
                <a:gd name="connsiteY97" fmla="*/ 1229477 h 1977488"/>
                <a:gd name="connsiteX98" fmla="*/ 1906053 w 1979894"/>
                <a:gd name="connsiteY98" fmla="*/ 1249888 h 1977488"/>
                <a:gd name="connsiteX99" fmla="*/ 1909055 w 1979894"/>
                <a:gd name="connsiteY99" fmla="*/ 1270299 h 1977488"/>
                <a:gd name="connsiteX100" fmla="*/ 1911456 w 1979894"/>
                <a:gd name="connsiteY100" fmla="*/ 1290710 h 1977488"/>
                <a:gd name="connsiteX101" fmla="*/ 1913258 w 1979894"/>
                <a:gd name="connsiteY101" fmla="*/ 1311122 h 1977488"/>
                <a:gd name="connsiteX102" fmla="*/ 1912657 w 1979894"/>
                <a:gd name="connsiteY102" fmla="*/ 1330333 h 1977488"/>
                <a:gd name="connsiteX103" fmla="*/ 1910256 w 1979894"/>
                <a:gd name="connsiteY103" fmla="*/ 1348943 h 1977488"/>
                <a:gd name="connsiteX104" fmla="*/ 1904853 w 1979894"/>
                <a:gd name="connsiteY104" fmla="*/ 1366953 h 1977488"/>
                <a:gd name="connsiteX105" fmla="*/ 1897049 w 1979894"/>
                <a:gd name="connsiteY105" fmla="*/ 1381961 h 1977488"/>
                <a:gd name="connsiteX106" fmla="*/ 1886843 w 1979894"/>
                <a:gd name="connsiteY106" fmla="*/ 1396369 h 1977488"/>
                <a:gd name="connsiteX107" fmla="*/ 1874835 w 1979894"/>
                <a:gd name="connsiteY107" fmla="*/ 1408975 h 1977488"/>
                <a:gd name="connsiteX108" fmla="*/ 1861029 w 1979894"/>
                <a:gd name="connsiteY108" fmla="*/ 1421582 h 1977488"/>
                <a:gd name="connsiteX109" fmla="*/ 1846621 w 1979894"/>
                <a:gd name="connsiteY109" fmla="*/ 1432989 h 1977488"/>
                <a:gd name="connsiteX110" fmla="*/ 1831613 w 1979894"/>
                <a:gd name="connsiteY110" fmla="*/ 1444395 h 1977488"/>
                <a:gd name="connsiteX111" fmla="*/ 1816004 w 1979894"/>
                <a:gd name="connsiteY111" fmla="*/ 1455802 h 1977488"/>
                <a:gd name="connsiteX112" fmla="*/ 1801596 w 1979894"/>
                <a:gd name="connsiteY112" fmla="*/ 1467208 h 1977488"/>
                <a:gd name="connsiteX113" fmla="*/ 1787789 w 1979894"/>
                <a:gd name="connsiteY113" fmla="*/ 1479213 h 1977488"/>
                <a:gd name="connsiteX114" fmla="*/ 1775782 w 1979894"/>
                <a:gd name="connsiteY114" fmla="*/ 1493022 h 1977488"/>
                <a:gd name="connsiteX115" fmla="*/ 1764976 w 1979894"/>
                <a:gd name="connsiteY115" fmla="*/ 1506229 h 1977488"/>
                <a:gd name="connsiteX116" fmla="*/ 1756571 w 1979894"/>
                <a:gd name="connsiteY116" fmla="*/ 1521237 h 1977488"/>
                <a:gd name="connsiteX117" fmla="*/ 1749366 w 1979894"/>
                <a:gd name="connsiteY117" fmla="*/ 1537446 h 1977488"/>
                <a:gd name="connsiteX118" fmla="*/ 1743363 w 1979894"/>
                <a:gd name="connsiteY118" fmla="*/ 1554856 h 1977488"/>
                <a:gd name="connsiteX119" fmla="*/ 1737961 w 1979894"/>
                <a:gd name="connsiteY119" fmla="*/ 1572866 h 1977488"/>
                <a:gd name="connsiteX120" fmla="*/ 1733158 w 1979894"/>
                <a:gd name="connsiteY120" fmla="*/ 1590875 h 1977488"/>
                <a:gd name="connsiteX121" fmla="*/ 1728355 w 1979894"/>
                <a:gd name="connsiteY121" fmla="*/ 1609486 h 1977488"/>
                <a:gd name="connsiteX122" fmla="*/ 1722952 w 1979894"/>
                <a:gd name="connsiteY122" fmla="*/ 1626895 h 1977488"/>
                <a:gd name="connsiteX123" fmla="*/ 1716949 w 1979894"/>
                <a:gd name="connsiteY123" fmla="*/ 1644305 h 1977488"/>
                <a:gd name="connsiteX124" fmla="*/ 1709745 w 1979894"/>
                <a:gd name="connsiteY124" fmla="*/ 1660513 h 1977488"/>
                <a:gd name="connsiteX125" fmla="*/ 1700740 w 1979894"/>
                <a:gd name="connsiteY125" fmla="*/ 1674922 h 1977488"/>
                <a:gd name="connsiteX126" fmla="*/ 1689935 w 1979894"/>
                <a:gd name="connsiteY126" fmla="*/ 1688129 h 1977488"/>
                <a:gd name="connsiteX127" fmla="*/ 1676727 w 1979894"/>
                <a:gd name="connsiteY127" fmla="*/ 1698935 h 1977488"/>
                <a:gd name="connsiteX128" fmla="*/ 1662318 w 1979894"/>
                <a:gd name="connsiteY128" fmla="*/ 1707940 h 1977488"/>
                <a:gd name="connsiteX129" fmla="*/ 1646110 w 1979894"/>
                <a:gd name="connsiteY129" fmla="*/ 1715144 h 1977488"/>
                <a:gd name="connsiteX130" fmla="*/ 1628700 w 1979894"/>
                <a:gd name="connsiteY130" fmla="*/ 1721147 h 1977488"/>
                <a:gd name="connsiteX131" fmla="*/ 1611290 w 1979894"/>
                <a:gd name="connsiteY131" fmla="*/ 1726550 h 1977488"/>
                <a:gd name="connsiteX132" fmla="*/ 1592680 w 1979894"/>
                <a:gd name="connsiteY132" fmla="*/ 1731353 h 1977488"/>
                <a:gd name="connsiteX133" fmla="*/ 1574669 w 1979894"/>
                <a:gd name="connsiteY133" fmla="*/ 1736156 h 1977488"/>
                <a:gd name="connsiteX134" fmla="*/ 1556661 w 1979894"/>
                <a:gd name="connsiteY134" fmla="*/ 1741560 h 1977488"/>
                <a:gd name="connsiteX135" fmla="*/ 1539251 w 1979894"/>
                <a:gd name="connsiteY135" fmla="*/ 1747562 h 1977488"/>
                <a:gd name="connsiteX136" fmla="*/ 1523042 w 1979894"/>
                <a:gd name="connsiteY136" fmla="*/ 1754767 h 1977488"/>
                <a:gd name="connsiteX137" fmla="*/ 1508034 w 1979894"/>
                <a:gd name="connsiteY137" fmla="*/ 1763171 h 1977488"/>
                <a:gd name="connsiteX138" fmla="*/ 1494827 w 1979894"/>
                <a:gd name="connsiteY138" fmla="*/ 1773977 h 1977488"/>
                <a:gd name="connsiteX139" fmla="*/ 1481019 w 1979894"/>
                <a:gd name="connsiteY139" fmla="*/ 1785984 h 1977488"/>
                <a:gd name="connsiteX140" fmla="*/ 1469012 w 1979894"/>
                <a:gd name="connsiteY140" fmla="*/ 1799791 h 1977488"/>
                <a:gd name="connsiteX141" fmla="*/ 1457606 w 1979894"/>
                <a:gd name="connsiteY141" fmla="*/ 1814199 h 1977488"/>
                <a:gd name="connsiteX142" fmla="*/ 1446199 w 1979894"/>
                <a:gd name="connsiteY142" fmla="*/ 1829206 h 1977488"/>
                <a:gd name="connsiteX143" fmla="*/ 1434793 w 1979894"/>
                <a:gd name="connsiteY143" fmla="*/ 1844215 h 1977488"/>
                <a:gd name="connsiteX144" fmla="*/ 1423387 w 1979894"/>
                <a:gd name="connsiteY144" fmla="*/ 1858623 h 1977488"/>
                <a:gd name="connsiteX145" fmla="*/ 1410779 w 1979894"/>
                <a:gd name="connsiteY145" fmla="*/ 1872430 h 1977488"/>
                <a:gd name="connsiteX146" fmla="*/ 1398172 w 1979894"/>
                <a:gd name="connsiteY146" fmla="*/ 1884437 h 1977488"/>
                <a:gd name="connsiteX147" fmla="*/ 1383765 w 1979894"/>
                <a:gd name="connsiteY147" fmla="*/ 1894643 h 1977488"/>
                <a:gd name="connsiteX148" fmla="*/ 1368757 w 1979894"/>
                <a:gd name="connsiteY148" fmla="*/ 1902447 h 1977488"/>
                <a:gd name="connsiteX149" fmla="*/ 1350747 w 1979894"/>
                <a:gd name="connsiteY149" fmla="*/ 1907850 h 1977488"/>
                <a:gd name="connsiteX150" fmla="*/ 1332136 w 1979894"/>
                <a:gd name="connsiteY150" fmla="*/ 1910251 h 1977488"/>
                <a:gd name="connsiteX151" fmla="*/ 1312926 w 1979894"/>
                <a:gd name="connsiteY151" fmla="*/ 1910852 h 1977488"/>
                <a:gd name="connsiteX152" fmla="*/ 1292514 w 1979894"/>
                <a:gd name="connsiteY152" fmla="*/ 1909051 h 1977488"/>
                <a:gd name="connsiteX153" fmla="*/ 1272103 w 1979894"/>
                <a:gd name="connsiteY153" fmla="*/ 1906650 h 1977488"/>
                <a:gd name="connsiteX154" fmla="*/ 1251692 w 1979894"/>
                <a:gd name="connsiteY154" fmla="*/ 1903647 h 1977488"/>
                <a:gd name="connsiteX155" fmla="*/ 1231281 w 1979894"/>
                <a:gd name="connsiteY155" fmla="*/ 1901247 h 1977488"/>
                <a:gd name="connsiteX156" fmla="*/ 1210869 w 1979894"/>
                <a:gd name="connsiteY156" fmla="*/ 1900046 h 1977488"/>
                <a:gd name="connsiteX157" fmla="*/ 1191058 w 1979894"/>
                <a:gd name="connsiteY157" fmla="*/ 1900046 h 1977488"/>
                <a:gd name="connsiteX158" fmla="*/ 1172448 w 1979894"/>
                <a:gd name="connsiteY158" fmla="*/ 1902447 h 1977488"/>
                <a:gd name="connsiteX159" fmla="*/ 1153237 w 1979894"/>
                <a:gd name="connsiteY159" fmla="*/ 1907250 h 1977488"/>
                <a:gd name="connsiteX160" fmla="*/ 1135827 w 1979894"/>
                <a:gd name="connsiteY160" fmla="*/ 1914454 h 1977488"/>
                <a:gd name="connsiteX161" fmla="*/ 1117819 w 1979894"/>
                <a:gd name="connsiteY161" fmla="*/ 1924060 h 1977488"/>
                <a:gd name="connsiteX162" fmla="*/ 1099809 w 1979894"/>
                <a:gd name="connsiteY162" fmla="*/ 1933665 h 1977488"/>
                <a:gd name="connsiteX163" fmla="*/ 1081798 w 1979894"/>
                <a:gd name="connsiteY163" fmla="*/ 1944470 h 1977488"/>
                <a:gd name="connsiteX164" fmla="*/ 1064388 w 1979894"/>
                <a:gd name="connsiteY164" fmla="*/ 1954677 h 1977488"/>
                <a:gd name="connsiteX165" fmla="*/ 1045778 w 1979894"/>
                <a:gd name="connsiteY165" fmla="*/ 1963681 h 1977488"/>
                <a:gd name="connsiteX166" fmla="*/ 1027768 w 1979894"/>
                <a:gd name="connsiteY166" fmla="*/ 1970885 h 1977488"/>
                <a:gd name="connsiteX167" fmla="*/ 1009158 w 1979894"/>
                <a:gd name="connsiteY167" fmla="*/ 1975688 h 1977488"/>
                <a:gd name="connsiteX168" fmla="*/ 989948 w 1979894"/>
                <a:gd name="connsiteY168" fmla="*/ 1977488 h 1977488"/>
                <a:gd name="connsiteX169" fmla="*/ 970737 w 1979894"/>
                <a:gd name="connsiteY169" fmla="*/ 1975688 h 1977488"/>
                <a:gd name="connsiteX170" fmla="*/ 952126 w 1979894"/>
                <a:gd name="connsiteY170" fmla="*/ 1970885 h 1977488"/>
                <a:gd name="connsiteX171" fmla="*/ 934117 w 1979894"/>
                <a:gd name="connsiteY171" fmla="*/ 1963681 h 1977488"/>
                <a:gd name="connsiteX172" fmla="*/ 915506 w 1979894"/>
                <a:gd name="connsiteY172" fmla="*/ 1954677 h 1977488"/>
                <a:gd name="connsiteX173" fmla="*/ 898097 w 1979894"/>
                <a:gd name="connsiteY173" fmla="*/ 1944470 h 1977488"/>
                <a:gd name="connsiteX174" fmla="*/ 880087 w 1979894"/>
                <a:gd name="connsiteY174" fmla="*/ 1933665 h 1977488"/>
                <a:gd name="connsiteX175" fmla="*/ 862077 w 1979894"/>
                <a:gd name="connsiteY175" fmla="*/ 1924060 h 1977488"/>
                <a:gd name="connsiteX176" fmla="*/ 844067 w 1979894"/>
                <a:gd name="connsiteY176" fmla="*/ 1914454 h 1977488"/>
                <a:gd name="connsiteX177" fmla="*/ 826058 w 1979894"/>
                <a:gd name="connsiteY177" fmla="*/ 1907250 h 1977488"/>
                <a:gd name="connsiteX178" fmla="*/ 807447 w 1979894"/>
                <a:gd name="connsiteY178" fmla="*/ 1902447 h 1977488"/>
                <a:gd name="connsiteX179" fmla="*/ 788836 w 1979894"/>
                <a:gd name="connsiteY179" fmla="*/ 1900046 h 1977488"/>
                <a:gd name="connsiteX180" fmla="*/ 769025 w 1979894"/>
                <a:gd name="connsiteY180" fmla="*/ 1900046 h 1977488"/>
                <a:gd name="connsiteX181" fmla="*/ 748614 w 1979894"/>
                <a:gd name="connsiteY181" fmla="*/ 1901247 h 1977488"/>
                <a:gd name="connsiteX182" fmla="*/ 728203 w 1979894"/>
                <a:gd name="connsiteY182" fmla="*/ 1903647 h 1977488"/>
                <a:gd name="connsiteX183" fmla="*/ 707791 w 1979894"/>
                <a:gd name="connsiteY183" fmla="*/ 1906650 h 1977488"/>
                <a:gd name="connsiteX184" fmla="*/ 687380 w 1979894"/>
                <a:gd name="connsiteY184" fmla="*/ 1909051 h 1977488"/>
                <a:gd name="connsiteX185" fmla="*/ 666969 w 1979894"/>
                <a:gd name="connsiteY185" fmla="*/ 1910852 h 1977488"/>
                <a:gd name="connsiteX186" fmla="*/ 647759 w 1979894"/>
                <a:gd name="connsiteY186" fmla="*/ 1910251 h 1977488"/>
                <a:gd name="connsiteX187" fmla="*/ 629149 w 1979894"/>
                <a:gd name="connsiteY187" fmla="*/ 1907850 h 1977488"/>
                <a:gd name="connsiteX188" fmla="*/ 611139 w 1979894"/>
                <a:gd name="connsiteY188" fmla="*/ 1902447 h 1977488"/>
                <a:gd name="connsiteX189" fmla="*/ 596130 w 1979894"/>
                <a:gd name="connsiteY189" fmla="*/ 1894643 h 1977488"/>
                <a:gd name="connsiteX190" fmla="*/ 581722 w 1979894"/>
                <a:gd name="connsiteY190" fmla="*/ 1884437 h 1977488"/>
                <a:gd name="connsiteX191" fmla="*/ 569115 w 1979894"/>
                <a:gd name="connsiteY191" fmla="*/ 1872430 h 1977488"/>
                <a:gd name="connsiteX192" fmla="*/ 556508 w 1979894"/>
                <a:gd name="connsiteY192" fmla="*/ 1858623 h 1977488"/>
                <a:gd name="connsiteX193" fmla="*/ 545101 w 1979894"/>
                <a:gd name="connsiteY193" fmla="*/ 1844215 h 1977488"/>
                <a:gd name="connsiteX194" fmla="*/ 533695 w 1979894"/>
                <a:gd name="connsiteY194" fmla="*/ 1829206 h 1977488"/>
                <a:gd name="connsiteX195" fmla="*/ 522290 w 1979894"/>
                <a:gd name="connsiteY195" fmla="*/ 1814199 h 1977488"/>
                <a:gd name="connsiteX196" fmla="*/ 510883 w 1979894"/>
                <a:gd name="connsiteY196" fmla="*/ 1799791 h 1977488"/>
                <a:gd name="connsiteX197" fmla="*/ 498876 w 1979894"/>
                <a:gd name="connsiteY197" fmla="*/ 1785984 h 1977488"/>
                <a:gd name="connsiteX198" fmla="*/ 485069 w 1979894"/>
                <a:gd name="connsiteY198" fmla="*/ 1773977 h 1977488"/>
                <a:gd name="connsiteX199" fmla="*/ 471862 w 1979894"/>
                <a:gd name="connsiteY199" fmla="*/ 1763171 h 1977488"/>
                <a:gd name="connsiteX200" fmla="*/ 456853 w 1979894"/>
                <a:gd name="connsiteY200" fmla="*/ 1754767 h 1977488"/>
                <a:gd name="connsiteX201" fmla="*/ 440644 w 1979894"/>
                <a:gd name="connsiteY201" fmla="*/ 1747562 h 1977488"/>
                <a:gd name="connsiteX202" fmla="*/ 423235 w 1979894"/>
                <a:gd name="connsiteY202" fmla="*/ 1741560 h 1977488"/>
                <a:gd name="connsiteX203" fmla="*/ 405224 w 1979894"/>
                <a:gd name="connsiteY203" fmla="*/ 1736156 h 1977488"/>
                <a:gd name="connsiteX204" fmla="*/ 387215 w 1979894"/>
                <a:gd name="connsiteY204" fmla="*/ 1731353 h 1977488"/>
                <a:gd name="connsiteX205" fmla="*/ 368604 w 1979894"/>
                <a:gd name="connsiteY205" fmla="*/ 1726550 h 1977488"/>
                <a:gd name="connsiteX206" fmla="*/ 351195 w 1979894"/>
                <a:gd name="connsiteY206" fmla="*/ 1721147 h 1977488"/>
                <a:gd name="connsiteX207" fmla="*/ 333785 w 1979894"/>
                <a:gd name="connsiteY207" fmla="*/ 1715144 h 1977488"/>
                <a:gd name="connsiteX208" fmla="*/ 317577 w 1979894"/>
                <a:gd name="connsiteY208" fmla="*/ 1707940 h 1977488"/>
                <a:gd name="connsiteX209" fmla="*/ 303168 w 1979894"/>
                <a:gd name="connsiteY209" fmla="*/ 1698935 h 1977488"/>
                <a:gd name="connsiteX210" fmla="*/ 289961 w 1979894"/>
                <a:gd name="connsiteY210" fmla="*/ 1688129 h 1977488"/>
                <a:gd name="connsiteX211" fmla="*/ 279155 w 1979894"/>
                <a:gd name="connsiteY211" fmla="*/ 1674922 h 1977488"/>
                <a:gd name="connsiteX212" fmla="*/ 270150 w 1979894"/>
                <a:gd name="connsiteY212" fmla="*/ 1660513 h 1977488"/>
                <a:gd name="connsiteX213" fmla="*/ 262946 w 1979894"/>
                <a:gd name="connsiteY213" fmla="*/ 1644305 h 1977488"/>
                <a:gd name="connsiteX214" fmla="*/ 256943 w 1979894"/>
                <a:gd name="connsiteY214" fmla="*/ 1626895 h 1977488"/>
                <a:gd name="connsiteX215" fmla="*/ 251540 w 1979894"/>
                <a:gd name="connsiteY215" fmla="*/ 1609486 h 1977488"/>
                <a:gd name="connsiteX216" fmla="*/ 246738 w 1979894"/>
                <a:gd name="connsiteY216" fmla="*/ 1590875 h 1977488"/>
                <a:gd name="connsiteX217" fmla="*/ 241934 w 1979894"/>
                <a:gd name="connsiteY217" fmla="*/ 1572866 h 1977488"/>
                <a:gd name="connsiteX218" fmla="*/ 236531 w 1979894"/>
                <a:gd name="connsiteY218" fmla="*/ 1554856 h 1977488"/>
                <a:gd name="connsiteX219" fmla="*/ 230528 w 1979894"/>
                <a:gd name="connsiteY219" fmla="*/ 1537446 h 1977488"/>
                <a:gd name="connsiteX220" fmla="*/ 223324 w 1979894"/>
                <a:gd name="connsiteY220" fmla="*/ 1521237 h 1977488"/>
                <a:gd name="connsiteX221" fmla="*/ 214920 w 1979894"/>
                <a:gd name="connsiteY221" fmla="*/ 1506229 h 1977488"/>
                <a:gd name="connsiteX222" fmla="*/ 204114 w 1979894"/>
                <a:gd name="connsiteY222" fmla="*/ 1493022 h 1977488"/>
                <a:gd name="connsiteX223" fmla="*/ 192107 w 1979894"/>
                <a:gd name="connsiteY223" fmla="*/ 1479213 h 1977488"/>
                <a:gd name="connsiteX224" fmla="*/ 178300 w 1979894"/>
                <a:gd name="connsiteY224" fmla="*/ 1467208 h 1977488"/>
                <a:gd name="connsiteX225" fmla="*/ 163290 w 1979894"/>
                <a:gd name="connsiteY225" fmla="*/ 1455802 h 1977488"/>
                <a:gd name="connsiteX226" fmla="*/ 148283 w 1979894"/>
                <a:gd name="connsiteY226" fmla="*/ 1444395 h 1977488"/>
                <a:gd name="connsiteX227" fmla="*/ 133275 w 1979894"/>
                <a:gd name="connsiteY227" fmla="*/ 1432989 h 1977488"/>
                <a:gd name="connsiteX228" fmla="*/ 118866 w 1979894"/>
                <a:gd name="connsiteY228" fmla="*/ 1421582 h 1977488"/>
                <a:gd name="connsiteX229" fmla="*/ 105059 w 1979894"/>
                <a:gd name="connsiteY229" fmla="*/ 1408975 h 1977488"/>
                <a:gd name="connsiteX230" fmla="*/ 93052 w 1979894"/>
                <a:gd name="connsiteY230" fmla="*/ 1396369 h 1977488"/>
                <a:gd name="connsiteX231" fmla="*/ 82846 w 1979894"/>
                <a:gd name="connsiteY231" fmla="*/ 1381961 h 1977488"/>
                <a:gd name="connsiteX232" fmla="*/ 75042 w 1979894"/>
                <a:gd name="connsiteY232" fmla="*/ 1366953 h 1977488"/>
                <a:gd name="connsiteX233" fmla="*/ 69639 w 1979894"/>
                <a:gd name="connsiteY233" fmla="*/ 1348943 h 1977488"/>
                <a:gd name="connsiteX234" fmla="*/ 67238 w 1979894"/>
                <a:gd name="connsiteY234" fmla="*/ 1330333 h 1977488"/>
                <a:gd name="connsiteX235" fmla="*/ 66637 w 1979894"/>
                <a:gd name="connsiteY235" fmla="*/ 1311122 h 1977488"/>
                <a:gd name="connsiteX236" fmla="*/ 68438 w 1979894"/>
                <a:gd name="connsiteY236" fmla="*/ 1290710 h 1977488"/>
                <a:gd name="connsiteX237" fmla="*/ 70840 w 1979894"/>
                <a:gd name="connsiteY237" fmla="*/ 1270299 h 1977488"/>
                <a:gd name="connsiteX238" fmla="*/ 73841 w 1979894"/>
                <a:gd name="connsiteY238" fmla="*/ 1249888 h 1977488"/>
                <a:gd name="connsiteX239" fmla="*/ 76243 w 1979894"/>
                <a:gd name="connsiteY239" fmla="*/ 1229477 h 1977488"/>
                <a:gd name="connsiteX240" fmla="*/ 77444 w 1979894"/>
                <a:gd name="connsiteY240" fmla="*/ 1209065 h 1977488"/>
                <a:gd name="connsiteX241" fmla="*/ 77444 w 1979894"/>
                <a:gd name="connsiteY241" fmla="*/ 1189254 h 1977488"/>
                <a:gd name="connsiteX242" fmla="*/ 75042 w 1979894"/>
                <a:gd name="connsiteY242" fmla="*/ 1170645 h 1977488"/>
                <a:gd name="connsiteX243" fmla="*/ 70239 w 1979894"/>
                <a:gd name="connsiteY243" fmla="*/ 1152034 h 1977488"/>
                <a:gd name="connsiteX244" fmla="*/ 63035 w 1979894"/>
                <a:gd name="connsiteY244" fmla="*/ 1134624 h 1977488"/>
                <a:gd name="connsiteX245" fmla="*/ 54031 w 1979894"/>
                <a:gd name="connsiteY245" fmla="*/ 1116614 h 1977488"/>
                <a:gd name="connsiteX246" fmla="*/ 43824 w 1979894"/>
                <a:gd name="connsiteY246" fmla="*/ 1098606 h 1977488"/>
                <a:gd name="connsiteX247" fmla="*/ 33020 w 1979894"/>
                <a:gd name="connsiteY247" fmla="*/ 1080595 h 1977488"/>
                <a:gd name="connsiteX248" fmla="*/ 22814 w 1979894"/>
                <a:gd name="connsiteY248" fmla="*/ 1063185 h 1977488"/>
                <a:gd name="connsiteX249" fmla="*/ 13808 w 1979894"/>
                <a:gd name="connsiteY249" fmla="*/ 1044575 h 1977488"/>
                <a:gd name="connsiteX250" fmla="*/ 6604 w 1979894"/>
                <a:gd name="connsiteY250" fmla="*/ 1026565 h 1977488"/>
                <a:gd name="connsiteX251" fmla="*/ 1802 w 1979894"/>
                <a:gd name="connsiteY251" fmla="*/ 1007954 h 1977488"/>
                <a:gd name="connsiteX252" fmla="*/ 0 w 1979894"/>
                <a:gd name="connsiteY252" fmla="*/ 988744 h 1977488"/>
                <a:gd name="connsiteX253" fmla="*/ 1802 w 1979894"/>
                <a:gd name="connsiteY253" fmla="*/ 969534 h 1977488"/>
                <a:gd name="connsiteX254" fmla="*/ 6604 w 1979894"/>
                <a:gd name="connsiteY254" fmla="*/ 950924 h 1977488"/>
                <a:gd name="connsiteX255" fmla="*/ 13808 w 1979894"/>
                <a:gd name="connsiteY255" fmla="*/ 932913 h 1977488"/>
                <a:gd name="connsiteX256" fmla="*/ 22814 w 1979894"/>
                <a:gd name="connsiteY256" fmla="*/ 914303 h 1977488"/>
                <a:gd name="connsiteX257" fmla="*/ 33020 w 1979894"/>
                <a:gd name="connsiteY257" fmla="*/ 896893 h 1977488"/>
                <a:gd name="connsiteX258" fmla="*/ 43824 w 1979894"/>
                <a:gd name="connsiteY258" fmla="*/ 878885 h 1977488"/>
                <a:gd name="connsiteX259" fmla="*/ 54031 w 1979894"/>
                <a:gd name="connsiteY259" fmla="*/ 860874 h 1977488"/>
                <a:gd name="connsiteX260" fmla="*/ 63035 w 1979894"/>
                <a:gd name="connsiteY260" fmla="*/ 842864 h 1977488"/>
                <a:gd name="connsiteX261" fmla="*/ 70239 w 1979894"/>
                <a:gd name="connsiteY261" fmla="*/ 825454 h 1977488"/>
                <a:gd name="connsiteX262" fmla="*/ 75042 w 1979894"/>
                <a:gd name="connsiteY262" fmla="*/ 806844 h 1977488"/>
                <a:gd name="connsiteX263" fmla="*/ 77444 w 1979894"/>
                <a:gd name="connsiteY263" fmla="*/ 788234 h 1977488"/>
                <a:gd name="connsiteX264" fmla="*/ 77444 w 1979894"/>
                <a:gd name="connsiteY264" fmla="*/ 768423 h 1977488"/>
                <a:gd name="connsiteX265" fmla="*/ 76243 w 1979894"/>
                <a:gd name="connsiteY265" fmla="*/ 748012 h 1977488"/>
                <a:gd name="connsiteX266" fmla="*/ 73841 w 1979894"/>
                <a:gd name="connsiteY266" fmla="*/ 727600 h 1977488"/>
                <a:gd name="connsiteX267" fmla="*/ 70840 w 1979894"/>
                <a:gd name="connsiteY267" fmla="*/ 707189 h 1977488"/>
                <a:gd name="connsiteX268" fmla="*/ 68438 w 1979894"/>
                <a:gd name="connsiteY268" fmla="*/ 686778 h 1977488"/>
                <a:gd name="connsiteX269" fmla="*/ 66637 w 1979894"/>
                <a:gd name="connsiteY269" fmla="*/ 666367 h 1977488"/>
                <a:gd name="connsiteX270" fmla="*/ 67238 w 1979894"/>
                <a:gd name="connsiteY270" fmla="*/ 647157 h 1977488"/>
                <a:gd name="connsiteX271" fmla="*/ 69639 w 1979894"/>
                <a:gd name="connsiteY271" fmla="*/ 628547 h 1977488"/>
                <a:gd name="connsiteX272" fmla="*/ 75042 w 1979894"/>
                <a:gd name="connsiteY272" fmla="*/ 610536 h 1977488"/>
                <a:gd name="connsiteX273" fmla="*/ 82846 w 1979894"/>
                <a:gd name="connsiteY273" fmla="*/ 595528 h 1977488"/>
                <a:gd name="connsiteX274" fmla="*/ 93052 w 1979894"/>
                <a:gd name="connsiteY274" fmla="*/ 581120 h 1977488"/>
                <a:gd name="connsiteX275" fmla="*/ 105059 w 1979894"/>
                <a:gd name="connsiteY275" fmla="*/ 568513 h 1977488"/>
                <a:gd name="connsiteX276" fmla="*/ 118866 w 1979894"/>
                <a:gd name="connsiteY276" fmla="*/ 555907 h 1977488"/>
                <a:gd name="connsiteX277" fmla="*/ 133275 w 1979894"/>
                <a:gd name="connsiteY277" fmla="*/ 544499 h 1977488"/>
                <a:gd name="connsiteX278" fmla="*/ 148283 w 1979894"/>
                <a:gd name="connsiteY278" fmla="*/ 533093 h 1977488"/>
                <a:gd name="connsiteX279" fmla="*/ 163290 w 1979894"/>
                <a:gd name="connsiteY279" fmla="*/ 521687 h 1977488"/>
                <a:gd name="connsiteX280" fmla="*/ 178300 w 1979894"/>
                <a:gd name="connsiteY280" fmla="*/ 510281 h 1977488"/>
                <a:gd name="connsiteX281" fmla="*/ 192107 w 1979894"/>
                <a:gd name="connsiteY281" fmla="*/ 498275 h 1977488"/>
                <a:gd name="connsiteX282" fmla="*/ 204114 w 1979894"/>
                <a:gd name="connsiteY282" fmla="*/ 484468 h 1977488"/>
                <a:gd name="connsiteX283" fmla="*/ 214920 w 1979894"/>
                <a:gd name="connsiteY283" fmla="*/ 471259 h 1977488"/>
                <a:gd name="connsiteX284" fmla="*/ 223324 w 1979894"/>
                <a:gd name="connsiteY284" fmla="*/ 456252 h 1977488"/>
                <a:gd name="connsiteX285" fmla="*/ 230528 w 1979894"/>
                <a:gd name="connsiteY285" fmla="*/ 440042 h 1977488"/>
                <a:gd name="connsiteX286" fmla="*/ 236531 w 1979894"/>
                <a:gd name="connsiteY286" fmla="*/ 422633 h 1977488"/>
                <a:gd name="connsiteX287" fmla="*/ 241934 w 1979894"/>
                <a:gd name="connsiteY287" fmla="*/ 404623 h 1977488"/>
                <a:gd name="connsiteX288" fmla="*/ 246738 w 1979894"/>
                <a:gd name="connsiteY288" fmla="*/ 386613 h 1977488"/>
                <a:gd name="connsiteX289" fmla="*/ 251540 w 1979894"/>
                <a:gd name="connsiteY289" fmla="*/ 368003 h 1977488"/>
                <a:gd name="connsiteX290" fmla="*/ 256943 w 1979894"/>
                <a:gd name="connsiteY290" fmla="*/ 350593 h 1977488"/>
                <a:gd name="connsiteX291" fmla="*/ 262946 w 1979894"/>
                <a:gd name="connsiteY291" fmla="*/ 333183 h 1977488"/>
                <a:gd name="connsiteX292" fmla="*/ 270150 w 1979894"/>
                <a:gd name="connsiteY292" fmla="*/ 316975 h 1977488"/>
                <a:gd name="connsiteX293" fmla="*/ 279155 w 1979894"/>
                <a:gd name="connsiteY293" fmla="*/ 302566 h 1977488"/>
                <a:gd name="connsiteX294" fmla="*/ 289961 w 1979894"/>
                <a:gd name="connsiteY294" fmla="*/ 289359 h 1977488"/>
                <a:gd name="connsiteX295" fmla="*/ 303168 w 1979894"/>
                <a:gd name="connsiteY295" fmla="*/ 278554 h 1977488"/>
                <a:gd name="connsiteX296" fmla="*/ 317577 w 1979894"/>
                <a:gd name="connsiteY296" fmla="*/ 269549 h 1977488"/>
                <a:gd name="connsiteX297" fmla="*/ 333785 w 1979894"/>
                <a:gd name="connsiteY297" fmla="*/ 262344 h 1977488"/>
                <a:gd name="connsiteX298" fmla="*/ 351195 w 1979894"/>
                <a:gd name="connsiteY298" fmla="*/ 256341 h 1977488"/>
                <a:gd name="connsiteX299" fmla="*/ 368604 w 1979894"/>
                <a:gd name="connsiteY299" fmla="*/ 250938 h 1977488"/>
                <a:gd name="connsiteX300" fmla="*/ 387215 w 1979894"/>
                <a:gd name="connsiteY300" fmla="*/ 246135 h 1977488"/>
                <a:gd name="connsiteX301" fmla="*/ 405224 w 1979894"/>
                <a:gd name="connsiteY301" fmla="*/ 241333 h 1977488"/>
                <a:gd name="connsiteX302" fmla="*/ 423235 w 1979894"/>
                <a:gd name="connsiteY302" fmla="*/ 235930 h 1977488"/>
                <a:gd name="connsiteX303" fmla="*/ 440644 w 1979894"/>
                <a:gd name="connsiteY303" fmla="*/ 229927 h 1977488"/>
                <a:gd name="connsiteX304" fmla="*/ 456853 w 1979894"/>
                <a:gd name="connsiteY304" fmla="*/ 222723 h 1977488"/>
                <a:gd name="connsiteX305" fmla="*/ 471862 w 1979894"/>
                <a:gd name="connsiteY305" fmla="*/ 214318 h 1977488"/>
                <a:gd name="connsiteX306" fmla="*/ 485069 w 1979894"/>
                <a:gd name="connsiteY306" fmla="*/ 203513 h 1977488"/>
                <a:gd name="connsiteX307" fmla="*/ 498876 w 1979894"/>
                <a:gd name="connsiteY307" fmla="*/ 191505 h 1977488"/>
                <a:gd name="connsiteX308" fmla="*/ 510883 w 1979894"/>
                <a:gd name="connsiteY308" fmla="*/ 177697 h 1977488"/>
                <a:gd name="connsiteX309" fmla="*/ 522290 w 1979894"/>
                <a:gd name="connsiteY309" fmla="*/ 163290 h 1977488"/>
                <a:gd name="connsiteX310" fmla="*/ 533695 w 1979894"/>
                <a:gd name="connsiteY310" fmla="*/ 148282 h 1977488"/>
                <a:gd name="connsiteX311" fmla="*/ 545101 w 1979894"/>
                <a:gd name="connsiteY311" fmla="*/ 133273 h 1977488"/>
                <a:gd name="connsiteX312" fmla="*/ 556508 w 1979894"/>
                <a:gd name="connsiteY312" fmla="*/ 118865 h 1977488"/>
                <a:gd name="connsiteX313" fmla="*/ 569115 w 1979894"/>
                <a:gd name="connsiteY313" fmla="*/ 105058 h 1977488"/>
                <a:gd name="connsiteX314" fmla="*/ 581722 w 1979894"/>
                <a:gd name="connsiteY314" fmla="*/ 93052 h 1977488"/>
                <a:gd name="connsiteX315" fmla="*/ 596130 w 1979894"/>
                <a:gd name="connsiteY315" fmla="*/ 82845 h 1977488"/>
                <a:gd name="connsiteX316" fmla="*/ 611139 w 1979894"/>
                <a:gd name="connsiteY316" fmla="*/ 75041 h 1977488"/>
                <a:gd name="connsiteX317" fmla="*/ 629149 w 1979894"/>
                <a:gd name="connsiteY317" fmla="*/ 69638 h 1977488"/>
                <a:gd name="connsiteX318" fmla="*/ 647759 w 1979894"/>
                <a:gd name="connsiteY318" fmla="*/ 67237 h 1977488"/>
                <a:gd name="connsiteX319" fmla="*/ 666969 w 1979894"/>
                <a:gd name="connsiteY319" fmla="*/ 66637 h 1977488"/>
                <a:gd name="connsiteX320" fmla="*/ 687380 w 1979894"/>
                <a:gd name="connsiteY320" fmla="*/ 68438 h 1977488"/>
                <a:gd name="connsiteX321" fmla="*/ 707791 w 1979894"/>
                <a:gd name="connsiteY321" fmla="*/ 70839 h 1977488"/>
                <a:gd name="connsiteX322" fmla="*/ 728203 w 1979894"/>
                <a:gd name="connsiteY322" fmla="*/ 73841 h 1977488"/>
                <a:gd name="connsiteX323" fmla="*/ 748614 w 1979894"/>
                <a:gd name="connsiteY323" fmla="*/ 76242 h 1977488"/>
                <a:gd name="connsiteX324" fmla="*/ 769025 w 1979894"/>
                <a:gd name="connsiteY324" fmla="*/ 77442 h 1977488"/>
                <a:gd name="connsiteX325" fmla="*/ 788836 w 1979894"/>
                <a:gd name="connsiteY325" fmla="*/ 77442 h 1977488"/>
                <a:gd name="connsiteX326" fmla="*/ 807447 w 1979894"/>
                <a:gd name="connsiteY326" fmla="*/ 75041 h 1977488"/>
                <a:gd name="connsiteX327" fmla="*/ 826058 w 1979894"/>
                <a:gd name="connsiteY327" fmla="*/ 70238 h 1977488"/>
                <a:gd name="connsiteX328" fmla="*/ 844067 w 1979894"/>
                <a:gd name="connsiteY328" fmla="*/ 63035 h 1977488"/>
                <a:gd name="connsiteX329" fmla="*/ 862077 w 1979894"/>
                <a:gd name="connsiteY329" fmla="*/ 53430 h 1977488"/>
                <a:gd name="connsiteX330" fmla="*/ 880087 w 1979894"/>
                <a:gd name="connsiteY330" fmla="*/ 43824 h 1977488"/>
                <a:gd name="connsiteX331" fmla="*/ 898097 w 1979894"/>
                <a:gd name="connsiteY331" fmla="*/ 33018 h 1977488"/>
                <a:gd name="connsiteX332" fmla="*/ 915506 w 1979894"/>
                <a:gd name="connsiteY332" fmla="*/ 22813 h 1977488"/>
                <a:gd name="connsiteX333" fmla="*/ 934117 w 1979894"/>
                <a:gd name="connsiteY333" fmla="*/ 13807 h 1977488"/>
                <a:gd name="connsiteX334" fmla="*/ 952126 w 1979894"/>
                <a:gd name="connsiteY334" fmla="*/ 6603 h 1977488"/>
                <a:gd name="connsiteX335" fmla="*/ 970737 w 1979894"/>
                <a:gd name="connsiteY335" fmla="*/ 1800 h 197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Lst>
              <a:rect l="l" t="t" r="r" b="b"/>
              <a:pathLst>
                <a:path w="1979894" h="1977488">
                  <a:moveTo>
                    <a:pt x="989948" y="0"/>
                  </a:moveTo>
                  <a:lnTo>
                    <a:pt x="1009158" y="1800"/>
                  </a:lnTo>
                  <a:lnTo>
                    <a:pt x="1027768" y="6603"/>
                  </a:lnTo>
                  <a:lnTo>
                    <a:pt x="1045778" y="13807"/>
                  </a:lnTo>
                  <a:lnTo>
                    <a:pt x="1064388" y="22813"/>
                  </a:lnTo>
                  <a:lnTo>
                    <a:pt x="1081798" y="33018"/>
                  </a:lnTo>
                  <a:lnTo>
                    <a:pt x="1099809" y="43824"/>
                  </a:lnTo>
                  <a:lnTo>
                    <a:pt x="1117819" y="53430"/>
                  </a:lnTo>
                  <a:lnTo>
                    <a:pt x="1135827" y="63035"/>
                  </a:lnTo>
                  <a:lnTo>
                    <a:pt x="1153237" y="70238"/>
                  </a:lnTo>
                  <a:lnTo>
                    <a:pt x="1172448" y="75041"/>
                  </a:lnTo>
                  <a:lnTo>
                    <a:pt x="1191058" y="77442"/>
                  </a:lnTo>
                  <a:lnTo>
                    <a:pt x="1210869" y="77442"/>
                  </a:lnTo>
                  <a:lnTo>
                    <a:pt x="1231281" y="76242"/>
                  </a:lnTo>
                  <a:lnTo>
                    <a:pt x="1251692" y="73841"/>
                  </a:lnTo>
                  <a:lnTo>
                    <a:pt x="1272103" y="70839"/>
                  </a:lnTo>
                  <a:lnTo>
                    <a:pt x="1292514" y="68438"/>
                  </a:lnTo>
                  <a:lnTo>
                    <a:pt x="1312926" y="66637"/>
                  </a:lnTo>
                  <a:lnTo>
                    <a:pt x="1332136" y="67237"/>
                  </a:lnTo>
                  <a:lnTo>
                    <a:pt x="1350747" y="69638"/>
                  </a:lnTo>
                  <a:lnTo>
                    <a:pt x="1368757" y="75041"/>
                  </a:lnTo>
                  <a:lnTo>
                    <a:pt x="1383765" y="82845"/>
                  </a:lnTo>
                  <a:lnTo>
                    <a:pt x="1398172" y="93052"/>
                  </a:lnTo>
                  <a:lnTo>
                    <a:pt x="1410779" y="105058"/>
                  </a:lnTo>
                  <a:lnTo>
                    <a:pt x="1423387" y="118865"/>
                  </a:lnTo>
                  <a:lnTo>
                    <a:pt x="1434793" y="133273"/>
                  </a:lnTo>
                  <a:lnTo>
                    <a:pt x="1446199" y="148282"/>
                  </a:lnTo>
                  <a:lnTo>
                    <a:pt x="1457606" y="163290"/>
                  </a:lnTo>
                  <a:lnTo>
                    <a:pt x="1469012" y="177697"/>
                  </a:lnTo>
                  <a:lnTo>
                    <a:pt x="1481019" y="191505"/>
                  </a:lnTo>
                  <a:lnTo>
                    <a:pt x="1494827" y="203513"/>
                  </a:lnTo>
                  <a:lnTo>
                    <a:pt x="1508034" y="214318"/>
                  </a:lnTo>
                  <a:lnTo>
                    <a:pt x="1523042" y="222723"/>
                  </a:lnTo>
                  <a:lnTo>
                    <a:pt x="1539251" y="229927"/>
                  </a:lnTo>
                  <a:lnTo>
                    <a:pt x="1556661" y="235930"/>
                  </a:lnTo>
                  <a:lnTo>
                    <a:pt x="1574669" y="241333"/>
                  </a:lnTo>
                  <a:lnTo>
                    <a:pt x="1592680" y="246135"/>
                  </a:lnTo>
                  <a:lnTo>
                    <a:pt x="1611290" y="250938"/>
                  </a:lnTo>
                  <a:lnTo>
                    <a:pt x="1628700" y="256341"/>
                  </a:lnTo>
                  <a:lnTo>
                    <a:pt x="1646110" y="262344"/>
                  </a:lnTo>
                  <a:lnTo>
                    <a:pt x="1662318" y="269549"/>
                  </a:lnTo>
                  <a:lnTo>
                    <a:pt x="1676727" y="278554"/>
                  </a:lnTo>
                  <a:lnTo>
                    <a:pt x="1689935" y="289359"/>
                  </a:lnTo>
                  <a:lnTo>
                    <a:pt x="1700740" y="302566"/>
                  </a:lnTo>
                  <a:lnTo>
                    <a:pt x="1709745" y="316975"/>
                  </a:lnTo>
                  <a:lnTo>
                    <a:pt x="1716949" y="333183"/>
                  </a:lnTo>
                  <a:lnTo>
                    <a:pt x="1722952" y="350593"/>
                  </a:lnTo>
                  <a:lnTo>
                    <a:pt x="1728355" y="368003"/>
                  </a:lnTo>
                  <a:lnTo>
                    <a:pt x="1733158" y="386613"/>
                  </a:lnTo>
                  <a:lnTo>
                    <a:pt x="1737961" y="404623"/>
                  </a:lnTo>
                  <a:lnTo>
                    <a:pt x="1743363" y="422633"/>
                  </a:lnTo>
                  <a:lnTo>
                    <a:pt x="1749366" y="440042"/>
                  </a:lnTo>
                  <a:lnTo>
                    <a:pt x="1756571" y="456252"/>
                  </a:lnTo>
                  <a:lnTo>
                    <a:pt x="1764976" y="471259"/>
                  </a:lnTo>
                  <a:lnTo>
                    <a:pt x="1775782" y="484468"/>
                  </a:lnTo>
                  <a:lnTo>
                    <a:pt x="1787789" y="498275"/>
                  </a:lnTo>
                  <a:lnTo>
                    <a:pt x="1801596" y="510281"/>
                  </a:lnTo>
                  <a:lnTo>
                    <a:pt x="1816004" y="521687"/>
                  </a:lnTo>
                  <a:lnTo>
                    <a:pt x="1831613" y="533093"/>
                  </a:lnTo>
                  <a:lnTo>
                    <a:pt x="1846621" y="544499"/>
                  </a:lnTo>
                  <a:lnTo>
                    <a:pt x="1861029" y="555907"/>
                  </a:lnTo>
                  <a:lnTo>
                    <a:pt x="1874835" y="568513"/>
                  </a:lnTo>
                  <a:lnTo>
                    <a:pt x="1886843" y="581120"/>
                  </a:lnTo>
                  <a:lnTo>
                    <a:pt x="1897049" y="595528"/>
                  </a:lnTo>
                  <a:lnTo>
                    <a:pt x="1904853" y="610536"/>
                  </a:lnTo>
                  <a:lnTo>
                    <a:pt x="1910256" y="628547"/>
                  </a:lnTo>
                  <a:lnTo>
                    <a:pt x="1912657" y="647157"/>
                  </a:lnTo>
                  <a:lnTo>
                    <a:pt x="1913258" y="666367"/>
                  </a:lnTo>
                  <a:lnTo>
                    <a:pt x="1911456" y="686778"/>
                  </a:lnTo>
                  <a:lnTo>
                    <a:pt x="1909055" y="707189"/>
                  </a:lnTo>
                  <a:lnTo>
                    <a:pt x="1906053" y="727600"/>
                  </a:lnTo>
                  <a:lnTo>
                    <a:pt x="1903652" y="748012"/>
                  </a:lnTo>
                  <a:lnTo>
                    <a:pt x="1902452" y="768423"/>
                  </a:lnTo>
                  <a:lnTo>
                    <a:pt x="1902452" y="788234"/>
                  </a:lnTo>
                  <a:lnTo>
                    <a:pt x="1904853" y="806844"/>
                  </a:lnTo>
                  <a:lnTo>
                    <a:pt x="1909655" y="825454"/>
                  </a:lnTo>
                  <a:lnTo>
                    <a:pt x="1916859" y="842864"/>
                  </a:lnTo>
                  <a:lnTo>
                    <a:pt x="1926466" y="860874"/>
                  </a:lnTo>
                  <a:lnTo>
                    <a:pt x="1936070" y="878885"/>
                  </a:lnTo>
                  <a:lnTo>
                    <a:pt x="1946876" y="896893"/>
                  </a:lnTo>
                  <a:lnTo>
                    <a:pt x="1957082" y="914303"/>
                  </a:lnTo>
                  <a:lnTo>
                    <a:pt x="1966087" y="932913"/>
                  </a:lnTo>
                  <a:lnTo>
                    <a:pt x="1973290" y="950924"/>
                  </a:lnTo>
                  <a:lnTo>
                    <a:pt x="1978093" y="969534"/>
                  </a:lnTo>
                  <a:lnTo>
                    <a:pt x="1979894" y="988744"/>
                  </a:lnTo>
                  <a:lnTo>
                    <a:pt x="1978093" y="1007954"/>
                  </a:lnTo>
                  <a:lnTo>
                    <a:pt x="1973290" y="1026565"/>
                  </a:lnTo>
                  <a:lnTo>
                    <a:pt x="1966087" y="1044575"/>
                  </a:lnTo>
                  <a:lnTo>
                    <a:pt x="1957082" y="1063185"/>
                  </a:lnTo>
                  <a:lnTo>
                    <a:pt x="1946876" y="1080595"/>
                  </a:lnTo>
                  <a:lnTo>
                    <a:pt x="1936070" y="1098606"/>
                  </a:lnTo>
                  <a:lnTo>
                    <a:pt x="1926466" y="1116614"/>
                  </a:lnTo>
                  <a:lnTo>
                    <a:pt x="1916859" y="1134624"/>
                  </a:lnTo>
                  <a:lnTo>
                    <a:pt x="1909655" y="1152034"/>
                  </a:lnTo>
                  <a:lnTo>
                    <a:pt x="1904853" y="1170645"/>
                  </a:lnTo>
                  <a:lnTo>
                    <a:pt x="1902452" y="1189254"/>
                  </a:lnTo>
                  <a:lnTo>
                    <a:pt x="1902452" y="1209065"/>
                  </a:lnTo>
                  <a:lnTo>
                    <a:pt x="1903652" y="1229477"/>
                  </a:lnTo>
                  <a:lnTo>
                    <a:pt x="1906053" y="1249888"/>
                  </a:lnTo>
                  <a:lnTo>
                    <a:pt x="1909055" y="1270299"/>
                  </a:lnTo>
                  <a:lnTo>
                    <a:pt x="1911456" y="1290710"/>
                  </a:lnTo>
                  <a:lnTo>
                    <a:pt x="1913258" y="1311122"/>
                  </a:lnTo>
                  <a:lnTo>
                    <a:pt x="1912657" y="1330333"/>
                  </a:lnTo>
                  <a:lnTo>
                    <a:pt x="1910256" y="1348943"/>
                  </a:lnTo>
                  <a:lnTo>
                    <a:pt x="1904853" y="1366953"/>
                  </a:lnTo>
                  <a:lnTo>
                    <a:pt x="1897049" y="1381961"/>
                  </a:lnTo>
                  <a:lnTo>
                    <a:pt x="1886843" y="1396369"/>
                  </a:lnTo>
                  <a:lnTo>
                    <a:pt x="1874835" y="1408975"/>
                  </a:lnTo>
                  <a:lnTo>
                    <a:pt x="1861029" y="1421582"/>
                  </a:lnTo>
                  <a:lnTo>
                    <a:pt x="1846621" y="1432989"/>
                  </a:lnTo>
                  <a:lnTo>
                    <a:pt x="1831613" y="1444395"/>
                  </a:lnTo>
                  <a:lnTo>
                    <a:pt x="1816004" y="1455802"/>
                  </a:lnTo>
                  <a:lnTo>
                    <a:pt x="1801596" y="1467208"/>
                  </a:lnTo>
                  <a:lnTo>
                    <a:pt x="1787789" y="1479213"/>
                  </a:lnTo>
                  <a:lnTo>
                    <a:pt x="1775782" y="1493022"/>
                  </a:lnTo>
                  <a:lnTo>
                    <a:pt x="1764976" y="1506229"/>
                  </a:lnTo>
                  <a:lnTo>
                    <a:pt x="1756571" y="1521237"/>
                  </a:lnTo>
                  <a:lnTo>
                    <a:pt x="1749366" y="1537446"/>
                  </a:lnTo>
                  <a:lnTo>
                    <a:pt x="1743363" y="1554856"/>
                  </a:lnTo>
                  <a:lnTo>
                    <a:pt x="1737961" y="1572866"/>
                  </a:lnTo>
                  <a:lnTo>
                    <a:pt x="1733158" y="1590875"/>
                  </a:lnTo>
                  <a:lnTo>
                    <a:pt x="1728355" y="1609486"/>
                  </a:lnTo>
                  <a:lnTo>
                    <a:pt x="1722952" y="1626895"/>
                  </a:lnTo>
                  <a:lnTo>
                    <a:pt x="1716949" y="1644305"/>
                  </a:lnTo>
                  <a:lnTo>
                    <a:pt x="1709745" y="1660513"/>
                  </a:lnTo>
                  <a:lnTo>
                    <a:pt x="1700740" y="1674922"/>
                  </a:lnTo>
                  <a:lnTo>
                    <a:pt x="1689935" y="1688129"/>
                  </a:lnTo>
                  <a:lnTo>
                    <a:pt x="1676727" y="1698935"/>
                  </a:lnTo>
                  <a:lnTo>
                    <a:pt x="1662318" y="1707940"/>
                  </a:lnTo>
                  <a:lnTo>
                    <a:pt x="1646110" y="1715144"/>
                  </a:lnTo>
                  <a:lnTo>
                    <a:pt x="1628700" y="1721147"/>
                  </a:lnTo>
                  <a:lnTo>
                    <a:pt x="1611290" y="1726550"/>
                  </a:lnTo>
                  <a:lnTo>
                    <a:pt x="1592680" y="1731353"/>
                  </a:lnTo>
                  <a:lnTo>
                    <a:pt x="1574669" y="1736156"/>
                  </a:lnTo>
                  <a:lnTo>
                    <a:pt x="1556661" y="1741560"/>
                  </a:lnTo>
                  <a:lnTo>
                    <a:pt x="1539251" y="1747562"/>
                  </a:lnTo>
                  <a:lnTo>
                    <a:pt x="1523042" y="1754767"/>
                  </a:lnTo>
                  <a:lnTo>
                    <a:pt x="1508034" y="1763171"/>
                  </a:lnTo>
                  <a:lnTo>
                    <a:pt x="1494827" y="1773977"/>
                  </a:lnTo>
                  <a:lnTo>
                    <a:pt x="1481019" y="1785984"/>
                  </a:lnTo>
                  <a:lnTo>
                    <a:pt x="1469012" y="1799791"/>
                  </a:lnTo>
                  <a:lnTo>
                    <a:pt x="1457606" y="1814199"/>
                  </a:lnTo>
                  <a:lnTo>
                    <a:pt x="1446199" y="1829206"/>
                  </a:lnTo>
                  <a:lnTo>
                    <a:pt x="1434793" y="1844215"/>
                  </a:lnTo>
                  <a:lnTo>
                    <a:pt x="1423387" y="1858623"/>
                  </a:lnTo>
                  <a:lnTo>
                    <a:pt x="1410779" y="1872430"/>
                  </a:lnTo>
                  <a:lnTo>
                    <a:pt x="1398172" y="1884437"/>
                  </a:lnTo>
                  <a:lnTo>
                    <a:pt x="1383765" y="1894643"/>
                  </a:lnTo>
                  <a:lnTo>
                    <a:pt x="1368757" y="1902447"/>
                  </a:lnTo>
                  <a:lnTo>
                    <a:pt x="1350747" y="1907850"/>
                  </a:lnTo>
                  <a:lnTo>
                    <a:pt x="1332136" y="1910251"/>
                  </a:lnTo>
                  <a:lnTo>
                    <a:pt x="1312926" y="1910852"/>
                  </a:lnTo>
                  <a:lnTo>
                    <a:pt x="1292514" y="1909051"/>
                  </a:lnTo>
                  <a:lnTo>
                    <a:pt x="1272103" y="1906650"/>
                  </a:lnTo>
                  <a:lnTo>
                    <a:pt x="1251692" y="1903647"/>
                  </a:lnTo>
                  <a:lnTo>
                    <a:pt x="1231281" y="1901247"/>
                  </a:lnTo>
                  <a:lnTo>
                    <a:pt x="1210869" y="1900046"/>
                  </a:lnTo>
                  <a:lnTo>
                    <a:pt x="1191058" y="1900046"/>
                  </a:lnTo>
                  <a:lnTo>
                    <a:pt x="1172448" y="1902447"/>
                  </a:lnTo>
                  <a:lnTo>
                    <a:pt x="1153237" y="1907250"/>
                  </a:lnTo>
                  <a:lnTo>
                    <a:pt x="1135827" y="1914454"/>
                  </a:lnTo>
                  <a:lnTo>
                    <a:pt x="1117819" y="1924060"/>
                  </a:lnTo>
                  <a:lnTo>
                    <a:pt x="1099809" y="1933665"/>
                  </a:lnTo>
                  <a:lnTo>
                    <a:pt x="1081798" y="1944470"/>
                  </a:lnTo>
                  <a:lnTo>
                    <a:pt x="1064388" y="1954677"/>
                  </a:lnTo>
                  <a:lnTo>
                    <a:pt x="1045778" y="1963681"/>
                  </a:lnTo>
                  <a:lnTo>
                    <a:pt x="1027768" y="1970885"/>
                  </a:lnTo>
                  <a:lnTo>
                    <a:pt x="1009158" y="1975688"/>
                  </a:lnTo>
                  <a:lnTo>
                    <a:pt x="989948" y="1977488"/>
                  </a:lnTo>
                  <a:lnTo>
                    <a:pt x="970737" y="1975688"/>
                  </a:lnTo>
                  <a:lnTo>
                    <a:pt x="952126" y="1970885"/>
                  </a:lnTo>
                  <a:lnTo>
                    <a:pt x="934117" y="1963681"/>
                  </a:lnTo>
                  <a:lnTo>
                    <a:pt x="915506" y="1954677"/>
                  </a:lnTo>
                  <a:lnTo>
                    <a:pt x="898097" y="1944470"/>
                  </a:lnTo>
                  <a:lnTo>
                    <a:pt x="880087" y="1933665"/>
                  </a:lnTo>
                  <a:lnTo>
                    <a:pt x="862077" y="1924060"/>
                  </a:lnTo>
                  <a:lnTo>
                    <a:pt x="844067" y="1914454"/>
                  </a:lnTo>
                  <a:lnTo>
                    <a:pt x="826058" y="1907250"/>
                  </a:lnTo>
                  <a:lnTo>
                    <a:pt x="807447" y="1902447"/>
                  </a:lnTo>
                  <a:lnTo>
                    <a:pt x="788836" y="1900046"/>
                  </a:lnTo>
                  <a:lnTo>
                    <a:pt x="769025" y="1900046"/>
                  </a:lnTo>
                  <a:lnTo>
                    <a:pt x="748614" y="1901247"/>
                  </a:lnTo>
                  <a:lnTo>
                    <a:pt x="728203" y="1903647"/>
                  </a:lnTo>
                  <a:lnTo>
                    <a:pt x="707791" y="1906650"/>
                  </a:lnTo>
                  <a:lnTo>
                    <a:pt x="687380" y="1909051"/>
                  </a:lnTo>
                  <a:lnTo>
                    <a:pt x="666969" y="1910852"/>
                  </a:lnTo>
                  <a:lnTo>
                    <a:pt x="647759" y="1910251"/>
                  </a:lnTo>
                  <a:lnTo>
                    <a:pt x="629149" y="1907850"/>
                  </a:lnTo>
                  <a:lnTo>
                    <a:pt x="611139" y="1902447"/>
                  </a:lnTo>
                  <a:lnTo>
                    <a:pt x="596130" y="1894643"/>
                  </a:lnTo>
                  <a:lnTo>
                    <a:pt x="581722" y="1884437"/>
                  </a:lnTo>
                  <a:lnTo>
                    <a:pt x="569115" y="1872430"/>
                  </a:lnTo>
                  <a:lnTo>
                    <a:pt x="556508" y="1858623"/>
                  </a:lnTo>
                  <a:lnTo>
                    <a:pt x="545101" y="1844215"/>
                  </a:lnTo>
                  <a:lnTo>
                    <a:pt x="533695" y="1829206"/>
                  </a:lnTo>
                  <a:lnTo>
                    <a:pt x="522290" y="1814199"/>
                  </a:lnTo>
                  <a:lnTo>
                    <a:pt x="510883" y="1799791"/>
                  </a:lnTo>
                  <a:lnTo>
                    <a:pt x="498876" y="1785984"/>
                  </a:lnTo>
                  <a:lnTo>
                    <a:pt x="485069" y="1773977"/>
                  </a:lnTo>
                  <a:lnTo>
                    <a:pt x="471862" y="1763171"/>
                  </a:lnTo>
                  <a:lnTo>
                    <a:pt x="456853" y="1754767"/>
                  </a:lnTo>
                  <a:lnTo>
                    <a:pt x="440644" y="1747562"/>
                  </a:lnTo>
                  <a:lnTo>
                    <a:pt x="423235" y="1741560"/>
                  </a:lnTo>
                  <a:lnTo>
                    <a:pt x="405224" y="1736156"/>
                  </a:lnTo>
                  <a:lnTo>
                    <a:pt x="387215" y="1731353"/>
                  </a:lnTo>
                  <a:lnTo>
                    <a:pt x="368604" y="1726550"/>
                  </a:lnTo>
                  <a:lnTo>
                    <a:pt x="351195" y="1721147"/>
                  </a:lnTo>
                  <a:lnTo>
                    <a:pt x="333785" y="1715144"/>
                  </a:lnTo>
                  <a:lnTo>
                    <a:pt x="317577" y="1707940"/>
                  </a:lnTo>
                  <a:lnTo>
                    <a:pt x="303168" y="1698935"/>
                  </a:lnTo>
                  <a:lnTo>
                    <a:pt x="289961" y="1688129"/>
                  </a:lnTo>
                  <a:lnTo>
                    <a:pt x="279155" y="1674922"/>
                  </a:lnTo>
                  <a:lnTo>
                    <a:pt x="270150" y="1660513"/>
                  </a:lnTo>
                  <a:lnTo>
                    <a:pt x="262946" y="1644305"/>
                  </a:lnTo>
                  <a:lnTo>
                    <a:pt x="256943" y="1626895"/>
                  </a:lnTo>
                  <a:lnTo>
                    <a:pt x="251540" y="1609486"/>
                  </a:lnTo>
                  <a:lnTo>
                    <a:pt x="246738" y="1590875"/>
                  </a:lnTo>
                  <a:lnTo>
                    <a:pt x="241934" y="1572866"/>
                  </a:lnTo>
                  <a:lnTo>
                    <a:pt x="236531" y="1554856"/>
                  </a:lnTo>
                  <a:lnTo>
                    <a:pt x="230528" y="1537446"/>
                  </a:lnTo>
                  <a:lnTo>
                    <a:pt x="223324" y="1521237"/>
                  </a:lnTo>
                  <a:lnTo>
                    <a:pt x="214920" y="1506229"/>
                  </a:lnTo>
                  <a:lnTo>
                    <a:pt x="204114" y="1493022"/>
                  </a:lnTo>
                  <a:lnTo>
                    <a:pt x="192107" y="1479213"/>
                  </a:lnTo>
                  <a:lnTo>
                    <a:pt x="178300" y="1467208"/>
                  </a:lnTo>
                  <a:lnTo>
                    <a:pt x="163290" y="1455802"/>
                  </a:lnTo>
                  <a:lnTo>
                    <a:pt x="148283" y="1444395"/>
                  </a:lnTo>
                  <a:lnTo>
                    <a:pt x="133275" y="1432989"/>
                  </a:lnTo>
                  <a:lnTo>
                    <a:pt x="118866" y="1421582"/>
                  </a:lnTo>
                  <a:lnTo>
                    <a:pt x="105059" y="1408975"/>
                  </a:lnTo>
                  <a:lnTo>
                    <a:pt x="93052" y="1396369"/>
                  </a:lnTo>
                  <a:lnTo>
                    <a:pt x="82846" y="1381961"/>
                  </a:lnTo>
                  <a:lnTo>
                    <a:pt x="75042" y="1366953"/>
                  </a:lnTo>
                  <a:lnTo>
                    <a:pt x="69639" y="1348943"/>
                  </a:lnTo>
                  <a:lnTo>
                    <a:pt x="67238" y="1330333"/>
                  </a:lnTo>
                  <a:lnTo>
                    <a:pt x="66637" y="1311122"/>
                  </a:lnTo>
                  <a:lnTo>
                    <a:pt x="68438" y="1290710"/>
                  </a:lnTo>
                  <a:lnTo>
                    <a:pt x="70840" y="1270299"/>
                  </a:lnTo>
                  <a:lnTo>
                    <a:pt x="73841" y="1249888"/>
                  </a:lnTo>
                  <a:lnTo>
                    <a:pt x="76243" y="1229477"/>
                  </a:lnTo>
                  <a:lnTo>
                    <a:pt x="77444" y="1209065"/>
                  </a:lnTo>
                  <a:lnTo>
                    <a:pt x="77444" y="1189254"/>
                  </a:lnTo>
                  <a:lnTo>
                    <a:pt x="75042" y="1170645"/>
                  </a:lnTo>
                  <a:lnTo>
                    <a:pt x="70239" y="1152034"/>
                  </a:lnTo>
                  <a:lnTo>
                    <a:pt x="63035" y="1134624"/>
                  </a:lnTo>
                  <a:lnTo>
                    <a:pt x="54031" y="1116614"/>
                  </a:lnTo>
                  <a:lnTo>
                    <a:pt x="43824" y="1098606"/>
                  </a:lnTo>
                  <a:lnTo>
                    <a:pt x="33020" y="1080595"/>
                  </a:lnTo>
                  <a:lnTo>
                    <a:pt x="22814" y="1063185"/>
                  </a:lnTo>
                  <a:lnTo>
                    <a:pt x="13808" y="1044575"/>
                  </a:lnTo>
                  <a:lnTo>
                    <a:pt x="6604" y="1026565"/>
                  </a:lnTo>
                  <a:lnTo>
                    <a:pt x="1802" y="1007954"/>
                  </a:lnTo>
                  <a:lnTo>
                    <a:pt x="0" y="988744"/>
                  </a:lnTo>
                  <a:lnTo>
                    <a:pt x="1802" y="969534"/>
                  </a:lnTo>
                  <a:lnTo>
                    <a:pt x="6604" y="950924"/>
                  </a:lnTo>
                  <a:lnTo>
                    <a:pt x="13808" y="932913"/>
                  </a:lnTo>
                  <a:lnTo>
                    <a:pt x="22814" y="914303"/>
                  </a:lnTo>
                  <a:lnTo>
                    <a:pt x="33020" y="896893"/>
                  </a:lnTo>
                  <a:lnTo>
                    <a:pt x="43824" y="878885"/>
                  </a:lnTo>
                  <a:lnTo>
                    <a:pt x="54031" y="860874"/>
                  </a:lnTo>
                  <a:lnTo>
                    <a:pt x="63035" y="842864"/>
                  </a:lnTo>
                  <a:lnTo>
                    <a:pt x="70239" y="825454"/>
                  </a:lnTo>
                  <a:lnTo>
                    <a:pt x="75042" y="806844"/>
                  </a:lnTo>
                  <a:lnTo>
                    <a:pt x="77444" y="788234"/>
                  </a:lnTo>
                  <a:lnTo>
                    <a:pt x="77444" y="768423"/>
                  </a:lnTo>
                  <a:lnTo>
                    <a:pt x="76243" y="748012"/>
                  </a:lnTo>
                  <a:lnTo>
                    <a:pt x="73841" y="727600"/>
                  </a:lnTo>
                  <a:lnTo>
                    <a:pt x="70840" y="707189"/>
                  </a:lnTo>
                  <a:lnTo>
                    <a:pt x="68438" y="686778"/>
                  </a:lnTo>
                  <a:lnTo>
                    <a:pt x="66637" y="666367"/>
                  </a:lnTo>
                  <a:lnTo>
                    <a:pt x="67238" y="647157"/>
                  </a:lnTo>
                  <a:lnTo>
                    <a:pt x="69639" y="628547"/>
                  </a:lnTo>
                  <a:lnTo>
                    <a:pt x="75042" y="610536"/>
                  </a:lnTo>
                  <a:lnTo>
                    <a:pt x="82846" y="595528"/>
                  </a:lnTo>
                  <a:lnTo>
                    <a:pt x="93052" y="581120"/>
                  </a:lnTo>
                  <a:lnTo>
                    <a:pt x="105059" y="568513"/>
                  </a:lnTo>
                  <a:lnTo>
                    <a:pt x="118866" y="555907"/>
                  </a:lnTo>
                  <a:lnTo>
                    <a:pt x="133275" y="544499"/>
                  </a:lnTo>
                  <a:lnTo>
                    <a:pt x="148283" y="533093"/>
                  </a:lnTo>
                  <a:lnTo>
                    <a:pt x="163290" y="521687"/>
                  </a:lnTo>
                  <a:lnTo>
                    <a:pt x="178300" y="510281"/>
                  </a:lnTo>
                  <a:lnTo>
                    <a:pt x="192107" y="498275"/>
                  </a:lnTo>
                  <a:lnTo>
                    <a:pt x="204114" y="484468"/>
                  </a:lnTo>
                  <a:lnTo>
                    <a:pt x="214920" y="471259"/>
                  </a:lnTo>
                  <a:lnTo>
                    <a:pt x="223324" y="456252"/>
                  </a:lnTo>
                  <a:lnTo>
                    <a:pt x="230528" y="440042"/>
                  </a:lnTo>
                  <a:lnTo>
                    <a:pt x="236531" y="422633"/>
                  </a:lnTo>
                  <a:lnTo>
                    <a:pt x="241934" y="404623"/>
                  </a:lnTo>
                  <a:lnTo>
                    <a:pt x="246738" y="386613"/>
                  </a:lnTo>
                  <a:lnTo>
                    <a:pt x="251540" y="368003"/>
                  </a:lnTo>
                  <a:lnTo>
                    <a:pt x="256943" y="350593"/>
                  </a:lnTo>
                  <a:lnTo>
                    <a:pt x="262946" y="333183"/>
                  </a:lnTo>
                  <a:lnTo>
                    <a:pt x="270150" y="316975"/>
                  </a:lnTo>
                  <a:lnTo>
                    <a:pt x="279155" y="302566"/>
                  </a:lnTo>
                  <a:lnTo>
                    <a:pt x="289961" y="289359"/>
                  </a:lnTo>
                  <a:lnTo>
                    <a:pt x="303168" y="278554"/>
                  </a:lnTo>
                  <a:lnTo>
                    <a:pt x="317577" y="269549"/>
                  </a:lnTo>
                  <a:lnTo>
                    <a:pt x="333785" y="262344"/>
                  </a:lnTo>
                  <a:lnTo>
                    <a:pt x="351195" y="256341"/>
                  </a:lnTo>
                  <a:lnTo>
                    <a:pt x="368604" y="250938"/>
                  </a:lnTo>
                  <a:lnTo>
                    <a:pt x="387215" y="246135"/>
                  </a:lnTo>
                  <a:lnTo>
                    <a:pt x="405224" y="241333"/>
                  </a:lnTo>
                  <a:lnTo>
                    <a:pt x="423235" y="235930"/>
                  </a:lnTo>
                  <a:lnTo>
                    <a:pt x="440644" y="229927"/>
                  </a:lnTo>
                  <a:lnTo>
                    <a:pt x="456853" y="222723"/>
                  </a:lnTo>
                  <a:lnTo>
                    <a:pt x="471862" y="214318"/>
                  </a:lnTo>
                  <a:lnTo>
                    <a:pt x="485069" y="203513"/>
                  </a:lnTo>
                  <a:lnTo>
                    <a:pt x="498876" y="191505"/>
                  </a:lnTo>
                  <a:lnTo>
                    <a:pt x="510883" y="177697"/>
                  </a:lnTo>
                  <a:lnTo>
                    <a:pt x="522290" y="163290"/>
                  </a:lnTo>
                  <a:lnTo>
                    <a:pt x="533695" y="148282"/>
                  </a:lnTo>
                  <a:lnTo>
                    <a:pt x="545101" y="133273"/>
                  </a:lnTo>
                  <a:lnTo>
                    <a:pt x="556508" y="118865"/>
                  </a:lnTo>
                  <a:lnTo>
                    <a:pt x="569115" y="105058"/>
                  </a:lnTo>
                  <a:lnTo>
                    <a:pt x="581722" y="93052"/>
                  </a:lnTo>
                  <a:lnTo>
                    <a:pt x="596130" y="82845"/>
                  </a:lnTo>
                  <a:lnTo>
                    <a:pt x="611139" y="75041"/>
                  </a:lnTo>
                  <a:lnTo>
                    <a:pt x="629149" y="69638"/>
                  </a:lnTo>
                  <a:lnTo>
                    <a:pt x="647759" y="67237"/>
                  </a:lnTo>
                  <a:lnTo>
                    <a:pt x="666969" y="66637"/>
                  </a:lnTo>
                  <a:lnTo>
                    <a:pt x="687380" y="68438"/>
                  </a:lnTo>
                  <a:lnTo>
                    <a:pt x="707791" y="70839"/>
                  </a:lnTo>
                  <a:lnTo>
                    <a:pt x="728203" y="73841"/>
                  </a:lnTo>
                  <a:lnTo>
                    <a:pt x="748614" y="76242"/>
                  </a:lnTo>
                  <a:lnTo>
                    <a:pt x="769025" y="77442"/>
                  </a:lnTo>
                  <a:lnTo>
                    <a:pt x="788836" y="77442"/>
                  </a:lnTo>
                  <a:lnTo>
                    <a:pt x="807447" y="75041"/>
                  </a:lnTo>
                  <a:lnTo>
                    <a:pt x="826058" y="70238"/>
                  </a:lnTo>
                  <a:lnTo>
                    <a:pt x="844067" y="63035"/>
                  </a:lnTo>
                  <a:lnTo>
                    <a:pt x="862077" y="53430"/>
                  </a:lnTo>
                  <a:lnTo>
                    <a:pt x="880087" y="43824"/>
                  </a:lnTo>
                  <a:lnTo>
                    <a:pt x="898097" y="33018"/>
                  </a:lnTo>
                  <a:lnTo>
                    <a:pt x="915506" y="22813"/>
                  </a:lnTo>
                  <a:lnTo>
                    <a:pt x="934117" y="13807"/>
                  </a:lnTo>
                  <a:lnTo>
                    <a:pt x="952126" y="6603"/>
                  </a:lnTo>
                  <a:lnTo>
                    <a:pt x="970737" y="180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4078886C-0764-4B52-977A-0F8A87E79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67974" y="273933"/>
              <a:ext cx="2173946" cy="2171302"/>
            </a:xfrm>
            <a:custGeom>
              <a:avLst/>
              <a:gdLst>
                <a:gd name="connsiteX0" fmla="*/ 3095991 w 6191980"/>
                <a:gd name="connsiteY0" fmla="*/ 0 h 6184462"/>
                <a:gd name="connsiteX1" fmla="*/ 3156069 w 6191980"/>
                <a:gd name="connsiteY1" fmla="*/ 5631 h 6184462"/>
                <a:gd name="connsiteX2" fmla="*/ 3214272 w 6191980"/>
                <a:gd name="connsiteY2" fmla="*/ 20652 h 6184462"/>
                <a:gd name="connsiteX3" fmla="*/ 3270598 w 6191980"/>
                <a:gd name="connsiteY3" fmla="*/ 43182 h 6184462"/>
                <a:gd name="connsiteX4" fmla="*/ 3328798 w 6191980"/>
                <a:gd name="connsiteY4" fmla="*/ 71344 h 6184462"/>
                <a:gd name="connsiteX5" fmla="*/ 3383247 w 6191980"/>
                <a:gd name="connsiteY5" fmla="*/ 103262 h 6184462"/>
                <a:gd name="connsiteX6" fmla="*/ 3439573 w 6191980"/>
                <a:gd name="connsiteY6" fmla="*/ 137057 h 6184462"/>
                <a:gd name="connsiteX7" fmla="*/ 3495897 w 6191980"/>
                <a:gd name="connsiteY7" fmla="*/ 167096 h 6184462"/>
                <a:gd name="connsiteX8" fmla="*/ 3552221 w 6191980"/>
                <a:gd name="connsiteY8" fmla="*/ 197137 h 6184462"/>
                <a:gd name="connsiteX9" fmla="*/ 3606669 w 6191980"/>
                <a:gd name="connsiteY9" fmla="*/ 219666 h 6184462"/>
                <a:gd name="connsiteX10" fmla="*/ 3666749 w 6191980"/>
                <a:gd name="connsiteY10" fmla="*/ 234686 h 6184462"/>
                <a:gd name="connsiteX11" fmla="*/ 3724950 w 6191980"/>
                <a:gd name="connsiteY11" fmla="*/ 242197 h 6184462"/>
                <a:gd name="connsiteX12" fmla="*/ 3786907 w 6191980"/>
                <a:gd name="connsiteY12" fmla="*/ 242197 h 6184462"/>
                <a:gd name="connsiteX13" fmla="*/ 3850743 w 6191980"/>
                <a:gd name="connsiteY13" fmla="*/ 238443 h 6184462"/>
                <a:gd name="connsiteX14" fmla="*/ 3914577 w 6191980"/>
                <a:gd name="connsiteY14" fmla="*/ 230932 h 6184462"/>
                <a:gd name="connsiteX15" fmla="*/ 3978413 w 6191980"/>
                <a:gd name="connsiteY15" fmla="*/ 221545 h 6184462"/>
                <a:gd name="connsiteX16" fmla="*/ 4042247 w 6191980"/>
                <a:gd name="connsiteY16" fmla="*/ 214035 h 6184462"/>
                <a:gd name="connsiteX17" fmla="*/ 4106083 w 6191980"/>
                <a:gd name="connsiteY17" fmla="*/ 208401 h 6184462"/>
                <a:gd name="connsiteX18" fmla="*/ 4166161 w 6191980"/>
                <a:gd name="connsiteY18" fmla="*/ 210279 h 6184462"/>
                <a:gd name="connsiteX19" fmla="*/ 4224364 w 6191980"/>
                <a:gd name="connsiteY19" fmla="*/ 217789 h 6184462"/>
                <a:gd name="connsiteX20" fmla="*/ 4280690 w 6191980"/>
                <a:gd name="connsiteY20" fmla="*/ 234686 h 6184462"/>
                <a:gd name="connsiteX21" fmla="*/ 4327628 w 6191980"/>
                <a:gd name="connsiteY21" fmla="*/ 259094 h 6184462"/>
                <a:gd name="connsiteX22" fmla="*/ 4372686 w 6191980"/>
                <a:gd name="connsiteY22" fmla="*/ 291012 h 6184462"/>
                <a:gd name="connsiteX23" fmla="*/ 4412114 w 6191980"/>
                <a:gd name="connsiteY23" fmla="*/ 328561 h 6184462"/>
                <a:gd name="connsiteX24" fmla="*/ 4451542 w 6191980"/>
                <a:gd name="connsiteY24" fmla="*/ 371743 h 6184462"/>
                <a:gd name="connsiteX25" fmla="*/ 4487214 w 6191980"/>
                <a:gd name="connsiteY25" fmla="*/ 416803 h 6184462"/>
                <a:gd name="connsiteX26" fmla="*/ 4522886 w 6191980"/>
                <a:gd name="connsiteY26" fmla="*/ 463741 h 6184462"/>
                <a:gd name="connsiteX27" fmla="*/ 4558559 w 6191980"/>
                <a:gd name="connsiteY27" fmla="*/ 510678 h 6184462"/>
                <a:gd name="connsiteX28" fmla="*/ 4594231 w 6191980"/>
                <a:gd name="connsiteY28" fmla="*/ 555737 h 6184462"/>
                <a:gd name="connsiteX29" fmla="*/ 4631782 w 6191980"/>
                <a:gd name="connsiteY29" fmla="*/ 598919 h 6184462"/>
                <a:gd name="connsiteX30" fmla="*/ 4674964 w 6191980"/>
                <a:gd name="connsiteY30" fmla="*/ 636471 h 6184462"/>
                <a:gd name="connsiteX31" fmla="*/ 4716270 w 6191980"/>
                <a:gd name="connsiteY31" fmla="*/ 670266 h 6184462"/>
                <a:gd name="connsiteX32" fmla="*/ 4763206 w 6191980"/>
                <a:gd name="connsiteY32" fmla="*/ 696549 h 6184462"/>
                <a:gd name="connsiteX33" fmla="*/ 4813899 w 6191980"/>
                <a:gd name="connsiteY33" fmla="*/ 719079 h 6184462"/>
                <a:gd name="connsiteX34" fmla="*/ 4868345 w 6191980"/>
                <a:gd name="connsiteY34" fmla="*/ 737854 h 6184462"/>
                <a:gd name="connsiteX35" fmla="*/ 4924669 w 6191980"/>
                <a:gd name="connsiteY35" fmla="*/ 754751 h 6184462"/>
                <a:gd name="connsiteX36" fmla="*/ 4980995 w 6191980"/>
                <a:gd name="connsiteY36" fmla="*/ 769772 h 6184462"/>
                <a:gd name="connsiteX37" fmla="*/ 5039198 w 6191980"/>
                <a:gd name="connsiteY37" fmla="*/ 784792 h 6184462"/>
                <a:gd name="connsiteX38" fmla="*/ 5093644 w 6191980"/>
                <a:gd name="connsiteY38" fmla="*/ 801690 h 6184462"/>
                <a:gd name="connsiteX39" fmla="*/ 5148091 w 6191980"/>
                <a:gd name="connsiteY39" fmla="*/ 820464 h 6184462"/>
                <a:gd name="connsiteX40" fmla="*/ 5198784 w 6191980"/>
                <a:gd name="connsiteY40" fmla="*/ 842995 h 6184462"/>
                <a:gd name="connsiteX41" fmla="*/ 5243845 w 6191980"/>
                <a:gd name="connsiteY41" fmla="*/ 871157 h 6184462"/>
                <a:gd name="connsiteX42" fmla="*/ 5285151 w 6191980"/>
                <a:gd name="connsiteY42" fmla="*/ 904952 h 6184462"/>
                <a:gd name="connsiteX43" fmla="*/ 5318944 w 6191980"/>
                <a:gd name="connsiteY43" fmla="*/ 946257 h 6184462"/>
                <a:gd name="connsiteX44" fmla="*/ 5347108 w 6191980"/>
                <a:gd name="connsiteY44" fmla="*/ 991317 h 6184462"/>
                <a:gd name="connsiteX45" fmla="*/ 5369636 w 6191980"/>
                <a:gd name="connsiteY45" fmla="*/ 1042007 h 6184462"/>
                <a:gd name="connsiteX46" fmla="*/ 5388410 w 6191980"/>
                <a:gd name="connsiteY46" fmla="*/ 1096456 h 6184462"/>
                <a:gd name="connsiteX47" fmla="*/ 5405308 w 6191980"/>
                <a:gd name="connsiteY47" fmla="*/ 1150903 h 6184462"/>
                <a:gd name="connsiteX48" fmla="*/ 5420328 w 6191980"/>
                <a:gd name="connsiteY48" fmla="*/ 1209105 h 6184462"/>
                <a:gd name="connsiteX49" fmla="*/ 5435349 w 6191980"/>
                <a:gd name="connsiteY49" fmla="*/ 1265429 h 6184462"/>
                <a:gd name="connsiteX50" fmla="*/ 5452246 w 6191980"/>
                <a:gd name="connsiteY50" fmla="*/ 1321755 h 6184462"/>
                <a:gd name="connsiteX51" fmla="*/ 5471021 w 6191980"/>
                <a:gd name="connsiteY51" fmla="*/ 1376203 h 6184462"/>
                <a:gd name="connsiteX52" fmla="*/ 5493550 w 6191980"/>
                <a:gd name="connsiteY52" fmla="*/ 1426896 h 6184462"/>
                <a:gd name="connsiteX53" fmla="*/ 5519836 w 6191980"/>
                <a:gd name="connsiteY53" fmla="*/ 1473832 h 6184462"/>
                <a:gd name="connsiteX54" fmla="*/ 5553632 w 6191980"/>
                <a:gd name="connsiteY54" fmla="*/ 1515138 h 6184462"/>
                <a:gd name="connsiteX55" fmla="*/ 5591181 w 6191980"/>
                <a:gd name="connsiteY55" fmla="*/ 1558320 h 6184462"/>
                <a:gd name="connsiteX56" fmla="*/ 5634364 w 6191980"/>
                <a:gd name="connsiteY56" fmla="*/ 1595869 h 6184462"/>
                <a:gd name="connsiteX57" fmla="*/ 5679425 w 6191980"/>
                <a:gd name="connsiteY57" fmla="*/ 1631541 h 6184462"/>
                <a:gd name="connsiteX58" fmla="*/ 5728238 w 6191980"/>
                <a:gd name="connsiteY58" fmla="*/ 1667213 h 6184462"/>
                <a:gd name="connsiteX59" fmla="*/ 5775175 w 6191980"/>
                <a:gd name="connsiteY59" fmla="*/ 1702885 h 6184462"/>
                <a:gd name="connsiteX60" fmla="*/ 5820236 w 6191980"/>
                <a:gd name="connsiteY60" fmla="*/ 1738560 h 6184462"/>
                <a:gd name="connsiteX61" fmla="*/ 5863416 w 6191980"/>
                <a:gd name="connsiteY61" fmla="*/ 1777986 h 6184462"/>
                <a:gd name="connsiteX62" fmla="*/ 5900968 w 6191980"/>
                <a:gd name="connsiteY62" fmla="*/ 1817414 h 6184462"/>
                <a:gd name="connsiteX63" fmla="*/ 5932886 w 6191980"/>
                <a:gd name="connsiteY63" fmla="*/ 1862474 h 6184462"/>
                <a:gd name="connsiteX64" fmla="*/ 5957294 w 6191980"/>
                <a:gd name="connsiteY64" fmla="*/ 1909410 h 6184462"/>
                <a:gd name="connsiteX65" fmla="*/ 5974191 w 6191980"/>
                <a:gd name="connsiteY65" fmla="*/ 1965736 h 6184462"/>
                <a:gd name="connsiteX66" fmla="*/ 5981700 w 6191980"/>
                <a:gd name="connsiteY66" fmla="*/ 2023938 h 6184462"/>
                <a:gd name="connsiteX67" fmla="*/ 5983578 w 6191980"/>
                <a:gd name="connsiteY67" fmla="*/ 2084018 h 6184462"/>
                <a:gd name="connsiteX68" fmla="*/ 5977945 w 6191980"/>
                <a:gd name="connsiteY68" fmla="*/ 2147852 h 6184462"/>
                <a:gd name="connsiteX69" fmla="*/ 5970435 w 6191980"/>
                <a:gd name="connsiteY69" fmla="*/ 2211686 h 6184462"/>
                <a:gd name="connsiteX70" fmla="*/ 5961048 w 6191980"/>
                <a:gd name="connsiteY70" fmla="*/ 2275522 h 6184462"/>
                <a:gd name="connsiteX71" fmla="*/ 5953538 w 6191980"/>
                <a:gd name="connsiteY71" fmla="*/ 2339356 h 6184462"/>
                <a:gd name="connsiteX72" fmla="*/ 5949784 w 6191980"/>
                <a:gd name="connsiteY72" fmla="*/ 2403192 h 6184462"/>
                <a:gd name="connsiteX73" fmla="*/ 5949784 w 6191980"/>
                <a:gd name="connsiteY73" fmla="*/ 2465149 h 6184462"/>
                <a:gd name="connsiteX74" fmla="*/ 5957294 w 6191980"/>
                <a:gd name="connsiteY74" fmla="*/ 2523350 h 6184462"/>
                <a:gd name="connsiteX75" fmla="*/ 5972312 w 6191980"/>
                <a:gd name="connsiteY75" fmla="*/ 2581552 h 6184462"/>
                <a:gd name="connsiteX76" fmla="*/ 5994843 w 6191980"/>
                <a:gd name="connsiteY76" fmla="*/ 2636001 h 6184462"/>
                <a:gd name="connsiteX77" fmla="*/ 6024884 w 6191980"/>
                <a:gd name="connsiteY77" fmla="*/ 2692325 h 6184462"/>
                <a:gd name="connsiteX78" fmla="*/ 6054922 w 6191980"/>
                <a:gd name="connsiteY78" fmla="*/ 2748651 h 6184462"/>
                <a:gd name="connsiteX79" fmla="*/ 6088718 w 6191980"/>
                <a:gd name="connsiteY79" fmla="*/ 2804974 h 6184462"/>
                <a:gd name="connsiteX80" fmla="*/ 6120634 w 6191980"/>
                <a:gd name="connsiteY80" fmla="*/ 2859423 h 6184462"/>
                <a:gd name="connsiteX81" fmla="*/ 6148798 w 6191980"/>
                <a:gd name="connsiteY81" fmla="*/ 2917624 h 6184462"/>
                <a:gd name="connsiteX82" fmla="*/ 6171326 w 6191980"/>
                <a:gd name="connsiteY82" fmla="*/ 2973950 h 6184462"/>
                <a:gd name="connsiteX83" fmla="*/ 6186347 w 6191980"/>
                <a:gd name="connsiteY83" fmla="*/ 3032152 h 6184462"/>
                <a:gd name="connsiteX84" fmla="*/ 6191980 w 6191980"/>
                <a:gd name="connsiteY84" fmla="*/ 3092230 h 6184462"/>
                <a:gd name="connsiteX85" fmla="*/ 6186347 w 6191980"/>
                <a:gd name="connsiteY85" fmla="*/ 3152310 h 6184462"/>
                <a:gd name="connsiteX86" fmla="*/ 6171326 w 6191980"/>
                <a:gd name="connsiteY86" fmla="*/ 3210513 h 6184462"/>
                <a:gd name="connsiteX87" fmla="*/ 6148798 w 6191980"/>
                <a:gd name="connsiteY87" fmla="*/ 3266839 h 6184462"/>
                <a:gd name="connsiteX88" fmla="*/ 6120634 w 6191980"/>
                <a:gd name="connsiteY88" fmla="*/ 3325039 h 6184462"/>
                <a:gd name="connsiteX89" fmla="*/ 6088718 w 6191980"/>
                <a:gd name="connsiteY89" fmla="*/ 3379488 h 6184462"/>
                <a:gd name="connsiteX90" fmla="*/ 6054922 w 6191980"/>
                <a:gd name="connsiteY90" fmla="*/ 3435814 h 6184462"/>
                <a:gd name="connsiteX91" fmla="*/ 6024884 w 6191980"/>
                <a:gd name="connsiteY91" fmla="*/ 3492137 h 6184462"/>
                <a:gd name="connsiteX92" fmla="*/ 5994843 w 6191980"/>
                <a:gd name="connsiteY92" fmla="*/ 3548461 h 6184462"/>
                <a:gd name="connsiteX93" fmla="*/ 5972312 w 6191980"/>
                <a:gd name="connsiteY93" fmla="*/ 3602910 h 6184462"/>
                <a:gd name="connsiteX94" fmla="*/ 5957294 w 6191980"/>
                <a:gd name="connsiteY94" fmla="*/ 3661113 h 6184462"/>
                <a:gd name="connsiteX95" fmla="*/ 5949784 w 6191980"/>
                <a:gd name="connsiteY95" fmla="*/ 3719313 h 6184462"/>
                <a:gd name="connsiteX96" fmla="*/ 5949784 w 6191980"/>
                <a:gd name="connsiteY96" fmla="*/ 3781272 h 6184462"/>
                <a:gd name="connsiteX97" fmla="*/ 5953538 w 6191980"/>
                <a:gd name="connsiteY97" fmla="*/ 3845106 h 6184462"/>
                <a:gd name="connsiteX98" fmla="*/ 5961048 w 6191980"/>
                <a:gd name="connsiteY98" fmla="*/ 3908940 h 6184462"/>
                <a:gd name="connsiteX99" fmla="*/ 5970435 w 6191980"/>
                <a:gd name="connsiteY99" fmla="*/ 3972776 h 6184462"/>
                <a:gd name="connsiteX100" fmla="*/ 5977945 w 6191980"/>
                <a:gd name="connsiteY100" fmla="*/ 4036610 h 6184462"/>
                <a:gd name="connsiteX101" fmla="*/ 5983578 w 6191980"/>
                <a:gd name="connsiteY101" fmla="*/ 4100444 h 6184462"/>
                <a:gd name="connsiteX102" fmla="*/ 5981700 w 6191980"/>
                <a:gd name="connsiteY102" fmla="*/ 4160526 h 6184462"/>
                <a:gd name="connsiteX103" fmla="*/ 5974191 w 6191980"/>
                <a:gd name="connsiteY103" fmla="*/ 4218729 h 6184462"/>
                <a:gd name="connsiteX104" fmla="*/ 5957294 w 6191980"/>
                <a:gd name="connsiteY104" fmla="*/ 4275053 h 6184462"/>
                <a:gd name="connsiteX105" fmla="*/ 5932886 w 6191980"/>
                <a:gd name="connsiteY105" fmla="*/ 4321989 h 6184462"/>
                <a:gd name="connsiteX106" fmla="*/ 5900968 w 6191980"/>
                <a:gd name="connsiteY106" fmla="*/ 4367050 h 6184462"/>
                <a:gd name="connsiteX107" fmla="*/ 5863416 w 6191980"/>
                <a:gd name="connsiteY107" fmla="*/ 4406477 h 6184462"/>
                <a:gd name="connsiteX108" fmla="*/ 5820236 w 6191980"/>
                <a:gd name="connsiteY108" fmla="*/ 4445903 h 6184462"/>
                <a:gd name="connsiteX109" fmla="*/ 5775175 w 6191980"/>
                <a:gd name="connsiteY109" fmla="*/ 4481577 h 6184462"/>
                <a:gd name="connsiteX110" fmla="*/ 5728238 w 6191980"/>
                <a:gd name="connsiteY110" fmla="*/ 4517249 h 6184462"/>
                <a:gd name="connsiteX111" fmla="*/ 5679425 w 6191980"/>
                <a:gd name="connsiteY111" fmla="*/ 4552921 h 6184462"/>
                <a:gd name="connsiteX112" fmla="*/ 5634364 w 6191980"/>
                <a:gd name="connsiteY112" fmla="*/ 4588593 h 6184462"/>
                <a:gd name="connsiteX113" fmla="*/ 5591181 w 6191980"/>
                <a:gd name="connsiteY113" fmla="*/ 4626142 h 6184462"/>
                <a:gd name="connsiteX114" fmla="*/ 5553632 w 6191980"/>
                <a:gd name="connsiteY114" fmla="*/ 4669325 h 6184462"/>
                <a:gd name="connsiteX115" fmla="*/ 5519836 w 6191980"/>
                <a:gd name="connsiteY115" fmla="*/ 4710630 h 6184462"/>
                <a:gd name="connsiteX116" fmla="*/ 5493550 w 6191980"/>
                <a:gd name="connsiteY116" fmla="*/ 4757566 h 6184462"/>
                <a:gd name="connsiteX117" fmla="*/ 5471021 w 6191980"/>
                <a:gd name="connsiteY117" fmla="*/ 4808259 h 6184462"/>
                <a:gd name="connsiteX118" fmla="*/ 5452246 w 6191980"/>
                <a:gd name="connsiteY118" fmla="*/ 4862708 h 6184462"/>
                <a:gd name="connsiteX119" fmla="*/ 5435349 w 6191980"/>
                <a:gd name="connsiteY119" fmla="*/ 4919033 h 6184462"/>
                <a:gd name="connsiteX120" fmla="*/ 5420328 w 6191980"/>
                <a:gd name="connsiteY120" fmla="*/ 4975357 h 6184462"/>
                <a:gd name="connsiteX121" fmla="*/ 5405308 w 6191980"/>
                <a:gd name="connsiteY121" fmla="*/ 5033560 h 6184462"/>
                <a:gd name="connsiteX122" fmla="*/ 5388410 w 6191980"/>
                <a:gd name="connsiteY122" fmla="*/ 5088007 h 6184462"/>
                <a:gd name="connsiteX123" fmla="*/ 5369636 w 6191980"/>
                <a:gd name="connsiteY123" fmla="*/ 5142453 h 6184462"/>
                <a:gd name="connsiteX124" fmla="*/ 5347108 w 6191980"/>
                <a:gd name="connsiteY124" fmla="*/ 5193146 h 6184462"/>
                <a:gd name="connsiteX125" fmla="*/ 5318944 w 6191980"/>
                <a:gd name="connsiteY125" fmla="*/ 5238207 h 6184462"/>
                <a:gd name="connsiteX126" fmla="*/ 5285151 w 6191980"/>
                <a:gd name="connsiteY126" fmla="*/ 5279510 h 6184462"/>
                <a:gd name="connsiteX127" fmla="*/ 5243845 w 6191980"/>
                <a:gd name="connsiteY127" fmla="*/ 5313305 h 6184462"/>
                <a:gd name="connsiteX128" fmla="*/ 5198784 w 6191980"/>
                <a:gd name="connsiteY128" fmla="*/ 5341467 h 6184462"/>
                <a:gd name="connsiteX129" fmla="*/ 5148091 w 6191980"/>
                <a:gd name="connsiteY129" fmla="*/ 5363998 h 6184462"/>
                <a:gd name="connsiteX130" fmla="*/ 5093644 w 6191980"/>
                <a:gd name="connsiteY130" fmla="*/ 5382773 h 6184462"/>
                <a:gd name="connsiteX131" fmla="*/ 5039198 w 6191980"/>
                <a:gd name="connsiteY131" fmla="*/ 5399670 h 6184462"/>
                <a:gd name="connsiteX132" fmla="*/ 4980995 w 6191980"/>
                <a:gd name="connsiteY132" fmla="*/ 5414691 h 6184462"/>
                <a:gd name="connsiteX133" fmla="*/ 4924669 w 6191980"/>
                <a:gd name="connsiteY133" fmla="*/ 5429711 h 6184462"/>
                <a:gd name="connsiteX134" fmla="*/ 4868345 w 6191980"/>
                <a:gd name="connsiteY134" fmla="*/ 5446609 h 6184462"/>
                <a:gd name="connsiteX135" fmla="*/ 4813899 w 6191980"/>
                <a:gd name="connsiteY135" fmla="*/ 5465383 h 6184462"/>
                <a:gd name="connsiteX136" fmla="*/ 4763206 w 6191980"/>
                <a:gd name="connsiteY136" fmla="*/ 5487914 h 6184462"/>
                <a:gd name="connsiteX137" fmla="*/ 4716270 w 6191980"/>
                <a:gd name="connsiteY137" fmla="*/ 5514197 h 6184462"/>
                <a:gd name="connsiteX138" fmla="*/ 4674964 w 6191980"/>
                <a:gd name="connsiteY138" fmla="*/ 5547992 h 6184462"/>
                <a:gd name="connsiteX139" fmla="*/ 4631782 w 6191980"/>
                <a:gd name="connsiteY139" fmla="*/ 5585543 h 6184462"/>
                <a:gd name="connsiteX140" fmla="*/ 4594231 w 6191980"/>
                <a:gd name="connsiteY140" fmla="*/ 5628725 h 6184462"/>
                <a:gd name="connsiteX141" fmla="*/ 4558559 w 6191980"/>
                <a:gd name="connsiteY141" fmla="*/ 5673785 h 6184462"/>
                <a:gd name="connsiteX142" fmla="*/ 4522886 w 6191980"/>
                <a:gd name="connsiteY142" fmla="*/ 5720721 h 6184462"/>
                <a:gd name="connsiteX143" fmla="*/ 4487214 w 6191980"/>
                <a:gd name="connsiteY143" fmla="*/ 5767659 h 6184462"/>
                <a:gd name="connsiteX144" fmla="*/ 4451542 w 6191980"/>
                <a:gd name="connsiteY144" fmla="*/ 5812719 h 6184462"/>
                <a:gd name="connsiteX145" fmla="*/ 4412114 w 6191980"/>
                <a:gd name="connsiteY145" fmla="*/ 5855901 h 6184462"/>
                <a:gd name="connsiteX146" fmla="*/ 4372686 w 6191980"/>
                <a:gd name="connsiteY146" fmla="*/ 5893450 h 6184462"/>
                <a:gd name="connsiteX147" fmla="*/ 4327628 w 6191980"/>
                <a:gd name="connsiteY147" fmla="*/ 5925368 h 6184462"/>
                <a:gd name="connsiteX148" fmla="*/ 4280690 w 6191980"/>
                <a:gd name="connsiteY148" fmla="*/ 5949776 h 6184462"/>
                <a:gd name="connsiteX149" fmla="*/ 4224364 w 6191980"/>
                <a:gd name="connsiteY149" fmla="*/ 5966674 h 6184462"/>
                <a:gd name="connsiteX150" fmla="*/ 4166161 w 6191980"/>
                <a:gd name="connsiteY150" fmla="*/ 5974184 h 6184462"/>
                <a:gd name="connsiteX151" fmla="*/ 4106083 w 6191980"/>
                <a:gd name="connsiteY151" fmla="*/ 5976061 h 6184462"/>
                <a:gd name="connsiteX152" fmla="*/ 4042247 w 6191980"/>
                <a:gd name="connsiteY152" fmla="*/ 5970428 h 6184462"/>
                <a:gd name="connsiteX153" fmla="*/ 3978413 w 6191980"/>
                <a:gd name="connsiteY153" fmla="*/ 5962919 h 6184462"/>
                <a:gd name="connsiteX154" fmla="*/ 3914577 w 6191980"/>
                <a:gd name="connsiteY154" fmla="*/ 5953530 h 6184462"/>
                <a:gd name="connsiteX155" fmla="*/ 3850743 w 6191980"/>
                <a:gd name="connsiteY155" fmla="*/ 5946022 h 6184462"/>
                <a:gd name="connsiteX156" fmla="*/ 3786907 w 6191980"/>
                <a:gd name="connsiteY156" fmla="*/ 5942266 h 6184462"/>
                <a:gd name="connsiteX157" fmla="*/ 3724950 w 6191980"/>
                <a:gd name="connsiteY157" fmla="*/ 5942266 h 6184462"/>
                <a:gd name="connsiteX158" fmla="*/ 3666749 w 6191980"/>
                <a:gd name="connsiteY158" fmla="*/ 5949776 h 6184462"/>
                <a:gd name="connsiteX159" fmla="*/ 3606669 w 6191980"/>
                <a:gd name="connsiteY159" fmla="*/ 5964797 h 6184462"/>
                <a:gd name="connsiteX160" fmla="*/ 3552221 w 6191980"/>
                <a:gd name="connsiteY160" fmla="*/ 5987325 h 6184462"/>
                <a:gd name="connsiteX161" fmla="*/ 3495897 w 6191980"/>
                <a:gd name="connsiteY161" fmla="*/ 6017366 h 6184462"/>
                <a:gd name="connsiteX162" fmla="*/ 3439573 w 6191980"/>
                <a:gd name="connsiteY162" fmla="*/ 6047407 h 6184462"/>
                <a:gd name="connsiteX163" fmla="*/ 3383247 w 6191980"/>
                <a:gd name="connsiteY163" fmla="*/ 6081200 h 6184462"/>
                <a:gd name="connsiteX164" fmla="*/ 3328798 w 6191980"/>
                <a:gd name="connsiteY164" fmla="*/ 6113118 h 6184462"/>
                <a:gd name="connsiteX165" fmla="*/ 3270598 w 6191980"/>
                <a:gd name="connsiteY165" fmla="*/ 6141280 h 6184462"/>
                <a:gd name="connsiteX166" fmla="*/ 3214272 w 6191980"/>
                <a:gd name="connsiteY166" fmla="*/ 6163811 h 6184462"/>
                <a:gd name="connsiteX167" fmla="*/ 3156069 w 6191980"/>
                <a:gd name="connsiteY167" fmla="*/ 6178831 h 6184462"/>
                <a:gd name="connsiteX168" fmla="*/ 3095991 w 6191980"/>
                <a:gd name="connsiteY168" fmla="*/ 6184462 h 6184462"/>
                <a:gd name="connsiteX169" fmla="*/ 3035911 w 6191980"/>
                <a:gd name="connsiteY169" fmla="*/ 6178831 h 6184462"/>
                <a:gd name="connsiteX170" fmla="*/ 2977708 w 6191980"/>
                <a:gd name="connsiteY170" fmla="*/ 6163811 h 6184462"/>
                <a:gd name="connsiteX171" fmla="*/ 2921385 w 6191980"/>
                <a:gd name="connsiteY171" fmla="*/ 6141280 h 6184462"/>
                <a:gd name="connsiteX172" fmla="*/ 2863182 w 6191980"/>
                <a:gd name="connsiteY172" fmla="*/ 6113118 h 6184462"/>
                <a:gd name="connsiteX173" fmla="*/ 2808733 w 6191980"/>
                <a:gd name="connsiteY173" fmla="*/ 6081200 h 6184462"/>
                <a:gd name="connsiteX174" fmla="*/ 2752409 w 6191980"/>
                <a:gd name="connsiteY174" fmla="*/ 6047407 h 6184462"/>
                <a:gd name="connsiteX175" fmla="*/ 2696083 w 6191980"/>
                <a:gd name="connsiteY175" fmla="*/ 6017366 h 6184462"/>
                <a:gd name="connsiteX176" fmla="*/ 2639760 w 6191980"/>
                <a:gd name="connsiteY176" fmla="*/ 5987325 h 6184462"/>
                <a:gd name="connsiteX177" fmla="*/ 2583436 w 6191980"/>
                <a:gd name="connsiteY177" fmla="*/ 5964797 h 6184462"/>
                <a:gd name="connsiteX178" fmla="*/ 2525233 w 6191980"/>
                <a:gd name="connsiteY178" fmla="*/ 5949776 h 6184462"/>
                <a:gd name="connsiteX179" fmla="*/ 2467030 w 6191980"/>
                <a:gd name="connsiteY179" fmla="*/ 5942266 h 6184462"/>
                <a:gd name="connsiteX180" fmla="*/ 2405071 w 6191980"/>
                <a:gd name="connsiteY180" fmla="*/ 5942266 h 6184462"/>
                <a:gd name="connsiteX181" fmla="*/ 2341237 w 6191980"/>
                <a:gd name="connsiteY181" fmla="*/ 5946022 h 6184462"/>
                <a:gd name="connsiteX182" fmla="*/ 2277403 w 6191980"/>
                <a:gd name="connsiteY182" fmla="*/ 5953530 h 6184462"/>
                <a:gd name="connsiteX183" fmla="*/ 2213567 w 6191980"/>
                <a:gd name="connsiteY183" fmla="*/ 5962919 h 6184462"/>
                <a:gd name="connsiteX184" fmla="*/ 2149731 w 6191980"/>
                <a:gd name="connsiteY184" fmla="*/ 5970428 h 6184462"/>
                <a:gd name="connsiteX185" fmla="*/ 2085897 w 6191980"/>
                <a:gd name="connsiteY185" fmla="*/ 5976061 h 6184462"/>
                <a:gd name="connsiteX186" fmla="*/ 2025819 w 6191980"/>
                <a:gd name="connsiteY186" fmla="*/ 5974184 h 6184462"/>
                <a:gd name="connsiteX187" fmla="*/ 1967617 w 6191980"/>
                <a:gd name="connsiteY187" fmla="*/ 5966674 h 6184462"/>
                <a:gd name="connsiteX188" fmla="*/ 1911291 w 6191980"/>
                <a:gd name="connsiteY188" fmla="*/ 5949776 h 6184462"/>
                <a:gd name="connsiteX189" fmla="*/ 1864354 w 6191980"/>
                <a:gd name="connsiteY189" fmla="*/ 5925368 h 6184462"/>
                <a:gd name="connsiteX190" fmla="*/ 1819293 w 6191980"/>
                <a:gd name="connsiteY190" fmla="*/ 5893450 h 6184462"/>
                <a:gd name="connsiteX191" fmla="*/ 1779867 w 6191980"/>
                <a:gd name="connsiteY191" fmla="*/ 5855901 h 6184462"/>
                <a:gd name="connsiteX192" fmla="*/ 1740438 w 6191980"/>
                <a:gd name="connsiteY192" fmla="*/ 5812719 h 6184462"/>
                <a:gd name="connsiteX193" fmla="*/ 1704766 w 6191980"/>
                <a:gd name="connsiteY193" fmla="*/ 5767659 h 6184462"/>
                <a:gd name="connsiteX194" fmla="*/ 1669094 w 6191980"/>
                <a:gd name="connsiteY194" fmla="*/ 5720721 h 6184462"/>
                <a:gd name="connsiteX195" fmla="*/ 1633422 w 6191980"/>
                <a:gd name="connsiteY195" fmla="*/ 5673785 h 6184462"/>
                <a:gd name="connsiteX196" fmla="*/ 1597750 w 6191980"/>
                <a:gd name="connsiteY196" fmla="*/ 5628725 h 6184462"/>
                <a:gd name="connsiteX197" fmla="*/ 1560199 w 6191980"/>
                <a:gd name="connsiteY197" fmla="*/ 5585543 h 6184462"/>
                <a:gd name="connsiteX198" fmla="*/ 1517016 w 6191980"/>
                <a:gd name="connsiteY198" fmla="*/ 5547992 h 6184462"/>
                <a:gd name="connsiteX199" fmla="*/ 1475711 w 6191980"/>
                <a:gd name="connsiteY199" fmla="*/ 5514197 h 6184462"/>
                <a:gd name="connsiteX200" fmla="*/ 1428774 w 6191980"/>
                <a:gd name="connsiteY200" fmla="*/ 5487914 h 6184462"/>
                <a:gd name="connsiteX201" fmla="*/ 1378082 w 6191980"/>
                <a:gd name="connsiteY201" fmla="*/ 5465383 h 6184462"/>
                <a:gd name="connsiteX202" fmla="*/ 1323635 w 6191980"/>
                <a:gd name="connsiteY202" fmla="*/ 5446609 h 6184462"/>
                <a:gd name="connsiteX203" fmla="*/ 1267309 w 6191980"/>
                <a:gd name="connsiteY203" fmla="*/ 5429711 h 6184462"/>
                <a:gd name="connsiteX204" fmla="*/ 1210986 w 6191980"/>
                <a:gd name="connsiteY204" fmla="*/ 5414691 h 6184462"/>
                <a:gd name="connsiteX205" fmla="*/ 1152783 w 6191980"/>
                <a:gd name="connsiteY205" fmla="*/ 5399670 h 6184462"/>
                <a:gd name="connsiteX206" fmla="*/ 1098336 w 6191980"/>
                <a:gd name="connsiteY206" fmla="*/ 5382773 h 6184462"/>
                <a:gd name="connsiteX207" fmla="*/ 1043887 w 6191980"/>
                <a:gd name="connsiteY207" fmla="*/ 5363998 h 6184462"/>
                <a:gd name="connsiteX208" fmla="*/ 993197 w 6191980"/>
                <a:gd name="connsiteY208" fmla="*/ 5341467 h 6184462"/>
                <a:gd name="connsiteX209" fmla="*/ 948135 w 6191980"/>
                <a:gd name="connsiteY209" fmla="*/ 5313305 h 6184462"/>
                <a:gd name="connsiteX210" fmla="*/ 906830 w 6191980"/>
                <a:gd name="connsiteY210" fmla="*/ 5279510 h 6184462"/>
                <a:gd name="connsiteX211" fmla="*/ 873037 w 6191980"/>
                <a:gd name="connsiteY211" fmla="*/ 5238207 h 6184462"/>
                <a:gd name="connsiteX212" fmla="*/ 844875 w 6191980"/>
                <a:gd name="connsiteY212" fmla="*/ 5193146 h 6184462"/>
                <a:gd name="connsiteX213" fmla="*/ 822344 w 6191980"/>
                <a:gd name="connsiteY213" fmla="*/ 5142453 h 6184462"/>
                <a:gd name="connsiteX214" fmla="*/ 803570 w 6191980"/>
                <a:gd name="connsiteY214" fmla="*/ 5088007 h 6184462"/>
                <a:gd name="connsiteX215" fmla="*/ 786672 w 6191980"/>
                <a:gd name="connsiteY215" fmla="*/ 5033560 h 6184462"/>
                <a:gd name="connsiteX216" fmla="*/ 771652 w 6191980"/>
                <a:gd name="connsiteY216" fmla="*/ 4975357 h 6184462"/>
                <a:gd name="connsiteX217" fmla="*/ 756631 w 6191980"/>
                <a:gd name="connsiteY217" fmla="*/ 4919033 h 6184462"/>
                <a:gd name="connsiteX218" fmla="*/ 739734 w 6191980"/>
                <a:gd name="connsiteY218" fmla="*/ 4862708 h 6184462"/>
                <a:gd name="connsiteX219" fmla="*/ 720959 w 6191980"/>
                <a:gd name="connsiteY219" fmla="*/ 4808259 h 6184462"/>
                <a:gd name="connsiteX220" fmla="*/ 698428 w 6191980"/>
                <a:gd name="connsiteY220" fmla="*/ 4757566 h 6184462"/>
                <a:gd name="connsiteX221" fmla="*/ 672143 w 6191980"/>
                <a:gd name="connsiteY221" fmla="*/ 4710630 h 6184462"/>
                <a:gd name="connsiteX222" fmla="*/ 638351 w 6191980"/>
                <a:gd name="connsiteY222" fmla="*/ 4669325 h 6184462"/>
                <a:gd name="connsiteX223" fmla="*/ 600799 w 6191980"/>
                <a:gd name="connsiteY223" fmla="*/ 4626142 h 6184462"/>
                <a:gd name="connsiteX224" fmla="*/ 557617 w 6191980"/>
                <a:gd name="connsiteY224" fmla="*/ 4588593 h 6184462"/>
                <a:gd name="connsiteX225" fmla="*/ 510678 w 6191980"/>
                <a:gd name="connsiteY225" fmla="*/ 4552921 h 6184462"/>
                <a:gd name="connsiteX226" fmla="*/ 463742 w 6191980"/>
                <a:gd name="connsiteY226" fmla="*/ 4517249 h 6184462"/>
                <a:gd name="connsiteX227" fmla="*/ 416805 w 6191980"/>
                <a:gd name="connsiteY227" fmla="*/ 4481577 h 6184462"/>
                <a:gd name="connsiteX228" fmla="*/ 371744 w 6191980"/>
                <a:gd name="connsiteY228" fmla="*/ 4445903 h 6184462"/>
                <a:gd name="connsiteX229" fmla="*/ 328562 w 6191980"/>
                <a:gd name="connsiteY229" fmla="*/ 4406477 h 6184462"/>
                <a:gd name="connsiteX230" fmla="*/ 291012 w 6191980"/>
                <a:gd name="connsiteY230" fmla="*/ 4367050 h 6184462"/>
                <a:gd name="connsiteX231" fmla="*/ 259096 w 6191980"/>
                <a:gd name="connsiteY231" fmla="*/ 4321989 h 6184462"/>
                <a:gd name="connsiteX232" fmla="*/ 234689 w 6191980"/>
                <a:gd name="connsiteY232" fmla="*/ 4275053 h 6184462"/>
                <a:gd name="connsiteX233" fmla="*/ 217791 w 6191980"/>
                <a:gd name="connsiteY233" fmla="*/ 4218729 h 6184462"/>
                <a:gd name="connsiteX234" fmla="*/ 210281 w 6191980"/>
                <a:gd name="connsiteY234" fmla="*/ 4160526 h 6184462"/>
                <a:gd name="connsiteX235" fmla="*/ 208402 w 6191980"/>
                <a:gd name="connsiteY235" fmla="*/ 4100444 h 6184462"/>
                <a:gd name="connsiteX236" fmla="*/ 214035 w 6191980"/>
                <a:gd name="connsiteY236" fmla="*/ 4036610 h 6184462"/>
                <a:gd name="connsiteX237" fmla="*/ 221545 w 6191980"/>
                <a:gd name="connsiteY237" fmla="*/ 3972776 h 6184462"/>
                <a:gd name="connsiteX238" fmla="*/ 230932 w 6191980"/>
                <a:gd name="connsiteY238" fmla="*/ 3908940 h 6184462"/>
                <a:gd name="connsiteX239" fmla="*/ 238443 w 6191980"/>
                <a:gd name="connsiteY239" fmla="*/ 3845106 h 6184462"/>
                <a:gd name="connsiteX240" fmla="*/ 242199 w 6191980"/>
                <a:gd name="connsiteY240" fmla="*/ 3781272 h 6184462"/>
                <a:gd name="connsiteX241" fmla="*/ 242199 w 6191980"/>
                <a:gd name="connsiteY241" fmla="*/ 3719313 h 6184462"/>
                <a:gd name="connsiteX242" fmla="*/ 234689 w 6191980"/>
                <a:gd name="connsiteY242" fmla="*/ 3661113 h 6184462"/>
                <a:gd name="connsiteX243" fmla="*/ 219668 w 6191980"/>
                <a:gd name="connsiteY243" fmla="*/ 3602910 h 6184462"/>
                <a:gd name="connsiteX244" fmla="*/ 197138 w 6191980"/>
                <a:gd name="connsiteY244" fmla="*/ 3548461 h 6184462"/>
                <a:gd name="connsiteX245" fmla="*/ 168976 w 6191980"/>
                <a:gd name="connsiteY245" fmla="*/ 3492137 h 6184462"/>
                <a:gd name="connsiteX246" fmla="*/ 137057 w 6191980"/>
                <a:gd name="connsiteY246" fmla="*/ 3435814 h 6184462"/>
                <a:gd name="connsiteX247" fmla="*/ 103264 w 6191980"/>
                <a:gd name="connsiteY247" fmla="*/ 3379488 h 6184462"/>
                <a:gd name="connsiteX248" fmla="*/ 71346 w 6191980"/>
                <a:gd name="connsiteY248" fmla="*/ 3325039 h 6184462"/>
                <a:gd name="connsiteX249" fmla="*/ 43182 w 6191980"/>
                <a:gd name="connsiteY249" fmla="*/ 3266839 h 6184462"/>
                <a:gd name="connsiteX250" fmla="*/ 20654 w 6191980"/>
                <a:gd name="connsiteY250" fmla="*/ 3210513 h 6184462"/>
                <a:gd name="connsiteX251" fmla="*/ 5634 w 6191980"/>
                <a:gd name="connsiteY251" fmla="*/ 3152310 h 6184462"/>
                <a:gd name="connsiteX252" fmla="*/ 0 w 6191980"/>
                <a:gd name="connsiteY252" fmla="*/ 3092230 h 6184462"/>
                <a:gd name="connsiteX253" fmla="*/ 5634 w 6191980"/>
                <a:gd name="connsiteY253" fmla="*/ 3032152 h 6184462"/>
                <a:gd name="connsiteX254" fmla="*/ 20654 w 6191980"/>
                <a:gd name="connsiteY254" fmla="*/ 2973950 h 6184462"/>
                <a:gd name="connsiteX255" fmla="*/ 43182 w 6191980"/>
                <a:gd name="connsiteY255" fmla="*/ 2917624 h 6184462"/>
                <a:gd name="connsiteX256" fmla="*/ 71346 w 6191980"/>
                <a:gd name="connsiteY256" fmla="*/ 2859423 h 6184462"/>
                <a:gd name="connsiteX257" fmla="*/ 103264 w 6191980"/>
                <a:gd name="connsiteY257" fmla="*/ 2804974 h 6184462"/>
                <a:gd name="connsiteX258" fmla="*/ 137057 w 6191980"/>
                <a:gd name="connsiteY258" fmla="*/ 2748651 h 6184462"/>
                <a:gd name="connsiteX259" fmla="*/ 168976 w 6191980"/>
                <a:gd name="connsiteY259" fmla="*/ 2692325 h 6184462"/>
                <a:gd name="connsiteX260" fmla="*/ 197138 w 6191980"/>
                <a:gd name="connsiteY260" fmla="*/ 2636001 h 6184462"/>
                <a:gd name="connsiteX261" fmla="*/ 219668 w 6191980"/>
                <a:gd name="connsiteY261" fmla="*/ 2581552 h 6184462"/>
                <a:gd name="connsiteX262" fmla="*/ 234689 w 6191980"/>
                <a:gd name="connsiteY262" fmla="*/ 2523350 h 6184462"/>
                <a:gd name="connsiteX263" fmla="*/ 242199 w 6191980"/>
                <a:gd name="connsiteY263" fmla="*/ 2465149 h 6184462"/>
                <a:gd name="connsiteX264" fmla="*/ 242199 w 6191980"/>
                <a:gd name="connsiteY264" fmla="*/ 2403192 h 6184462"/>
                <a:gd name="connsiteX265" fmla="*/ 238443 w 6191980"/>
                <a:gd name="connsiteY265" fmla="*/ 2339356 h 6184462"/>
                <a:gd name="connsiteX266" fmla="*/ 230932 w 6191980"/>
                <a:gd name="connsiteY266" fmla="*/ 2275522 h 6184462"/>
                <a:gd name="connsiteX267" fmla="*/ 221545 w 6191980"/>
                <a:gd name="connsiteY267" fmla="*/ 2211686 h 6184462"/>
                <a:gd name="connsiteX268" fmla="*/ 214035 w 6191980"/>
                <a:gd name="connsiteY268" fmla="*/ 2147852 h 6184462"/>
                <a:gd name="connsiteX269" fmla="*/ 208402 w 6191980"/>
                <a:gd name="connsiteY269" fmla="*/ 2084018 h 6184462"/>
                <a:gd name="connsiteX270" fmla="*/ 210281 w 6191980"/>
                <a:gd name="connsiteY270" fmla="*/ 2023938 h 6184462"/>
                <a:gd name="connsiteX271" fmla="*/ 217791 w 6191980"/>
                <a:gd name="connsiteY271" fmla="*/ 1965736 h 6184462"/>
                <a:gd name="connsiteX272" fmla="*/ 234689 w 6191980"/>
                <a:gd name="connsiteY272" fmla="*/ 1909410 h 6184462"/>
                <a:gd name="connsiteX273" fmla="*/ 259096 w 6191980"/>
                <a:gd name="connsiteY273" fmla="*/ 1862474 h 6184462"/>
                <a:gd name="connsiteX274" fmla="*/ 291012 w 6191980"/>
                <a:gd name="connsiteY274" fmla="*/ 1817414 h 6184462"/>
                <a:gd name="connsiteX275" fmla="*/ 328562 w 6191980"/>
                <a:gd name="connsiteY275" fmla="*/ 1777986 h 6184462"/>
                <a:gd name="connsiteX276" fmla="*/ 371744 w 6191980"/>
                <a:gd name="connsiteY276" fmla="*/ 1738560 h 6184462"/>
                <a:gd name="connsiteX277" fmla="*/ 416805 w 6191980"/>
                <a:gd name="connsiteY277" fmla="*/ 1702885 h 6184462"/>
                <a:gd name="connsiteX278" fmla="*/ 463742 w 6191980"/>
                <a:gd name="connsiteY278" fmla="*/ 1667213 h 6184462"/>
                <a:gd name="connsiteX279" fmla="*/ 510678 w 6191980"/>
                <a:gd name="connsiteY279" fmla="*/ 1631541 h 6184462"/>
                <a:gd name="connsiteX280" fmla="*/ 557617 w 6191980"/>
                <a:gd name="connsiteY280" fmla="*/ 1595869 h 6184462"/>
                <a:gd name="connsiteX281" fmla="*/ 600799 w 6191980"/>
                <a:gd name="connsiteY281" fmla="*/ 1558320 h 6184462"/>
                <a:gd name="connsiteX282" fmla="*/ 638351 w 6191980"/>
                <a:gd name="connsiteY282" fmla="*/ 1515138 h 6184462"/>
                <a:gd name="connsiteX283" fmla="*/ 672143 w 6191980"/>
                <a:gd name="connsiteY283" fmla="*/ 1473832 h 6184462"/>
                <a:gd name="connsiteX284" fmla="*/ 698428 w 6191980"/>
                <a:gd name="connsiteY284" fmla="*/ 1426896 h 6184462"/>
                <a:gd name="connsiteX285" fmla="*/ 720959 w 6191980"/>
                <a:gd name="connsiteY285" fmla="*/ 1376203 h 6184462"/>
                <a:gd name="connsiteX286" fmla="*/ 739734 w 6191980"/>
                <a:gd name="connsiteY286" fmla="*/ 1321755 h 6184462"/>
                <a:gd name="connsiteX287" fmla="*/ 756631 w 6191980"/>
                <a:gd name="connsiteY287" fmla="*/ 1265429 h 6184462"/>
                <a:gd name="connsiteX288" fmla="*/ 771652 w 6191980"/>
                <a:gd name="connsiteY288" fmla="*/ 1209105 h 6184462"/>
                <a:gd name="connsiteX289" fmla="*/ 786672 w 6191980"/>
                <a:gd name="connsiteY289" fmla="*/ 1150903 h 6184462"/>
                <a:gd name="connsiteX290" fmla="*/ 803570 w 6191980"/>
                <a:gd name="connsiteY290" fmla="*/ 1096456 h 6184462"/>
                <a:gd name="connsiteX291" fmla="*/ 822344 w 6191980"/>
                <a:gd name="connsiteY291" fmla="*/ 1042007 h 6184462"/>
                <a:gd name="connsiteX292" fmla="*/ 844875 w 6191980"/>
                <a:gd name="connsiteY292" fmla="*/ 991317 h 6184462"/>
                <a:gd name="connsiteX293" fmla="*/ 873037 w 6191980"/>
                <a:gd name="connsiteY293" fmla="*/ 946257 h 6184462"/>
                <a:gd name="connsiteX294" fmla="*/ 906830 w 6191980"/>
                <a:gd name="connsiteY294" fmla="*/ 904952 h 6184462"/>
                <a:gd name="connsiteX295" fmla="*/ 948135 w 6191980"/>
                <a:gd name="connsiteY295" fmla="*/ 871157 h 6184462"/>
                <a:gd name="connsiteX296" fmla="*/ 993197 w 6191980"/>
                <a:gd name="connsiteY296" fmla="*/ 842995 h 6184462"/>
                <a:gd name="connsiteX297" fmla="*/ 1043887 w 6191980"/>
                <a:gd name="connsiteY297" fmla="*/ 820464 h 6184462"/>
                <a:gd name="connsiteX298" fmla="*/ 1098336 w 6191980"/>
                <a:gd name="connsiteY298" fmla="*/ 801690 h 6184462"/>
                <a:gd name="connsiteX299" fmla="*/ 1152783 w 6191980"/>
                <a:gd name="connsiteY299" fmla="*/ 784792 h 6184462"/>
                <a:gd name="connsiteX300" fmla="*/ 1210986 w 6191980"/>
                <a:gd name="connsiteY300" fmla="*/ 769772 h 6184462"/>
                <a:gd name="connsiteX301" fmla="*/ 1267309 w 6191980"/>
                <a:gd name="connsiteY301" fmla="*/ 754751 h 6184462"/>
                <a:gd name="connsiteX302" fmla="*/ 1323635 w 6191980"/>
                <a:gd name="connsiteY302" fmla="*/ 737854 h 6184462"/>
                <a:gd name="connsiteX303" fmla="*/ 1378082 w 6191980"/>
                <a:gd name="connsiteY303" fmla="*/ 719079 h 6184462"/>
                <a:gd name="connsiteX304" fmla="*/ 1428774 w 6191980"/>
                <a:gd name="connsiteY304" fmla="*/ 696549 h 6184462"/>
                <a:gd name="connsiteX305" fmla="*/ 1475711 w 6191980"/>
                <a:gd name="connsiteY305" fmla="*/ 670266 h 6184462"/>
                <a:gd name="connsiteX306" fmla="*/ 1517016 w 6191980"/>
                <a:gd name="connsiteY306" fmla="*/ 636471 h 6184462"/>
                <a:gd name="connsiteX307" fmla="*/ 1560199 w 6191980"/>
                <a:gd name="connsiteY307" fmla="*/ 598919 h 6184462"/>
                <a:gd name="connsiteX308" fmla="*/ 1597750 w 6191980"/>
                <a:gd name="connsiteY308" fmla="*/ 555737 h 6184462"/>
                <a:gd name="connsiteX309" fmla="*/ 1633422 w 6191980"/>
                <a:gd name="connsiteY309" fmla="*/ 510678 h 6184462"/>
                <a:gd name="connsiteX310" fmla="*/ 1669094 w 6191980"/>
                <a:gd name="connsiteY310" fmla="*/ 463741 h 6184462"/>
                <a:gd name="connsiteX311" fmla="*/ 1704766 w 6191980"/>
                <a:gd name="connsiteY311" fmla="*/ 416803 h 6184462"/>
                <a:gd name="connsiteX312" fmla="*/ 1740438 w 6191980"/>
                <a:gd name="connsiteY312" fmla="*/ 371743 h 6184462"/>
                <a:gd name="connsiteX313" fmla="*/ 1779867 w 6191980"/>
                <a:gd name="connsiteY313" fmla="*/ 328561 h 6184462"/>
                <a:gd name="connsiteX314" fmla="*/ 1819293 w 6191980"/>
                <a:gd name="connsiteY314" fmla="*/ 291012 h 6184462"/>
                <a:gd name="connsiteX315" fmla="*/ 1864354 w 6191980"/>
                <a:gd name="connsiteY315" fmla="*/ 259094 h 6184462"/>
                <a:gd name="connsiteX316" fmla="*/ 1911291 w 6191980"/>
                <a:gd name="connsiteY316" fmla="*/ 234686 h 6184462"/>
                <a:gd name="connsiteX317" fmla="*/ 1967617 w 6191980"/>
                <a:gd name="connsiteY317" fmla="*/ 217789 h 6184462"/>
                <a:gd name="connsiteX318" fmla="*/ 2025819 w 6191980"/>
                <a:gd name="connsiteY318" fmla="*/ 210279 h 6184462"/>
                <a:gd name="connsiteX319" fmla="*/ 2085897 w 6191980"/>
                <a:gd name="connsiteY319" fmla="*/ 208401 h 6184462"/>
                <a:gd name="connsiteX320" fmla="*/ 2149731 w 6191980"/>
                <a:gd name="connsiteY320" fmla="*/ 214035 h 6184462"/>
                <a:gd name="connsiteX321" fmla="*/ 2213567 w 6191980"/>
                <a:gd name="connsiteY321" fmla="*/ 221545 h 6184462"/>
                <a:gd name="connsiteX322" fmla="*/ 2277403 w 6191980"/>
                <a:gd name="connsiteY322" fmla="*/ 230932 h 6184462"/>
                <a:gd name="connsiteX323" fmla="*/ 2341237 w 6191980"/>
                <a:gd name="connsiteY323" fmla="*/ 238443 h 6184462"/>
                <a:gd name="connsiteX324" fmla="*/ 2405071 w 6191980"/>
                <a:gd name="connsiteY324" fmla="*/ 242197 h 6184462"/>
                <a:gd name="connsiteX325" fmla="*/ 2467030 w 6191980"/>
                <a:gd name="connsiteY325" fmla="*/ 242197 h 6184462"/>
                <a:gd name="connsiteX326" fmla="*/ 2525233 w 6191980"/>
                <a:gd name="connsiteY326" fmla="*/ 234686 h 6184462"/>
                <a:gd name="connsiteX327" fmla="*/ 2583436 w 6191980"/>
                <a:gd name="connsiteY327" fmla="*/ 219666 h 6184462"/>
                <a:gd name="connsiteX328" fmla="*/ 2639760 w 6191980"/>
                <a:gd name="connsiteY328" fmla="*/ 197137 h 6184462"/>
                <a:gd name="connsiteX329" fmla="*/ 2696083 w 6191980"/>
                <a:gd name="connsiteY329" fmla="*/ 167096 h 6184462"/>
                <a:gd name="connsiteX330" fmla="*/ 2752409 w 6191980"/>
                <a:gd name="connsiteY330" fmla="*/ 137057 h 6184462"/>
                <a:gd name="connsiteX331" fmla="*/ 2808733 w 6191980"/>
                <a:gd name="connsiteY331" fmla="*/ 103262 h 6184462"/>
                <a:gd name="connsiteX332" fmla="*/ 2863182 w 6191980"/>
                <a:gd name="connsiteY332" fmla="*/ 71344 h 6184462"/>
                <a:gd name="connsiteX333" fmla="*/ 2921385 w 6191980"/>
                <a:gd name="connsiteY333" fmla="*/ 43182 h 6184462"/>
                <a:gd name="connsiteX334" fmla="*/ 2977708 w 6191980"/>
                <a:gd name="connsiteY334" fmla="*/ 20652 h 6184462"/>
                <a:gd name="connsiteX335" fmla="*/ 3035911 w 6191980"/>
                <a:gd name="connsiteY335" fmla="*/ 5631 h 618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Lst>
              <a:rect l="l" t="t" r="r" b="b"/>
              <a:pathLst>
                <a:path w="6191980" h="6184462">
                  <a:moveTo>
                    <a:pt x="3095991" y="0"/>
                  </a:moveTo>
                  <a:lnTo>
                    <a:pt x="3156069" y="5631"/>
                  </a:lnTo>
                  <a:lnTo>
                    <a:pt x="3214272" y="20652"/>
                  </a:lnTo>
                  <a:lnTo>
                    <a:pt x="3270598" y="43182"/>
                  </a:lnTo>
                  <a:lnTo>
                    <a:pt x="3328798" y="71344"/>
                  </a:lnTo>
                  <a:lnTo>
                    <a:pt x="3383247" y="103262"/>
                  </a:lnTo>
                  <a:lnTo>
                    <a:pt x="3439573" y="137057"/>
                  </a:lnTo>
                  <a:lnTo>
                    <a:pt x="3495897" y="167096"/>
                  </a:lnTo>
                  <a:lnTo>
                    <a:pt x="3552221" y="197137"/>
                  </a:lnTo>
                  <a:lnTo>
                    <a:pt x="3606669" y="219666"/>
                  </a:lnTo>
                  <a:lnTo>
                    <a:pt x="3666749" y="234686"/>
                  </a:lnTo>
                  <a:lnTo>
                    <a:pt x="3724950" y="242197"/>
                  </a:lnTo>
                  <a:lnTo>
                    <a:pt x="3786907" y="242197"/>
                  </a:lnTo>
                  <a:lnTo>
                    <a:pt x="3850743" y="238443"/>
                  </a:lnTo>
                  <a:lnTo>
                    <a:pt x="3914577" y="230932"/>
                  </a:lnTo>
                  <a:lnTo>
                    <a:pt x="3978413" y="221545"/>
                  </a:lnTo>
                  <a:lnTo>
                    <a:pt x="4042247" y="214035"/>
                  </a:lnTo>
                  <a:lnTo>
                    <a:pt x="4106083" y="208401"/>
                  </a:lnTo>
                  <a:lnTo>
                    <a:pt x="4166161" y="210279"/>
                  </a:lnTo>
                  <a:lnTo>
                    <a:pt x="4224364" y="217789"/>
                  </a:lnTo>
                  <a:lnTo>
                    <a:pt x="4280690" y="234686"/>
                  </a:lnTo>
                  <a:lnTo>
                    <a:pt x="4327628" y="259094"/>
                  </a:lnTo>
                  <a:lnTo>
                    <a:pt x="4372686" y="291012"/>
                  </a:lnTo>
                  <a:lnTo>
                    <a:pt x="4412114" y="328561"/>
                  </a:lnTo>
                  <a:lnTo>
                    <a:pt x="4451542" y="371743"/>
                  </a:lnTo>
                  <a:lnTo>
                    <a:pt x="4487214" y="416803"/>
                  </a:lnTo>
                  <a:lnTo>
                    <a:pt x="4522886" y="463741"/>
                  </a:lnTo>
                  <a:lnTo>
                    <a:pt x="4558559" y="510678"/>
                  </a:lnTo>
                  <a:lnTo>
                    <a:pt x="4594231" y="555737"/>
                  </a:lnTo>
                  <a:lnTo>
                    <a:pt x="4631782" y="598919"/>
                  </a:lnTo>
                  <a:lnTo>
                    <a:pt x="4674964" y="636471"/>
                  </a:lnTo>
                  <a:lnTo>
                    <a:pt x="4716270" y="670266"/>
                  </a:lnTo>
                  <a:lnTo>
                    <a:pt x="4763206" y="696549"/>
                  </a:lnTo>
                  <a:lnTo>
                    <a:pt x="4813899" y="719079"/>
                  </a:lnTo>
                  <a:lnTo>
                    <a:pt x="4868345" y="737854"/>
                  </a:lnTo>
                  <a:lnTo>
                    <a:pt x="4924669" y="754751"/>
                  </a:lnTo>
                  <a:lnTo>
                    <a:pt x="4980995" y="769772"/>
                  </a:lnTo>
                  <a:lnTo>
                    <a:pt x="5039198" y="784792"/>
                  </a:lnTo>
                  <a:lnTo>
                    <a:pt x="5093644" y="801690"/>
                  </a:lnTo>
                  <a:lnTo>
                    <a:pt x="5148091" y="820464"/>
                  </a:lnTo>
                  <a:lnTo>
                    <a:pt x="5198784" y="842995"/>
                  </a:lnTo>
                  <a:lnTo>
                    <a:pt x="5243845" y="871157"/>
                  </a:lnTo>
                  <a:lnTo>
                    <a:pt x="5285151" y="904952"/>
                  </a:lnTo>
                  <a:lnTo>
                    <a:pt x="5318944" y="946257"/>
                  </a:lnTo>
                  <a:lnTo>
                    <a:pt x="5347108" y="991317"/>
                  </a:lnTo>
                  <a:lnTo>
                    <a:pt x="5369636" y="1042007"/>
                  </a:lnTo>
                  <a:lnTo>
                    <a:pt x="5388410" y="1096456"/>
                  </a:lnTo>
                  <a:lnTo>
                    <a:pt x="5405308" y="1150903"/>
                  </a:lnTo>
                  <a:lnTo>
                    <a:pt x="5420328" y="1209105"/>
                  </a:lnTo>
                  <a:lnTo>
                    <a:pt x="5435349" y="1265429"/>
                  </a:lnTo>
                  <a:lnTo>
                    <a:pt x="5452246" y="1321755"/>
                  </a:lnTo>
                  <a:lnTo>
                    <a:pt x="5471021" y="1376203"/>
                  </a:lnTo>
                  <a:lnTo>
                    <a:pt x="5493550" y="1426896"/>
                  </a:lnTo>
                  <a:lnTo>
                    <a:pt x="5519836" y="1473832"/>
                  </a:lnTo>
                  <a:lnTo>
                    <a:pt x="5553632" y="1515138"/>
                  </a:lnTo>
                  <a:lnTo>
                    <a:pt x="5591181" y="1558320"/>
                  </a:lnTo>
                  <a:lnTo>
                    <a:pt x="5634364" y="1595869"/>
                  </a:lnTo>
                  <a:lnTo>
                    <a:pt x="5679425" y="1631541"/>
                  </a:lnTo>
                  <a:lnTo>
                    <a:pt x="5728238" y="1667213"/>
                  </a:lnTo>
                  <a:lnTo>
                    <a:pt x="5775175" y="1702885"/>
                  </a:lnTo>
                  <a:lnTo>
                    <a:pt x="5820236" y="1738560"/>
                  </a:lnTo>
                  <a:lnTo>
                    <a:pt x="5863416" y="1777986"/>
                  </a:lnTo>
                  <a:lnTo>
                    <a:pt x="5900968" y="1817414"/>
                  </a:lnTo>
                  <a:lnTo>
                    <a:pt x="5932886" y="1862474"/>
                  </a:lnTo>
                  <a:lnTo>
                    <a:pt x="5957294" y="1909410"/>
                  </a:lnTo>
                  <a:lnTo>
                    <a:pt x="5974191" y="1965736"/>
                  </a:lnTo>
                  <a:lnTo>
                    <a:pt x="5981700" y="2023938"/>
                  </a:lnTo>
                  <a:lnTo>
                    <a:pt x="5983578" y="2084018"/>
                  </a:lnTo>
                  <a:lnTo>
                    <a:pt x="5977945" y="2147852"/>
                  </a:lnTo>
                  <a:lnTo>
                    <a:pt x="5970435" y="2211686"/>
                  </a:lnTo>
                  <a:lnTo>
                    <a:pt x="5961048" y="2275522"/>
                  </a:lnTo>
                  <a:lnTo>
                    <a:pt x="5953538" y="2339356"/>
                  </a:lnTo>
                  <a:lnTo>
                    <a:pt x="5949784" y="2403192"/>
                  </a:lnTo>
                  <a:lnTo>
                    <a:pt x="5949784" y="2465149"/>
                  </a:lnTo>
                  <a:lnTo>
                    <a:pt x="5957294" y="2523350"/>
                  </a:lnTo>
                  <a:lnTo>
                    <a:pt x="5972312" y="2581552"/>
                  </a:lnTo>
                  <a:lnTo>
                    <a:pt x="5994843" y="2636001"/>
                  </a:lnTo>
                  <a:lnTo>
                    <a:pt x="6024884" y="2692325"/>
                  </a:lnTo>
                  <a:lnTo>
                    <a:pt x="6054922" y="2748651"/>
                  </a:lnTo>
                  <a:lnTo>
                    <a:pt x="6088718" y="2804974"/>
                  </a:lnTo>
                  <a:lnTo>
                    <a:pt x="6120634" y="2859423"/>
                  </a:lnTo>
                  <a:lnTo>
                    <a:pt x="6148798" y="2917624"/>
                  </a:lnTo>
                  <a:lnTo>
                    <a:pt x="6171326" y="2973950"/>
                  </a:lnTo>
                  <a:lnTo>
                    <a:pt x="6186347" y="3032152"/>
                  </a:lnTo>
                  <a:lnTo>
                    <a:pt x="6191980" y="3092230"/>
                  </a:lnTo>
                  <a:lnTo>
                    <a:pt x="6186347" y="3152310"/>
                  </a:lnTo>
                  <a:lnTo>
                    <a:pt x="6171326" y="3210513"/>
                  </a:lnTo>
                  <a:lnTo>
                    <a:pt x="6148798" y="3266839"/>
                  </a:lnTo>
                  <a:lnTo>
                    <a:pt x="6120634" y="3325039"/>
                  </a:lnTo>
                  <a:lnTo>
                    <a:pt x="6088718" y="3379488"/>
                  </a:lnTo>
                  <a:lnTo>
                    <a:pt x="6054922" y="3435814"/>
                  </a:lnTo>
                  <a:lnTo>
                    <a:pt x="6024884" y="3492137"/>
                  </a:lnTo>
                  <a:lnTo>
                    <a:pt x="5994843" y="3548461"/>
                  </a:lnTo>
                  <a:lnTo>
                    <a:pt x="5972312" y="3602910"/>
                  </a:lnTo>
                  <a:lnTo>
                    <a:pt x="5957294" y="3661113"/>
                  </a:lnTo>
                  <a:lnTo>
                    <a:pt x="5949784" y="3719313"/>
                  </a:lnTo>
                  <a:lnTo>
                    <a:pt x="5949784" y="3781272"/>
                  </a:lnTo>
                  <a:lnTo>
                    <a:pt x="5953538" y="3845106"/>
                  </a:lnTo>
                  <a:lnTo>
                    <a:pt x="5961048" y="3908940"/>
                  </a:lnTo>
                  <a:lnTo>
                    <a:pt x="5970435" y="3972776"/>
                  </a:lnTo>
                  <a:lnTo>
                    <a:pt x="5977945" y="4036610"/>
                  </a:lnTo>
                  <a:lnTo>
                    <a:pt x="5983578" y="4100444"/>
                  </a:lnTo>
                  <a:lnTo>
                    <a:pt x="5981700" y="4160526"/>
                  </a:lnTo>
                  <a:lnTo>
                    <a:pt x="5974191" y="4218729"/>
                  </a:lnTo>
                  <a:lnTo>
                    <a:pt x="5957294" y="4275053"/>
                  </a:lnTo>
                  <a:lnTo>
                    <a:pt x="5932886" y="4321989"/>
                  </a:lnTo>
                  <a:lnTo>
                    <a:pt x="5900968" y="4367050"/>
                  </a:lnTo>
                  <a:lnTo>
                    <a:pt x="5863416" y="4406477"/>
                  </a:lnTo>
                  <a:lnTo>
                    <a:pt x="5820236" y="4445903"/>
                  </a:lnTo>
                  <a:lnTo>
                    <a:pt x="5775175" y="4481577"/>
                  </a:lnTo>
                  <a:lnTo>
                    <a:pt x="5728238" y="4517249"/>
                  </a:lnTo>
                  <a:lnTo>
                    <a:pt x="5679425" y="4552921"/>
                  </a:lnTo>
                  <a:lnTo>
                    <a:pt x="5634364" y="4588593"/>
                  </a:lnTo>
                  <a:lnTo>
                    <a:pt x="5591181" y="4626142"/>
                  </a:lnTo>
                  <a:lnTo>
                    <a:pt x="5553632" y="4669325"/>
                  </a:lnTo>
                  <a:lnTo>
                    <a:pt x="5519836" y="4710630"/>
                  </a:lnTo>
                  <a:lnTo>
                    <a:pt x="5493550" y="4757566"/>
                  </a:lnTo>
                  <a:lnTo>
                    <a:pt x="5471021" y="4808259"/>
                  </a:lnTo>
                  <a:lnTo>
                    <a:pt x="5452246" y="4862708"/>
                  </a:lnTo>
                  <a:lnTo>
                    <a:pt x="5435349" y="4919033"/>
                  </a:lnTo>
                  <a:lnTo>
                    <a:pt x="5420328" y="4975357"/>
                  </a:lnTo>
                  <a:lnTo>
                    <a:pt x="5405308" y="5033560"/>
                  </a:lnTo>
                  <a:lnTo>
                    <a:pt x="5388410" y="5088007"/>
                  </a:lnTo>
                  <a:lnTo>
                    <a:pt x="5369636" y="5142453"/>
                  </a:lnTo>
                  <a:lnTo>
                    <a:pt x="5347108" y="5193146"/>
                  </a:lnTo>
                  <a:lnTo>
                    <a:pt x="5318944" y="5238207"/>
                  </a:lnTo>
                  <a:lnTo>
                    <a:pt x="5285151" y="5279510"/>
                  </a:lnTo>
                  <a:lnTo>
                    <a:pt x="5243845" y="5313305"/>
                  </a:lnTo>
                  <a:lnTo>
                    <a:pt x="5198784" y="5341467"/>
                  </a:lnTo>
                  <a:lnTo>
                    <a:pt x="5148091" y="5363998"/>
                  </a:lnTo>
                  <a:lnTo>
                    <a:pt x="5093644" y="5382773"/>
                  </a:lnTo>
                  <a:lnTo>
                    <a:pt x="5039198" y="5399670"/>
                  </a:lnTo>
                  <a:lnTo>
                    <a:pt x="4980995" y="5414691"/>
                  </a:lnTo>
                  <a:lnTo>
                    <a:pt x="4924669" y="5429711"/>
                  </a:lnTo>
                  <a:lnTo>
                    <a:pt x="4868345" y="5446609"/>
                  </a:lnTo>
                  <a:lnTo>
                    <a:pt x="4813899" y="5465383"/>
                  </a:lnTo>
                  <a:lnTo>
                    <a:pt x="4763206" y="5487914"/>
                  </a:lnTo>
                  <a:lnTo>
                    <a:pt x="4716270" y="5514197"/>
                  </a:lnTo>
                  <a:lnTo>
                    <a:pt x="4674964" y="5547992"/>
                  </a:lnTo>
                  <a:lnTo>
                    <a:pt x="4631782" y="5585543"/>
                  </a:lnTo>
                  <a:lnTo>
                    <a:pt x="4594231" y="5628725"/>
                  </a:lnTo>
                  <a:lnTo>
                    <a:pt x="4558559" y="5673785"/>
                  </a:lnTo>
                  <a:lnTo>
                    <a:pt x="4522886" y="5720721"/>
                  </a:lnTo>
                  <a:lnTo>
                    <a:pt x="4487214" y="5767659"/>
                  </a:lnTo>
                  <a:lnTo>
                    <a:pt x="4451542" y="5812719"/>
                  </a:lnTo>
                  <a:lnTo>
                    <a:pt x="4412114" y="5855901"/>
                  </a:lnTo>
                  <a:lnTo>
                    <a:pt x="4372686" y="5893450"/>
                  </a:lnTo>
                  <a:lnTo>
                    <a:pt x="4327628" y="5925368"/>
                  </a:lnTo>
                  <a:lnTo>
                    <a:pt x="4280690" y="5949776"/>
                  </a:lnTo>
                  <a:lnTo>
                    <a:pt x="4224364" y="5966674"/>
                  </a:lnTo>
                  <a:lnTo>
                    <a:pt x="4166161" y="5974184"/>
                  </a:lnTo>
                  <a:lnTo>
                    <a:pt x="4106083" y="5976061"/>
                  </a:lnTo>
                  <a:lnTo>
                    <a:pt x="4042247" y="5970428"/>
                  </a:lnTo>
                  <a:lnTo>
                    <a:pt x="3978413" y="5962919"/>
                  </a:lnTo>
                  <a:lnTo>
                    <a:pt x="3914577" y="5953530"/>
                  </a:lnTo>
                  <a:lnTo>
                    <a:pt x="3850743" y="5946022"/>
                  </a:lnTo>
                  <a:lnTo>
                    <a:pt x="3786907" y="5942266"/>
                  </a:lnTo>
                  <a:lnTo>
                    <a:pt x="3724950" y="5942266"/>
                  </a:lnTo>
                  <a:lnTo>
                    <a:pt x="3666749" y="5949776"/>
                  </a:lnTo>
                  <a:lnTo>
                    <a:pt x="3606669" y="5964797"/>
                  </a:lnTo>
                  <a:lnTo>
                    <a:pt x="3552221" y="5987325"/>
                  </a:lnTo>
                  <a:lnTo>
                    <a:pt x="3495897" y="6017366"/>
                  </a:lnTo>
                  <a:lnTo>
                    <a:pt x="3439573" y="6047407"/>
                  </a:lnTo>
                  <a:lnTo>
                    <a:pt x="3383247" y="6081200"/>
                  </a:lnTo>
                  <a:lnTo>
                    <a:pt x="3328798" y="6113118"/>
                  </a:lnTo>
                  <a:lnTo>
                    <a:pt x="3270598" y="6141280"/>
                  </a:lnTo>
                  <a:lnTo>
                    <a:pt x="3214272" y="6163811"/>
                  </a:lnTo>
                  <a:lnTo>
                    <a:pt x="3156069" y="6178831"/>
                  </a:lnTo>
                  <a:lnTo>
                    <a:pt x="3095991" y="6184462"/>
                  </a:lnTo>
                  <a:lnTo>
                    <a:pt x="3035911" y="6178831"/>
                  </a:lnTo>
                  <a:lnTo>
                    <a:pt x="2977708" y="6163811"/>
                  </a:lnTo>
                  <a:lnTo>
                    <a:pt x="2921385" y="6141280"/>
                  </a:lnTo>
                  <a:lnTo>
                    <a:pt x="2863182" y="6113118"/>
                  </a:lnTo>
                  <a:lnTo>
                    <a:pt x="2808733" y="6081200"/>
                  </a:lnTo>
                  <a:lnTo>
                    <a:pt x="2752409" y="6047407"/>
                  </a:lnTo>
                  <a:lnTo>
                    <a:pt x="2696083" y="6017366"/>
                  </a:lnTo>
                  <a:lnTo>
                    <a:pt x="2639760" y="5987325"/>
                  </a:lnTo>
                  <a:lnTo>
                    <a:pt x="2583436" y="5964797"/>
                  </a:lnTo>
                  <a:lnTo>
                    <a:pt x="2525233" y="5949776"/>
                  </a:lnTo>
                  <a:lnTo>
                    <a:pt x="2467030" y="5942266"/>
                  </a:lnTo>
                  <a:lnTo>
                    <a:pt x="2405071" y="5942266"/>
                  </a:lnTo>
                  <a:lnTo>
                    <a:pt x="2341237" y="5946022"/>
                  </a:lnTo>
                  <a:lnTo>
                    <a:pt x="2277403" y="5953530"/>
                  </a:lnTo>
                  <a:lnTo>
                    <a:pt x="2213567" y="5962919"/>
                  </a:lnTo>
                  <a:lnTo>
                    <a:pt x="2149731" y="5970428"/>
                  </a:lnTo>
                  <a:lnTo>
                    <a:pt x="2085897" y="5976061"/>
                  </a:lnTo>
                  <a:lnTo>
                    <a:pt x="2025819" y="5974184"/>
                  </a:lnTo>
                  <a:lnTo>
                    <a:pt x="1967617" y="5966674"/>
                  </a:lnTo>
                  <a:lnTo>
                    <a:pt x="1911291" y="5949776"/>
                  </a:lnTo>
                  <a:lnTo>
                    <a:pt x="1864354" y="5925368"/>
                  </a:lnTo>
                  <a:lnTo>
                    <a:pt x="1819293" y="5893450"/>
                  </a:lnTo>
                  <a:lnTo>
                    <a:pt x="1779867" y="5855901"/>
                  </a:lnTo>
                  <a:lnTo>
                    <a:pt x="1740438" y="5812719"/>
                  </a:lnTo>
                  <a:lnTo>
                    <a:pt x="1704766" y="5767659"/>
                  </a:lnTo>
                  <a:lnTo>
                    <a:pt x="1669094" y="5720721"/>
                  </a:lnTo>
                  <a:lnTo>
                    <a:pt x="1633422" y="5673785"/>
                  </a:lnTo>
                  <a:lnTo>
                    <a:pt x="1597750" y="5628725"/>
                  </a:lnTo>
                  <a:lnTo>
                    <a:pt x="1560199" y="5585543"/>
                  </a:lnTo>
                  <a:lnTo>
                    <a:pt x="1517016" y="5547992"/>
                  </a:lnTo>
                  <a:lnTo>
                    <a:pt x="1475711" y="5514197"/>
                  </a:lnTo>
                  <a:lnTo>
                    <a:pt x="1428774" y="5487914"/>
                  </a:lnTo>
                  <a:lnTo>
                    <a:pt x="1378082" y="5465383"/>
                  </a:lnTo>
                  <a:lnTo>
                    <a:pt x="1323635" y="5446609"/>
                  </a:lnTo>
                  <a:lnTo>
                    <a:pt x="1267309" y="5429711"/>
                  </a:lnTo>
                  <a:lnTo>
                    <a:pt x="1210986" y="5414691"/>
                  </a:lnTo>
                  <a:lnTo>
                    <a:pt x="1152783" y="5399670"/>
                  </a:lnTo>
                  <a:lnTo>
                    <a:pt x="1098336" y="5382773"/>
                  </a:lnTo>
                  <a:lnTo>
                    <a:pt x="1043887" y="5363998"/>
                  </a:lnTo>
                  <a:lnTo>
                    <a:pt x="993197" y="5341467"/>
                  </a:lnTo>
                  <a:lnTo>
                    <a:pt x="948135" y="5313305"/>
                  </a:lnTo>
                  <a:lnTo>
                    <a:pt x="906830" y="5279510"/>
                  </a:lnTo>
                  <a:lnTo>
                    <a:pt x="873037" y="5238207"/>
                  </a:lnTo>
                  <a:lnTo>
                    <a:pt x="844875" y="5193146"/>
                  </a:lnTo>
                  <a:lnTo>
                    <a:pt x="822344" y="5142453"/>
                  </a:lnTo>
                  <a:lnTo>
                    <a:pt x="803570" y="5088007"/>
                  </a:lnTo>
                  <a:lnTo>
                    <a:pt x="786672" y="5033560"/>
                  </a:lnTo>
                  <a:lnTo>
                    <a:pt x="771652" y="4975357"/>
                  </a:lnTo>
                  <a:lnTo>
                    <a:pt x="756631" y="4919033"/>
                  </a:lnTo>
                  <a:lnTo>
                    <a:pt x="739734" y="4862708"/>
                  </a:lnTo>
                  <a:lnTo>
                    <a:pt x="720959" y="4808259"/>
                  </a:lnTo>
                  <a:lnTo>
                    <a:pt x="698428" y="4757566"/>
                  </a:lnTo>
                  <a:lnTo>
                    <a:pt x="672143" y="4710630"/>
                  </a:lnTo>
                  <a:lnTo>
                    <a:pt x="638351" y="4669325"/>
                  </a:lnTo>
                  <a:lnTo>
                    <a:pt x="600799" y="4626142"/>
                  </a:lnTo>
                  <a:lnTo>
                    <a:pt x="557617" y="4588593"/>
                  </a:lnTo>
                  <a:lnTo>
                    <a:pt x="510678" y="4552921"/>
                  </a:lnTo>
                  <a:lnTo>
                    <a:pt x="463742" y="4517249"/>
                  </a:lnTo>
                  <a:lnTo>
                    <a:pt x="416805" y="4481577"/>
                  </a:lnTo>
                  <a:lnTo>
                    <a:pt x="371744" y="4445903"/>
                  </a:lnTo>
                  <a:lnTo>
                    <a:pt x="328562" y="4406477"/>
                  </a:lnTo>
                  <a:lnTo>
                    <a:pt x="291012" y="4367050"/>
                  </a:lnTo>
                  <a:lnTo>
                    <a:pt x="259096" y="4321989"/>
                  </a:lnTo>
                  <a:lnTo>
                    <a:pt x="234689" y="4275053"/>
                  </a:lnTo>
                  <a:lnTo>
                    <a:pt x="217791" y="4218729"/>
                  </a:lnTo>
                  <a:lnTo>
                    <a:pt x="210281" y="4160526"/>
                  </a:lnTo>
                  <a:lnTo>
                    <a:pt x="208402" y="4100444"/>
                  </a:lnTo>
                  <a:lnTo>
                    <a:pt x="214035" y="4036610"/>
                  </a:lnTo>
                  <a:lnTo>
                    <a:pt x="221545" y="3972776"/>
                  </a:lnTo>
                  <a:lnTo>
                    <a:pt x="230932" y="3908940"/>
                  </a:lnTo>
                  <a:lnTo>
                    <a:pt x="238443" y="3845106"/>
                  </a:lnTo>
                  <a:lnTo>
                    <a:pt x="242199" y="3781272"/>
                  </a:lnTo>
                  <a:lnTo>
                    <a:pt x="242199" y="3719313"/>
                  </a:lnTo>
                  <a:lnTo>
                    <a:pt x="234689" y="3661113"/>
                  </a:lnTo>
                  <a:lnTo>
                    <a:pt x="219668" y="3602910"/>
                  </a:lnTo>
                  <a:lnTo>
                    <a:pt x="197138" y="3548461"/>
                  </a:lnTo>
                  <a:lnTo>
                    <a:pt x="168976" y="3492137"/>
                  </a:lnTo>
                  <a:lnTo>
                    <a:pt x="137057" y="3435814"/>
                  </a:lnTo>
                  <a:lnTo>
                    <a:pt x="103264" y="3379488"/>
                  </a:lnTo>
                  <a:lnTo>
                    <a:pt x="71346" y="3325039"/>
                  </a:lnTo>
                  <a:lnTo>
                    <a:pt x="43182" y="3266839"/>
                  </a:lnTo>
                  <a:lnTo>
                    <a:pt x="20654" y="3210513"/>
                  </a:lnTo>
                  <a:lnTo>
                    <a:pt x="5634" y="3152310"/>
                  </a:lnTo>
                  <a:lnTo>
                    <a:pt x="0" y="3092230"/>
                  </a:lnTo>
                  <a:lnTo>
                    <a:pt x="5634" y="3032152"/>
                  </a:lnTo>
                  <a:lnTo>
                    <a:pt x="20654" y="2973950"/>
                  </a:lnTo>
                  <a:lnTo>
                    <a:pt x="43182" y="2917624"/>
                  </a:lnTo>
                  <a:lnTo>
                    <a:pt x="71346" y="2859423"/>
                  </a:lnTo>
                  <a:lnTo>
                    <a:pt x="103264" y="2804974"/>
                  </a:lnTo>
                  <a:lnTo>
                    <a:pt x="137057" y="2748651"/>
                  </a:lnTo>
                  <a:lnTo>
                    <a:pt x="168976" y="2692325"/>
                  </a:lnTo>
                  <a:lnTo>
                    <a:pt x="197138" y="2636001"/>
                  </a:lnTo>
                  <a:lnTo>
                    <a:pt x="219668" y="2581552"/>
                  </a:lnTo>
                  <a:lnTo>
                    <a:pt x="234689" y="2523350"/>
                  </a:lnTo>
                  <a:lnTo>
                    <a:pt x="242199" y="2465149"/>
                  </a:lnTo>
                  <a:lnTo>
                    <a:pt x="242199" y="2403192"/>
                  </a:lnTo>
                  <a:lnTo>
                    <a:pt x="238443" y="2339356"/>
                  </a:lnTo>
                  <a:lnTo>
                    <a:pt x="230932" y="2275522"/>
                  </a:lnTo>
                  <a:lnTo>
                    <a:pt x="221545" y="2211686"/>
                  </a:lnTo>
                  <a:lnTo>
                    <a:pt x="214035" y="2147852"/>
                  </a:lnTo>
                  <a:lnTo>
                    <a:pt x="208402" y="2084018"/>
                  </a:lnTo>
                  <a:lnTo>
                    <a:pt x="210281" y="2023938"/>
                  </a:lnTo>
                  <a:lnTo>
                    <a:pt x="217791" y="1965736"/>
                  </a:lnTo>
                  <a:lnTo>
                    <a:pt x="234689" y="1909410"/>
                  </a:lnTo>
                  <a:lnTo>
                    <a:pt x="259096" y="1862474"/>
                  </a:lnTo>
                  <a:lnTo>
                    <a:pt x="291012" y="1817414"/>
                  </a:lnTo>
                  <a:lnTo>
                    <a:pt x="328562" y="1777986"/>
                  </a:lnTo>
                  <a:lnTo>
                    <a:pt x="371744" y="1738560"/>
                  </a:lnTo>
                  <a:lnTo>
                    <a:pt x="416805" y="1702885"/>
                  </a:lnTo>
                  <a:lnTo>
                    <a:pt x="463742" y="1667213"/>
                  </a:lnTo>
                  <a:lnTo>
                    <a:pt x="510678" y="1631541"/>
                  </a:lnTo>
                  <a:lnTo>
                    <a:pt x="557617" y="1595869"/>
                  </a:lnTo>
                  <a:lnTo>
                    <a:pt x="600799" y="1558320"/>
                  </a:lnTo>
                  <a:lnTo>
                    <a:pt x="638351" y="1515138"/>
                  </a:lnTo>
                  <a:lnTo>
                    <a:pt x="672143" y="1473832"/>
                  </a:lnTo>
                  <a:lnTo>
                    <a:pt x="698428" y="1426896"/>
                  </a:lnTo>
                  <a:lnTo>
                    <a:pt x="720959" y="1376203"/>
                  </a:lnTo>
                  <a:lnTo>
                    <a:pt x="739734" y="1321755"/>
                  </a:lnTo>
                  <a:lnTo>
                    <a:pt x="756631" y="1265429"/>
                  </a:lnTo>
                  <a:lnTo>
                    <a:pt x="771652" y="1209105"/>
                  </a:lnTo>
                  <a:lnTo>
                    <a:pt x="786672" y="1150903"/>
                  </a:lnTo>
                  <a:lnTo>
                    <a:pt x="803570" y="1096456"/>
                  </a:lnTo>
                  <a:lnTo>
                    <a:pt x="822344" y="1042007"/>
                  </a:lnTo>
                  <a:lnTo>
                    <a:pt x="844875" y="991317"/>
                  </a:lnTo>
                  <a:lnTo>
                    <a:pt x="873037" y="946257"/>
                  </a:lnTo>
                  <a:lnTo>
                    <a:pt x="906830" y="904952"/>
                  </a:lnTo>
                  <a:lnTo>
                    <a:pt x="948135" y="871157"/>
                  </a:lnTo>
                  <a:lnTo>
                    <a:pt x="993197" y="842995"/>
                  </a:lnTo>
                  <a:lnTo>
                    <a:pt x="1043887" y="820464"/>
                  </a:lnTo>
                  <a:lnTo>
                    <a:pt x="1098336" y="801690"/>
                  </a:lnTo>
                  <a:lnTo>
                    <a:pt x="1152783" y="784792"/>
                  </a:lnTo>
                  <a:lnTo>
                    <a:pt x="1210986" y="769772"/>
                  </a:lnTo>
                  <a:lnTo>
                    <a:pt x="1267309" y="754751"/>
                  </a:lnTo>
                  <a:lnTo>
                    <a:pt x="1323635" y="737854"/>
                  </a:lnTo>
                  <a:lnTo>
                    <a:pt x="1378082" y="719079"/>
                  </a:lnTo>
                  <a:lnTo>
                    <a:pt x="1428774" y="696549"/>
                  </a:lnTo>
                  <a:lnTo>
                    <a:pt x="1475711" y="670266"/>
                  </a:lnTo>
                  <a:lnTo>
                    <a:pt x="1517016" y="636471"/>
                  </a:lnTo>
                  <a:lnTo>
                    <a:pt x="1560199" y="598919"/>
                  </a:lnTo>
                  <a:lnTo>
                    <a:pt x="1597750" y="555737"/>
                  </a:lnTo>
                  <a:lnTo>
                    <a:pt x="1633422" y="510678"/>
                  </a:lnTo>
                  <a:lnTo>
                    <a:pt x="1669094" y="463741"/>
                  </a:lnTo>
                  <a:lnTo>
                    <a:pt x="1704766" y="416803"/>
                  </a:lnTo>
                  <a:lnTo>
                    <a:pt x="1740438" y="371743"/>
                  </a:lnTo>
                  <a:lnTo>
                    <a:pt x="1779867" y="328561"/>
                  </a:lnTo>
                  <a:lnTo>
                    <a:pt x="1819293" y="291012"/>
                  </a:lnTo>
                  <a:lnTo>
                    <a:pt x="1864354" y="259094"/>
                  </a:lnTo>
                  <a:lnTo>
                    <a:pt x="1911291" y="234686"/>
                  </a:lnTo>
                  <a:lnTo>
                    <a:pt x="1967617" y="217789"/>
                  </a:lnTo>
                  <a:lnTo>
                    <a:pt x="2025819" y="210279"/>
                  </a:lnTo>
                  <a:lnTo>
                    <a:pt x="2085897" y="208401"/>
                  </a:lnTo>
                  <a:lnTo>
                    <a:pt x="2149731" y="214035"/>
                  </a:lnTo>
                  <a:lnTo>
                    <a:pt x="2213567" y="221545"/>
                  </a:lnTo>
                  <a:lnTo>
                    <a:pt x="2277403" y="230932"/>
                  </a:lnTo>
                  <a:lnTo>
                    <a:pt x="2341237" y="238443"/>
                  </a:lnTo>
                  <a:lnTo>
                    <a:pt x="2405071" y="242197"/>
                  </a:lnTo>
                  <a:lnTo>
                    <a:pt x="2467030" y="242197"/>
                  </a:lnTo>
                  <a:lnTo>
                    <a:pt x="2525233" y="234686"/>
                  </a:lnTo>
                  <a:lnTo>
                    <a:pt x="2583436" y="219666"/>
                  </a:lnTo>
                  <a:lnTo>
                    <a:pt x="2639760" y="197137"/>
                  </a:lnTo>
                  <a:lnTo>
                    <a:pt x="2696083" y="167096"/>
                  </a:lnTo>
                  <a:lnTo>
                    <a:pt x="2752409" y="137057"/>
                  </a:lnTo>
                  <a:lnTo>
                    <a:pt x="2808733" y="103262"/>
                  </a:lnTo>
                  <a:lnTo>
                    <a:pt x="2863182" y="71344"/>
                  </a:lnTo>
                  <a:lnTo>
                    <a:pt x="2921385" y="43182"/>
                  </a:lnTo>
                  <a:lnTo>
                    <a:pt x="2977708" y="20652"/>
                  </a:lnTo>
                  <a:lnTo>
                    <a:pt x="3035911" y="5631"/>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grpSp>
      <p:grpSp>
        <p:nvGrpSpPr>
          <p:cNvPr id="38" name="Group 37">
            <a:extLst>
              <a:ext uri="{FF2B5EF4-FFF2-40B4-BE49-F238E27FC236}">
                <a16:creationId xmlns:a16="http://schemas.microsoft.com/office/drawing/2014/main" id="{13E67C91-5B28-4AAD-881B-55AD0E0045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32451" y="3933316"/>
            <a:ext cx="2511553" cy="2924683"/>
            <a:chOff x="8843264" y="3933316"/>
            <a:chExt cx="3348736" cy="2924683"/>
          </a:xfrm>
        </p:grpSpPr>
        <p:sp>
          <p:nvSpPr>
            <p:cNvPr id="39" name="Freeform: Shape 38">
              <a:extLst>
                <a:ext uri="{FF2B5EF4-FFF2-40B4-BE49-F238E27FC236}">
                  <a16:creationId xmlns:a16="http://schemas.microsoft.com/office/drawing/2014/main" id="{95A544AE-FE67-4F4E-93F3-C4DF5BFD15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42470" y="4032403"/>
              <a:ext cx="3249530" cy="2825596"/>
            </a:xfrm>
            <a:custGeom>
              <a:avLst/>
              <a:gdLst>
                <a:gd name="connsiteX0" fmla="*/ 1914327 w 3249530"/>
                <a:gd name="connsiteY0" fmla="*/ 0 h 2825596"/>
                <a:gd name="connsiteX1" fmla="*/ 1951475 w 3249530"/>
                <a:gd name="connsiteY1" fmla="*/ 3481 h 2825596"/>
                <a:gd name="connsiteX2" fmla="*/ 1987462 w 3249530"/>
                <a:gd name="connsiteY2" fmla="*/ 12769 h 2825596"/>
                <a:gd name="connsiteX3" fmla="*/ 2022289 w 3249530"/>
                <a:gd name="connsiteY3" fmla="*/ 26700 h 2825596"/>
                <a:gd name="connsiteX4" fmla="*/ 2058276 w 3249530"/>
                <a:gd name="connsiteY4" fmla="*/ 44114 h 2825596"/>
                <a:gd name="connsiteX5" fmla="*/ 2091943 w 3249530"/>
                <a:gd name="connsiteY5" fmla="*/ 63850 h 2825596"/>
                <a:gd name="connsiteX6" fmla="*/ 2126772 w 3249530"/>
                <a:gd name="connsiteY6" fmla="*/ 84745 h 2825596"/>
                <a:gd name="connsiteX7" fmla="*/ 2161598 w 3249530"/>
                <a:gd name="connsiteY7" fmla="*/ 103320 h 2825596"/>
                <a:gd name="connsiteX8" fmla="*/ 2196423 w 3249530"/>
                <a:gd name="connsiteY8" fmla="*/ 121895 h 2825596"/>
                <a:gd name="connsiteX9" fmla="*/ 2230090 w 3249530"/>
                <a:gd name="connsiteY9" fmla="*/ 135824 h 2825596"/>
                <a:gd name="connsiteX10" fmla="*/ 2267239 w 3249530"/>
                <a:gd name="connsiteY10" fmla="*/ 145112 h 2825596"/>
                <a:gd name="connsiteX11" fmla="*/ 2303227 w 3249530"/>
                <a:gd name="connsiteY11" fmla="*/ 149755 h 2825596"/>
                <a:gd name="connsiteX12" fmla="*/ 2341537 w 3249530"/>
                <a:gd name="connsiteY12" fmla="*/ 149755 h 2825596"/>
                <a:gd name="connsiteX13" fmla="*/ 2381007 w 3249530"/>
                <a:gd name="connsiteY13" fmla="*/ 147435 h 2825596"/>
                <a:gd name="connsiteX14" fmla="*/ 2420478 w 3249530"/>
                <a:gd name="connsiteY14" fmla="*/ 142791 h 2825596"/>
                <a:gd name="connsiteX15" fmla="*/ 2459948 w 3249530"/>
                <a:gd name="connsiteY15" fmla="*/ 136987 h 2825596"/>
                <a:gd name="connsiteX16" fmla="*/ 2499419 w 3249530"/>
                <a:gd name="connsiteY16" fmla="*/ 132343 h 2825596"/>
                <a:gd name="connsiteX17" fmla="*/ 2538890 w 3249530"/>
                <a:gd name="connsiteY17" fmla="*/ 128860 h 2825596"/>
                <a:gd name="connsiteX18" fmla="*/ 2576038 w 3249530"/>
                <a:gd name="connsiteY18" fmla="*/ 130020 h 2825596"/>
                <a:gd name="connsiteX19" fmla="*/ 2612027 w 3249530"/>
                <a:gd name="connsiteY19" fmla="*/ 134664 h 2825596"/>
                <a:gd name="connsiteX20" fmla="*/ 2646854 w 3249530"/>
                <a:gd name="connsiteY20" fmla="*/ 145112 h 2825596"/>
                <a:gd name="connsiteX21" fmla="*/ 2675876 w 3249530"/>
                <a:gd name="connsiteY21" fmla="*/ 160203 h 2825596"/>
                <a:gd name="connsiteX22" fmla="*/ 2703736 w 3249530"/>
                <a:gd name="connsiteY22" fmla="*/ 179941 h 2825596"/>
                <a:gd name="connsiteX23" fmla="*/ 2728116 w 3249530"/>
                <a:gd name="connsiteY23" fmla="*/ 203157 h 2825596"/>
                <a:gd name="connsiteX24" fmla="*/ 2752496 w 3249530"/>
                <a:gd name="connsiteY24" fmla="*/ 229857 h 2825596"/>
                <a:gd name="connsiteX25" fmla="*/ 2774553 w 3249530"/>
                <a:gd name="connsiteY25" fmla="*/ 257719 h 2825596"/>
                <a:gd name="connsiteX26" fmla="*/ 2796609 w 3249530"/>
                <a:gd name="connsiteY26" fmla="*/ 286742 h 2825596"/>
                <a:gd name="connsiteX27" fmla="*/ 2818667 w 3249530"/>
                <a:gd name="connsiteY27" fmla="*/ 315765 h 2825596"/>
                <a:gd name="connsiteX28" fmla="*/ 2840723 w 3249530"/>
                <a:gd name="connsiteY28" fmla="*/ 343625 h 2825596"/>
                <a:gd name="connsiteX29" fmla="*/ 2863942 w 3249530"/>
                <a:gd name="connsiteY29" fmla="*/ 370325 h 2825596"/>
                <a:gd name="connsiteX30" fmla="*/ 2890644 w 3249530"/>
                <a:gd name="connsiteY30" fmla="*/ 393546 h 2825596"/>
                <a:gd name="connsiteX31" fmla="*/ 2916183 w 3249530"/>
                <a:gd name="connsiteY31" fmla="*/ 414441 h 2825596"/>
                <a:gd name="connsiteX32" fmla="*/ 2945206 w 3249530"/>
                <a:gd name="connsiteY32" fmla="*/ 430693 h 2825596"/>
                <a:gd name="connsiteX33" fmla="*/ 2976549 w 3249530"/>
                <a:gd name="connsiteY33" fmla="*/ 444624 h 2825596"/>
                <a:gd name="connsiteX34" fmla="*/ 3010216 w 3249530"/>
                <a:gd name="connsiteY34" fmla="*/ 456233 h 2825596"/>
                <a:gd name="connsiteX35" fmla="*/ 3045040 w 3249530"/>
                <a:gd name="connsiteY35" fmla="*/ 466681 h 2825596"/>
                <a:gd name="connsiteX36" fmla="*/ 3079870 w 3249530"/>
                <a:gd name="connsiteY36" fmla="*/ 475968 h 2825596"/>
                <a:gd name="connsiteX37" fmla="*/ 3115857 w 3249530"/>
                <a:gd name="connsiteY37" fmla="*/ 485255 h 2825596"/>
                <a:gd name="connsiteX38" fmla="*/ 3149523 w 3249530"/>
                <a:gd name="connsiteY38" fmla="*/ 495703 h 2825596"/>
                <a:gd name="connsiteX39" fmla="*/ 3183190 w 3249530"/>
                <a:gd name="connsiteY39" fmla="*/ 507312 h 2825596"/>
                <a:gd name="connsiteX40" fmla="*/ 3214533 w 3249530"/>
                <a:gd name="connsiteY40" fmla="*/ 521245 h 2825596"/>
                <a:gd name="connsiteX41" fmla="*/ 3242396 w 3249530"/>
                <a:gd name="connsiteY41" fmla="*/ 538657 h 2825596"/>
                <a:gd name="connsiteX42" fmla="*/ 3249530 w 3249530"/>
                <a:gd name="connsiteY42" fmla="*/ 544494 h 2825596"/>
                <a:gd name="connsiteX43" fmla="*/ 3249530 w 3249530"/>
                <a:gd name="connsiteY43" fmla="*/ 2825596 h 2825596"/>
                <a:gd name="connsiteX44" fmla="*/ 329475 w 3249530"/>
                <a:gd name="connsiteY44" fmla="*/ 2825596 h 2825596"/>
                <a:gd name="connsiteX45" fmla="*/ 315765 w 3249530"/>
                <a:gd name="connsiteY45" fmla="*/ 2815178 h 2825596"/>
                <a:gd name="connsiteX46" fmla="*/ 286744 w 3249530"/>
                <a:gd name="connsiteY46" fmla="*/ 2793119 h 2825596"/>
                <a:gd name="connsiteX47" fmla="*/ 257721 w 3249530"/>
                <a:gd name="connsiteY47" fmla="*/ 2771063 h 2825596"/>
                <a:gd name="connsiteX48" fmla="*/ 229859 w 3249530"/>
                <a:gd name="connsiteY48" fmla="*/ 2749005 h 2825596"/>
                <a:gd name="connsiteX49" fmla="*/ 203159 w 3249530"/>
                <a:gd name="connsiteY49" fmla="*/ 2724626 h 2825596"/>
                <a:gd name="connsiteX50" fmla="*/ 179940 w 3249530"/>
                <a:gd name="connsiteY50" fmla="*/ 2700249 h 2825596"/>
                <a:gd name="connsiteX51" fmla="*/ 160205 w 3249530"/>
                <a:gd name="connsiteY51" fmla="*/ 2672387 h 2825596"/>
                <a:gd name="connsiteX52" fmla="*/ 145114 w 3249530"/>
                <a:gd name="connsiteY52" fmla="*/ 2643364 h 2825596"/>
                <a:gd name="connsiteX53" fmla="*/ 134666 w 3249530"/>
                <a:gd name="connsiteY53" fmla="*/ 2608537 h 2825596"/>
                <a:gd name="connsiteX54" fmla="*/ 130022 w 3249530"/>
                <a:gd name="connsiteY54" fmla="*/ 2572550 h 2825596"/>
                <a:gd name="connsiteX55" fmla="*/ 128860 w 3249530"/>
                <a:gd name="connsiteY55" fmla="*/ 2535400 h 2825596"/>
                <a:gd name="connsiteX56" fmla="*/ 132343 w 3249530"/>
                <a:gd name="connsiteY56" fmla="*/ 2495930 h 2825596"/>
                <a:gd name="connsiteX57" fmla="*/ 136987 w 3249530"/>
                <a:gd name="connsiteY57" fmla="*/ 2456459 h 2825596"/>
                <a:gd name="connsiteX58" fmla="*/ 142791 w 3249530"/>
                <a:gd name="connsiteY58" fmla="*/ 2416989 h 2825596"/>
                <a:gd name="connsiteX59" fmla="*/ 147436 w 3249530"/>
                <a:gd name="connsiteY59" fmla="*/ 2377518 h 2825596"/>
                <a:gd name="connsiteX60" fmla="*/ 149757 w 3249530"/>
                <a:gd name="connsiteY60" fmla="*/ 2338047 h 2825596"/>
                <a:gd name="connsiteX61" fmla="*/ 149757 w 3249530"/>
                <a:gd name="connsiteY61" fmla="*/ 2299737 h 2825596"/>
                <a:gd name="connsiteX62" fmla="*/ 145114 w 3249530"/>
                <a:gd name="connsiteY62" fmla="*/ 2263752 h 2825596"/>
                <a:gd name="connsiteX63" fmla="*/ 135826 w 3249530"/>
                <a:gd name="connsiteY63" fmla="*/ 2227763 h 2825596"/>
                <a:gd name="connsiteX64" fmla="*/ 121895 w 3249530"/>
                <a:gd name="connsiteY64" fmla="*/ 2194096 h 2825596"/>
                <a:gd name="connsiteX65" fmla="*/ 104483 w 3249530"/>
                <a:gd name="connsiteY65" fmla="*/ 2159269 h 2825596"/>
                <a:gd name="connsiteX66" fmla="*/ 84745 w 3249530"/>
                <a:gd name="connsiteY66" fmla="*/ 2124445 h 2825596"/>
                <a:gd name="connsiteX67" fmla="*/ 63852 w 3249530"/>
                <a:gd name="connsiteY67" fmla="*/ 2089616 h 2825596"/>
                <a:gd name="connsiteX68" fmla="*/ 44116 w 3249530"/>
                <a:gd name="connsiteY68" fmla="*/ 2055949 h 2825596"/>
                <a:gd name="connsiteX69" fmla="*/ 26702 w 3249530"/>
                <a:gd name="connsiteY69" fmla="*/ 2019962 h 2825596"/>
                <a:gd name="connsiteX70" fmla="*/ 12771 w 3249530"/>
                <a:gd name="connsiteY70" fmla="*/ 1985135 h 2825596"/>
                <a:gd name="connsiteX71" fmla="*/ 3483 w 3249530"/>
                <a:gd name="connsiteY71" fmla="*/ 1949146 h 2825596"/>
                <a:gd name="connsiteX72" fmla="*/ 0 w 3249530"/>
                <a:gd name="connsiteY72" fmla="*/ 1911998 h 2825596"/>
                <a:gd name="connsiteX73" fmla="*/ 3483 w 3249530"/>
                <a:gd name="connsiteY73" fmla="*/ 1874850 h 2825596"/>
                <a:gd name="connsiteX74" fmla="*/ 12771 w 3249530"/>
                <a:gd name="connsiteY74" fmla="*/ 1838863 h 2825596"/>
                <a:gd name="connsiteX75" fmla="*/ 26702 w 3249530"/>
                <a:gd name="connsiteY75" fmla="*/ 1804034 h 2825596"/>
                <a:gd name="connsiteX76" fmla="*/ 44116 w 3249530"/>
                <a:gd name="connsiteY76" fmla="*/ 1768047 h 2825596"/>
                <a:gd name="connsiteX77" fmla="*/ 63852 w 3249530"/>
                <a:gd name="connsiteY77" fmla="*/ 1734381 h 2825596"/>
                <a:gd name="connsiteX78" fmla="*/ 84745 w 3249530"/>
                <a:gd name="connsiteY78" fmla="*/ 1699556 h 2825596"/>
                <a:gd name="connsiteX79" fmla="*/ 104483 w 3249530"/>
                <a:gd name="connsiteY79" fmla="*/ 1664727 h 2825596"/>
                <a:gd name="connsiteX80" fmla="*/ 121895 w 3249530"/>
                <a:gd name="connsiteY80" fmla="*/ 1629900 h 2825596"/>
                <a:gd name="connsiteX81" fmla="*/ 135826 w 3249530"/>
                <a:gd name="connsiteY81" fmla="*/ 1596234 h 2825596"/>
                <a:gd name="connsiteX82" fmla="*/ 145114 w 3249530"/>
                <a:gd name="connsiteY82" fmla="*/ 1560246 h 2825596"/>
                <a:gd name="connsiteX83" fmla="*/ 149757 w 3249530"/>
                <a:gd name="connsiteY83" fmla="*/ 1524259 h 2825596"/>
                <a:gd name="connsiteX84" fmla="*/ 149757 w 3249530"/>
                <a:gd name="connsiteY84" fmla="*/ 1485949 h 2825596"/>
                <a:gd name="connsiteX85" fmla="*/ 147436 w 3249530"/>
                <a:gd name="connsiteY85" fmla="*/ 1446478 h 2825596"/>
                <a:gd name="connsiteX86" fmla="*/ 142791 w 3249530"/>
                <a:gd name="connsiteY86" fmla="*/ 1407008 h 2825596"/>
                <a:gd name="connsiteX87" fmla="*/ 136987 w 3249530"/>
                <a:gd name="connsiteY87" fmla="*/ 1367537 h 2825596"/>
                <a:gd name="connsiteX88" fmla="*/ 132343 w 3249530"/>
                <a:gd name="connsiteY88" fmla="*/ 1328067 h 2825596"/>
                <a:gd name="connsiteX89" fmla="*/ 128860 w 3249530"/>
                <a:gd name="connsiteY89" fmla="*/ 1288596 h 2825596"/>
                <a:gd name="connsiteX90" fmla="*/ 130022 w 3249530"/>
                <a:gd name="connsiteY90" fmla="*/ 1251448 h 2825596"/>
                <a:gd name="connsiteX91" fmla="*/ 134666 w 3249530"/>
                <a:gd name="connsiteY91" fmla="*/ 1215461 h 2825596"/>
                <a:gd name="connsiteX92" fmla="*/ 145114 w 3249530"/>
                <a:gd name="connsiteY92" fmla="*/ 1180632 h 2825596"/>
                <a:gd name="connsiteX93" fmla="*/ 160205 w 3249530"/>
                <a:gd name="connsiteY93" fmla="*/ 1151611 h 2825596"/>
                <a:gd name="connsiteX94" fmla="*/ 179940 w 3249530"/>
                <a:gd name="connsiteY94" fmla="*/ 1123749 h 2825596"/>
                <a:gd name="connsiteX95" fmla="*/ 203159 w 3249530"/>
                <a:gd name="connsiteY95" fmla="*/ 1099370 h 2825596"/>
                <a:gd name="connsiteX96" fmla="*/ 229859 w 3249530"/>
                <a:gd name="connsiteY96" fmla="*/ 1074993 h 2825596"/>
                <a:gd name="connsiteX97" fmla="*/ 257721 w 3249530"/>
                <a:gd name="connsiteY97" fmla="*/ 1052933 h 2825596"/>
                <a:gd name="connsiteX98" fmla="*/ 286744 w 3249530"/>
                <a:gd name="connsiteY98" fmla="*/ 1030877 h 2825596"/>
                <a:gd name="connsiteX99" fmla="*/ 315765 w 3249530"/>
                <a:gd name="connsiteY99" fmla="*/ 1008821 h 2825596"/>
                <a:gd name="connsiteX100" fmla="*/ 344789 w 3249530"/>
                <a:gd name="connsiteY100" fmla="*/ 986763 h 2825596"/>
                <a:gd name="connsiteX101" fmla="*/ 371489 w 3249530"/>
                <a:gd name="connsiteY101" fmla="*/ 963546 h 2825596"/>
                <a:gd name="connsiteX102" fmla="*/ 394708 w 3249530"/>
                <a:gd name="connsiteY102" fmla="*/ 936846 h 2825596"/>
                <a:gd name="connsiteX103" fmla="*/ 415603 w 3249530"/>
                <a:gd name="connsiteY103" fmla="*/ 911305 h 2825596"/>
                <a:gd name="connsiteX104" fmla="*/ 431856 w 3249530"/>
                <a:gd name="connsiteY104" fmla="*/ 882284 h 2825596"/>
                <a:gd name="connsiteX105" fmla="*/ 445787 w 3249530"/>
                <a:gd name="connsiteY105" fmla="*/ 850938 h 2825596"/>
                <a:gd name="connsiteX106" fmla="*/ 457395 w 3249530"/>
                <a:gd name="connsiteY106" fmla="*/ 817272 h 2825596"/>
                <a:gd name="connsiteX107" fmla="*/ 467843 w 3249530"/>
                <a:gd name="connsiteY107" fmla="*/ 782445 h 2825596"/>
                <a:gd name="connsiteX108" fmla="*/ 477132 w 3249530"/>
                <a:gd name="connsiteY108" fmla="*/ 747618 h 2825596"/>
                <a:gd name="connsiteX109" fmla="*/ 486420 w 3249530"/>
                <a:gd name="connsiteY109" fmla="*/ 711631 h 2825596"/>
                <a:gd name="connsiteX110" fmla="*/ 496868 w 3249530"/>
                <a:gd name="connsiteY110" fmla="*/ 677965 h 2825596"/>
                <a:gd name="connsiteX111" fmla="*/ 508476 w 3249530"/>
                <a:gd name="connsiteY111" fmla="*/ 644298 h 2825596"/>
                <a:gd name="connsiteX112" fmla="*/ 522407 w 3249530"/>
                <a:gd name="connsiteY112" fmla="*/ 612955 h 2825596"/>
                <a:gd name="connsiteX113" fmla="*/ 539819 w 3249530"/>
                <a:gd name="connsiteY113" fmla="*/ 585092 h 2825596"/>
                <a:gd name="connsiteX114" fmla="*/ 560715 w 3249530"/>
                <a:gd name="connsiteY114" fmla="*/ 559553 h 2825596"/>
                <a:gd name="connsiteX115" fmla="*/ 586254 w 3249530"/>
                <a:gd name="connsiteY115" fmla="*/ 538657 h 2825596"/>
                <a:gd name="connsiteX116" fmla="*/ 614119 w 3249530"/>
                <a:gd name="connsiteY116" fmla="*/ 521245 h 2825596"/>
                <a:gd name="connsiteX117" fmla="*/ 645460 w 3249530"/>
                <a:gd name="connsiteY117" fmla="*/ 507312 h 2825596"/>
                <a:gd name="connsiteX118" fmla="*/ 679129 w 3249530"/>
                <a:gd name="connsiteY118" fmla="*/ 495703 h 2825596"/>
                <a:gd name="connsiteX119" fmla="*/ 712793 w 3249530"/>
                <a:gd name="connsiteY119" fmla="*/ 485255 h 2825596"/>
                <a:gd name="connsiteX120" fmla="*/ 748782 w 3249530"/>
                <a:gd name="connsiteY120" fmla="*/ 475968 h 2825596"/>
                <a:gd name="connsiteX121" fmla="*/ 783607 w 3249530"/>
                <a:gd name="connsiteY121" fmla="*/ 466681 h 2825596"/>
                <a:gd name="connsiteX122" fmla="*/ 818436 w 3249530"/>
                <a:gd name="connsiteY122" fmla="*/ 456233 h 2825596"/>
                <a:gd name="connsiteX123" fmla="*/ 852101 w 3249530"/>
                <a:gd name="connsiteY123" fmla="*/ 444624 h 2825596"/>
                <a:gd name="connsiteX124" fmla="*/ 883446 w 3249530"/>
                <a:gd name="connsiteY124" fmla="*/ 430693 h 2825596"/>
                <a:gd name="connsiteX125" fmla="*/ 912469 w 3249530"/>
                <a:gd name="connsiteY125" fmla="*/ 414441 h 2825596"/>
                <a:gd name="connsiteX126" fmla="*/ 938008 w 3249530"/>
                <a:gd name="connsiteY126" fmla="*/ 393546 h 2825596"/>
                <a:gd name="connsiteX127" fmla="*/ 964708 w 3249530"/>
                <a:gd name="connsiteY127" fmla="*/ 370325 h 2825596"/>
                <a:gd name="connsiteX128" fmla="*/ 987927 w 3249530"/>
                <a:gd name="connsiteY128" fmla="*/ 343625 h 2825596"/>
                <a:gd name="connsiteX129" fmla="*/ 1009985 w 3249530"/>
                <a:gd name="connsiteY129" fmla="*/ 315765 h 2825596"/>
                <a:gd name="connsiteX130" fmla="*/ 1032041 w 3249530"/>
                <a:gd name="connsiteY130" fmla="*/ 286742 h 2825596"/>
                <a:gd name="connsiteX131" fmla="*/ 1054097 w 3249530"/>
                <a:gd name="connsiteY131" fmla="*/ 257719 h 2825596"/>
                <a:gd name="connsiteX132" fmla="*/ 1076156 w 3249530"/>
                <a:gd name="connsiteY132" fmla="*/ 229857 h 2825596"/>
                <a:gd name="connsiteX133" fmla="*/ 1100534 w 3249530"/>
                <a:gd name="connsiteY133" fmla="*/ 203157 h 2825596"/>
                <a:gd name="connsiteX134" fmla="*/ 1124914 w 3249530"/>
                <a:gd name="connsiteY134" fmla="*/ 179941 h 2825596"/>
                <a:gd name="connsiteX135" fmla="*/ 1152776 w 3249530"/>
                <a:gd name="connsiteY135" fmla="*/ 160203 h 2825596"/>
                <a:gd name="connsiteX136" fmla="*/ 1181798 w 3249530"/>
                <a:gd name="connsiteY136" fmla="*/ 145112 h 2825596"/>
                <a:gd name="connsiteX137" fmla="*/ 1216625 w 3249530"/>
                <a:gd name="connsiteY137" fmla="*/ 134664 h 2825596"/>
                <a:gd name="connsiteX138" fmla="*/ 1252613 w 3249530"/>
                <a:gd name="connsiteY138" fmla="*/ 130020 h 2825596"/>
                <a:gd name="connsiteX139" fmla="*/ 1289760 w 3249530"/>
                <a:gd name="connsiteY139" fmla="*/ 128860 h 2825596"/>
                <a:gd name="connsiteX140" fmla="*/ 1329231 w 3249530"/>
                <a:gd name="connsiteY140" fmla="*/ 132343 h 2825596"/>
                <a:gd name="connsiteX141" fmla="*/ 1368702 w 3249530"/>
                <a:gd name="connsiteY141" fmla="*/ 136987 h 2825596"/>
                <a:gd name="connsiteX142" fmla="*/ 1408174 w 3249530"/>
                <a:gd name="connsiteY142" fmla="*/ 142791 h 2825596"/>
                <a:gd name="connsiteX143" fmla="*/ 1447643 w 3249530"/>
                <a:gd name="connsiteY143" fmla="*/ 147435 h 2825596"/>
                <a:gd name="connsiteX144" fmla="*/ 1487113 w 3249530"/>
                <a:gd name="connsiteY144" fmla="*/ 149755 h 2825596"/>
                <a:gd name="connsiteX145" fmla="*/ 1525423 w 3249530"/>
                <a:gd name="connsiteY145" fmla="*/ 149755 h 2825596"/>
                <a:gd name="connsiteX146" fmla="*/ 1561413 w 3249530"/>
                <a:gd name="connsiteY146" fmla="*/ 145112 h 2825596"/>
                <a:gd name="connsiteX147" fmla="*/ 1597402 w 3249530"/>
                <a:gd name="connsiteY147" fmla="*/ 135824 h 2825596"/>
                <a:gd name="connsiteX148" fmla="*/ 1632227 w 3249530"/>
                <a:gd name="connsiteY148" fmla="*/ 121895 h 2825596"/>
                <a:gd name="connsiteX149" fmla="*/ 1667054 w 3249530"/>
                <a:gd name="connsiteY149" fmla="*/ 103320 h 2825596"/>
                <a:gd name="connsiteX150" fmla="*/ 1701880 w 3249530"/>
                <a:gd name="connsiteY150" fmla="*/ 84745 h 2825596"/>
                <a:gd name="connsiteX151" fmla="*/ 1736707 w 3249530"/>
                <a:gd name="connsiteY151" fmla="*/ 63850 h 2825596"/>
                <a:gd name="connsiteX152" fmla="*/ 1770374 w 3249530"/>
                <a:gd name="connsiteY152" fmla="*/ 44114 h 2825596"/>
                <a:gd name="connsiteX153" fmla="*/ 1806363 w 3249530"/>
                <a:gd name="connsiteY153" fmla="*/ 26700 h 2825596"/>
                <a:gd name="connsiteX154" fmla="*/ 1841188 w 3249530"/>
                <a:gd name="connsiteY154" fmla="*/ 12769 h 2825596"/>
                <a:gd name="connsiteX155" fmla="*/ 1877177 w 3249530"/>
                <a:gd name="connsiteY155" fmla="*/ 3481 h 282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3249530" h="2825596">
                  <a:moveTo>
                    <a:pt x="1914327" y="0"/>
                  </a:moveTo>
                  <a:lnTo>
                    <a:pt x="1951475" y="3481"/>
                  </a:lnTo>
                  <a:lnTo>
                    <a:pt x="1987462" y="12769"/>
                  </a:lnTo>
                  <a:lnTo>
                    <a:pt x="2022289" y="26700"/>
                  </a:lnTo>
                  <a:lnTo>
                    <a:pt x="2058276" y="44114"/>
                  </a:lnTo>
                  <a:lnTo>
                    <a:pt x="2091943" y="63850"/>
                  </a:lnTo>
                  <a:lnTo>
                    <a:pt x="2126772" y="84745"/>
                  </a:lnTo>
                  <a:lnTo>
                    <a:pt x="2161598" y="103320"/>
                  </a:lnTo>
                  <a:lnTo>
                    <a:pt x="2196423" y="121895"/>
                  </a:lnTo>
                  <a:lnTo>
                    <a:pt x="2230090" y="135824"/>
                  </a:lnTo>
                  <a:lnTo>
                    <a:pt x="2267239" y="145112"/>
                  </a:lnTo>
                  <a:lnTo>
                    <a:pt x="2303227" y="149755"/>
                  </a:lnTo>
                  <a:lnTo>
                    <a:pt x="2341537" y="149755"/>
                  </a:lnTo>
                  <a:lnTo>
                    <a:pt x="2381007" y="147435"/>
                  </a:lnTo>
                  <a:lnTo>
                    <a:pt x="2420478" y="142791"/>
                  </a:lnTo>
                  <a:lnTo>
                    <a:pt x="2459948" y="136987"/>
                  </a:lnTo>
                  <a:lnTo>
                    <a:pt x="2499419" y="132343"/>
                  </a:lnTo>
                  <a:lnTo>
                    <a:pt x="2538890" y="128860"/>
                  </a:lnTo>
                  <a:lnTo>
                    <a:pt x="2576038" y="130020"/>
                  </a:lnTo>
                  <a:lnTo>
                    <a:pt x="2612027" y="134664"/>
                  </a:lnTo>
                  <a:lnTo>
                    <a:pt x="2646854" y="145112"/>
                  </a:lnTo>
                  <a:lnTo>
                    <a:pt x="2675876" y="160203"/>
                  </a:lnTo>
                  <a:lnTo>
                    <a:pt x="2703736" y="179941"/>
                  </a:lnTo>
                  <a:lnTo>
                    <a:pt x="2728116" y="203157"/>
                  </a:lnTo>
                  <a:lnTo>
                    <a:pt x="2752496" y="229857"/>
                  </a:lnTo>
                  <a:lnTo>
                    <a:pt x="2774553" y="257719"/>
                  </a:lnTo>
                  <a:lnTo>
                    <a:pt x="2796609" y="286742"/>
                  </a:lnTo>
                  <a:lnTo>
                    <a:pt x="2818667" y="315765"/>
                  </a:lnTo>
                  <a:lnTo>
                    <a:pt x="2840723" y="343625"/>
                  </a:lnTo>
                  <a:lnTo>
                    <a:pt x="2863942" y="370325"/>
                  </a:lnTo>
                  <a:lnTo>
                    <a:pt x="2890644" y="393546"/>
                  </a:lnTo>
                  <a:lnTo>
                    <a:pt x="2916183" y="414441"/>
                  </a:lnTo>
                  <a:lnTo>
                    <a:pt x="2945206" y="430693"/>
                  </a:lnTo>
                  <a:lnTo>
                    <a:pt x="2976549" y="444624"/>
                  </a:lnTo>
                  <a:lnTo>
                    <a:pt x="3010216" y="456233"/>
                  </a:lnTo>
                  <a:lnTo>
                    <a:pt x="3045040" y="466681"/>
                  </a:lnTo>
                  <a:lnTo>
                    <a:pt x="3079870" y="475968"/>
                  </a:lnTo>
                  <a:lnTo>
                    <a:pt x="3115857" y="485255"/>
                  </a:lnTo>
                  <a:lnTo>
                    <a:pt x="3149523" y="495703"/>
                  </a:lnTo>
                  <a:lnTo>
                    <a:pt x="3183190" y="507312"/>
                  </a:lnTo>
                  <a:lnTo>
                    <a:pt x="3214533" y="521245"/>
                  </a:lnTo>
                  <a:lnTo>
                    <a:pt x="3242396" y="538657"/>
                  </a:lnTo>
                  <a:lnTo>
                    <a:pt x="3249530" y="544494"/>
                  </a:lnTo>
                  <a:lnTo>
                    <a:pt x="3249530" y="2825596"/>
                  </a:lnTo>
                  <a:lnTo>
                    <a:pt x="329475" y="2825596"/>
                  </a:lnTo>
                  <a:lnTo>
                    <a:pt x="315765" y="2815178"/>
                  </a:lnTo>
                  <a:lnTo>
                    <a:pt x="286744" y="2793119"/>
                  </a:lnTo>
                  <a:lnTo>
                    <a:pt x="257721" y="2771063"/>
                  </a:lnTo>
                  <a:lnTo>
                    <a:pt x="229859" y="2749005"/>
                  </a:lnTo>
                  <a:lnTo>
                    <a:pt x="203159" y="2724626"/>
                  </a:lnTo>
                  <a:lnTo>
                    <a:pt x="179940" y="2700249"/>
                  </a:lnTo>
                  <a:lnTo>
                    <a:pt x="160205" y="2672387"/>
                  </a:lnTo>
                  <a:lnTo>
                    <a:pt x="145114" y="2643364"/>
                  </a:lnTo>
                  <a:lnTo>
                    <a:pt x="134666" y="2608537"/>
                  </a:lnTo>
                  <a:lnTo>
                    <a:pt x="130022" y="2572550"/>
                  </a:lnTo>
                  <a:lnTo>
                    <a:pt x="128860" y="2535400"/>
                  </a:lnTo>
                  <a:lnTo>
                    <a:pt x="132343" y="2495930"/>
                  </a:lnTo>
                  <a:lnTo>
                    <a:pt x="136987" y="2456459"/>
                  </a:lnTo>
                  <a:lnTo>
                    <a:pt x="142791" y="2416989"/>
                  </a:lnTo>
                  <a:lnTo>
                    <a:pt x="147436" y="2377518"/>
                  </a:lnTo>
                  <a:lnTo>
                    <a:pt x="149757" y="2338047"/>
                  </a:lnTo>
                  <a:lnTo>
                    <a:pt x="149757" y="2299737"/>
                  </a:lnTo>
                  <a:lnTo>
                    <a:pt x="145114" y="2263752"/>
                  </a:lnTo>
                  <a:lnTo>
                    <a:pt x="135826" y="2227763"/>
                  </a:lnTo>
                  <a:lnTo>
                    <a:pt x="121895" y="2194096"/>
                  </a:lnTo>
                  <a:lnTo>
                    <a:pt x="104483" y="2159269"/>
                  </a:lnTo>
                  <a:lnTo>
                    <a:pt x="84745" y="2124445"/>
                  </a:lnTo>
                  <a:lnTo>
                    <a:pt x="63852" y="2089616"/>
                  </a:lnTo>
                  <a:lnTo>
                    <a:pt x="44116" y="2055949"/>
                  </a:lnTo>
                  <a:lnTo>
                    <a:pt x="26702" y="2019962"/>
                  </a:lnTo>
                  <a:lnTo>
                    <a:pt x="12771" y="1985135"/>
                  </a:lnTo>
                  <a:lnTo>
                    <a:pt x="3483" y="1949146"/>
                  </a:lnTo>
                  <a:lnTo>
                    <a:pt x="0" y="1911998"/>
                  </a:lnTo>
                  <a:lnTo>
                    <a:pt x="3483" y="1874850"/>
                  </a:lnTo>
                  <a:lnTo>
                    <a:pt x="12771" y="1838863"/>
                  </a:lnTo>
                  <a:lnTo>
                    <a:pt x="26702" y="1804034"/>
                  </a:lnTo>
                  <a:lnTo>
                    <a:pt x="44116" y="1768047"/>
                  </a:lnTo>
                  <a:lnTo>
                    <a:pt x="63852" y="1734381"/>
                  </a:lnTo>
                  <a:lnTo>
                    <a:pt x="84745" y="1699556"/>
                  </a:lnTo>
                  <a:lnTo>
                    <a:pt x="104483" y="1664727"/>
                  </a:lnTo>
                  <a:lnTo>
                    <a:pt x="121895" y="1629900"/>
                  </a:lnTo>
                  <a:lnTo>
                    <a:pt x="135826" y="1596234"/>
                  </a:lnTo>
                  <a:lnTo>
                    <a:pt x="145114" y="1560246"/>
                  </a:lnTo>
                  <a:lnTo>
                    <a:pt x="149757" y="1524259"/>
                  </a:lnTo>
                  <a:lnTo>
                    <a:pt x="149757" y="1485949"/>
                  </a:lnTo>
                  <a:lnTo>
                    <a:pt x="147436" y="1446478"/>
                  </a:lnTo>
                  <a:lnTo>
                    <a:pt x="142791" y="1407008"/>
                  </a:lnTo>
                  <a:lnTo>
                    <a:pt x="136987" y="1367537"/>
                  </a:lnTo>
                  <a:lnTo>
                    <a:pt x="132343" y="1328067"/>
                  </a:lnTo>
                  <a:lnTo>
                    <a:pt x="128860" y="1288596"/>
                  </a:lnTo>
                  <a:lnTo>
                    <a:pt x="130022" y="1251448"/>
                  </a:lnTo>
                  <a:lnTo>
                    <a:pt x="134666" y="1215461"/>
                  </a:lnTo>
                  <a:lnTo>
                    <a:pt x="145114" y="1180632"/>
                  </a:lnTo>
                  <a:lnTo>
                    <a:pt x="160205" y="1151611"/>
                  </a:lnTo>
                  <a:lnTo>
                    <a:pt x="179940" y="1123749"/>
                  </a:lnTo>
                  <a:lnTo>
                    <a:pt x="203159" y="1099370"/>
                  </a:lnTo>
                  <a:lnTo>
                    <a:pt x="229859" y="1074993"/>
                  </a:lnTo>
                  <a:lnTo>
                    <a:pt x="257721" y="1052933"/>
                  </a:lnTo>
                  <a:lnTo>
                    <a:pt x="286744" y="1030877"/>
                  </a:lnTo>
                  <a:lnTo>
                    <a:pt x="315765" y="1008821"/>
                  </a:lnTo>
                  <a:lnTo>
                    <a:pt x="344789" y="986763"/>
                  </a:lnTo>
                  <a:lnTo>
                    <a:pt x="371489" y="963546"/>
                  </a:lnTo>
                  <a:lnTo>
                    <a:pt x="394708" y="936846"/>
                  </a:lnTo>
                  <a:lnTo>
                    <a:pt x="415603" y="911305"/>
                  </a:lnTo>
                  <a:lnTo>
                    <a:pt x="431856" y="882284"/>
                  </a:lnTo>
                  <a:lnTo>
                    <a:pt x="445787" y="850938"/>
                  </a:lnTo>
                  <a:lnTo>
                    <a:pt x="457395" y="817272"/>
                  </a:lnTo>
                  <a:lnTo>
                    <a:pt x="467843" y="782445"/>
                  </a:lnTo>
                  <a:lnTo>
                    <a:pt x="477132" y="747618"/>
                  </a:lnTo>
                  <a:lnTo>
                    <a:pt x="486420" y="711631"/>
                  </a:lnTo>
                  <a:lnTo>
                    <a:pt x="496868" y="677965"/>
                  </a:lnTo>
                  <a:lnTo>
                    <a:pt x="508476" y="644298"/>
                  </a:lnTo>
                  <a:lnTo>
                    <a:pt x="522407" y="612955"/>
                  </a:lnTo>
                  <a:lnTo>
                    <a:pt x="539819" y="585092"/>
                  </a:lnTo>
                  <a:lnTo>
                    <a:pt x="560715" y="559553"/>
                  </a:lnTo>
                  <a:lnTo>
                    <a:pt x="586254" y="538657"/>
                  </a:lnTo>
                  <a:lnTo>
                    <a:pt x="614119" y="521245"/>
                  </a:lnTo>
                  <a:lnTo>
                    <a:pt x="645460" y="507312"/>
                  </a:lnTo>
                  <a:lnTo>
                    <a:pt x="679129" y="495703"/>
                  </a:lnTo>
                  <a:lnTo>
                    <a:pt x="712793" y="485255"/>
                  </a:lnTo>
                  <a:lnTo>
                    <a:pt x="748782" y="475968"/>
                  </a:lnTo>
                  <a:lnTo>
                    <a:pt x="783607" y="466681"/>
                  </a:lnTo>
                  <a:lnTo>
                    <a:pt x="818436" y="456233"/>
                  </a:lnTo>
                  <a:lnTo>
                    <a:pt x="852101" y="444624"/>
                  </a:lnTo>
                  <a:lnTo>
                    <a:pt x="883446" y="430693"/>
                  </a:lnTo>
                  <a:lnTo>
                    <a:pt x="912469" y="414441"/>
                  </a:lnTo>
                  <a:lnTo>
                    <a:pt x="938008" y="393546"/>
                  </a:lnTo>
                  <a:lnTo>
                    <a:pt x="964708" y="370325"/>
                  </a:lnTo>
                  <a:lnTo>
                    <a:pt x="987927" y="343625"/>
                  </a:lnTo>
                  <a:lnTo>
                    <a:pt x="1009985" y="315765"/>
                  </a:lnTo>
                  <a:lnTo>
                    <a:pt x="1032041" y="286742"/>
                  </a:lnTo>
                  <a:lnTo>
                    <a:pt x="1054097" y="257719"/>
                  </a:lnTo>
                  <a:lnTo>
                    <a:pt x="1076156" y="229857"/>
                  </a:lnTo>
                  <a:lnTo>
                    <a:pt x="1100534" y="203157"/>
                  </a:lnTo>
                  <a:lnTo>
                    <a:pt x="1124914" y="179941"/>
                  </a:lnTo>
                  <a:lnTo>
                    <a:pt x="1152776" y="160203"/>
                  </a:lnTo>
                  <a:lnTo>
                    <a:pt x="1181798" y="145112"/>
                  </a:lnTo>
                  <a:lnTo>
                    <a:pt x="1216625" y="134664"/>
                  </a:lnTo>
                  <a:lnTo>
                    <a:pt x="1252613" y="130020"/>
                  </a:lnTo>
                  <a:lnTo>
                    <a:pt x="1289760" y="128860"/>
                  </a:lnTo>
                  <a:lnTo>
                    <a:pt x="1329231" y="132343"/>
                  </a:lnTo>
                  <a:lnTo>
                    <a:pt x="1368702" y="136987"/>
                  </a:lnTo>
                  <a:lnTo>
                    <a:pt x="1408174" y="142791"/>
                  </a:lnTo>
                  <a:lnTo>
                    <a:pt x="1447643" y="147435"/>
                  </a:lnTo>
                  <a:lnTo>
                    <a:pt x="1487113" y="149755"/>
                  </a:lnTo>
                  <a:lnTo>
                    <a:pt x="1525423" y="149755"/>
                  </a:lnTo>
                  <a:lnTo>
                    <a:pt x="1561413" y="145112"/>
                  </a:lnTo>
                  <a:lnTo>
                    <a:pt x="1597402" y="135824"/>
                  </a:lnTo>
                  <a:lnTo>
                    <a:pt x="1632227" y="121895"/>
                  </a:lnTo>
                  <a:lnTo>
                    <a:pt x="1667054" y="103320"/>
                  </a:lnTo>
                  <a:lnTo>
                    <a:pt x="1701880" y="84745"/>
                  </a:lnTo>
                  <a:lnTo>
                    <a:pt x="1736707" y="63850"/>
                  </a:lnTo>
                  <a:lnTo>
                    <a:pt x="1770374" y="44114"/>
                  </a:lnTo>
                  <a:lnTo>
                    <a:pt x="1806363" y="26700"/>
                  </a:lnTo>
                  <a:lnTo>
                    <a:pt x="1841188" y="12769"/>
                  </a:lnTo>
                  <a:lnTo>
                    <a:pt x="1877177" y="3481"/>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7C7B8ADA-3446-4FE3-A285-3E0D71D125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43264" y="3933316"/>
              <a:ext cx="3348736" cy="2924683"/>
            </a:xfrm>
            <a:custGeom>
              <a:avLst/>
              <a:gdLst>
                <a:gd name="connsiteX0" fmla="*/ 2013532 w 3348736"/>
                <a:gd name="connsiteY0" fmla="*/ 0 h 2924683"/>
                <a:gd name="connsiteX1" fmla="*/ 2052605 w 3348736"/>
                <a:gd name="connsiteY1" fmla="*/ 3662 h 2924683"/>
                <a:gd name="connsiteX2" fmla="*/ 2090458 w 3348736"/>
                <a:gd name="connsiteY2" fmla="*/ 13432 h 2924683"/>
                <a:gd name="connsiteX3" fmla="*/ 2127091 w 3348736"/>
                <a:gd name="connsiteY3" fmla="*/ 28084 h 2924683"/>
                <a:gd name="connsiteX4" fmla="*/ 2164942 w 3348736"/>
                <a:gd name="connsiteY4" fmla="*/ 46400 h 2924683"/>
                <a:gd name="connsiteX5" fmla="*/ 2200354 w 3348736"/>
                <a:gd name="connsiteY5" fmla="*/ 67158 h 2924683"/>
                <a:gd name="connsiteX6" fmla="*/ 2236987 w 3348736"/>
                <a:gd name="connsiteY6" fmla="*/ 89137 h 2924683"/>
                <a:gd name="connsiteX7" fmla="*/ 2273618 w 3348736"/>
                <a:gd name="connsiteY7" fmla="*/ 108674 h 2924683"/>
                <a:gd name="connsiteX8" fmla="*/ 2310249 w 3348736"/>
                <a:gd name="connsiteY8" fmla="*/ 128211 h 2924683"/>
                <a:gd name="connsiteX9" fmla="*/ 2345660 w 3348736"/>
                <a:gd name="connsiteY9" fmla="*/ 142864 h 2924683"/>
                <a:gd name="connsiteX10" fmla="*/ 2384735 w 3348736"/>
                <a:gd name="connsiteY10" fmla="*/ 152632 h 2924683"/>
                <a:gd name="connsiteX11" fmla="*/ 2422587 w 3348736"/>
                <a:gd name="connsiteY11" fmla="*/ 157517 h 2924683"/>
                <a:gd name="connsiteX12" fmla="*/ 2462882 w 3348736"/>
                <a:gd name="connsiteY12" fmla="*/ 157517 h 2924683"/>
                <a:gd name="connsiteX13" fmla="*/ 2504398 w 3348736"/>
                <a:gd name="connsiteY13" fmla="*/ 155076 h 2924683"/>
                <a:gd name="connsiteX14" fmla="*/ 2545914 w 3348736"/>
                <a:gd name="connsiteY14" fmla="*/ 150191 h 2924683"/>
                <a:gd name="connsiteX15" fmla="*/ 2587431 w 3348736"/>
                <a:gd name="connsiteY15" fmla="*/ 144086 h 2924683"/>
                <a:gd name="connsiteX16" fmla="*/ 2628946 w 3348736"/>
                <a:gd name="connsiteY16" fmla="*/ 139201 h 2924683"/>
                <a:gd name="connsiteX17" fmla="*/ 2670463 w 3348736"/>
                <a:gd name="connsiteY17" fmla="*/ 135537 h 2924683"/>
                <a:gd name="connsiteX18" fmla="*/ 2709536 w 3348736"/>
                <a:gd name="connsiteY18" fmla="*/ 136759 h 2924683"/>
                <a:gd name="connsiteX19" fmla="*/ 2747389 w 3348736"/>
                <a:gd name="connsiteY19" fmla="*/ 141643 h 2924683"/>
                <a:gd name="connsiteX20" fmla="*/ 2784022 w 3348736"/>
                <a:gd name="connsiteY20" fmla="*/ 152632 h 2924683"/>
                <a:gd name="connsiteX21" fmla="*/ 2814549 w 3348736"/>
                <a:gd name="connsiteY21" fmla="*/ 168506 h 2924683"/>
                <a:gd name="connsiteX22" fmla="*/ 2843853 w 3348736"/>
                <a:gd name="connsiteY22" fmla="*/ 189265 h 2924683"/>
                <a:gd name="connsiteX23" fmla="*/ 2869496 w 3348736"/>
                <a:gd name="connsiteY23" fmla="*/ 213685 h 2924683"/>
                <a:gd name="connsiteX24" fmla="*/ 2895138 w 3348736"/>
                <a:gd name="connsiteY24" fmla="*/ 241769 h 2924683"/>
                <a:gd name="connsiteX25" fmla="*/ 2918338 w 3348736"/>
                <a:gd name="connsiteY25" fmla="*/ 271075 h 2924683"/>
                <a:gd name="connsiteX26" fmla="*/ 2941538 w 3348736"/>
                <a:gd name="connsiteY26" fmla="*/ 301602 h 2924683"/>
                <a:gd name="connsiteX27" fmla="*/ 2964739 w 3348736"/>
                <a:gd name="connsiteY27" fmla="*/ 332128 h 2924683"/>
                <a:gd name="connsiteX28" fmla="*/ 2987939 w 3348736"/>
                <a:gd name="connsiteY28" fmla="*/ 361433 h 2924683"/>
                <a:gd name="connsiteX29" fmla="*/ 3012361 w 3348736"/>
                <a:gd name="connsiteY29" fmla="*/ 389517 h 2924683"/>
                <a:gd name="connsiteX30" fmla="*/ 3040445 w 3348736"/>
                <a:gd name="connsiteY30" fmla="*/ 413940 h 2924683"/>
                <a:gd name="connsiteX31" fmla="*/ 3067309 w 3348736"/>
                <a:gd name="connsiteY31" fmla="*/ 435919 h 2924683"/>
                <a:gd name="connsiteX32" fmla="*/ 3097835 w 3348736"/>
                <a:gd name="connsiteY32" fmla="*/ 453013 h 2924683"/>
                <a:gd name="connsiteX33" fmla="*/ 3130804 w 3348736"/>
                <a:gd name="connsiteY33" fmla="*/ 467665 h 2924683"/>
                <a:gd name="connsiteX34" fmla="*/ 3166214 w 3348736"/>
                <a:gd name="connsiteY34" fmla="*/ 479876 h 2924683"/>
                <a:gd name="connsiteX35" fmla="*/ 3202845 w 3348736"/>
                <a:gd name="connsiteY35" fmla="*/ 490865 h 2924683"/>
                <a:gd name="connsiteX36" fmla="*/ 3239478 w 3348736"/>
                <a:gd name="connsiteY36" fmla="*/ 500634 h 2924683"/>
                <a:gd name="connsiteX37" fmla="*/ 3277331 w 3348736"/>
                <a:gd name="connsiteY37" fmla="*/ 510403 h 2924683"/>
                <a:gd name="connsiteX38" fmla="*/ 3312741 w 3348736"/>
                <a:gd name="connsiteY38" fmla="*/ 521393 h 2924683"/>
                <a:gd name="connsiteX39" fmla="*/ 3348152 w 3348736"/>
                <a:gd name="connsiteY39" fmla="*/ 533603 h 2924683"/>
                <a:gd name="connsiteX40" fmla="*/ 3348736 w 3348736"/>
                <a:gd name="connsiteY40" fmla="*/ 533862 h 2924683"/>
                <a:gd name="connsiteX41" fmla="*/ 3348736 w 3348736"/>
                <a:gd name="connsiteY41" fmla="*/ 2924683 h 2924683"/>
                <a:gd name="connsiteX42" fmla="*/ 284253 w 3348736"/>
                <a:gd name="connsiteY42" fmla="*/ 2924683 h 2924683"/>
                <a:gd name="connsiteX43" fmla="*/ 271076 w 3348736"/>
                <a:gd name="connsiteY43" fmla="*/ 2914669 h 2924683"/>
                <a:gd name="connsiteX44" fmla="*/ 241770 w 3348736"/>
                <a:gd name="connsiteY44" fmla="*/ 2891468 h 2924683"/>
                <a:gd name="connsiteX45" fmla="*/ 213686 w 3348736"/>
                <a:gd name="connsiteY45" fmla="*/ 2865827 h 2924683"/>
                <a:gd name="connsiteX46" fmla="*/ 189265 w 3348736"/>
                <a:gd name="connsiteY46" fmla="*/ 2840185 h 2924683"/>
                <a:gd name="connsiteX47" fmla="*/ 168508 w 3348736"/>
                <a:gd name="connsiteY47" fmla="*/ 2810878 h 2924683"/>
                <a:gd name="connsiteX48" fmla="*/ 152634 w 3348736"/>
                <a:gd name="connsiteY48" fmla="*/ 2780353 h 2924683"/>
                <a:gd name="connsiteX49" fmla="*/ 141644 w 3348736"/>
                <a:gd name="connsiteY49" fmla="*/ 2743722 h 2924683"/>
                <a:gd name="connsiteX50" fmla="*/ 136760 w 3348736"/>
                <a:gd name="connsiteY50" fmla="*/ 2705868 h 2924683"/>
                <a:gd name="connsiteX51" fmla="*/ 135538 w 3348736"/>
                <a:gd name="connsiteY51" fmla="*/ 2666793 h 2924683"/>
                <a:gd name="connsiteX52" fmla="*/ 139201 w 3348736"/>
                <a:gd name="connsiteY52" fmla="*/ 2625277 h 2924683"/>
                <a:gd name="connsiteX53" fmla="*/ 144086 w 3348736"/>
                <a:gd name="connsiteY53" fmla="*/ 2583762 h 2924683"/>
                <a:gd name="connsiteX54" fmla="*/ 150191 w 3348736"/>
                <a:gd name="connsiteY54" fmla="*/ 2542245 h 2924683"/>
                <a:gd name="connsiteX55" fmla="*/ 155076 w 3348736"/>
                <a:gd name="connsiteY55" fmla="*/ 2500730 h 2924683"/>
                <a:gd name="connsiteX56" fmla="*/ 157518 w 3348736"/>
                <a:gd name="connsiteY56" fmla="*/ 2459214 h 2924683"/>
                <a:gd name="connsiteX57" fmla="*/ 157518 w 3348736"/>
                <a:gd name="connsiteY57" fmla="*/ 2418918 h 2924683"/>
                <a:gd name="connsiteX58" fmla="*/ 152634 w 3348736"/>
                <a:gd name="connsiteY58" fmla="*/ 2381067 h 2924683"/>
                <a:gd name="connsiteX59" fmla="*/ 142865 w 3348736"/>
                <a:gd name="connsiteY59" fmla="*/ 2343213 h 2924683"/>
                <a:gd name="connsiteX60" fmla="*/ 128212 w 3348736"/>
                <a:gd name="connsiteY60" fmla="*/ 2307801 h 2924683"/>
                <a:gd name="connsiteX61" fmla="*/ 109897 w 3348736"/>
                <a:gd name="connsiteY61" fmla="*/ 2271170 h 2924683"/>
                <a:gd name="connsiteX62" fmla="*/ 89137 w 3348736"/>
                <a:gd name="connsiteY62" fmla="*/ 2234540 h 2924683"/>
                <a:gd name="connsiteX63" fmla="*/ 67160 w 3348736"/>
                <a:gd name="connsiteY63" fmla="*/ 2197907 h 2924683"/>
                <a:gd name="connsiteX64" fmla="*/ 46401 w 3348736"/>
                <a:gd name="connsiteY64" fmla="*/ 2162495 h 2924683"/>
                <a:gd name="connsiteX65" fmla="*/ 28084 w 3348736"/>
                <a:gd name="connsiteY65" fmla="*/ 2124644 h 2924683"/>
                <a:gd name="connsiteX66" fmla="*/ 13433 w 3348736"/>
                <a:gd name="connsiteY66" fmla="*/ 2088011 h 2924683"/>
                <a:gd name="connsiteX67" fmla="*/ 3664 w 3348736"/>
                <a:gd name="connsiteY67" fmla="*/ 2050158 h 2924683"/>
                <a:gd name="connsiteX68" fmla="*/ 0 w 3348736"/>
                <a:gd name="connsiteY68" fmla="*/ 2011084 h 2924683"/>
                <a:gd name="connsiteX69" fmla="*/ 3664 w 3348736"/>
                <a:gd name="connsiteY69" fmla="*/ 1972011 h 2924683"/>
                <a:gd name="connsiteX70" fmla="*/ 13433 w 3348736"/>
                <a:gd name="connsiteY70" fmla="*/ 1934159 h 2924683"/>
                <a:gd name="connsiteX71" fmla="*/ 28084 w 3348736"/>
                <a:gd name="connsiteY71" fmla="*/ 1897526 h 2924683"/>
                <a:gd name="connsiteX72" fmla="*/ 46401 w 3348736"/>
                <a:gd name="connsiteY72" fmla="*/ 1859674 h 2924683"/>
                <a:gd name="connsiteX73" fmla="*/ 67160 w 3348736"/>
                <a:gd name="connsiteY73" fmla="*/ 1824262 h 2924683"/>
                <a:gd name="connsiteX74" fmla="*/ 89137 w 3348736"/>
                <a:gd name="connsiteY74" fmla="*/ 1787632 h 2924683"/>
                <a:gd name="connsiteX75" fmla="*/ 109897 w 3348736"/>
                <a:gd name="connsiteY75" fmla="*/ 1750999 h 2924683"/>
                <a:gd name="connsiteX76" fmla="*/ 128212 w 3348736"/>
                <a:gd name="connsiteY76" fmla="*/ 1714368 h 2924683"/>
                <a:gd name="connsiteX77" fmla="*/ 142865 w 3348736"/>
                <a:gd name="connsiteY77" fmla="*/ 1678956 h 2924683"/>
                <a:gd name="connsiteX78" fmla="*/ 152634 w 3348736"/>
                <a:gd name="connsiteY78" fmla="*/ 1641103 h 2924683"/>
                <a:gd name="connsiteX79" fmla="*/ 157518 w 3348736"/>
                <a:gd name="connsiteY79" fmla="*/ 1603251 h 2924683"/>
                <a:gd name="connsiteX80" fmla="*/ 157518 w 3348736"/>
                <a:gd name="connsiteY80" fmla="*/ 1562957 h 2924683"/>
                <a:gd name="connsiteX81" fmla="*/ 155076 w 3348736"/>
                <a:gd name="connsiteY81" fmla="*/ 1521440 h 2924683"/>
                <a:gd name="connsiteX82" fmla="*/ 150191 w 3348736"/>
                <a:gd name="connsiteY82" fmla="*/ 1479924 h 2924683"/>
                <a:gd name="connsiteX83" fmla="*/ 144086 w 3348736"/>
                <a:gd name="connsiteY83" fmla="*/ 1438407 h 2924683"/>
                <a:gd name="connsiteX84" fmla="*/ 139201 w 3348736"/>
                <a:gd name="connsiteY84" fmla="*/ 1396892 h 2924683"/>
                <a:gd name="connsiteX85" fmla="*/ 135538 w 3348736"/>
                <a:gd name="connsiteY85" fmla="*/ 1355376 h 2924683"/>
                <a:gd name="connsiteX86" fmla="*/ 136760 w 3348736"/>
                <a:gd name="connsiteY86" fmla="*/ 1316302 h 2924683"/>
                <a:gd name="connsiteX87" fmla="*/ 141644 w 3348736"/>
                <a:gd name="connsiteY87" fmla="*/ 1278450 h 2924683"/>
                <a:gd name="connsiteX88" fmla="*/ 152634 w 3348736"/>
                <a:gd name="connsiteY88" fmla="*/ 1241817 h 2924683"/>
                <a:gd name="connsiteX89" fmla="*/ 168508 w 3348736"/>
                <a:gd name="connsiteY89" fmla="*/ 1211292 h 2924683"/>
                <a:gd name="connsiteX90" fmla="*/ 189265 w 3348736"/>
                <a:gd name="connsiteY90" fmla="*/ 1181986 h 2924683"/>
                <a:gd name="connsiteX91" fmla="*/ 213686 w 3348736"/>
                <a:gd name="connsiteY91" fmla="*/ 1156343 h 2924683"/>
                <a:gd name="connsiteX92" fmla="*/ 241770 w 3348736"/>
                <a:gd name="connsiteY92" fmla="*/ 1130702 h 2924683"/>
                <a:gd name="connsiteX93" fmla="*/ 271076 w 3348736"/>
                <a:gd name="connsiteY93" fmla="*/ 1107500 h 2924683"/>
                <a:gd name="connsiteX94" fmla="*/ 301603 w 3348736"/>
                <a:gd name="connsiteY94" fmla="*/ 1084300 h 2924683"/>
                <a:gd name="connsiteX95" fmla="*/ 332128 w 3348736"/>
                <a:gd name="connsiteY95" fmla="*/ 1061100 h 2924683"/>
                <a:gd name="connsiteX96" fmla="*/ 362656 w 3348736"/>
                <a:gd name="connsiteY96" fmla="*/ 1037900 h 2924683"/>
                <a:gd name="connsiteX97" fmla="*/ 390740 w 3348736"/>
                <a:gd name="connsiteY97" fmla="*/ 1013480 h 2924683"/>
                <a:gd name="connsiteX98" fmla="*/ 415163 w 3348736"/>
                <a:gd name="connsiteY98" fmla="*/ 985396 h 2924683"/>
                <a:gd name="connsiteX99" fmla="*/ 437140 w 3348736"/>
                <a:gd name="connsiteY99" fmla="*/ 958532 h 2924683"/>
                <a:gd name="connsiteX100" fmla="*/ 454235 w 3348736"/>
                <a:gd name="connsiteY100" fmla="*/ 928006 h 2924683"/>
                <a:gd name="connsiteX101" fmla="*/ 468888 w 3348736"/>
                <a:gd name="connsiteY101" fmla="*/ 895037 h 2924683"/>
                <a:gd name="connsiteX102" fmla="*/ 481099 w 3348736"/>
                <a:gd name="connsiteY102" fmla="*/ 859626 h 2924683"/>
                <a:gd name="connsiteX103" fmla="*/ 492088 w 3348736"/>
                <a:gd name="connsiteY103" fmla="*/ 822993 h 2924683"/>
                <a:gd name="connsiteX104" fmla="*/ 501857 w 3348736"/>
                <a:gd name="connsiteY104" fmla="*/ 786362 h 2924683"/>
                <a:gd name="connsiteX105" fmla="*/ 511626 w 3348736"/>
                <a:gd name="connsiteY105" fmla="*/ 748509 h 2924683"/>
                <a:gd name="connsiteX106" fmla="*/ 522616 w 3348736"/>
                <a:gd name="connsiteY106" fmla="*/ 713099 h 2924683"/>
                <a:gd name="connsiteX107" fmla="*/ 534826 w 3348736"/>
                <a:gd name="connsiteY107" fmla="*/ 677687 h 2924683"/>
                <a:gd name="connsiteX108" fmla="*/ 549479 w 3348736"/>
                <a:gd name="connsiteY108" fmla="*/ 644720 h 2924683"/>
                <a:gd name="connsiteX109" fmla="*/ 567795 w 3348736"/>
                <a:gd name="connsiteY109" fmla="*/ 615414 h 2924683"/>
                <a:gd name="connsiteX110" fmla="*/ 589773 w 3348736"/>
                <a:gd name="connsiteY110" fmla="*/ 588551 h 2924683"/>
                <a:gd name="connsiteX111" fmla="*/ 616636 w 3348736"/>
                <a:gd name="connsiteY111" fmla="*/ 566572 h 2924683"/>
                <a:gd name="connsiteX112" fmla="*/ 645943 w 3348736"/>
                <a:gd name="connsiteY112" fmla="*/ 548256 h 2924683"/>
                <a:gd name="connsiteX113" fmla="*/ 678910 w 3348736"/>
                <a:gd name="connsiteY113" fmla="*/ 533603 h 2924683"/>
                <a:gd name="connsiteX114" fmla="*/ 714322 w 3348736"/>
                <a:gd name="connsiteY114" fmla="*/ 521393 h 2924683"/>
                <a:gd name="connsiteX115" fmla="*/ 749733 w 3348736"/>
                <a:gd name="connsiteY115" fmla="*/ 510403 h 2924683"/>
                <a:gd name="connsiteX116" fmla="*/ 787586 w 3348736"/>
                <a:gd name="connsiteY116" fmla="*/ 500634 h 2924683"/>
                <a:gd name="connsiteX117" fmla="*/ 824217 w 3348736"/>
                <a:gd name="connsiteY117" fmla="*/ 490865 h 2924683"/>
                <a:gd name="connsiteX118" fmla="*/ 860849 w 3348736"/>
                <a:gd name="connsiteY118" fmla="*/ 479876 h 2924683"/>
                <a:gd name="connsiteX119" fmla="*/ 896260 w 3348736"/>
                <a:gd name="connsiteY119" fmla="*/ 467665 h 2924683"/>
                <a:gd name="connsiteX120" fmla="*/ 929228 w 3348736"/>
                <a:gd name="connsiteY120" fmla="*/ 453013 h 2924683"/>
                <a:gd name="connsiteX121" fmla="*/ 959755 w 3348736"/>
                <a:gd name="connsiteY121" fmla="*/ 435919 h 2924683"/>
                <a:gd name="connsiteX122" fmla="*/ 986618 w 3348736"/>
                <a:gd name="connsiteY122" fmla="*/ 413940 h 2924683"/>
                <a:gd name="connsiteX123" fmla="*/ 1014703 w 3348736"/>
                <a:gd name="connsiteY123" fmla="*/ 389517 h 2924683"/>
                <a:gd name="connsiteX124" fmla="*/ 1039125 w 3348736"/>
                <a:gd name="connsiteY124" fmla="*/ 361433 h 2924683"/>
                <a:gd name="connsiteX125" fmla="*/ 1062325 w 3348736"/>
                <a:gd name="connsiteY125" fmla="*/ 332128 h 2924683"/>
                <a:gd name="connsiteX126" fmla="*/ 1085525 w 3348736"/>
                <a:gd name="connsiteY126" fmla="*/ 301602 h 2924683"/>
                <a:gd name="connsiteX127" fmla="*/ 1108724 w 3348736"/>
                <a:gd name="connsiteY127" fmla="*/ 271075 h 2924683"/>
                <a:gd name="connsiteX128" fmla="*/ 1131924 w 3348736"/>
                <a:gd name="connsiteY128" fmla="*/ 241769 h 2924683"/>
                <a:gd name="connsiteX129" fmla="*/ 1157568 w 3348736"/>
                <a:gd name="connsiteY129" fmla="*/ 213685 h 2924683"/>
                <a:gd name="connsiteX130" fmla="*/ 1183209 w 3348736"/>
                <a:gd name="connsiteY130" fmla="*/ 189265 h 2924683"/>
                <a:gd name="connsiteX131" fmla="*/ 1212515 w 3348736"/>
                <a:gd name="connsiteY131" fmla="*/ 168506 h 2924683"/>
                <a:gd name="connsiteX132" fmla="*/ 1243042 w 3348736"/>
                <a:gd name="connsiteY132" fmla="*/ 152632 h 2924683"/>
                <a:gd name="connsiteX133" fmla="*/ 1279674 w 3348736"/>
                <a:gd name="connsiteY133" fmla="*/ 141643 h 2924683"/>
                <a:gd name="connsiteX134" fmla="*/ 1317527 w 3348736"/>
                <a:gd name="connsiteY134" fmla="*/ 136759 h 2924683"/>
                <a:gd name="connsiteX135" fmla="*/ 1356600 w 3348736"/>
                <a:gd name="connsiteY135" fmla="*/ 135537 h 2924683"/>
                <a:gd name="connsiteX136" fmla="*/ 1398115 w 3348736"/>
                <a:gd name="connsiteY136" fmla="*/ 139201 h 2924683"/>
                <a:gd name="connsiteX137" fmla="*/ 1439632 w 3348736"/>
                <a:gd name="connsiteY137" fmla="*/ 144086 h 2924683"/>
                <a:gd name="connsiteX138" fmla="*/ 1481149 w 3348736"/>
                <a:gd name="connsiteY138" fmla="*/ 150191 h 2924683"/>
                <a:gd name="connsiteX139" fmla="*/ 1522665 w 3348736"/>
                <a:gd name="connsiteY139" fmla="*/ 155076 h 2924683"/>
                <a:gd name="connsiteX140" fmla="*/ 1564180 w 3348736"/>
                <a:gd name="connsiteY140" fmla="*/ 157517 h 2924683"/>
                <a:gd name="connsiteX141" fmla="*/ 1604476 w 3348736"/>
                <a:gd name="connsiteY141" fmla="*/ 157517 h 2924683"/>
                <a:gd name="connsiteX142" fmla="*/ 1642330 w 3348736"/>
                <a:gd name="connsiteY142" fmla="*/ 152632 h 2924683"/>
                <a:gd name="connsiteX143" fmla="*/ 1680183 w 3348736"/>
                <a:gd name="connsiteY143" fmla="*/ 142864 h 2924683"/>
                <a:gd name="connsiteX144" fmla="*/ 1716814 w 3348736"/>
                <a:gd name="connsiteY144" fmla="*/ 128211 h 2924683"/>
                <a:gd name="connsiteX145" fmla="*/ 1753445 w 3348736"/>
                <a:gd name="connsiteY145" fmla="*/ 108674 h 2924683"/>
                <a:gd name="connsiteX146" fmla="*/ 1790078 w 3348736"/>
                <a:gd name="connsiteY146" fmla="*/ 89137 h 2924683"/>
                <a:gd name="connsiteX147" fmla="*/ 1826709 w 3348736"/>
                <a:gd name="connsiteY147" fmla="*/ 67158 h 2924683"/>
                <a:gd name="connsiteX148" fmla="*/ 1862121 w 3348736"/>
                <a:gd name="connsiteY148" fmla="*/ 46400 h 2924683"/>
                <a:gd name="connsiteX149" fmla="*/ 1899974 w 3348736"/>
                <a:gd name="connsiteY149" fmla="*/ 28084 h 2924683"/>
                <a:gd name="connsiteX150" fmla="*/ 1936605 w 3348736"/>
                <a:gd name="connsiteY150" fmla="*/ 13432 h 2924683"/>
                <a:gd name="connsiteX151" fmla="*/ 1974458 w 3348736"/>
                <a:gd name="connsiteY151" fmla="*/ 3662 h 2924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3348736" h="2924683">
                  <a:moveTo>
                    <a:pt x="2013532" y="0"/>
                  </a:moveTo>
                  <a:lnTo>
                    <a:pt x="2052605" y="3662"/>
                  </a:lnTo>
                  <a:lnTo>
                    <a:pt x="2090458" y="13432"/>
                  </a:lnTo>
                  <a:lnTo>
                    <a:pt x="2127091" y="28084"/>
                  </a:lnTo>
                  <a:lnTo>
                    <a:pt x="2164942" y="46400"/>
                  </a:lnTo>
                  <a:lnTo>
                    <a:pt x="2200354" y="67158"/>
                  </a:lnTo>
                  <a:lnTo>
                    <a:pt x="2236987" y="89137"/>
                  </a:lnTo>
                  <a:lnTo>
                    <a:pt x="2273618" y="108674"/>
                  </a:lnTo>
                  <a:lnTo>
                    <a:pt x="2310249" y="128211"/>
                  </a:lnTo>
                  <a:lnTo>
                    <a:pt x="2345660" y="142864"/>
                  </a:lnTo>
                  <a:lnTo>
                    <a:pt x="2384735" y="152632"/>
                  </a:lnTo>
                  <a:lnTo>
                    <a:pt x="2422587" y="157517"/>
                  </a:lnTo>
                  <a:lnTo>
                    <a:pt x="2462882" y="157517"/>
                  </a:lnTo>
                  <a:lnTo>
                    <a:pt x="2504398" y="155076"/>
                  </a:lnTo>
                  <a:lnTo>
                    <a:pt x="2545914" y="150191"/>
                  </a:lnTo>
                  <a:lnTo>
                    <a:pt x="2587431" y="144086"/>
                  </a:lnTo>
                  <a:lnTo>
                    <a:pt x="2628946" y="139201"/>
                  </a:lnTo>
                  <a:lnTo>
                    <a:pt x="2670463" y="135537"/>
                  </a:lnTo>
                  <a:lnTo>
                    <a:pt x="2709536" y="136759"/>
                  </a:lnTo>
                  <a:lnTo>
                    <a:pt x="2747389" y="141643"/>
                  </a:lnTo>
                  <a:lnTo>
                    <a:pt x="2784022" y="152632"/>
                  </a:lnTo>
                  <a:lnTo>
                    <a:pt x="2814549" y="168506"/>
                  </a:lnTo>
                  <a:lnTo>
                    <a:pt x="2843853" y="189265"/>
                  </a:lnTo>
                  <a:lnTo>
                    <a:pt x="2869496" y="213685"/>
                  </a:lnTo>
                  <a:lnTo>
                    <a:pt x="2895138" y="241769"/>
                  </a:lnTo>
                  <a:lnTo>
                    <a:pt x="2918338" y="271075"/>
                  </a:lnTo>
                  <a:lnTo>
                    <a:pt x="2941538" y="301602"/>
                  </a:lnTo>
                  <a:lnTo>
                    <a:pt x="2964739" y="332128"/>
                  </a:lnTo>
                  <a:lnTo>
                    <a:pt x="2987939" y="361433"/>
                  </a:lnTo>
                  <a:lnTo>
                    <a:pt x="3012361" y="389517"/>
                  </a:lnTo>
                  <a:lnTo>
                    <a:pt x="3040445" y="413940"/>
                  </a:lnTo>
                  <a:lnTo>
                    <a:pt x="3067309" y="435919"/>
                  </a:lnTo>
                  <a:lnTo>
                    <a:pt x="3097835" y="453013"/>
                  </a:lnTo>
                  <a:lnTo>
                    <a:pt x="3130804" y="467665"/>
                  </a:lnTo>
                  <a:lnTo>
                    <a:pt x="3166214" y="479876"/>
                  </a:lnTo>
                  <a:lnTo>
                    <a:pt x="3202845" y="490865"/>
                  </a:lnTo>
                  <a:lnTo>
                    <a:pt x="3239478" y="500634"/>
                  </a:lnTo>
                  <a:lnTo>
                    <a:pt x="3277331" y="510403"/>
                  </a:lnTo>
                  <a:lnTo>
                    <a:pt x="3312741" y="521393"/>
                  </a:lnTo>
                  <a:lnTo>
                    <a:pt x="3348152" y="533603"/>
                  </a:lnTo>
                  <a:lnTo>
                    <a:pt x="3348736" y="533862"/>
                  </a:lnTo>
                  <a:lnTo>
                    <a:pt x="3348736" y="2924683"/>
                  </a:lnTo>
                  <a:lnTo>
                    <a:pt x="284253" y="2924683"/>
                  </a:lnTo>
                  <a:lnTo>
                    <a:pt x="271076" y="2914669"/>
                  </a:lnTo>
                  <a:lnTo>
                    <a:pt x="241770" y="2891468"/>
                  </a:lnTo>
                  <a:lnTo>
                    <a:pt x="213686" y="2865827"/>
                  </a:lnTo>
                  <a:lnTo>
                    <a:pt x="189265" y="2840185"/>
                  </a:lnTo>
                  <a:lnTo>
                    <a:pt x="168508" y="2810878"/>
                  </a:lnTo>
                  <a:lnTo>
                    <a:pt x="152634" y="2780353"/>
                  </a:lnTo>
                  <a:lnTo>
                    <a:pt x="141644" y="2743722"/>
                  </a:lnTo>
                  <a:lnTo>
                    <a:pt x="136760" y="2705868"/>
                  </a:lnTo>
                  <a:lnTo>
                    <a:pt x="135538" y="2666793"/>
                  </a:lnTo>
                  <a:lnTo>
                    <a:pt x="139201" y="2625277"/>
                  </a:lnTo>
                  <a:lnTo>
                    <a:pt x="144086" y="2583762"/>
                  </a:lnTo>
                  <a:lnTo>
                    <a:pt x="150191" y="2542245"/>
                  </a:lnTo>
                  <a:lnTo>
                    <a:pt x="155076" y="2500730"/>
                  </a:lnTo>
                  <a:lnTo>
                    <a:pt x="157518" y="2459214"/>
                  </a:lnTo>
                  <a:lnTo>
                    <a:pt x="157518" y="2418918"/>
                  </a:lnTo>
                  <a:lnTo>
                    <a:pt x="152634" y="2381067"/>
                  </a:lnTo>
                  <a:lnTo>
                    <a:pt x="142865" y="2343213"/>
                  </a:lnTo>
                  <a:lnTo>
                    <a:pt x="128212" y="2307801"/>
                  </a:lnTo>
                  <a:lnTo>
                    <a:pt x="109897" y="2271170"/>
                  </a:lnTo>
                  <a:lnTo>
                    <a:pt x="89137" y="2234540"/>
                  </a:lnTo>
                  <a:lnTo>
                    <a:pt x="67160" y="2197907"/>
                  </a:lnTo>
                  <a:lnTo>
                    <a:pt x="46401" y="2162495"/>
                  </a:lnTo>
                  <a:lnTo>
                    <a:pt x="28084" y="2124644"/>
                  </a:lnTo>
                  <a:lnTo>
                    <a:pt x="13433" y="2088011"/>
                  </a:lnTo>
                  <a:lnTo>
                    <a:pt x="3664" y="2050158"/>
                  </a:lnTo>
                  <a:lnTo>
                    <a:pt x="0" y="2011084"/>
                  </a:lnTo>
                  <a:lnTo>
                    <a:pt x="3664" y="1972011"/>
                  </a:lnTo>
                  <a:lnTo>
                    <a:pt x="13433" y="1934159"/>
                  </a:lnTo>
                  <a:lnTo>
                    <a:pt x="28084" y="1897526"/>
                  </a:lnTo>
                  <a:lnTo>
                    <a:pt x="46401" y="1859674"/>
                  </a:lnTo>
                  <a:lnTo>
                    <a:pt x="67160" y="1824262"/>
                  </a:lnTo>
                  <a:lnTo>
                    <a:pt x="89137" y="1787632"/>
                  </a:lnTo>
                  <a:lnTo>
                    <a:pt x="109897" y="1750999"/>
                  </a:lnTo>
                  <a:lnTo>
                    <a:pt x="128212" y="1714368"/>
                  </a:lnTo>
                  <a:lnTo>
                    <a:pt x="142865" y="1678956"/>
                  </a:lnTo>
                  <a:lnTo>
                    <a:pt x="152634" y="1641103"/>
                  </a:lnTo>
                  <a:lnTo>
                    <a:pt x="157518" y="1603251"/>
                  </a:lnTo>
                  <a:lnTo>
                    <a:pt x="157518" y="1562957"/>
                  </a:lnTo>
                  <a:lnTo>
                    <a:pt x="155076" y="1521440"/>
                  </a:lnTo>
                  <a:lnTo>
                    <a:pt x="150191" y="1479924"/>
                  </a:lnTo>
                  <a:lnTo>
                    <a:pt x="144086" y="1438407"/>
                  </a:lnTo>
                  <a:lnTo>
                    <a:pt x="139201" y="1396892"/>
                  </a:lnTo>
                  <a:lnTo>
                    <a:pt x="135538" y="1355376"/>
                  </a:lnTo>
                  <a:lnTo>
                    <a:pt x="136760" y="1316302"/>
                  </a:lnTo>
                  <a:lnTo>
                    <a:pt x="141644" y="1278450"/>
                  </a:lnTo>
                  <a:lnTo>
                    <a:pt x="152634" y="1241817"/>
                  </a:lnTo>
                  <a:lnTo>
                    <a:pt x="168508" y="1211292"/>
                  </a:lnTo>
                  <a:lnTo>
                    <a:pt x="189265" y="1181986"/>
                  </a:lnTo>
                  <a:lnTo>
                    <a:pt x="213686" y="1156343"/>
                  </a:lnTo>
                  <a:lnTo>
                    <a:pt x="241770" y="1130702"/>
                  </a:lnTo>
                  <a:lnTo>
                    <a:pt x="271076" y="1107500"/>
                  </a:lnTo>
                  <a:lnTo>
                    <a:pt x="301603" y="1084300"/>
                  </a:lnTo>
                  <a:lnTo>
                    <a:pt x="332128" y="1061100"/>
                  </a:lnTo>
                  <a:lnTo>
                    <a:pt x="362656" y="1037900"/>
                  </a:lnTo>
                  <a:lnTo>
                    <a:pt x="390740" y="1013480"/>
                  </a:lnTo>
                  <a:lnTo>
                    <a:pt x="415163" y="985396"/>
                  </a:lnTo>
                  <a:lnTo>
                    <a:pt x="437140" y="958532"/>
                  </a:lnTo>
                  <a:lnTo>
                    <a:pt x="454235" y="928006"/>
                  </a:lnTo>
                  <a:lnTo>
                    <a:pt x="468888" y="895037"/>
                  </a:lnTo>
                  <a:lnTo>
                    <a:pt x="481099" y="859626"/>
                  </a:lnTo>
                  <a:lnTo>
                    <a:pt x="492088" y="822993"/>
                  </a:lnTo>
                  <a:lnTo>
                    <a:pt x="501857" y="786362"/>
                  </a:lnTo>
                  <a:lnTo>
                    <a:pt x="511626" y="748509"/>
                  </a:lnTo>
                  <a:lnTo>
                    <a:pt x="522616" y="713099"/>
                  </a:lnTo>
                  <a:lnTo>
                    <a:pt x="534826" y="677687"/>
                  </a:lnTo>
                  <a:lnTo>
                    <a:pt x="549479" y="644720"/>
                  </a:lnTo>
                  <a:lnTo>
                    <a:pt x="567795" y="615414"/>
                  </a:lnTo>
                  <a:lnTo>
                    <a:pt x="589773" y="588551"/>
                  </a:lnTo>
                  <a:lnTo>
                    <a:pt x="616636" y="566572"/>
                  </a:lnTo>
                  <a:lnTo>
                    <a:pt x="645943" y="548256"/>
                  </a:lnTo>
                  <a:lnTo>
                    <a:pt x="678910" y="533603"/>
                  </a:lnTo>
                  <a:lnTo>
                    <a:pt x="714322" y="521393"/>
                  </a:lnTo>
                  <a:lnTo>
                    <a:pt x="749733" y="510403"/>
                  </a:lnTo>
                  <a:lnTo>
                    <a:pt x="787586" y="500634"/>
                  </a:lnTo>
                  <a:lnTo>
                    <a:pt x="824217" y="490865"/>
                  </a:lnTo>
                  <a:lnTo>
                    <a:pt x="860849" y="479876"/>
                  </a:lnTo>
                  <a:lnTo>
                    <a:pt x="896260" y="467665"/>
                  </a:lnTo>
                  <a:lnTo>
                    <a:pt x="929228" y="453013"/>
                  </a:lnTo>
                  <a:lnTo>
                    <a:pt x="959755" y="435919"/>
                  </a:lnTo>
                  <a:lnTo>
                    <a:pt x="986618" y="413940"/>
                  </a:lnTo>
                  <a:lnTo>
                    <a:pt x="1014703" y="389517"/>
                  </a:lnTo>
                  <a:lnTo>
                    <a:pt x="1039125" y="361433"/>
                  </a:lnTo>
                  <a:lnTo>
                    <a:pt x="1062325" y="332128"/>
                  </a:lnTo>
                  <a:lnTo>
                    <a:pt x="1085525" y="301602"/>
                  </a:lnTo>
                  <a:lnTo>
                    <a:pt x="1108724" y="271075"/>
                  </a:lnTo>
                  <a:lnTo>
                    <a:pt x="1131924" y="241769"/>
                  </a:lnTo>
                  <a:lnTo>
                    <a:pt x="1157568" y="213685"/>
                  </a:lnTo>
                  <a:lnTo>
                    <a:pt x="1183209" y="189265"/>
                  </a:lnTo>
                  <a:lnTo>
                    <a:pt x="1212515" y="168506"/>
                  </a:lnTo>
                  <a:lnTo>
                    <a:pt x="1243042" y="152632"/>
                  </a:lnTo>
                  <a:lnTo>
                    <a:pt x="1279674" y="141643"/>
                  </a:lnTo>
                  <a:lnTo>
                    <a:pt x="1317527" y="136759"/>
                  </a:lnTo>
                  <a:lnTo>
                    <a:pt x="1356600" y="135537"/>
                  </a:lnTo>
                  <a:lnTo>
                    <a:pt x="1398115" y="139201"/>
                  </a:lnTo>
                  <a:lnTo>
                    <a:pt x="1439632" y="144086"/>
                  </a:lnTo>
                  <a:lnTo>
                    <a:pt x="1481149" y="150191"/>
                  </a:lnTo>
                  <a:lnTo>
                    <a:pt x="1522665" y="155076"/>
                  </a:lnTo>
                  <a:lnTo>
                    <a:pt x="1564180" y="157517"/>
                  </a:lnTo>
                  <a:lnTo>
                    <a:pt x="1604476" y="157517"/>
                  </a:lnTo>
                  <a:lnTo>
                    <a:pt x="1642330" y="152632"/>
                  </a:lnTo>
                  <a:lnTo>
                    <a:pt x="1680183" y="142864"/>
                  </a:lnTo>
                  <a:lnTo>
                    <a:pt x="1716814" y="128211"/>
                  </a:lnTo>
                  <a:lnTo>
                    <a:pt x="1753445" y="108674"/>
                  </a:lnTo>
                  <a:lnTo>
                    <a:pt x="1790078" y="89137"/>
                  </a:lnTo>
                  <a:lnTo>
                    <a:pt x="1826709" y="67158"/>
                  </a:lnTo>
                  <a:lnTo>
                    <a:pt x="1862121" y="46400"/>
                  </a:lnTo>
                  <a:lnTo>
                    <a:pt x="1899974" y="28084"/>
                  </a:lnTo>
                  <a:lnTo>
                    <a:pt x="1936605" y="13432"/>
                  </a:lnTo>
                  <a:lnTo>
                    <a:pt x="1974458" y="3662"/>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grpSp>
      <p:grpSp>
        <p:nvGrpSpPr>
          <p:cNvPr id="30" name="Group 29">
            <a:extLst>
              <a:ext uri="{FF2B5EF4-FFF2-40B4-BE49-F238E27FC236}">
                <a16:creationId xmlns:a16="http://schemas.microsoft.com/office/drawing/2014/main" id="{6C6D9DC8-9EDB-48B2-8125-10F4D6B899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43103" y="2554317"/>
            <a:ext cx="2389166" cy="3181684"/>
            <a:chOff x="5790805" y="2554317"/>
            <a:chExt cx="3185554" cy="3181684"/>
          </a:xfrm>
        </p:grpSpPr>
        <p:sp>
          <p:nvSpPr>
            <p:cNvPr id="31" name="Freeform: Shape 30">
              <a:extLst>
                <a:ext uri="{FF2B5EF4-FFF2-40B4-BE49-F238E27FC236}">
                  <a16:creationId xmlns:a16="http://schemas.microsoft.com/office/drawing/2014/main" id="{85C158AF-7342-4A1E-9160-0D1C8CD0D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88384" y="2651760"/>
              <a:ext cx="2990398" cy="2986796"/>
            </a:xfrm>
            <a:custGeom>
              <a:avLst/>
              <a:gdLst>
                <a:gd name="connsiteX0" fmla="*/ 1495200 w 2990398"/>
                <a:gd name="connsiteY0" fmla="*/ 0 h 2986796"/>
                <a:gd name="connsiteX1" fmla="*/ 1524214 w 2990398"/>
                <a:gd name="connsiteY1" fmla="*/ 2720 h 2986796"/>
                <a:gd name="connsiteX2" fmla="*/ 1552324 w 2990398"/>
                <a:gd name="connsiteY2" fmla="*/ 9974 h 2986796"/>
                <a:gd name="connsiteX3" fmla="*/ 1579526 w 2990398"/>
                <a:gd name="connsiteY3" fmla="*/ 20855 h 2986796"/>
                <a:gd name="connsiteX4" fmla="*/ 1607633 w 2990398"/>
                <a:gd name="connsiteY4" fmla="*/ 34456 h 2986796"/>
                <a:gd name="connsiteX5" fmla="*/ 1633930 w 2990398"/>
                <a:gd name="connsiteY5" fmla="*/ 49872 h 2986796"/>
                <a:gd name="connsiteX6" fmla="*/ 1661132 w 2990398"/>
                <a:gd name="connsiteY6" fmla="*/ 66192 h 2986796"/>
                <a:gd name="connsiteX7" fmla="*/ 1688333 w 2990398"/>
                <a:gd name="connsiteY7" fmla="*/ 80699 h 2986796"/>
                <a:gd name="connsiteX8" fmla="*/ 1715535 w 2990398"/>
                <a:gd name="connsiteY8" fmla="*/ 95209 h 2986796"/>
                <a:gd name="connsiteX9" fmla="*/ 1741831 w 2990398"/>
                <a:gd name="connsiteY9" fmla="*/ 106088 h 2986796"/>
                <a:gd name="connsiteX10" fmla="*/ 1770845 w 2990398"/>
                <a:gd name="connsiteY10" fmla="*/ 113343 h 2986796"/>
                <a:gd name="connsiteX11" fmla="*/ 1798954 w 2990398"/>
                <a:gd name="connsiteY11" fmla="*/ 116970 h 2986796"/>
                <a:gd name="connsiteX12" fmla="*/ 1828877 w 2990398"/>
                <a:gd name="connsiteY12" fmla="*/ 116970 h 2986796"/>
                <a:gd name="connsiteX13" fmla="*/ 1859705 w 2990398"/>
                <a:gd name="connsiteY13" fmla="*/ 115157 h 2986796"/>
                <a:gd name="connsiteX14" fmla="*/ 1890534 w 2990398"/>
                <a:gd name="connsiteY14" fmla="*/ 111529 h 2986796"/>
                <a:gd name="connsiteX15" fmla="*/ 1921363 w 2990398"/>
                <a:gd name="connsiteY15" fmla="*/ 106996 h 2986796"/>
                <a:gd name="connsiteX16" fmla="*/ 1952192 w 2990398"/>
                <a:gd name="connsiteY16" fmla="*/ 103369 h 2986796"/>
                <a:gd name="connsiteX17" fmla="*/ 1983021 w 2990398"/>
                <a:gd name="connsiteY17" fmla="*/ 100648 h 2986796"/>
                <a:gd name="connsiteX18" fmla="*/ 2012036 w 2990398"/>
                <a:gd name="connsiteY18" fmla="*/ 101554 h 2986796"/>
                <a:gd name="connsiteX19" fmla="*/ 2040145 w 2990398"/>
                <a:gd name="connsiteY19" fmla="*/ 105182 h 2986796"/>
                <a:gd name="connsiteX20" fmla="*/ 2067346 w 2990398"/>
                <a:gd name="connsiteY20" fmla="*/ 113343 h 2986796"/>
                <a:gd name="connsiteX21" fmla="*/ 2090015 w 2990398"/>
                <a:gd name="connsiteY21" fmla="*/ 125130 h 2986796"/>
                <a:gd name="connsiteX22" fmla="*/ 2111775 w 2990398"/>
                <a:gd name="connsiteY22" fmla="*/ 140545 h 2986796"/>
                <a:gd name="connsiteX23" fmla="*/ 2130817 w 2990398"/>
                <a:gd name="connsiteY23" fmla="*/ 158680 h 2986796"/>
                <a:gd name="connsiteX24" fmla="*/ 2149858 w 2990398"/>
                <a:gd name="connsiteY24" fmla="*/ 179535 h 2986796"/>
                <a:gd name="connsiteX25" fmla="*/ 2167088 w 2990398"/>
                <a:gd name="connsiteY25" fmla="*/ 201296 h 2986796"/>
                <a:gd name="connsiteX26" fmla="*/ 2184315 w 2990398"/>
                <a:gd name="connsiteY26" fmla="*/ 223964 h 2986796"/>
                <a:gd name="connsiteX27" fmla="*/ 2201542 w 2990398"/>
                <a:gd name="connsiteY27" fmla="*/ 246632 h 2986796"/>
                <a:gd name="connsiteX28" fmla="*/ 2218769 w 2990398"/>
                <a:gd name="connsiteY28" fmla="*/ 268395 h 2986796"/>
                <a:gd name="connsiteX29" fmla="*/ 2236905 w 2990398"/>
                <a:gd name="connsiteY29" fmla="*/ 289249 h 2986796"/>
                <a:gd name="connsiteX30" fmla="*/ 2257760 w 2990398"/>
                <a:gd name="connsiteY30" fmla="*/ 307385 h 2986796"/>
                <a:gd name="connsiteX31" fmla="*/ 2277709 w 2990398"/>
                <a:gd name="connsiteY31" fmla="*/ 323707 h 2986796"/>
                <a:gd name="connsiteX32" fmla="*/ 2300376 w 2990398"/>
                <a:gd name="connsiteY32" fmla="*/ 336400 h 2986796"/>
                <a:gd name="connsiteX33" fmla="*/ 2324858 w 2990398"/>
                <a:gd name="connsiteY33" fmla="*/ 347282 h 2986796"/>
                <a:gd name="connsiteX34" fmla="*/ 2351153 w 2990398"/>
                <a:gd name="connsiteY34" fmla="*/ 356348 h 2986796"/>
                <a:gd name="connsiteX35" fmla="*/ 2378355 w 2990398"/>
                <a:gd name="connsiteY35" fmla="*/ 364509 h 2986796"/>
                <a:gd name="connsiteX36" fmla="*/ 2405556 w 2990398"/>
                <a:gd name="connsiteY36" fmla="*/ 371762 h 2986796"/>
                <a:gd name="connsiteX37" fmla="*/ 2433665 w 2990398"/>
                <a:gd name="connsiteY37" fmla="*/ 379017 h 2986796"/>
                <a:gd name="connsiteX38" fmla="*/ 2459961 w 2990398"/>
                <a:gd name="connsiteY38" fmla="*/ 387178 h 2986796"/>
                <a:gd name="connsiteX39" fmla="*/ 2486255 w 2990398"/>
                <a:gd name="connsiteY39" fmla="*/ 396244 h 2986796"/>
                <a:gd name="connsiteX40" fmla="*/ 2510738 w 2990398"/>
                <a:gd name="connsiteY40" fmla="*/ 407126 h 2986796"/>
                <a:gd name="connsiteX41" fmla="*/ 2532500 w 2990398"/>
                <a:gd name="connsiteY41" fmla="*/ 420727 h 2986796"/>
                <a:gd name="connsiteX42" fmla="*/ 2552448 w 2990398"/>
                <a:gd name="connsiteY42" fmla="*/ 437048 h 2986796"/>
                <a:gd name="connsiteX43" fmla="*/ 2568768 w 2990398"/>
                <a:gd name="connsiteY43" fmla="*/ 456997 h 2986796"/>
                <a:gd name="connsiteX44" fmla="*/ 2582369 w 2990398"/>
                <a:gd name="connsiteY44" fmla="*/ 478758 h 2986796"/>
                <a:gd name="connsiteX45" fmla="*/ 2593250 w 2990398"/>
                <a:gd name="connsiteY45" fmla="*/ 503239 h 2986796"/>
                <a:gd name="connsiteX46" fmla="*/ 2602317 w 2990398"/>
                <a:gd name="connsiteY46" fmla="*/ 529536 h 2986796"/>
                <a:gd name="connsiteX47" fmla="*/ 2610477 w 2990398"/>
                <a:gd name="connsiteY47" fmla="*/ 555831 h 2986796"/>
                <a:gd name="connsiteX48" fmla="*/ 2617732 w 2990398"/>
                <a:gd name="connsiteY48" fmla="*/ 583940 h 2986796"/>
                <a:gd name="connsiteX49" fmla="*/ 2624986 w 2990398"/>
                <a:gd name="connsiteY49" fmla="*/ 611141 h 2986796"/>
                <a:gd name="connsiteX50" fmla="*/ 2633146 w 2990398"/>
                <a:gd name="connsiteY50" fmla="*/ 638344 h 2986796"/>
                <a:gd name="connsiteX51" fmla="*/ 2642213 w 2990398"/>
                <a:gd name="connsiteY51" fmla="*/ 664641 h 2986796"/>
                <a:gd name="connsiteX52" fmla="*/ 2653094 w 2990398"/>
                <a:gd name="connsiteY52" fmla="*/ 689121 h 2986796"/>
                <a:gd name="connsiteX53" fmla="*/ 2665789 w 2990398"/>
                <a:gd name="connsiteY53" fmla="*/ 711789 h 2986796"/>
                <a:gd name="connsiteX54" fmla="*/ 2682110 w 2990398"/>
                <a:gd name="connsiteY54" fmla="*/ 731739 h 2986796"/>
                <a:gd name="connsiteX55" fmla="*/ 2700244 w 2990398"/>
                <a:gd name="connsiteY55" fmla="*/ 752593 h 2986796"/>
                <a:gd name="connsiteX56" fmla="*/ 2721098 w 2990398"/>
                <a:gd name="connsiteY56" fmla="*/ 770728 h 2986796"/>
                <a:gd name="connsiteX57" fmla="*/ 2742860 w 2990398"/>
                <a:gd name="connsiteY57" fmla="*/ 787956 h 2986796"/>
                <a:gd name="connsiteX58" fmla="*/ 2766436 w 2990398"/>
                <a:gd name="connsiteY58" fmla="*/ 805184 h 2986796"/>
                <a:gd name="connsiteX59" fmla="*/ 2789104 w 2990398"/>
                <a:gd name="connsiteY59" fmla="*/ 822412 h 2986796"/>
                <a:gd name="connsiteX60" fmla="*/ 2810864 w 2990398"/>
                <a:gd name="connsiteY60" fmla="*/ 839640 h 2986796"/>
                <a:gd name="connsiteX61" fmla="*/ 2831718 w 2990398"/>
                <a:gd name="connsiteY61" fmla="*/ 858682 h 2986796"/>
                <a:gd name="connsiteX62" fmla="*/ 2849854 w 2990398"/>
                <a:gd name="connsiteY62" fmla="*/ 877723 h 2986796"/>
                <a:gd name="connsiteX63" fmla="*/ 2865269 w 2990398"/>
                <a:gd name="connsiteY63" fmla="*/ 899485 h 2986796"/>
                <a:gd name="connsiteX64" fmla="*/ 2877057 w 2990398"/>
                <a:gd name="connsiteY64" fmla="*/ 922153 h 2986796"/>
                <a:gd name="connsiteX65" fmla="*/ 2885217 w 2990398"/>
                <a:gd name="connsiteY65" fmla="*/ 949356 h 2986796"/>
                <a:gd name="connsiteX66" fmla="*/ 2888844 w 2990398"/>
                <a:gd name="connsiteY66" fmla="*/ 977465 h 2986796"/>
                <a:gd name="connsiteX67" fmla="*/ 2889751 w 2990398"/>
                <a:gd name="connsiteY67" fmla="*/ 1006481 h 2986796"/>
                <a:gd name="connsiteX68" fmla="*/ 2887031 w 2990398"/>
                <a:gd name="connsiteY68" fmla="*/ 1037309 h 2986796"/>
                <a:gd name="connsiteX69" fmla="*/ 2883403 w 2990398"/>
                <a:gd name="connsiteY69" fmla="*/ 1068137 h 2986796"/>
                <a:gd name="connsiteX70" fmla="*/ 2878870 w 2990398"/>
                <a:gd name="connsiteY70" fmla="*/ 1098967 h 2986796"/>
                <a:gd name="connsiteX71" fmla="*/ 2875242 w 2990398"/>
                <a:gd name="connsiteY71" fmla="*/ 1129796 h 2986796"/>
                <a:gd name="connsiteX72" fmla="*/ 2873430 w 2990398"/>
                <a:gd name="connsiteY72" fmla="*/ 1160626 h 2986796"/>
                <a:gd name="connsiteX73" fmla="*/ 2873430 w 2990398"/>
                <a:gd name="connsiteY73" fmla="*/ 1190548 h 2986796"/>
                <a:gd name="connsiteX74" fmla="*/ 2877057 w 2990398"/>
                <a:gd name="connsiteY74" fmla="*/ 1218656 h 2986796"/>
                <a:gd name="connsiteX75" fmla="*/ 2884310 w 2990398"/>
                <a:gd name="connsiteY75" fmla="*/ 1246765 h 2986796"/>
                <a:gd name="connsiteX76" fmla="*/ 2895190 w 2990398"/>
                <a:gd name="connsiteY76" fmla="*/ 1273062 h 2986796"/>
                <a:gd name="connsiteX77" fmla="*/ 2909700 w 2990398"/>
                <a:gd name="connsiteY77" fmla="*/ 1300263 h 2986796"/>
                <a:gd name="connsiteX78" fmla="*/ 2924206 w 2990398"/>
                <a:gd name="connsiteY78" fmla="*/ 1327465 h 2986796"/>
                <a:gd name="connsiteX79" fmla="*/ 2940528 w 2990398"/>
                <a:gd name="connsiteY79" fmla="*/ 1354668 h 2986796"/>
                <a:gd name="connsiteX80" fmla="*/ 2955942 w 2990398"/>
                <a:gd name="connsiteY80" fmla="*/ 1380964 h 2986796"/>
                <a:gd name="connsiteX81" fmla="*/ 2969543 w 2990398"/>
                <a:gd name="connsiteY81" fmla="*/ 1409071 h 2986796"/>
                <a:gd name="connsiteX82" fmla="*/ 2980424 w 2990398"/>
                <a:gd name="connsiteY82" fmla="*/ 1436275 h 2986796"/>
                <a:gd name="connsiteX83" fmla="*/ 2987677 w 2990398"/>
                <a:gd name="connsiteY83" fmla="*/ 1464384 h 2986796"/>
                <a:gd name="connsiteX84" fmla="*/ 2990398 w 2990398"/>
                <a:gd name="connsiteY84" fmla="*/ 1493398 h 2986796"/>
                <a:gd name="connsiteX85" fmla="*/ 2987677 w 2990398"/>
                <a:gd name="connsiteY85" fmla="*/ 1522414 h 2986796"/>
                <a:gd name="connsiteX86" fmla="*/ 2980424 w 2990398"/>
                <a:gd name="connsiteY86" fmla="*/ 1550523 h 2986796"/>
                <a:gd name="connsiteX87" fmla="*/ 2969543 w 2990398"/>
                <a:gd name="connsiteY87" fmla="*/ 1577725 h 2986796"/>
                <a:gd name="connsiteX88" fmla="*/ 2955942 w 2990398"/>
                <a:gd name="connsiteY88" fmla="*/ 1605834 h 2986796"/>
                <a:gd name="connsiteX89" fmla="*/ 2940528 w 2990398"/>
                <a:gd name="connsiteY89" fmla="*/ 1632130 h 2986796"/>
                <a:gd name="connsiteX90" fmla="*/ 2924206 w 2990398"/>
                <a:gd name="connsiteY90" fmla="*/ 1659332 h 2986796"/>
                <a:gd name="connsiteX91" fmla="*/ 2909700 w 2990398"/>
                <a:gd name="connsiteY91" fmla="*/ 1686534 h 2986796"/>
                <a:gd name="connsiteX92" fmla="*/ 2895190 w 2990398"/>
                <a:gd name="connsiteY92" fmla="*/ 1713736 h 2986796"/>
                <a:gd name="connsiteX93" fmla="*/ 2884310 w 2990398"/>
                <a:gd name="connsiteY93" fmla="*/ 1740031 h 2986796"/>
                <a:gd name="connsiteX94" fmla="*/ 2877057 w 2990398"/>
                <a:gd name="connsiteY94" fmla="*/ 1768140 h 2986796"/>
                <a:gd name="connsiteX95" fmla="*/ 2873430 w 2990398"/>
                <a:gd name="connsiteY95" fmla="*/ 1796249 h 2986796"/>
                <a:gd name="connsiteX96" fmla="*/ 2873430 w 2990398"/>
                <a:gd name="connsiteY96" fmla="*/ 1826171 h 2986796"/>
                <a:gd name="connsiteX97" fmla="*/ 2875242 w 2990398"/>
                <a:gd name="connsiteY97" fmla="*/ 1857001 h 2986796"/>
                <a:gd name="connsiteX98" fmla="*/ 2878870 w 2990398"/>
                <a:gd name="connsiteY98" fmla="*/ 1887829 h 2986796"/>
                <a:gd name="connsiteX99" fmla="*/ 2883403 w 2990398"/>
                <a:gd name="connsiteY99" fmla="*/ 1918659 h 2986796"/>
                <a:gd name="connsiteX100" fmla="*/ 2887031 w 2990398"/>
                <a:gd name="connsiteY100" fmla="*/ 1949489 h 2986796"/>
                <a:gd name="connsiteX101" fmla="*/ 2889751 w 2990398"/>
                <a:gd name="connsiteY101" fmla="*/ 1980317 h 2986796"/>
                <a:gd name="connsiteX102" fmla="*/ 2888844 w 2990398"/>
                <a:gd name="connsiteY102" fmla="*/ 2009333 h 2986796"/>
                <a:gd name="connsiteX103" fmla="*/ 2885217 w 2990398"/>
                <a:gd name="connsiteY103" fmla="*/ 2037442 h 2986796"/>
                <a:gd name="connsiteX104" fmla="*/ 2877057 w 2990398"/>
                <a:gd name="connsiteY104" fmla="*/ 2064644 h 2986796"/>
                <a:gd name="connsiteX105" fmla="*/ 2865269 w 2990398"/>
                <a:gd name="connsiteY105" fmla="*/ 2087312 h 2986796"/>
                <a:gd name="connsiteX106" fmla="*/ 2849854 w 2990398"/>
                <a:gd name="connsiteY106" fmla="*/ 2109074 h 2986796"/>
                <a:gd name="connsiteX107" fmla="*/ 2831718 w 2990398"/>
                <a:gd name="connsiteY107" fmla="*/ 2128116 h 2986796"/>
                <a:gd name="connsiteX108" fmla="*/ 2810864 w 2990398"/>
                <a:gd name="connsiteY108" fmla="*/ 2147156 h 2986796"/>
                <a:gd name="connsiteX109" fmla="*/ 2789104 w 2990398"/>
                <a:gd name="connsiteY109" fmla="*/ 2164385 h 2986796"/>
                <a:gd name="connsiteX110" fmla="*/ 2766436 w 2990398"/>
                <a:gd name="connsiteY110" fmla="*/ 2181613 h 2986796"/>
                <a:gd name="connsiteX111" fmla="*/ 2742860 w 2990398"/>
                <a:gd name="connsiteY111" fmla="*/ 2198842 h 2986796"/>
                <a:gd name="connsiteX112" fmla="*/ 2721098 w 2990398"/>
                <a:gd name="connsiteY112" fmla="*/ 2216069 h 2986796"/>
                <a:gd name="connsiteX113" fmla="*/ 2700244 w 2990398"/>
                <a:gd name="connsiteY113" fmla="*/ 2234203 h 2986796"/>
                <a:gd name="connsiteX114" fmla="*/ 2682110 w 2990398"/>
                <a:gd name="connsiteY114" fmla="*/ 2255059 h 2986796"/>
                <a:gd name="connsiteX115" fmla="*/ 2665789 w 2990398"/>
                <a:gd name="connsiteY115" fmla="*/ 2275007 h 2986796"/>
                <a:gd name="connsiteX116" fmla="*/ 2653094 w 2990398"/>
                <a:gd name="connsiteY116" fmla="*/ 2297675 h 2986796"/>
                <a:gd name="connsiteX117" fmla="*/ 2642213 w 2990398"/>
                <a:gd name="connsiteY117" fmla="*/ 2322157 h 2986796"/>
                <a:gd name="connsiteX118" fmla="*/ 2633146 w 2990398"/>
                <a:gd name="connsiteY118" fmla="*/ 2348452 h 2986796"/>
                <a:gd name="connsiteX119" fmla="*/ 2624986 w 2990398"/>
                <a:gd name="connsiteY119" fmla="*/ 2375655 h 2986796"/>
                <a:gd name="connsiteX120" fmla="*/ 2617732 w 2990398"/>
                <a:gd name="connsiteY120" fmla="*/ 2402858 h 2986796"/>
                <a:gd name="connsiteX121" fmla="*/ 2610477 w 2990398"/>
                <a:gd name="connsiteY121" fmla="*/ 2430967 h 2986796"/>
                <a:gd name="connsiteX122" fmla="*/ 2602317 w 2990398"/>
                <a:gd name="connsiteY122" fmla="*/ 2457261 h 2986796"/>
                <a:gd name="connsiteX123" fmla="*/ 2593250 w 2990398"/>
                <a:gd name="connsiteY123" fmla="*/ 2483556 h 2986796"/>
                <a:gd name="connsiteX124" fmla="*/ 2582369 w 2990398"/>
                <a:gd name="connsiteY124" fmla="*/ 2508038 h 2986796"/>
                <a:gd name="connsiteX125" fmla="*/ 2568768 w 2990398"/>
                <a:gd name="connsiteY125" fmla="*/ 2529801 h 2986796"/>
                <a:gd name="connsiteX126" fmla="*/ 2552448 w 2990398"/>
                <a:gd name="connsiteY126" fmla="*/ 2549749 h 2986796"/>
                <a:gd name="connsiteX127" fmla="*/ 2532500 w 2990398"/>
                <a:gd name="connsiteY127" fmla="*/ 2566069 h 2986796"/>
                <a:gd name="connsiteX128" fmla="*/ 2510738 w 2990398"/>
                <a:gd name="connsiteY128" fmla="*/ 2579670 h 2986796"/>
                <a:gd name="connsiteX129" fmla="*/ 2486255 w 2990398"/>
                <a:gd name="connsiteY129" fmla="*/ 2590552 h 2986796"/>
                <a:gd name="connsiteX130" fmla="*/ 2459961 w 2990398"/>
                <a:gd name="connsiteY130" fmla="*/ 2599619 h 2986796"/>
                <a:gd name="connsiteX131" fmla="*/ 2433665 w 2990398"/>
                <a:gd name="connsiteY131" fmla="*/ 2607779 h 2986796"/>
                <a:gd name="connsiteX132" fmla="*/ 2405556 w 2990398"/>
                <a:gd name="connsiteY132" fmla="*/ 2615034 h 2986796"/>
                <a:gd name="connsiteX133" fmla="*/ 2378355 w 2990398"/>
                <a:gd name="connsiteY133" fmla="*/ 2622287 h 2986796"/>
                <a:gd name="connsiteX134" fmla="*/ 2351153 w 2990398"/>
                <a:gd name="connsiteY134" fmla="*/ 2630448 h 2986796"/>
                <a:gd name="connsiteX135" fmla="*/ 2324858 w 2990398"/>
                <a:gd name="connsiteY135" fmla="*/ 2639517 h 2986796"/>
                <a:gd name="connsiteX136" fmla="*/ 2300376 w 2990398"/>
                <a:gd name="connsiteY136" fmla="*/ 2650397 h 2986796"/>
                <a:gd name="connsiteX137" fmla="*/ 2277709 w 2990398"/>
                <a:gd name="connsiteY137" fmla="*/ 2663091 h 2986796"/>
                <a:gd name="connsiteX138" fmla="*/ 2257760 w 2990398"/>
                <a:gd name="connsiteY138" fmla="*/ 2679412 h 2986796"/>
                <a:gd name="connsiteX139" fmla="*/ 2236905 w 2990398"/>
                <a:gd name="connsiteY139" fmla="*/ 2697548 h 2986796"/>
                <a:gd name="connsiteX140" fmla="*/ 2218769 w 2990398"/>
                <a:gd name="connsiteY140" fmla="*/ 2718403 h 2986796"/>
                <a:gd name="connsiteX141" fmla="*/ 2201542 w 2990398"/>
                <a:gd name="connsiteY141" fmla="*/ 2740164 h 2986796"/>
                <a:gd name="connsiteX142" fmla="*/ 2184315 w 2990398"/>
                <a:gd name="connsiteY142" fmla="*/ 2762832 h 2986796"/>
                <a:gd name="connsiteX143" fmla="*/ 2167088 w 2990398"/>
                <a:gd name="connsiteY143" fmla="*/ 2785501 h 2986796"/>
                <a:gd name="connsiteX144" fmla="*/ 2149858 w 2990398"/>
                <a:gd name="connsiteY144" fmla="*/ 2807263 h 2986796"/>
                <a:gd name="connsiteX145" fmla="*/ 2130817 w 2990398"/>
                <a:gd name="connsiteY145" fmla="*/ 2828117 h 2986796"/>
                <a:gd name="connsiteX146" fmla="*/ 2111775 w 2990398"/>
                <a:gd name="connsiteY146" fmla="*/ 2846252 h 2986796"/>
                <a:gd name="connsiteX147" fmla="*/ 2090015 w 2990398"/>
                <a:gd name="connsiteY147" fmla="*/ 2861666 h 2986796"/>
                <a:gd name="connsiteX148" fmla="*/ 2067346 w 2990398"/>
                <a:gd name="connsiteY148" fmla="*/ 2873455 h 2986796"/>
                <a:gd name="connsiteX149" fmla="*/ 2040145 w 2990398"/>
                <a:gd name="connsiteY149" fmla="*/ 2881614 h 2986796"/>
                <a:gd name="connsiteX150" fmla="*/ 2012036 w 2990398"/>
                <a:gd name="connsiteY150" fmla="*/ 2885242 h 2986796"/>
                <a:gd name="connsiteX151" fmla="*/ 1983021 w 2990398"/>
                <a:gd name="connsiteY151" fmla="*/ 2886149 h 2986796"/>
                <a:gd name="connsiteX152" fmla="*/ 1952192 w 2990398"/>
                <a:gd name="connsiteY152" fmla="*/ 2883428 h 2986796"/>
                <a:gd name="connsiteX153" fmla="*/ 1921363 w 2990398"/>
                <a:gd name="connsiteY153" fmla="*/ 2879802 h 2986796"/>
                <a:gd name="connsiteX154" fmla="*/ 1890534 w 2990398"/>
                <a:gd name="connsiteY154" fmla="*/ 2875267 h 2986796"/>
                <a:gd name="connsiteX155" fmla="*/ 1859705 w 2990398"/>
                <a:gd name="connsiteY155" fmla="*/ 2871641 h 2986796"/>
                <a:gd name="connsiteX156" fmla="*/ 1828877 w 2990398"/>
                <a:gd name="connsiteY156" fmla="*/ 2869827 h 2986796"/>
                <a:gd name="connsiteX157" fmla="*/ 1798954 w 2990398"/>
                <a:gd name="connsiteY157" fmla="*/ 2869827 h 2986796"/>
                <a:gd name="connsiteX158" fmla="*/ 1770845 w 2990398"/>
                <a:gd name="connsiteY158" fmla="*/ 2873455 h 2986796"/>
                <a:gd name="connsiteX159" fmla="*/ 1741831 w 2990398"/>
                <a:gd name="connsiteY159" fmla="*/ 2880708 h 2986796"/>
                <a:gd name="connsiteX160" fmla="*/ 1715535 w 2990398"/>
                <a:gd name="connsiteY160" fmla="*/ 2891590 h 2986796"/>
                <a:gd name="connsiteX161" fmla="*/ 1688333 w 2990398"/>
                <a:gd name="connsiteY161" fmla="*/ 2906097 h 2986796"/>
                <a:gd name="connsiteX162" fmla="*/ 1661132 w 2990398"/>
                <a:gd name="connsiteY162" fmla="*/ 2920605 h 2986796"/>
                <a:gd name="connsiteX163" fmla="*/ 1633930 w 2990398"/>
                <a:gd name="connsiteY163" fmla="*/ 2936927 h 2986796"/>
                <a:gd name="connsiteX164" fmla="*/ 1607633 w 2990398"/>
                <a:gd name="connsiteY164" fmla="*/ 2952341 h 2986796"/>
                <a:gd name="connsiteX165" fmla="*/ 1579526 w 2990398"/>
                <a:gd name="connsiteY165" fmla="*/ 2965941 h 2986796"/>
                <a:gd name="connsiteX166" fmla="*/ 1552324 w 2990398"/>
                <a:gd name="connsiteY166" fmla="*/ 2976823 h 2986796"/>
                <a:gd name="connsiteX167" fmla="*/ 1524214 w 2990398"/>
                <a:gd name="connsiteY167" fmla="*/ 2984076 h 2986796"/>
                <a:gd name="connsiteX168" fmla="*/ 1495200 w 2990398"/>
                <a:gd name="connsiteY168" fmla="*/ 2986796 h 2986796"/>
                <a:gd name="connsiteX169" fmla="*/ 1466185 w 2990398"/>
                <a:gd name="connsiteY169" fmla="*/ 2984076 h 2986796"/>
                <a:gd name="connsiteX170" fmla="*/ 1438076 w 2990398"/>
                <a:gd name="connsiteY170" fmla="*/ 2976823 h 2986796"/>
                <a:gd name="connsiteX171" fmla="*/ 1410874 w 2990398"/>
                <a:gd name="connsiteY171" fmla="*/ 2965941 h 2986796"/>
                <a:gd name="connsiteX172" fmla="*/ 1382765 w 2990398"/>
                <a:gd name="connsiteY172" fmla="*/ 2952341 h 2986796"/>
                <a:gd name="connsiteX173" fmla="*/ 1356470 w 2990398"/>
                <a:gd name="connsiteY173" fmla="*/ 2936927 h 2986796"/>
                <a:gd name="connsiteX174" fmla="*/ 1329268 w 2990398"/>
                <a:gd name="connsiteY174" fmla="*/ 2920605 h 2986796"/>
                <a:gd name="connsiteX175" fmla="*/ 1302066 w 2990398"/>
                <a:gd name="connsiteY175" fmla="*/ 2906097 h 2986796"/>
                <a:gd name="connsiteX176" fmla="*/ 1274865 w 2990398"/>
                <a:gd name="connsiteY176" fmla="*/ 2891590 h 2986796"/>
                <a:gd name="connsiteX177" fmla="*/ 1247663 w 2990398"/>
                <a:gd name="connsiteY177" fmla="*/ 2880708 h 2986796"/>
                <a:gd name="connsiteX178" fmla="*/ 1219554 w 2990398"/>
                <a:gd name="connsiteY178" fmla="*/ 2873455 h 2986796"/>
                <a:gd name="connsiteX179" fmla="*/ 1191445 w 2990398"/>
                <a:gd name="connsiteY179" fmla="*/ 2869827 h 2986796"/>
                <a:gd name="connsiteX180" fmla="*/ 1161523 w 2990398"/>
                <a:gd name="connsiteY180" fmla="*/ 2869827 h 2986796"/>
                <a:gd name="connsiteX181" fmla="*/ 1130694 w 2990398"/>
                <a:gd name="connsiteY181" fmla="*/ 2871641 h 2986796"/>
                <a:gd name="connsiteX182" fmla="*/ 1099866 w 2990398"/>
                <a:gd name="connsiteY182" fmla="*/ 2875267 h 2986796"/>
                <a:gd name="connsiteX183" fmla="*/ 1069036 w 2990398"/>
                <a:gd name="connsiteY183" fmla="*/ 2879802 h 2986796"/>
                <a:gd name="connsiteX184" fmla="*/ 1038207 w 2990398"/>
                <a:gd name="connsiteY184" fmla="*/ 2883428 h 2986796"/>
                <a:gd name="connsiteX185" fmla="*/ 1007378 w 2990398"/>
                <a:gd name="connsiteY185" fmla="*/ 2886149 h 2986796"/>
                <a:gd name="connsiteX186" fmla="*/ 978364 w 2990398"/>
                <a:gd name="connsiteY186" fmla="*/ 2885242 h 2986796"/>
                <a:gd name="connsiteX187" fmla="*/ 950255 w 2990398"/>
                <a:gd name="connsiteY187" fmla="*/ 2881614 h 2986796"/>
                <a:gd name="connsiteX188" fmla="*/ 923053 w 2990398"/>
                <a:gd name="connsiteY188" fmla="*/ 2873455 h 2986796"/>
                <a:gd name="connsiteX189" fmla="*/ 900384 w 2990398"/>
                <a:gd name="connsiteY189" fmla="*/ 2861666 h 2986796"/>
                <a:gd name="connsiteX190" fmla="*/ 878622 w 2990398"/>
                <a:gd name="connsiteY190" fmla="*/ 2846252 h 2986796"/>
                <a:gd name="connsiteX191" fmla="*/ 859581 w 2990398"/>
                <a:gd name="connsiteY191" fmla="*/ 2828117 h 2986796"/>
                <a:gd name="connsiteX192" fmla="*/ 840540 w 2990398"/>
                <a:gd name="connsiteY192" fmla="*/ 2807263 h 2986796"/>
                <a:gd name="connsiteX193" fmla="*/ 823313 w 2990398"/>
                <a:gd name="connsiteY193" fmla="*/ 2785501 h 2986796"/>
                <a:gd name="connsiteX194" fmla="*/ 806083 w 2990398"/>
                <a:gd name="connsiteY194" fmla="*/ 2762832 h 2986796"/>
                <a:gd name="connsiteX195" fmla="*/ 788856 w 2990398"/>
                <a:gd name="connsiteY195" fmla="*/ 2740164 h 2986796"/>
                <a:gd name="connsiteX196" fmla="*/ 771629 w 2990398"/>
                <a:gd name="connsiteY196" fmla="*/ 2718403 h 2986796"/>
                <a:gd name="connsiteX197" fmla="*/ 753494 w 2990398"/>
                <a:gd name="connsiteY197" fmla="*/ 2697548 h 2986796"/>
                <a:gd name="connsiteX198" fmla="*/ 732639 w 2990398"/>
                <a:gd name="connsiteY198" fmla="*/ 2679412 h 2986796"/>
                <a:gd name="connsiteX199" fmla="*/ 712691 w 2990398"/>
                <a:gd name="connsiteY199" fmla="*/ 2663091 h 2986796"/>
                <a:gd name="connsiteX200" fmla="*/ 690023 w 2990398"/>
                <a:gd name="connsiteY200" fmla="*/ 2650397 h 2986796"/>
                <a:gd name="connsiteX201" fmla="*/ 665541 w 2990398"/>
                <a:gd name="connsiteY201" fmla="*/ 2639517 h 2986796"/>
                <a:gd name="connsiteX202" fmla="*/ 639246 w 2990398"/>
                <a:gd name="connsiteY202" fmla="*/ 2630448 h 2986796"/>
                <a:gd name="connsiteX203" fmla="*/ 612044 w 2990398"/>
                <a:gd name="connsiteY203" fmla="*/ 2622287 h 2986796"/>
                <a:gd name="connsiteX204" fmla="*/ 584842 w 2990398"/>
                <a:gd name="connsiteY204" fmla="*/ 2615034 h 2986796"/>
                <a:gd name="connsiteX205" fmla="*/ 556733 w 2990398"/>
                <a:gd name="connsiteY205" fmla="*/ 2607779 h 2986796"/>
                <a:gd name="connsiteX206" fmla="*/ 530438 w 2990398"/>
                <a:gd name="connsiteY206" fmla="*/ 2599619 h 2986796"/>
                <a:gd name="connsiteX207" fmla="*/ 504143 w 2990398"/>
                <a:gd name="connsiteY207" fmla="*/ 2590552 h 2986796"/>
                <a:gd name="connsiteX208" fmla="*/ 479662 w 2990398"/>
                <a:gd name="connsiteY208" fmla="*/ 2579670 h 2986796"/>
                <a:gd name="connsiteX209" fmla="*/ 457900 w 2990398"/>
                <a:gd name="connsiteY209" fmla="*/ 2566069 h 2986796"/>
                <a:gd name="connsiteX210" fmla="*/ 437951 w 2990398"/>
                <a:gd name="connsiteY210" fmla="*/ 2549749 h 2986796"/>
                <a:gd name="connsiteX211" fmla="*/ 421632 w 2990398"/>
                <a:gd name="connsiteY211" fmla="*/ 2529801 h 2986796"/>
                <a:gd name="connsiteX212" fmla="*/ 408030 w 2990398"/>
                <a:gd name="connsiteY212" fmla="*/ 2508038 h 2986796"/>
                <a:gd name="connsiteX213" fmla="*/ 397149 w 2990398"/>
                <a:gd name="connsiteY213" fmla="*/ 2483556 h 2986796"/>
                <a:gd name="connsiteX214" fmla="*/ 388082 w 2990398"/>
                <a:gd name="connsiteY214" fmla="*/ 2457261 h 2986796"/>
                <a:gd name="connsiteX215" fmla="*/ 379921 w 2990398"/>
                <a:gd name="connsiteY215" fmla="*/ 2430967 h 2986796"/>
                <a:gd name="connsiteX216" fmla="*/ 372668 w 2990398"/>
                <a:gd name="connsiteY216" fmla="*/ 2402858 h 2986796"/>
                <a:gd name="connsiteX217" fmla="*/ 365414 w 2990398"/>
                <a:gd name="connsiteY217" fmla="*/ 2375655 h 2986796"/>
                <a:gd name="connsiteX218" fmla="*/ 357253 w 2990398"/>
                <a:gd name="connsiteY218" fmla="*/ 2348452 h 2986796"/>
                <a:gd name="connsiteX219" fmla="*/ 348185 w 2990398"/>
                <a:gd name="connsiteY219" fmla="*/ 2322157 h 2986796"/>
                <a:gd name="connsiteX220" fmla="*/ 337304 w 2990398"/>
                <a:gd name="connsiteY220" fmla="*/ 2297675 h 2986796"/>
                <a:gd name="connsiteX221" fmla="*/ 324611 w 2990398"/>
                <a:gd name="connsiteY221" fmla="*/ 2275007 h 2986796"/>
                <a:gd name="connsiteX222" fmla="*/ 308290 w 2990398"/>
                <a:gd name="connsiteY222" fmla="*/ 2255059 h 2986796"/>
                <a:gd name="connsiteX223" fmla="*/ 290155 w 2990398"/>
                <a:gd name="connsiteY223" fmla="*/ 2234203 h 2986796"/>
                <a:gd name="connsiteX224" fmla="*/ 269300 w 2990398"/>
                <a:gd name="connsiteY224" fmla="*/ 2216069 h 2986796"/>
                <a:gd name="connsiteX225" fmla="*/ 246631 w 2990398"/>
                <a:gd name="connsiteY225" fmla="*/ 2198842 h 2986796"/>
                <a:gd name="connsiteX226" fmla="*/ 223963 w 2990398"/>
                <a:gd name="connsiteY226" fmla="*/ 2181613 h 2986796"/>
                <a:gd name="connsiteX227" fmla="*/ 201296 w 2990398"/>
                <a:gd name="connsiteY227" fmla="*/ 2164385 h 2986796"/>
                <a:gd name="connsiteX228" fmla="*/ 179534 w 2990398"/>
                <a:gd name="connsiteY228" fmla="*/ 2147156 h 2986796"/>
                <a:gd name="connsiteX229" fmla="*/ 158679 w 2990398"/>
                <a:gd name="connsiteY229" fmla="*/ 2128116 h 2986796"/>
                <a:gd name="connsiteX230" fmla="*/ 140545 w 2990398"/>
                <a:gd name="connsiteY230" fmla="*/ 2109074 h 2986796"/>
                <a:gd name="connsiteX231" fmla="*/ 125130 w 2990398"/>
                <a:gd name="connsiteY231" fmla="*/ 2087312 h 2986796"/>
                <a:gd name="connsiteX232" fmla="*/ 113343 w 2990398"/>
                <a:gd name="connsiteY232" fmla="*/ 2064644 h 2986796"/>
                <a:gd name="connsiteX233" fmla="*/ 105182 w 2990398"/>
                <a:gd name="connsiteY233" fmla="*/ 2037442 h 2986796"/>
                <a:gd name="connsiteX234" fmla="*/ 101555 w 2990398"/>
                <a:gd name="connsiteY234" fmla="*/ 2009333 h 2986796"/>
                <a:gd name="connsiteX235" fmla="*/ 100648 w 2990398"/>
                <a:gd name="connsiteY235" fmla="*/ 1980317 h 2986796"/>
                <a:gd name="connsiteX236" fmla="*/ 103368 w 2990398"/>
                <a:gd name="connsiteY236" fmla="*/ 1949489 h 2986796"/>
                <a:gd name="connsiteX237" fmla="*/ 106995 w 2990398"/>
                <a:gd name="connsiteY237" fmla="*/ 1918659 h 2986796"/>
                <a:gd name="connsiteX238" fmla="*/ 111528 w 2990398"/>
                <a:gd name="connsiteY238" fmla="*/ 1887829 h 2986796"/>
                <a:gd name="connsiteX239" fmla="*/ 115156 w 2990398"/>
                <a:gd name="connsiteY239" fmla="*/ 1857001 h 2986796"/>
                <a:gd name="connsiteX240" fmla="*/ 116970 w 2990398"/>
                <a:gd name="connsiteY240" fmla="*/ 1826171 h 2986796"/>
                <a:gd name="connsiteX241" fmla="*/ 116970 w 2990398"/>
                <a:gd name="connsiteY241" fmla="*/ 1796249 h 2986796"/>
                <a:gd name="connsiteX242" fmla="*/ 113343 w 2990398"/>
                <a:gd name="connsiteY242" fmla="*/ 1768140 h 2986796"/>
                <a:gd name="connsiteX243" fmla="*/ 106089 w 2990398"/>
                <a:gd name="connsiteY243" fmla="*/ 1740031 h 2986796"/>
                <a:gd name="connsiteX244" fmla="*/ 95208 w 2990398"/>
                <a:gd name="connsiteY244" fmla="*/ 1713736 h 2986796"/>
                <a:gd name="connsiteX245" fmla="*/ 81606 w 2990398"/>
                <a:gd name="connsiteY245" fmla="*/ 1686534 h 2986796"/>
                <a:gd name="connsiteX246" fmla="*/ 66192 w 2990398"/>
                <a:gd name="connsiteY246" fmla="*/ 1659332 h 2986796"/>
                <a:gd name="connsiteX247" fmla="*/ 49872 w 2990398"/>
                <a:gd name="connsiteY247" fmla="*/ 1632130 h 2986796"/>
                <a:gd name="connsiteX248" fmla="*/ 34458 w 2990398"/>
                <a:gd name="connsiteY248" fmla="*/ 1605834 h 2986796"/>
                <a:gd name="connsiteX249" fmla="*/ 20855 w 2990398"/>
                <a:gd name="connsiteY249" fmla="*/ 1577725 h 2986796"/>
                <a:gd name="connsiteX250" fmla="*/ 9975 w 2990398"/>
                <a:gd name="connsiteY250" fmla="*/ 1550523 h 2986796"/>
                <a:gd name="connsiteX251" fmla="*/ 2721 w 2990398"/>
                <a:gd name="connsiteY251" fmla="*/ 1522414 h 2986796"/>
                <a:gd name="connsiteX252" fmla="*/ 0 w 2990398"/>
                <a:gd name="connsiteY252" fmla="*/ 1493398 h 2986796"/>
                <a:gd name="connsiteX253" fmla="*/ 2721 w 2990398"/>
                <a:gd name="connsiteY253" fmla="*/ 1464384 h 2986796"/>
                <a:gd name="connsiteX254" fmla="*/ 9975 w 2990398"/>
                <a:gd name="connsiteY254" fmla="*/ 1436275 h 2986796"/>
                <a:gd name="connsiteX255" fmla="*/ 20855 w 2990398"/>
                <a:gd name="connsiteY255" fmla="*/ 1409071 h 2986796"/>
                <a:gd name="connsiteX256" fmla="*/ 34458 w 2990398"/>
                <a:gd name="connsiteY256" fmla="*/ 1380964 h 2986796"/>
                <a:gd name="connsiteX257" fmla="*/ 49872 w 2990398"/>
                <a:gd name="connsiteY257" fmla="*/ 1354668 h 2986796"/>
                <a:gd name="connsiteX258" fmla="*/ 66192 w 2990398"/>
                <a:gd name="connsiteY258" fmla="*/ 1327465 h 2986796"/>
                <a:gd name="connsiteX259" fmla="*/ 81606 w 2990398"/>
                <a:gd name="connsiteY259" fmla="*/ 1300263 h 2986796"/>
                <a:gd name="connsiteX260" fmla="*/ 95208 w 2990398"/>
                <a:gd name="connsiteY260" fmla="*/ 1273062 h 2986796"/>
                <a:gd name="connsiteX261" fmla="*/ 106089 w 2990398"/>
                <a:gd name="connsiteY261" fmla="*/ 1246765 h 2986796"/>
                <a:gd name="connsiteX262" fmla="*/ 113343 w 2990398"/>
                <a:gd name="connsiteY262" fmla="*/ 1218656 h 2986796"/>
                <a:gd name="connsiteX263" fmla="*/ 116970 w 2990398"/>
                <a:gd name="connsiteY263" fmla="*/ 1190548 h 2986796"/>
                <a:gd name="connsiteX264" fmla="*/ 116970 w 2990398"/>
                <a:gd name="connsiteY264" fmla="*/ 1160626 h 2986796"/>
                <a:gd name="connsiteX265" fmla="*/ 115156 w 2990398"/>
                <a:gd name="connsiteY265" fmla="*/ 1129796 h 2986796"/>
                <a:gd name="connsiteX266" fmla="*/ 111528 w 2990398"/>
                <a:gd name="connsiteY266" fmla="*/ 1098967 h 2986796"/>
                <a:gd name="connsiteX267" fmla="*/ 106995 w 2990398"/>
                <a:gd name="connsiteY267" fmla="*/ 1068137 h 2986796"/>
                <a:gd name="connsiteX268" fmla="*/ 103368 w 2990398"/>
                <a:gd name="connsiteY268" fmla="*/ 1037309 h 2986796"/>
                <a:gd name="connsiteX269" fmla="*/ 100648 w 2990398"/>
                <a:gd name="connsiteY269" fmla="*/ 1006481 h 2986796"/>
                <a:gd name="connsiteX270" fmla="*/ 101555 w 2990398"/>
                <a:gd name="connsiteY270" fmla="*/ 977465 h 2986796"/>
                <a:gd name="connsiteX271" fmla="*/ 105182 w 2990398"/>
                <a:gd name="connsiteY271" fmla="*/ 949356 h 2986796"/>
                <a:gd name="connsiteX272" fmla="*/ 113343 w 2990398"/>
                <a:gd name="connsiteY272" fmla="*/ 922153 h 2986796"/>
                <a:gd name="connsiteX273" fmla="*/ 125130 w 2990398"/>
                <a:gd name="connsiteY273" fmla="*/ 899485 h 2986796"/>
                <a:gd name="connsiteX274" fmla="*/ 140545 w 2990398"/>
                <a:gd name="connsiteY274" fmla="*/ 877723 h 2986796"/>
                <a:gd name="connsiteX275" fmla="*/ 158679 w 2990398"/>
                <a:gd name="connsiteY275" fmla="*/ 858682 h 2986796"/>
                <a:gd name="connsiteX276" fmla="*/ 179534 w 2990398"/>
                <a:gd name="connsiteY276" fmla="*/ 839640 h 2986796"/>
                <a:gd name="connsiteX277" fmla="*/ 201296 w 2990398"/>
                <a:gd name="connsiteY277" fmla="*/ 822412 h 2986796"/>
                <a:gd name="connsiteX278" fmla="*/ 223963 w 2990398"/>
                <a:gd name="connsiteY278" fmla="*/ 805184 h 2986796"/>
                <a:gd name="connsiteX279" fmla="*/ 246631 w 2990398"/>
                <a:gd name="connsiteY279" fmla="*/ 787956 h 2986796"/>
                <a:gd name="connsiteX280" fmla="*/ 269300 w 2990398"/>
                <a:gd name="connsiteY280" fmla="*/ 770728 h 2986796"/>
                <a:gd name="connsiteX281" fmla="*/ 290155 w 2990398"/>
                <a:gd name="connsiteY281" fmla="*/ 752593 h 2986796"/>
                <a:gd name="connsiteX282" fmla="*/ 308290 w 2990398"/>
                <a:gd name="connsiteY282" fmla="*/ 731739 h 2986796"/>
                <a:gd name="connsiteX283" fmla="*/ 324611 w 2990398"/>
                <a:gd name="connsiteY283" fmla="*/ 711789 h 2986796"/>
                <a:gd name="connsiteX284" fmla="*/ 337304 w 2990398"/>
                <a:gd name="connsiteY284" fmla="*/ 689121 h 2986796"/>
                <a:gd name="connsiteX285" fmla="*/ 348185 w 2990398"/>
                <a:gd name="connsiteY285" fmla="*/ 664641 h 2986796"/>
                <a:gd name="connsiteX286" fmla="*/ 357253 w 2990398"/>
                <a:gd name="connsiteY286" fmla="*/ 638344 h 2986796"/>
                <a:gd name="connsiteX287" fmla="*/ 365414 w 2990398"/>
                <a:gd name="connsiteY287" fmla="*/ 611141 h 2986796"/>
                <a:gd name="connsiteX288" fmla="*/ 372668 w 2990398"/>
                <a:gd name="connsiteY288" fmla="*/ 583940 h 2986796"/>
                <a:gd name="connsiteX289" fmla="*/ 379921 w 2990398"/>
                <a:gd name="connsiteY289" fmla="*/ 555831 h 2986796"/>
                <a:gd name="connsiteX290" fmla="*/ 388082 w 2990398"/>
                <a:gd name="connsiteY290" fmla="*/ 529536 h 2986796"/>
                <a:gd name="connsiteX291" fmla="*/ 397149 w 2990398"/>
                <a:gd name="connsiteY291" fmla="*/ 503239 h 2986796"/>
                <a:gd name="connsiteX292" fmla="*/ 408030 w 2990398"/>
                <a:gd name="connsiteY292" fmla="*/ 478758 h 2986796"/>
                <a:gd name="connsiteX293" fmla="*/ 421632 w 2990398"/>
                <a:gd name="connsiteY293" fmla="*/ 456997 h 2986796"/>
                <a:gd name="connsiteX294" fmla="*/ 437951 w 2990398"/>
                <a:gd name="connsiteY294" fmla="*/ 437048 h 2986796"/>
                <a:gd name="connsiteX295" fmla="*/ 457900 w 2990398"/>
                <a:gd name="connsiteY295" fmla="*/ 420727 h 2986796"/>
                <a:gd name="connsiteX296" fmla="*/ 479662 w 2990398"/>
                <a:gd name="connsiteY296" fmla="*/ 407126 h 2986796"/>
                <a:gd name="connsiteX297" fmla="*/ 504143 w 2990398"/>
                <a:gd name="connsiteY297" fmla="*/ 396244 h 2986796"/>
                <a:gd name="connsiteX298" fmla="*/ 530438 w 2990398"/>
                <a:gd name="connsiteY298" fmla="*/ 387178 h 2986796"/>
                <a:gd name="connsiteX299" fmla="*/ 556733 w 2990398"/>
                <a:gd name="connsiteY299" fmla="*/ 379017 h 2986796"/>
                <a:gd name="connsiteX300" fmla="*/ 584842 w 2990398"/>
                <a:gd name="connsiteY300" fmla="*/ 371762 h 2986796"/>
                <a:gd name="connsiteX301" fmla="*/ 612044 w 2990398"/>
                <a:gd name="connsiteY301" fmla="*/ 364509 h 2986796"/>
                <a:gd name="connsiteX302" fmla="*/ 639246 w 2990398"/>
                <a:gd name="connsiteY302" fmla="*/ 356348 h 2986796"/>
                <a:gd name="connsiteX303" fmla="*/ 665541 w 2990398"/>
                <a:gd name="connsiteY303" fmla="*/ 347282 h 2986796"/>
                <a:gd name="connsiteX304" fmla="*/ 690023 w 2990398"/>
                <a:gd name="connsiteY304" fmla="*/ 336400 h 2986796"/>
                <a:gd name="connsiteX305" fmla="*/ 712691 w 2990398"/>
                <a:gd name="connsiteY305" fmla="*/ 323707 h 2986796"/>
                <a:gd name="connsiteX306" fmla="*/ 732639 w 2990398"/>
                <a:gd name="connsiteY306" fmla="*/ 307385 h 2986796"/>
                <a:gd name="connsiteX307" fmla="*/ 753494 w 2990398"/>
                <a:gd name="connsiteY307" fmla="*/ 289249 h 2986796"/>
                <a:gd name="connsiteX308" fmla="*/ 771629 w 2990398"/>
                <a:gd name="connsiteY308" fmla="*/ 268395 h 2986796"/>
                <a:gd name="connsiteX309" fmla="*/ 788856 w 2990398"/>
                <a:gd name="connsiteY309" fmla="*/ 246632 h 2986796"/>
                <a:gd name="connsiteX310" fmla="*/ 806083 w 2990398"/>
                <a:gd name="connsiteY310" fmla="*/ 223964 h 2986796"/>
                <a:gd name="connsiteX311" fmla="*/ 823313 w 2990398"/>
                <a:gd name="connsiteY311" fmla="*/ 201296 h 2986796"/>
                <a:gd name="connsiteX312" fmla="*/ 840540 w 2990398"/>
                <a:gd name="connsiteY312" fmla="*/ 179535 h 2986796"/>
                <a:gd name="connsiteX313" fmla="*/ 859581 w 2990398"/>
                <a:gd name="connsiteY313" fmla="*/ 158680 h 2986796"/>
                <a:gd name="connsiteX314" fmla="*/ 878622 w 2990398"/>
                <a:gd name="connsiteY314" fmla="*/ 140545 h 2986796"/>
                <a:gd name="connsiteX315" fmla="*/ 900384 w 2990398"/>
                <a:gd name="connsiteY315" fmla="*/ 125130 h 2986796"/>
                <a:gd name="connsiteX316" fmla="*/ 923053 w 2990398"/>
                <a:gd name="connsiteY316" fmla="*/ 113343 h 2986796"/>
                <a:gd name="connsiteX317" fmla="*/ 950255 w 2990398"/>
                <a:gd name="connsiteY317" fmla="*/ 105182 h 2986796"/>
                <a:gd name="connsiteX318" fmla="*/ 978364 w 2990398"/>
                <a:gd name="connsiteY318" fmla="*/ 101554 h 2986796"/>
                <a:gd name="connsiteX319" fmla="*/ 1007378 w 2990398"/>
                <a:gd name="connsiteY319" fmla="*/ 100648 h 2986796"/>
                <a:gd name="connsiteX320" fmla="*/ 1038207 w 2990398"/>
                <a:gd name="connsiteY320" fmla="*/ 103369 h 2986796"/>
                <a:gd name="connsiteX321" fmla="*/ 1069036 w 2990398"/>
                <a:gd name="connsiteY321" fmla="*/ 106996 h 2986796"/>
                <a:gd name="connsiteX322" fmla="*/ 1099866 w 2990398"/>
                <a:gd name="connsiteY322" fmla="*/ 111529 h 2986796"/>
                <a:gd name="connsiteX323" fmla="*/ 1130694 w 2990398"/>
                <a:gd name="connsiteY323" fmla="*/ 115157 h 2986796"/>
                <a:gd name="connsiteX324" fmla="*/ 1161523 w 2990398"/>
                <a:gd name="connsiteY324" fmla="*/ 116970 h 2986796"/>
                <a:gd name="connsiteX325" fmla="*/ 1191445 w 2990398"/>
                <a:gd name="connsiteY325" fmla="*/ 116970 h 2986796"/>
                <a:gd name="connsiteX326" fmla="*/ 1219554 w 2990398"/>
                <a:gd name="connsiteY326" fmla="*/ 113343 h 2986796"/>
                <a:gd name="connsiteX327" fmla="*/ 1247663 w 2990398"/>
                <a:gd name="connsiteY327" fmla="*/ 106088 h 2986796"/>
                <a:gd name="connsiteX328" fmla="*/ 1274865 w 2990398"/>
                <a:gd name="connsiteY328" fmla="*/ 95209 h 2986796"/>
                <a:gd name="connsiteX329" fmla="*/ 1302066 w 2990398"/>
                <a:gd name="connsiteY329" fmla="*/ 80699 h 2986796"/>
                <a:gd name="connsiteX330" fmla="*/ 1329268 w 2990398"/>
                <a:gd name="connsiteY330" fmla="*/ 66192 h 2986796"/>
                <a:gd name="connsiteX331" fmla="*/ 1356470 w 2990398"/>
                <a:gd name="connsiteY331" fmla="*/ 49872 h 2986796"/>
                <a:gd name="connsiteX332" fmla="*/ 1382765 w 2990398"/>
                <a:gd name="connsiteY332" fmla="*/ 34456 h 2986796"/>
                <a:gd name="connsiteX333" fmla="*/ 1410874 w 2990398"/>
                <a:gd name="connsiteY333" fmla="*/ 20855 h 2986796"/>
                <a:gd name="connsiteX334" fmla="*/ 1438076 w 2990398"/>
                <a:gd name="connsiteY334" fmla="*/ 9974 h 2986796"/>
                <a:gd name="connsiteX335" fmla="*/ 1466185 w 2990398"/>
                <a:gd name="connsiteY335" fmla="*/ 2720 h 298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Lst>
              <a:rect l="l" t="t" r="r" b="b"/>
              <a:pathLst>
                <a:path w="2990398" h="2986796">
                  <a:moveTo>
                    <a:pt x="1495200" y="0"/>
                  </a:moveTo>
                  <a:lnTo>
                    <a:pt x="1524214" y="2720"/>
                  </a:lnTo>
                  <a:lnTo>
                    <a:pt x="1552324" y="9974"/>
                  </a:lnTo>
                  <a:lnTo>
                    <a:pt x="1579526" y="20855"/>
                  </a:lnTo>
                  <a:lnTo>
                    <a:pt x="1607633" y="34456"/>
                  </a:lnTo>
                  <a:lnTo>
                    <a:pt x="1633930" y="49872"/>
                  </a:lnTo>
                  <a:lnTo>
                    <a:pt x="1661132" y="66192"/>
                  </a:lnTo>
                  <a:lnTo>
                    <a:pt x="1688333" y="80699"/>
                  </a:lnTo>
                  <a:lnTo>
                    <a:pt x="1715535" y="95209"/>
                  </a:lnTo>
                  <a:lnTo>
                    <a:pt x="1741831" y="106088"/>
                  </a:lnTo>
                  <a:lnTo>
                    <a:pt x="1770845" y="113343"/>
                  </a:lnTo>
                  <a:lnTo>
                    <a:pt x="1798954" y="116970"/>
                  </a:lnTo>
                  <a:lnTo>
                    <a:pt x="1828877" y="116970"/>
                  </a:lnTo>
                  <a:lnTo>
                    <a:pt x="1859705" y="115157"/>
                  </a:lnTo>
                  <a:lnTo>
                    <a:pt x="1890534" y="111529"/>
                  </a:lnTo>
                  <a:lnTo>
                    <a:pt x="1921363" y="106996"/>
                  </a:lnTo>
                  <a:lnTo>
                    <a:pt x="1952192" y="103369"/>
                  </a:lnTo>
                  <a:lnTo>
                    <a:pt x="1983021" y="100648"/>
                  </a:lnTo>
                  <a:lnTo>
                    <a:pt x="2012036" y="101554"/>
                  </a:lnTo>
                  <a:lnTo>
                    <a:pt x="2040145" y="105182"/>
                  </a:lnTo>
                  <a:lnTo>
                    <a:pt x="2067346" y="113343"/>
                  </a:lnTo>
                  <a:lnTo>
                    <a:pt x="2090015" y="125130"/>
                  </a:lnTo>
                  <a:lnTo>
                    <a:pt x="2111775" y="140545"/>
                  </a:lnTo>
                  <a:lnTo>
                    <a:pt x="2130817" y="158680"/>
                  </a:lnTo>
                  <a:lnTo>
                    <a:pt x="2149858" y="179535"/>
                  </a:lnTo>
                  <a:lnTo>
                    <a:pt x="2167088" y="201296"/>
                  </a:lnTo>
                  <a:lnTo>
                    <a:pt x="2184315" y="223964"/>
                  </a:lnTo>
                  <a:lnTo>
                    <a:pt x="2201542" y="246632"/>
                  </a:lnTo>
                  <a:lnTo>
                    <a:pt x="2218769" y="268395"/>
                  </a:lnTo>
                  <a:lnTo>
                    <a:pt x="2236905" y="289249"/>
                  </a:lnTo>
                  <a:lnTo>
                    <a:pt x="2257760" y="307385"/>
                  </a:lnTo>
                  <a:lnTo>
                    <a:pt x="2277709" y="323707"/>
                  </a:lnTo>
                  <a:lnTo>
                    <a:pt x="2300376" y="336400"/>
                  </a:lnTo>
                  <a:lnTo>
                    <a:pt x="2324858" y="347282"/>
                  </a:lnTo>
                  <a:lnTo>
                    <a:pt x="2351153" y="356348"/>
                  </a:lnTo>
                  <a:lnTo>
                    <a:pt x="2378355" y="364509"/>
                  </a:lnTo>
                  <a:lnTo>
                    <a:pt x="2405556" y="371762"/>
                  </a:lnTo>
                  <a:lnTo>
                    <a:pt x="2433665" y="379017"/>
                  </a:lnTo>
                  <a:lnTo>
                    <a:pt x="2459961" y="387178"/>
                  </a:lnTo>
                  <a:lnTo>
                    <a:pt x="2486255" y="396244"/>
                  </a:lnTo>
                  <a:lnTo>
                    <a:pt x="2510738" y="407126"/>
                  </a:lnTo>
                  <a:lnTo>
                    <a:pt x="2532500" y="420727"/>
                  </a:lnTo>
                  <a:lnTo>
                    <a:pt x="2552448" y="437048"/>
                  </a:lnTo>
                  <a:lnTo>
                    <a:pt x="2568768" y="456997"/>
                  </a:lnTo>
                  <a:lnTo>
                    <a:pt x="2582369" y="478758"/>
                  </a:lnTo>
                  <a:lnTo>
                    <a:pt x="2593250" y="503239"/>
                  </a:lnTo>
                  <a:lnTo>
                    <a:pt x="2602317" y="529536"/>
                  </a:lnTo>
                  <a:lnTo>
                    <a:pt x="2610477" y="555831"/>
                  </a:lnTo>
                  <a:lnTo>
                    <a:pt x="2617732" y="583940"/>
                  </a:lnTo>
                  <a:lnTo>
                    <a:pt x="2624986" y="611141"/>
                  </a:lnTo>
                  <a:lnTo>
                    <a:pt x="2633146" y="638344"/>
                  </a:lnTo>
                  <a:lnTo>
                    <a:pt x="2642213" y="664641"/>
                  </a:lnTo>
                  <a:lnTo>
                    <a:pt x="2653094" y="689121"/>
                  </a:lnTo>
                  <a:lnTo>
                    <a:pt x="2665789" y="711789"/>
                  </a:lnTo>
                  <a:lnTo>
                    <a:pt x="2682110" y="731739"/>
                  </a:lnTo>
                  <a:lnTo>
                    <a:pt x="2700244" y="752593"/>
                  </a:lnTo>
                  <a:lnTo>
                    <a:pt x="2721098" y="770728"/>
                  </a:lnTo>
                  <a:lnTo>
                    <a:pt x="2742860" y="787956"/>
                  </a:lnTo>
                  <a:lnTo>
                    <a:pt x="2766436" y="805184"/>
                  </a:lnTo>
                  <a:lnTo>
                    <a:pt x="2789104" y="822412"/>
                  </a:lnTo>
                  <a:lnTo>
                    <a:pt x="2810864" y="839640"/>
                  </a:lnTo>
                  <a:lnTo>
                    <a:pt x="2831718" y="858682"/>
                  </a:lnTo>
                  <a:lnTo>
                    <a:pt x="2849854" y="877723"/>
                  </a:lnTo>
                  <a:lnTo>
                    <a:pt x="2865269" y="899485"/>
                  </a:lnTo>
                  <a:lnTo>
                    <a:pt x="2877057" y="922153"/>
                  </a:lnTo>
                  <a:lnTo>
                    <a:pt x="2885217" y="949356"/>
                  </a:lnTo>
                  <a:lnTo>
                    <a:pt x="2888844" y="977465"/>
                  </a:lnTo>
                  <a:lnTo>
                    <a:pt x="2889751" y="1006481"/>
                  </a:lnTo>
                  <a:lnTo>
                    <a:pt x="2887031" y="1037309"/>
                  </a:lnTo>
                  <a:lnTo>
                    <a:pt x="2883403" y="1068137"/>
                  </a:lnTo>
                  <a:lnTo>
                    <a:pt x="2878870" y="1098967"/>
                  </a:lnTo>
                  <a:lnTo>
                    <a:pt x="2875242" y="1129796"/>
                  </a:lnTo>
                  <a:lnTo>
                    <a:pt x="2873430" y="1160626"/>
                  </a:lnTo>
                  <a:lnTo>
                    <a:pt x="2873430" y="1190548"/>
                  </a:lnTo>
                  <a:lnTo>
                    <a:pt x="2877057" y="1218656"/>
                  </a:lnTo>
                  <a:lnTo>
                    <a:pt x="2884310" y="1246765"/>
                  </a:lnTo>
                  <a:lnTo>
                    <a:pt x="2895190" y="1273062"/>
                  </a:lnTo>
                  <a:lnTo>
                    <a:pt x="2909700" y="1300263"/>
                  </a:lnTo>
                  <a:lnTo>
                    <a:pt x="2924206" y="1327465"/>
                  </a:lnTo>
                  <a:lnTo>
                    <a:pt x="2940528" y="1354668"/>
                  </a:lnTo>
                  <a:lnTo>
                    <a:pt x="2955942" y="1380964"/>
                  </a:lnTo>
                  <a:lnTo>
                    <a:pt x="2969543" y="1409071"/>
                  </a:lnTo>
                  <a:lnTo>
                    <a:pt x="2980424" y="1436275"/>
                  </a:lnTo>
                  <a:lnTo>
                    <a:pt x="2987677" y="1464384"/>
                  </a:lnTo>
                  <a:lnTo>
                    <a:pt x="2990398" y="1493398"/>
                  </a:lnTo>
                  <a:lnTo>
                    <a:pt x="2987677" y="1522414"/>
                  </a:lnTo>
                  <a:lnTo>
                    <a:pt x="2980424" y="1550523"/>
                  </a:lnTo>
                  <a:lnTo>
                    <a:pt x="2969543" y="1577725"/>
                  </a:lnTo>
                  <a:lnTo>
                    <a:pt x="2955942" y="1605834"/>
                  </a:lnTo>
                  <a:lnTo>
                    <a:pt x="2940528" y="1632130"/>
                  </a:lnTo>
                  <a:lnTo>
                    <a:pt x="2924206" y="1659332"/>
                  </a:lnTo>
                  <a:lnTo>
                    <a:pt x="2909700" y="1686534"/>
                  </a:lnTo>
                  <a:lnTo>
                    <a:pt x="2895190" y="1713736"/>
                  </a:lnTo>
                  <a:lnTo>
                    <a:pt x="2884310" y="1740031"/>
                  </a:lnTo>
                  <a:lnTo>
                    <a:pt x="2877057" y="1768140"/>
                  </a:lnTo>
                  <a:lnTo>
                    <a:pt x="2873430" y="1796249"/>
                  </a:lnTo>
                  <a:lnTo>
                    <a:pt x="2873430" y="1826171"/>
                  </a:lnTo>
                  <a:lnTo>
                    <a:pt x="2875242" y="1857001"/>
                  </a:lnTo>
                  <a:lnTo>
                    <a:pt x="2878870" y="1887829"/>
                  </a:lnTo>
                  <a:lnTo>
                    <a:pt x="2883403" y="1918659"/>
                  </a:lnTo>
                  <a:lnTo>
                    <a:pt x="2887031" y="1949489"/>
                  </a:lnTo>
                  <a:lnTo>
                    <a:pt x="2889751" y="1980317"/>
                  </a:lnTo>
                  <a:lnTo>
                    <a:pt x="2888844" y="2009333"/>
                  </a:lnTo>
                  <a:lnTo>
                    <a:pt x="2885217" y="2037442"/>
                  </a:lnTo>
                  <a:lnTo>
                    <a:pt x="2877057" y="2064644"/>
                  </a:lnTo>
                  <a:lnTo>
                    <a:pt x="2865269" y="2087312"/>
                  </a:lnTo>
                  <a:lnTo>
                    <a:pt x="2849854" y="2109074"/>
                  </a:lnTo>
                  <a:lnTo>
                    <a:pt x="2831718" y="2128116"/>
                  </a:lnTo>
                  <a:lnTo>
                    <a:pt x="2810864" y="2147156"/>
                  </a:lnTo>
                  <a:lnTo>
                    <a:pt x="2789104" y="2164385"/>
                  </a:lnTo>
                  <a:lnTo>
                    <a:pt x="2766436" y="2181613"/>
                  </a:lnTo>
                  <a:lnTo>
                    <a:pt x="2742860" y="2198842"/>
                  </a:lnTo>
                  <a:lnTo>
                    <a:pt x="2721098" y="2216069"/>
                  </a:lnTo>
                  <a:lnTo>
                    <a:pt x="2700244" y="2234203"/>
                  </a:lnTo>
                  <a:lnTo>
                    <a:pt x="2682110" y="2255059"/>
                  </a:lnTo>
                  <a:lnTo>
                    <a:pt x="2665789" y="2275007"/>
                  </a:lnTo>
                  <a:lnTo>
                    <a:pt x="2653094" y="2297675"/>
                  </a:lnTo>
                  <a:lnTo>
                    <a:pt x="2642213" y="2322157"/>
                  </a:lnTo>
                  <a:lnTo>
                    <a:pt x="2633146" y="2348452"/>
                  </a:lnTo>
                  <a:lnTo>
                    <a:pt x="2624986" y="2375655"/>
                  </a:lnTo>
                  <a:lnTo>
                    <a:pt x="2617732" y="2402858"/>
                  </a:lnTo>
                  <a:lnTo>
                    <a:pt x="2610477" y="2430967"/>
                  </a:lnTo>
                  <a:lnTo>
                    <a:pt x="2602317" y="2457261"/>
                  </a:lnTo>
                  <a:lnTo>
                    <a:pt x="2593250" y="2483556"/>
                  </a:lnTo>
                  <a:lnTo>
                    <a:pt x="2582369" y="2508038"/>
                  </a:lnTo>
                  <a:lnTo>
                    <a:pt x="2568768" y="2529801"/>
                  </a:lnTo>
                  <a:lnTo>
                    <a:pt x="2552448" y="2549749"/>
                  </a:lnTo>
                  <a:lnTo>
                    <a:pt x="2532500" y="2566069"/>
                  </a:lnTo>
                  <a:lnTo>
                    <a:pt x="2510738" y="2579670"/>
                  </a:lnTo>
                  <a:lnTo>
                    <a:pt x="2486255" y="2590552"/>
                  </a:lnTo>
                  <a:lnTo>
                    <a:pt x="2459961" y="2599619"/>
                  </a:lnTo>
                  <a:lnTo>
                    <a:pt x="2433665" y="2607779"/>
                  </a:lnTo>
                  <a:lnTo>
                    <a:pt x="2405556" y="2615034"/>
                  </a:lnTo>
                  <a:lnTo>
                    <a:pt x="2378355" y="2622287"/>
                  </a:lnTo>
                  <a:lnTo>
                    <a:pt x="2351153" y="2630448"/>
                  </a:lnTo>
                  <a:lnTo>
                    <a:pt x="2324858" y="2639517"/>
                  </a:lnTo>
                  <a:lnTo>
                    <a:pt x="2300376" y="2650397"/>
                  </a:lnTo>
                  <a:lnTo>
                    <a:pt x="2277709" y="2663091"/>
                  </a:lnTo>
                  <a:lnTo>
                    <a:pt x="2257760" y="2679412"/>
                  </a:lnTo>
                  <a:lnTo>
                    <a:pt x="2236905" y="2697548"/>
                  </a:lnTo>
                  <a:lnTo>
                    <a:pt x="2218769" y="2718403"/>
                  </a:lnTo>
                  <a:lnTo>
                    <a:pt x="2201542" y="2740164"/>
                  </a:lnTo>
                  <a:lnTo>
                    <a:pt x="2184315" y="2762832"/>
                  </a:lnTo>
                  <a:lnTo>
                    <a:pt x="2167088" y="2785501"/>
                  </a:lnTo>
                  <a:lnTo>
                    <a:pt x="2149858" y="2807263"/>
                  </a:lnTo>
                  <a:lnTo>
                    <a:pt x="2130817" y="2828117"/>
                  </a:lnTo>
                  <a:lnTo>
                    <a:pt x="2111775" y="2846252"/>
                  </a:lnTo>
                  <a:lnTo>
                    <a:pt x="2090015" y="2861666"/>
                  </a:lnTo>
                  <a:lnTo>
                    <a:pt x="2067346" y="2873455"/>
                  </a:lnTo>
                  <a:lnTo>
                    <a:pt x="2040145" y="2881614"/>
                  </a:lnTo>
                  <a:lnTo>
                    <a:pt x="2012036" y="2885242"/>
                  </a:lnTo>
                  <a:lnTo>
                    <a:pt x="1983021" y="2886149"/>
                  </a:lnTo>
                  <a:lnTo>
                    <a:pt x="1952192" y="2883428"/>
                  </a:lnTo>
                  <a:lnTo>
                    <a:pt x="1921363" y="2879802"/>
                  </a:lnTo>
                  <a:lnTo>
                    <a:pt x="1890534" y="2875267"/>
                  </a:lnTo>
                  <a:lnTo>
                    <a:pt x="1859705" y="2871641"/>
                  </a:lnTo>
                  <a:lnTo>
                    <a:pt x="1828877" y="2869827"/>
                  </a:lnTo>
                  <a:lnTo>
                    <a:pt x="1798954" y="2869827"/>
                  </a:lnTo>
                  <a:lnTo>
                    <a:pt x="1770845" y="2873455"/>
                  </a:lnTo>
                  <a:lnTo>
                    <a:pt x="1741831" y="2880708"/>
                  </a:lnTo>
                  <a:lnTo>
                    <a:pt x="1715535" y="2891590"/>
                  </a:lnTo>
                  <a:lnTo>
                    <a:pt x="1688333" y="2906097"/>
                  </a:lnTo>
                  <a:lnTo>
                    <a:pt x="1661132" y="2920605"/>
                  </a:lnTo>
                  <a:lnTo>
                    <a:pt x="1633930" y="2936927"/>
                  </a:lnTo>
                  <a:lnTo>
                    <a:pt x="1607633" y="2952341"/>
                  </a:lnTo>
                  <a:lnTo>
                    <a:pt x="1579526" y="2965941"/>
                  </a:lnTo>
                  <a:lnTo>
                    <a:pt x="1552324" y="2976823"/>
                  </a:lnTo>
                  <a:lnTo>
                    <a:pt x="1524214" y="2984076"/>
                  </a:lnTo>
                  <a:lnTo>
                    <a:pt x="1495200" y="2986796"/>
                  </a:lnTo>
                  <a:lnTo>
                    <a:pt x="1466185" y="2984076"/>
                  </a:lnTo>
                  <a:lnTo>
                    <a:pt x="1438076" y="2976823"/>
                  </a:lnTo>
                  <a:lnTo>
                    <a:pt x="1410874" y="2965941"/>
                  </a:lnTo>
                  <a:lnTo>
                    <a:pt x="1382765" y="2952341"/>
                  </a:lnTo>
                  <a:lnTo>
                    <a:pt x="1356470" y="2936927"/>
                  </a:lnTo>
                  <a:lnTo>
                    <a:pt x="1329268" y="2920605"/>
                  </a:lnTo>
                  <a:lnTo>
                    <a:pt x="1302066" y="2906097"/>
                  </a:lnTo>
                  <a:lnTo>
                    <a:pt x="1274865" y="2891590"/>
                  </a:lnTo>
                  <a:lnTo>
                    <a:pt x="1247663" y="2880708"/>
                  </a:lnTo>
                  <a:lnTo>
                    <a:pt x="1219554" y="2873455"/>
                  </a:lnTo>
                  <a:lnTo>
                    <a:pt x="1191445" y="2869827"/>
                  </a:lnTo>
                  <a:lnTo>
                    <a:pt x="1161523" y="2869827"/>
                  </a:lnTo>
                  <a:lnTo>
                    <a:pt x="1130694" y="2871641"/>
                  </a:lnTo>
                  <a:lnTo>
                    <a:pt x="1099866" y="2875267"/>
                  </a:lnTo>
                  <a:lnTo>
                    <a:pt x="1069036" y="2879802"/>
                  </a:lnTo>
                  <a:lnTo>
                    <a:pt x="1038207" y="2883428"/>
                  </a:lnTo>
                  <a:lnTo>
                    <a:pt x="1007378" y="2886149"/>
                  </a:lnTo>
                  <a:lnTo>
                    <a:pt x="978364" y="2885242"/>
                  </a:lnTo>
                  <a:lnTo>
                    <a:pt x="950255" y="2881614"/>
                  </a:lnTo>
                  <a:lnTo>
                    <a:pt x="923053" y="2873455"/>
                  </a:lnTo>
                  <a:lnTo>
                    <a:pt x="900384" y="2861666"/>
                  </a:lnTo>
                  <a:lnTo>
                    <a:pt x="878622" y="2846252"/>
                  </a:lnTo>
                  <a:lnTo>
                    <a:pt x="859581" y="2828117"/>
                  </a:lnTo>
                  <a:lnTo>
                    <a:pt x="840540" y="2807263"/>
                  </a:lnTo>
                  <a:lnTo>
                    <a:pt x="823313" y="2785501"/>
                  </a:lnTo>
                  <a:lnTo>
                    <a:pt x="806083" y="2762832"/>
                  </a:lnTo>
                  <a:lnTo>
                    <a:pt x="788856" y="2740164"/>
                  </a:lnTo>
                  <a:lnTo>
                    <a:pt x="771629" y="2718403"/>
                  </a:lnTo>
                  <a:lnTo>
                    <a:pt x="753494" y="2697548"/>
                  </a:lnTo>
                  <a:lnTo>
                    <a:pt x="732639" y="2679412"/>
                  </a:lnTo>
                  <a:lnTo>
                    <a:pt x="712691" y="2663091"/>
                  </a:lnTo>
                  <a:lnTo>
                    <a:pt x="690023" y="2650397"/>
                  </a:lnTo>
                  <a:lnTo>
                    <a:pt x="665541" y="2639517"/>
                  </a:lnTo>
                  <a:lnTo>
                    <a:pt x="639246" y="2630448"/>
                  </a:lnTo>
                  <a:lnTo>
                    <a:pt x="612044" y="2622287"/>
                  </a:lnTo>
                  <a:lnTo>
                    <a:pt x="584842" y="2615034"/>
                  </a:lnTo>
                  <a:lnTo>
                    <a:pt x="556733" y="2607779"/>
                  </a:lnTo>
                  <a:lnTo>
                    <a:pt x="530438" y="2599619"/>
                  </a:lnTo>
                  <a:lnTo>
                    <a:pt x="504143" y="2590552"/>
                  </a:lnTo>
                  <a:lnTo>
                    <a:pt x="479662" y="2579670"/>
                  </a:lnTo>
                  <a:lnTo>
                    <a:pt x="457900" y="2566069"/>
                  </a:lnTo>
                  <a:lnTo>
                    <a:pt x="437951" y="2549749"/>
                  </a:lnTo>
                  <a:lnTo>
                    <a:pt x="421632" y="2529801"/>
                  </a:lnTo>
                  <a:lnTo>
                    <a:pt x="408030" y="2508038"/>
                  </a:lnTo>
                  <a:lnTo>
                    <a:pt x="397149" y="2483556"/>
                  </a:lnTo>
                  <a:lnTo>
                    <a:pt x="388082" y="2457261"/>
                  </a:lnTo>
                  <a:lnTo>
                    <a:pt x="379921" y="2430967"/>
                  </a:lnTo>
                  <a:lnTo>
                    <a:pt x="372668" y="2402858"/>
                  </a:lnTo>
                  <a:lnTo>
                    <a:pt x="365414" y="2375655"/>
                  </a:lnTo>
                  <a:lnTo>
                    <a:pt x="357253" y="2348452"/>
                  </a:lnTo>
                  <a:lnTo>
                    <a:pt x="348185" y="2322157"/>
                  </a:lnTo>
                  <a:lnTo>
                    <a:pt x="337304" y="2297675"/>
                  </a:lnTo>
                  <a:lnTo>
                    <a:pt x="324611" y="2275007"/>
                  </a:lnTo>
                  <a:lnTo>
                    <a:pt x="308290" y="2255059"/>
                  </a:lnTo>
                  <a:lnTo>
                    <a:pt x="290155" y="2234203"/>
                  </a:lnTo>
                  <a:lnTo>
                    <a:pt x="269300" y="2216069"/>
                  </a:lnTo>
                  <a:lnTo>
                    <a:pt x="246631" y="2198842"/>
                  </a:lnTo>
                  <a:lnTo>
                    <a:pt x="223963" y="2181613"/>
                  </a:lnTo>
                  <a:lnTo>
                    <a:pt x="201296" y="2164385"/>
                  </a:lnTo>
                  <a:lnTo>
                    <a:pt x="179534" y="2147156"/>
                  </a:lnTo>
                  <a:lnTo>
                    <a:pt x="158679" y="2128116"/>
                  </a:lnTo>
                  <a:lnTo>
                    <a:pt x="140545" y="2109074"/>
                  </a:lnTo>
                  <a:lnTo>
                    <a:pt x="125130" y="2087312"/>
                  </a:lnTo>
                  <a:lnTo>
                    <a:pt x="113343" y="2064644"/>
                  </a:lnTo>
                  <a:lnTo>
                    <a:pt x="105182" y="2037442"/>
                  </a:lnTo>
                  <a:lnTo>
                    <a:pt x="101555" y="2009333"/>
                  </a:lnTo>
                  <a:lnTo>
                    <a:pt x="100648" y="1980317"/>
                  </a:lnTo>
                  <a:lnTo>
                    <a:pt x="103368" y="1949489"/>
                  </a:lnTo>
                  <a:lnTo>
                    <a:pt x="106995" y="1918659"/>
                  </a:lnTo>
                  <a:lnTo>
                    <a:pt x="111528" y="1887829"/>
                  </a:lnTo>
                  <a:lnTo>
                    <a:pt x="115156" y="1857001"/>
                  </a:lnTo>
                  <a:lnTo>
                    <a:pt x="116970" y="1826171"/>
                  </a:lnTo>
                  <a:lnTo>
                    <a:pt x="116970" y="1796249"/>
                  </a:lnTo>
                  <a:lnTo>
                    <a:pt x="113343" y="1768140"/>
                  </a:lnTo>
                  <a:lnTo>
                    <a:pt x="106089" y="1740031"/>
                  </a:lnTo>
                  <a:lnTo>
                    <a:pt x="95208" y="1713736"/>
                  </a:lnTo>
                  <a:lnTo>
                    <a:pt x="81606" y="1686534"/>
                  </a:lnTo>
                  <a:lnTo>
                    <a:pt x="66192" y="1659332"/>
                  </a:lnTo>
                  <a:lnTo>
                    <a:pt x="49872" y="1632130"/>
                  </a:lnTo>
                  <a:lnTo>
                    <a:pt x="34458" y="1605834"/>
                  </a:lnTo>
                  <a:lnTo>
                    <a:pt x="20855" y="1577725"/>
                  </a:lnTo>
                  <a:lnTo>
                    <a:pt x="9975" y="1550523"/>
                  </a:lnTo>
                  <a:lnTo>
                    <a:pt x="2721" y="1522414"/>
                  </a:lnTo>
                  <a:lnTo>
                    <a:pt x="0" y="1493398"/>
                  </a:lnTo>
                  <a:lnTo>
                    <a:pt x="2721" y="1464384"/>
                  </a:lnTo>
                  <a:lnTo>
                    <a:pt x="9975" y="1436275"/>
                  </a:lnTo>
                  <a:lnTo>
                    <a:pt x="20855" y="1409071"/>
                  </a:lnTo>
                  <a:lnTo>
                    <a:pt x="34458" y="1380964"/>
                  </a:lnTo>
                  <a:lnTo>
                    <a:pt x="49872" y="1354668"/>
                  </a:lnTo>
                  <a:lnTo>
                    <a:pt x="66192" y="1327465"/>
                  </a:lnTo>
                  <a:lnTo>
                    <a:pt x="81606" y="1300263"/>
                  </a:lnTo>
                  <a:lnTo>
                    <a:pt x="95208" y="1273062"/>
                  </a:lnTo>
                  <a:lnTo>
                    <a:pt x="106089" y="1246765"/>
                  </a:lnTo>
                  <a:lnTo>
                    <a:pt x="113343" y="1218656"/>
                  </a:lnTo>
                  <a:lnTo>
                    <a:pt x="116970" y="1190548"/>
                  </a:lnTo>
                  <a:lnTo>
                    <a:pt x="116970" y="1160626"/>
                  </a:lnTo>
                  <a:lnTo>
                    <a:pt x="115156" y="1129796"/>
                  </a:lnTo>
                  <a:lnTo>
                    <a:pt x="111528" y="1098967"/>
                  </a:lnTo>
                  <a:lnTo>
                    <a:pt x="106995" y="1068137"/>
                  </a:lnTo>
                  <a:lnTo>
                    <a:pt x="103368" y="1037309"/>
                  </a:lnTo>
                  <a:lnTo>
                    <a:pt x="100648" y="1006481"/>
                  </a:lnTo>
                  <a:lnTo>
                    <a:pt x="101555" y="977465"/>
                  </a:lnTo>
                  <a:lnTo>
                    <a:pt x="105182" y="949356"/>
                  </a:lnTo>
                  <a:lnTo>
                    <a:pt x="113343" y="922153"/>
                  </a:lnTo>
                  <a:lnTo>
                    <a:pt x="125130" y="899485"/>
                  </a:lnTo>
                  <a:lnTo>
                    <a:pt x="140545" y="877723"/>
                  </a:lnTo>
                  <a:lnTo>
                    <a:pt x="158679" y="858682"/>
                  </a:lnTo>
                  <a:lnTo>
                    <a:pt x="179534" y="839640"/>
                  </a:lnTo>
                  <a:lnTo>
                    <a:pt x="201296" y="822412"/>
                  </a:lnTo>
                  <a:lnTo>
                    <a:pt x="223963" y="805184"/>
                  </a:lnTo>
                  <a:lnTo>
                    <a:pt x="246631" y="787956"/>
                  </a:lnTo>
                  <a:lnTo>
                    <a:pt x="269300" y="770728"/>
                  </a:lnTo>
                  <a:lnTo>
                    <a:pt x="290155" y="752593"/>
                  </a:lnTo>
                  <a:lnTo>
                    <a:pt x="308290" y="731739"/>
                  </a:lnTo>
                  <a:lnTo>
                    <a:pt x="324611" y="711789"/>
                  </a:lnTo>
                  <a:lnTo>
                    <a:pt x="337304" y="689121"/>
                  </a:lnTo>
                  <a:lnTo>
                    <a:pt x="348185" y="664641"/>
                  </a:lnTo>
                  <a:lnTo>
                    <a:pt x="357253" y="638344"/>
                  </a:lnTo>
                  <a:lnTo>
                    <a:pt x="365414" y="611141"/>
                  </a:lnTo>
                  <a:lnTo>
                    <a:pt x="372668" y="583940"/>
                  </a:lnTo>
                  <a:lnTo>
                    <a:pt x="379921" y="555831"/>
                  </a:lnTo>
                  <a:lnTo>
                    <a:pt x="388082" y="529536"/>
                  </a:lnTo>
                  <a:lnTo>
                    <a:pt x="397149" y="503239"/>
                  </a:lnTo>
                  <a:lnTo>
                    <a:pt x="408030" y="478758"/>
                  </a:lnTo>
                  <a:lnTo>
                    <a:pt x="421632" y="456997"/>
                  </a:lnTo>
                  <a:lnTo>
                    <a:pt x="437951" y="437048"/>
                  </a:lnTo>
                  <a:lnTo>
                    <a:pt x="457900" y="420727"/>
                  </a:lnTo>
                  <a:lnTo>
                    <a:pt x="479662" y="407126"/>
                  </a:lnTo>
                  <a:lnTo>
                    <a:pt x="504143" y="396244"/>
                  </a:lnTo>
                  <a:lnTo>
                    <a:pt x="530438" y="387178"/>
                  </a:lnTo>
                  <a:lnTo>
                    <a:pt x="556733" y="379017"/>
                  </a:lnTo>
                  <a:lnTo>
                    <a:pt x="584842" y="371762"/>
                  </a:lnTo>
                  <a:lnTo>
                    <a:pt x="612044" y="364509"/>
                  </a:lnTo>
                  <a:lnTo>
                    <a:pt x="639246" y="356348"/>
                  </a:lnTo>
                  <a:lnTo>
                    <a:pt x="665541" y="347282"/>
                  </a:lnTo>
                  <a:lnTo>
                    <a:pt x="690023" y="336400"/>
                  </a:lnTo>
                  <a:lnTo>
                    <a:pt x="712691" y="323707"/>
                  </a:lnTo>
                  <a:lnTo>
                    <a:pt x="732639" y="307385"/>
                  </a:lnTo>
                  <a:lnTo>
                    <a:pt x="753494" y="289249"/>
                  </a:lnTo>
                  <a:lnTo>
                    <a:pt x="771629" y="268395"/>
                  </a:lnTo>
                  <a:lnTo>
                    <a:pt x="788856" y="246632"/>
                  </a:lnTo>
                  <a:lnTo>
                    <a:pt x="806083" y="223964"/>
                  </a:lnTo>
                  <a:lnTo>
                    <a:pt x="823313" y="201296"/>
                  </a:lnTo>
                  <a:lnTo>
                    <a:pt x="840540" y="179535"/>
                  </a:lnTo>
                  <a:lnTo>
                    <a:pt x="859581" y="158680"/>
                  </a:lnTo>
                  <a:lnTo>
                    <a:pt x="878622" y="140545"/>
                  </a:lnTo>
                  <a:lnTo>
                    <a:pt x="900384" y="125130"/>
                  </a:lnTo>
                  <a:lnTo>
                    <a:pt x="923053" y="113343"/>
                  </a:lnTo>
                  <a:lnTo>
                    <a:pt x="950255" y="105182"/>
                  </a:lnTo>
                  <a:lnTo>
                    <a:pt x="978364" y="101554"/>
                  </a:lnTo>
                  <a:lnTo>
                    <a:pt x="1007378" y="100648"/>
                  </a:lnTo>
                  <a:lnTo>
                    <a:pt x="1038207" y="103369"/>
                  </a:lnTo>
                  <a:lnTo>
                    <a:pt x="1069036" y="106996"/>
                  </a:lnTo>
                  <a:lnTo>
                    <a:pt x="1099866" y="111529"/>
                  </a:lnTo>
                  <a:lnTo>
                    <a:pt x="1130694" y="115157"/>
                  </a:lnTo>
                  <a:lnTo>
                    <a:pt x="1161523" y="116970"/>
                  </a:lnTo>
                  <a:lnTo>
                    <a:pt x="1191445" y="116970"/>
                  </a:lnTo>
                  <a:lnTo>
                    <a:pt x="1219554" y="113343"/>
                  </a:lnTo>
                  <a:lnTo>
                    <a:pt x="1247663" y="106088"/>
                  </a:lnTo>
                  <a:lnTo>
                    <a:pt x="1274865" y="95209"/>
                  </a:lnTo>
                  <a:lnTo>
                    <a:pt x="1302066" y="80699"/>
                  </a:lnTo>
                  <a:lnTo>
                    <a:pt x="1329268" y="66192"/>
                  </a:lnTo>
                  <a:lnTo>
                    <a:pt x="1356470" y="49872"/>
                  </a:lnTo>
                  <a:lnTo>
                    <a:pt x="1382765" y="34456"/>
                  </a:lnTo>
                  <a:lnTo>
                    <a:pt x="1410874" y="20855"/>
                  </a:lnTo>
                  <a:lnTo>
                    <a:pt x="1438076" y="9974"/>
                  </a:lnTo>
                  <a:lnTo>
                    <a:pt x="1466185" y="272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67042D35-575D-4898-836D-DA0D5671C7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0805" y="2554317"/>
              <a:ext cx="3185554" cy="3181684"/>
            </a:xfrm>
            <a:custGeom>
              <a:avLst/>
              <a:gdLst>
                <a:gd name="connsiteX0" fmla="*/ 3095991 w 6191980"/>
                <a:gd name="connsiteY0" fmla="*/ 0 h 6184462"/>
                <a:gd name="connsiteX1" fmla="*/ 3156069 w 6191980"/>
                <a:gd name="connsiteY1" fmla="*/ 5631 h 6184462"/>
                <a:gd name="connsiteX2" fmla="*/ 3214272 w 6191980"/>
                <a:gd name="connsiteY2" fmla="*/ 20652 h 6184462"/>
                <a:gd name="connsiteX3" fmla="*/ 3270598 w 6191980"/>
                <a:gd name="connsiteY3" fmla="*/ 43182 h 6184462"/>
                <a:gd name="connsiteX4" fmla="*/ 3328798 w 6191980"/>
                <a:gd name="connsiteY4" fmla="*/ 71344 h 6184462"/>
                <a:gd name="connsiteX5" fmla="*/ 3383247 w 6191980"/>
                <a:gd name="connsiteY5" fmla="*/ 103262 h 6184462"/>
                <a:gd name="connsiteX6" fmla="*/ 3439573 w 6191980"/>
                <a:gd name="connsiteY6" fmla="*/ 137057 h 6184462"/>
                <a:gd name="connsiteX7" fmla="*/ 3495897 w 6191980"/>
                <a:gd name="connsiteY7" fmla="*/ 167096 h 6184462"/>
                <a:gd name="connsiteX8" fmla="*/ 3552221 w 6191980"/>
                <a:gd name="connsiteY8" fmla="*/ 197137 h 6184462"/>
                <a:gd name="connsiteX9" fmla="*/ 3606669 w 6191980"/>
                <a:gd name="connsiteY9" fmla="*/ 219666 h 6184462"/>
                <a:gd name="connsiteX10" fmla="*/ 3666749 w 6191980"/>
                <a:gd name="connsiteY10" fmla="*/ 234686 h 6184462"/>
                <a:gd name="connsiteX11" fmla="*/ 3724950 w 6191980"/>
                <a:gd name="connsiteY11" fmla="*/ 242197 h 6184462"/>
                <a:gd name="connsiteX12" fmla="*/ 3786907 w 6191980"/>
                <a:gd name="connsiteY12" fmla="*/ 242197 h 6184462"/>
                <a:gd name="connsiteX13" fmla="*/ 3850743 w 6191980"/>
                <a:gd name="connsiteY13" fmla="*/ 238443 h 6184462"/>
                <a:gd name="connsiteX14" fmla="*/ 3914577 w 6191980"/>
                <a:gd name="connsiteY14" fmla="*/ 230932 h 6184462"/>
                <a:gd name="connsiteX15" fmla="*/ 3978413 w 6191980"/>
                <a:gd name="connsiteY15" fmla="*/ 221545 h 6184462"/>
                <a:gd name="connsiteX16" fmla="*/ 4042247 w 6191980"/>
                <a:gd name="connsiteY16" fmla="*/ 214035 h 6184462"/>
                <a:gd name="connsiteX17" fmla="*/ 4106083 w 6191980"/>
                <a:gd name="connsiteY17" fmla="*/ 208401 h 6184462"/>
                <a:gd name="connsiteX18" fmla="*/ 4166161 w 6191980"/>
                <a:gd name="connsiteY18" fmla="*/ 210279 h 6184462"/>
                <a:gd name="connsiteX19" fmla="*/ 4224364 w 6191980"/>
                <a:gd name="connsiteY19" fmla="*/ 217789 h 6184462"/>
                <a:gd name="connsiteX20" fmla="*/ 4280690 w 6191980"/>
                <a:gd name="connsiteY20" fmla="*/ 234686 h 6184462"/>
                <a:gd name="connsiteX21" fmla="*/ 4327628 w 6191980"/>
                <a:gd name="connsiteY21" fmla="*/ 259094 h 6184462"/>
                <a:gd name="connsiteX22" fmla="*/ 4372686 w 6191980"/>
                <a:gd name="connsiteY22" fmla="*/ 291012 h 6184462"/>
                <a:gd name="connsiteX23" fmla="*/ 4412114 w 6191980"/>
                <a:gd name="connsiteY23" fmla="*/ 328561 h 6184462"/>
                <a:gd name="connsiteX24" fmla="*/ 4451542 w 6191980"/>
                <a:gd name="connsiteY24" fmla="*/ 371743 h 6184462"/>
                <a:gd name="connsiteX25" fmla="*/ 4487214 w 6191980"/>
                <a:gd name="connsiteY25" fmla="*/ 416803 h 6184462"/>
                <a:gd name="connsiteX26" fmla="*/ 4522886 w 6191980"/>
                <a:gd name="connsiteY26" fmla="*/ 463741 h 6184462"/>
                <a:gd name="connsiteX27" fmla="*/ 4558559 w 6191980"/>
                <a:gd name="connsiteY27" fmla="*/ 510678 h 6184462"/>
                <a:gd name="connsiteX28" fmla="*/ 4594231 w 6191980"/>
                <a:gd name="connsiteY28" fmla="*/ 555737 h 6184462"/>
                <a:gd name="connsiteX29" fmla="*/ 4631782 w 6191980"/>
                <a:gd name="connsiteY29" fmla="*/ 598919 h 6184462"/>
                <a:gd name="connsiteX30" fmla="*/ 4674964 w 6191980"/>
                <a:gd name="connsiteY30" fmla="*/ 636471 h 6184462"/>
                <a:gd name="connsiteX31" fmla="*/ 4716270 w 6191980"/>
                <a:gd name="connsiteY31" fmla="*/ 670266 h 6184462"/>
                <a:gd name="connsiteX32" fmla="*/ 4763206 w 6191980"/>
                <a:gd name="connsiteY32" fmla="*/ 696549 h 6184462"/>
                <a:gd name="connsiteX33" fmla="*/ 4813899 w 6191980"/>
                <a:gd name="connsiteY33" fmla="*/ 719079 h 6184462"/>
                <a:gd name="connsiteX34" fmla="*/ 4868345 w 6191980"/>
                <a:gd name="connsiteY34" fmla="*/ 737854 h 6184462"/>
                <a:gd name="connsiteX35" fmla="*/ 4924669 w 6191980"/>
                <a:gd name="connsiteY35" fmla="*/ 754751 h 6184462"/>
                <a:gd name="connsiteX36" fmla="*/ 4980995 w 6191980"/>
                <a:gd name="connsiteY36" fmla="*/ 769772 h 6184462"/>
                <a:gd name="connsiteX37" fmla="*/ 5039198 w 6191980"/>
                <a:gd name="connsiteY37" fmla="*/ 784792 h 6184462"/>
                <a:gd name="connsiteX38" fmla="*/ 5093644 w 6191980"/>
                <a:gd name="connsiteY38" fmla="*/ 801690 h 6184462"/>
                <a:gd name="connsiteX39" fmla="*/ 5148091 w 6191980"/>
                <a:gd name="connsiteY39" fmla="*/ 820464 h 6184462"/>
                <a:gd name="connsiteX40" fmla="*/ 5198784 w 6191980"/>
                <a:gd name="connsiteY40" fmla="*/ 842995 h 6184462"/>
                <a:gd name="connsiteX41" fmla="*/ 5243845 w 6191980"/>
                <a:gd name="connsiteY41" fmla="*/ 871157 h 6184462"/>
                <a:gd name="connsiteX42" fmla="*/ 5285151 w 6191980"/>
                <a:gd name="connsiteY42" fmla="*/ 904952 h 6184462"/>
                <a:gd name="connsiteX43" fmla="*/ 5318944 w 6191980"/>
                <a:gd name="connsiteY43" fmla="*/ 946257 h 6184462"/>
                <a:gd name="connsiteX44" fmla="*/ 5347108 w 6191980"/>
                <a:gd name="connsiteY44" fmla="*/ 991317 h 6184462"/>
                <a:gd name="connsiteX45" fmla="*/ 5369636 w 6191980"/>
                <a:gd name="connsiteY45" fmla="*/ 1042007 h 6184462"/>
                <a:gd name="connsiteX46" fmla="*/ 5388410 w 6191980"/>
                <a:gd name="connsiteY46" fmla="*/ 1096456 h 6184462"/>
                <a:gd name="connsiteX47" fmla="*/ 5405308 w 6191980"/>
                <a:gd name="connsiteY47" fmla="*/ 1150903 h 6184462"/>
                <a:gd name="connsiteX48" fmla="*/ 5420328 w 6191980"/>
                <a:gd name="connsiteY48" fmla="*/ 1209105 h 6184462"/>
                <a:gd name="connsiteX49" fmla="*/ 5435349 w 6191980"/>
                <a:gd name="connsiteY49" fmla="*/ 1265429 h 6184462"/>
                <a:gd name="connsiteX50" fmla="*/ 5452246 w 6191980"/>
                <a:gd name="connsiteY50" fmla="*/ 1321755 h 6184462"/>
                <a:gd name="connsiteX51" fmla="*/ 5471021 w 6191980"/>
                <a:gd name="connsiteY51" fmla="*/ 1376203 h 6184462"/>
                <a:gd name="connsiteX52" fmla="*/ 5493550 w 6191980"/>
                <a:gd name="connsiteY52" fmla="*/ 1426896 h 6184462"/>
                <a:gd name="connsiteX53" fmla="*/ 5519836 w 6191980"/>
                <a:gd name="connsiteY53" fmla="*/ 1473832 h 6184462"/>
                <a:gd name="connsiteX54" fmla="*/ 5553632 w 6191980"/>
                <a:gd name="connsiteY54" fmla="*/ 1515138 h 6184462"/>
                <a:gd name="connsiteX55" fmla="*/ 5591181 w 6191980"/>
                <a:gd name="connsiteY55" fmla="*/ 1558320 h 6184462"/>
                <a:gd name="connsiteX56" fmla="*/ 5634364 w 6191980"/>
                <a:gd name="connsiteY56" fmla="*/ 1595869 h 6184462"/>
                <a:gd name="connsiteX57" fmla="*/ 5679425 w 6191980"/>
                <a:gd name="connsiteY57" fmla="*/ 1631541 h 6184462"/>
                <a:gd name="connsiteX58" fmla="*/ 5728238 w 6191980"/>
                <a:gd name="connsiteY58" fmla="*/ 1667213 h 6184462"/>
                <a:gd name="connsiteX59" fmla="*/ 5775175 w 6191980"/>
                <a:gd name="connsiteY59" fmla="*/ 1702885 h 6184462"/>
                <a:gd name="connsiteX60" fmla="*/ 5820236 w 6191980"/>
                <a:gd name="connsiteY60" fmla="*/ 1738560 h 6184462"/>
                <a:gd name="connsiteX61" fmla="*/ 5863416 w 6191980"/>
                <a:gd name="connsiteY61" fmla="*/ 1777986 h 6184462"/>
                <a:gd name="connsiteX62" fmla="*/ 5900968 w 6191980"/>
                <a:gd name="connsiteY62" fmla="*/ 1817414 h 6184462"/>
                <a:gd name="connsiteX63" fmla="*/ 5932886 w 6191980"/>
                <a:gd name="connsiteY63" fmla="*/ 1862474 h 6184462"/>
                <a:gd name="connsiteX64" fmla="*/ 5957294 w 6191980"/>
                <a:gd name="connsiteY64" fmla="*/ 1909410 h 6184462"/>
                <a:gd name="connsiteX65" fmla="*/ 5974191 w 6191980"/>
                <a:gd name="connsiteY65" fmla="*/ 1965736 h 6184462"/>
                <a:gd name="connsiteX66" fmla="*/ 5981700 w 6191980"/>
                <a:gd name="connsiteY66" fmla="*/ 2023938 h 6184462"/>
                <a:gd name="connsiteX67" fmla="*/ 5983578 w 6191980"/>
                <a:gd name="connsiteY67" fmla="*/ 2084018 h 6184462"/>
                <a:gd name="connsiteX68" fmla="*/ 5977945 w 6191980"/>
                <a:gd name="connsiteY68" fmla="*/ 2147852 h 6184462"/>
                <a:gd name="connsiteX69" fmla="*/ 5970435 w 6191980"/>
                <a:gd name="connsiteY69" fmla="*/ 2211686 h 6184462"/>
                <a:gd name="connsiteX70" fmla="*/ 5961048 w 6191980"/>
                <a:gd name="connsiteY70" fmla="*/ 2275522 h 6184462"/>
                <a:gd name="connsiteX71" fmla="*/ 5953538 w 6191980"/>
                <a:gd name="connsiteY71" fmla="*/ 2339356 h 6184462"/>
                <a:gd name="connsiteX72" fmla="*/ 5949784 w 6191980"/>
                <a:gd name="connsiteY72" fmla="*/ 2403192 h 6184462"/>
                <a:gd name="connsiteX73" fmla="*/ 5949784 w 6191980"/>
                <a:gd name="connsiteY73" fmla="*/ 2465149 h 6184462"/>
                <a:gd name="connsiteX74" fmla="*/ 5957294 w 6191980"/>
                <a:gd name="connsiteY74" fmla="*/ 2523350 h 6184462"/>
                <a:gd name="connsiteX75" fmla="*/ 5972312 w 6191980"/>
                <a:gd name="connsiteY75" fmla="*/ 2581552 h 6184462"/>
                <a:gd name="connsiteX76" fmla="*/ 5994843 w 6191980"/>
                <a:gd name="connsiteY76" fmla="*/ 2636001 h 6184462"/>
                <a:gd name="connsiteX77" fmla="*/ 6024884 w 6191980"/>
                <a:gd name="connsiteY77" fmla="*/ 2692325 h 6184462"/>
                <a:gd name="connsiteX78" fmla="*/ 6054922 w 6191980"/>
                <a:gd name="connsiteY78" fmla="*/ 2748651 h 6184462"/>
                <a:gd name="connsiteX79" fmla="*/ 6088718 w 6191980"/>
                <a:gd name="connsiteY79" fmla="*/ 2804974 h 6184462"/>
                <a:gd name="connsiteX80" fmla="*/ 6120634 w 6191980"/>
                <a:gd name="connsiteY80" fmla="*/ 2859423 h 6184462"/>
                <a:gd name="connsiteX81" fmla="*/ 6148798 w 6191980"/>
                <a:gd name="connsiteY81" fmla="*/ 2917624 h 6184462"/>
                <a:gd name="connsiteX82" fmla="*/ 6171326 w 6191980"/>
                <a:gd name="connsiteY82" fmla="*/ 2973950 h 6184462"/>
                <a:gd name="connsiteX83" fmla="*/ 6186347 w 6191980"/>
                <a:gd name="connsiteY83" fmla="*/ 3032152 h 6184462"/>
                <a:gd name="connsiteX84" fmla="*/ 6191980 w 6191980"/>
                <a:gd name="connsiteY84" fmla="*/ 3092230 h 6184462"/>
                <a:gd name="connsiteX85" fmla="*/ 6186347 w 6191980"/>
                <a:gd name="connsiteY85" fmla="*/ 3152310 h 6184462"/>
                <a:gd name="connsiteX86" fmla="*/ 6171326 w 6191980"/>
                <a:gd name="connsiteY86" fmla="*/ 3210513 h 6184462"/>
                <a:gd name="connsiteX87" fmla="*/ 6148798 w 6191980"/>
                <a:gd name="connsiteY87" fmla="*/ 3266839 h 6184462"/>
                <a:gd name="connsiteX88" fmla="*/ 6120634 w 6191980"/>
                <a:gd name="connsiteY88" fmla="*/ 3325039 h 6184462"/>
                <a:gd name="connsiteX89" fmla="*/ 6088718 w 6191980"/>
                <a:gd name="connsiteY89" fmla="*/ 3379488 h 6184462"/>
                <a:gd name="connsiteX90" fmla="*/ 6054922 w 6191980"/>
                <a:gd name="connsiteY90" fmla="*/ 3435814 h 6184462"/>
                <a:gd name="connsiteX91" fmla="*/ 6024884 w 6191980"/>
                <a:gd name="connsiteY91" fmla="*/ 3492137 h 6184462"/>
                <a:gd name="connsiteX92" fmla="*/ 5994843 w 6191980"/>
                <a:gd name="connsiteY92" fmla="*/ 3548461 h 6184462"/>
                <a:gd name="connsiteX93" fmla="*/ 5972312 w 6191980"/>
                <a:gd name="connsiteY93" fmla="*/ 3602910 h 6184462"/>
                <a:gd name="connsiteX94" fmla="*/ 5957294 w 6191980"/>
                <a:gd name="connsiteY94" fmla="*/ 3661113 h 6184462"/>
                <a:gd name="connsiteX95" fmla="*/ 5949784 w 6191980"/>
                <a:gd name="connsiteY95" fmla="*/ 3719313 h 6184462"/>
                <a:gd name="connsiteX96" fmla="*/ 5949784 w 6191980"/>
                <a:gd name="connsiteY96" fmla="*/ 3781272 h 6184462"/>
                <a:gd name="connsiteX97" fmla="*/ 5953538 w 6191980"/>
                <a:gd name="connsiteY97" fmla="*/ 3845106 h 6184462"/>
                <a:gd name="connsiteX98" fmla="*/ 5961048 w 6191980"/>
                <a:gd name="connsiteY98" fmla="*/ 3908940 h 6184462"/>
                <a:gd name="connsiteX99" fmla="*/ 5970435 w 6191980"/>
                <a:gd name="connsiteY99" fmla="*/ 3972776 h 6184462"/>
                <a:gd name="connsiteX100" fmla="*/ 5977945 w 6191980"/>
                <a:gd name="connsiteY100" fmla="*/ 4036610 h 6184462"/>
                <a:gd name="connsiteX101" fmla="*/ 5983578 w 6191980"/>
                <a:gd name="connsiteY101" fmla="*/ 4100444 h 6184462"/>
                <a:gd name="connsiteX102" fmla="*/ 5981700 w 6191980"/>
                <a:gd name="connsiteY102" fmla="*/ 4160526 h 6184462"/>
                <a:gd name="connsiteX103" fmla="*/ 5974191 w 6191980"/>
                <a:gd name="connsiteY103" fmla="*/ 4218729 h 6184462"/>
                <a:gd name="connsiteX104" fmla="*/ 5957294 w 6191980"/>
                <a:gd name="connsiteY104" fmla="*/ 4275053 h 6184462"/>
                <a:gd name="connsiteX105" fmla="*/ 5932886 w 6191980"/>
                <a:gd name="connsiteY105" fmla="*/ 4321989 h 6184462"/>
                <a:gd name="connsiteX106" fmla="*/ 5900968 w 6191980"/>
                <a:gd name="connsiteY106" fmla="*/ 4367050 h 6184462"/>
                <a:gd name="connsiteX107" fmla="*/ 5863416 w 6191980"/>
                <a:gd name="connsiteY107" fmla="*/ 4406477 h 6184462"/>
                <a:gd name="connsiteX108" fmla="*/ 5820236 w 6191980"/>
                <a:gd name="connsiteY108" fmla="*/ 4445903 h 6184462"/>
                <a:gd name="connsiteX109" fmla="*/ 5775175 w 6191980"/>
                <a:gd name="connsiteY109" fmla="*/ 4481577 h 6184462"/>
                <a:gd name="connsiteX110" fmla="*/ 5728238 w 6191980"/>
                <a:gd name="connsiteY110" fmla="*/ 4517249 h 6184462"/>
                <a:gd name="connsiteX111" fmla="*/ 5679425 w 6191980"/>
                <a:gd name="connsiteY111" fmla="*/ 4552921 h 6184462"/>
                <a:gd name="connsiteX112" fmla="*/ 5634364 w 6191980"/>
                <a:gd name="connsiteY112" fmla="*/ 4588593 h 6184462"/>
                <a:gd name="connsiteX113" fmla="*/ 5591181 w 6191980"/>
                <a:gd name="connsiteY113" fmla="*/ 4626142 h 6184462"/>
                <a:gd name="connsiteX114" fmla="*/ 5553632 w 6191980"/>
                <a:gd name="connsiteY114" fmla="*/ 4669325 h 6184462"/>
                <a:gd name="connsiteX115" fmla="*/ 5519836 w 6191980"/>
                <a:gd name="connsiteY115" fmla="*/ 4710630 h 6184462"/>
                <a:gd name="connsiteX116" fmla="*/ 5493550 w 6191980"/>
                <a:gd name="connsiteY116" fmla="*/ 4757566 h 6184462"/>
                <a:gd name="connsiteX117" fmla="*/ 5471021 w 6191980"/>
                <a:gd name="connsiteY117" fmla="*/ 4808259 h 6184462"/>
                <a:gd name="connsiteX118" fmla="*/ 5452246 w 6191980"/>
                <a:gd name="connsiteY118" fmla="*/ 4862708 h 6184462"/>
                <a:gd name="connsiteX119" fmla="*/ 5435349 w 6191980"/>
                <a:gd name="connsiteY119" fmla="*/ 4919033 h 6184462"/>
                <a:gd name="connsiteX120" fmla="*/ 5420328 w 6191980"/>
                <a:gd name="connsiteY120" fmla="*/ 4975357 h 6184462"/>
                <a:gd name="connsiteX121" fmla="*/ 5405308 w 6191980"/>
                <a:gd name="connsiteY121" fmla="*/ 5033560 h 6184462"/>
                <a:gd name="connsiteX122" fmla="*/ 5388410 w 6191980"/>
                <a:gd name="connsiteY122" fmla="*/ 5088007 h 6184462"/>
                <a:gd name="connsiteX123" fmla="*/ 5369636 w 6191980"/>
                <a:gd name="connsiteY123" fmla="*/ 5142453 h 6184462"/>
                <a:gd name="connsiteX124" fmla="*/ 5347108 w 6191980"/>
                <a:gd name="connsiteY124" fmla="*/ 5193146 h 6184462"/>
                <a:gd name="connsiteX125" fmla="*/ 5318944 w 6191980"/>
                <a:gd name="connsiteY125" fmla="*/ 5238207 h 6184462"/>
                <a:gd name="connsiteX126" fmla="*/ 5285151 w 6191980"/>
                <a:gd name="connsiteY126" fmla="*/ 5279510 h 6184462"/>
                <a:gd name="connsiteX127" fmla="*/ 5243845 w 6191980"/>
                <a:gd name="connsiteY127" fmla="*/ 5313305 h 6184462"/>
                <a:gd name="connsiteX128" fmla="*/ 5198784 w 6191980"/>
                <a:gd name="connsiteY128" fmla="*/ 5341467 h 6184462"/>
                <a:gd name="connsiteX129" fmla="*/ 5148091 w 6191980"/>
                <a:gd name="connsiteY129" fmla="*/ 5363998 h 6184462"/>
                <a:gd name="connsiteX130" fmla="*/ 5093644 w 6191980"/>
                <a:gd name="connsiteY130" fmla="*/ 5382773 h 6184462"/>
                <a:gd name="connsiteX131" fmla="*/ 5039198 w 6191980"/>
                <a:gd name="connsiteY131" fmla="*/ 5399670 h 6184462"/>
                <a:gd name="connsiteX132" fmla="*/ 4980995 w 6191980"/>
                <a:gd name="connsiteY132" fmla="*/ 5414691 h 6184462"/>
                <a:gd name="connsiteX133" fmla="*/ 4924669 w 6191980"/>
                <a:gd name="connsiteY133" fmla="*/ 5429711 h 6184462"/>
                <a:gd name="connsiteX134" fmla="*/ 4868345 w 6191980"/>
                <a:gd name="connsiteY134" fmla="*/ 5446609 h 6184462"/>
                <a:gd name="connsiteX135" fmla="*/ 4813899 w 6191980"/>
                <a:gd name="connsiteY135" fmla="*/ 5465383 h 6184462"/>
                <a:gd name="connsiteX136" fmla="*/ 4763206 w 6191980"/>
                <a:gd name="connsiteY136" fmla="*/ 5487914 h 6184462"/>
                <a:gd name="connsiteX137" fmla="*/ 4716270 w 6191980"/>
                <a:gd name="connsiteY137" fmla="*/ 5514197 h 6184462"/>
                <a:gd name="connsiteX138" fmla="*/ 4674964 w 6191980"/>
                <a:gd name="connsiteY138" fmla="*/ 5547992 h 6184462"/>
                <a:gd name="connsiteX139" fmla="*/ 4631782 w 6191980"/>
                <a:gd name="connsiteY139" fmla="*/ 5585543 h 6184462"/>
                <a:gd name="connsiteX140" fmla="*/ 4594231 w 6191980"/>
                <a:gd name="connsiteY140" fmla="*/ 5628725 h 6184462"/>
                <a:gd name="connsiteX141" fmla="*/ 4558559 w 6191980"/>
                <a:gd name="connsiteY141" fmla="*/ 5673785 h 6184462"/>
                <a:gd name="connsiteX142" fmla="*/ 4522886 w 6191980"/>
                <a:gd name="connsiteY142" fmla="*/ 5720721 h 6184462"/>
                <a:gd name="connsiteX143" fmla="*/ 4487214 w 6191980"/>
                <a:gd name="connsiteY143" fmla="*/ 5767659 h 6184462"/>
                <a:gd name="connsiteX144" fmla="*/ 4451542 w 6191980"/>
                <a:gd name="connsiteY144" fmla="*/ 5812719 h 6184462"/>
                <a:gd name="connsiteX145" fmla="*/ 4412114 w 6191980"/>
                <a:gd name="connsiteY145" fmla="*/ 5855901 h 6184462"/>
                <a:gd name="connsiteX146" fmla="*/ 4372686 w 6191980"/>
                <a:gd name="connsiteY146" fmla="*/ 5893450 h 6184462"/>
                <a:gd name="connsiteX147" fmla="*/ 4327628 w 6191980"/>
                <a:gd name="connsiteY147" fmla="*/ 5925368 h 6184462"/>
                <a:gd name="connsiteX148" fmla="*/ 4280690 w 6191980"/>
                <a:gd name="connsiteY148" fmla="*/ 5949776 h 6184462"/>
                <a:gd name="connsiteX149" fmla="*/ 4224364 w 6191980"/>
                <a:gd name="connsiteY149" fmla="*/ 5966674 h 6184462"/>
                <a:gd name="connsiteX150" fmla="*/ 4166161 w 6191980"/>
                <a:gd name="connsiteY150" fmla="*/ 5974184 h 6184462"/>
                <a:gd name="connsiteX151" fmla="*/ 4106083 w 6191980"/>
                <a:gd name="connsiteY151" fmla="*/ 5976061 h 6184462"/>
                <a:gd name="connsiteX152" fmla="*/ 4042247 w 6191980"/>
                <a:gd name="connsiteY152" fmla="*/ 5970428 h 6184462"/>
                <a:gd name="connsiteX153" fmla="*/ 3978413 w 6191980"/>
                <a:gd name="connsiteY153" fmla="*/ 5962919 h 6184462"/>
                <a:gd name="connsiteX154" fmla="*/ 3914577 w 6191980"/>
                <a:gd name="connsiteY154" fmla="*/ 5953530 h 6184462"/>
                <a:gd name="connsiteX155" fmla="*/ 3850743 w 6191980"/>
                <a:gd name="connsiteY155" fmla="*/ 5946022 h 6184462"/>
                <a:gd name="connsiteX156" fmla="*/ 3786907 w 6191980"/>
                <a:gd name="connsiteY156" fmla="*/ 5942266 h 6184462"/>
                <a:gd name="connsiteX157" fmla="*/ 3724950 w 6191980"/>
                <a:gd name="connsiteY157" fmla="*/ 5942266 h 6184462"/>
                <a:gd name="connsiteX158" fmla="*/ 3666749 w 6191980"/>
                <a:gd name="connsiteY158" fmla="*/ 5949776 h 6184462"/>
                <a:gd name="connsiteX159" fmla="*/ 3606669 w 6191980"/>
                <a:gd name="connsiteY159" fmla="*/ 5964797 h 6184462"/>
                <a:gd name="connsiteX160" fmla="*/ 3552221 w 6191980"/>
                <a:gd name="connsiteY160" fmla="*/ 5987325 h 6184462"/>
                <a:gd name="connsiteX161" fmla="*/ 3495897 w 6191980"/>
                <a:gd name="connsiteY161" fmla="*/ 6017366 h 6184462"/>
                <a:gd name="connsiteX162" fmla="*/ 3439573 w 6191980"/>
                <a:gd name="connsiteY162" fmla="*/ 6047407 h 6184462"/>
                <a:gd name="connsiteX163" fmla="*/ 3383247 w 6191980"/>
                <a:gd name="connsiteY163" fmla="*/ 6081200 h 6184462"/>
                <a:gd name="connsiteX164" fmla="*/ 3328798 w 6191980"/>
                <a:gd name="connsiteY164" fmla="*/ 6113118 h 6184462"/>
                <a:gd name="connsiteX165" fmla="*/ 3270598 w 6191980"/>
                <a:gd name="connsiteY165" fmla="*/ 6141280 h 6184462"/>
                <a:gd name="connsiteX166" fmla="*/ 3214272 w 6191980"/>
                <a:gd name="connsiteY166" fmla="*/ 6163811 h 6184462"/>
                <a:gd name="connsiteX167" fmla="*/ 3156069 w 6191980"/>
                <a:gd name="connsiteY167" fmla="*/ 6178831 h 6184462"/>
                <a:gd name="connsiteX168" fmla="*/ 3095991 w 6191980"/>
                <a:gd name="connsiteY168" fmla="*/ 6184462 h 6184462"/>
                <a:gd name="connsiteX169" fmla="*/ 3035911 w 6191980"/>
                <a:gd name="connsiteY169" fmla="*/ 6178831 h 6184462"/>
                <a:gd name="connsiteX170" fmla="*/ 2977708 w 6191980"/>
                <a:gd name="connsiteY170" fmla="*/ 6163811 h 6184462"/>
                <a:gd name="connsiteX171" fmla="*/ 2921385 w 6191980"/>
                <a:gd name="connsiteY171" fmla="*/ 6141280 h 6184462"/>
                <a:gd name="connsiteX172" fmla="*/ 2863182 w 6191980"/>
                <a:gd name="connsiteY172" fmla="*/ 6113118 h 6184462"/>
                <a:gd name="connsiteX173" fmla="*/ 2808733 w 6191980"/>
                <a:gd name="connsiteY173" fmla="*/ 6081200 h 6184462"/>
                <a:gd name="connsiteX174" fmla="*/ 2752409 w 6191980"/>
                <a:gd name="connsiteY174" fmla="*/ 6047407 h 6184462"/>
                <a:gd name="connsiteX175" fmla="*/ 2696083 w 6191980"/>
                <a:gd name="connsiteY175" fmla="*/ 6017366 h 6184462"/>
                <a:gd name="connsiteX176" fmla="*/ 2639760 w 6191980"/>
                <a:gd name="connsiteY176" fmla="*/ 5987325 h 6184462"/>
                <a:gd name="connsiteX177" fmla="*/ 2583436 w 6191980"/>
                <a:gd name="connsiteY177" fmla="*/ 5964797 h 6184462"/>
                <a:gd name="connsiteX178" fmla="*/ 2525233 w 6191980"/>
                <a:gd name="connsiteY178" fmla="*/ 5949776 h 6184462"/>
                <a:gd name="connsiteX179" fmla="*/ 2467030 w 6191980"/>
                <a:gd name="connsiteY179" fmla="*/ 5942266 h 6184462"/>
                <a:gd name="connsiteX180" fmla="*/ 2405071 w 6191980"/>
                <a:gd name="connsiteY180" fmla="*/ 5942266 h 6184462"/>
                <a:gd name="connsiteX181" fmla="*/ 2341237 w 6191980"/>
                <a:gd name="connsiteY181" fmla="*/ 5946022 h 6184462"/>
                <a:gd name="connsiteX182" fmla="*/ 2277403 w 6191980"/>
                <a:gd name="connsiteY182" fmla="*/ 5953530 h 6184462"/>
                <a:gd name="connsiteX183" fmla="*/ 2213567 w 6191980"/>
                <a:gd name="connsiteY183" fmla="*/ 5962919 h 6184462"/>
                <a:gd name="connsiteX184" fmla="*/ 2149731 w 6191980"/>
                <a:gd name="connsiteY184" fmla="*/ 5970428 h 6184462"/>
                <a:gd name="connsiteX185" fmla="*/ 2085897 w 6191980"/>
                <a:gd name="connsiteY185" fmla="*/ 5976061 h 6184462"/>
                <a:gd name="connsiteX186" fmla="*/ 2025819 w 6191980"/>
                <a:gd name="connsiteY186" fmla="*/ 5974184 h 6184462"/>
                <a:gd name="connsiteX187" fmla="*/ 1967617 w 6191980"/>
                <a:gd name="connsiteY187" fmla="*/ 5966674 h 6184462"/>
                <a:gd name="connsiteX188" fmla="*/ 1911291 w 6191980"/>
                <a:gd name="connsiteY188" fmla="*/ 5949776 h 6184462"/>
                <a:gd name="connsiteX189" fmla="*/ 1864354 w 6191980"/>
                <a:gd name="connsiteY189" fmla="*/ 5925368 h 6184462"/>
                <a:gd name="connsiteX190" fmla="*/ 1819293 w 6191980"/>
                <a:gd name="connsiteY190" fmla="*/ 5893450 h 6184462"/>
                <a:gd name="connsiteX191" fmla="*/ 1779867 w 6191980"/>
                <a:gd name="connsiteY191" fmla="*/ 5855901 h 6184462"/>
                <a:gd name="connsiteX192" fmla="*/ 1740438 w 6191980"/>
                <a:gd name="connsiteY192" fmla="*/ 5812719 h 6184462"/>
                <a:gd name="connsiteX193" fmla="*/ 1704766 w 6191980"/>
                <a:gd name="connsiteY193" fmla="*/ 5767659 h 6184462"/>
                <a:gd name="connsiteX194" fmla="*/ 1669094 w 6191980"/>
                <a:gd name="connsiteY194" fmla="*/ 5720721 h 6184462"/>
                <a:gd name="connsiteX195" fmla="*/ 1633422 w 6191980"/>
                <a:gd name="connsiteY195" fmla="*/ 5673785 h 6184462"/>
                <a:gd name="connsiteX196" fmla="*/ 1597750 w 6191980"/>
                <a:gd name="connsiteY196" fmla="*/ 5628725 h 6184462"/>
                <a:gd name="connsiteX197" fmla="*/ 1560199 w 6191980"/>
                <a:gd name="connsiteY197" fmla="*/ 5585543 h 6184462"/>
                <a:gd name="connsiteX198" fmla="*/ 1517016 w 6191980"/>
                <a:gd name="connsiteY198" fmla="*/ 5547992 h 6184462"/>
                <a:gd name="connsiteX199" fmla="*/ 1475711 w 6191980"/>
                <a:gd name="connsiteY199" fmla="*/ 5514197 h 6184462"/>
                <a:gd name="connsiteX200" fmla="*/ 1428774 w 6191980"/>
                <a:gd name="connsiteY200" fmla="*/ 5487914 h 6184462"/>
                <a:gd name="connsiteX201" fmla="*/ 1378082 w 6191980"/>
                <a:gd name="connsiteY201" fmla="*/ 5465383 h 6184462"/>
                <a:gd name="connsiteX202" fmla="*/ 1323635 w 6191980"/>
                <a:gd name="connsiteY202" fmla="*/ 5446609 h 6184462"/>
                <a:gd name="connsiteX203" fmla="*/ 1267309 w 6191980"/>
                <a:gd name="connsiteY203" fmla="*/ 5429711 h 6184462"/>
                <a:gd name="connsiteX204" fmla="*/ 1210986 w 6191980"/>
                <a:gd name="connsiteY204" fmla="*/ 5414691 h 6184462"/>
                <a:gd name="connsiteX205" fmla="*/ 1152783 w 6191980"/>
                <a:gd name="connsiteY205" fmla="*/ 5399670 h 6184462"/>
                <a:gd name="connsiteX206" fmla="*/ 1098336 w 6191980"/>
                <a:gd name="connsiteY206" fmla="*/ 5382773 h 6184462"/>
                <a:gd name="connsiteX207" fmla="*/ 1043887 w 6191980"/>
                <a:gd name="connsiteY207" fmla="*/ 5363998 h 6184462"/>
                <a:gd name="connsiteX208" fmla="*/ 993197 w 6191980"/>
                <a:gd name="connsiteY208" fmla="*/ 5341467 h 6184462"/>
                <a:gd name="connsiteX209" fmla="*/ 948135 w 6191980"/>
                <a:gd name="connsiteY209" fmla="*/ 5313305 h 6184462"/>
                <a:gd name="connsiteX210" fmla="*/ 906830 w 6191980"/>
                <a:gd name="connsiteY210" fmla="*/ 5279510 h 6184462"/>
                <a:gd name="connsiteX211" fmla="*/ 873037 w 6191980"/>
                <a:gd name="connsiteY211" fmla="*/ 5238207 h 6184462"/>
                <a:gd name="connsiteX212" fmla="*/ 844875 w 6191980"/>
                <a:gd name="connsiteY212" fmla="*/ 5193146 h 6184462"/>
                <a:gd name="connsiteX213" fmla="*/ 822344 w 6191980"/>
                <a:gd name="connsiteY213" fmla="*/ 5142453 h 6184462"/>
                <a:gd name="connsiteX214" fmla="*/ 803570 w 6191980"/>
                <a:gd name="connsiteY214" fmla="*/ 5088007 h 6184462"/>
                <a:gd name="connsiteX215" fmla="*/ 786672 w 6191980"/>
                <a:gd name="connsiteY215" fmla="*/ 5033560 h 6184462"/>
                <a:gd name="connsiteX216" fmla="*/ 771652 w 6191980"/>
                <a:gd name="connsiteY216" fmla="*/ 4975357 h 6184462"/>
                <a:gd name="connsiteX217" fmla="*/ 756631 w 6191980"/>
                <a:gd name="connsiteY217" fmla="*/ 4919033 h 6184462"/>
                <a:gd name="connsiteX218" fmla="*/ 739734 w 6191980"/>
                <a:gd name="connsiteY218" fmla="*/ 4862708 h 6184462"/>
                <a:gd name="connsiteX219" fmla="*/ 720959 w 6191980"/>
                <a:gd name="connsiteY219" fmla="*/ 4808259 h 6184462"/>
                <a:gd name="connsiteX220" fmla="*/ 698428 w 6191980"/>
                <a:gd name="connsiteY220" fmla="*/ 4757566 h 6184462"/>
                <a:gd name="connsiteX221" fmla="*/ 672143 w 6191980"/>
                <a:gd name="connsiteY221" fmla="*/ 4710630 h 6184462"/>
                <a:gd name="connsiteX222" fmla="*/ 638351 w 6191980"/>
                <a:gd name="connsiteY222" fmla="*/ 4669325 h 6184462"/>
                <a:gd name="connsiteX223" fmla="*/ 600799 w 6191980"/>
                <a:gd name="connsiteY223" fmla="*/ 4626142 h 6184462"/>
                <a:gd name="connsiteX224" fmla="*/ 557617 w 6191980"/>
                <a:gd name="connsiteY224" fmla="*/ 4588593 h 6184462"/>
                <a:gd name="connsiteX225" fmla="*/ 510678 w 6191980"/>
                <a:gd name="connsiteY225" fmla="*/ 4552921 h 6184462"/>
                <a:gd name="connsiteX226" fmla="*/ 463742 w 6191980"/>
                <a:gd name="connsiteY226" fmla="*/ 4517249 h 6184462"/>
                <a:gd name="connsiteX227" fmla="*/ 416805 w 6191980"/>
                <a:gd name="connsiteY227" fmla="*/ 4481577 h 6184462"/>
                <a:gd name="connsiteX228" fmla="*/ 371744 w 6191980"/>
                <a:gd name="connsiteY228" fmla="*/ 4445903 h 6184462"/>
                <a:gd name="connsiteX229" fmla="*/ 328562 w 6191980"/>
                <a:gd name="connsiteY229" fmla="*/ 4406477 h 6184462"/>
                <a:gd name="connsiteX230" fmla="*/ 291012 w 6191980"/>
                <a:gd name="connsiteY230" fmla="*/ 4367050 h 6184462"/>
                <a:gd name="connsiteX231" fmla="*/ 259096 w 6191980"/>
                <a:gd name="connsiteY231" fmla="*/ 4321989 h 6184462"/>
                <a:gd name="connsiteX232" fmla="*/ 234689 w 6191980"/>
                <a:gd name="connsiteY232" fmla="*/ 4275053 h 6184462"/>
                <a:gd name="connsiteX233" fmla="*/ 217791 w 6191980"/>
                <a:gd name="connsiteY233" fmla="*/ 4218729 h 6184462"/>
                <a:gd name="connsiteX234" fmla="*/ 210281 w 6191980"/>
                <a:gd name="connsiteY234" fmla="*/ 4160526 h 6184462"/>
                <a:gd name="connsiteX235" fmla="*/ 208402 w 6191980"/>
                <a:gd name="connsiteY235" fmla="*/ 4100444 h 6184462"/>
                <a:gd name="connsiteX236" fmla="*/ 214035 w 6191980"/>
                <a:gd name="connsiteY236" fmla="*/ 4036610 h 6184462"/>
                <a:gd name="connsiteX237" fmla="*/ 221545 w 6191980"/>
                <a:gd name="connsiteY237" fmla="*/ 3972776 h 6184462"/>
                <a:gd name="connsiteX238" fmla="*/ 230932 w 6191980"/>
                <a:gd name="connsiteY238" fmla="*/ 3908940 h 6184462"/>
                <a:gd name="connsiteX239" fmla="*/ 238443 w 6191980"/>
                <a:gd name="connsiteY239" fmla="*/ 3845106 h 6184462"/>
                <a:gd name="connsiteX240" fmla="*/ 242199 w 6191980"/>
                <a:gd name="connsiteY240" fmla="*/ 3781272 h 6184462"/>
                <a:gd name="connsiteX241" fmla="*/ 242199 w 6191980"/>
                <a:gd name="connsiteY241" fmla="*/ 3719313 h 6184462"/>
                <a:gd name="connsiteX242" fmla="*/ 234689 w 6191980"/>
                <a:gd name="connsiteY242" fmla="*/ 3661113 h 6184462"/>
                <a:gd name="connsiteX243" fmla="*/ 219668 w 6191980"/>
                <a:gd name="connsiteY243" fmla="*/ 3602910 h 6184462"/>
                <a:gd name="connsiteX244" fmla="*/ 197138 w 6191980"/>
                <a:gd name="connsiteY244" fmla="*/ 3548461 h 6184462"/>
                <a:gd name="connsiteX245" fmla="*/ 168976 w 6191980"/>
                <a:gd name="connsiteY245" fmla="*/ 3492137 h 6184462"/>
                <a:gd name="connsiteX246" fmla="*/ 137057 w 6191980"/>
                <a:gd name="connsiteY246" fmla="*/ 3435814 h 6184462"/>
                <a:gd name="connsiteX247" fmla="*/ 103264 w 6191980"/>
                <a:gd name="connsiteY247" fmla="*/ 3379488 h 6184462"/>
                <a:gd name="connsiteX248" fmla="*/ 71346 w 6191980"/>
                <a:gd name="connsiteY248" fmla="*/ 3325039 h 6184462"/>
                <a:gd name="connsiteX249" fmla="*/ 43182 w 6191980"/>
                <a:gd name="connsiteY249" fmla="*/ 3266839 h 6184462"/>
                <a:gd name="connsiteX250" fmla="*/ 20654 w 6191980"/>
                <a:gd name="connsiteY250" fmla="*/ 3210513 h 6184462"/>
                <a:gd name="connsiteX251" fmla="*/ 5634 w 6191980"/>
                <a:gd name="connsiteY251" fmla="*/ 3152310 h 6184462"/>
                <a:gd name="connsiteX252" fmla="*/ 0 w 6191980"/>
                <a:gd name="connsiteY252" fmla="*/ 3092230 h 6184462"/>
                <a:gd name="connsiteX253" fmla="*/ 5634 w 6191980"/>
                <a:gd name="connsiteY253" fmla="*/ 3032152 h 6184462"/>
                <a:gd name="connsiteX254" fmla="*/ 20654 w 6191980"/>
                <a:gd name="connsiteY254" fmla="*/ 2973950 h 6184462"/>
                <a:gd name="connsiteX255" fmla="*/ 43182 w 6191980"/>
                <a:gd name="connsiteY255" fmla="*/ 2917624 h 6184462"/>
                <a:gd name="connsiteX256" fmla="*/ 71346 w 6191980"/>
                <a:gd name="connsiteY256" fmla="*/ 2859423 h 6184462"/>
                <a:gd name="connsiteX257" fmla="*/ 103264 w 6191980"/>
                <a:gd name="connsiteY257" fmla="*/ 2804974 h 6184462"/>
                <a:gd name="connsiteX258" fmla="*/ 137057 w 6191980"/>
                <a:gd name="connsiteY258" fmla="*/ 2748651 h 6184462"/>
                <a:gd name="connsiteX259" fmla="*/ 168976 w 6191980"/>
                <a:gd name="connsiteY259" fmla="*/ 2692325 h 6184462"/>
                <a:gd name="connsiteX260" fmla="*/ 197138 w 6191980"/>
                <a:gd name="connsiteY260" fmla="*/ 2636001 h 6184462"/>
                <a:gd name="connsiteX261" fmla="*/ 219668 w 6191980"/>
                <a:gd name="connsiteY261" fmla="*/ 2581552 h 6184462"/>
                <a:gd name="connsiteX262" fmla="*/ 234689 w 6191980"/>
                <a:gd name="connsiteY262" fmla="*/ 2523350 h 6184462"/>
                <a:gd name="connsiteX263" fmla="*/ 242199 w 6191980"/>
                <a:gd name="connsiteY263" fmla="*/ 2465149 h 6184462"/>
                <a:gd name="connsiteX264" fmla="*/ 242199 w 6191980"/>
                <a:gd name="connsiteY264" fmla="*/ 2403192 h 6184462"/>
                <a:gd name="connsiteX265" fmla="*/ 238443 w 6191980"/>
                <a:gd name="connsiteY265" fmla="*/ 2339356 h 6184462"/>
                <a:gd name="connsiteX266" fmla="*/ 230932 w 6191980"/>
                <a:gd name="connsiteY266" fmla="*/ 2275522 h 6184462"/>
                <a:gd name="connsiteX267" fmla="*/ 221545 w 6191980"/>
                <a:gd name="connsiteY267" fmla="*/ 2211686 h 6184462"/>
                <a:gd name="connsiteX268" fmla="*/ 214035 w 6191980"/>
                <a:gd name="connsiteY268" fmla="*/ 2147852 h 6184462"/>
                <a:gd name="connsiteX269" fmla="*/ 208402 w 6191980"/>
                <a:gd name="connsiteY269" fmla="*/ 2084018 h 6184462"/>
                <a:gd name="connsiteX270" fmla="*/ 210281 w 6191980"/>
                <a:gd name="connsiteY270" fmla="*/ 2023938 h 6184462"/>
                <a:gd name="connsiteX271" fmla="*/ 217791 w 6191980"/>
                <a:gd name="connsiteY271" fmla="*/ 1965736 h 6184462"/>
                <a:gd name="connsiteX272" fmla="*/ 234689 w 6191980"/>
                <a:gd name="connsiteY272" fmla="*/ 1909410 h 6184462"/>
                <a:gd name="connsiteX273" fmla="*/ 259096 w 6191980"/>
                <a:gd name="connsiteY273" fmla="*/ 1862474 h 6184462"/>
                <a:gd name="connsiteX274" fmla="*/ 291012 w 6191980"/>
                <a:gd name="connsiteY274" fmla="*/ 1817414 h 6184462"/>
                <a:gd name="connsiteX275" fmla="*/ 328562 w 6191980"/>
                <a:gd name="connsiteY275" fmla="*/ 1777986 h 6184462"/>
                <a:gd name="connsiteX276" fmla="*/ 371744 w 6191980"/>
                <a:gd name="connsiteY276" fmla="*/ 1738560 h 6184462"/>
                <a:gd name="connsiteX277" fmla="*/ 416805 w 6191980"/>
                <a:gd name="connsiteY277" fmla="*/ 1702885 h 6184462"/>
                <a:gd name="connsiteX278" fmla="*/ 463742 w 6191980"/>
                <a:gd name="connsiteY278" fmla="*/ 1667213 h 6184462"/>
                <a:gd name="connsiteX279" fmla="*/ 510678 w 6191980"/>
                <a:gd name="connsiteY279" fmla="*/ 1631541 h 6184462"/>
                <a:gd name="connsiteX280" fmla="*/ 557617 w 6191980"/>
                <a:gd name="connsiteY280" fmla="*/ 1595869 h 6184462"/>
                <a:gd name="connsiteX281" fmla="*/ 600799 w 6191980"/>
                <a:gd name="connsiteY281" fmla="*/ 1558320 h 6184462"/>
                <a:gd name="connsiteX282" fmla="*/ 638351 w 6191980"/>
                <a:gd name="connsiteY282" fmla="*/ 1515138 h 6184462"/>
                <a:gd name="connsiteX283" fmla="*/ 672143 w 6191980"/>
                <a:gd name="connsiteY283" fmla="*/ 1473832 h 6184462"/>
                <a:gd name="connsiteX284" fmla="*/ 698428 w 6191980"/>
                <a:gd name="connsiteY284" fmla="*/ 1426896 h 6184462"/>
                <a:gd name="connsiteX285" fmla="*/ 720959 w 6191980"/>
                <a:gd name="connsiteY285" fmla="*/ 1376203 h 6184462"/>
                <a:gd name="connsiteX286" fmla="*/ 739734 w 6191980"/>
                <a:gd name="connsiteY286" fmla="*/ 1321755 h 6184462"/>
                <a:gd name="connsiteX287" fmla="*/ 756631 w 6191980"/>
                <a:gd name="connsiteY287" fmla="*/ 1265429 h 6184462"/>
                <a:gd name="connsiteX288" fmla="*/ 771652 w 6191980"/>
                <a:gd name="connsiteY288" fmla="*/ 1209105 h 6184462"/>
                <a:gd name="connsiteX289" fmla="*/ 786672 w 6191980"/>
                <a:gd name="connsiteY289" fmla="*/ 1150903 h 6184462"/>
                <a:gd name="connsiteX290" fmla="*/ 803570 w 6191980"/>
                <a:gd name="connsiteY290" fmla="*/ 1096456 h 6184462"/>
                <a:gd name="connsiteX291" fmla="*/ 822344 w 6191980"/>
                <a:gd name="connsiteY291" fmla="*/ 1042007 h 6184462"/>
                <a:gd name="connsiteX292" fmla="*/ 844875 w 6191980"/>
                <a:gd name="connsiteY292" fmla="*/ 991317 h 6184462"/>
                <a:gd name="connsiteX293" fmla="*/ 873037 w 6191980"/>
                <a:gd name="connsiteY293" fmla="*/ 946257 h 6184462"/>
                <a:gd name="connsiteX294" fmla="*/ 906830 w 6191980"/>
                <a:gd name="connsiteY294" fmla="*/ 904952 h 6184462"/>
                <a:gd name="connsiteX295" fmla="*/ 948135 w 6191980"/>
                <a:gd name="connsiteY295" fmla="*/ 871157 h 6184462"/>
                <a:gd name="connsiteX296" fmla="*/ 993197 w 6191980"/>
                <a:gd name="connsiteY296" fmla="*/ 842995 h 6184462"/>
                <a:gd name="connsiteX297" fmla="*/ 1043887 w 6191980"/>
                <a:gd name="connsiteY297" fmla="*/ 820464 h 6184462"/>
                <a:gd name="connsiteX298" fmla="*/ 1098336 w 6191980"/>
                <a:gd name="connsiteY298" fmla="*/ 801690 h 6184462"/>
                <a:gd name="connsiteX299" fmla="*/ 1152783 w 6191980"/>
                <a:gd name="connsiteY299" fmla="*/ 784792 h 6184462"/>
                <a:gd name="connsiteX300" fmla="*/ 1210986 w 6191980"/>
                <a:gd name="connsiteY300" fmla="*/ 769772 h 6184462"/>
                <a:gd name="connsiteX301" fmla="*/ 1267309 w 6191980"/>
                <a:gd name="connsiteY301" fmla="*/ 754751 h 6184462"/>
                <a:gd name="connsiteX302" fmla="*/ 1323635 w 6191980"/>
                <a:gd name="connsiteY302" fmla="*/ 737854 h 6184462"/>
                <a:gd name="connsiteX303" fmla="*/ 1378082 w 6191980"/>
                <a:gd name="connsiteY303" fmla="*/ 719079 h 6184462"/>
                <a:gd name="connsiteX304" fmla="*/ 1428774 w 6191980"/>
                <a:gd name="connsiteY304" fmla="*/ 696549 h 6184462"/>
                <a:gd name="connsiteX305" fmla="*/ 1475711 w 6191980"/>
                <a:gd name="connsiteY305" fmla="*/ 670266 h 6184462"/>
                <a:gd name="connsiteX306" fmla="*/ 1517016 w 6191980"/>
                <a:gd name="connsiteY306" fmla="*/ 636471 h 6184462"/>
                <a:gd name="connsiteX307" fmla="*/ 1560199 w 6191980"/>
                <a:gd name="connsiteY307" fmla="*/ 598919 h 6184462"/>
                <a:gd name="connsiteX308" fmla="*/ 1597750 w 6191980"/>
                <a:gd name="connsiteY308" fmla="*/ 555737 h 6184462"/>
                <a:gd name="connsiteX309" fmla="*/ 1633422 w 6191980"/>
                <a:gd name="connsiteY309" fmla="*/ 510678 h 6184462"/>
                <a:gd name="connsiteX310" fmla="*/ 1669094 w 6191980"/>
                <a:gd name="connsiteY310" fmla="*/ 463741 h 6184462"/>
                <a:gd name="connsiteX311" fmla="*/ 1704766 w 6191980"/>
                <a:gd name="connsiteY311" fmla="*/ 416803 h 6184462"/>
                <a:gd name="connsiteX312" fmla="*/ 1740438 w 6191980"/>
                <a:gd name="connsiteY312" fmla="*/ 371743 h 6184462"/>
                <a:gd name="connsiteX313" fmla="*/ 1779867 w 6191980"/>
                <a:gd name="connsiteY313" fmla="*/ 328561 h 6184462"/>
                <a:gd name="connsiteX314" fmla="*/ 1819293 w 6191980"/>
                <a:gd name="connsiteY314" fmla="*/ 291012 h 6184462"/>
                <a:gd name="connsiteX315" fmla="*/ 1864354 w 6191980"/>
                <a:gd name="connsiteY315" fmla="*/ 259094 h 6184462"/>
                <a:gd name="connsiteX316" fmla="*/ 1911291 w 6191980"/>
                <a:gd name="connsiteY316" fmla="*/ 234686 h 6184462"/>
                <a:gd name="connsiteX317" fmla="*/ 1967617 w 6191980"/>
                <a:gd name="connsiteY317" fmla="*/ 217789 h 6184462"/>
                <a:gd name="connsiteX318" fmla="*/ 2025819 w 6191980"/>
                <a:gd name="connsiteY318" fmla="*/ 210279 h 6184462"/>
                <a:gd name="connsiteX319" fmla="*/ 2085897 w 6191980"/>
                <a:gd name="connsiteY319" fmla="*/ 208401 h 6184462"/>
                <a:gd name="connsiteX320" fmla="*/ 2149731 w 6191980"/>
                <a:gd name="connsiteY320" fmla="*/ 214035 h 6184462"/>
                <a:gd name="connsiteX321" fmla="*/ 2213567 w 6191980"/>
                <a:gd name="connsiteY321" fmla="*/ 221545 h 6184462"/>
                <a:gd name="connsiteX322" fmla="*/ 2277403 w 6191980"/>
                <a:gd name="connsiteY322" fmla="*/ 230932 h 6184462"/>
                <a:gd name="connsiteX323" fmla="*/ 2341237 w 6191980"/>
                <a:gd name="connsiteY323" fmla="*/ 238443 h 6184462"/>
                <a:gd name="connsiteX324" fmla="*/ 2405071 w 6191980"/>
                <a:gd name="connsiteY324" fmla="*/ 242197 h 6184462"/>
                <a:gd name="connsiteX325" fmla="*/ 2467030 w 6191980"/>
                <a:gd name="connsiteY325" fmla="*/ 242197 h 6184462"/>
                <a:gd name="connsiteX326" fmla="*/ 2525233 w 6191980"/>
                <a:gd name="connsiteY326" fmla="*/ 234686 h 6184462"/>
                <a:gd name="connsiteX327" fmla="*/ 2583436 w 6191980"/>
                <a:gd name="connsiteY327" fmla="*/ 219666 h 6184462"/>
                <a:gd name="connsiteX328" fmla="*/ 2639760 w 6191980"/>
                <a:gd name="connsiteY328" fmla="*/ 197137 h 6184462"/>
                <a:gd name="connsiteX329" fmla="*/ 2696083 w 6191980"/>
                <a:gd name="connsiteY329" fmla="*/ 167096 h 6184462"/>
                <a:gd name="connsiteX330" fmla="*/ 2752409 w 6191980"/>
                <a:gd name="connsiteY330" fmla="*/ 137057 h 6184462"/>
                <a:gd name="connsiteX331" fmla="*/ 2808733 w 6191980"/>
                <a:gd name="connsiteY331" fmla="*/ 103262 h 6184462"/>
                <a:gd name="connsiteX332" fmla="*/ 2863182 w 6191980"/>
                <a:gd name="connsiteY332" fmla="*/ 71344 h 6184462"/>
                <a:gd name="connsiteX333" fmla="*/ 2921385 w 6191980"/>
                <a:gd name="connsiteY333" fmla="*/ 43182 h 6184462"/>
                <a:gd name="connsiteX334" fmla="*/ 2977708 w 6191980"/>
                <a:gd name="connsiteY334" fmla="*/ 20652 h 6184462"/>
                <a:gd name="connsiteX335" fmla="*/ 3035911 w 6191980"/>
                <a:gd name="connsiteY335" fmla="*/ 5631 h 618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Lst>
              <a:rect l="l" t="t" r="r" b="b"/>
              <a:pathLst>
                <a:path w="6191980" h="6184462">
                  <a:moveTo>
                    <a:pt x="3095991" y="0"/>
                  </a:moveTo>
                  <a:lnTo>
                    <a:pt x="3156069" y="5631"/>
                  </a:lnTo>
                  <a:lnTo>
                    <a:pt x="3214272" y="20652"/>
                  </a:lnTo>
                  <a:lnTo>
                    <a:pt x="3270598" y="43182"/>
                  </a:lnTo>
                  <a:lnTo>
                    <a:pt x="3328798" y="71344"/>
                  </a:lnTo>
                  <a:lnTo>
                    <a:pt x="3383247" y="103262"/>
                  </a:lnTo>
                  <a:lnTo>
                    <a:pt x="3439573" y="137057"/>
                  </a:lnTo>
                  <a:lnTo>
                    <a:pt x="3495897" y="167096"/>
                  </a:lnTo>
                  <a:lnTo>
                    <a:pt x="3552221" y="197137"/>
                  </a:lnTo>
                  <a:lnTo>
                    <a:pt x="3606669" y="219666"/>
                  </a:lnTo>
                  <a:lnTo>
                    <a:pt x="3666749" y="234686"/>
                  </a:lnTo>
                  <a:lnTo>
                    <a:pt x="3724950" y="242197"/>
                  </a:lnTo>
                  <a:lnTo>
                    <a:pt x="3786907" y="242197"/>
                  </a:lnTo>
                  <a:lnTo>
                    <a:pt x="3850743" y="238443"/>
                  </a:lnTo>
                  <a:lnTo>
                    <a:pt x="3914577" y="230932"/>
                  </a:lnTo>
                  <a:lnTo>
                    <a:pt x="3978413" y="221545"/>
                  </a:lnTo>
                  <a:lnTo>
                    <a:pt x="4042247" y="214035"/>
                  </a:lnTo>
                  <a:lnTo>
                    <a:pt x="4106083" y="208401"/>
                  </a:lnTo>
                  <a:lnTo>
                    <a:pt x="4166161" y="210279"/>
                  </a:lnTo>
                  <a:lnTo>
                    <a:pt x="4224364" y="217789"/>
                  </a:lnTo>
                  <a:lnTo>
                    <a:pt x="4280690" y="234686"/>
                  </a:lnTo>
                  <a:lnTo>
                    <a:pt x="4327628" y="259094"/>
                  </a:lnTo>
                  <a:lnTo>
                    <a:pt x="4372686" y="291012"/>
                  </a:lnTo>
                  <a:lnTo>
                    <a:pt x="4412114" y="328561"/>
                  </a:lnTo>
                  <a:lnTo>
                    <a:pt x="4451542" y="371743"/>
                  </a:lnTo>
                  <a:lnTo>
                    <a:pt x="4487214" y="416803"/>
                  </a:lnTo>
                  <a:lnTo>
                    <a:pt x="4522886" y="463741"/>
                  </a:lnTo>
                  <a:lnTo>
                    <a:pt x="4558559" y="510678"/>
                  </a:lnTo>
                  <a:lnTo>
                    <a:pt x="4594231" y="555737"/>
                  </a:lnTo>
                  <a:lnTo>
                    <a:pt x="4631782" y="598919"/>
                  </a:lnTo>
                  <a:lnTo>
                    <a:pt x="4674964" y="636471"/>
                  </a:lnTo>
                  <a:lnTo>
                    <a:pt x="4716270" y="670266"/>
                  </a:lnTo>
                  <a:lnTo>
                    <a:pt x="4763206" y="696549"/>
                  </a:lnTo>
                  <a:lnTo>
                    <a:pt x="4813899" y="719079"/>
                  </a:lnTo>
                  <a:lnTo>
                    <a:pt x="4868345" y="737854"/>
                  </a:lnTo>
                  <a:lnTo>
                    <a:pt x="4924669" y="754751"/>
                  </a:lnTo>
                  <a:lnTo>
                    <a:pt x="4980995" y="769772"/>
                  </a:lnTo>
                  <a:lnTo>
                    <a:pt x="5039198" y="784792"/>
                  </a:lnTo>
                  <a:lnTo>
                    <a:pt x="5093644" y="801690"/>
                  </a:lnTo>
                  <a:lnTo>
                    <a:pt x="5148091" y="820464"/>
                  </a:lnTo>
                  <a:lnTo>
                    <a:pt x="5198784" y="842995"/>
                  </a:lnTo>
                  <a:lnTo>
                    <a:pt x="5243845" y="871157"/>
                  </a:lnTo>
                  <a:lnTo>
                    <a:pt x="5285151" y="904952"/>
                  </a:lnTo>
                  <a:lnTo>
                    <a:pt x="5318944" y="946257"/>
                  </a:lnTo>
                  <a:lnTo>
                    <a:pt x="5347108" y="991317"/>
                  </a:lnTo>
                  <a:lnTo>
                    <a:pt x="5369636" y="1042007"/>
                  </a:lnTo>
                  <a:lnTo>
                    <a:pt x="5388410" y="1096456"/>
                  </a:lnTo>
                  <a:lnTo>
                    <a:pt x="5405308" y="1150903"/>
                  </a:lnTo>
                  <a:lnTo>
                    <a:pt x="5420328" y="1209105"/>
                  </a:lnTo>
                  <a:lnTo>
                    <a:pt x="5435349" y="1265429"/>
                  </a:lnTo>
                  <a:lnTo>
                    <a:pt x="5452246" y="1321755"/>
                  </a:lnTo>
                  <a:lnTo>
                    <a:pt x="5471021" y="1376203"/>
                  </a:lnTo>
                  <a:lnTo>
                    <a:pt x="5493550" y="1426896"/>
                  </a:lnTo>
                  <a:lnTo>
                    <a:pt x="5519836" y="1473832"/>
                  </a:lnTo>
                  <a:lnTo>
                    <a:pt x="5553632" y="1515138"/>
                  </a:lnTo>
                  <a:lnTo>
                    <a:pt x="5591181" y="1558320"/>
                  </a:lnTo>
                  <a:lnTo>
                    <a:pt x="5634364" y="1595869"/>
                  </a:lnTo>
                  <a:lnTo>
                    <a:pt x="5679425" y="1631541"/>
                  </a:lnTo>
                  <a:lnTo>
                    <a:pt x="5728238" y="1667213"/>
                  </a:lnTo>
                  <a:lnTo>
                    <a:pt x="5775175" y="1702885"/>
                  </a:lnTo>
                  <a:lnTo>
                    <a:pt x="5820236" y="1738560"/>
                  </a:lnTo>
                  <a:lnTo>
                    <a:pt x="5863416" y="1777986"/>
                  </a:lnTo>
                  <a:lnTo>
                    <a:pt x="5900968" y="1817414"/>
                  </a:lnTo>
                  <a:lnTo>
                    <a:pt x="5932886" y="1862474"/>
                  </a:lnTo>
                  <a:lnTo>
                    <a:pt x="5957294" y="1909410"/>
                  </a:lnTo>
                  <a:lnTo>
                    <a:pt x="5974191" y="1965736"/>
                  </a:lnTo>
                  <a:lnTo>
                    <a:pt x="5981700" y="2023938"/>
                  </a:lnTo>
                  <a:lnTo>
                    <a:pt x="5983578" y="2084018"/>
                  </a:lnTo>
                  <a:lnTo>
                    <a:pt x="5977945" y="2147852"/>
                  </a:lnTo>
                  <a:lnTo>
                    <a:pt x="5970435" y="2211686"/>
                  </a:lnTo>
                  <a:lnTo>
                    <a:pt x="5961048" y="2275522"/>
                  </a:lnTo>
                  <a:lnTo>
                    <a:pt x="5953538" y="2339356"/>
                  </a:lnTo>
                  <a:lnTo>
                    <a:pt x="5949784" y="2403192"/>
                  </a:lnTo>
                  <a:lnTo>
                    <a:pt x="5949784" y="2465149"/>
                  </a:lnTo>
                  <a:lnTo>
                    <a:pt x="5957294" y="2523350"/>
                  </a:lnTo>
                  <a:lnTo>
                    <a:pt x="5972312" y="2581552"/>
                  </a:lnTo>
                  <a:lnTo>
                    <a:pt x="5994843" y="2636001"/>
                  </a:lnTo>
                  <a:lnTo>
                    <a:pt x="6024884" y="2692325"/>
                  </a:lnTo>
                  <a:lnTo>
                    <a:pt x="6054922" y="2748651"/>
                  </a:lnTo>
                  <a:lnTo>
                    <a:pt x="6088718" y="2804974"/>
                  </a:lnTo>
                  <a:lnTo>
                    <a:pt x="6120634" y="2859423"/>
                  </a:lnTo>
                  <a:lnTo>
                    <a:pt x="6148798" y="2917624"/>
                  </a:lnTo>
                  <a:lnTo>
                    <a:pt x="6171326" y="2973950"/>
                  </a:lnTo>
                  <a:lnTo>
                    <a:pt x="6186347" y="3032152"/>
                  </a:lnTo>
                  <a:lnTo>
                    <a:pt x="6191980" y="3092230"/>
                  </a:lnTo>
                  <a:lnTo>
                    <a:pt x="6186347" y="3152310"/>
                  </a:lnTo>
                  <a:lnTo>
                    <a:pt x="6171326" y="3210513"/>
                  </a:lnTo>
                  <a:lnTo>
                    <a:pt x="6148798" y="3266839"/>
                  </a:lnTo>
                  <a:lnTo>
                    <a:pt x="6120634" y="3325039"/>
                  </a:lnTo>
                  <a:lnTo>
                    <a:pt x="6088718" y="3379488"/>
                  </a:lnTo>
                  <a:lnTo>
                    <a:pt x="6054922" y="3435814"/>
                  </a:lnTo>
                  <a:lnTo>
                    <a:pt x="6024884" y="3492137"/>
                  </a:lnTo>
                  <a:lnTo>
                    <a:pt x="5994843" y="3548461"/>
                  </a:lnTo>
                  <a:lnTo>
                    <a:pt x="5972312" y="3602910"/>
                  </a:lnTo>
                  <a:lnTo>
                    <a:pt x="5957294" y="3661113"/>
                  </a:lnTo>
                  <a:lnTo>
                    <a:pt x="5949784" y="3719313"/>
                  </a:lnTo>
                  <a:lnTo>
                    <a:pt x="5949784" y="3781272"/>
                  </a:lnTo>
                  <a:lnTo>
                    <a:pt x="5953538" y="3845106"/>
                  </a:lnTo>
                  <a:lnTo>
                    <a:pt x="5961048" y="3908940"/>
                  </a:lnTo>
                  <a:lnTo>
                    <a:pt x="5970435" y="3972776"/>
                  </a:lnTo>
                  <a:lnTo>
                    <a:pt x="5977945" y="4036610"/>
                  </a:lnTo>
                  <a:lnTo>
                    <a:pt x="5983578" y="4100444"/>
                  </a:lnTo>
                  <a:lnTo>
                    <a:pt x="5981700" y="4160526"/>
                  </a:lnTo>
                  <a:lnTo>
                    <a:pt x="5974191" y="4218729"/>
                  </a:lnTo>
                  <a:lnTo>
                    <a:pt x="5957294" y="4275053"/>
                  </a:lnTo>
                  <a:lnTo>
                    <a:pt x="5932886" y="4321989"/>
                  </a:lnTo>
                  <a:lnTo>
                    <a:pt x="5900968" y="4367050"/>
                  </a:lnTo>
                  <a:lnTo>
                    <a:pt x="5863416" y="4406477"/>
                  </a:lnTo>
                  <a:lnTo>
                    <a:pt x="5820236" y="4445903"/>
                  </a:lnTo>
                  <a:lnTo>
                    <a:pt x="5775175" y="4481577"/>
                  </a:lnTo>
                  <a:lnTo>
                    <a:pt x="5728238" y="4517249"/>
                  </a:lnTo>
                  <a:lnTo>
                    <a:pt x="5679425" y="4552921"/>
                  </a:lnTo>
                  <a:lnTo>
                    <a:pt x="5634364" y="4588593"/>
                  </a:lnTo>
                  <a:lnTo>
                    <a:pt x="5591181" y="4626142"/>
                  </a:lnTo>
                  <a:lnTo>
                    <a:pt x="5553632" y="4669325"/>
                  </a:lnTo>
                  <a:lnTo>
                    <a:pt x="5519836" y="4710630"/>
                  </a:lnTo>
                  <a:lnTo>
                    <a:pt x="5493550" y="4757566"/>
                  </a:lnTo>
                  <a:lnTo>
                    <a:pt x="5471021" y="4808259"/>
                  </a:lnTo>
                  <a:lnTo>
                    <a:pt x="5452246" y="4862708"/>
                  </a:lnTo>
                  <a:lnTo>
                    <a:pt x="5435349" y="4919033"/>
                  </a:lnTo>
                  <a:lnTo>
                    <a:pt x="5420328" y="4975357"/>
                  </a:lnTo>
                  <a:lnTo>
                    <a:pt x="5405308" y="5033560"/>
                  </a:lnTo>
                  <a:lnTo>
                    <a:pt x="5388410" y="5088007"/>
                  </a:lnTo>
                  <a:lnTo>
                    <a:pt x="5369636" y="5142453"/>
                  </a:lnTo>
                  <a:lnTo>
                    <a:pt x="5347108" y="5193146"/>
                  </a:lnTo>
                  <a:lnTo>
                    <a:pt x="5318944" y="5238207"/>
                  </a:lnTo>
                  <a:lnTo>
                    <a:pt x="5285151" y="5279510"/>
                  </a:lnTo>
                  <a:lnTo>
                    <a:pt x="5243845" y="5313305"/>
                  </a:lnTo>
                  <a:lnTo>
                    <a:pt x="5198784" y="5341467"/>
                  </a:lnTo>
                  <a:lnTo>
                    <a:pt x="5148091" y="5363998"/>
                  </a:lnTo>
                  <a:lnTo>
                    <a:pt x="5093644" y="5382773"/>
                  </a:lnTo>
                  <a:lnTo>
                    <a:pt x="5039198" y="5399670"/>
                  </a:lnTo>
                  <a:lnTo>
                    <a:pt x="4980995" y="5414691"/>
                  </a:lnTo>
                  <a:lnTo>
                    <a:pt x="4924669" y="5429711"/>
                  </a:lnTo>
                  <a:lnTo>
                    <a:pt x="4868345" y="5446609"/>
                  </a:lnTo>
                  <a:lnTo>
                    <a:pt x="4813899" y="5465383"/>
                  </a:lnTo>
                  <a:lnTo>
                    <a:pt x="4763206" y="5487914"/>
                  </a:lnTo>
                  <a:lnTo>
                    <a:pt x="4716270" y="5514197"/>
                  </a:lnTo>
                  <a:lnTo>
                    <a:pt x="4674964" y="5547992"/>
                  </a:lnTo>
                  <a:lnTo>
                    <a:pt x="4631782" y="5585543"/>
                  </a:lnTo>
                  <a:lnTo>
                    <a:pt x="4594231" y="5628725"/>
                  </a:lnTo>
                  <a:lnTo>
                    <a:pt x="4558559" y="5673785"/>
                  </a:lnTo>
                  <a:lnTo>
                    <a:pt x="4522886" y="5720721"/>
                  </a:lnTo>
                  <a:lnTo>
                    <a:pt x="4487214" y="5767659"/>
                  </a:lnTo>
                  <a:lnTo>
                    <a:pt x="4451542" y="5812719"/>
                  </a:lnTo>
                  <a:lnTo>
                    <a:pt x="4412114" y="5855901"/>
                  </a:lnTo>
                  <a:lnTo>
                    <a:pt x="4372686" y="5893450"/>
                  </a:lnTo>
                  <a:lnTo>
                    <a:pt x="4327628" y="5925368"/>
                  </a:lnTo>
                  <a:lnTo>
                    <a:pt x="4280690" y="5949776"/>
                  </a:lnTo>
                  <a:lnTo>
                    <a:pt x="4224364" y="5966674"/>
                  </a:lnTo>
                  <a:lnTo>
                    <a:pt x="4166161" y="5974184"/>
                  </a:lnTo>
                  <a:lnTo>
                    <a:pt x="4106083" y="5976061"/>
                  </a:lnTo>
                  <a:lnTo>
                    <a:pt x="4042247" y="5970428"/>
                  </a:lnTo>
                  <a:lnTo>
                    <a:pt x="3978413" y="5962919"/>
                  </a:lnTo>
                  <a:lnTo>
                    <a:pt x="3914577" y="5953530"/>
                  </a:lnTo>
                  <a:lnTo>
                    <a:pt x="3850743" y="5946022"/>
                  </a:lnTo>
                  <a:lnTo>
                    <a:pt x="3786907" y="5942266"/>
                  </a:lnTo>
                  <a:lnTo>
                    <a:pt x="3724950" y="5942266"/>
                  </a:lnTo>
                  <a:lnTo>
                    <a:pt x="3666749" y="5949776"/>
                  </a:lnTo>
                  <a:lnTo>
                    <a:pt x="3606669" y="5964797"/>
                  </a:lnTo>
                  <a:lnTo>
                    <a:pt x="3552221" y="5987325"/>
                  </a:lnTo>
                  <a:lnTo>
                    <a:pt x="3495897" y="6017366"/>
                  </a:lnTo>
                  <a:lnTo>
                    <a:pt x="3439573" y="6047407"/>
                  </a:lnTo>
                  <a:lnTo>
                    <a:pt x="3383247" y="6081200"/>
                  </a:lnTo>
                  <a:lnTo>
                    <a:pt x="3328798" y="6113118"/>
                  </a:lnTo>
                  <a:lnTo>
                    <a:pt x="3270598" y="6141280"/>
                  </a:lnTo>
                  <a:lnTo>
                    <a:pt x="3214272" y="6163811"/>
                  </a:lnTo>
                  <a:lnTo>
                    <a:pt x="3156069" y="6178831"/>
                  </a:lnTo>
                  <a:lnTo>
                    <a:pt x="3095991" y="6184462"/>
                  </a:lnTo>
                  <a:lnTo>
                    <a:pt x="3035911" y="6178831"/>
                  </a:lnTo>
                  <a:lnTo>
                    <a:pt x="2977708" y="6163811"/>
                  </a:lnTo>
                  <a:lnTo>
                    <a:pt x="2921385" y="6141280"/>
                  </a:lnTo>
                  <a:lnTo>
                    <a:pt x="2863182" y="6113118"/>
                  </a:lnTo>
                  <a:lnTo>
                    <a:pt x="2808733" y="6081200"/>
                  </a:lnTo>
                  <a:lnTo>
                    <a:pt x="2752409" y="6047407"/>
                  </a:lnTo>
                  <a:lnTo>
                    <a:pt x="2696083" y="6017366"/>
                  </a:lnTo>
                  <a:lnTo>
                    <a:pt x="2639760" y="5987325"/>
                  </a:lnTo>
                  <a:lnTo>
                    <a:pt x="2583436" y="5964797"/>
                  </a:lnTo>
                  <a:lnTo>
                    <a:pt x="2525233" y="5949776"/>
                  </a:lnTo>
                  <a:lnTo>
                    <a:pt x="2467030" y="5942266"/>
                  </a:lnTo>
                  <a:lnTo>
                    <a:pt x="2405071" y="5942266"/>
                  </a:lnTo>
                  <a:lnTo>
                    <a:pt x="2341237" y="5946022"/>
                  </a:lnTo>
                  <a:lnTo>
                    <a:pt x="2277403" y="5953530"/>
                  </a:lnTo>
                  <a:lnTo>
                    <a:pt x="2213567" y="5962919"/>
                  </a:lnTo>
                  <a:lnTo>
                    <a:pt x="2149731" y="5970428"/>
                  </a:lnTo>
                  <a:lnTo>
                    <a:pt x="2085897" y="5976061"/>
                  </a:lnTo>
                  <a:lnTo>
                    <a:pt x="2025819" y="5974184"/>
                  </a:lnTo>
                  <a:lnTo>
                    <a:pt x="1967617" y="5966674"/>
                  </a:lnTo>
                  <a:lnTo>
                    <a:pt x="1911291" y="5949776"/>
                  </a:lnTo>
                  <a:lnTo>
                    <a:pt x="1864354" y="5925368"/>
                  </a:lnTo>
                  <a:lnTo>
                    <a:pt x="1819293" y="5893450"/>
                  </a:lnTo>
                  <a:lnTo>
                    <a:pt x="1779867" y="5855901"/>
                  </a:lnTo>
                  <a:lnTo>
                    <a:pt x="1740438" y="5812719"/>
                  </a:lnTo>
                  <a:lnTo>
                    <a:pt x="1704766" y="5767659"/>
                  </a:lnTo>
                  <a:lnTo>
                    <a:pt x="1669094" y="5720721"/>
                  </a:lnTo>
                  <a:lnTo>
                    <a:pt x="1633422" y="5673785"/>
                  </a:lnTo>
                  <a:lnTo>
                    <a:pt x="1597750" y="5628725"/>
                  </a:lnTo>
                  <a:lnTo>
                    <a:pt x="1560199" y="5585543"/>
                  </a:lnTo>
                  <a:lnTo>
                    <a:pt x="1517016" y="5547992"/>
                  </a:lnTo>
                  <a:lnTo>
                    <a:pt x="1475711" y="5514197"/>
                  </a:lnTo>
                  <a:lnTo>
                    <a:pt x="1428774" y="5487914"/>
                  </a:lnTo>
                  <a:lnTo>
                    <a:pt x="1378082" y="5465383"/>
                  </a:lnTo>
                  <a:lnTo>
                    <a:pt x="1323635" y="5446609"/>
                  </a:lnTo>
                  <a:lnTo>
                    <a:pt x="1267309" y="5429711"/>
                  </a:lnTo>
                  <a:lnTo>
                    <a:pt x="1210986" y="5414691"/>
                  </a:lnTo>
                  <a:lnTo>
                    <a:pt x="1152783" y="5399670"/>
                  </a:lnTo>
                  <a:lnTo>
                    <a:pt x="1098336" y="5382773"/>
                  </a:lnTo>
                  <a:lnTo>
                    <a:pt x="1043887" y="5363998"/>
                  </a:lnTo>
                  <a:lnTo>
                    <a:pt x="993197" y="5341467"/>
                  </a:lnTo>
                  <a:lnTo>
                    <a:pt x="948135" y="5313305"/>
                  </a:lnTo>
                  <a:lnTo>
                    <a:pt x="906830" y="5279510"/>
                  </a:lnTo>
                  <a:lnTo>
                    <a:pt x="873037" y="5238207"/>
                  </a:lnTo>
                  <a:lnTo>
                    <a:pt x="844875" y="5193146"/>
                  </a:lnTo>
                  <a:lnTo>
                    <a:pt x="822344" y="5142453"/>
                  </a:lnTo>
                  <a:lnTo>
                    <a:pt x="803570" y="5088007"/>
                  </a:lnTo>
                  <a:lnTo>
                    <a:pt x="786672" y="5033560"/>
                  </a:lnTo>
                  <a:lnTo>
                    <a:pt x="771652" y="4975357"/>
                  </a:lnTo>
                  <a:lnTo>
                    <a:pt x="756631" y="4919033"/>
                  </a:lnTo>
                  <a:lnTo>
                    <a:pt x="739734" y="4862708"/>
                  </a:lnTo>
                  <a:lnTo>
                    <a:pt x="720959" y="4808259"/>
                  </a:lnTo>
                  <a:lnTo>
                    <a:pt x="698428" y="4757566"/>
                  </a:lnTo>
                  <a:lnTo>
                    <a:pt x="672143" y="4710630"/>
                  </a:lnTo>
                  <a:lnTo>
                    <a:pt x="638351" y="4669325"/>
                  </a:lnTo>
                  <a:lnTo>
                    <a:pt x="600799" y="4626142"/>
                  </a:lnTo>
                  <a:lnTo>
                    <a:pt x="557617" y="4588593"/>
                  </a:lnTo>
                  <a:lnTo>
                    <a:pt x="510678" y="4552921"/>
                  </a:lnTo>
                  <a:lnTo>
                    <a:pt x="463742" y="4517249"/>
                  </a:lnTo>
                  <a:lnTo>
                    <a:pt x="416805" y="4481577"/>
                  </a:lnTo>
                  <a:lnTo>
                    <a:pt x="371744" y="4445903"/>
                  </a:lnTo>
                  <a:lnTo>
                    <a:pt x="328562" y="4406477"/>
                  </a:lnTo>
                  <a:lnTo>
                    <a:pt x="291012" y="4367050"/>
                  </a:lnTo>
                  <a:lnTo>
                    <a:pt x="259096" y="4321989"/>
                  </a:lnTo>
                  <a:lnTo>
                    <a:pt x="234689" y="4275053"/>
                  </a:lnTo>
                  <a:lnTo>
                    <a:pt x="217791" y="4218729"/>
                  </a:lnTo>
                  <a:lnTo>
                    <a:pt x="210281" y="4160526"/>
                  </a:lnTo>
                  <a:lnTo>
                    <a:pt x="208402" y="4100444"/>
                  </a:lnTo>
                  <a:lnTo>
                    <a:pt x="214035" y="4036610"/>
                  </a:lnTo>
                  <a:lnTo>
                    <a:pt x="221545" y="3972776"/>
                  </a:lnTo>
                  <a:lnTo>
                    <a:pt x="230932" y="3908940"/>
                  </a:lnTo>
                  <a:lnTo>
                    <a:pt x="238443" y="3845106"/>
                  </a:lnTo>
                  <a:lnTo>
                    <a:pt x="242199" y="3781272"/>
                  </a:lnTo>
                  <a:lnTo>
                    <a:pt x="242199" y="3719313"/>
                  </a:lnTo>
                  <a:lnTo>
                    <a:pt x="234689" y="3661113"/>
                  </a:lnTo>
                  <a:lnTo>
                    <a:pt x="219668" y="3602910"/>
                  </a:lnTo>
                  <a:lnTo>
                    <a:pt x="197138" y="3548461"/>
                  </a:lnTo>
                  <a:lnTo>
                    <a:pt x="168976" y="3492137"/>
                  </a:lnTo>
                  <a:lnTo>
                    <a:pt x="137057" y="3435814"/>
                  </a:lnTo>
                  <a:lnTo>
                    <a:pt x="103264" y="3379488"/>
                  </a:lnTo>
                  <a:lnTo>
                    <a:pt x="71346" y="3325039"/>
                  </a:lnTo>
                  <a:lnTo>
                    <a:pt x="43182" y="3266839"/>
                  </a:lnTo>
                  <a:lnTo>
                    <a:pt x="20654" y="3210513"/>
                  </a:lnTo>
                  <a:lnTo>
                    <a:pt x="5634" y="3152310"/>
                  </a:lnTo>
                  <a:lnTo>
                    <a:pt x="0" y="3092230"/>
                  </a:lnTo>
                  <a:lnTo>
                    <a:pt x="5634" y="3032152"/>
                  </a:lnTo>
                  <a:lnTo>
                    <a:pt x="20654" y="2973950"/>
                  </a:lnTo>
                  <a:lnTo>
                    <a:pt x="43182" y="2917624"/>
                  </a:lnTo>
                  <a:lnTo>
                    <a:pt x="71346" y="2859423"/>
                  </a:lnTo>
                  <a:lnTo>
                    <a:pt x="103264" y="2804974"/>
                  </a:lnTo>
                  <a:lnTo>
                    <a:pt x="137057" y="2748651"/>
                  </a:lnTo>
                  <a:lnTo>
                    <a:pt x="168976" y="2692325"/>
                  </a:lnTo>
                  <a:lnTo>
                    <a:pt x="197138" y="2636001"/>
                  </a:lnTo>
                  <a:lnTo>
                    <a:pt x="219668" y="2581552"/>
                  </a:lnTo>
                  <a:lnTo>
                    <a:pt x="234689" y="2523350"/>
                  </a:lnTo>
                  <a:lnTo>
                    <a:pt x="242199" y="2465149"/>
                  </a:lnTo>
                  <a:lnTo>
                    <a:pt x="242199" y="2403192"/>
                  </a:lnTo>
                  <a:lnTo>
                    <a:pt x="238443" y="2339356"/>
                  </a:lnTo>
                  <a:lnTo>
                    <a:pt x="230932" y="2275522"/>
                  </a:lnTo>
                  <a:lnTo>
                    <a:pt x="221545" y="2211686"/>
                  </a:lnTo>
                  <a:lnTo>
                    <a:pt x="214035" y="2147852"/>
                  </a:lnTo>
                  <a:lnTo>
                    <a:pt x="208402" y="2084018"/>
                  </a:lnTo>
                  <a:lnTo>
                    <a:pt x="210281" y="2023938"/>
                  </a:lnTo>
                  <a:lnTo>
                    <a:pt x="217791" y="1965736"/>
                  </a:lnTo>
                  <a:lnTo>
                    <a:pt x="234689" y="1909410"/>
                  </a:lnTo>
                  <a:lnTo>
                    <a:pt x="259096" y="1862474"/>
                  </a:lnTo>
                  <a:lnTo>
                    <a:pt x="291012" y="1817414"/>
                  </a:lnTo>
                  <a:lnTo>
                    <a:pt x="328562" y="1777986"/>
                  </a:lnTo>
                  <a:lnTo>
                    <a:pt x="371744" y="1738560"/>
                  </a:lnTo>
                  <a:lnTo>
                    <a:pt x="416805" y="1702885"/>
                  </a:lnTo>
                  <a:lnTo>
                    <a:pt x="463742" y="1667213"/>
                  </a:lnTo>
                  <a:lnTo>
                    <a:pt x="510678" y="1631541"/>
                  </a:lnTo>
                  <a:lnTo>
                    <a:pt x="557617" y="1595869"/>
                  </a:lnTo>
                  <a:lnTo>
                    <a:pt x="600799" y="1558320"/>
                  </a:lnTo>
                  <a:lnTo>
                    <a:pt x="638351" y="1515138"/>
                  </a:lnTo>
                  <a:lnTo>
                    <a:pt x="672143" y="1473832"/>
                  </a:lnTo>
                  <a:lnTo>
                    <a:pt x="698428" y="1426896"/>
                  </a:lnTo>
                  <a:lnTo>
                    <a:pt x="720959" y="1376203"/>
                  </a:lnTo>
                  <a:lnTo>
                    <a:pt x="739734" y="1321755"/>
                  </a:lnTo>
                  <a:lnTo>
                    <a:pt x="756631" y="1265429"/>
                  </a:lnTo>
                  <a:lnTo>
                    <a:pt x="771652" y="1209105"/>
                  </a:lnTo>
                  <a:lnTo>
                    <a:pt x="786672" y="1150903"/>
                  </a:lnTo>
                  <a:lnTo>
                    <a:pt x="803570" y="1096456"/>
                  </a:lnTo>
                  <a:lnTo>
                    <a:pt x="822344" y="1042007"/>
                  </a:lnTo>
                  <a:lnTo>
                    <a:pt x="844875" y="991317"/>
                  </a:lnTo>
                  <a:lnTo>
                    <a:pt x="873037" y="946257"/>
                  </a:lnTo>
                  <a:lnTo>
                    <a:pt x="906830" y="904952"/>
                  </a:lnTo>
                  <a:lnTo>
                    <a:pt x="948135" y="871157"/>
                  </a:lnTo>
                  <a:lnTo>
                    <a:pt x="993197" y="842995"/>
                  </a:lnTo>
                  <a:lnTo>
                    <a:pt x="1043887" y="820464"/>
                  </a:lnTo>
                  <a:lnTo>
                    <a:pt x="1098336" y="801690"/>
                  </a:lnTo>
                  <a:lnTo>
                    <a:pt x="1152783" y="784792"/>
                  </a:lnTo>
                  <a:lnTo>
                    <a:pt x="1210986" y="769772"/>
                  </a:lnTo>
                  <a:lnTo>
                    <a:pt x="1267309" y="754751"/>
                  </a:lnTo>
                  <a:lnTo>
                    <a:pt x="1323635" y="737854"/>
                  </a:lnTo>
                  <a:lnTo>
                    <a:pt x="1378082" y="719079"/>
                  </a:lnTo>
                  <a:lnTo>
                    <a:pt x="1428774" y="696549"/>
                  </a:lnTo>
                  <a:lnTo>
                    <a:pt x="1475711" y="670266"/>
                  </a:lnTo>
                  <a:lnTo>
                    <a:pt x="1517016" y="636471"/>
                  </a:lnTo>
                  <a:lnTo>
                    <a:pt x="1560199" y="598919"/>
                  </a:lnTo>
                  <a:lnTo>
                    <a:pt x="1597750" y="555737"/>
                  </a:lnTo>
                  <a:lnTo>
                    <a:pt x="1633422" y="510678"/>
                  </a:lnTo>
                  <a:lnTo>
                    <a:pt x="1669094" y="463741"/>
                  </a:lnTo>
                  <a:lnTo>
                    <a:pt x="1704766" y="416803"/>
                  </a:lnTo>
                  <a:lnTo>
                    <a:pt x="1740438" y="371743"/>
                  </a:lnTo>
                  <a:lnTo>
                    <a:pt x="1779867" y="328561"/>
                  </a:lnTo>
                  <a:lnTo>
                    <a:pt x="1819293" y="291012"/>
                  </a:lnTo>
                  <a:lnTo>
                    <a:pt x="1864354" y="259094"/>
                  </a:lnTo>
                  <a:lnTo>
                    <a:pt x="1911291" y="234686"/>
                  </a:lnTo>
                  <a:lnTo>
                    <a:pt x="1967617" y="217789"/>
                  </a:lnTo>
                  <a:lnTo>
                    <a:pt x="2025819" y="210279"/>
                  </a:lnTo>
                  <a:lnTo>
                    <a:pt x="2085897" y="208401"/>
                  </a:lnTo>
                  <a:lnTo>
                    <a:pt x="2149731" y="214035"/>
                  </a:lnTo>
                  <a:lnTo>
                    <a:pt x="2213567" y="221545"/>
                  </a:lnTo>
                  <a:lnTo>
                    <a:pt x="2277403" y="230932"/>
                  </a:lnTo>
                  <a:lnTo>
                    <a:pt x="2341237" y="238443"/>
                  </a:lnTo>
                  <a:lnTo>
                    <a:pt x="2405071" y="242197"/>
                  </a:lnTo>
                  <a:lnTo>
                    <a:pt x="2467030" y="242197"/>
                  </a:lnTo>
                  <a:lnTo>
                    <a:pt x="2525233" y="234686"/>
                  </a:lnTo>
                  <a:lnTo>
                    <a:pt x="2583436" y="219666"/>
                  </a:lnTo>
                  <a:lnTo>
                    <a:pt x="2639760" y="197137"/>
                  </a:lnTo>
                  <a:lnTo>
                    <a:pt x="2696083" y="167096"/>
                  </a:lnTo>
                  <a:lnTo>
                    <a:pt x="2752409" y="137057"/>
                  </a:lnTo>
                  <a:lnTo>
                    <a:pt x="2808733" y="103262"/>
                  </a:lnTo>
                  <a:lnTo>
                    <a:pt x="2863182" y="71344"/>
                  </a:lnTo>
                  <a:lnTo>
                    <a:pt x="2921385" y="43182"/>
                  </a:lnTo>
                  <a:lnTo>
                    <a:pt x="2977708" y="20652"/>
                  </a:lnTo>
                  <a:lnTo>
                    <a:pt x="3035911" y="5631"/>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Calibri" panose="020F0502020204030204"/>
              </a:endParaRPr>
            </a:p>
          </p:txBody>
        </p:sp>
      </p:grpSp>
      <p:grpSp>
        <p:nvGrpSpPr>
          <p:cNvPr id="34" name="Group 33">
            <a:extLst>
              <a:ext uri="{FF2B5EF4-FFF2-40B4-BE49-F238E27FC236}">
                <a16:creationId xmlns:a16="http://schemas.microsoft.com/office/drawing/2014/main" id="{BCE84650-6FAA-48DC-BB93-39BB42D85F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21253" y="1"/>
            <a:ext cx="3122747" cy="3716538"/>
            <a:chOff x="8028338" y="1"/>
            <a:chExt cx="4163662" cy="3716538"/>
          </a:xfrm>
        </p:grpSpPr>
        <p:sp>
          <p:nvSpPr>
            <p:cNvPr id="35" name="Freeform: Shape 34">
              <a:extLst>
                <a:ext uri="{FF2B5EF4-FFF2-40B4-BE49-F238E27FC236}">
                  <a16:creationId xmlns:a16="http://schemas.microsoft.com/office/drawing/2014/main" id="{7C37B95F-766C-4F41-834B-F95D7F0E74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1642" y="1"/>
              <a:ext cx="4060358" cy="3613359"/>
            </a:xfrm>
            <a:custGeom>
              <a:avLst/>
              <a:gdLst>
                <a:gd name="connsiteX0" fmla="*/ 297325 w 4060358"/>
                <a:gd name="connsiteY0" fmla="*/ 0 h 3613359"/>
                <a:gd name="connsiteX1" fmla="*/ 4060358 w 4060358"/>
                <a:gd name="connsiteY1" fmla="*/ 0 h 3613359"/>
                <a:gd name="connsiteX2" fmla="*/ 4060358 w 4060358"/>
                <a:gd name="connsiteY2" fmla="*/ 2985163 h 3613359"/>
                <a:gd name="connsiteX3" fmla="*/ 4053581 w 4060358"/>
                <a:gd name="connsiteY3" fmla="*/ 2986912 h 3613359"/>
                <a:gd name="connsiteX4" fmla="*/ 4007741 w 4060358"/>
                <a:gd name="connsiteY4" fmla="*/ 2999136 h 3613359"/>
                <a:gd name="connsiteX5" fmla="*/ 3961906 w 4060358"/>
                <a:gd name="connsiteY5" fmla="*/ 3012890 h 3613359"/>
                <a:gd name="connsiteX6" fmla="*/ 3917596 w 4060358"/>
                <a:gd name="connsiteY6" fmla="*/ 3028168 h 3613359"/>
                <a:gd name="connsiteX7" fmla="*/ 3876343 w 4060358"/>
                <a:gd name="connsiteY7" fmla="*/ 3046504 h 3613359"/>
                <a:gd name="connsiteX8" fmla="*/ 3838144 w 4060358"/>
                <a:gd name="connsiteY8" fmla="*/ 3067894 h 3613359"/>
                <a:gd name="connsiteX9" fmla="*/ 3804530 w 4060358"/>
                <a:gd name="connsiteY9" fmla="*/ 3095396 h 3613359"/>
                <a:gd name="connsiteX10" fmla="*/ 3769387 w 4060358"/>
                <a:gd name="connsiteY10" fmla="*/ 3125955 h 3613359"/>
                <a:gd name="connsiteX11" fmla="*/ 3738828 w 4060358"/>
                <a:gd name="connsiteY11" fmla="*/ 3161096 h 3613359"/>
                <a:gd name="connsiteX12" fmla="*/ 3709798 w 4060358"/>
                <a:gd name="connsiteY12" fmla="*/ 3197767 h 3613359"/>
                <a:gd name="connsiteX13" fmla="*/ 3680766 w 4060358"/>
                <a:gd name="connsiteY13" fmla="*/ 3235963 h 3613359"/>
                <a:gd name="connsiteX14" fmla="*/ 3651737 w 4060358"/>
                <a:gd name="connsiteY14" fmla="*/ 3274161 h 3613359"/>
                <a:gd name="connsiteX15" fmla="*/ 3622708 w 4060358"/>
                <a:gd name="connsiteY15" fmla="*/ 3310832 h 3613359"/>
                <a:gd name="connsiteX16" fmla="*/ 3590619 w 4060358"/>
                <a:gd name="connsiteY16" fmla="*/ 3345973 h 3613359"/>
                <a:gd name="connsiteX17" fmla="*/ 3558532 w 4060358"/>
                <a:gd name="connsiteY17" fmla="*/ 3376533 h 3613359"/>
                <a:gd name="connsiteX18" fmla="*/ 3521864 w 4060358"/>
                <a:gd name="connsiteY18" fmla="*/ 3402507 h 3613359"/>
                <a:gd name="connsiteX19" fmla="*/ 3483666 w 4060358"/>
                <a:gd name="connsiteY19" fmla="*/ 3422370 h 3613359"/>
                <a:gd name="connsiteX20" fmla="*/ 3437828 w 4060358"/>
                <a:gd name="connsiteY20" fmla="*/ 3436121 h 3613359"/>
                <a:gd name="connsiteX21" fmla="*/ 3390460 w 4060358"/>
                <a:gd name="connsiteY21" fmla="*/ 3442233 h 3613359"/>
                <a:gd name="connsiteX22" fmla="*/ 3341568 w 4060358"/>
                <a:gd name="connsiteY22" fmla="*/ 3443760 h 3613359"/>
                <a:gd name="connsiteX23" fmla="*/ 3289619 w 4060358"/>
                <a:gd name="connsiteY23" fmla="*/ 3439178 h 3613359"/>
                <a:gd name="connsiteX24" fmla="*/ 3237670 w 4060358"/>
                <a:gd name="connsiteY24" fmla="*/ 3433066 h 3613359"/>
                <a:gd name="connsiteX25" fmla="*/ 3185720 w 4060358"/>
                <a:gd name="connsiteY25" fmla="*/ 3425425 h 3613359"/>
                <a:gd name="connsiteX26" fmla="*/ 3133771 w 4060358"/>
                <a:gd name="connsiteY26" fmla="*/ 3419315 h 3613359"/>
                <a:gd name="connsiteX27" fmla="*/ 3081822 w 4060358"/>
                <a:gd name="connsiteY27" fmla="*/ 3416258 h 3613359"/>
                <a:gd name="connsiteX28" fmla="*/ 3031400 w 4060358"/>
                <a:gd name="connsiteY28" fmla="*/ 3416258 h 3613359"/>
                <a:gd name="connsiteX29" fmla="*/ 2984035 w 4060358"/>
                <a:gd name="connsiteY29" fmla="*/ 3422370 h 3613359"/>
                <a:gd name="connsiteX30" fmla="*/ 2935140 w 4060358"/>
                <a:gd name="connsiteY30" fmla="*/ 3434594 h 3613359"/>
                <a:gd name="connsiteX31" fmla="*/ 2890830 w 4060358"/>
                <a:gd name="connsiteY31" fmla="*/ 3452929 h 3613359"/>
                <a:gd name="connsiteX32" fmla="*/ 2844995 w 4060358"/>
                <a:gd name="connsiteY32" fmla="*/ 3477377 h 3613359"/>
                <a:gd name="connsiteX33" fmla="*/ 2799158 w 4060358"/>
                <a:gd name="connsiteY33" fmla="*/ 3501824 h 3613359"/>
                <a:gd name="connsiteX34" fmla="*/ 2753318 w 4060358"/>
                <a:gd name="connsiteY34" fmla="*/ 3529323 h 3613359"/>
                <a:gd name="connsiteX35" fmla="*/ 2709007 w 4060358"/>
                <a:gd name="connsiteY35" fmla="*/ 3555301 h 3613359"/>
                <a:gd name="connsiteX36" fmla="*/ 2661642 w 4060358"/>
                <a:gd name="connsiteY36" fmla="*/ 3578218 h 3613359"/>
                <a:gd name="connsiteX37" fmla="*/ 2615805 w 4060358"/>
                <a:gd name="connsiteY37" fmla="*/ 3596554 h 3613359"/>
                <a:gd name="connsiteX38" fmla="*/ 2568440 w 4060358"/>
                <a:gd name="connsiteY38" fmla="*/ 3608777 h 3613359"/>
                <a:gd name="connsiteX39" fmla="*/ 2519548 w 4060358"/>
                <a:gd name="connsiteY39" fmla="*/ 3613359 h 3613359"/>
                <a:gd name="connsiteX40" fmla="*/ 2470654 w 4060358"/>
                <a:gd name="connsiteY40" fmla="*/ 3608777 h 3613359"/>
                <a:gd name="connsiteX41" fmla="*/ 2423286 w 4060358"/>
                <a:gd name="connsiteY41" fmla="*/ 3596554 h 3613359"/>
                <a:gd name="connsiteX42" fmla="*/ 2377451 w 4060358"/>
                <a:gd name="connsiteY42" fmla="*/ 3578218 h 3613359"/>
                <a:gd name="connsiteX43" fmla="*/ 2330084 w 4060358"/>
                <a:gd name="connsiteY43" fmla="*/ 3555301 h 3613359"/>
                <a:gd name="connsiteX44" fmla="*/ 2285774 w 4060358"/>
                <a:gd name="connsiteY44" fmla="*/ 3529323 h 3613359"/>
                <a:gd name="connsiteX45" fmla="*/ 2239936 w 4060358"/>
                <a:gd name="connsiteY45" fmla="*/ 3501824 h 3613359"/>
                <a:gd name="connsiteX46" fmla="*/ 2194098 w 4060358"/>
                <a:gd name="connsiteY46" fmla="*/ 3477377 h 3613359"/>
                <a:gd name="connsiteX47" fmla="*/ 2148261 w 4060358"/>
                <a:gd name="connsiteY47" fmla="*/ 3452929 h 3613359"/>
                <a:gd name="connsiteX48" fmla="*/ 2102426 w 4060358"/>
                <a:gd name="connsiteY48" fmla="*/ 3434594 h 3613359"/>
                <a:gd name="connsiteX49" fmla="*/ 2055059 w 4060358"/>
                <a:gd name="connsiteY49" fmla="*/ 3422370 h 3613359"/>
                <a:gd name="connsiteX50" fmla="*/ 2007691 w 4060358"/>
                <a:gd name="connsiteY50" fmla="*/ 3416258 h 3613359"/>
                <a:gd name="connsiteX51" fmla="*/ 1957269 w 4060358"/>
                <a:gd name="connsiteY51" fmla="*/ 3416258 h 3613359"/>
                <a:gd name="connsiteX52" fmla="*/ 1905320 w 4060358"/>
                <a:gd name="connsiteY52" fmla="*/ 3419315 h 3613359"/>
                <a:gd name="connsiteX53" fmla="*/ 1853373 w 4060358"/>
                <a:gd name="connsiteY53" fmla="*/ 3425425 h 3613359"/>
                <a:gd name="connsiteX54" fmla="*/ 1801421 w 4060358"/>
                <a:gd name="connsiteY54" fmla="*/ 3433066 h 3613359"/>
                <a:gd name="connsiteX55" fmla="*/ 1749472 w 4060358"/>
                <a:gd name="connsiteY55" fmla="*/ 3439178 h 3613359"/>
                <a:gd name="connsiteX56" fmla="*/ 1697522 w 4060358"/>
                <a:gd name="connsiteY56" fmla="*/ 3443760 h 3613359"/>
                <a:gd name="connsiteX57" fmla="*/ 1648630 w 4060358"/>
                <a:gd name="connsiteY57" fmla="*/ 3442233 h 3613359"/>
                <a:gd name="connsiteX58" fmla="*/ 1601266 w 4060358"/>
                <a:gd name="connsiteY58" fmla="*/ 3436121 h 3613359"/>
                <a:gd name="connsiteX59" fmla="*/ 1555428 w 4060358"/>
                <a:gd name="connsiteY59" fmla="*/ 3422370 h 3613359"/>
                <a:gd name="connsiteX60" fmla="*/ 1517230 w 4060358"/>
                <a:gd name="connsiteY60" fmla="*/ 3402507 h 3613359"/>
                <a:gd name="connsiteX61" fmla="*/ 1480559 w 4060358"/>
                <a:gd name="connsiteY61" fmla="*/ 3376533 h 3613359"/>
                <a:gd name="connsiteX62" fmla="*/ 1448472 w 4060358"/>
                <a:gd name="connsiteY62" fmla="*/ 3345973 h 3613359"/>
                <a:gd name="connsiteX63" fmla="*/ 1416386 w 4060358"/>
                <a:gd name="connsiteY63" fmla="*/ 3310832 h 3613359"/>
                <a:gd name="connsiteX64" fmla="*/ 1387354 w 4060358"/>
                <a:gd name="connsiteY64" fmla="*/ 3274161 h 3613359"/>
                <a:gd name="connsiteX65" fmla="*/ 1358324 w 4060358"/>
                <a:gd name="connsiteY65" fmla="*/ 3235963 h 3613359"/>
                <a:gd name="connsiteX66" fmla="*/ 1329295 w 4060358"/>
                <a:gd name="connsiteY66" fmla="*/ 3197767 h 3613359"/>
                <a:gd name="connsiteX67" fmla="*/ 1300263 w 4060358"/>
                <a:gd name="connsiteY67" fmla="*/ 3161096 h 3613359"/>
                <a:gd name="connsiteX68" fmla="*/ 1269704 w 4060358"/>
                <a:gd name="connsiteY68" fmla="*/ 3125955 h 3613359"/>
                <a:gd name="connsiteX69" fmla="*/ 1234563 w 4060358"/>
                <a:gd name="connsiteY69" fmla="*/ 3095396 h 3613359"/>
                <a:gd name="connsiteX70" fmla="*/ 1200949 w 4060358"/>
                <a:gd name="connsiteY70" fmla="*/ 3067894 h 3613359"/>
                <a:gd name="connsiteX71" fmla="*/ 1162751 w 4060358"/>
                <a:gd name="connsiteY71" fmla="*/ 3046504 h 3613359"/>
                <a:gd name="connsiteX72" fmla="*/ 1121495 w 4060358"/>
                <a:gd name="connsiteY72" fmla="*/ 3028168 h 3613359"/>
                <a:gd name="connsiteX73" fmla="*/ 1077188 w 4060358"/>
                <a:gd name="connsiteY73" fmla="*/ 3012890 h 3613359"/>
                <a:gd name="connsiteX74" fmla="*/ 1031348 w 4060358"/>
                <a:gd name="connsiteY74" fmla="*/ 2999136 h 3613359"/>
                <a:gd name="connsiteX75" fmla="*/ 985513 w 4060358"/>
                <a:gd name="connsiteY75" fmla="*/ 2986912 h 3613359"/>
                <a:gd name="connsiteX76" fmla="*/ 938145 w 4060358"/>
                <a:gd name="connsiteY76" fmla="*/ 2974689 h 3613359"/>
                <a:gd name="connsiteX77" fmla="*/ 893838 w 4060358"/>
                <a:gd name="connsiteY77" fmla="*/ 2960938 h 3613359"/>
                <a:gd name="connsiteX78" fmla="*/ 849525 w 4060358"/>
                <a:gd name="connsiteY78" fmla="*/ 2945659 h 3613359"/>
                <a:gd name="connsiteX79" fmla="*/ 808275 w 4060358"/>
                <a:gd name="connsiteY79" fmla="*/ 2927324 h 3613359"/>
                <a:gd name="connsiteX80" fmla="*/ 771601 w 4060358"/>
                <a:gd name="connsiteY80" fmla="*/ 2904404 h 3613359"/>
                <a:gd name="connsiteX81" fmla="*/ 737987 w 4060358"/>
                <a:gd name="connsiteY81" fmla="*/ 2876902 h 3613359"/>
                <a:gd name="connsiteX82" fmla="*/ 710485 w 4060358"/>
                <a:gd name="connsiteY82" fmla="*/ 2843288 h 3613359"/>
                <a:gd name="connsiteX83" fmla="*/ 687568 w 4060358"/>
                <a:gd name="connsiteY83" fmla="*/ 2806617 h 3613359"/>
                <a:gd name="connsiteX84" fmla="*/ 669232 w 4060358"/>
                <a:gd name="connsiteY84" fmla="*/ 2765364 h 3613359"/>
                <a:gd name="connsiteX85" fmla="*/ 653954 w 4060358"/>
                <a:gd name="connsiteY85" fmla="*/ 2721054 h 3613359"/>
                <a:gd name="connsiteX86" fmla="*/ 640203 w 4060358"/>
                <a:gd name="connsiteY86" fmla="*/ 2676746 h 3613359"/>
                <a:gd name="connsiteX87" fmla="*/ 627979 w 4060358"/>
                <a:gd name="connsiteY87" fmla="*/ 2629379 h 3613359"/>
                <a:gd name="connsiteX88" fmla="*/ 615753 w 4060358"/>
                <a:gd name="connsiteY88" fmla="*/ 2583544 h 3613359"/>
                <a:gd name="connsiteX89" fmla="*/ 602002 w 4060358"/>
                <a:gd name="connsiteY89" fmla="*/ 2537704 h 3613359"/>
                <a:gd name="connsiteX90" fmla="*/ 586724 w 4060358"/>
                <a:gd name="connsiteY90" fmla="*/ 2493394 h 3613359"/>
                <a:gd name="connsiteX91" fmla="*/ 568388 w 4060358"/>
                <a:gd name="connsiteY91" fmla="*/ 2452141 h 3613359"/>
                <a:gd name="connsiteX92" fmla="*/ 546998 w 4060358"/>
                <a:gd name="connsiteY92" fmla="*/ 2413942 h 3613359"/>
                <a:gd name="connsiteX93" fmla="*/ 519496 w 4060358"/>
                <a:gd name="connsiteY93" fmla="*/ 2380328 h 3613359"/>
                <a:gd name="connsiteX94" fmla="*/ 488937 w 4060358"/>
                <a:gd name="connsiteY94" fmla="*/ 2345185 h 3613359"/>
                <a:gd name="connsiteX95" fmla="*/ 453796 w 4060358"/>
                <a:gd name="connsiteY95" fmla="*/ 2314628 h 3613359"/>
                <a:gd name="connsiteX96" fmla="*/ 415595 w 4060358"/>
                <a:gd name="connsiteY96" fmla="*/ 2285599 h 3613359"/>
                <a:gd name="connsiteX97" fmla="*/ 377399 w 4060358"/>
                <a:gd name="connsiteY97" fmla="*/ 2256567 h 3613359"/>
                <a:gd name="connsiteX98" fmla="*/ 339201 w 4060358"/>
                <a:gd name="connsiteY98" fmla="*/ 2227538 h 3613359"/>
                <a:gd name="connsiteX99" fmla="*/ 302530 w 4060358"/>
                <a:gd name="connsiteY99" fmla="*/ 2198506 h 3613359"/>
                <a:gd name="connsiteX100" fmla="*/ 267388 w 4060358"/>
                <a:gd name="connsiteY100" fmla="*/ 2166419 h 3613359"/>
                <a:gd name="connsiteX101" fmla="*/ 236829 w 4060358"/>
                <a:gd name="connsiteY101" fmla="*/ 2134335 h 3613359"/>
                <a:gd name="connsiteX102" fmla="*/ 210855 w 4060358"/>
                <a:gd name="connsiteY102" fmla="*/ 2097664 h 3613359"/>
                <a:gd name="connsiteX103" fmla="*/ 190992 w 4060358"/>
                <a:gd name="connsiteY103" fmla="*/ 2059466 h 3613359"/>
                <a:gd name="connsiteX104" fmla="*/ 177241 w 4060358"/>
                <a:gd name="connsiteY104" fmla="*/ 2013628 h 3613359"/>
                <a:gd name="connsiteX105" fmla="*/ 171129 w 4060358"/>
                <a:gd name="connsiteY105" fmla="*/ 1966264 h 3613359"/>
                <a:gd name="connsiteX106" fmla="*/ 169599 w 4060358"/>
                <a:gd name="connsiteY106" fmla="*/ 1917369 h 3613359"/>
                <a:gd name="connsiteX107" fmla="*/ 174184 w 4060358"/>
                <a:gd name="connsiteY107" fmla="*/ 1865419 h 3613359"/>
                <a:gd name="connsiteX108" fmla="*/ 180296 w 4060358"/>
                <a:gd name="connsiteY108" fmla="*/ 1813470 h 3613359"/>
                <a:gd name="connsiteX109" fmla="*/ 187935 w 4060358"/>
                <a:gd name="connsiteY109" fmla="*/ 1761521 h 3613359"/>
                <a:gd name="connsiteX110" fmla="*/ 194049 w 4060358"/>
                <a:gd name="connsiteY110" fmla="*/ 1709571 h 3613359"/>
                <a:gd name="connsiteX111" fmla="*/ 197104 w 4060358"/>
                <a:gd name="connsiteY111" fmla="*/ 1657622 h 3613359"/>
                <a:gd name="connsiteX112" fmla="*/ 197104 w 4060358"/>
                <a:gd name="connsiteY112" fmla="*/ 1607200 h 3613359"/>
                <a:gd name="connsiteX113" fmla="*/ 190992 w 4060358"/>
                <a:gd name="connsiteY113" fmla="*/ 1559838 h 3613359"/>
                <a:gd name="connsiteX114" fmla="*/ 178768 w 4060358"/>
                <a:gd name="connsiteY114" fmla="*/ 1512470 h 3613359"/>
                <a:gd name="connsiteX115" fmla="*/ 160433 w 4060358"/>
                <a:gd name="connsiteY115" fmla="*/ 1468160 h 3613359"/>
                <a:gd name="connsiteX116" fmla="*/ 137515 w 4060358"/>
                <a:gd name="connsiteY116" fmla="*/ 1422323 h 3613359"/>
                <a:gd name="connsiteX117" fmla="*/ 111538 w 4060358"/>
                <a:gd name="connsiteY117" fmla="*/ 1376488 h 3613359"/>
                <a:gd name="connsiteX118" fmla="*/ 84039 w 4060358"/>
                <a:gd name="connsiteY118" fmla="*/ 1330648 h 3613359"/>
                <a:gd name="connsiteX119" fmla="*/ 58064 w 4060358"/>
                <a:gd name="connsiteY119" fmla="*/ 1286337 h 3613359"/>
                <a:gd name="connsiteX120" fmla="*/ 35144 w 4060358"/>
                <a:gd name="connsiteY120" fmla="*/ 1238973 h 3613359"/>
                <a:gd name="connsiteX121" fmla="*/ 16808 w 4060358"/>
                <a:gd name="connsiteY121" fmla="*/ 1193135 h 3613359"/>
                <a:gd name="connsiteX122" fmla="*/ 4585 w 4060358"/>
                <a:gd name="connsiteY122" fmla="*/ 1145768 h 3613359"/>
                <a:gd name="connsiteX123" fmla="*/ 0 w 4060358"/>
                <a:gd name="connsiteY123" fmla="*/ 1096876 h 3613359"/>
                <a:gd name="connsiteX124" fmla="*/ 4585 w 4060358"/>
                <a:gd name="connsiteY124" fmla="*/ 1047984 h 3613359"/>
                <a:gd name="connsiteX125" fmla="*/ 16808 w 4060358"/>
                <a:gd name="connsiteY125" fmla="*/ 1000619 h 3613359"/>
                <a:gd name="connsiteX126" fmla="*/ 35144 w 4060358"/>
                <a:gd name="connsiteY126" fmla="*/ 954779 h 3613359"/>
                <a:gd name="connsiteX127" fmla="*/ 58064 w 4060358"/>
                <a:gd name="connsiteY127" fmla="*/ 907414 h 3613359"/>
                <a:gd name="connsiteX128" fmla="*/ 84039 w 4060358"/>
                <a:gd name="connsiteY128" fmla="*/ 863104 h 3613359"/>
                <a:gd name="connsiteX129" fmla="*/ 111538 w 4060358"/>
                <a:gd name="connsiteY129" fmla="*/ 817269 h 3613359"/>
                <a:gd name="connsiteX130" fmla="*/ 137515 w 4060358"/>
                <a:gd name="connsiteY130" fmla="*/ 771429 h 3613359"/>
                <a:gd name="connsiteX131" fmla="*/ 160433 w 4060358"/>
                <a:gd name="connsiteY131" fmla="*/ 725591 h 3613359"/>
                <a:gd name="connsiteX132" fmla="*/ 178768 w 4060358"/>
                <a:gd name="connsiteY132" fmla="*/ 681281 h 3613359"/>
                <a:gd name="connsiteX133" fmla="*/ 190992 w 4060358"/>
                <a:gd name="connsiteY133" fmla="*/ 633916 h 3613359"/>
                <a:gd name="connsiteX134" fmla="*/ 197104 w 4060358"/>
                <a:gd name="connsiteY134" fmla="*/ 586551 h 3613359"/>
                <a:gd name="connsiteX135" fmla="*/ 197104 w 4060358"/>
                <a:gd name="connsiteY135" fmla="*/ 536129 h 3613359"/>
                <a:gd name="connsiteX136" fmla="*/ 194049 w 4060358"/>
                <a:gd name="connsiteY136" fmla="*/ 484180 h 3613359"/>
                <a:gd name="connsiteX137" fmla="*/ 187935 w 4060358"/>
                <a:gd name="connsiteY137" fmla="*/ 432230 h 3613359"/>
                <a:gd name="connsiteX138" fmla="*/ 180296 w 4060358"/>
                <a:gd name="connsiteY138" fmla="*/ 380281 h 3613359"/>
                <a:gd name="connsiteX139" fmla="*/ 174184 w 4060358"/>
                <a:gd name="connsiteY139" fmla="*/ 328332 h 3613359"/>
                <a:gd name="connsiteX140" fmla="*/ 169599 w 4060358"/>
                <a:gd name="connsiteY140" fmla="*/ 276382 h 3613359"/>
                <a:gd name="connsiteX141" fmla="*/ 171129 w 4060358"/>
                <a:gd name="connsiteY141" fmla="*/ 227490 h 3613359"/>
                <a:gd name="connsiteX142" fmla="*/ 177241 w 4060358"/>
                <a:gd name="connsiteY142" fmla="*/ 180126 h 3613359"/>
                <a:gd name="connsiteX143" fmla="*/ 190992 w 4060358"/>
                <a:gd name="connsiteY143" fmla="*/ 134285 h 3613359"/>
                <a:gd name="connsiteX144" fmla="*/ 210855 w 4060358"/>
                <a:gd name="connsiteY144" fmla="*/ 96090 h 3613359"/>
                <a:gd name="connsiteX145" fmla="*/ 236829 w 4060358"/>
                <a:gd name="connsiteY145" fmla="*/ 59419 h 3613359"/>
                <a:gd name="connsiteX146" fmla="*/ 267388 w 4060358"/>
                <a:gd name="connsiteY146" fmla="*/ 27332 h 361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4060358" h="3613359">
                  <a:moveTo>
                    <a:pt x="297325" y="0"/>
                  </a:moveTo>
                  <a:lnTo>
                    <a:pt x="4060358" y="0"/>
                  </a:lnTo>
                  <a:lnTo>
                    <a:pt x="4060358" y="2985163"/>
                  </a:lnTo>
                  <a:lnTo>
                    <a:pt x="4053581" y="2986912"/>
                  </a:lnTo>
                  <a:lnTo>
                    <a:pt x="4007741" y="2999136"/>
                  </a:lnTo>
                  <a:lnTo>
                    <a:pt x="3961906" y="3012890"/>
                  </a:lnTo>
                  <a:lnTo>
                    <a:pt x="3917596" y="3028168"/>
                  </a:lnTo>
                  <a:lnTo>
                    <a:pt x="3876343" y="3046504"/>
                  </a:lnTo>
                  <a:lnTo>
                    <a:pt x="3838144" y="3067894"/>
                  </a:lnTo>
                  <a:lnTo>
                    <a:pt x="3804530" y="3095396"/>
                  </a:lnTo>
                  <a:lnTo>
                    <a:pt x="3769387" y="3125955"/>
                  </a:lnTo>
                  <a:lnTo>
                    <a:pt x="3738828" y="3161096"/>
                  </a:lnTo>
                  <a:lnTo>
                    <a:pt x="3709798" y="3197767"/>
                  </a:lnTo>
                  <a:lnTo>
                    <a:pt x="3680766" y="3235963"/>
                  </a:lnTo>
                  <a:lnTo>
                    <a:pt x="3651737" y="3274161"/>
                  </a:lnTo>
                  <a:lnTo>
                    <a:pt x="3622708" y="3310832"/>
                  </a:lnTo>
                  <a:lnTo>
                    <a:pt x="3590619" y="3345973"/>
                  </a:lnTo>
                  <a:lnTo>
                    <a:pt x="3558532" y="3376533"/>
                  </a:lnTo>
                  <a:lnTo>
                    <a:pt x="3521864" y="3402507"/>
                  </a:lnTo>
                  <a:lnTo>
                    <a:pt x="3483666" y="3422370"/>
                  </a:lnTo>
                  <a:lnTo>
                    <a:pt x="3437828" y="3436121"/>
                  </a:lnTo>
                  <a:lnTo>
                    <a:pt x="3390460" y="3442233"/>
                  </a:lnTo>
                  <a:lnTo>
                    <a:pt x="3341568" y="3443760"/>
                  </a:lnTo>
                  <a:lnTo>
                    <a:pt x="3289619" y="3439178"/>
                  </a:lnTo>
                  <a:lnTo>
                    <a:pt x="3237670" y="3433066"/>
                  </a:lnTo>
                  <a:lnTo>
                    <a:pt x="3185720" y="3425425"/>
                  </a:lnTo>
                  <a:lnTo>
                    <a:pt x="3133771" y="3419315"/>
                  </a:lnTo>
                  <a:lnTo>
                    <a:pt x="3081822" y="3416258"/>
                  </a:lnTo>
                  <a:lnTo>
                    <a:pt x="3031400" y="3416258"/>
                  </a:lnTo>
                  <a:lnTo>
                    <a:pt x="2984035" y="3422370"/>
                  </a:lnTo>
                  <a:lnTo>
                    <a:pt x="2935140" y="3434594"/>
                  </a:lnTo>
                  <a:lnTo>
                    <a:pt x="2890830" y="3452929"/>
                  </a:lnTo>
                  <a:lnTo>
                    <a:pt x="2844995" y="3477377"/>
                  </a:lnTo>
                  <a:lnTo>
                    <a:pt x="2799158" y="3501824"/>
                  </a:lnTo>
                  <a:lnTo>
                    <a:pt x="2753318" y="3529323"/>
                  </a:lnTo>
                  <a:lnTo>
                    <a:pt x="2709007" y="3555301"/>
                  </a:lnTo>
                  <a:lnTo>
                    <a:pt x="2661642" y="3578218"/>
                  </a:lnTo>
                  <a:lnTo>
                    <a:pt x="2615805" y="3596554"/>
                  </a:lnTo>
                  <a:lnTo>
                    <a:pt x="2568440" y="3608777"/>
                  </a:lnTo>
                  <a:lnTo>
                    <a:pt x="2519548" y="3613359"/>
                  </a:lnTo>
                  <a:lnTo>
                    <a:pt x="2470654" y="3608777"/>
                  </a:lnTo>
                  <a:lnTo>
                    <a:pt x="2423286" y="3596554"/>
                  </a:lnTo>
                  <a:lnTo>
                    <a:pt x="2377451" y="3578218"/>
                  </a:lnTo>
                  <a:lnTo>
                    <a:pt x="2330084" y="3555301"/>
                  </a:lnTo>
                  <a:lnTo>
                    <a:pt x="2285774" y="3529323"/>
                  </a:lnTo>
                  <a:lnTo>
                    <a:pt x="2239936" y="3501824"/>
                  </a:lnTo>
                  <a:lnTo>
                    <a:pt x="2194098" y="3477377"/>
                  </a:lnTo>
                  <a:lnTo>
                    <a:pt x="2148261" y="3452929"/>
                  </a:lnTo>
                  <a:lnTo>
                    <a:pt x="2102426" y="3434594"/>
                  </a:lnTo>
                  <a:lnTo>
                    <a:pt x="2055059" y="3422370"/>
                  </a:lnTo>
                  <a:lnTo>
                    <a:pt x="2007691" y="3416258"/>
                  </a:lnTo>
                  <a:lnTo>
                    <a:pt x="1957269" y="3416258"/>
                  </a:lnTo>
                  <a:lnTo>
                    <a:pt x="1905320" y="3419315"/>
                  </a:lnTo>
                  <a:lnTo>
                    <a:pt x="1853373" y="3425425"/>
                  </a:lnTo>
                  <a:lnTo>
                    <a:pt x="1801421" y="3433066"/>
                  </a:lnTo>
                  <a:lnTo>
                    <a:pt x="1749472" y="3439178"/>
                  </a:lnTo>
                  <a:lnTo>
                    <a:pt x="1697522" y="3443760"/>
                  </a:lnTo>
                  <a:lnTo>
                    <a:pt x="1648630" y="3442233"/>
                  </a:lnTo>
                  <a:lnTo>
                    <a:pt x="1601266" y="3436121"/>
                  </a:lnTo>
                  <a:lnTo>
                    <a:pt x="1555428" y="3422370"/>
                  </a:lnTo>
                  <a:lnTo>
                    <a:pt x="1517230" y="3402507"/>
                  </a:lnTo>
                  <a:lnTo>
                    <a:pt x="1480559" y="3376533"/>
                  </a:lnTo>
                  <a:lnTo>
                    <a:pt x="1448472" y="3345973"/>
                  </a:lnTo>
                  <a:lnTo>
                    <a:pt x="1416386" y="3310832"/>
                  </a:lnTo>
                  <a:lnTo>
                    <a:pt x="1387354" y="3274161"/>
                  </a:lnTo>
                  <a:lnTo>
                    <a:pt x="1358324" y="3235963"/>
                  </a:lnTo>
                  <a:lnTo>
                    <a:pt x="1329295" y="3197767"/>
                  </a:lnTo>
                  <a:lnTo>
                    <a:pt x="1300263" y="3161096"/>
                  </a:lnTo>
                  <a:lnTo>
                    <a:pt x="1269704" y="3125955"/>
                  </a:lnTo>
                  <a:lnTo>
                    <a:pt x="1234563" y="3095396"/>
                  </a:lnTo>
                  <a:lnTo>
                    <a:pt x="1200949" y="3067894"/>
                  </a:lnTo>
                  <a:lnTo>
                    <a:pt x="1162751" y="3046504"/>
                  </a:lnTo>
                  <a:lnTo>
                    <a:pt x="1121495" y="3028168"/>
                  </a:lnTo>
                  <a:lnTo>
                    <a:pt x="1077188" y="3012890"/>
                  </a:lnTo>
                  <a:lnTo>
                    <a:pt x="1031348" y="2999136"/>
                  </a:lnTo>
                  <a:lnTo>
                    <a:pt x="985513" y="2986912"/>
                  </a:lnTo>
                  <a:lnTo>
                    <a:pt x="938145" y="2974689"/>
                  </a:lnTo>
                  <a:lnTo>
                    <a:pt x="893838" y="2960938"/>
                  </a:lnTo>
                  <a:lnTo>
                    <a:pt x="849525" y="2945659"/>
                  </a:lnTo>
                  <a:lnTo>
                    <a:pt x="808275" y="2927324"/>
                  </a:lnTo>
                  <a:lnTo>
                    <a:pt x="771601" y="2904404"/>
                  </a:lnTo>
                  <a:lnTo>
                    <a:pt x="737987" y="2876902"/>
                  </a:lnTo>
                  <a:lnTo>
                    <a:pt x="710485" y="2843288"/>
                  </a:lnTo>
                  <a:lnTo>
                    <a:pt x="687568" y="2806617"/>
                  </a:lnTo>
                  <a:lnTo>
                    <a:pt x="669232" y="2765364"/>
                  </a:lnTo>
                  <a:lnTo>
                    <a:pt x="653954" y="2721054"/>
                  </a:lnTo>
                  <a:lnTo>
                    <a:pt x="640203" y="2676746"/>
                  </a:lnTo>
                  <a:lnTo>
                    <a:pt x="627979" y="2629379"/>
                  </a:lnTo>
                  <a:lnTo>
                    <a:pt x="615753" y="2583544"/>
                  </a:lnTo>
                  <a:lnTo>
                    <a:pt x="602002" y="2537704"/>
                  </a:lnTo>
                  <a:lnTo>
                    <a:pt x="586724" y="2493394"/>
                  </a:lnTo>
                  <a:lnTo>
                    <a:pt x="568388" y="2452141"/>
                  </a:lnTo>
                  <a:lnTo>
                    <a:pt x="546998" y="2413942"/>
                  </a:lnTo>
                  <a:lnTo>
                    <a:pt x="519496" y="2380328"/>
                  </a:lnTo>
                  <a:lnTo>
                    <a:pt x="488937" y="2345185"/>
                  </a:lnTo>
                  <a:lnTo>
                    <a:pt x="453796" y="2314628"/>
                  </a:lnTo>
                  <a:lnTo>
                    <a:pt x="415595" y="2285599"/>
                  </a:lnTo>
                  <a:lnTo>
                    <a:pt x="377399" y="2256567"/>
                  </a:lnTo>
                  <a:lnTo>
                    <a:pt x="339201" y="2227538"/>
                  </a:lnTo>
                  <a:lnTo>
                    <a:pt x="302530" y="2198506"/>
                  </a:lnTo>
                  <a:lnTo>
                    <a:pt x="267388" y="2166419"/>
                  </a:lnTo>
                  <a:lnTo>
                    <a:pt x="236829" y="2134335"/>
                  </a:lnTo>
                  <a:lnTo>
                    <a:pt x="210855" y="2097664"/>
                  </a:lnTo>
                  <a:lnTo>
                    <a:pt x="190992" y="2059466"/>
                  </a:lnTo>
                  <a:lnTo>
                    <a:pt x="177241" y="2013628"/>
                  </a:lnTo>
                  <a:lnTo>
                    <a:pt x="171129" y="1966264"/>
                  </a:lnTo>
                  <a:lnTo>
                    <a:pt x="169599" y="1917369"/>
                  </a:lnTo>
                  <a:lnTo>
                    <a:pt x="174184" y="1865419"/>
                  </a:lnTo>
                  <a:lnTo>
                    <a:pt x="180296" y="1813470"/>
                  </a:lnTo>
                  <a:lnTo>
                    <a:pt x="187935" y="1761521"/>
                  </a:lnTo>
                  <a:lnTo>
                    <a:pt x="194049" y="1709571"/>
                  </a:lnTo>
                  <a:lnTo>
                    <a:pt x="197104" y="1657622"/>
                  </a:lnTo>
                  <a:lnTo>
                    <a:pt x="197104" y="1607200"/>
                  </a:lnTo>
                  <a:lnTo>
                    <a:pt x="190992" y="1559838"/>
                  </a:lnTo>
                  <a:lnTo>
                    <a:pt x="178768" y="1512470"/>
                  </a:lnTo>
                  <a:lnTo>
                    <a:pt x="160433" y="1468160"/>
                  </a:lnTo>
                  <a:lnTo>
                    <a:pt x="137515" y="1422323"/>
                  </a:lnTo>
                  <a:lnTo>
                    <a:pt x="111538" y="1376488"/>
                  </a:lnTo>
                  <a:lnTo>
                    <a:pt x="84039" y="1330648"/>
                  </a:lnTo>
                  <a:lnTo>
                    <a:pt x="58064" y="1286337"/>
                  </a:lnTo>
                  <a:lnTo>
                    <a:pt x="35144" y="1238973"/>
                  </a:lnTo>
                  <a:lnTo>
                    <a:pt x="16808" y="1193135"/>
                  </a:lnTo>
                  <a:lnTo>
                    <a:pt x="4585" y="1145768"/>
                  </a:lnTo>
                  <a:lnTo>
                    <a:pt x="0" y="1096876"/>
                  </a:lnTo>
                  <a:lnTo>
                    <a:pt x="4585" y="1047984"/>
                  </a:lnTo>
                  <a:lnTo>
                    <a:pt x="16808" y="1000619"/>
                  </a:lnTo>
                  <a:lnTo>
                    <a:pt x="35144" y="954779"/>
                  </a:lnTo>
                  <a:lnTo>
                    <a:pt x="58064" y="907414"/>
                  </a:lnTo>
                  <a:lnTo>
                    <a:pt x="84039" y="863104"/>
                  </a:lnTo>
                  <a:lnTo>
                    <a:pt x="111538" y="817269"/>
                  </a:lnTo>
                  <a:lnTo>
                    <a:pt x="137515" y="771429"/>
                  </a:lnTo>
                  <a:lnTo>
                    <a:pt x="160433" y="725591"/>
                  </a:lnTo>
                  <a:lnTo>
                    <a:pt x="178768" y="681281"/>
                  </a:lnTo>
                  <a:lnTo>
                    <a:pt x="190992" y="633916"/>
                  </a:lnTo>
                  <a:lnTo>
                    <a:pt x="197104" y="586551"/>
                  </a:lnTo>
                  <a:lnTo>
                    <a:pt x="197104" y="536129"/>
                  </a:lnTo>
                  <a:lnTo>
                    <a:pt x="194049" y="484180"/>
                  </a:lnTo>
                  <a:lnTo>
                    <a:pt x="187935" y="432230"/>
                  </a:lnTo>
                  <a:lnTo>
                    <a:pt x="180296" y="380281"/>
                  </a:lnTo>
                  <a:lnTo>
                    <a:pt x="174184" y="328332"/>
                  </a:lnTo>
                  <a:lnTo>
                    <a:pt x="169599" y="276382"/>
                  </a:lnTo>
                  <a:lnTo>
                    <a:pt x="171129" y="227490"/>
                  </a:lnTo>
                  <a:lnTo>
                    <a:pt x="177241" y="180126"/>
                  </a:lnTo>
                  <a:lnTo>
                    <a:pt x="190992" y="134285"/>
                  </a:lnTo>
                  <a:lnTo>
                    <a:pt x="210855" y="96090"/>
                  </a:lnTo>
                  <a:lnTo>
                    <a:pt x="236829" y="59419"/>
                  </a:lnTo>
                  <a:lnTo>
                    <a:pt x="267388" y="27332"/>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AA04F11D-E749-44D7-955D-EF32C93E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28338" y="1"/>
              <a:ext cx="4163662" cy="3716538"/>
            </a:xfrm>
            <a:custGeom>
              <a:avLst/>
              <a:gdLst>
                <a:gd name="connsiteX0" fmla="*/ 262616 w 4163662"/>
                <a:gd name="connsiteY0" fmla="*/ 0 h 3716538"/>
                <a:gd name="connsiteX1" fmla="*/ 4163662 w 4163662"/>
                <a:gd name="connsiteY1" fmla="*/ 0 h 3716538"/>
                <a:gd name="connsiteX2" fmla="*/ 4163662 w 4163662"/>
                <a:gd name="connsiteY2" fmla="*/ 3079653 h 3716538"/>
                <a:gd name="connsiteX3" fmla="*/ 4124349 w 4163662"/>
                <a:gd name="connsiteY3" fmla="*/ 3091447 h 3716538"/>
                <a:gd name="connsiteX4" fmla="*/ 4078224 w 4163662"/>
                <a:gd name="connsiteY4" fmla="*/ 3107352 h 3716538"/>
                <a:gd name="connsiteX5" fmla="*/ 4035278 w 4163662"/>
                <a:gd name="connsiteY5" fmla="*/ 3126440 h 3716538"/>
                <a:gd name="connsiteX6" fmla="*/ 3995515 w 4163662"/>
                <a:gd name="connsiteY6" fmla="*/ 3148706 h 3716538"/>
                <a:gd name="connsiteX7" fmla="*/ 3960521 w 4163662"/>
                <a:gd name="connsiteY7" fmla="*/ 3177336 h 3716538"/>
                <a:gd name="connsiteX8" fmla="*/ 3923938 w 4163662"/>
                <a:gd name="connsiteY8" fmla="*/ 3209149 h 3716538"/>
                <a:gd name="connsiteX9" fmla="*/ 3892126 w 4163662"/>
                <a:gd name="connsiteY9" fmla="*/ 3245731 h 3716538"/>
                <a:gd name="connsiteX10" fmla="*/ 3861906 w 4163662"/>
                <a:gd name="connsiteY10" fmla="*/ 3283905 h 3716538"/>
                <a:gd name="connsiteX11" fmla="*/ 3831684 w 4163662"/>
                <a:gd name="connsiteY11" fmla="*/ 3323668 h 3716538"/>
                <a:gd name="connsiteX12" fmla="*/ 3801464 w 4163662"/>
                <a:gd name="connsiteY12" fmla="*/ 3363433 h 3716538"/>
                <a:gd name="connsiteX13" fmla="*/ 3771243 w 4163662"/>
                <a:gd name="connsiteY13" fmla="*/ 3401607 h 3716538"/>
                <a:gd name="connsiteX14" fmla="*/ 3737841 w 4163662"/>
                <a:gd name="connsiteY14" fmla="*/ 3438189 h 3716538"/>
                <a:gd name="connsiteX15" fmla="*/ 3704438 w 4163662"/>
                <a:gd name="connsiteY15" fmla="*/ 3470000 h 3716538"/>
                <a:gd name="connsiteX16" fmla="*/ 3666266 w 4163662"/>
                <a:gd name="connsiteY16" fmla="*/ 3497040 h 3716538"/>
                <a:gd name="connsiteX17" fmla="*/ 3626502 w 4163662"/>
                <a:gd name="connsiteY17" fmla="*/ 3517718 h 3716538"/>
                <a:gd name="connsiteX18" fmla="*/ 3578783 w 4163662"/>
                <a:gd name="connsiteY18" fmla="*/ 3532034 h 3716538"/>
                <a:gd name="connsiteX19" fmla="*/ 3529475 w 4163662"/>
                <a:gd name="connsiteY19" fmla="*/ 3538396 h 3716538"/>
                <a:gd name="connsiteX20" fmla="*/ 3478578 w 4163662"/>
                <a:gd name="connsiteY20" fmla="*/ 3539986 h 3716538"/>
                <a:gd name="connsiteX21" fmla="*/ 3424498 w 4163662"/>
                <a:gd name="connsiteY21" fmla="*/ 3535214 h 3716538"/>
                <a:gd name="connsiteX22" fmla="*/ 3370419 w 4163662"/>
                <a:gd name="connsiteY22" fmla="*/ 3528852 h 3716538"/>
                <a:gd name="connsiteX23" fmla="*/ 3316339 w 4163662"/>
                <a:gd name="connsiteY23" fmla="*/ 3520898 h 3716538"/>
                <a:gd name="connsiteX24" fmla="*/ 3262260 w 4163662"/>
                <a:gd name="connsiteY24" fmla="*/ 3514538 h 3716538"/>
                <a:gd name="connsiteX25" fmla="*/ 3208180 w 4163662"/>
                <a:gd name="connsiteY25" fmla="*/ 3511356 h 3716538"/>
                <a:gd name="connsiteX26" fmla="*/ 3155691 w 4163662"/>
                <a:gd name="connsiteY26" fmla="*/ 3511356 h 3716538"/>
                <a:gd name="connsiteX27" fmla="*/ 3106385 w 4163662"/>
                <a:gd name="connsiteY27" fmla="*/ 3517718 h 3716538"/>
                <a:gd name="connsiteX28" fmla="*/ 3055486 w 4163662"/>
                <a:gd name="connsiteY28" fmla="*/ 3530443 h 3716538"/>
                <a:gd name="connsiteX29" fmla="*/ 3009359 w 4163662"/>
                <a:gd name="connsiteY29" fmla="*/ 3549529 h 3716538"/>
                <a:gd name="connsiteX30" fmla="*/ 2961643 w 4163662"/>
                <a:gd name="connsiteY30" fmla="*/ 3574979 h 3716538"/>
                <a:gd name="connsiteX31" fmla="*/ 2913926 w 4163662"/>
                <a:gd name="connsiteY31" fmla="*/ 3600429 h 3716538"/>
                <a:gd name="connsiteX32" fmla="*/ 2866208 w 4163662"/>
                <a:gd name="connsiteY32" fmla="*/ 3629057 h 3716538"/>
                <a:gd name="connsiteX33" fmla="*/ 2820080 w 4163662"/>
                <a:gd name="connsiteY33" fmla="*/ 3656097 h 3716538"/>
                <a:gd name="connsiteX34" fmla="*/ 2770775 w 4163662"/>
                <a:gd name="connsiteY34" fmla="*/ 3679956 h 3716538"/>
                <a:gd name="connsiteX35" fmla="*/ 2723057 w 4163662"/>
                <a:gd name="connsiteY35" fmla="*/ 3699043 h 3716538"/>
                <a:gd name="connsiteX36" fmla="*/ 2673748 w 4163662"/>
                <a:gd name="connsiteY36" fmla="*/ 3711768 h 3716538"/>
                <a:gd name="connsiteX37" fmla="*/ 2622852 w 4163662"/>
                <a:gd name="connsiteY37" fmla="*/ 3716538 h 3716538"/>
                <a:gd name="connsiteX38" fmla="*/ 2571954 w 4163662"/>
                <a:gd name="connsiteY38" fmla="*/ 3711768 h 3716538"/>
                <a:gd name="connsiteX39" fmla="*/ 2522645 w 4163662"/>
                <a:gd name="connsiteY39" fmla="*/ 3699043 h 3716538"/>
                <a:gd name="connsiteX40" fmla="*/ 2474930 w 4163662"/>
                <a:gd name="connsiteY40" fmla="*/ 3679956 h 3716538"/>
                <a:gd name="connsiteX41" fmla="*/ 2425622 w 4163662"/>
                <a:gd name="connsiteY41" fmla="*/ 3656097 h 3716538"/>
                <a:gd name="connsiteX42" fmla="*/ 2379494 w 4163662"/>
                <a:gd name="connsiteY42" fmla="*/ 3629057 h 3716538"/>
                <a:gd name="connsiteX43" fmla="*/ 2331777 w 4163662"/>
                <a:gd name="connsiteY43" fmla="*/ 3600429 h 3716538"/>
                <a:gd name="connsiteX44" fmla="*/ 2284059 w 4163662"/>
                <a:gd name="connsiteY44" fmla="*/ 3574979 h 3716538"/>
                <a:gd name="connsiteX45" fmla="*/ 2236344 w 4163662"/>
                <a:gd name="connsiteY45" fmla="*/ 3549529 h 3716538"/>
                <a:gd name="connsiteX46" fmla="*/ 2188627 w 4163662"/>
                <a:gd name="connsiteY46" fmla="*/ 3530443 h 3716538"/>
                <a:gd name="connsiteX47" fmla="*/ 2139319 w 4163662"/>
                <a:gd name="connsiteY47" fmla="*/ 3517718 h 3716538"/>
                <a:gd name="connsiteX48" fmla="*/ 2090011 w 4163662"/>
                <a:gd name="connsiteY48" fmla="*/ 3511356 h 3716538"/>
                <a:gd name="connsiteX49" fmla="*/ 2037520 w 4163662"/>
                <a:gd name="connsiteY49" fmla="*/ 3511356 h 3716538"/>
                <a:gd name="connsiteX50" fmla="*/ 1983442 w 4163662"/>
                <a:gd name="connsiteY50" fmla="*/ 3514538 h 3716538"/>
                <a:gd name="connsiteX51" fmla="*/ 1929363 w 4163662"/>
                <a:gd name="connsiteY51" fmla="*/ 3520898 h 3716538"/>
                <a:gd name="connsiteX52" fmla="*/ 1875283 w 4163662"/>
                <a:gd name="connsiteY52" fmla="*/ 3528852 h 3716538"/>
                <a:gd name="connsiteX53" fmla="*/ 1821202 w 4163662"/>
                <a:gd name="connsiteY53" fmla="*/ 3535214 h 3716538"/>
                <a:gd name="connsiteX54" fmla="*/ 1767124 w 4163662"/>
                <a:gd name="connsiteY54" fmla="*/ 3539986 h 3716538"/>
                <a:gd name="connsiteX55" fmla="*/ 1716227 w 4163662"/>
                <a:gd name="connsiteY55" fmla="*/ 3538396 h 3716538"/>
                <a:gd name="connsiteX56" fmla="*/ 1666920 w 4163662"/>
                <a:gd name="connsiteY56" fmla="*/ 3532034 h 3716538"/>
                <a:gd name="connsiteX57" fmla="*/ 1619202 w 4163662"/>
                <a:gd name="connsiteY57" fmla="*/ 3517718 h 3716538"/>
                <a:gd name="connsiteX58" fmla="*/ 1579438 w 4163662"/>
                <a:gd name="connsiteY58" fmla="*/ 3497040 h 3716538"/>
                <a:gd name="connsiteX59" fmla="*/ 1541263 w 4163662"/>
                <a:gd name="connsiteY59" fmla="*/ 3470000 h 3716538"/>
                <a:gd name="connsiteX60" fmla="*/ 1507862 w 4163662"/>
                <a:gd name="connsiteY60" fmla="*/ 3438189 h 3716538"/>
                <a:gd name="connsiteX61" fmla="*/ 1474459 w 4163662"/>
                <a:gd name="connsiteY61" fmla="*/ 3401607 h 3716538"/>
                <a:gd name="connsiteX62" fmla="*/ 1444238 w 4163662"/>
                <a:gd name="connsiteY62" fmla="*/ 3363433 h 3716538"/>
                <a:gd name="connsiteX63" fmla="*/ 1414018 w 4163662"/>
                <a:gd name="connsiteY63" fmla="*/ 3323668 h 3716538"/>
                <a:gd name="connsiteX64" fmla="*/ 1383797 w 4163662"/>
                <a:gd name="connsiteY64" fmla="*/ 3283905 h 3716538"/>
                <a:gd name="connsiteX65" fmla="*/ 1353577 w 4163662"/>
                <a:gd name="connsiteY65" fmla="*/ 3245731 h 3716538"/>
                <a:gd name="connsiteX66" fmla="*/ 1321764 w 4163662"/>
                <a:gd name="connsiteY66" fmla="*/ 3209149 h 3716538"/>
                <a:gd name="connsiteX67" fmla="*/ 1285181 w 4163662"/>
                <a:gd name="connsiteY67" fmla="*/ 3177336 h 3716538"/>
                <a:gd name="connsiteX68" fmla="*/ 1250188 w 4163662"/>
                <a:gd name="connsiteY68" fmla="*/ 3148706 h 3716538"/>
                <a:gd name="connsiteX69" fmla="*/ 1210424 w 4163662"/>
                <a:gd name="connsiteY69" fmla="*/ 3126440 h 3716538"/>
                <a:gd name="connsiteX70" fmla="*/ 1167479 w 4163662"/>
                <a:gd name="connsiteY70" fmla="*/ 3107352 h 3716538"/>
                <a:gd name="connsiteX71" fmla="*/ 1121353 w 4163662"/>
                <a:gd name="connsiteY71" fmla="*/ 3091447 h 3716538"/>
                <a:gd name="connsiteX72" fmla="*/ 1073635 w 4163662"/>
                <a:gd name="connsiteY72" fmla="*/ 3077132 h 3716538"/>
                <a:gd name="connsiteX73" fmla="*/ 1025919 w 4163662"/>
                <a:gd name="connsiteY73" fmla="*/ 3064407 h 3716538"/>
                <a:gd name="connsiteX74" fmla="*/ 976611 w 4163662"/>
                <a:gd name="connsiteY74" fmla="*/ 3051682 h 3716538"/>
                <a:gd name="connsiteX75" fmla="*/ 930485 w 4163662"/>
                <a:gd name="connsiteY75" fmla="*/ 3037367 h 3716538"/>
                <a:gd name="connsiteX76" fmla="*/ 884357 w 4163662"/>
                <a:gd name="connsiteY76" fmla="*/ 3021461 h 3716538"/>
                <a:gd name="connsiteX77" fmla="*/ 841414 w 4163662"/>
                <a:gd name="connsiteY77" fmla="*/ 3002373 h 3716538"/>
                <a:gd name="connsiteX78" fmla="*/ 803238 w 4163662"/>
                <a:gd name="connsiteY78" fmla="*/ 2978515 h 3716538"/>
                <a:gd name="connsiteX79" fmla="*/ 768245 w 4163662"/>
                <a:gd name="connsiteY79" fmla="*/ 2949885 h 3716538"/>
                <a:gd name="connsiteX80" fmla="*/ 739617 w 4163662"/>
                <a:gd name="connsiteY80" fmla="*/ 2914894 h 3716538"/>
                <a:gd name="connsiteX81" fmla="*/ 715758 w 4163662"/>
                <a:gd name="connsiteY81" fmla="*/ 2876719 h 3716538"/>
                <a:gd name="connsiteX82" fmla="*/ 696671 w 4163662"/>
                <a:gd name="connsiteY82" fmla="*/ 2833774 h 3716538"/>
                <a:gd name="connsiteX83" fmla="*/ 680766 w 4163662"/>
                <a:gd name="connsiteY83" fmla="*/ 2787648 h 3716538"/>
                <a:gd name="connsiteX84" fmla="*/ 666450 w 4163662"/>
                <a:gd name="connsiteY84" fmla="*/ 2741522 h 3716538"/>
                <a:gd name="connsiteX85" fmla="*/ 653726 w 4163662"/>
                <a:gd name="connsiteY85" fmla="*/ 2692214 h 3716538"/>
                <a:gd name="connsiteX86" fmla="*/ 641000 w 4163662"/>
                <a:gd name="connsiteY86" fmla="*/ 2644497 h 3716538"/>
                <a:gd name="connsiteX87" fmla="*/ 626686 w 4163662"/>
                <a:gd name="connsiteY87" fmla="*/ 2596780 h 3716538"/>
                <a:gd name="connsiteX88" fmla="*/ 610780 w 4163662"/>
                <a:gd name="connsiteY88" fmla="*/ 2550653 h 3716538"/>
                <a:gd name="connsiteX89" fmla="*/ 591692 w 4163662"/>
                <a:gd name="connsiteY89" fmla="*/ 2507706 h 3716538"/>
                <a:gd name="connsiteX90" fmla="*/ 569424 w 4163662"/>
                <a:gd name="connsiteY90" fmla="*/ 2467943 h 3716538"/>
                <a:gd name="connsiteX91" fmla="*/ 540796 w 4163662"/>
                <a:gd name="connsiteY91" fmla="*/ 2432951 h 3716538"/>
                <a:gd name="connsiteX92" fmla="*/ 508983 w 4163662"/>
                <a:gd name="connsiteY92" fmla="*/ 2396368 h 3716538"/>
                <a:gd name="connsiteX93" fmla="*/ 472400 w 4163662"/>
                <a:gd name="connsiteY93" fmla="*/ 2364557 h 3716538"/>
                <a:gd name="connsiteX94" fmla="*/ 432635 w 4163662"/>
                <a:gd name="connsiteY94" fmla="*/ 2334336 h 3716538"/>
                <a:gd name="connsiteX95" fmla="*/ 392871 w 4163662"/>
                <a:gd name="connsiteY95" fmla="*/ 2304116 h 3716538"/>
                <a:gd name="connsiteX96" fmla="*/ 353108 w 4163662"/>
                <a:gd name="connsiteY96" fmla="*/ 2273895 h 3716538"/>
                <a:gd name="connsiteX97" fmla="*/ 314933 w 4163662"/>
                <a:gd name="connsiteY97" fmla="*/ 2243673 h 3716538"/>
                <a:gd name="connsiteX98" fmla="*/ 278350 w 4163662"/>
                <a:gd name="connsiteY98" fmla="*/ 2210272 h 3716538"/>
                <a:gd name="connsiteX99" fmla="*/ 246539 w 4163662"/>
                <a:gd name="connsiteY99" fmla="*/ 2176871 h 3716538"/>
                <a:gd name="connsiteX100" fmla="*/ 219500 w 4163662"/>
                <a:gd name="connsiteY100" fmla="*/ 2138696 h 3716538"/>
                <a:gd name="connsiteX101" fmla="*/ 198823 w 4163662"/>
                <a:gd name="connsiteY101" fmla="*/ 2098933 h 3716538"/>
                <a:gd name="connsiteX102" fmla="*/ 184508 w 4163662"/>
                <a:gd name="connsiteY102" fmla="*/ 2051217 h 3716538"/>
                <a:gd name="connsiteX103" fmla="*/ 178145 w 4163662"/>
                <a:gd name="connsiteY103" fmla="*/ 2001909 h 3716538"/>
                <a:gd name="connsiteX104" fmla="*/ 176554 w 4163662"/>
                <a:gd name="connsiteY104" fmla="*/ 1951009 h 3716538"/>
                <a:gd name="connsiteX105" fmla="*/ 181326 w 4163662"/>
                <a:gd name="connsiteY105" fmla="*/ 1896930 h 3716538"/>
                <a:gd name="connsiteX106" fmla="*/ 187688 w 4163662"/>
                <a:gd name="connsiteY106" fmla="*/ 1842851 h 3716538"/>
                <a:gd name="connsiteX107" fmla="*/ 195640 w 4163662"/>
                <a:gd name="connsiteY107" fmla="*/ 1788771 h 3716538"/>
                <a:gd name="connsiteX108" fmla="*/ 202004 w 4163662"/>
                <a:gd name="connsiteY108" fmla="*/ 1734693 h 3716538"/>
                <a:gd name="connsiteX109" fmla="*/ 205186 w 4163662"/>
                <a:gd name="connsiteY109" fmla="*/ 1680614 h 3716538"/>
                <a:gd name="connsiteX110" fmla="*/ 205186 w 4163662"/>
                <a:gd name="connsiteY110" fmla="*/ 1628124 h 3716538"/>
                <a:gd name="connsiteX111" fmla="*/ 198823 w 4163662"/>
                <a:gd name="connsiteY111" fmla="*/ 1578818 h 3716538"/>
                <a:gd name="connsiteX112" fmla="*/ 186098 w 4163662"/>
                <a:gd name="connsiteY112" fmla="*/ 1529510 h 3716538"/>
                <a:gd name="connsiteX113" fmla="*/ 167011 w 4163662"/>
                <a:gd name="connsiteY113" fmla="*/ 1483382 h 3716538"/>
                <a:gd name="connsiteX114" fmla="*/ 143153 w 4163662"/>
                <a:gd name="connsiteY114" fmla="*/ 1435666 h 3716538"/>
                <a:gd name="connsiteX115" fmla="*/ 116112 w 4163662"/>
                <a:gd name="connsiteY115" fmla="*/ 1387950 h 3716538"/>
                <a:gd name="connsiteX116" fmla="*/ 87483 w 4163662"/>
                <a:gd name="connsiteY116" fmla="*/ 1340232 h 3716538"/>
                <a:gd name="connsiteX117" fmla="*/ 60443 w 4163662"/>
                <a:gd name="connsiteY117" fmla="*/ 1294104 h 3716538"/>
                <a:gd name="connsiteX118" fmla="*/ 36583 w 4163662"/>
                <a:gd name="connsiteY118" fmla="*/ 1244799 h 3716538"/>
                <a:gd name="connsiteX119" fmla="*/ 17498 w 4163662"/>
                <a:gd name="connsiteY119" fmla="*/ 1197081 h 3716538"/>
                <a:gd name="connsiteX120" fmla="*/ 4773 w 4163662"/>
                <a:gd name="connsiteY120" fmla="*/ 1147773 h 3716538"/>
                <a:gd name="connsiteX121" fmla="*/ 0 w 4163662"/>
                <a:gd name="connsiteY121" fmla="*/ 1096874 h 3716538"/>
                <a:gd name="connsiteX122" fmla="*/ 4773 w 4163662"/>
                <a:gd name="connsiteY122" fmla="*/ 1045978 h 3716538"/>
                <a:gd name="connsiteX123" fmla="*/ 17498 w 4163662"/>
                <a:gd name="connsiteY123" fmla="*/ 996670 h 3716538"/>
                <a:gd name="connsiteX124" fmla="*/ 36583 w 4163662"/>
                <a:gd name="connsiteY124" fmla="*/ 948952 h 3716538"/>
                <a:gd name="connsiteX125" fmla="*/ 60443 w 4163662"/>
                <a:gd name="connsiteY125" fmla="*/ 899646 h 3716538"/>
                <a:gd name="connsiteX126" fmla="*/ 87483 w 4163662"/>
                <a:gd name="connsiteY126" fmla="*/ 853518 h 3716538"/>
                <a:gd name="connsiteX127" fmla="*/ 116112 w 4163662"/>
                <a:gd name="connsiteY127" fmla="*/ 805802 h 3716538"/>
                <a:gd name="connsiteX128" fmla="*/ 143153 w 4163662"/>
                <a:gd name="connsiteY128" fmla="*/ 758084 h 3716538"/>
                <a:gd name="connsiteX129" fmla="*/ 167011 w 4163662"/>
                <a:gd name="connsiteY129" fmla="*/ 710368 h 3716538"/>
                <a:gd name="connsiteX130" fmla="*/ 186098 w 4163662"/>
                <a:gd name="connsiteY130" fmla="*/ 664240 h 3716538"/>
                <a:gd name="connsiteX131" fmla="*/ 198823 w 4163662"/>
                <a:gd name="connsiteY131" fmla="*/ 614933 h 3716538"/>
                <a:gd name="connsiteX132" fmla="*/ 205186 w 4163662"/>
                <a:gd name="connsiteY132" fmla="*/ 565626 h 3716538"/>
                <a:gd name="connsiteX133" fmla="*/ 205186 w 4163662"/>
                <a:gd name="connsiteY133" fmla="*/ 513138 h 3716538"/>
                <a:gd name="connsiteX134" fmla="*/ 202004 w 4163662"/>
                <a:gd name="connsiteY134" fmla="*/ 459058 h 3716538"/>
                <a:gd name="connsiteX135" fmla="*/ 195640 w 4163662"/>
                <a:gd name="connsiteY135" fmla="*/ 404979 h 3716538"/>
                <a:gd name="connsiteX136" fmla="*/ 187688 w 4163662"/>
                <a:gd name="connsiteY136" fmla="*/ 350899 h 3716538"/>
                <a:gd name="connsiteX137" fmla="*/ 181326 w 4163662"/>
                <a:gd name="connsiteY137" fmla="*/ 296820 h 3716538"/>
                <a:gd name="connsiteX138" fmla="*/ 176554 w 4163662"/>
                <a:gd name="connsiteY138" fmla="*/ 242741 h 3716538"/>
                <a:gd name="connsiteX139" fmla="*/ 178145 w 4163662"/>
                <a:gd name="connsiteY139" fmla="*/ 191843 h 3716538"/>
                <a:gd name="connsiteX140" fmla="*/ 184508 w 4163662"/>
                <a:gd name="connsiteY140" fmla="*/ 142536 h 3716538"/>
                <a:gd name="connsiteX141" fmla="*/ 198823 w 4163662"/>
                <a:gd name="connsiteY141" fmla="*/ 94818 h 3716538"/>
                <a:gd name="connsiteX142" fmla="*/ 219500 w 4163662"/>
                <a:gd name="connsiteY142" fmla="*/ 55055 h 3716538"/>
                <a:gd name="connsiteX143" fmla="*/ 246539 w 4163662"/>
                <a:gd name="connsiteY143" fmla="*/ 16881 h 371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163662" h="3716538">
                  <a:moveTo>
                    <a:pt x="262616" y="0"/>
                  </a:moveTo>
                  <a:lnTo>
                    <a:pt x="4163662" y="0"/>
                  </a:lnTo>
                  <a:lnTo>
                    <a:pt x="4163662" y="3079653"/>
                  </a:lnTo>
                  <a:lnTo>
                    <a:pt x="4124349" y="3091447"/>
                  </a:lnTo>
                  <a:lnTo>
                    <a:pt x="4078224" y="3107352"/>
                  </a:lnTo>
                  <a:lnTo>
                    <a:pt x="4035278" y="3126440"/>
                  </a:lnTo>
                  <a:lnTo>
                    <a:pt x="3995515" y="3148706"/>
                  </a:lnTo>
                  <a:lnTo>
                    <a:pt x="3960521" y="3177336"/>
                  </a:lnTo>
                  <a:lnTo>
                    <a:pt x="3923938" y="3209149"/>
                  </a:lnTo>
                  <a:lnTo>
                    <a:pt x="3892126" y="3245731"/>
                  </a:lnTo>
                  <a:lnTo>
                    <a:pt x="3861906" y="3283905"/>
                  </a:lnTo>
                  <a:lnTo>
                    <a:pt x="3831684" y="3323668"/>
                  </a:lnTo>
                  <a:lnTo>
                    <a:pt x="3801464" y="3363433"/>
                  </a:lnTo>
                  <a:lnTo>
                    <a:pt x="3771243" y="3401607"/>
                  </a:lnTo>
                  <a:lnTo>
                    <a:pt x="3737841" y="3438189"/>
                  </a:lnTo>
                  <a:lnTo>
                    <a:pt x="3704438" y="3470000"/>
                  </a:lnTo>
                  <a:lnTo>
                    <a:pt x="3666266" y="3497040"/>
                  </a:lnTo>
                  <a:lnTo>
                    <a:pt x="3626502" y="3517718"/>
                  </a:lnTo>
                  <a:lnTo>
                    <a:pt x="3578783" y="3532034"/>
                  </a:lnTo>
                  <a:lnTo>
                    <a:pt x="3529475" y="3538396"/>
                  </a:lnTo>
                  <a:lnTo>
                    <a:pt x="3478578" y="3539986"/>
                  </a:lnTo>
                  <a:lnTo>
                    <a:pt x="3424498" y="3535214"/>
                  </a:lnTo>
                  <a:lnTo>
                    <a:pt x="3370419" y="3528852"/>
                  </a:lnTo>
                  <a:lnTo>
                    <a:pt x="3316339" y="3520898"/>
                  </a:lnTo>
                  <a:lnTo>
                    <a:pt x="3262260" y="3514538"/>
                  </a:lnTo>
                  <a:lnTo>
                    <a:pt x="3208180" y="3511356"/>
                  </a:lnTo>
                  <a:lnTo>
                    <a:pt x="3155691" y="3511356"/>
                  </a:lnTo>
                  <a:lnTo>
                    <a:pt x="3106385" y="3517718"/>
                  </a:lnTo>
                  <a:lnTo>
                    <a:pt x="3055486" y="3530443"/>
                  </a:lnTo>
                  <a:lnTo>
                    <a:pt x="3009359" y="3549529"/>
                  </a:lnTo>
                  <a:lnTo>
                    <a:pt x="2961643" y="3574979"/>
                  </a:lnTo>
                  <a:lnTo>
                    <a:pt x="2913926" y="3600429"/>
                  </a:lnTo>
                  <a:lnTo>
                    <a:pt x="2866208" y="3629057"/>
                  </a:lnTo>
                  <a:lnTo>
                    <a:pt x="2820080" y="3656097"/>
                  </a:lnTo>
                  <a:lnTo>
                    <a:pt x="2770775" y="3679956"/>
                  </a:lnTo>
                  <a:lnTo>
                    <a:pt x="2723057" y="3699043"/>
                  </a:lnTo>
                  <a:lnTo>
                    <a:pt x="2673748" y="3711768"/>
                  </a:lnTo>
                  <a:lnTo>
                    <a:pt x="2622852" y="3716538"/>
                  </a:lnTo>
                  <a:lnTo>
                    <a:pt x="2571954" y="3711768"/>
                  </a:lnTo>
                  <a:lnTo>
                    <a:pt x="2522645" y="3699043"/>
                  </a:lnTo>
                  <a:lnTo>
                    <a:pt x="2474930" y="3679956"/>
                  </a:lnTo>
                  <a:lnTo>
                    <a:pt x="2425622" y="3656097"/>
                  </a:lnTo>
                  <a:lnTo>
                    <a:pt x="2379494" y="3629057"/>
                  </a:lnTo>
                  <a:lnTo>
                    <a:pt x="2331777" y="3600429"/>
                  </a:lnTo>
                  <a:lnTo>
                    <a:pt x="2284059" y="3574979"/>
                  </a:lnTo>
                  <a:lnTo>
                    <a:pt x="2236344" y="3549529"/>
                  </a:lnTo>
                  <a:lnTo>
                    <a:pt x="2188627" y="3530443"/>
                  </a:lnTo>
                  <a:lnTo>
                    <a:pt x="2139319" y="3517718"/>
                  </a:lnTo>
                  <a:lnTo>
                    <a:pt x="2090011" y="3511356"/>
                  </a:lnTo>
                  <a:lnTo>
                    <a:pt x="2037520" y="3511356"/>
                  </a:lnTo>
                  <a:lnTo>
                    <a:pt x="1983442" y="3514538"/>
                  </a:lnTo>
                  <a:lnTo>
                    <a:pt x="1929363" y="3520898"/>
                  </a:lnTo>
                  <a:lnTo>
                    <a:pt x="1875283" y="3528852"/>
                  </a:lnTo>
                  <a:lnTo>
                    <a:pt x="1821202" y="3535214"/>
                  </a:lnTo>
                  <a:lnTo>
                    <a:pt x="1767124" y="3539986"/>
                  </a:lnTo>
                  <a:lnTo>
                    <a:pt x="1716227" y="3538396"/>
                  </a:lnTo>
                  <a:lnTo>
                    <a:pt x="1666920" y="3532034"/>
                  </a:lnTo>
                  <a:lnTo>
                    <a:pt x="1619202" y="3517718"/>
                  </a:lnTo>
                  <a:lnTo>
                    <a:pt x="1579438" y="3497040"/>
                  </a:lnTo>
                  <a:lnTo>
                    <a:pt x="1541263" y="3470000"/>
                  </a:lnTo>
                  <a:lnTo>
                    <a:pt x="1507862" y="3438189"/>
                  </a:lnTo>
                  <a:lnTo>
                    <a:pt x="1474459" y="3401607"/>
                  </a:lnTo>
                  <a:lnTo>
                    <a:pt x="1444238" y="3363433"/>
                  </a:lnTo>
                  <a:lnTo>
                    <a:pt x="1414018" y="3323668"/>
                  </a:lnTo>
                  <a:lnTo>
                    <a:pt x="1383797" y="3283905"/>
                  </a:lnTo>
                  <a:lnTo>
                    <a:pt x="1353577" y="3245731"/>
                  </a:lnTo>
                  <a:lnTo>
                    <a:pt x="1321764" y="3209149"/>
                  </a:lnTo>
                  <a:lnTo>
                    <a:pt x="1285181" y="3177336"/>
                  </a:lnTo>
                  <a:lnTo>
                    <a:pt x="1250188" y="3148706"/>
                  </a:lnTo>
                  <a:lnTo>
                    <a:pt x="1210424" y="3126440"/>
                  </a:lnTo>
                  <a:lnTo>
                    <a:pt x="1167479" y="3107352"/>
                  </a:lnTo>
                  <a:lnTo>
                    <a:pt x="1121353" y="3091447"/>
                  </a:lnTo>
                  <a:lnTo>
                    <a:pt x="1073635" y="3077132"/>
                  </a:lnTo>
                  <a:lnTo>
                    <a:pt x="1025919" y="3064407"/>
                  </a:lnTo>
                  <a:lnTo>
                    <a:pt x="976611" y="3051682"/>
                  </a:lnTo>
                  <a:lnTo>
                    <a:pt x="930485" y="3037367"/>
                  </a:lnTo>
                  <a:lnTo>
                    <a:pt x="884357" y="3021461"/>
                  </a:lnTo>
                  <a:lnTo>
                    <a:pt x="841414" y="3002373"/>
                  </a:lnTo>
                  <a:lnTo>
                    <a:pt x="803238" y="2978515"/>
                  </a:lnTo>
                  <a:lnTo>
                    <a:pt x="768245" y="2949885"/>
                  </a:lnTo>
                  <a:lnTo>
                    <a:pt x="739617" y="2914894"/>
                  </a:lnTo>
                  <a:lnTo>
                    <a:pt x="715758" y="2876719"/>
                  </a:lnTo>
                  <a:lnTo>
                    <a:pt x="696671" y="2833774"/>
                  </a:lnTo>
                  <a:lnTo>
                    <a:pt x="680766" y="2787648"/>
                  </a:lnTo>
                  <a:lnTo>
                    <a:pt x="666450" y="2741522"/>
                  </a:lnTo>
                  <a:lnTo>
                    <a:pt x="653726" y="2692214"/>
                  </a:lnTo>
                  <a:lnTo>
                    <a:pt x="641000" y="2644497"/>
                  </a:lnTo>
                  <a:lnTo>
                    <a:pt x="626686" y="2596780"/>
                  </a:lnTo>
                  <a:lnTo>
                    <a:pt x="610780" y="2550653"/>
                  </a:lnTo>
                  <a:lnTo>
                    <a:pt x="591692" y="2507706"/>
                  </a:lnTo>
                  <a:lnTo>
                    <a:pt x="569424" y="2467943"/>
                  </a:lnTo>
                  <a:lnTo>
                    <a:pt x="540796" y="2432951"/>
                  </a:lnTo>
                  <a:lnTo>
                    <a:pt x="508983" y="2396368"/>
                  </a:lnTo>
                  <a:lnTo>
                    <a:pt x="472400" y="2364557"/>
                  </a:lnTo>
                  <a:lnTo>
                    <a:pt x="432635" y="2334336"/>
                  </a:lnTo>
                  <a:lnTo>
                    <a:pt x="392871" y="2304116"/>
                  </a:lnTo>
                  <a:lnTo>
                    <a:pt x="353108" y="2273895"/>
                  </a:lnTo>
                  <a:lnTo>
                    <a:pt x="314933" y="2243673"/>
                  </a:lnTo>
                  <a:lnTo>
                    <a:pt x="278350" y="2210272"/>
                  </a:lnTo>
                  <a:lnTo>
                    <a:pt x="246539" y="2176871"/>
                  </a:lnTo>
                  <a:lnTo>
                    <a:pt x="219500" y="2138696"/>
                  </a:lnTo>
                  <a:lnTo>
                    <a:pt x="198823" y="2098933"/>
                  </a:lnTo>
                  <a:lnTo>
                    <a:pt x="184508" y="2051217"/>
                  </a:lnTo>
                  <a:lnTo>
                    <a:pt x="178145" y="2001909"/>
                  </a:lnTo>
                  <a:lnTo>
                    <a:pt x="176554" y="1951009"/>
                  </a:lnTo>
                  <a:lnTo>
                    <a:pt x="181326" y="1896930"/>
                  </a:lnTo>
                  <a:lnTo>
                    <a:pt x="187688" y="1842851"/>
                  </a:lnTo>
                  <a:lnTo>
                    <a:pt x="195640" y="1788771"/>
                  </a:lnTo>
                  <a:lnTo>
                    <a:pt x="202004" y="1734693"/>
                  </a:lnTo>
                  <a:lnTo>
                    <a:pt x="205186" y="1680614"/>
                  </a:lnTo>
                  <a:lnTo>
                    <a:pt x="205186" y="1628124"/>
                  </a:lnTo>
                  <a:lnTo>
                    <a:pt x="198823" y="1578818"/>
                  </a:lnTo>
                  <a:lnTo>
                    <a:pt x="186098" y="1529510"/>
                  </a:lnTo>
                  <a:lnTo>
                    <a:pt x="167011" y="1483382"/>
                  </a:lnTo>
                  <a:lnTo>
                    <a:pt x="143153" y="1435666"/>
                  </a:lnTo>
                  <a:lnTo>
                    <a:pt x="116112" y="1387950"/>
                  </a:lnTo>
                  <a:lnTo>
                    <a:pt x="87483" y="1340232"/>
                  </a:lnTo>
                  <a:lnTo>
                    <a:pt x="60443" y="1294104"/>
                  </a:lnTo>
                  <a:lnTo>
                    <a:pt x="36583" y="1244799"/>
                  </a:lnTo>
                  <a:lnTo>
                    <a:pt x="17498" y="1197081"/>
                  </a:lnTo>
                  <a:lnTo>
                    <a:pt x="4773" y="1147773"/>
                  </a:lnTo>
                  <a:lnTo>
                    <a:pt x="0" y="1096874"/>
                  </a:lnTo>
                  <a:lnTo>
                    <a:pt x="4773" y="1045978"/>
                  </a:lnTo>
                  <a:lnTo>
                    <a:pt x="17498" y="996670"/>
                  </a:lnTo>
                  <a:lnTo>
                    <a:pt x="36583" y="948952"/>
                  </a:lnTo>
                  <a:lnTo>
                    <a:pt x="60443" y="899646"/>
                  </a:lnTo>
                  <a:lnTo>
                    <a:pt x="87483" y="853518"/>
                  </a:lnTo>
                  <a:lnTo>
                    <a:pt x="116112" y="805802"/>
                  </a:lnTo>
                  <a:lnTo>
                    <a:pt x="143153" y="758084"/>
                  </a:lnTo>
                  <a:lnTo>
                    <a:pt x="167011" y="710368"/>
                  </a:lnTo>
                  <a:lnTo>
                    <a:pt x="186098" y="664240"/>
                  </a:lnTo>
                  <a:lnTo>
                    <a:pt x="198823" y="614933"/>
                  </a:lnTo>
                  <a:lnTo>
                    <a:pt x="205186" y="565626"/>
                  </a:lnTo>
                  <a:lnTo>
                    <a:pt x="205186" y="513138"/>
                  </a:lnTo>
                  <a:lnTo>
                    <a:pt x="202004" y="459058"/>
                  </a:lnTo>
                  <a:lnTo>
                    <a:pt x="195640" y="404979"/>
                  </a:lnTo>
                  <a:lnTo>
                    <a:pt x="187688" y="350899"/>
                  </a:lnTo>
                  <a:lnTo>
                    <a:pt x="181326" y="296820"/>
                  </a:lnTo>
                  <a:lnTo>
                    <a:pt x="176554" y="242741"/>
                  </a:lnTo>
                  <a:lnTo>
                    <a:pt x="178145" y="191843"/>
                  </a:lnTo>
                  <a:lnTo>
                    <a:pt x="184508" y="142536"/>
                  </a:lnTo>
                  <a:lnTo>
                    <a:pt x="198823" y="94818"/>
                  </a:lnTo>
                  <a:lnTo>
                    <a:pt x="219500" y="55055"/>
                  </a:lnTo>
                  <a:lnTo>
                    <a:pt x="246539" y="16881"/>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Calibri" panose="020F0502020204030204"/>
              </a:endParaRPr>
            </a:p>
          </p:txBody>
        </p:sp>
      </p:grpSp>
      <p:pic>
        <p:nvPicPr>
          <p:cNvPr id="9" name="Picture 8" descr="Three chefs working at a pot">
            <a:extLst>
              <a:ext uri="{FF2B5EF4-FFF2-40B4-BE49-F238E27FC236}">
                <a16:creationId xmlns:a16="http://schemas.microsoft.com/office/drawing/2014/main" id="{5151A0F2-6E76-8647-B6CA-E75A8D4E7C2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73900" y="442433"/>
            <a:ext cx="2098585" cy="2098585"/>
          </a:xfrm>
          <a:prstGeom prst="rect">
            <a:avLst/>
          </a:prstGeom>
        </p:spPr>
      </p:pic>
      <p:pic>
        <p:nvPicPr>
          <p:cNvPr id="5" name="Picture 4" descr="Woman with tools">
            <a:extLst>
              <a:ext uri="{FF2B5EF4-FFF2-40B4-BE49-F238E27FC236}">
                <a16:creationId xmlns:a16="http://schemas.microsoft.com/office/drawing/2014/main" id="{09F9C80A-F3A8-2246-91C6-E540CA97E9E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99678" y="653453"/>
            <a:ext cx="1171584" cy="1562113"/>
          </a:xfrm>
          <a:prstGeom prst="rect">
            <a:avLst/>
          </a:prstGeom>
        </p:spPr>
      </p:pic>
      <p:pic>
        <p:nvPicPr>
          <p:cNvPr id="7" name="Picture 6" descr="Man at front desk of bank">
            <a:extLst>
              <a:ext uri="{FF2B5EF4-FFF2-40B4-BE49-F238E27FC236}">
                <a16:creationId xmlns:a16="http://schemas.microsoft.com/office/drawing/2014/main" id="{46BD0CB2-9BBE-124F-A2D3-B07E59C33D9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66546" y="3143870"/>
            <a:ext cx="1594325" cy="2125768"/>
          </a:xfrm>
          <a:prstGeom prst="rect">
            <a:avLst/>
          </a:prstGeom>
        </p:spPr>
      </p:pic>
      <p:pic>
        <p:nvPicPr>
          <p:cNvPr id="15" name="Picture 14" descr="Young woman holding health care guide">
            <a:extLst>
              <a:ext uri="{FF2B5EF4-FFF2-40B4-BE49-F238E27FC236}">
                <a16:creationId xmlns:a16="http://schemas.microsoft.com/office/drawing/2014/main" id="{B58C6926-F328-284C-AC71-510D159846B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879486" y="4790463"/>
            <a:ext cx="2166863" cy="1446380"/>
          </a:xfrm>
          <a:prstGeom prst="rect">
            <a:avLst/>
          </a:prstGeom>
        </p:spPr>
      </p:pic>
      <p:sp>
        <p:nvSpPr>
          <p:cNvPr id="3" name="Content Placeholder 2">
            <a:extLst>
              <a:ext uri="{FF2B5EF4-FFF2-40B4-BE49-F238E27FC236}">
                <a16:creationId xmlns:a16="http://schemas.microsoft.com/office/drawing/2014/main" id="{E850D5CE-0DDD-074A-96A3-1A58FF7A2893}"/>
              </a:ext>
            </a:extLst>
          </p:cNvPr>
          <p:cNvSpPr>
            <a:spLocks noGrp="1"/>
          </p:cNvSpPr>
          <p:nvPr>
            <p:ph idx="1"/>
          </p:nvPr>
        </p:nvSpPr>
        <p:spPr>
          <a:xfrm>
            <a:off x="321305" y="2047915"/>
            <a:ext cx="3639861" cy="3950842"/>
          </a:xfrm>
        </p:spPr>
        <p:txBody>
          <a:bodyPr vert="horz" lIns="91440" tIns="45720" rIns="91440" bIns="45720" rtlCol="0">
            <a:noAutofit/>
          </a:bodyPr>
          <a:lstStyle/>
          <a:p>
            <a:pPr>
              <a:spcBef>
                <a:spcPts val="1600"/>
              </a:spcBef>
            </a:pPr>
            <a:r>
              <a:rPr lang="en-US" dirty="0">
                <a:solidFill>
                  <a:schemeClr val="tx1">
                    <a:alpha val="60000"/>
                  </a:schemeClr>
                </a:solidFill>
              </a:rPr>
              <a:t>What trial work experiences are currently available?</a:t>
            </a:r>
          </a:p>
          <a:p>
            <a:pPr>
              <a:spcBef>
                <a:spcPts val="1600"/>
              </a:spcBef>
            </a:pPr>
            <a:r>
              <a:rPr lang="en-US" dirty="0">
                <a:solidFill>
                  <a:schemeClr val="tx1">
                    <a:alpha val="60000"/>
                  </a:schemeClr>
                </a:solidFill>
              </a:rPr>
              <a:t>Are they of sufficient variety?</a:t>
            </a:r>
          </a:p>
          <a:p>
            <a:pPr>
              <a:spcBef>
                <a:spcPts val="1600"/>
              </a:spcBef>
            </a:pPr>
            <a:r>
              <a:rPr lang="en-US" dirty="0">
                <a:solidFill>
                  <a:schemeClr val="tx1">
                    <a:alpha val="60000"/>
                  </a:schemeClr>
                </a:solidFill>
              </a:rPr>
              <a:t>Are sufficient supports available?</a:t>
            </a:r>
          </a:p>
        </p:txBody>
      </p:sp>
      <p:sp>
        <p:nvSpPr>
          <p:cNvPr id="2" name="Title 1">
            <a:extLst>
              <a:ext uri="{FF2B5EF4-FFF2-40B4-BE49-F238E27FC236}">
                <a16:creationId xmlns:a16="http://schemas.microsoft.com/office/drawing/2014/main" id="{B154C650-FC14-BC46-8474-8B80CA24F494}"/>
              </a:ext>
            </a:extLst>
          </p:cNvPr>
          <p:cNvSpPr>
            <a:spLocks noGrp="1"/>
          </p:cNvSpPr>
          <p:nvPr>
            <p:ph type="title"/>
          </p:nvPr>
        </p:nvSpPr>
        <p:spPr>
          <a:xfrm>
            <a:off x="321305" y="314548"/>
            <a:ext cx="3387379" cy="1492132"/>
          </a:xfrm>
        </p:spPr>
        <p:txBody>
          <a:bodyPr vert="horz" lIns="91440" tIns="45720" rIns="91440" bIns="45720" rtlCol="0" anchor="t">
            <a:normAutofit/>
          </a:bodyPr>
          <a:lstStyle/>
          <a:p>
            <a:r>
              <a:rPr lang="en-US" cap="small" dirty="0"/>
              <a:t>Trial Work Experiences</a:t>
            </a:r>
          </a:p>
        </p:txBody>
      </p:sp>
    </p:spTree>
    <p:extLst>
      <p:ext uri="{BB962C8B-B14F-4D97-AF65-F5344CB8AC3E}">
        <p14:creationId xmlns:p14="http://schemas.microsoft.com/office/powerpoint/2010/main" val="86937889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 Interest Inventory">
            <a:extLst>
              <a:ext uri="{FF2B5EF4-FFF2-40B4-BE49-F238E27FC236}">
                <a16:creationId xmlns:a16="http://schemas.microsoft.com/office/drawing/2014/main" id="{EF47175D-460E-284B-AF99-F758564DED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02489" y="4625931"/>
            <a:ext cx="2745163" cy="1544154"/>
          </a:xfrm>
          <a:prstGeom prst="rect">
            <a:avLst/>
          </a:prstGeom>
          <a:ln>
            <a:solidFill>
              <a:schemeClr val="tx1"/>
            </a:solidFill>
          </a:ln>
        </p:spPr>
      </p:pic>
      <p:pic>
        <p:nvPicPr>
          <p:cNvPr id="7" name="Picture 6" descr="Holland Code Test">
            <a:extLst>
              <a:ext uri="{FF2B5EF4-FFF2-40B4-BE49-F238E27FC236}">
                <a16:creationId xmlns:a16="http://schemas.microsoft.com/office/drawing/2014/main" id="{BBBE4B79-9618-7B42-A1F6-340E9AB0358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391472" y="1545595"/>
            <a:ext cx="2359379" cy="2064027"/>
          </a:xfrm>
          <a:prstGeom prst="rect">
            <a:avLst/>
          </a:prstGeom>
          <a:ln>
            <a:solidFill>
              <a:schemeClr val="tx1"/>
            </a:solidFill>
          </a:ln>
        </p:spPr>
      </p:pic>
      <p:sp>
        <p:nvSpPr>
          <p:cNvPr id="3" name="Content Placeholder 2">
            <a:extLst>
              <a:ext uri="{FF2B5EF4-FFF2-40B4-BE49-F238E27FC236}">
                <a16:creationId xmlns:a16="http://schemas.microsoft.com/office/drawing/2014/main" id="{507C9A88-1C27-7341-98FE-469B54F70B96}"/>
              </a:ext>
            </a:extLst>
          </p:cNvPr>
          <p:cNvSpPr>
            <a:spLocks noGrp="1"/>
          </p:cNvSpPr>
          <p:nvPr>
            <p:ph idx="1"/>
          </p:nvPr>
        </p:nvSpPr>
        <p:spPr>
          <a:xfrm>
            <a:off x="393149" y="2188572"/>
            <a:ext cx="4878763" cy="3810000"/>
          </a:xfrm>
        </p:spPr>
        <p:txBody>
          <a:bodyPr/>
          <a:lstStyle/>
          <a:p>
            <a:pPr>
              <a:spcBef>
                <a:spcPts val="1600"/>
              </a:spcBef>
            </a:pPr>
            <a:r>
              <a:rPr lang="en-US" dirty="0"/>
              <a:t>What tools and strategies do you typically use for assessment?</a:t>
            </a:r>
          </a:p>
          <a:p>
            <a:pPr>
              <a:spcBef>
                <a:spcPts val="1600"/>
              </a:spcBef>
            </a:pPr>
            <a:r>
              <a:rPr lang="en-US" dirty="0"/>
              <a:t>Are these appropriate for individuals with ID?</a:t>
            </a:r>
          </a:p>
          <a:p>
            <a:pPr>
              <a:spcBef>
                <a:spcPts val="1600"/>
              </a:spcBef>
            </a:pPr>
            <a:r>
              <a:rPr lang="en-US" dirty="0"/>
              <a:t>How might they be modified to best address their needs?</a:t>
            </a:r>
          </a:p>
          <a:p>
            <a:pPr>
              <a:spcBef>
                <a:spcPts val="1600"/>
              </a:spcBef>
            </a:pPr>
            <a:endParaRPr lang="en-US" dirty="0"/>
          </a:p>
        </p:txBody>
      </p:sp>
      <p:sp>
        <p:nvSpPr>
          <p:cNvPr id="2" name="Title 1">
            <a:extLst>
              <a:ext uri="{FF2B5EF4-FFF2-40B4-BE49-F238E27FC236}">
                <a16:creationId xmlns:a16="http://schemas.microsoft.com/office/drawing/2014/main" id="{DDA49803-E141-544B-B62C-3577FE7654C0}"/>
              </a:ext>
            </a:extLst>
          </p:cNvPr>
          <p:cNvSpPr>
            <a:spLocks noGrp="1"/>
          </p:cNvSpPr>
          <p:nvPr>
            <p:ph type="title"/>
          </p:nvPr>
        </p:nvSpPr>
        <p:spPr>
          <a:xfrm>
            <a:off x="166510" y="665922"/>
            <a:ext cx="4778022" cy="1143000"/>
          </a:xfrm>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a:normAutofit fontScale="90000"/>
          </a:bodyPr>
          <a:lstStyle/>
          <a:p>
            <a:r>
              <a:rPr lang="en-US" cap="small" dirty="0"/>
              <a:t>Comprehensive Assessment Activities</a:t>
            </a:r>
          </a:p>
        </p:txBody>
      </p:sp>
    </p:spTree>
    <p:extLst>
      <p:ext uri="{BB962C8B-B14F-4D97-AF65-F5344CB8AC3E}">
        <p14:creationId xmlns:p14="http://schemas.microsoft.com/office/powerpoint/2010/main" val="89151735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3746" y="303591"/>
            <a:ext cx="3251495"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C6546360-FA6B-44B9-8434-566AA3F0D031}"/>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881336955"/>
              </p:ext>
            </p:extLst>
          </p:nvPr>
        </p:nvGraphicFramePr>
        <p:xfrm>
          <a:off x="3875238" y="303591"/>
          <a:ext cx="4941519"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F8A7366D-A3D3-0846-A4E8-5E65804DB357}"/>
              </a:ext>
            </a:extLst>
          </p:cNvPr>
          <p:cNvSpPr>
            <a:spLocks noGrp="1"/>
          </p:cNvSpPr>
          <p:nvPr>
            <p:ph type="title"/>
          </p:nvPr>
        </p:nvSpPr>
        <p:spPr>
          <a:xfrm>
            <a:off x="453639" y="14199"/>
            <a:ext cx="2851707" cy="5256371"/>
          </a:xfrm>
        </p:spPr>
        <p:txBody>
          <a:bodyPr vert="horz" lIns="91440" tIns="45720" rIns="91440" bIns="45720" rtlCol="0" anchor="ctr">
            <a:normAutofit/>
          </a:bodyPr>
          <a:lstStyle/>
          <a:p>
            <a:r>
              <a:rPr lang="en-US" sz="4200" dirty="0"/>
              <a:t>Assessment </a:t>
            </a:r>
            <a:r>
              <a:rPr lang="en-US" sz="4200" kern="1200" dirty="0">
                <a:solidFill>
                  <a:schemeClr val="tx1"/>
                </a:solidFill>
                <a:latin typeface="+mj-lt"/>
                <a:ea typeface="+mj-ea"/>
                <a:cs typeface="+mj-cs"/>
              </a:rPr>
              <a:t>Strategies</a:t>
            </a:r>
          </a:p>
        </p:txBody>
      </p:sp>
    </p:spTree>
    <p:extLst>
      <p:ext uri="{BB962C8B-B14F-4D97-AF65-F5344CB8AC3E}">
        <p14:creationId xmlns:p14="http://schemas.microsoft.com/office/powerpoint/2010/main" val="922150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 shot of Colorado Office of Employment First: Your Career Options page">
            <a:extLst>
              <a:ext uri="{FF2B5EF4-FFF2-40B4-BE49-F238E27FC236}">
                <a16:creationId xmlns:a16="http://schemas.microsoft.com/office/drawing/2014/main" id="{E443694A-5BB5-BA45-9DA8-8184BFEAEAA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549400" y="1750291"/>
            <a:ext cx="6545814" cy="4673600"/>
          </a:xfrm>
          <a:prstGeom prst="rect">
            <a:avLst/>
          </a:prstGeom>
          <a:ln>
            <a:solidFill>
              <a:schemeClr val="tx1"/>
            </a:solidFill>
          </a:ln>
        </p:spPr>
      </p:pic>
      <p:sp>
        <p:nvSpPr>
          <p:cNvPr id="2" name="Title 1">
            <a:extLst>
              <a:ext uri="{FF2B5EF4-FFF2-40B4-BE49-F238E27FC236}">
                <a16:creationId xmlns:a16="http://schemas.microsoft.com/office/drawing/2014/main" id="{5DB8E0BD-78F2-3E4A-B0B1-174A69345BE7}"/>
              </a:ext>
            </a:extLst>
          </p:cNvPr>
          <p:cNvSpPr>
            <a:spLocks noGrp="1"/>
          </p:cNvSpPr>
          <p:nvPr>
            <p:ph type="title"/>
          </p:nvPr>
        </p:nvSpPr>
        <p:spPr>
          <a:xfrm>
            <a:off x="990600" y="609600"/>
            <a:ext cx="7772400" cy="825500"/>
          </a:xfrm>
        </p:spPr>
        <p:style>
          <a:lnRef idx="1">
            <a:schemeClr val="dk1"/>
          </a:lnRef>
          <a:fillRef idx="2">
            <a:schemeClr val="dk1"/>
          </a:fillRef>
          <a:effectRef idx="1">
            <a:schemeClr val="dk1"/>
          </a:effectRef>
          <a:fontRef idx="minor">
            <a:schemeClr val="dk1"/>
          </a:fontRef>
        </p:style>
        <p:txBody>
          <a:bodyPr>
            <a:normAutofit/>
          </a:bodyPr>
          <a:lstStyle/>
          <a:p>
            <a:r>
              <a:rPr lang="en-US" sz="2400" dirty="0">
                <a:solidFill>
                  <a:schemeClr val="bg1"/>
                </a:solidFill>
                <a:hlinkClick r:id="rId3"/>
              </a:rPr>
              <a:t>https://employmentfirstcolorado.org/career-exploration</a:t>
            </a:r>
            <a:r>
              <a:rPr lang="en-US" sz="2400" dirty="0">
                <a:solidFill>
                  <a:schemeClr val="bg1"/>
                </a:solidFill>
              </a:rPr>
              <a:t> </a:t>
            </a:r>
          </a:p>
        </p:txBody>
      </p:sp>
    </p:spTree>
    <p:extLst>
      <p:ext uri="{BB962C8B-B14F-4D97-AF65-F5344CB8AC3E}">
        <p14:creationId xmlns:p14="http://schemas.microsoft.com/office/powerpoint/2010/main" val="442646218"/>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9500EA-2434-45C9-9FDB-0761F471190F}"/>
              </a:ext>
            </a:extLst>
          </p:cNvPr>
          <p:cNvSpPr txBox="1"/>
          <p:nvPr/>
        </p:nvSpPr>
        <p:spPr>
          <a:xfrm>
            <a:off x="3733800" y="6211669"/>
            <a:ext cx="5410200"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rPr>
              <a:t>Career Development: The Process of Progression in Career Development: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hlinkClick r:id="rId3"/>
              </a:rPr>
              <a:t>https://www.cde.state.co.us/cdesped/tk_tab05_careerdevelopment</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Geneva" panose="020B0503030404040204" pitchFamily="34" charset="0"/>
              <a:cs typeface="+mn-cs"/>
            </a:endParaRPr>
          </a:p>
        </p:txBody>
      </p:sp>
      <p:pic>
        <p:nvPicPr>
          <p:cNvPr id="3" name="Picture 2" descr="Picture of Colorado Career Development stages - available at: https://www.cde.state.co.us/cdesped/tk_tab05_careerdevelopment&#10;">
            <a:extLst>
              <a:ext uri="{FF2B5EF4-FFF2-40B4-BE49-F238E27FC236}">
                <a16:creationId xmlns:a16="http://schemas.microsoft.com/office/drawing/2014/main" id="{1CFEFA34-699A-4C84-B2B9-A01C505CB911}"/>
              </a:ext>
            </a:extLst>
          </p:cNvPr>
          <p:cNvPicPr/>
          <p:nvPr/>
        </p:nvPicPr>
        <p:blipFill rotWithShape="1">
          <a:blip r:embed="rId4" cstate="screen">
            <a:extLst>
              <a:ext uri="{28A0092B-C50C-407E-A947-70E740481C1C}">
                <a14:useLocalDpi xmlns:a14="http://schemas.microsoft.com/office/drawing/2010/main"/>
              </a:ext>
            </a:extLst>
          </a:blip>
          <a:srcRect/>
          <a:stretch/>
        </p:blipFill>
        <p:spPr bwMode="auto">
          <a:xfrm>
            <a:off x="49695" y="427204"/>
            <a:ext cx="8943735" cy="5369611"/>
          </a:xfrm>
          <a:prstGeom prst="rect">
            <a:avLst/>
          </a:prstGeom>
          <a:ln>
            <a:noFill/>
          </a:ln>
          <a:extLst>
            <a:ext uri="{53640926-AAD7-44D8-BBD7-CCE9431645EC}">
              <a14:shadowObscured xmlns:a14="http://schemas.microsoft.com/office/drawing/2010/main"/>
            </a:ext>
          </a:extLst>
        </p:spPr>
      </p:pic>
      <p:sp>
        <p:nvSpPr>
          <p:cNvPr id="4" name="Title 3">
            <a:extLst>
              <a:ext uri="{FF2B5EF4-FFF2-40B4-BE49-F238E27FC236}">
                <a16:creationId xmlns:a16="http://schemas.microsoft.com/office/drawing/2014/main" id="{F5F593B9-BB13-4648-A97C-DD1A5EE995C0}"/>
              </a:ext>
            </a:extLst>
          </p:cNvPr>
          <p:cNvSpPr>
            <a:spLocks noGrp="1"/>
          </p:cNvSpPr>
          <p:nvPr>
            <p:ph type="title"/>
          </p:nvPr>
        </p:nvSpPr>
        <p:spPr>
          <a:xfrm>
            <a:off x="490928" y="-1502234"/>
            <a:ext cx="7772400" cy="1143000"/>
          </a:xfrm>
        </p:spPr>
        <p:txBody>
          <a:bodyPr>
            <a:normAutofit fontScale="90000"/>
          </a:bodyPr>
          <a:lstStyle/>
          <a:p>
            <a:r>
              <a:rPr lang="en-US" dirty="0"/>
              <a:t>Career</a:t>
            </a:r>
            <a:r>
              <a:rPr lang="en-US" baseline="0" dirty="0"/>
              <a:t> Development The Process of Progression in Career Development</a:t>
            </a:r>
            <a:endParaRPr lang="en-US" dirty="0"/>
          </a:p>
        </p:txBody>
      </p:sp>
    </p:spTree>
    <p:extLst>
      <p:ext uri="{BB962C8B-B14F-4D97-AF65-F5344CB8AC3E}">
        <p14:creationId xmlns:p14="http://schemas.microsoft.com/office/powerpoint/2010/main" val="365407234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D72D62-18E7-734A-8CCE-CFD0C09AAFB0}"/>
              </a:ext>
            </a:extLst>
          </p:cNvPr>
          <p:cNvSpPr txBox="1"/>
          <p:nvPr/>
        </p:nvSpPr>
        <p:spPr>
          <a:xfrm>
            <a:off x="4572000" y="6419850"/>
            <a:ext cx="4811889" cy="276999"/>
          </a:xfrm>
          <a:prstGeom prst="rect">
            <a:avLst/>
          </a:prstGeom>
          <a:noFill/>
        </p:spPr>
        <p:txBody>
          <a:bodyPr wrap="square" rtlCol="0">
            <a:spAutoFit/>
          </a:bodyPr>
          <a:lstStyle/>
          <a:p>
            <a:r>
              <a:rPr lang="en-US" sz="1200" i="1" dirty="0"/>
              <a:t>Beveridge, Craddock, </a:t>
            </a:r>
            <a:r>
              <a:rPr lang="en-US" sz="1200" i="1" dirty="0" err="1"/>
              <a:t>Liesener</a:t>
            </a:r>
            <a:r>
              <a:rPr lang="en-US" sz="1200" i="1" dirty="0"/>
              <a:t>, Stapleton, </a:t>
            </a:r>
            <a:r>
              <a:rPr lang="en-US" sz="1200" i="1" dirty="0" err="1"/>
              <a:t>Hershenson</a:t>
            </a:r>
            <a:r>
              <a:rPr lang="en-US" sz="1200" i="1" dirty="0"/>
              <a:t>, </a:t>
            </a:r>
            <a:r>
              <a:rPr lang="en-US" sz="1200" dirty="0"/>
              <a:t>2002</a:t>
            </a:r>
          </a:p>
        </p:txBody>
      </p:sp>
      <p:pic>
        <p:nvPicPr>
          <p:cNvPr id="6" name="Picture 5" descr="Picture of Income Framework article">
            <a:extLst>
              <a:ext uri="{FF2B5EF4-FFF2-40B4-BE49-F238E27FC236}">
                <a16:creationId xmlns:a16="http://schemas.microsoft.com/office/drawing/2014/main" id="{39549F32-B6D5-054C-ADDC-3E91C8DBD3F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16556" y="1785627"/>
            <a:ext cx="3250096" cy="4220274"/>
          </a:xfrm>
          <a:prstGeom prst="rect">
            <a:avLst/>
          </a:prstGeom>
          <a:ln>
            <a:solidFill>
              <a:schemeClr val="tx1"/>
            </a:solidFill>
          </a:ln>
        </p:spPr>
      </p:pic>
      <p:sp>
        <p:nvSpPr>
          <p:cNvPr id="3" name="Content Placeholder 2">
            <a:extLst>
              <a:ext uri="{FF2B5EF4-FFF2-40B4-BE49-F238E27FC236}">
                <a16:creationId xmlns:a16="http://schemas.microsoft.com/office/drawing/2014/main" id="{D674C9F2-C4B1-A44A-9610-50AD63377835}"/>
              </a:ext>
            </a:extLst>
          </p:cNvPr>
          <p:cNvSpPr>
            <a:spLocks noGrp="1"/>
          </p:cNvSpPr>
          <p:nvPr>
            <p:ph idx="1"/>
          </p:nvPr>
        </p:nvSpPr>
        <p:spPr>
          <a:xfrm>
            <a:off x="1139870" y="1910149"/>
            <a:ext cx="3250096" cy="4648200"/>
          </a:xfrm>
        </p:spPr>
        <p:txBody>
          <a:bodyPr/>
          <a:lstStyle/>
          <a:p>
            <a:pPr>
              <a:spcBef>
                <a:spcPts val="2200"/>
              </a:spcBef>
            </a:pPr>
            <a:r>
              <a:rPr lang="en-US" dirty="0"/>
              <a:t>Imagining</a:t>
            </a:r>
          </a:p>
          <a:p>
            <a:pPr>
              <a:spcBef>
                <a:spcPts val="2200"/>
              </a:spcBef>
            </a:pPr>
            <a:r>
              <a:rPr lang="en-US" dirty="0" err="1"/>
              <a:t>I</a:t>
            </a:r>
            <a:r>
              <a:rPr lang="en-US" u="sng" dirty="0" err="1"/>
              <a:t>N</a:t>
            </a:r>
            <a:r>
              <a:rPr lang="en-US" dirty="0" err="1"/>
              <a:t>forming</a:t>
            </a:r>
            <a:endParaRPr lang="en-US" dirty="0"/>
          </a:p>
          <a:p>
            <a:pPr>
              <a:spcBef>
                <a:spcPts val="2200"/>
              </a:spcBef>
            </a:pPr>
            <a:r>
              <a:rPr lang="en-US" dirty="0"/>
              <a:t>Choosing</a:t>
            </a:r>
          </a:p>
          <a:p>
            <a:pPr>
              <a:spcBef>
                <a:spcPts val="2200"/>
              </a:spcBef>
            </a:pPr>
            <a:r>
              <a:rPr lang="en-US" dirty="0"/>
              <a:t>Obtaining</a:t>
            </a:r>
          </a:p>
          <a:p>
            <a:pPr>
              <a:spcBef>
                <a:spcPts val="2200"/>
              </a:spcBef>
            </a:pPr>
            <a:r>
              <a:rPr lang="en-US" dirty="0"/>
              <a:t>Maintaining</a:t>
            </a:r>
          </a:p>
          <a:p>
            <a:pPr>
              <a:spcBef>
                <a:spcPts val="2200"/>
              </a:spcBef>
            </a:pPr>
            <a:r>
              <a:rPr lang="en-US" dirty="0"/>
              <a:t>Exiting</a:t>
            </a:r>
          </a:p>
        </p:txBody>
      </p:sp>
      <p:sp>
        <p:nvSpPr>
          <p:cNvPr id="2" name="Title 1">
            <a:extLst>
              <a:ext uri="{FF2B5EF4-FFF2-40B4-BE49-F238E27FC236}">
                <a16:creationId xmlns:a16="http://schemas.microsoft.com/office/drawing/2014/main" id="{5D093DC7-C974-9640-8699-0596ADA0E3B9}"/>
              </a:ext>
            </a:extLst>
          </p:cNvPr>
          <p:cNvSpPr>
            <a:spLocks noGrp="1"/>
          </p:cNvSpPr>
          <p:nvPr>
            <p:ph type="title"/>
          </p:nvPr>
        </p:nvSpPr>
        <p:spPr>
          <a:xfrm>
            <a:off x="1984022" y="494595"/>
            <a:ext cx="4811889" cy="952500"/>
          </a:xfrm>
          <a:scene3d>
            <a:camera prst="orthographicFront"/>
            <a:lightRig rig="threePt" dir="t"/>
          </a:scene3d>
          <a:sp3d>
            <a:bevelT prst="angle"/>
          </a:sp3d>
        </p:spPr>
        <p:style>
          <a:lnRef idx="1">
            <a:schemeClr val="accent3"/>
          </a:lnRef>
          <a:fillRef idx="2">
            <a:schemeClr val="accent3"/>
          </a:fillRef>
          <a:effectRef idx="1">
            <a:schemeClr val="accent3"/>
          </a:effectRef>
          <a:fontRef idx="minor">
            <a:schemeClr val="dk1"/>
          </a:fontRef>
        </p:style>
        <p:txBody>
          <a:bodyPr>
            <a:normAutofit fontScale="90000"/>
          </a:bodyPr>
          <a:lstStyle/>
          <a:p>
            <a:pPr algn="ctr"/>
            <a:r>
              <a:rPr lang="en-US" dirty="0"/>
              <a:t>INCOME Framework</a:t>
            </a:r>
          </a:p>
        </p:txBody>
      </p:sp>
    </p:spTree>
    <p:extLst>
      <p:ext uri="{BB962C8B-B14F-4D97-AF65-F5344CB8AC3E}">
        <p14:creationId xmlns:p14="http://schemas.microsoft.com/office/powerpoint/2010/main" val="5151405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12D6D44-A200-3145-9557-F521B2459B32}"/>
              </a:ext>
            </a:extLst>
          </p:cNvPr>
          <p:cNvSpPr txBox="1"/>
          <p:nvPr/>
        </p:nvSpPr>
        <p:spPr>
          <a:xfrm>
            <a:off x="5624574" y="6309360"/>
            <a:ext cx="6042991" cy="461665"/>
          </a:xfrm>
          <a:prstGeom prst="rect">
            <a:avLst/>
          </a:prstGeom>
          <a:noFill/>
        </p:spPr>
        <p:txBody>
          <a:bodyPr wrap="square" rtlCol="0">
            <a:spAutoFit/>
          </a:bodyPr>
          <a:lstStyle/>
          <a:p>
            <a:pPr>
              <a:spcAft>
                <a:spcPts val="600"/>
              </a:spcAft>
            </a:pPr>
            <a:r>
              <a:rPr lang="en-US" sz="1200" i="1" dirty="0"/>
              <a:t>Career Counseling With People with Disabilities</a:t>
            </a:r>
            <a:br>
              <a:rPr lang="en-US" sz="1200" i="1" dirty="0"/>
            </a:br>
            <a:r>
              <a:rPr lang="en-US" sz="1200" i="1" dirty="0"/>
              <a:t>Sears</a:t>
            </a:r>
            <a:r>
              <a:rPr lang="en-US" sz="1200" dirty="0"/>
              <a:t>, Jones &amp; </a:t>
            </a:r>
            <a:r>
              <a:rPr lang="en-US" sz="1200" dirty="0" err="1"/>
              <a:t>Strauser</a:t>
            </a:r>
            <a:r>
              <a:rPr lang="en-US" sz="1200" dirty="0"/>
              <a:t>, 2013</a:t>
            </a:r>
          </a:p>
        </p:txBody>
      </p:sp>
      <p:sp>
        <p:nvSpPr>
          <p:cNvPr id="2" name="Title 1">
            <a:extLst>
              <a:ext uri="{FF2B5EF4-FFF2-40B4-BE49-F238E27FC236}">
                <a16:creationId xmlns:a16="http://schemas.microsoft.com/office/drawing/2014/main" id="{D1B7819E-9EC5-3B4D-9DD7-9FABABAB38EE}"/>
              </a:ext>
            </a:extLst>
          </p:cNvPr>
          <p:cNvSpPr>
            <a:spLocks noGrp="1"/>
          </p:cNvSpPr>
          <p:nvPr>
            <p:ph type="title"/>
          </p:nvPr>
        </p:nvSpPr>
        <p:spPr>
          <a:xfrm>
            <a:off x="649577" y="-1316282"/>
            <a:ext cx="7157553" cy="1188720"/>
          </a:xfrm>
        </p:spPr>
        <p:txBody>
          <a:bodyPr vert="horz" lIns="91440" tIns="45720" rIns="91440" bIns="45720" rtlCol="0" anchor="ctr">
            <a:normAutofit/>
          </a:bodyPr>
          <a:lstStyle/>
          <a:p>
            <a:r>
              <a:rPr lang="en-US" sz="2000" kern="1200" cap="small" dirty="0">
                <a:solidFill>
                  <a:schemeClr val="tx1">
                    <a:lumMod val="85000"/>
                    <a:lumOff val="15000"/>
                  </a:schemeClr>
                </a:solidFill>
                <a:latin typeface="+mj-lt"/>
                <a:ea typeface="+mj-ea"/>
                <a:cs typeface="+mj-cs"/>
              </a:rPr>
              <a:t>Imagining</a:t>
            </a:r>
          </a:p>
        </p:txBody>
      </p:sp>
      <p:sp>
        <p:nvSpPr>
          <p:cNvPr id="11" name="Freeform: Shape 10">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F2D33B7-A4D2-3149-99B6-B299F77991B1}"/>
              </a:ext>
            </a:extLst>
          </p:cNvPr>
          <p:cNvSpPr>
            <a:spLocks noGrp="1"/>
          </p:cNvSpPr>
          <p:nvPr>
            <p:ph idx="1"/>
          </p:nvPr>
        </p:nvSpPr>
        <p:spPr>
          <a:xfrm>
            <a:off x="3049944" y="2295242"/>
            <a:ext cx="6094055" cy="3548092"/>
          </a:xfrm>
        </p:spPr>
        <p:txBody>
          <a:bodyPr vert="horz" lIns="91440" tIns="45720" rIns="91440" bIns="45720" rtlCol="0" anchor="ctr">
            <a:noAutofit/>
          </a:bodyPr>
          <a:lstStyle/>
          <a:p>
            <a:r>
              <a:rPr lang="en-US" sz="2400" dirty="0">
                <a:solidFill>
                  <a:schemeClr val="tx1">
                    <a:lumMod val="85000"/>
                    <a:lumOff val="15000"/>
                  </a:schemeClr>
                </a:solidFill>
              </a:rPr>
              <a:t>Individual develops awareness that work, job, or careers exist, or that occupations or jobs exist they were not aware of </a:t>
            </a:r>
          </a:p>
          <a:p>
            <a:r>
              <a:rPr lang="en-US" sz="2400" dirty="0">
                <a:solidFill>
                  <a:schemeClr val="tx1">
                    <a:lumMod val="85000"/>
                    <a:lumOff val="15000"/>
                  </a:schemeClr>
                </a:solidFill>
              </a:rPr>
              <a:t>Three stages: </a:t>
            </a:r>
          </a:p>
          <a:p>
            <a:pPr marL="1143000" lvl="1" indent="-457200">
              <a:buFont typeface="+mj-lt"/>
              <a:buAutoNum type="arabicPeriod"/>
            </a:pPr>
            <a:r>
              <a:rPr lang="en-US" dirty="0">
                <a:solidFill>
                  <a:schemeClr val="tx1">
                    <a:lumMod val="85000"/>
                    <a:lumOff val="15000"/>
                  </a:schemeClr>
                </a:solidFill>
              </a:rPr>
              <a:t>Awareness</a:t>
            </a:r>
          </a:p>
          <a:p>
            <a:pPr marL="1417320" lvl="2">
              <a:buFont typeface="Wingdings" pitchFamily="2" charset="2"/>
              <a:buChar char="Ø"/>
            </a:pPr>
            <a:r>
              <a:rPr lang="en-US" sz="2400" i="1" dirty="0">
                <a:solidFill>
                  <a:schemeClr val="tx1">
                    <a:lumMod val="85000"/>
                    <a:lumOff val="15000"/>
                  </a:schemeClr>
                </a:solidFill>
              </a:rPr>
              <a:t>Realizing there is such a thing as work and occupations that have direct significance to one’s self</a:t>
            </a:r>
          </a:p>
          <a:p>
            <a:pPr marL="1143000" lvl="1" indent="-457200">
              <a:buFont typeface="+mj-lt"/>
              <a:buAutoNum type="arabicPeriod"/>
            </a:pPr>
            <a:r>
              <a:rPr lang="en-US" dirty="0">
                <a:solidFill>
                  <a:schemeClr val="tx1">
                    <a:lumMod val="85000"/>
                    <a:lumOff val="15000"/>
                  </a:schemeClr>
                </a:solidFill>
              </a:rPr>
              <a:t>Fantasy </a:t>
            </a:r>
          </a:p>
          <a:p>
            <a:pPr marL="1143000" lvl="1" indent="-457200">
              <a:buFont typeface="+mj-lt"/>
              <a:buAutoNum type="arabicPeriod"/>
            </a:pPr>
            <a:r>
              <a:rPr lang="en-US" dirty="0">
                <a:solidFill>
                  <a:schemeClr val="tx1">
                    <a:lumMod val="85000"/>
                    <a:lumOff val="15000"/>
                  </a:schemeClr>
                </a:solidFill>
              </a:rPr>
              <a:t>Reality-based imagining</a:t>
            </a:r>
          </a:p>
        </p:txBody>
      </p:sp>
      <p:pic>
        <p:nvPicPr>
          <p:cNvPr id="12" name="Picture 11">
            <a:extLst>
              <a:ext uri="{FF2B5EF4-FFF2-40B4-BE49-F238E27FC236}">
                <a16:creationId xmlns:a16="http://schemas.microsoft.com/office/drawing/2014/main" id="{5B1E08FE-4C9C-1644-BFE5-3C75754AE4B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77459"/>
            <a:ext cx="3049945" cy="3251541"/>
          </a:xfrm>
          <a:prstGeom prst="rect">
            <a:avLst/>
          </a:prstGeom>
        </p:spPr>
      </p:pic>
    </p:spTree>
    <p:extLst>
      <p:ext uri="{BB962C8B-B14F-4D97-AF65-F5344CB8AC3E}">
        <p14:creationId xmlns:p14="http://schemas.microsoft.com/office/powerpoint/2010/main" val="12496971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200F8C80-B816-E244-B164-BE850F617E03}"/>
              </a:ext>
            </a:extLst>
          </p:cNvPr>
          <p:cNvSpPr txBox="1"/>
          <p:nvPr/>
        </p:nvSpPr>
        <p:spPr>
          <a:xfrm>
            <a:off x="2553287" y="6303728"/>
            <a:ext cx="6042991" cy="461665"/>
          </a:xfrm>
          <a:prstGeom prst="rect">
            <a:avLst/>
          </a:prstGeom>
          <a:noFill/>
        </p:spPr>
        <p:txBody>
          <a:bodyPr wrap="square" rtlCol="0">
            <a:spAutoFit/>
          </a:bodyPr>
          <a:lstStyle/>
          <a:p>
            <a:pPr>
              <a:spcAft>
                <a:spcPts val="600"/>
              </a:spcAft>
            </a:pPr>
            <a:r>
              <a:rPr lang="en-US" sz="1200" i="1" dirty="0"/>
              <a:t>Career Counseling With People with Disabilities</a:t>
            </a:r>
            <a:br>
              <a:rPr lang="en-US" sz="1200" i="1" dirty="0"/>
            </a:br>
            <a:r>
              <a:rPr lang="en-US" sz="1200" i="1" dirty="0"/>
              <a:t>Sears</a:t>
            </a:r>
            <a:r>
              <a:rPr lang="en-US" sz="1200" dirty="0"/>
              <a:t>, Jones &amp; </a:t>
            </a:r>
            <a:r>
              <a:rPr lang="en-US" sz="1200" dirty="0" err="1"/>
              <a:t>Strauser</a:t>
            </a:r>
            <a:r>
              <a:rPr lang="en-US" sz="1200" dirty="0"/>
              <a:t>, 2013</a:t>
            </a:r>
          </a:p>
        </p:txBody>
      </p:sp>
      <p:sp>
        <p:nvSpPr>
          <p:cNvPr id="3" name="Content Placeholder 2">
            <a:extLst>
              <a:ext uri="{FF2B5EF4-FFF2-40B4-BE49-F238E27FC236}">
                <a16:creationId xmlns:a16="http://schemas.microsoft.com/office/drawing/2014/main" id="{D37F5B03-62BF-2341-B696-25AC540A69B2}"/>
              </a:ext>
            </a:extLst>
          </p:cNvPr>
          <p:cNvSpPr>
            <a:spLocks noGrp="1"/>
          </p:cNvSpPr>
          <p:nvPr>
            <p:ph idx="1"/>
          </p:nvPr>
        </p:nvSpPr>
        <p:spPr>
          <a:xfrm>
            <a:off x="628650" y="1825625"/>
            <a:ext cx="7886700" cy="4351338"/>
          </a:xfrm>
        </p:spPr>
        <p:txBody>
          <a:bodyPr vert="horz" lIns="91440" tIns="45720" rIns="91440" bIns="45720" rtlCol="0">
            <a:normAutofit/>
          </a:bodyPr>
          <a:lstStyle/>
          <a:p>
            <a:r>
              <a:rPr lang="en-US" dirty="0"/>
              <a:t>Individual obtains information about one’s self, the world of work, opportunities that exist within the environment, and one’s cultural context</a:t>
            </a:r>
          </a:p>
          <a:p>
            <a:r>
              <a:rPr lang="en-US" dirty="0"/>
              <a:t>Includes: </a:t>
            </a:r>
          </a:p>
          <a:p>
            <a:pPr marL="914400" lvl="1"/>
            <a:r>
              <a:rPr lang="en-US" dirty="0"/>
              <a:t>individual developing work competencies (work habits and interpersonal skills)</a:t>
            </a:r>
          </a:p>
          <a:p>
            <a:pPr marL="914400" lvl="1"/>
            <a:r>
              <a:rPr lang="en-US" dirty="0"/>
              <a:t>acquisition of information about oneself and world of work (provided by feedback they receive from their environment)</a:t>
            </a:r>
          </a:p>
          <a:p>
            <a:pPr marL="914400" lvl="1"/>
            <a:r>
              <a:rPr lang="en-US" dirty="0"/>
              <a:t>developing  awareness of cultural supports and barriers that exists in the environment</a:t>
            </a:r>
          </a:p>
        </p:txBody>
      </p:sp>
      <p:sp>
        <p:nvSpPr>
          <p:cNvPr id="2" name="Title 1">
            <a:extLst>
              <a:ext uri="{FF2B5EF4-FFF2-40B4-BE49-F238E27FC236}">
                <a16:creationId xmlns:a16="http://schemas.microsoft.com/office/drawing/2014/main" id="{C09EC116-ABB5-CE41-A36F-987C11A865D4}"/>
              </a:ext>
            </a:extLst>
          </p:cNvPr>
          <p:cNvSpPr>
            <a:spLocks noGrp="1"/>
          </p:cNvSpPr>
          <p:nvPr>
            <p:ph type="title"/>
          </p:nvPr>
        </p:nvSpPr>
        <p:spPr>
          <a:xfrm>
            <a:off x="628650" y="365125"/>
            <a:ext cx="7886700" cy="1325563"/>
          </a:xfrm>
        </p:spPr>
        <p:txBody>
          <a:bodyPr vert="horz" lIns="91440" tIns="45720" rIns="91440" bIns="45720" rtlCol="0" anchor="ctr">
            <a:normAutofit/>
          </a:bodyPr>
          <a:lstStyle/>
          <a:p>
            <a:r>
              <a:rPr lang="en-US" kern="1200">
                <a:solidFill>
                  <a:schemeClr val="tx1"/>
                </a:solidFill>
                <a:latin typeface="+mj-lt"/>
                <a:ea typeface="+mj-ea"/>
                <a:cs typeface="+mj-cs"/>
              </a:rPr>
              <a:t>INforming</a:t>
            </a:r>
          </a:p>
        </p:txBody>
      </p:sp>
    </p:spTree>
    <p:extLst>
      <p:ext uri="{BB962C8B-B14F-4D97-AF65-F5344CB8AC3E}">
        <p14:creationId xmlns:p14="http://schemas.microsoft.com/office/powerpoint/2010/main" val="281316572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817345-7286-E949-AF0B-6206C1AA60BF}"/>
              </a:ext>
            </a:extLst>
          </p:cNvPr>
          <p:cNvSpPr txBox="1"/>
          <p:nvPr/>
        </p:nvSpPr>
        <p:spPr>
          <a:xfrm>
            <a:off x="163996" y="6296967"/>
            <a:ext cx="6042991" cy="461665"/>
          </a:xfrm>
          <a:prstGeom prst="rect">
            <a:avLst/>
          </a:prstGeom>
          <a:noFill/>
        </p:spPr>
        <p:txBody>
          <a:bodyPr wrap="square" rtlCol="0">
            <a:spAutoFit/>
          </a:bodyPr>
          <a:lstStyle/>
          <a:p>
            <a:r>
              <a:rPr lang="en-US" sz="1200" i="1" dirty="0"/>
              <a:t>Career Counseling With People with Disabilities</a:t>
            </a:r>
            <a:br>
              <a:rPr lang="en-US" sz="1200" i="1" dirty="0"/>
            </a:br>
            <a:r>
              <a:rPr lang="en-US" sz="1200" i="1" dirty="0"/>
              <a:t>Sears</a:t>
            </a:r>
            <a:r>
              <a:rPr lang="en-US" sz="1200" dirty="0"/>
              <a:t>, Jones &amp; </a:t>
            </a:r>
            <a:r>
              <a:rPr lang="en-US" sz="1200" dirty="0" err="1"/>
              <a:t>Strauser</a:t>
            </a:r>
            <a:r>
              <a:rPr lang="en-US" sz="1200" dirty="0"/>
              <a:t>, 2013</a:t>
            </a:r>
          </a:p>
        </p:txBody>
      </p:sp>
      <p:graphicFrame>
        <p:nvGraphicFramePr>
          <p:cNvPr id="5" name="Diagram 4">
            <a:extLst>
              <a:ext uri="{FF2B5EF4-FFF2-40B4-BE49-F238E27FC236}">
                <a16:creationId xmlns:a16="http://schemas.microsoft.com/office/drawing/2014/main" id="{7CED5603-8BD5-A241-914E-7AB84E1598DF}"/>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59426388"/>
              </p:ext>
            </p:extLst>
          </p:nvPr>
        </p:nvGraphicFramePr>
        <p:xfrm>
          <a:off x="1136650" y="1600200"/>
          <a:ext cx="6870700" cy="447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a:extLst>
              <a:ext uri="{FF2B5EF4-FFF2-40B4-BE49-F238E27FC236}">
                <a16:creationId xmlns:a16="http://schemas.microsoft.com/office/drawing/2014/main" id="{7068B652-8B94-8B48-9536-A99AC5B285F9}"/>
              </a:ext>
            </a:extLst>
          </p:cNvPr>
          <p:cNvSpPr>
            <a:spLocks noGrp="1"/>
          </p:cNvSpPr>
          <p:nvPr>
            <p:ph type="title"/>
          </p:nvPr>
        </p:nvSpPr>
        <p:spPr/>
        <p:txBody>
          <a:bodyPr/>
          <a:lstStyle/>
          <a:p>
            <a:pPr algn="ctr"/>
            <a:r>
              <a:rPr lang="en-US" cap="small" dirty="0"/>
              <a:t>Career Self-Efficacy</a:t>
            </a:r>
          </a:p>
        </p:txBody>
      </p:sp>
    </p:spTree>
    <p:extLst>
      <p:ext uri="{BB962C8B-B14F-4D97-AF65-F5344CB8AC3E}">
        <p14:creationId xmlns:p14="http://schemas.microsoft.com/office/powerpoint/2010/main" val="182974697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16817345-7286-E949-AF0B-6206C1AA60BF}"/>
              </a:ext>
            </a:extLst>
          </p:cNvPr>
          <p:cNvSpPr txBox="1"/>
          <p:nvPr/>
        </p:nvSpPr>
        <p:spPr>
          <a:xfrm>
            <a:off x="2335696" y="5844209"/>
            <a:ext cx="6042991" cy="461665"/>
          </a:xfrm>
          <a:prstGeom prst="rect">
            <a:avLst/>
          </a:prstGeom>
          <a:noFill/>
        </p:spPr>
        <p:txBody>
          <a:bodyPr wrap="square" rtlCol="0">
            <a:spAutoFit/>
          </a:bodyPr>
          <a:lstStyle/>
          <a:p>
            <a:pPr>
              <a:spcAft>
                <a:spcPts val="600"/>
              </a:spcAft>
            </a:pPr>
            <a:r>
              <a:rPr lang="en-US" sz="1200" i="1"/>
              <a:t>Career Counseling With People with Disabilities</a:t>
            </a:r>
            <a:br>
              <a:rPr lang="en-US" sz="1200" i="1"/>
            </a:br>
            <a:r>
              <a:rPr lang="en-US" sz="1200" i="1"/>
              <a:t>Sears</a:t>
            </a:r>
            <a:r>
              <a:rPr lang="en-US" sz="1200"/>
              <a:t>, Jones &amp; Strauser, 2013</a:t>
            </a:r>
          </a:p>
        </p:txBody>
      </p:sp>
      <p:sp>
        <p:nvSpPr>
          <p:cNvPr id="10" name="Content Placeholder 2">
            <a:extLst>
              <a:ext uri="{FF2B5EF4-FFF2-40B4-BE49-F238E27FC236}">
                <a16:creationId xmlns:a16="http://schemas.microsoft.com/office/drawing/2014/main" id="{95DBC1D5-6C00-934A-B053-783438C31117}"/>
              </a:ext>
            </a:extLst>
          </p:cNvPr>
          <p:cNvSpPr>
            <a:spLocks noGrp="1"/>
          </p:cNvSpPr>
          <p:nvPr>
            <p:ph idx="1"/>
          </p:nvPr>
        </p:nvSpPr>
        <p:spPr>
          <a:xfrm>
            <a:off x="3198819" y="264616"/>
            <a:ext cx="5179868" cy="5585619"/>
          </a:xfrm>
        </p:spPr>
        <p:txBody>
          <a:bodyPr vert="horz" lIns="91440" tIns="45720" rIns="91440" bIns="45720" rtlCol="0" anchor="ctr">
            <a:normAutofit/>
          </a:bodyPr>
          <a:lstStyle/>
          <a:p>
            <a:r>
              <a:rPr lang="en-US" sz="2400" dirty="0"/>
              <a:t>Environmental feedback received serves as strong indicator of individual’s career path</a:t>
            </a:r>
          </a:p>
          <a:p>
            <a:r>
              <a:rPr lang="en-US" sz="2400" dirty="0"/>
              <a:t>Via feedback from parents, peers, school, etc., individuals form beliefs about :</a:t>
            </a:r>
          </a:p>
          <a:p>
            <a:pPr marL="1143000" lvl="1" indent="-457200">
              <a:buFont typeface="+mj-lt"/>
              <a:buAutoNum type="alphaLcPeriod"/>
            </a:pPr>
            <a:r>
              <a:rPr lang="en-US" i="1" dirty="0"/>
              <a:t>abilities </a:t>
            </a:r>
          </a:p>
          <a:p>
            <a:pPr marL="1143000" lvl="1" indent="-457200">
              <a:buFont typeface="+mj-lt"/>
              <a:buAutoNum type="alphaLcPeriod"/>
            </a:pPr>
            <a:r>
              <a:rPr lang="en-US" i="1" dirty="0"/>
              <a:t>existing opportunities</a:t>
            </a:r>
          </a:p>
          <a:p>
            <a:pPr marL="1143000" lvl="1" indent="-457200">
              <a:buFont typeface="+mj-lt"/>
              <a:buAutoNum type="alphaLcPeriod"/>
            </a:pPr>
            <a:r>
              <a:rPr lang="en-US" i="1" dirty="0"/>
              <a:t>cultural supports and barriers</a:t>
            </a:r>
          </a:p>
          <a:p>
            <a:pPr marL="274320" lvl="1" indent="0">
              <a:spcBef>
                <a:spcPts val="1100"/>
              </a:spcBef>
              <a:buNone/>
            </a:pPr>
            <a:r>
              <a:rPr lang="en-US" dirty="0"/>
              <a:t>resulting in individual’s career-related self-efficacy and outcome expectations.</a:t>
            </a:r>
          </a:p>
        </p:txBody>
      </p:sp>
      <p:sp>
        <p:nvSpPr>
          <p:cNvPr id="2" name="Title 1">
            <a:extLst>
              <a:ext uri="{FF2B5EF4-FFF2-40B4-BE49-F238E27FC236}">
                <a16:creationId xmlns:a16="http://schemas.microsoft.com/office/drawing/2014/main" id="{7068B652-8B94-8B48-9536-A99AC5B285F9}"/>
              </a:ext>
            </a:extLst>
          </p:cNvPr>
          <p:cNvSpPr>
            <a:spLocks noGrp="1"/>
          </p:cNvSpPr>
          <p:nvPr>
            <p:ph type="title"/>
          </p:nvPr>
        </p:nvSpPr>
        <p:spPr>
          <a:xfrm>
            <a:off x="515125" y="1153572"/>
            <a:ext cx="2400300" cy="4461163"/>
          </a:xfrm>
        </p:spPr>
        <p:txBody>
          <a:bodyPr vert="horz" lIns="91440" tIns="45720" rIns="91440" bIns="45720" rtlCol="0" anchor="ctr">
            <a:normAutofit/>
          </a:bodyPr>
          <a:lstStyle/>
          <a:p>
            <a:r>
              <a:rPr lang="en-US" kern="1200" cap="small" dirty="0">
                <a:solidFill>
                  <a:srgbClr val="FFFFFF"/>
                </a:solidFill>
                <a:latin typeface="+mj-lt"/>
                <a:ea typeface="+mj-ea"/>
                <a:cs typeface="+mj-cs"/>
              </a:rPr>
              <a:t>Creating Career Self-Efficacy</a:t>
            </a:r>
          </a:p>
        </p:txBody>
      </p:sp>
    </p:spTree>
    <p:extLst>
      <p:ext uri="{BB962C8B-B14F-4D97-AF65-F5344CB8AC3E}">
        <p14:creationId xmlns:p14="http://schemas.microsoft.com/office/powerpoint/2010/main" val="1555430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D39EE5-A762-C843-8807-73A1A0852C68}"/>
              </a:ext>
            </a:extLst>
          </p:cNvPr>
          <p:cNvSpPr txBox="1"/>
          <p:nvPr/>
        </p:nvSpPr>
        <p:spPr>
          <a:xfrm>
            <a:off x="2140779" y="6250859"/>
            <a:ext cx="6042991" cy="461665"/>
          </a:xfrm>
          <a:prstGeom prst="rect">
            <a:avLst/>
          </a:prstGeom>
          <a:noFill/>
        </p:spPr>
        <p:txBody>
          <a:bodyPr wrap="square" rtlCol="0">
            <a:spAutoFit/>
          </a:bodyPr>
          <a:lstStyle/>
          <a:p>
            <a:r>
              <a:rPr lang="en-US" sz="1200" i="1" dirty="0"/>
              <a:t>Career Counseling With People with Disabilities</a:t>
            </a:r>
            <a:br>
              <a:rPr lang="en-US" sz="1200" i="1" dirty="0"/>
            </a:br>
            <a:r>
              <a:rPr lang="en-US" sz="1200" i="1" dirty="0"/>
              <a:t>Sears</a:t>
            </a:r>
            <a:r>
              <a:rPr lang="en-US" sz="1200" dirty="0"/>
              <a:t>, Jones &amp; </a:t>
            </a:r>
            <a:r>
              <a:rPr lang="en-US" sz="1200" dirty="0" err="1"/>
              <a:t>Strauser</a:t>
            </a:r>
            <a:r>
              <a:rPr lang="en-US" sz="1200" dirty="0"/>
              <a:t>, 2013</a:t>
            </a:r>
          </a:p>
        </p:txBody>
      </p:sp>
      <p:pic>
        <p:nvPicPr>
          <p:cNvPr id="6" name="Picture 5">
            <a:extLst>
              <a:ext uri="{FF2B5EF4-FFF2-40B4-BE49-F238E27FC236}">
                <a16:creationId xmlns:a16="http://schemas.microsoft.com/office/drawing/2014/main" id="{FC648C70-137E-9242-8A7B-6F861902A889}"/>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988380" y="673100"/>
            <a:ext cx="3047670" cy="3568700"/>
          </a:xfrm>
          <a:prstGeom prst="rect">
            <a:avLst/>
          </a:prstGeom>
        </p:spPr>
      </p:pic>
      <p:graphicFrame>
        <p:nvGraphicFramePr>
          <p:cNvPr id="8" name="Content Placeholder 2">
            <a:extLst>
              <a:ext uri="{FF2B5EF4-FFF2-40B4-BE49-F238E27FC236}">
                <a16:creationId xmlns:a16="http://schemas.microsoft.com/office/drawing/2014/main" id="{89984CD3-84B6-45FB-BC04-F41672F4BC84}"/>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743789415"/>
              </p:ext>
            </p:extLst>
          </p:nvPr>
        </p:nvGraphicFramePr>
        <p:xfrm>
          <a:off x="228600" y="1600200"/>
          <a:ext cx="6159500" cy="44427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E37EAB22-B036-2E44-8155-3C1ED9E069D5}"/>
              </a:ext>
            </a:extLst>
          </p:cNvPr>
          <p:cNvSpPr>
            <a:spLocks noGrp="1"/>
          </p:cNvSpPr>
          <p:nvPr>
            <p:ph type="title"/>
          </p:nvPr>
        </p:nvSpPr>
        <p:spPr>
          <a:xfrm>
            <a:off x="228600" y="376308"/>
            <a:ext cx="3136900" cy="1143000"/>
          </a:xfrm>
        </p:spPr>
        <p:txBody>
          <a:bodyPr/>
          <a:lstStyle/>
          <a:p>
            <a:r>
              <a:rPr lang="en-US" u="sng" cap="small" dirty="0"/>
              <a:t>Choosing</a:t>
            </a:r>
          </a:p>
        </p:txBody>
      </p:sp>
    </p:spTree>
    <p:extLst>
      <p:ext uri="{BB962C8B-B14F-4D97-AF65-F5344CB8AC3E}">
        <p14:creationId xmlns:p14="http://schemas.microsoft.com/office/powerpoint/2010/main" val="70694951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4A34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Verdana"/>
              <a:cs typeface="+mn-cs"/>
            </a:endParaRPr>
          </a:p>
        </p:txBody>
      </p:sp>
      <p:sp>
        <p:nvSpPr>
          <p:cNvPr id="9" name="Rectangle 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Verdana"/>
              <a:cs typeface="+mn-cs"/>
            </a:endParaRPr>
          </a:p>
        </p:txBody>
      </p:sp>
      <p:sp>
        <p:nvSpPr>
          <p:cNvPr id="5" name="Google Shape;461;p41">
            <a:extLst>
              <a:ext uri="{FF2B5EF4-FFF2-40B4-BE49-F238E27FC236}">
                <a16:creationId xmlns:a16="http://schemas.microsoft.com/office/drawing/2014/main" id="{D389A92D-E1D1-4F85-9C88-E76BA893EB17}"/>
              </a:ext>
            </a:extLst>
          </p:cNvPr>
          <p:cNvSpPr txBox="1">
            <a:spLocks/>
          </p:cNvSpPr>
          <p:nvPr/>
        </p:nvSpPr>
        <p:spPr bwMode="auto">
          <a:xfrm>
            <a:off x="637158" y="5381689"/>
            <a:ext cx="8024241" cy="8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spcFirstLastPara="1" vert="horz" wrap="square" lIns="91425" tIns="45700" rIns="91425" bIns="45700" numCol="1" anchor="t" anchorCtr="0" compatLnSpc="1">
            <a:prstTxWarp prst="textNoShape">
              <a:avLst/>
            </a:prstTxWarp>
            <a:noAutofit/>
          </a:bodyPr>
          <a:lst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0" fontAlgn="base" latinLnBrk="0" hangingPunct="0">
              <a:lnSpc>
                <a:spcPct val="90000"/>
              </a:lnSpc>
              <a:spcBef>
                <a:spcPts val="1067"/>
              </a:spcBef>
              <a:spcAft>
                <a:spcPts val="0"/>
              </a:spcAft>
              <a:buClrTx/>
              <a:buSzPts val="2000"/>
              <a:buFontTx/>
              <a:buNone/>
              <a:tabLst/>
              <a:defRPr/>
            </a:pPr>
            <a:r>
              <a:rPr kumimoji="0" lang="en-US" sz="2000" b="1"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Goal: </a:t>
            </a:r>
            <a:r>
              <a:rPr kumimoji="0" lang="en-US" sz="2000" b="0" i="0" u="none" strike="noStrike" kern="1200" cap="none" spc="0" normalizeH="0" baseline="0" noProof="0" dirty="0">
                <a:ln>
                  <a:noFill/>
                </a:ln>
                <a:solidFill>
                  <a:srgbClr val="1A1A1A"/>
                </a:solidFill>
                <a:effectLst/>
                <a:uLnTx/>
                <a:uFillTx/>
                <a:latin typeface="Arial" panose="020B0604020202020204" pitchFamily="34" charset="0"/>
                <a:cs typeface="Arial" panose="020B0604020202020204" pitchFamily="34" charset="0"/>
              </a:rPr>
              <a:t>Continuum of supports, services, information to support young adults toward employment. </a:t>
            </a: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a:p>
            <a:pPr marL="182880" marR="0" lvl="0" indent="-55877" algn="l" defTabSz="914400" rtl="0" eaLnBrk="0" fontAlgn="base" latinLnBrk="0" hangingPunct="0">
              <a:lnSpc>
                <a:spcPct val="90000"/>
              </a:lnSpc>
              <a:spcBef>
                <a:spcPts val="1067"/>
              </a:spcBef>
              <a:spcAft>
                <a:spcPts val="0"/>
              </a:spcAft>
              <a:buClrTx/>
              <a:buSzPts val="2000"/>
              <a:buFontTx/>
              <a:buNone/>
              <a:tabLst/>
              <a:defRPr/>
            </a:pPr>
            <a:endParaRPr kumimoji="0" lang="en-US" sz="3200" b="1" i="0" u="none" strike="noStrike" kern="1200" cap="none" spc="0" normalizeH="0" baseline="0" noProof="0" dirty="0">
              <a:ln>
                <a:noFill/>
              </a:ln>
              <a:solidFill>
                <a:srgbClr val="1A1A1A"/>
              </a:solidFill>
              <a:effectLst/>
              <a:uLnTx/>
              <a:uFillTx/>
              <a:latin typeface="Myriad Pro"/>
            </a:endParaRPr>
          </a:p>
          <a:p>
            <a:pPr marL="609585" marR="0" lvl="0" indent="-342888" algn="l" defTabSz="914400" rtl="0" eaLnBrk="0" fontAlgn="base" latinLnBrk="0" hangingPunct="0">
              <a:lnSpc>
                <a:spcPct val="90000"/>
              </a:lnSpc>
              <a:spcBef>
                <a:spcPts val="0"/>
              </a:spcBef>
              <a:spcAft>
                <a:spcPts val="0"/>
              </a:spcAft>
              <a:buClr>
                <a:srgbClr val="1A9988"/>
              </a:buClr>
              <a:buSzPts val="1800"/>
              <a:buFont typeface="Arial"/>
              <a:buNone/>
              <a:tabLst/>
              <a:defRPr/>
            </a:pPr>
            <a:endParaRPr kumimoji="0" lang="en-US" sz="2400" b="1" i="0" u="none" strike="noStrike" kern="1200" cap="none" spc="0" normalizeH="0" baseline="0" noProof="0" dirty="0">
              <a:ln>
                <a:noFill/>
              </a:ln>
              <a:solidFill>
                <a:srgbClr val="1A1A1A"/>
              </a:solidFill>
              <a:effectLst/>
              <a:uLnTx/>
              <a:uFillTx/>
              <a:latin typeface="Arial"/>
              <a:ea typeface="Arial"/>
              <a:cs typeface="Arial"/>
              <a:sym typeface="Arial"/>
            </a:endParaRPr>
          </a:p>
          <a:p>
            <a:pPr marL="0" marR="0" lvl="0" indent="0" algn="l" defTabSz="914400" rtl="0" eaLnBrk="0" fontAlgn="base" latinLnBrk="0" hangingPunct="0">
              <a:lnSpc>
                <a:spcPct val="90000"/>
              </a:lnSpc>
              <a:spcBef>
                <a:spcPts val="400"/>
              </a:spcBef>
              <a:spcAft>
                <a:spcPts val="0"/>
              </a:spcAft>
              <a:buClrTx/>
              <a:buSzPts val="4000"/>
              <a:buFontTx/>
              <a:buNone/>
              <a:tabLst/>
              <a:defRPr/>
            </a:pPr>
            <a:endParaRPr kumimoji="0" lang="en-US" sz="4000" b="1" i="0" u="none" strike="noStrike" kern="1200" cap="none" spc="0" normalizeH="0" baseline="0" noProof="0" dirty="0">
              <a:ln>
                <a:noFill/>
              </a:ln>
              <a:solidFill>
                <a:srgbClr val="000000"/>
              </a:solidFill>
              <a:effectLst/>
              <a:uLnTx/>
              <a:uFillTx/>
              <a:latin typeface="Myriad Pro"/>
            </a:endParaRPr>
          </a:p>
        </p:txBody>
      </p:sp>
      <p:pic>
        <p:nvPicPr>
          <p:cNvPr id="2" name="Google Shape;460;p41" descr="Picture of Colorado Department of Education career develoment experiences. Available at: https://www.cde.state.co.us/cdesped/tk_tab05_careerdevelopment&#10;">
            <a:extLst>
              <a:ext uri="{FF2B5EF4-FFF2-40B4-BE49-F238E27FC236}">
                <a16:creationId xmlns:a16="http://schemas.microsoft.com/office/drawing/2014/main" id="{9BC26822-971F-4DA3-B861-5EC5B2BB0739}"/>
              </a:ext>
            </a:extLst>
          </p:cNvPr>
          <p:cNvPicPr preferRelativeResize="0"/>
          <p:nvPr/>
        </p:nvPicPr>
        <p:blipFill rotWithShape="1">
          <a:blip r:embed="rId3"/>
          <a:stretch/>
        </p:blipFill>
        <p:spPr>
          <a:xfrm>
            <a:off x="482600" y="1476312"/>
            <a:ext cx="8178799" cy="3905376"/>
          </a:xfrm>
          <a:prstGeom prst="rect">
            <a:avLst/>
          </a:prstGeom>
          <a:noFill/>
        </p:spPr>
      </p:pic>
      <p:sp>
        <p:nvSpPr>
          <p:cNvPr id="3" name="Title 2">
            <a:extLst>
              <a:ext uri="{FF2B5EF4-FFF2-40B4-BE49-F238E27FC236}">
                <a16:creationId xmlns:a16="http://schemas.microsoft.com/office/drawing/2014/main" id="{C376A90E-8CF7-6C47-BBB1-BDEF0F9E8458}"/>
              </a:ext>
            </a:extLst>
          </p:cNvPr>
          <p:cNvSpPr>
            <a:spLocks noGrp="1"/>
          </p:cNvSpPr>
          <p:nvPr>
            <p:ph type="title" idx="4294967295"/>
          </p:nvPr>
        </p:nvSpPr>
        <p:spPr>
          <a:xfrm>
            <a:off x="763078" y="-1474470"/>
            <a:ext cx="7772400" cy="1143000"/>
          </a:xfrm>
        </p:spPr>
        <p:txBody>
          <a:bodyPr/>
          <a:lstStyle/>
          <a:p>
            <a:r>
              <a:rPr lang="en-US" dirty="0"/>
              <a:t>Evolving</a:t>
            </a:r>
            <a:r>
              <a:rPr lang="en-US" baseline="0" dirty="0"/>
              <a:t> career development experiences</a:t>
            </a:r>
            <a:endParaRPr lang="en-US" dirty="0"/>
          </a:p>
        </p:txBody>
      </p:sp>
    </p:spTree>
    <p:extLst>
      <p:ext uri="{BB962C8B-B14F-4D97-AF65-F5344CB8AC3E}">
        <p14:creationId xmlns:p14="http://schemas.microsoft.com/office/powerpoint/2010/main" val="665299191"/>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E139F69-90DB-4363-99C1-CDD094EED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A746CDE1-903A-4249-B72F-3049423E6803}"/>
              </a:ext>
            </a:extLst>
          </p:cNvPr>
          <p:cNvSpPr txBox="1"/>
          <p:nvPr/>
        </p:nvSpPr>
        <p:spPr>
          <a:xfrm>
            <a:off x="5926062" y="6272339"/>
            <a:ext cx="2935623" cy="323484"/>
          </a:xfrm>
          <a:prstGeom prst="rect">
            <a:avLst/>
          </a:prstGeom>
          <a:noFill/>
          <a:ln>
            <a:noFill/>
          </a:ln>
        </p:spPr>
        <p:txBody>
          <a:bodyPr wrap="square" rtlCol="0">
            <a:noAutofit/>
          </a:bodyPr>
          <a:lstStyle/>
          <a:p>
            <a:pPr algn="ctr">
              <a:spcAft>
                <a:spcPts val="600"/>
              </a:spcAft>
            </a:pPr>
            <a:r>
              <a:rPr lang="en-US" sz="800" i="1" dirty="0">
                <a:latin typeface="+mn-lt"/>
                <a:ea typeface="+mn-ea"/>
              </a:rPr>
              <a:t>Predictors of Career Exploration Intentions: A Social Cognitive Career Theory Perspective, </a:t>
            </a:r>
            <a:r>
              <a:rPr lang="en-US" sz="800" dirty="0">
                <a:latin typeface="+mn-lt"/>
                <a:ea typeface="+mn-ea"/>
              </a:rPr>
              <a:t>Ochs &amp; Roessler, 2004</a:t>
            </a:r>
          </a:p>
        </p:txBody>
      </p:sp>
      <p:pic>
        <p:nvPicPr>
          <p:cNvPr id="7" name="Picture 6" descr="Woman point at success sign">
            <a:extLst>
              <a:ext uri="{FF2B5EF4-FFF2-40B4-BE49-F238E27FC236}">
                <a16:creationId xmlns:a16="http://schemas.microsoft.com/office/drawing/2014/main" id="{476899BE-76FB-2840-A9A8-B19C3A9052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62909" y="2155408"/>
            <a:ext cx="3022874" cy="3330992"/>
          </a:xfrm>
          <a:prstGeom prst="rect">
            <a:avLst/>
          </a:prstGeom>
        </p:spPr>
      </p:pic>
      <p:grpSp>
        <p:nvGrpSpPr>
          <p:cNvPr id="14" name="Group 13">
            <a:extLst>
              <a:ext uri="{FF2B5EF4-FFF2-40B4-BE49-F238E27FC236}">
                <a16:creationId xmlns:a16="http://schemas.microsoft.com/office/drawing/2014/main" id="{EF5608BC-985E-44AE-8C56-1C79902865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64368" cy="6858000"/>
            <a:chOff x="0" y="0"/>
            <a:chExt cx="885825" cy="6858000"/>
          </a:xfrm>
        </p:grpSpPr>
        <p:sp>
          <p:nvSpPr>
            <p:cNvPr id="15" name="Freeform 6">
              <a:extLst>
                <a:ext uri="{FF2B5EF4-FFF2-40B4-BE49-F238E27FC236}">
                  <a16:creationId xmlns:a16="http://schemas.microsoft.com/office/drawing/2014/main" id="{FF652A2A-BC90-4341-B339-840F6E1C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sp>
        <p:sp>
          <p:nvSpPr>
            <p:cNvPr id="16" name="Freeform 6">
              <a:extLst>
                <a:ext uri="{FF2B5EF4-FFF2-40B4-BE49-F238E27FC236}">
                  <a16:creationId xmlns:a16="http://schemas.microsoft.com/office/drawing/2014/main" id="{E55F3E59-21AB-424D-B654-E1B9E304F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sp>
      </p:grpSp>
      <p:sp>
        <p:nvSpPr>
          <p:cNvPr id="3" name="Content Placeholder 2">
            <a:extLst>
              <a:ext uri="{FF2B5EF4-FFF2-40B4-BE49-F238E27FC236}">
                <a16:creationId xmlns:a16="http://schemas.microsoft.com/office/drawing/2014/main" id="{45C57CEB-0AD9-BC4F-8713-DF20D749E784}"/>
              </a:ext>
            </a:extLst>
          </p:cNvPr>
          <p:cNvSpPr>
            <a:spLocks noGrp="1"/>
          </p:cNvSpPr>
          <p:nvPr>
            <p:ph idx="1"/>
          </p:nvPr>
        </p:nvSpPr>
        <p:spPr>
          <a:xfrm>
            <a:off x="969444" y="1989081"/>
            <a:ext cx="4736750" cy="4606742"/>
          </a:xfrm>
        </p:spPr>
        <p:txBody>
          <a:bodyPr vert="horz" lIns="91440" tIns="45720" rIns="91440" bIns="45720" rtlCol="0">
            <a:normAutofit fontScale="92500" lnSpcReduction="20000"/>
          </a:bodyPr>
          <a:lstStyle/>
          <a:p>
            <a:pPr marL="0" indent="0">
              <a:lnSpc>
                <a:spcPct val="110000"/>
              </a:lnSpc>
              <a:buNone/>
            </a:pPr>
            <a:r>
              <a:rPr lang="en-US" sz="2400" b="1" dirty="0">
                <a:solidFill>
                  <a:schemeClr val="tx1">
                    <a:alpha val="60000"/>
                  </a:schemeClr>
                </a:solidFill>
              </a:rPr>
              <a:t>Structure experiences that help youth with disabilities:</a:t>
            </a:r>
          </a:p>
          <a:p>
            <a:pPr>
              <a:lnSpc>
                <a:spcPct val="110000"/>
              </a:lnSpc>
              <a:spcBef>
                <a:spcPts val="1600"/>
              </a:spcBef>
              <a:buFont typeface="Wingdings" pitchFamily="2" charset="2"/>
              <a:buChar char="ü"/>
            </a:pPr>
            <a:r>
              <a:rPr lang="en-US" sz="2400" dirty="0">
                <a:solidFill>
                  <a:schemeClr val="tx1">
                    <a:alpha val="60000"/>
                  </a:schemeClr>
                </a:solidFill>
              </a:rPr>
              <a:t>Succeed in pre-career</a:t>
            </a:r>
            <a:br>
              <a:rPr lang="en-US" sz="2400" dirty="0">
                <a:solidFill>
                  <a:schemeClr val="tx1">
                    <a:alpha val="60000"/>
                  </a:schemeClr>
                </a:solidFill>
              </a:rPr>
            </a:br>
            <a:r>
              <a:rPr lang="en-US" sz="2400" dirty="0">
                <a:solidFill>
                  <a:schemeClr val="tx1">
                    <a:alpha val="60000"/>
                  </a:schemeClr>
                </a:solidFill>
              </a:rPr>
              <a:t>decision-making activities</a:t>
            </a:r>
          </a:p>
          <a:p>
            <a:pPr>
              <a:lnSpc>
                <a:spcPct val="110000"/>
              </a:lnSpc>
              <a:spcBef>
                <a:spcPts val="1600"/>
              </a:spcBef>
              <a:buFont typeface="Wingdings" pitchFamily="2" charset="2"/>
              <a:buChar char="ü"/>
            </a:pPr>
            <a:r>
              <a:rPr lang="en-US" sz="2400" dirty="0">
                <a:solidFill>
                  <a:schemeClr val="tx1">
                    <a:alpha val="60000"/>
                  </a:schemeClr>
                </a:solidFill>
              </a:rPr>
              <a:t>Observe other individuals successfully performing career-related activities</a:t>
            </a:r>
          </a:p>
          <a:p>
            <a:pPr>
              <a:lnSpc>
                <a:spcPct val="110000"/>
              </a:lnSpc>
              <a:spcBef>
                <a:spcPts val="1600"/>
              </a:spcBef>
              <a:buFont typeface="Wingdings" pitchFamily="2" charset="2"/>
              <a:buChar char="ü"/>
            </a:pPr>
            <a:r>
              <a:rPr lang="en-US" sz="2400" dirty="0">
                <a:solidFill>
                  <a:schemeClr val="tx1">
                    <a:alpha val="60000"/>
                  </a:schemeClr>
                </a:solidFill>
              </a:rPr>
              <a:t>Participate in challenging</a:t>
            </a:r>
            <a:br>
              <a:rPr lang="en-US" sz="2400" dirty="0">
                <a:solidFill>
                  <a:schemeClr val="tx1">
                    <a:alpha val="60000"/>
                  </a:schemeClr>
                </a:solidFill>
              </a:rPr>
            </a:br>
            <a:r>
              <a:rPr lang="en-US" sz="2400" dirty="0">
                <a:solidFill>
                  <a:schemeClr val="tx1">
                    <a:alpha val="60000"/>
                  </a:schemeClr>
                </a:solidFill>
              </a:rPr>
              <a:t>career-related activities</a:t>
            </a:r>
          </a:p>
          <a:p>
            <a:pPr>
              <a:lnSpc>
                <a:spcPct val="110000"/>
              </a:lnSpc>
              <a:spcBef>
                <a:spcPts val="1600"/>
              </a:spcBef>
              <a:buFont typeface="Wingdings" pitchFamily="2" charset="2"/>
              <a:buChar char="ü"/>
            </a:pPr>
            <a:r>
              <a:rPr lang="en-US" sz="2400" dirty="0">
                <a:solidFill>
                  <a:schemeClr val="tx1">
                    <a:alpha val="60000"/>
                  </a:schemeClr>
                </a:solidFill>
              </a:rPr>
              <a:t>Identify and resolve anxiety- provoking issues related to making the transition from school to the adult career world</a:t>
            </a:r>
          </a:p>
          <a:p>
            <a:pPr>
              <a:lnSpc>
                <a:spcPct val="110000"/>
              </a:lnSpc>
            </a:pPr>
            <a:endParaRPr lang="en-US" sz="1700" dirty="0">
              <a:solidFill>
                <a:schemeClr val="tx1">
                  <a:alpha val="60000"/>
                </a:schemeClr>
              </a:solidFill>
            </a:endParaRPr>
          </a:p>
        </p:txBody>
      </p:sp>
      <p:sp>
        <p:nvSpPr>
          <p:cNvPr id="2" name="Title 1">
            <a:extLst>
              <a:ext uri="{FF2B5EF4-FFF2-40B4-BE49-F238E27FC236}">
                <a16:creationId xmlns:a16="http://schemas.microsoft.com/office/drawing/2014/main" id="{2F0A386C-4C67-824C-BCF1-F5D182535168}"/>
              </a:ext>
            </a:extLst>
          </p:cNvPr>
          <p:cNvSpPr>
            <a:spLocks noGrp="1"/>
          </p:cNvSpPr>
          <p:nvPr>
            <p:ph type="title"/>
          </p:nvPr>
        </p:nvSpPr>
        <p:spPr>
          <a:xfrm>
            <a:off x="939600" y="662399"/>
            <a:ext cx="4496990" cy="1494000"/>
          </a:xfrm>
        </p:spPr>
        <p:txBody>
          <a:bodyPr vert="horz" lIns="91440" tIns="45720" rIns="91440" bIns="45720" rtlCol="0" anchor="t">
            <a:normAutofit fontScale="90000"/>
          </a:bodyPr>
          <a:lstStyle/>
          <a:p>
            <a:r>
              <a:rPr lang="en-US" kern="1200" cap="small" dirty="0">
                <a:solidFill>
                  <a:schemeClr val="tx1"/>
                </a:solidFill>
                <a:latin typeface="+mj-lt"/>
                <a:ea typeface="+mj-ea"/>
                <a:cs typeface="+mj-cs"/>
              </a:rPr>
              <a:t>Enhancing Belief in Career Self-Efficacy</a:t>
            </a:r>
          </a:p>
        </p:txBody>
      </p:sp>
    </p:spTree>
    <p:extLst>
      <p:ext uri="{BB962C8B-B14F-4D97-AF65-F5344CB8AC3E}">
        <p14:creationId xmlns:p14="http://schemas.microsoft.com/office/powerpoint/2010/main" val="319487268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E020B3-A050-6948-BD37-4D6A47CADB6E}"/>
              </a:ext>
            </a:extLst>
          </p:cNvPr>
          <p:cNvSpPr txBox="1"/>
          <p:nvPr/>
        </p:nvSpPr>
        <p:spPr>
          <a:xfrm>
            <a:off x="1946965" y="6457942"/>
            <a:ext cx="7026965" cy="276999"/>
          </a:xfrm>
          <a:prstGeom prst="rect">
            <a:avLst/>
          </a:prstGeom>
          <a:noFill/>
        </p:spPr>
        <p:txBody>
          <a:bodyPr wrap="square" rtlCol="0">
            <a:spAutoFit/>
          </a:bodyPr>
          <a:lstStyle/>
          <a:p>
            <a:r>
              <a:rPr lang="en-US" sz="1200" i="1" dirty="0"/>
              <a:t>Career Expectations and Aspirations of Youth With and Without Disabilities</a:t>
            </a:r>
            <a:r>
              <a:rPr lang="en-US" sz="1200" dirty="0"/>
              <a:t>, Fisher &amp; </a:t>
            </a:r>
            <a:r>
              <a:rPr lang="en-US" sz="1200" dirty="0" err="1"/>
              <a:t>Harnisch</a:t>
            </a:r>
            <a:r>
              <a:rPr lang="en-US" sz="1200" dirty="0"/>
              <a:t>, 1992</a:t>
            </a:r>
          </a:p>
        </p:txBody>
      </p:sp>
      <p:sp>
        <p:nvSpPr>
          <p:cNvPr id="3" name="Content Placeholder 2">
            <a:extLst>
              <a:ext uri="{FF2B5EF4-FFF2-40B4-BE49-F238E27FC236}">
                <a16:creationId xmlns:a16="http://schemas.microsoft.com/office/drawing/2014/main" id="{7E3580B8-3022-A44C-9B89-696F5615C24A}"/>
              </a:ext>
            </a:extLst>
          </p:cNvPr>
          <p:cNvSpPr>
            <a:spLocks noGrp="1"/>
          </p:cNvSpPr>
          <p:nvPr>
            <p:ph idx="1"/>
          </p:nvPr>
        </p:nvSpPr>
        <p:spPr>
          <a:xfrm>
            <a:off x="616226" y="2941440"/>
            <a:ext cx="8146774" cy="3810000"/>
          </a:xfrm>
        </p:spPr>
        <p:txBody>
          <a:bodyPr/>
          <a:lstStyle/>
          <a:p>
            <a:pPr>
              <a:lnSpc>
                <a:spcPct val="100000"/>
              </a:lnSpc>
              <a:spcBef>
                <a:spcPts val="1600"/>
              </a:spcBef>
            </a:pPr>
            <a:r>
              <a:rPr lang="en-US" sz="2400" dirty="0"/>
              <a:t>Individual who is perceived to have limited abilities is often given unchallenging tasks that essentially convey a disbelief in individual’s ability to perform.</a:t>
            </a:r>
          </a:p>
          <a:p>
            <a:pPr>
              <a:lnSpc>
                <a:spcPct val="100000"/>
              </a:lnSpc>
              <a:spcBef>
                <a:spcPts val="1600"/>
              </a:spcBef>
            </a:pPr>
            <a:r>
              <a:rPr lang="en-US" sz="2400" dirty="0"/>
              <a:t>Inconsequential or simple tasks can reinforce lower career and academic expectations that parents and school counselors express for youth with disabilities. </a:t>
            </a:r>
          </a:p>
          <a:p>
            <a:pPr>
              <a:lnSpc>
                <a:spcPct val="100000"/>
              </a:lnSpc>
              <a:spcBef>
                <a:spcPts val="1600"/>
              </a:spcBef>
            </a:pPr>
            <a:r>
              <a:rPr lang="en-US" sz="2400" dirty="0"/>
              <a:t>Tasks must not be so </a:t>
            </a:r>
            <a:r>
              <a:rPr lang="en-US" sz="2400" b="1" dirty="0"/>
              <a:t>difficult</a:t>
            </a:r>
            <a:r>
              <a:rPr lang="en-US" sz="2400" dirty="0"/>
              <a:t> that mastery is unlikely or so </a:t>
            </a:r>
            <a:r>
              <a:rPr lang="en-US" sz="2400" b="1" dirty="0"/>
              <a:t>easy</a:t>
            </a:r>
            <a:r>
              <a:rPr lang="en-US" sz="2400" dirty="0"/>
              <a:t> that message of lowered ability expectations is conveyed. </a:t>
            </a:r>
          </a:p>
        </p:txBody>
      </p:sp>
      <p:pic>
        <p:nvPicPr>
          <p:cNvPr id="6" name="Picture 5" descr="Work Assessment Experience Balance">
            <a:extLst>
              <a:ext uri="{FF2B5EF4-FFF2-40B4-BE49-F238E27FC236}">
                <a16:creationId xmlns:a16="http://schemas.microsoft.com/office/drawing/2014/main" id="{85B658E7-591D-5442-9921-1A214969221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213126" y="1045341"/>
            <a:ext cx="6350000" cy="1879600"/>
          </a:xfrm>
          <a:prstGeom prst="rect">
            <a:avLst/>
          </a:prstGeom>
        </p:spPr>
      </p:pic>
      <p:sp>
        <p:nvSpPr>
          <p:cNvPr id="2" name="Title 1">
            <a:extLst>
              <a:ext uri="{FF2B5EF4-FFF2-40B4-BE49-F238E27FC236}">
                <a16:creationId xmlns:a16="http://schemas.microsoft.com/office/drawing/2014/main" id="{5AF55CB7-BE8D-934A-9EB6-3587D6054681}"/>
              </a:ext>
            </a:extLst>
          </p:cNvPr>
          <p:cNvSpPr>
            <a:spLocks noGrp="1"/>
          </p:cNvSpPr>
          <p:nvPr>
            <p:ph type="title"/>
          </p:nvPr>
        </p:nvSpPr>
        <p:spPr>
          <a:xfrm>
            <a:off x="685800" y="123059"/>
            <a:ext cx="7772400" cy="1143000"/>
          </a:xfrm>
        </p:spPr>
        <p:txBody>
          <a:bodyPr>
            <a:normAutofit/>
          </a:bodyPr>
          <a:lstStyle/>
          <a:p>
            <a:pPr algn="ctr"/>
            <a:r>
              <a:rPr lang="en-US" b="0" cap="small" dirty="0">
                <a:latin typeface="Calibri" panose="020F0502020204030204" pitchFamily="34" charset="0"/>
                <a:cs typeface="Calibri" panose="020F0502020204030204" pitchFamily="34" charset="0"/>
              </a:rPr>
              <a:t>Striking the Right Balance</a:t>
            </a:r>
          </a:p>
        </p:txBody>
      </p:sp>
    </p:spTree>
    <p:extLst>
      <p:ext uri="{BB962C8B-B14F-4D97-AF65-F5344CB8AC3E}">
        <p14:creationId xmlns:p14="http://schemas.microsoft.com/office/powerpoint/2010/main" val="299985224"/>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80DE610-471B-4E8A-B23C-1974A9835C18}"/>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rcRect t="9091" r="27608" b="1"/>
          <a:stretch/>
        </p:blipFill>
        <p:spPr>
          <a:xfrm>
            <a:off x="2642616" y="0"/>
            <a:ext cx="6501384" cy="6857990"/>
          </a:xfrm>
          <a:prstGeom prst="rect">
            <a:avLst/>
          </a:prstGeom>
        </p:spPr>
      </p:pic>
      <p:sp>
        <p:nvSpPr>
          <p:cNvPr id="2" name="Title 1">
            <a:extLst>
              <a:ext uri="{FF2B5EF4-FFF2-40B4-BE49-F238E27FC236}">
                <a16:creationId xmlns:a16="http://schemas.microsoft.com/office/drawing/2014/main" id="{D97CC3C0-07E3-4934-9F8A-253AF00A61AC}"/>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algn="l" eaLnBrk="1" hangingPunct="1">
              <a:lnSpc>
                <a:spcPct val="90000"/>
              </a:lnSpc>
            </a:pPr>
            <a:r>
              <a:rPr lang="en-US" sz="4200">
                <a:solidFill>
                  <a:schemeClr val="tx1"/>
                </a:solidFill>
                <a:latin typeface="+mj-lt"/>
                <a:cs typeface="+mj-cs"/>
              </a:rPr>
              <a:t>BREAK</a:t>
            </a:r>
          </a:p>
        </p:txBody>
      </p:sp>
    </p:spTree>
    <p:extLst>
      <p:ext uri="{BB962C8B-B14F-4D97-AF65-F5344CB8AC3E}">
        <p14:creationId xmlns:p14="http://schemas.microsoft.com/office/powerpoint/2010/main" val="35325482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0"/>
                                  </p:stCondLst>
                                  <p:iterate>
                                    <p:tmPct val="10000"/>
                                  </p:iterate>
                                  <p:childTnLst>
                                    <p:set>
                                      <p:cBhvr>
                                        <p:cTn id="9" dur="1" fill="hold">
                                          <p:stCondLst>
                                            <p:cond delay="0"/>
                                          </p:stCondLst>
                                        </p:cTn>
                                        <p:tgtEl>
                                          <p:spTgt spid="20"/>
                                        </p:tgtEl>
                                        <p:attrNameLst>
                                          <p:attrName>style.visibility</p:attrName>
                                        </p:attrNameLst>
                                      </p:cBhvr>
                                      <p:to>
                                        <p:strVal val="visible"/>
                                      </p:to>
                                    </p:set>
                                    <p:animEffect transition="in" filter="fade">
                                      <p:cBhvr>
                                        <p:cTn id="10" dur="7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D0CB58-626D-8C4C-8589-30F1E2BE9B42}"/>
              </a:ext>
            </a:extLst>
          </p:cNvPr>
          <p:cNvSpPr>
            <a:spLocks noGrp="1"/>
          </p:cNvSpPr>
          <p:nvPr>
            <p:ph type="sldNum" sz="quarter" idx="12"/>
          </p:nvPr>
        </p:nvSpPr>
        <p:spPr>
          <a:xfrm>
            <a:off x="7639050" y="6356350"/>
            <a:ext cx="2057400" cy="365125"/>
          </a:xfrm>
        </p:spPr>
        <p: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fld id="{C04AFD01-8F5E-2E4D-944E-4AB38BDD0569}" type="slidenum">
              <a:rPr kumimoji="0" lang="en-US" sz="900" b="0" i="0" u="none" strike="noStrike" kern="1200" cap="none" spc="0" normalizeH="0" baseline="0" noProof="0">
                <a:ln>
                  <a:noFill/>
                </a:ln>
                <a:solidFill>
                  <a:srgbClr val="E7DEC9">
                    <a:shade val="50000"/>
                    <a:satMod val="200000"/>
                  </a:srgbClr>
                </a:solidFill>
                <a:effectLst/>
                <a:uLnTx/>
                <a:uFillTx/>
                <a:latin typeface="Gill Sans MT"/>
                <a:ea typeface="Geneva" panose="020B0503030404040204" pitchFamily="34" charset="0"/>
                <a:cs typeface="+mn-cs"/>
              </a:rPr>
              <a:pPr marL="0" marR="0" lvl="0" indent="0" algn="ctr" defTabSz="3429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dirty="0">
              <a:ln>
                <a:noFill/>
              </a:ln>
              <a:solidFill>
                <a:srgbClr val="E7DEC9">
                  <a:shade val="50000"/>
                  <a:satMod val="200000"/>
                </a:srgbClr>
              </a:solidFill>
              <a:effectLst/>
              <a:uLnTx/>
              <a:uFillTx/>
              <a:latin typeface="Gill Sans MT"/>
              <a:ea typeface="Geneva" panose="020B0503030404040204" pitchFamily="34" charset="0"/>
              <a:cs typeface="+mn-cs"/>
            </a:endParaRPr>
          </a:p>
        </p:txBody>
      </p:sp>
      <p:sp>
        <p:nvSpPr>
          <p:cNvPr id="9" name="TextBox 8">
            <a:extLst>
              <a:ext uri="{FF2B5EF4-FFF2-40B4-BE49-F238E27FC236}">
                <a16:creationId xmlns:a16="http://schemas.microsoft.com/office/drawing/2014/main" id="{671F89DC-6F28-2D41-BEF8-DA1D22005AB7}"/>
              </a:ext>
            </a:extLst>
          </p:cNvPr>
          <p:cNvSpPr txBox="1"/>
          <p:nvPr/>
        </p:nvSpPr>
        <p:spPr>
          <a:xfrm>
            <a:off x="165099" y="6423497"/>
            <a:ext cx="3721100" cy="230832"/>
          </a:xfrm>
          <a:prstGeom prst="rect">
            <a:avLst/>
          </a:prstGeom>
          <a:noFill/>
        </p:spPr>
        <p:txBody>
          <a:bodyPr wrap="square" rtlCol="0">
            <a:spAutoFit/>
          </a:bodyPr>
          <a:lstStyle/>
          <a:p>
            <a:r>
              <a:rPr lang="en-US" sz="900" dirty="0">
                <a:hlinkClick r:id="rId3" tooltip="https://justadandak.com/defining-social-spaces/"/>
              </a:rPr>
              <a:t>This Photo</a:t>
            </a:r>
            <a:r>
              <a:rPr lang="en-US" sz="900" dirty="0"/>
              <a:t> by Unknown Author is licensed under </a:t>
            </a:r>
            <a:r>
              <a:rPr lang="en-US" sz="900" dirty="0">
                <a:hlinkClick r:id="rId4" tooltip="https://creativecommons.org/licenses/by-sa/3.0/"/>
              </a:rPr>
              <a:t>CC BY-SA</a:t>
            </a:r>
            <a:endParaRPr lang="en-US" sz="900" dirty="0"/>
          </a:p>
        </p:txBody>
      </p:sp>
      <p:sp>
        <p:nvSpPr>
          <p:cNvPr id="10" name="Rectangle 9">
            <a:extLst>
              <a:ext uri="{FF2B5EF4-FFF2-40B4-BE49-F238E27FC236}">
                <a16:creationId xmlns:a16="http://schemas.microsoft.com/office/drawing/2014/main" id="{77FA367A-623C-AE46-B428-A139BB14690E}"/>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3" name="Content Placeholder 2">
            <a:extLst>
              <a:ext uri="{FF2B5EF4-FFF2-40B4-BE49-F238E27FC236}">
                <a16:creationId xmlns:a16="http://schemas.microsoft.com/office/drawing/2014/main" id="{5D9EB1E3-3A5A-B840-B0C4-FE7180C797E0}"/>
              </a:ext>
            </a:extLst>
          </p:cNvPr>
          <p:cNvSpPr>
            <a:spLocks noGrp="1"/>
          </p:cNvSpPr>
          <p:nvPr>
            <p:ph idx="1"/>
          </p:nvPr>
        </p:nvSpPr>
        <p:spPr>
          <a:xfrm>
            <a:off x="4772475" y="1142558"/>
            <a:ext cx="4031673" cy="4887239"/>
          </a:xfrm>
        </p:spPr>
        <p:txBody>
          <a:bodyPr>
            <a:noAutofit/>
          </a:bodyPr>
          <a:lstStyle/>
          <a:p>
            <a:pPr>
              <a:lnSpc>
                <a:spcPct val="100000"/>
              </a:lnSpc>
              <a:spcBef>
                <a:spcPts val="900"/>
              </a:spcBef>
            </a:pPr>
            <a:r>
              <a:rPr lang="en-US" sz="2400" dirty="0"/>
              <a:t>A supervised and structured program that uses worksite experiences as means for gaining knowledge about work skills, strengths, and career preferences</a:t>
            </a:r>
          </a:p>
          <a:p>
            <a:pPr>
              <a:lnSpc>
                <a:spcPct val="100000"/>
              </a:lnSpc>
              <a:spcBef>
                <a:spcPts val="900"/>
              </a:spcBef>
            </a:pPr>
            <a:r>
              <a:rPr lang="en-US" sz="2400" dirty="0"/>
              <a:t>Knowledge gained at the worksite may be linked with classroom instruction and a program of study</a:t>
            </a:r>
          </a:p>
          <a:p>
            <a:pPr>
              <a:lnSpc>
                <a:spcPct val="100000"/>
              </a:lnSpc>
              <a:spcBef>
                <a:spcPts val="900"/>
              </a:spcBef>
            </a:pPr>
            <a:r>
              <a:rPr lang="en-US" sz="2400" dirty="0"/>
              <a:t>Experiences range in intensity, structure and scope, aligned with stages of career development</a:t>
            </a:r>
          </a:p>
        </p:txBody>
      </p:sp>
      <p:pic>
        <p:nvPicPr>
          <p:cNvPr id="8" name="Picture 7" descr="DEFINITION">
            <a:extLst>
              <a:ext uri="{FF2B5EF4-FFF2-40B4-BE49-F238E27FC236}">
                <a16:creationId xmlns:a16="http://schemas.microsoft.com/office/drawing/2014/main" id="{831ADCE5-5393-B94E-AA77-138BDC4275ED}"/>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454407" y="3232614"/>
            <a:ext cx="3721100" cy="1743042"/>
          </a:xfrm>
          <a:prstGeom prst="rect">
            <a:avLst/>
          </a:prstGeom>
        </p:spPr>
      </p:pic>
      <p:sp>
        <p:nvSpPr>
          <p:cNvPr id="2" name="Title 1">
            <a:extLst>
              <a:ext uri="{FF2B5EF4-FFF2-40B4-BE49-F238E27FC236}">
                <a16:creationId xmlns:a16="http://schemas.microsoft.com/office/drawing/2014/main" id="{7D6EEBDD-7B3C-DF49-AE39-C54A9A144C7C}"/>
              </a:ext>
            </a:extLst>
          </p:cNvPr>
          <p:cNvSpPr>
            <a:spLocks noGrp="1"/>
          </p:cNvSpPr>
          <p:nvPr>
            <p:ph type="title"/>
          </p:nvPr>
        </p:nvSpPr>
        <p:spPr>
          <a:xfrm>
            <a:off x="1138810" y="908434"/>
            <a:ext cx="2352294" cy="1715728"/>
          </a:xfrm>
          <a:effectLst>
            <a:glow rad="139700">
              <a:schemeClr val="accent3">
                <a:satMod val="175000"/>
                <a:alpha val="40000"/>
              </a:schemeClr>
            </a:glow>
          </a:effectLst>
          <a:scene3d>
            <a:camera prst="orthographicFront"/>
            <a:lightRig rig="threePt" dir="t"/>
          </a:scene3d>
          <a:sp3d>
            <a:bevelT prst="angle"/>
          </a:sp3d>
        </p:spPr>
        <p:style>
          <a:lnRef idx="1">
            <a:schemeClr val="accent5"/>
          </a:lnRef>
          <a:fillRef idx="3">
            <a:schemeClr val="accent5"/>
          </a:fillRef>
          <a:effectRef idx="2">
            <a:schemeClr val="accent5"/>
          </a:effectRef>
          <a:fontRef idx="minor">
            <a:schemeClr val="lt1"/>
          </a:fontRef>
        </p:style>
        <p:txBody>
          <a:bodyPr>
            <a:normAutofit fontScale="90000"/>
          </a:bodyPr>
          <a:lstStyle/>
          <a:p>
            <a:pPr algn="ctr"/>
            <a:r>
              <a:rPr lang="en-US" dirty="0"/>
              <a:t>Work-Based Learning</a:t>
            </a:r>
            <a:endParaRPr lang="en-US" b="1" i="1" dirty="0"/>
          </a:p>
        </p:txBody>
      </p:sp>
    </p:spTree>
    <p:extLst>
      <p:ext uri="{BB962C8B-B14F-4D97-AF65-F5344CB8AC3E}">
        <p14:creationId xmlns:p14="http://schemas.microsoft.com/office/powerpoint/2010/main" val="2534368153"/>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561161"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AF3C840F-3A2B-0143-BBAD-197C229B79C4}"/>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596985" y="994018"/>
            <a:ext cx="2180230" cy="4899394"/>
          </a:xfrm>
          <a:prstGeom prst="rect">
            <a:avLst/>
          </a:prstGeom>
        </p:spPr>
      </p:pic>
      <p:sp>
        <p:nvSpPr>
          <p:cNvPr id="4" name="Slide Number Placeholder 3">
            <a:extLst>
              <a:ext uri="{FF2B5EF4-FFF2-40B4-BE49-F238E27FC236}">
                <a16:creationId xmlns:a16="http://schemas.microsoft.com/office/drawing/2014/main" id="{E5E14A57-FF2C-CC48-BAA0-1E4895F3937F}"/>
              </a:ext>
            </a:extLst>
          </p:cNvPr>
          <p:cNvSpPr>
            <a:spLocks noGrp="1"/>
          </p:cNvSpPr>
          <p:nvPr>
            <p:ph type="sldNum" sz="quarter" idx="12"/>
          </p:nvPr>
        </p:nvSpPr>
        <p:spPr>
          <a:xfrm>
            <a:off x="6457950" y="6356350"/>
            <a:ext cx="2057400" cy="365125"/>
          </a:xfrm>
        </p:spPr>
        <p:txBody>
          <a:bodyPr>
            <a:normAutofit/>
          </a:bodyPr>
          <a:lstStyle/>
          <a:p>
            <a:pPr>
              <a:spcAft>
                <a:spcPts val="600"/>
              </a:spcAft>
            </a:pPr>
            <a:fld id="{5C20E49D-532B-574C-9B28-3CB5D48BEFC2}" type="slidenum">
              <a:rPr lang="en-US" sz="900">
                <a:solidFill>
                  <a:schemeClr val="tx1">
                    <a:lumMod val="50000"/>
                    <a:lumOff val="50000"/>
                  </a:schemeClr>
                </a:solidFill>
              </a:rPr>
              <a:pPr>
                <a:spcAft>
                  <a:spcPts val="600"/>
                </a:spcAft>
              </a:pPr>
              <a:t>29</a:t>
            </a:fld>
            <a:endParaRPr lang="en-US" sz="900">
              <a:solidFill>
                <a:schemeClr val="tx1">
                  <a:lumMod val="50000"/>
                  <a:lumOff val="50000"/>
                </a:schemeClr>
              </a:solidFill>
            </a:endParaRPr>
          </a:p>
        </p:txBody>
      </p:sp>
      <p:sp>
        <p:nvSpPr>
          <p:cNvPr id="3" name="Content Placeholder 2">
            <a:extLst>
              <a:ext uri="{FF2B5EF4-FFF2-40B4-BE49-F238E27FC236}">
                <a16:creationId xmlns:a16="http://schemas.microsoft.com/office/drawing/2014/main" id="{4092ADEC-B44E-064E-AF2B-E5A436664AD1}"/>
              </a:ext>
            </a:extLst>
          </p:cNvPr>
          <p:cNvSpPr>
            <a:spLocks noGrp="1"/>
          </p:cNvSpPr>
          <p:nvPr>
            <p:ph idx="1"/>
          </p:nvPr>
        </p:nvSpPr>
        <p:spPr>
          <a:xfrm>
            <a:off x="852775" y="2194102"/>
            <a:ext cx="4930463" cy="3908585"/>
          </a:xfrm>
        </p:spPr>
        <p:txBody>
          <a:bodyPr>
            <a:normAutofit/>
          </a:bodyPr>
          <a:lstStyle/>
          <a:p>
            <a:pPr>
              <a:spcBef>
                <a:spcPts val="2250"/>
              </a:spcBef>
            </a:pPr>
            <a:r>
              <a:rPr lang="en-US" dirty="0"/>
              <a:t>Avoids arbitrary set of career exploration activities</a:t>
            </a:r>
          </a:p>
          <a:p>
            <a:pPr>
              <a:spcBef>
                <a:spcPts val="2250"/>
              </a:spcBef>
            </a:pPr>
            <a:r>
              <a:rPr lang="en-US" dirty="0"/>
              <a:t>Uses a systematic approach</a:t>
            </a:r>
          </a:p>
          <a:p>
            <a:pPr>
              <a:spcBef>
                <a:spcPts val="2250"/>
              </a:spcBef>
            </a:pPr>
            <a:r>
              <a:rPr lang="en-US" dirty="0"/>
              <a:t>Focuses on what is learned from experience</a:t>
            </a:r>
          </a:p>
        </p:txBody>
      </p:sp>
      <p:sp>
        <p:nvSpPr>
          <p:cNvPr id="2" name="Title 1">
            <a:extLst>
              <a:ext uri="{FF2B5EF4-FFF2-40B4-BE49-F238E27FC236}">
                <a16:creationId xmlns:a16="http://schemas.microsoft.com/office/drawing/2014/main" id="{70FDFC91-9319-A74A-84F6-E44A79F9AEFA}"/>
              </a:ext>
            </a:extLst>
          </p:cNvPr>
          <p:cNvSpPr>
            <a:spLocks noGrp="1"/>
          </p:cNvSpPr>
          <p:nvPr>
            <p:ph type="title"/>
          </p:nvPr>
        </p:nvSpPr>
        <p:spPr>
          <a:xfrm>
            <a:off x="852775" y="609600"/>
            <a:ext cx="5160770" cy="1322887"/>
          </a:xfrm>
        </p:spPr>
        <p:txBody>
          <a:bodyPr>
            <a:normAutofit/>
          </a:bodyPr>
          <a:lstStyle/>
          <a:p>
            <a:r>
              <a:rPr lang="en-US" b="1" cap="small" dirty="0"/>
              <a:t>Why Work-Based Learning?</a:t>
            </a:r>
          </a:p>
        </p:txBody>
      </p:sp>
    </p:spTree>
    <p:extLst>
      <p:ext uri="{BB962C8B-B14F-4D97-AF65-F5344CB8AC3E}">
        <p14:creationId xmlns:p14="http://schemas.microsoft.com/office/powerpoint/2010/main" val="3948789223"/>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0CF8A7-6CA0-284F-8CD9-DFC4FCDD2C40}"/>
              </a:ext>
            </a:extLst>
          </p:cNvPr>
          <p:cNvSpPr>
            <a:spLocks noGrp="1"/>
          </p:cNvSpPr>
          <p:nvPr>
            <p:ph type="sldNum" sz="quarter" idx="12"/>
          </p:nvPr>
        </p:nvSpPr>
        <p:spPr/>
        <p:txBody>
          <a:bodyPr/>
          <a:lstStyle/>
          <a:p>
            <a:fld id="{5C20E49D-532B-574C-9B28-3CB5D48BEFC2}" type="slidenum">
              <a:rPr lang="en-US" smtClean="0"/>
              <a:t>30</a:t>
            </a:fld>
            <a:endParaRPr lang="en-US"/>
          </a:p>
        </p:txBody>
      </p:sp>
      <p:sp>
        <p:nvSpPr>
          <p:cNvPr id="11" name="TextBox 10">
            <a:extLst>
              <a:ext uri="{FF2B5EF4-FFF2-40B4-BE49-F238E27FC236}">
                <a16:creationId xmlns:a16="http://schemas.microsoft.com/office/drawing/2014/main" id="{77F98E38-E337-0644-9196-D4630B05D686}"/>
              </a:ext>
            </a:extLst>
          </p:cNvPr>
          <p:cNvSpPr txBox="1"/>
          <p:nvPr/>
        </p:nvSpPr>
        <p:spPr>
          <a:xfrm>
            <a:off x="279400" y="6263531"/>
            <a:ext cx="2971800" cy="369332"/>
          </a:xfrm>
          <a:prstGeom prst="rect">
            <a:avLst/>
          </a:prstGeom>
          <a:noFill/>
        </p:spPr>
        <p:txBody>
          <a:bodyPr wrap="square" rtlCol="0">
            <a:spAutoFit/>
          </a:bodyPr>
          <a:lstStyle/>
          <a:p>
            <a:r>
              <a:rPr lang="en-US" sz="900" dirty="0">
                <a:hlinkClick r:id="rId3" tooltip="https://www.flickr.com/photos/34645163@N02/5269307416"/>
              </a:rPr>
              <a:t>This Photo</a:t>
            </a:r>
            <a:r>
              <a:rPr lang="en-US" sz="900" dirty="0"/>
              <a:t> by Unknown Author is licensed under </a:t>
            </a:r>
            <a:r>
              <a:rPr lang="en-US" sz="900" dirty="0">
                <a:hlinkClick r:id="rId4" tooltip="https://creativecommons.org/licenses/by-nc-nd/3.0/"/>
              </a:rPr>
              <a:t>CC BY-NC-ND</a:t>
            </a:r>
            <a:endParaRPr lang="en-US" sz="900" dirty="0"/>
          </a:p>
        </p:txBody>
      </p:sp>
      <p:sp>
        <p:nvSpPr>
          <p:cNvPr id="5" name="Rectangle 9">
            <a:extLst>
              <a:ext uri="{FF2B5EF4-FFF2-40B4-BE49-F238E27FC236}">
                <a16:creationId xmlns:a16="http://schemas.microsoft.com/office/drawing/2014/main" id="{3CC80B97-65BE-4541-9870-64ED01CD5DC1}"/>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pic>
        <p:nvPicPr>
          <p:cNvPr id="10" name="Picture 9">
            <a:extLst>
              <a:ext uri="{FF2B5EF4-FFF2-40B4-BE49-F238E27FC236}">
                <a16:creationId xmlns:a16="http://schemas.microsoft.com/office/drawing/2014/main" id="{60E3F2A0-3F74-2943-B181-4B2D4EAA529C}"/>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279400" y="3429000"/>
            <a:ext cx="2971800" cy="1932831"/>
          </a:xfrm>
          <a:prstGeom prst="rect">
            <a:avLst/>
          </a:prstGeom>
        </p:spPr>
      </p:pic>
      <p:graphicFrame>
        <p:nvGraphicFramePr>
          <p:cNvPr id="7" name="Content Placeholder 2">
            <a:extLst>
              <a:ext uri="{FF2B5EF4-FFF2-40B4-BE49-F238E27FC236}">
                <a16:creationId xmlns:a16="http://schemas.microsoft.com/office/drawing/2014/main" id="{6D31A7B0-65D9-4E3F-AA2C-D5FE0A484FD4}"/>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418427601"/>
              </p:ext>
            </p:extLst>
          </p:nvPr>
        </p:nvGraphicFramePr>
        <p:xfrm>
          <a:off x="3886200" y="380999"/>
          <a:ext cx="4978400" cy="597535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Pentagon 3"/>
          <p:cNvSpPr/>
          <p:nvPr/>
        </p:nvSpPr>
        <p:spPr bwMode="auto">
          <a:xfrm>
            <a:off x="279400" y="469900"/>
            <a:ext cx="3200400" cy="2057400"/>
          </a:xfrm>
          <a:prstGeom prst="homePlate">
            <a:avLst/>
          </a:prstGeom>
          <a:ln>
            <a:headEnd type="none" w="med" len="med"/>
            <a:tailEnd type="none" w="med" len="med"/>
          </a:ln>
          <a:scene3d>
            <a:camera prst="orthographicFront"/>
            <a:lightRig rig="threePt" dir="t"/>
          </a:scene3d>
          <a:sp3d>
            <a:bevelT prst="angle"/>
          </a:sp3d>
        </p:spPr>
        <p:style>
          <a:lnRef idx="3">
            <a:schemeClr val="lt1"/>
          </a:lnRef>
          <a:fillRef idx="1">
            <a:schemeClr val="accent6"/>
          </a:fillRef>
          <a:effectRef idx="1">
            <a:schemeClr val="accent6"/>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small" spc="0" normalizeH="0" baseline="0" noProof="0" dirty="0">
                <a:ln>
                  <a:noFill/>
                </a:ln>
                <a:solidFill>
                  <a:prstClr val="white"/>
                </a:solidFill>
                <a:effectLst/>
                <a:uLnTx/>
                <a:uFillTx/>
                <a:latin typeface="Arial" charset="0"/>
                <a:ea typeface="ＭＳ Ｐゴシック" charset="0"/>
                <a:cs typeface="Geneva" charset="0"/>
              </a:rPr>
              <a:t>Examples:</a:t>
            </a:r>
            <a:br>
              <a:rPr kumimoji="0" lang="en-US" sz="3200" b="0" i="0" u="none" strike="noStrike" kern="1200" cap="small" spc="0" normalizeH="0" baseline="0" noProof="0" dirty="0">
                <a:ln>
                  <a:noFill/>
                </a:ln>
                <a:solidFill>
                  <a:prstClr val="white"/>
                </a:solidFill>
                <a:effectLst/>
                <a:uLnTx/>
                <a:uFillTx/>
                <a:latin typeface="Arial" charset="0"/>
                <a:ea typeface="ＭＳ Ｐゴシック" charset="0"/>
                <a:cs typeface="Geneva" charset="0"/>
              </a:rPr>
            </a:br>
            <a:r>
              <a:rPr kumimoji="0" lang="en-US" sz="3200" b="1" i="0" u="none" strike="noStrike" kern="1200" cap="small" spc="0" normalizeH="0" baseline="0" noProof="0" dirty="0">
                <a:ln>
                  <a:noFill/>
                </a:ln>
                <a:solidFill>
                  <a:prstClr val="white"/>
                </a:solidFill>
                <a:effectLst/>
                <a:uLnTx/>
                <a:uFillTx/>
                <a:latin typeface="Arial" charset="0"/>
                <a:ea typeface="ＭＳ Ｐゴシック" charset="0"/>
                <a:cs typeface="Geneva" charset="0"/>
              </a:rPr>
              <a:t>Work-Based Learning</a:t>
            </a:r>
          </a:p>
        </p:txBody>
      </p:sp>
      <p:sp>
        <p:nvSpPr>
          <p:cNvPr id="3" name="Title 2">
            <a:extLst>
              <a:ext uri="{FF2B5EF4-FFF2-40B4-BE49-F238E27FC236}">
                <a16:creationId xmlns:a16="http://schemas.microsoft.com/office/drawing/2014/main" id="{D449F5DD-83BD-0E41-B845-D1E1713AEF87}"/>
              </a:ext>
            </a:extLst>
          </p:cNvPr>
          <p:cNvSpPr>
            <a:spLocks noGrp="1"/>
          </p:cNvSpPr>
          <p:nvPr>
            <p:ph type="title"/>
          </p:nvPr>
        </p:nvSpPr>
        <p:spPr>
          <a:xfrm>
            <a:off x="628650" y="-1757363"/>
            <a:ext cx="7886700" cy="1325563"/>
          </a:xfrm>
        </p:spPr>
        <p:txBody>
          <a:bodyPr/>
          <a:lstStyle/>
          <a:p>
            <a:r>
              <a:rPr lang="en-US" baseline="0" dirty="0"/>
              <a:t> E</a:t>
            </a:r>
            <a:r>
              <a:rPr lang="en-US" dirty="0"/>
              <a:t>xamples: Work-Based</a:t>
            </a:r>
            <a:r>
              <a:rPr lang="en-US" baseline="0" dirty="0"/>
              <a:t> Learning</a:t>
            </a:r>
            <a:endParaRPr lang="en-US" dirty="0"/>
          </a:p>
        </p:txBody>
      </p:sp>
    </p:spTree>
    <p:extLst>
      <p:ext uri="{BB962C8B-B14F-4D97-AF65-F5344CB8AC3E}">
        <p14:creationId xmlns:p14="http://schemas.microsoft.com/office/powerpoint/2010/main" val="2759620466"/>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 of Colorado Work-Based Learning Continuum available at: https://www.cde.state.co.us/postsecondary/workbasedlearning&#10;">
            <a:extLst>
              <a:ext uri="{FF2B5EF4-FFF2-40B4-BE49-F238E27FC236}">
                <a16:creationId xmlns:a16="http://schemas.microsoft.com/office/drawing/2014/main" id="{D3B7F4E8-2371-254B-B6E1-C0EFCE956AE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72357" y="977461"/>
            <a:ext cx="7588469" cy="5557437"/>
          </a:xfrm>
          <a:prstGeom prst="rect">
            <a:avLst/>
          </a:prstGeom>
          <a:ln>
            <a:solidFill>
              <a:schemeClr val="accent1"/>
            </a:solidFill>
          </a:ln>
        </p:spPr>
      </p:pic>
      <p:sp>
        <p:nvSpPr>
          <p:cNvPr id="2" name="Title 1">
            <a:extLst>
              <a:ext uri="{FF2B5EF4-FFF2-40B4-BE49-F238E27FC236}">
                <a16:creationId xmlns:a16="http://schemas.microsoft.com/office/drawing/2014/main" id="{6379D923-69D9-9C45-86FF-532728CBB9E9}"/>
              </a:ext>
            </a:extLst>
          </p:cNvPr>
          <p:cNvSpPr>
            <a:spLocks noGrp="1"/>
          </p:cNvSpPr>
          <p:nvPr>
            <p:ph type="title"/>
          </p:nvPr>
        </p:nvSpPr>
        <p:spPr>
          <a:xfrm>
            <a:off x="780391" y="-1326629"/>
            <a:ext cx="7772400" cy="1143000"/>
          </a:xfrm>
        </p:spPr>
        <p:txBody>
          <a:bodyPr>
            <a:normAutofit fontScale="90000"/>
          </a:bodyPr>
          <a:lstStyle/>
          <a:p>
            <a:r>
              <a:rPr lang="en-US" dirty="0"/>
              <a:t>Colorado’s Work-Based Learning Continuum</a:t>
            </a:r>
          </a:p>
        </p:txBody>
      </p:sp>
    </p:spTree>
    <p:extLst>
      <p:ext uri="{BB962C8B-B14F-4D97-AF65-F5344CB8AC3E}">
        <p14:creationId xmlns:p14="http://schemas.microsoft.com/office/powerpoint/2010/main" val="166070318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102A0F-E242-064C-8344-634C2541835A}"/>
              </a:ext>
            </a:extLst>
          </p:cNvPr>
          <p:cNvSpPr>
            <a:spLocks noGrp="1"/>
          </p:cNvSpPr>
          <p:nvPr>
            <p:ph type="sldNum" sz="quarter" idx="12"/>
          </p:nvPr>
        </p:nvSpPr>
        <p:spPr>
          <a:xfrm>
            <a:off x="6686550" y="6330877"/>
            <a:ext cx="2057400" cy="365125"/>
          </a:xfrm>
        </p:spPr>
        <p:txBody>
          <a:bodyPr/>
          <a:lstStyle/>
          <a:p>
            <a:fld id="{5C20E49D-532B-574C-9B28-3CB5D48BEFC2}" type="slidenum">
              <a:rPr lang="en-US" smtClean="0"/>
              <a:t>32</a:t>
            </a:fld>
            <a:endParaRPr lang="en-US" dirty="0"/>
          </a:p>
        </p:txBody>
      </p:sp>
      <p:pic>
        <p:nvPicPr>
          <p:cNvPr id="5" name="Picture 4">
            <a:extLst>
              <a:ext uri="{FF2B5EF4-FFF2-40B4-BE49-F238E27FC236}">
                <a16:creationId xmlns:a16="http://schemas.microsoft.com/office/drawing/2014/main" id="{85271048-6518-FB42-8F1A-E111B6C46F8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7800" y="-90488"/>
            <a:ext cx="9116163" cy="6267362"/>
          </a:xfrm>
          <a:prstGeom prst="rect">
            <a:avLst/>
          </a:prstGeom>
        </p:spPr>
      </p:pic>
      <p:sp>
        <p:nvSpPr>
          <p:cNvPr id="6" name="Rectangle 5">
            <a:extLst>
              <a:ext uri="{FF2B5EF4-FFF2-40B4-BE49-F238E27FC236}">
                <a16:creationId xmlns:a16="http://schemas.microsoft.com/office/drawing/2014/main" id="{9C98F99C-94C8-304A-8B71-4CC72FFFC456}"/>
              </a:ext>
            </a:extLst>
          </p:cNvPr>
          <p:cNvSpPr/>
          <p:nvPr/>
        </p:nvSpPr>
        <p:spPr>
          <a:xfrm>
            <a:off x="1219196" y="428640"/>
            <a:ext cx="6604004" cy="3323987"/>
          </a:xfrm>
          <a:prstGeom prst="rect">
            <a:avLst/>
          </a:prstGeom>
        </p:spPr>
        <p:txBody>
          <a:bodyPr wrap="square">
            <a:spAutoFit/>
          </a:bodyPr>
          <a:lstStyle/>
          <a:p>
            <a:pPr marL="257175" indent="-257175" defTabSz="342900" eaLnBrk="1" fontAlgn="auto" hangingPunct="1">
              <a:spcBef>
                <a:spcPts val="900"/>
              </a:spcBef>
              <a:spcAft>
                <a:spcPts val="0"/>
              </a:spcAft>
              <a:buFont typeface="+mj-lt"/>
              <a:buAutoNum type="arabicPeriod"/>
            </a:pPr>
            <a:r>
              <a:rPr lang="en-US" sz="2000" dirty="0">
                <a:solidFill>
                  <a:prstClr val="white"/>
                </a:solidFill>
                <a:latin typeface="Chalkboard" panose="03050602040202020205" pitchFamily="66" charset="77"/>
                <a:ea typeface="+mn-ea"/>
              </a:rPr>
              <a:t>Provide exposure to wide range of jobs and careers including those outside of “traditional” employing industries for youth and individuals with disabilities.</a:t>
            </a:r>
          </a:p>
          <a:p>
            <a:pPr marL="257175" indent="-257175" defTabSz="342900" eaLnBrk="1" fontAlgn="auto" hangingPunct="1">
              <a:spcBef>
                <a:spcPts val="900"/>
              </a:spcBef>
              <a:spcAft>
                <a:spcPts val="0"/>
              </a:spcAft>
              <a:buFont typeface="+mj-lt"/>
              <a:buAutoNum type="arabicPeriod"/>
            </a:pPr>
            <a:r>
              <a:rPr lang="en-US" sz="2000" dirty="0">
                <a:solidFill>
                  <a:prstClr val="white"/>
                </a:solidFill>
                <a:latin typeface="Chalkboard" panose="03050602040202020205" pitchFamily="66" charset="77"/>
                <a:ea typeface="+mn-ea"/>
              </a:rPr>
              <a:t>Strong links with labor market.</a:t>
            </a:r>
          </a:p>
          <a:p>
            <a:pPr marL="257175" indent="-257175" defTabSz="342900" eaLnBrk="1" fontAlgn="auto" hangingPunct="1">
              <a:spcBef>
                <a:spcPts val="900"/>
              </a:spcBef>
              <a:spcAft>
                <a:spcPts val="0"/>
              </a:spcAft>
              <a:buFont typeface="+mj-lt"/>
              <a:buAutoNum type="arabicPeriod"/>
            </a:pPr>
            <a:r>
              <a:rPr lang="en-US" sz="2000" dirty="0">
                <a:solidFill>
                  <a:prstClr val="white"/>
                </a:solidFill>
                <a:latin typeface="Chalkboard" panose="03050602040202020205" pitchFamily="66" charset="77"/>
                <a:ea typeface="+mn-ea"/>
              </a:rPr>
              <a:t>Experiences are age and stage appropriate.</a:t>
            </a:r>
          </a:p>
          <a:p>
            <a:pPr marL="257175" indent="-257175" defTabSz="342900" eaLnBrk="1" fontAlgn="auto" hangingPunct="1">
              <a:spcBef>
                <a:spcPts val="900"/>
              </a:spcBef>
              <a:spcAft>
                <a:spcPts val="0"/>
              </a:spcAft>
              <a:buFont typeface="+mj-lt"/>
              <a:buAutoNum type="arabicPeriod"/>
            </a:pPr>
            <a:r>
              <a:rPr lang="en-US" sz="2000" dirty="0">
                <a:solidFill>
                  <a:prstClr val="white"/>
                </a:solidFill>
                <a:latin typeface="Chalkboard" panose="03050602040202020205" pitchFamily="66" charset="77"/>
                <a:ea typeface="+mn-ea"/>
              </a:rPr>
              <a:t>Work site learning is structured and links back to classroom instruction.</a:t>
            </a:r>
          </a:p>
          <a:p>
            <a:pPr marL="257175" indent="-257175" defTabSz="342900" eaLnBrk="1" fontAlgn="auto" hangingPunct="1">
              <a:spcBef>
                <a:spcPts val="900"/>
              </a:spcBef>
              <a:spcAft>
                <a:spcPts val="0"/>
              </a:spcAft>
              <a:buFont typeface="+mj-lt"/>
              <a:buAutoNum type="arabicPeriod"/>
            </a:pPr>
            <a:r>
              <a:rPr lang="en-US" sz="2000" dirty="0">
                <a:solidFill>
                  <a:prstClr val="white"/>
                </a:solidFill>
                <a:latin typeface="Chalkboard" panose="03050602040202020205" pitchFamily="66" charset="77"/>
                <a:ea typeface="+mn-ea"/>
              </a:rPr>
              <a:t>Employer shares learning goals of instructors and students.</a:t>
            </a:r>
          </a:p>
        </p:txBody>
      </p:sp>
      <p:sp>
        <p:nvSpPr>
          <p:cNvPr id="7" name="TextBox 6">
            <a:extLst>
              <a:ext uri="{FF2B5EF4-FFF2-40B4-BE49-F238E27FC236}">
                <a16:creationId xmlns:a16="http://schemas.microsoft.com/office/drawing/2014/main" id="{1542B520-9A52-9648-9A36-2903A36EECDD}"/>
              </a:ext>
            </a:extLst>
          </p:cNvPr>
          <p:cNvSpPr txBox="1"/>
          <p:nvPr/>
        </p:nvSpPr>
        <p:spPr>
          <a:xfrm>
            <a:off x="2274176" y="5562035"/>
            <a:ext cx="4595647" cy="954107"/>
          </a:xfrm>
          <a:prstGeom prst="rect">
            <a:avLst/>
          </a:prstGeom>
          <a:effectLst>
            <a:glow rad="101600">
              <a:schemeClr val="accent4">
                <a:satMod val="175000"/>
                <a:alpha val="40000"/>
              </a:schemeClr>
            </a:glow>
          </a:effectLst>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defTabSz="342900" eaLnBrk="1" fontAlgn="auto" hangingPunct="1">
              <a:spcBef>
                <a:spcPts val="0"/>
              </a:spcBef>
              <a:spcAft>
                <a:spcPts val="0"/>
              </a:spcAft>
            </a:pPr>
            <a:r>
              <a:rPr lang="en-US" sz="2800" b="1" i="1" dirty="0">
                <a:solidFill>
                  <a:prstClr val="white"/>
                </a:solidFill>
                <a:latin typeface="Gill Sans MT"/>
              </a:rPr>
              <a:t>Work-Based Learning</a:t>
            </a:r>
            <a:br>
              <a:rPr lang="en-US" sz="2800" b="1" i="1" dirty="0">
                <a:solidFill>
                  <a:prstClr val="white"/>
                </a:solidFill>
                <a:latin typeface="Gill Sans MT"/>
              </a:rPr>
            </a:br>
            <a:r>
              <a:rPr lang="en-US" sz="2800" b="1" i="1" dirty="0">
                <a:solidFill>
                  <a:prstClr val="white"/>
                </a:solidFill>
                <a:latin typeface="Gill Sans MT"/>
              </a:rPr>
              <a:t>Best Practices</a:t>
            </a:r>
          </a:p>
        </p:txBody>
      </p:sp>
      <p:sp>
        <p:nvSpPr>
          <p:cNvPr id="3" name="Title 2">
            <a:extLst>
              <a:ext uri="{FF2B5EF4-FFF2-40B4-BE49-F238E27FC236}">
                <a16:creationId xmlns:a16="http://schemas.microsoft.com/office/drawing/2014/main" id="{E9800C86-DDD5-684C-8E26-9C40F748C932}"/>
              </a:ext>
            </a:extLst>
          </p:cNvPr>
          <p:cNvSpPr>
            <a:spLocks noGrp="1"/>
          </p:cNvSpPr>
          <p:nvPr>
            <p:ph type="title" idx="4294967295"/>
          </p:nvPr>
        </p:nvSpPr>
        <p:spPr>
          <a:xfrm>
            <a:off x="628649" y="-1657973"/>
            <a:ext cx="7886700" cy="1325563"/>
          </a:xfrm>
        </p:spPr>
        <p:txBody>
          <a:bodyPr/>
          <a:lstStyle/>
          <a:p>
            <a:r>
              <a:rPr lang="en-US" dirty="0"/>
              <a:t>Work-Based Learning Best Practices</a:t>
            </a:r>
          </a:p>
        </p:txBody>
      </p:sp>
    </p:spTree>
    <p:extLst>
      <p:ext uri="{BB962C8B-B14F-4D97-AF65-F5344CB8AC3E}">
        <p14:creationId xmlns:p14="http://schemas.microsoft.com/office/powerpoint/2010/main" val="301458164"/>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E99851-BDBB-E84A-8498-98656CB40369}"/>
              </a:ext>
            </a:extLst>
          </p:cNvPr>
          <p:cNvSpPr>
            <a:spLocks noGrp="1"/>
          </p:cNvSpPr>
          <p:nvPr>
            <p:ph type="sldNum" sz="quarter" idx="12"/>
          </p:nvPr>
        </p:nvSpPr>
        <p:spPr/>
        <p:txBody>
          <a:bodyPr/>
          <a:lstStyle/>
          <a:p>
            <a:fld id="{5C20E49D-532B-574C-9B28-3CB5D48BEFC2}" type="slidenum">
              <a:rPr lang="en-US" smtClean="0"/>
              <a:t>33</a:t>
            </a:fld>
            <a:endParaRPr lang="en-US"/>
          </a:p>
        </p:txBody>
      </p:sp>
      <p:pic>
        <p:nvPicPr>
          <p:cNvPr id="5" name="Picture 4">
            <a:extLst>
              <a:ext uri="{FF2B5EF4-FFF2-40B4-BE49-F238E27FC236}">
                <a16:creationId xmlns:a16="http://schemas.microsoft.com/office/drawing/2014/main" id="{85271048-6518-FB42-8F1A-E111B6C46F8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59329" y="-6349"/>
            <a:ext cx="9671628" cy="6649244"/>
          </a:xfrm>
          <a:prstGeom prst="rect">
            <a:avLst/>
          </a:prstGeom>
        </p:spPr>
      </p:pic>
      <p:sp>
        <p:nvSpPr>
          <p:cNvPr id="6" name="Rectangle 5">
            <a:extLst>
              <a:ext uri="{FF2B5EF4-FFF2-40B4-BE49-F238E27FC236}">
                <a16:creationId xmlns:a16="http://schemas.microsoft.com/office/drawing/2014/main" id="{9C98F99C-94C8-304A-8B71-4CC72FFFC456}"/>
              </a:ext>
            </a:extLst>
          </p:cNvPr>
          <p:cNvSpPr/>
          <p:nvPr/>
        </p:nvSpPr>
        <p:spPr>
          <a:xfrm>
            <a:off x="1664137" y="812544"/>
            <a:ext cx="6100820" cy="2708434"/>
          </a:xfrm>
          <a:prstGeom prst="rect">
            <a:avLst/>
          </a:prstGeom>
        </p:spPr>
        <p:txBody>
          <a:bodyPr wrap="square">
            <a:spAutoFit/>
          </a:bodyPr>
          <a:lstStyle/>
          <a:p>
            <a:pPr marL="342900" indent="-342900" defTabSz="342900" eaLnBrk="1" fontAlgn="auto" hangingPunct="1">
              <a:spcBef>
                <a:spcPts val="900"/>
              </a:spcBef>
              <a:spcAft>
                <a:spcPts val="0"/>
              </a:spcAft>
              <a:buFont typeface="+mj-lt"/>
              <a:buAutoNum type="arabicPeriod" startAt="6"/>
            </a:pPr>
            <a:r>
              <a:rPr lang="en-US" sz="2000" dirty="0">
                <a:solidFill>
                  <a:prstClr val="white"/>
                </a:solidFill>
                <a:latin typeface="Chalkboard" panose="03050602040202020205" pitchFamily="66" charset="77"/>
                <a:ea typeface="+mn-ea"/>
              </a:rPr>
              <a:t>Periodic assessment and feedback built in.</a:t>
            </a:r>
          </a:p>
          <a:p>
            <a:pPr marL="342900" indent="-342900" defTabSz="342900" eaLnBrk="1" fontAlgn="auto" hangingPunct="1">
              <a:spcBef>
                <a:spcPts val="900"/>
              </a:spcBef>
              <a:spcAft>
                <a:spcPts val="0"/>
              </a:spcAft>
              <a:buFont typeface="+mj-lt"/>
              <a:buAutoNum type="arabicPeriod" startAt="6"/>
            </a:pPr>
            <a:r>
              <a:rPr lang="en-US" sz="2000" dirty="0">
                <a:solidFill>
                  <a:prstClr val="white"/>
                </a:solidFill>
                <a:latin typeface="Chalkboard" panose="03050602040202020205" pitchFamily="66" charset="77"/>
                <a:ea typeface="+mn-ea"/>
              </a:rPr>
              <a:t>Results and progress are well documented.</a:t>
            </a:r>
          </a:p>
          <a:p>
            <a:pPr marL="342900" indent="-342900" defTabSz="342900" eaLnBrk="1" fontAlgn="auto" hangingPunct="1">
              <a:spcBef>
                <a:spcPts val="900"/>
              </a:spcBef>
              <a:spcAft>
                <a:spcPts val="0"/>
              </a:spcAft>
              <a:buFont typeface="+mj-lt"/>
              <a:buAutoNum type="arabicPeriod" startAt="6"/>
            </a:pPr>
            <a:r>
              <a:rPr lang="en-US" sz="2000" dirty="0">
                <a:solidFill>
                  <a:prstClr val="white"/>
                </a:solidFill>
                <a:latin typeface="Chalkboard" panose="03050602040202020205" pitchFamily="66" charset="77"/>
                <a:ea typeface="+mn-ea"/>
              </a:rPr>
              <a:t>Individuals are fully involved in choosing and structuring their experiences and have opportunity for reflection.</a:t>
            </a:r>
          </a:p>
          <a:p>
            <a:pPr marL="342900" indent="-342900" defTabSz="342900" eaLnBrk="1" fontAlgn="auto" hangingPunct="1">
              <a:spcBef>
                <a:spcPts val="900"/>
              </a:spcBef>
              <a:spcAft>
                <a:spcPts val="0"/>
              </a:spcAft>
              <a:buFont typeface="+mj-lt"/>
              <a:buAutoNum type="arabicPeriod" startAt="6"/>
            </a:pPr>
            <a:r>
              <a:rPr lang="en-US" sz="2000" dirty="0">
                <a:solidFill>
                  <a:prstClr val="white"/>
                </a:solidFill>
                <a:latin typeface="Chalkboard" panose="03050602040202020205" pitchFamily="66" charset="77"/>
                <a:ea typeface="+mn-ea"/>
              </a:rPr>
              <a:t>Outcomes are clear and measurable.</a:t>
            </a:r>
          </a:p>
          <a:p>
            <a:pPr marL="342900" indent="-342900" defTabSz="342900" eaLnBrk="1" fontAlgn="auto" hangingPunct="1">
              <a:spcBef>
                <a:spcPts val="900"/>
              </a:spcBef>
              <a:spcAft>
                <a:spcPts val="0"/>
              </a:spcAft>
              <a:buFont typeface="+mj-lt"/>
              <a:buAutoNum type="arabicPeriod" startAt="6"/>
            </a:pPr>
            <a:r>
              <a:rPr lang="en-US" sz="2000" dirty="0">
                <a:solidFill>
                  <a:prstClr val="white"/>
                </a:solidFill>
                <a:latin typeface="Chalkboard" panose="03050602040202020205" pitchFamily="66" charset="77"/>
                <a:ea typeface="+mn-ea"/>
              </a:rPr>
              <a:t>Strong supports for student and business.</a:t>
            </a:r>
          </a:p>
        </p:txBody>
      </p:sp>
      <p:sp>
        <p:nvSpPr>
          <p:cNvPr id="4" name="TextBox 3">
            <a:extLst>
              <a:ext uri="{FF2B5EF4-FFF2-40B4-BE49-F238E27FC236}">
                <a16:creationId xmlns:a16="http://schemas.microsoft.com/office/drawing/2014/main" id="{401F8C2C-E811-6D41-880A-F5C8417DFBA3}"/>
              </a:ext>
            </a:extLst>
          </p:cNvPr>
          <p:cNvSpPr txBox="1"/>
          <p:nvPr/>
        </p:nvSpPr>
        <p:spPr>
          <a:xfrm>
            <a:off x="2378662" y="5676088"/>
            <a:ext cx="4595647" cy="954107"/>
          </a:xfrm>
          <a:prstGeom prst="rect">
            <a:avLst/>
          </a:prstGeom>
          <a:effectLst>
            <a:glow rad="139700">
              <a:schemeClr val="accent1">
                <a:satMod val="175000"/>
                <a:alpha val="40000"/>
              </a:schemeClr>
            </a:glow>
            <a:outerShdw blurRad="63500" dist="25400" dir="5400000" rotWithShape="0">
              <a:srgbClr val="000000">
                <a:alpha val="43137"/>
              </a:srgbClr>
            </a:outerShdw>
          </a:effectLst>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defTabSz="342900" eaLnBrk="1" fontAlgn="auto" hangingPunct="1">
              <a:spcBef>
                <a:spcPts val="0"/>
              </a:spcBef>
              <a:spcAft>
                <a:spcPts val="0"/>
              </a:spcAft>
            </a:pPr>
            <a:r>
              <a:rPr lang="en-US" sz="2800" b="1" i="1" dirty="0">
                <a:solidFill>
                  <a:prstClr val="white"/>
                </a:solidFill>
                <a:latin typeface="Gill Sans MT"/>
              </a:rPr>
              <a:t>Work-Based Learning</a:t>
            </a:r>
            <a:br>
              <a:rPr lang="en-US" sz="2800" b="1" i="1" dirty="0">
                <a:solidFill>
                  <a:prstClr val="white"/>
                </a:solidFill>
                <a:latin typeface="Gill Sans MT"/>
              </a:rPr>
            </a:br>
            <a:r>
              <a:rPr lang="en-US" sz="2800" b="1" i="1" dirty="0">
                <a:solidFill>
                  <a:prstClr val="white"/>
                </a:solidFill>
                <a:latin typeface="Gill Sans MT"/>
              </a:rPr>
              <a:t>Best Practices</a:t>
            </a:r>
          </a:p>
        </p:txBody>
      </p:sp>
      <p:sp>
        <p:nvSpPr>
          <p:cNvPr id="3" name="Title 2">
            <a:extLst>
              <a:ext uri="{FF2B5EF4-FFF2-40B4-BE49-F238E27FC236}">
                <a16:creationId xmlns:a16="http://schemas.microsoft.com/office/drawing/2014/main" id="{1E610D62-DE9D-5C40-9B18-A7AF9983CD2F}"/>
              </a:ext>
            </a:extLst>
          </p:cNvPr>
          <p:cNvSpPr>
            <a:spLocks noGrp="1"/>
          </p:cNvSpPr>
          <p:nvPr>
            <p:ph type="title" idx="4294967295"/>
          </p:nvPr>
        </p:nvSpPr>
        <p:spPr>
          <a:xfrm>
            <a:off x="628650" y="-1672044"/>
            <a:ext cx="7886700" cy="1325563"/>
          </a:xfrm>
        </p:spPr>
        <p:txBody>
          <a:bodyPr/>
          <a:lstStyle/>
          <a:p>
            <a:r>
              <a:rPr lang="en-US" dirty="0"/>
              <a:t>Work-Based Learning Best Practices</a:t>
            </a:r>
          </a:p>
        </p:txBody>
      </p:sp>
    </p:spTree>
    <p:extLst>
      <p:ext uri="{BB962C8B-B14F-4D97-AF65-F5344CB8AC3E}">
        <p14:creationId xmlns:p14="http://schemas.microsoft.com/office/powerpoint/2010/main" val="573675596"/>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078543F-00B3-B144-B7A1-C6334EC69890}"/>
              </a:ext>
            </a:extLst>
          </p:cNvPr>
          <p:cNvSpPr>
            <a:spLocks noGrp="1"/>
          </p:cNvSpPr>
          <p:nvPr>
            <p:ph type="sldNum" sz="quarter" idx="12"/>
          </p:nvPr>
        </p:nvSpPr>
        <p:spPr>
          <a:xfrm>
            <a:off x="6457950" y="6356350"/>
            <a:ext cx="2057400" cy="365125"/>
          </a:xfrm>
        </p:spPr>
        <p:txBody>
          <a:bodyPr>
            <a:normAutofit/>
          </a:bodyPr>
          <a:lstStyle/>
          <a:p>
            <a:pPr>
              <a:spcAft>
                <a:spcPts val="600"/>
              </a:spcAft>
            </a:pPr>
            <a:fld id="{5C20E49D-532B-574C-9B28-3CB5D48BEFC2}" type="slidenum">
              <a:rPr lang="en-US" smtClean="0"/>
              <a:pPr>
                <a:spcAft>
                  <a:spcPts val="600"/>
                </a:spcAft>
              </a:pPr>
              <a:t>34</a:t>
            </a:fld>
            <a:endParaRPr lang="en-US"/>
          </a:p>
        </p:txBody>
      </p:sp>
      <p:sp useBgFill="1">
        <p:nvSpPr>
          <p:cNvPr id="11" name="Rectangle 1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C70BCCA-6819-604E-B8EF-74C642E72662}"/>
              </a:ext>
            </a:extLst>
          </p:cNvPr>
          <p:cNvSpPr>
            <a:spLocks noGrp="1"/>
          </p:cNvSpPr>
          <p:nvPr>
            <p:ph idx="1"/>
          </p:nvPr>
        </p:nvSpPr>
        <p:spPr>
          <a:xfrm>
            <a:off x="4572000" y="2830273"/>
            <a:ext cx="4094129" cy="4192520"/>
          </a:xfrm>
        </p:spPr>
        <p:txBody>
          <a:bodyPr>
            <a:normAutofit/>
          </a:bodyPr>
          <a:lstStyle/>
          <a:p>
            <a:r>
              <a:rPr lang="en-US" sz="2600" dirty="0"/>
              <a:t>May include in-school or after school opportunities, or experience outside the traditional school setting (including internships), provided in an </a:t>
            </a:r>
            <a:r>
              <a:rPr lang="en-US" sz="2600" b="1" i="1" dirty="0"/>
              <a:t>integrated environment in the community to the maximum extent possible</a:t>
            </a:r>
          </a:p>
        </p:txBody>
      </p:sp>
      <p:sp>
        <p:nvSpPr>
          <p:cNvPr id="4" name="Pentagon 3">
            <a:extLst>
              <a:ext uri="{FF2B5EF4-FFF2-40B4-BE49-F238E27FC236}">
                <a16:creationId xmlns:a16="http://schemas.microsoft.com/office/drawing/2014/main" id="{9AAEFBF0-656E-D349-B3C6-66154F7F31CD}"/>
              </a:ext>
            </a:extLst>
          </p:cNvPr>
          <p:cNvSpPr/>
          <p:nvPr/>
        </p:nvSpPr>
        <p:spPr>
          <a:xfrm>
            <a:off x="1951267" y="3084630"/>
            <a:ext cx="2430975" cy="1415143"/>
          </a:xfrm>
          <a:prstGeom prst="homePlate">
            <a:avLst/>
          </a:prstGeom>
          <a:scene3d>
            <a:camera prst="orthographicFront"/>
            <a:lightRig rig="threePt" dir="t"/>
          </a:scene3d>
          <a:sp3d>
            <a:bevelT prst="angle"/>
          </a:sp3d>
        </p:spPr>
        <p:style>
          <a:lnRef idx="3">
            <a:schemeClr val="lt1"/>
          </a:lnRef>
          <a:fillRef idx="1">
            <a:schemeClr val="accent4"/>
          </a:fillRef>
          <a:effectRef idx="1">
            <a:schemeClr val="accent4"/>
          </a:effectRef>
          <a:fontRef idx="minor">
            <a:schemeClr val="lt1"/>
          </a:fontRef>
        </p:style>
        <p:txBody>
          <a:bodyPr rtlCol="0" anchor="ctr"/>
          <a:lstStyle/>
          <a:p>
            <a:pPr defTabSz="342900" eaLnBrk="1" fontAlgn="auto" hangingPunct="1">
              <a:spcBef>
                <a:spcPts val="0"/>
              </a:spcBef>
              <a:spcAft>
                <a:spcPts val="600"/>
              </a:spcAft>
            </a:pPr>
            <a:r>
              <a:rPr lang="en-US" b="1" cap="small" dirty="0">
                <a:solidFill>
                  <a:schemeClr val="tx1"/>
                </a:solidFill>
                <a:latin typeface="Gill Sans MT"/>
              </a:rPr>
              <a:t>Pre-ETS </a:t>
            </a:r>
            <a:br>
              <a:rPr lang="en-US" b="1" cap="small" dirty="0">
                <a:solidFill>
                  <a:schemeClr val="tx1"/>
                </a:solidFill>
                <a:latin typeface="Gill Sans MT"/>
              </a:rPr>
            </a:br>
            <a:r>
              <a:rPr lang="en-US" cap="small" dirty="0">
                <a:solidFill>
                  <a:schemeClr val="tx1"/>
                </a:solidFill>
                <a:latin typeface="Gill Sans MT"/>
              </a:rPr>
              <a:t>Work-Based Learning</a:t>
            </a:r>
          </a:p>
        </p:txBody>
      </p:sp>
      <p:sp>
        <p:nvSpPr>
          <p:cNvPr id="15" name="Freeform: Shape 1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Workforce Innovation and Opportunity Act">
            <a:extLst>
              <a:ext uri="{FF2B5EF4-FFF2-40B4-BE49-F238E27FC236}">
                <a16:creationId xmlns:a16="http://schemas.microsoft.com/office/drawing/2014/main" id="{E6FCF6F9-55E1-884B-9C9F-21F51B8F74C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23015" y="164793"/>
            <a:ext cx="3583036" cy="270364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TextBox 1">
            <a:extLst>
              <a:ext uri="{FF2B5EF4-FFF2-40B4-BE49-F238E27FC236}">
                <a16:creationId xmlns:a16="http://schemas.microsoft.com/office/drawing/2014/main" id="{18F231BC-C5D7-6E42-B06E-37B5BEB8CA39}"/>
              </a:ext>
            </a:extLst>
          </p:cNvPr>
          <p:cNvSpPr txBox="1"/>
          <p:nvPr/>
        </p:nvSpPr>
        <p:spPr>
          <a:xfrm>
            <a:off x="294164" y="300761"/>
            <a:ext cx="1657103" cy="507831"/>
          </a:xfrm>
          <a:prstGeom prst="rect">
            <a:avLst/>
          </a:prstGeom>
          <a:scene3d>
            <a:camera prst="isometricOffAxis1Right"/>
            <a:lightRig rig="threePt" dir="t"/>
          </a:scene3d>
        </p:spPr>
        <p:style>
          <a:lnRef idx="3">
            <a:schemeClr val="lt1"/>
          </a:lnRef>
          <a:fillRef idx="1">
            <a:schemeClr val="accent5"/>
          </a:fillRef>
          <a:effectRef idx="1">
            <a:schemeClr val="accent5"/>
          </a:effectRef>
          <a:fontRef idx="minor">
            <a:schemeClr val="lt1"/>
          </a:fontRef>
        </p:style>
        <p:txBody>
          <a:bodyPr wrap="square" rtlCol="0">
            <a:spAutoFit/>
          </a:bodyPr>
          <a:lstStyle/>
          <a:p>
            <a:pPr algn="ctr" defTabSz="342900" eaLnBrk="1" fontAlgn="auto" hangingPunct="1">
              <a:spcBef>
                <a:spcPts val="0"/>
              </a:spcBef>
              <a:spcAft>
                <a:spcPts val="600"/>
              </a:spcAft>
            </a:pPr>
            <a:r>
              <a:rPr lang="en-US" sz="2700" dirty="0">
                <a:solidFill>
                  <a:prstClr val="white"/>
                </a:solidFill>
                <a:latin typeface="Gill Sans MT"/>
              </a:rPr>
              <a:t>WIOA</a:t>
            </a:r>
            <a:endParaRPr lang="en-US" sz="2700">
              <a:solidFill>
                <a:prstClr val="white"/>
              </a:solidFill>
              <a:latin typeface="Gill Sans MT"/>
            </a:endParaRPr>
          </a:p>
        </p:txBody>
      </p:sp>
      <p:sp>
        <p:nvSpPr>
          <p:cNvPr id="7" name="Title 6">
            <a:extLst>
              <a:ext uri="{FF2B5EF4-FFF2-40B4-BE49-F238E27FC236}">
                <a16:creationId xmlns:a16="http://schemas.microsoft.com/office/drawing/2014/main" id="{386FF9AD-208A-6F48-B66F-4525B34CCAD5}"/>
              </a:ext>
            </a:extLst>
          </p:cNvPr>
          <p:cNvSpPr>
            <a:spLocks noGrp="1"/>
          </p:cNvSpPr>
          <p:nvPr>
            <p:ph type="title"/>
          </p:nvPr>
        </p:nvSpPr>
        <p:spPr>
          <a:xfrm>
            <a:off x="779429" y="-2740700"/>
            <a:ext cx="7886700" cy="1325563"/>
          </a:xfrm>
        </p:spPr>
        <p:txBody>
          <a:bodyPr/>
          <a:lstStyle/>
          <a:p>
            <a:r>
              <a:rPr lang="en-US" dirty="0"/>
              <a:t>Pre-ETS Work-Based Learning</a:t>
            </a:r>
          </a:p>
        </p:txBody>
      </p:sp>
    </p:spTree>
    <p:extLst>
      <p:ext uri="{BB962C8B-B14F-4D97-AF65-F5344CB8AC3E}">
        <p14:creationId xmlns:p14="http://schemas.microsoft.com/office/powerpoint/2010/main" val="1049889788"/>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reeform: Shape 10">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48992" y="1"/>
            <a:ext cx="866357"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6138" y="3423959"/>
            <a:ext cx="405617"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2306019-1CD4-1F49-9B84-87C95CCFEC1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88709" y="1176557"/>
            <a:ext cx="1689146" cy="386090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5" name="Freeform: Shape 14">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62201" y="1"/>
            <a:ext cx="1550211"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17" name="Straight Connector 16">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04058"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5592435" y="5166682"/>
            <a:ext cx="1376793"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7145" y="6033795"/>
            <a:ext cx="1493298"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8772" y="5519196"/>
            <a:ext cx="1005228"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740D9A6F-1B91-9C4F-A53A-2AC072E1BB05}"/>
              </a:ext>
            </a:extLst>
          </p:cNvPr>
          <p:cNvSpPr>
            <a:spLocks noGrp="1"/>
          </p:cNvSpPr>
          <p:nvPr>
            <p:ph idx="1"/>
          </p:nvPr>
        </p:nvSpPr>
        <p:spPr>
          <a:xfrm>
            <a:off x="66976" y="1269205"/>
            <a:ext cx="5016123" cy="5588794"/>
          </a:xfrm>
        </p:spPr>
        <p:txBody>
          <a:bodyPr vert="horz" lIns="91440" tIns="45720" rIns="91440" bIns="45720" rtlCol="0">
            <a:noAutofit/>
          </a:bodyPr>
          <a:lstStyle/>
          <a:p>
            <a:pPr lvl="0"/>
            <a:r>
              <a:rPr lang="en-US" sz="2000" dirty="0"/>
              <a:t>Student likes and dislikes about experience</a:t>
            </a:r>
          </a:p>
          <a:p>
            <a:pPr lvl="1"/>
            <a:r>
              <a:rPr lang="en-US" sz="2000" i="1" dirty="0"/>
              <a:t>Tasks, environment, co-workers, etc.</a:t>
            </a:r>
          </a:p>
          <a:p>
            <a:pPr lvl="0">
              <a:spcBef>
                <a:spcPts val="1600"/>
              </a:spcBef>
            </a:pPr>
            <a:r>
              <a:rPr lang="en-US" sz="2000" dirty="0"/>
              <a:t>Successes &amp; challenges</a:t>
            </a:r>
          </a:p>
          <a:p>
            <a:pPr lvl="0">
              <a:spcBef>
                <a:spcPts val="1600"/>
              </a:spcBef>
            </a:pPr>
            <a:r>
              <a:rPr lang="en-US" sz="2000" dirty="0"/>
              <a:t>Areas to work on improving &amp; build skills in</a:t>
            </a:r>
          </a:p>
          <a:p>
            <a:pPr lvl="0">
              <a:spcBef>
                <a:spcPts val="1600"/>
              </a:spcBef>
            </a:pPr>
            <a:r>
              <a:rPr lang="en-US" sz="2000" dirty="0"/>
              <a:t>Supports and assistance needed</a:t>
            </a:r>
          </a:p>
          <a:p>
            <a:pPr lvl="0">
              <a:spcBef>
                <a:spcPts val="1600"/>
              </a:spcBef>
            </a:pPr>
            <a:r>
              <a:rPr lang="en-US" sz="2000" dirty="0"/>
              <a:t>Possible accommodations &amp; assistive technology</a:t>
            </a:r>
          </a:p>
          <a:p>
            <a:pPr lvl="0">
              <a:spcBef>
                <a:spcPts val="1600"/>
              </a:spcBef>
            </a:pPr>
            <a:r>
              <a:rPr lang="en-US" sz="2000" dirty="0"/>
              <a:t>Handling disclosure of disability</a:t>
            </a:r>
          </a:p>
          <a:p>
            <a:pPr>
              <a:spcBef>
                <a:spcPts val="1600"/>
              </a:spcBef>
            </a:pPr>
            <a:r>
              <a:rPr lang="en-US" sz="2000" dirty="0"/>
              <a:t>How lessons learned can be applied in choosing future experiences, and building blocks for employment preferences</a:t>
            </a:r>
          </a:p>
          <a:p>
            <a:pPr>
              <a:spcBef>
                <a:spcPts val="1600"/>
              </a:spcBef>
            </a:pPr>
            <a:r>
              <a:rPr lang="en-US" sz="2000" dirty="0"/>
              <a:t>Others</a:t>
            </a:r>
          </a:p>
        </p:txBody>
      </p:sp>
      <p:sp>
        <p:nvSpPr>
          <p:cNvPr id="2" name="Title 1">
            <a:extLst>
              <a:ext uri="{FF2B5EF4-FFF2-40B4-BE49-F238E27FC236}">
                <a16:creationId xmlns:a16="http://schemas.microsoft.com/office/drawing/2014/main" id="{0A402929-F0B5-4F48-9A99-1D1E39C4E448}"/>
              </a:ext>
            </a:extLst>
          </p:cNvPr>
          <p:cNvSpPr>
            <a:spLocks noGrp="1"/>
          </p:cNvSpPr>
          <p:nvPr>
            <p:ph type="title"/>
          </p:nvPr>
        </p:nvSpPr>
        <p:spPr>
          <a:xfrm>
            <a:off x="454364" y="241480"/>
            <a:ext cx="4089547" cy="767096"/>
          </a:xfrm>
          <a:scene3d>
            <a:camera prst="orthographicFront"/>
            <a:lightRig rig="threePt" dir="t"/>
          </a:scene3d>
          <a:sp3d>
            <a:bevelT prst="angle"/>
          </a:sp3d>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a:bodyPr>
          <a:lstStyle/>
          <a:p>
            <a:pPr algn="ctr"/>
            <a:r>
              <a:rPr lang="en-US" sz="3600" kern="1200" dirty="0">
                <a:solidFill>
                  <a:schemeClr val="bg1"/>
                </a:solidFill>
                <a:latin typeface="+mj-lt"/>
                <a:ea typeface="+mj-ea"/>
                <a:cs typeface="+mj-cs"/>
              </a:rPr>
              <a:t>Areas for Reflection</a:t>
            </a:r>
          </a:p>
        </p:txBody>
      </p:sp>
    </p:spTree>
    <p:extLst>
      <p:ext uri="{BB962C8B-B14F-4D97-AF65-F5344CB8AC3E}">
        <p14:creationId xmlns:p14="http://schemas.microsoft.com/office/powerpoint/2010/main" val="651156141"/>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DF8AE6E-38CD-4B2A-8E02-F099DD30E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2594" y="629042"/>
            <a:ext cx="912912" cy="85953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C81119E3-094F-1A4E-AA0A-3D3E468C3F4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00234" y="742789"/>
            <a:ext cx="632042" cy="632042"/>
          </a:xfrm>
          <a:prstGeom prst="rect">
            <a:avLst/>
          </a:prstGeom>
        </p:spPr>
      </p:pic>
      <p:sp>
        <p:nvSpPr>
          <p:cNvPr id="28" name="Right Triangle 27">
            <a:extLst>
              <a:ext uri="{FF2B5EF4-FFF2-40B4-BE49-F238E27FC236}">
                <a16:creationId xmlns:a16="http://schemas.microsoft.com/office/drawing/2014/main" id="{23293907-0F26-4752-BCD0-3AC2C5026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3798" y="635538"/>
            <a:ext cx="510306" cy="849747"/>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1E32D174-F8A9-4FF0-8888-1B4F5E184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8052" y="621519"/>
            <a:ext cx="3024378" cy="220370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769201C5-687E-46FB-BA72-23BA40BFE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830" y="2848090"/>
            <a:ext cx="1754306" cy="34160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339141A8-FDFD-4ABE-A499-72C9669F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64157" y="1286480"/>
            <a:ext cx="1371600" cy="1767583"/>
          </a:xfrm>
          <a:custGeom>
            <a:avLst/>
            <a:gdLst>
              <a:gd name="connsiteX0" fmla="*/ 0 w 1371600"/>
              <a:gd name="connsiteY0" fmla="*/ 0 h 2356777"/>
              <a:gd name="connsiteX1" fmla="*/ 0 w 1371600"/>
              <a:gd name="connsiteY1" fmla="*/ 1216152 h 2356777"/>
              <a:gd name="connsiteX2" fmla="*/ 4495 w 1371600"/>
              <a:gd name="connsiteY2" fmla="*/ 1216152 h 2356777"/>
              <a:gd name="connsiteX3" fmla="*/ 4495 w 1371600"/>
              <a:gd name="connsiteY3" fmla="*/ 2356777 h 2356777"/>
              <a:gd name="connsiteX4" fmla="*/ 1367105 w 1371600"/>
              <a:gd name="connsiteY4" fmla="*/ 2356777 h 2356777"/>
              <a:gd name="connsiteX5" fmla="*/ 1367105 w 1371600"/>
              <a:gd name="connsiteY5" fmla="*/ 1216152 h 2356777"/>
              <a:gd name="connsiteX6" fmla="*/ 1371600 w 1371600"/>
              <a:gd name="connsiteY6" fmla="*/ 1216152 h 2356777"/>
              <a:gd name="connsiteX7" fmla="*/ 1367105 w 1371600"/>
              <a:gd name="connsiteY7" fmla="*/ 1212166 h 2356777"/>
              <a:gd name="connsiteX8" fmla="*/ 1367105 w 1371600"/>
              <a:gd name="connsiteY8" fmla="*/ 1210176 h 2356777"/>
              <a:gd name="connsiteX9" fmla="*/ 1364860 w 1371600"/>
              <a:gd name="connsiteY9" fmla="*/ 1210176 h 235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1600" h="2356777">
                <a:moveTo>
                  <a:pt x="0" y="0"/>
                </a:moveTo>
                <a:lnTo>
                  <a:pt x="0" y="1216152"/>
                </a:lnTo>
                <a:lnTo>
                  <a:pt x="4495" y="1216152"/>
                </a:lnTo>
                <a:lnTo>
                  <a:pt x="4495" y="2356777"/>
                </a:lnTo>
                <a:lnTo>
                  <a:pt x="1367105" y="2356777"/>
                </a:lnTo>
                <a:lnTo>
                  <a:pt x="1367105" y="1216152"/>
                </a:lnTo>
                <a:lnTo>
                  <a:pt x="1371600" y="1216152"/>
                </a:lnTo>
                <a:lnTo>
                  <a:pt x="1367105" y="1212166"/>
                </a:lnTo>
                <a:lnTo>
                  <a:pt x="1367105" y="1210176"/>
                </a:lnTo>
                <a:lnTo>
                  <a:pt x="1364860" y="1210176"/>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8A439E11-755A-4258-859D-56A6B6AFC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33779" y="1485831"/>
            <a:ext cx="1493203" cy="1371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3E7A008E-0633-2A41-9A9A-4B765B826D7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92623" y="1589964"/>
            <a:ext cx="1162460" cy="1162460"/>
          </a:xfrm>
          <a:prstGeom prst="rect">
            <a:avLst/>
          </a:prstGeom>
        </p:spPr>
      </p:pic>
      <p:sp>
        <p:nvSpPr>
          <p:cNvPr id="38" name="Right Triangle 37">
            <a:extLst>
              <a:ext uri="{FF2B5EF4-FFF2-40B4-BE49-F238E27FC236}">
                <a16:creationId xmlns:a16="http://schemas.microsoft.com/office/drawing/2014/main" id="{E916EF49-F958-4F28-A999-F8FA8D09A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405121" y="2437565"/>
            <a:ext cx="244200" cy="40663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Graphic 4">
            <a:extLst>
              <a:ext uri="{FF2B5EF4-FFF2-40B4-BE49-F238E27FC236}">
                <a16:creationId xmlns:a16="http://schemas.microsoft.com/office/drawing/2014/main" id="{88C8B571-1778-C547-818A-899BEC122B9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89535" y="3783625"/>
            <a:ext cx="1524162" cy="1524162"/>
          </a:xfrm>
          <a:prstGeom prst="rect">
            <a:avLst/>
          </a:prstGeom>
        </p:spPr>
      </p:pic>
      <p:sp>
        <p:nvSpPr>
          <p:cNvPr id="40" name="Right Triangle 39">
            <a:extLst>
              <a:ext uri="{FF2B5EF4-FFF2-40B4-BE49-F238E27FC236}">
                <a16:creationId xmlns:a16="http://schemas.microsoft.com/office/drawing/2014/main" id="{A7665D74-DFEA-412C-928C-F090E6708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2799" y="3379588"/>
            <a:ext cx="1881096" cy="819195"/>
          </a:xfrm>
          <a:prstGeom prst="r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3E84BD56-679D-4E0C-9C9B-D694ABF07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4425" y="2843319"/>
            <a:ext cx="2606040" cy="18836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Triangle 43">
            <a:extLst>
              <a:ext uri="{FF2B5EF4-FFF2-40B4-BE49-F238E27FC236}">
                <a16:creationId xmlns:a16="http://schemas.microsoft.com/office/drawing/2014/main" id="{2335FEDF-EF88-4E68-9CF7-5A72EF32A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20326" y="1488222"/>
            <a:ext cx="819195" cy="1364098"/>
          </a:xfrm>
          <a:prstGeom prst="r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1" name="Graphic 20">
            <a:extLst>
              <a:ext uri="{FF2B5EF4-FFF2-40B4-BE49-F238E27FC236}">
                <a16:creationId xmlns:a16="http://schemas.microsoft.com/office/drawing/2014/main" id="{D734A537-135F-4043-85EE-D44D4152C137}"/>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222432" y="798247"/>
            <a:ext cx="1876714" cy="1876714"/>
          </a:xfrm>
          <a:prstGeom prst="rect">
            <a:avLst/>
          </a:prstGeom>
        </p:spPr>
      </p:pic>
      <p:pic>
        <p:nvPicPr>
          <p:cNvPr id="17" name="Graphic 16">
            <a:extLst>
              <a:ext uri="{FF2B5EF4-FFF2-40B4-BE49-F238E27FC236}">
                <a16:creationId xmlns:a16="http://schemas.microsoft.com/office/drawing/2014/main" id="{56774977-B7D1-7144-9122-C3C6BF0ED9D9}"/>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551778" y="2979485"/>
            <a:ext cx="1611332" cy="1611332"/>
          </a:xfrm>
          <a:prstGeom prst="rect">
            <a:avLst/>
          </a:prstGeom>
        </p:spPr>
      </p:pic>
      <p:sp>
        <p:nvSpPr>
          <p:cNvPr id="46" name="Right Triangle 45">
            <a:extLst>
              <a:ext uri="{FF2B5EF4-FFF2-40B4-BE49-F238E27FC236}">
                <a16:creationId xmlns:a16="http://schemas.microsoft.com/office/drawing/2014/main" id="{837A7BE2-DF08-4ECE-A520-13927DBF4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900281" y="5087080"/>
            <a:ext cx="1495517" cy="837806"/>
          </a:xfrm>
          <a:prstGeom prst="rtTriangl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2348DC2E-43B5-9743-98EB-3C76ED3A4D1D}"/>
              </a:ext>
            </a:extLst>
          </p:cNvPr>
          <p:cNvSpPr>
            <a:spLocks noGrp="1"/>
          </p:cNvSpPr>
          <p:nvPr>
            <p:ph idx="1"/>
          </p:nvPr>
        </p:nvSpPr>
        <p:spPr>
          <a:xfrm>
            <a:off x="5802572" y="3429000"/>
            <a:ext cx="3239828" cy="3061485"/>
          </a:xfrm>
        </p:spPr>
        <p:txBody>
          <a:bodyPr vert="horz" lIns="91440" tIns="45720" rIns="91440" bIns="45720" rtlCol="0" anchor="ctr">
            <a:noAutofit/>
          </a:bodyPr>
          <a:lstStyle/>
          <a:p>
            <a:r>
              <a:rPr lang="en-US" sz="2000" dirty="0"/>
              <a:t>1:1 with VR or school staff</a:t>
            </a:r>
          </a:p>
          <a:p>
            <a:r>
              <a:rPr lang="en-US" sz="2000" dirty="0"/>
              <a:t>Group and Peer-to-peer</a:t>
            </a:r>
          </a:p>
          <a:p>
            <a:r>
              <a:rPr lang="en-US" sz="2000" dirty="0"/>
              <a:t>Writing &amp; journaling</a:t>
            </a:r>
          </a:p>
          <a:p>
            <a:r>
              <a:rPr lang="en-US" sz="2000" dirty="0"/>
              <a:t>Use of pictures and video</a:t>
            </a:r>
          </a:p>
        </p:txBody>
      </p:sp>
      <p:sp>
        <p:nvSpPr>
          <p:cNvPr id="2" name="Title 1">
            <a:extLst>
              <a:ext uri="{FF2B5EF4-FFF2-40B4-BE49-F238E27FC236}">
                <a16:creationId xmlns:a16="http://schemas.microsoft.com/office/drawing/2014/main" id="{92E55B8F-E249-F140-9AD5-2E2673BFE1AC}"/>
              </a:ext>
            </a:extLst>
          </p:cNvPr>
          <p:cNvSpPr>
            <a:spLocks noGrp="1"/>
          </p:cNvSpPr>
          <p:nvPr>
            <p:ph type="title"/>
          </p:nvPr>
        </p:nvSpPr>
        <p:spPr>
          <a:xfrm>
            <a:off x="3009332" y="4928180"/>
            <a:ext cx="2640841" cy="1286354"/>
          </a:xfrm>
        </p:spPr>
        <p:txBody>
          <a:bodyPr vert="horz" lIns="91440" tIns="45720" rIns="91440" bIns="45720" rtlCol="0" anchor="ctr">
            <a:normAutofit/>
          </a:bodyPr>
          <a:lstStyle/>
          <a:p>
            <a:pPr algn="r"/>
            <a:r>
              <a:rPr lang="en-US" sz="3300" kern="1200" cap="small" dirty="0">
                <a:solidFill>
                  <a:srgbClr val="FFFF00"/>
                </a:solidFill>
                <a:latin typeface="+mj-lt"/>
                <a:ea typeface="+mj-ea"/>
                <a:cs typeface="+mj-cs"/>
              </a:rPr>
              <a:t>Options for Reflection</a:t>
            </a:r>
          </a:p>
        </p:txBody>
      </p:sp>
    </p:spTree>
    <p:extLst>
      <p:ext uri="{BB962C8B-B14F-4D97-AF65-F5344CB8AC3E}">
        <p14:creationId xmlns:p14="http://schemas.microsoft.com/office/powerpoint/2010/main" val="4044396649"/>
      </p:ext>
    </p:extLst>
  </p:cSld>
  <p:clrMapOvr>
    <a:overrideClrMapping bg1="dk1" tx1="lt1" bg2="dk2" tx2="lt2" accent1="accent1" accent2="accent2" accent3="accent3" accent4="accent4" accent5="accent5" accent6="accent6" hlink="hlink" folHlink="folHlink"/>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 shot of Colorado Department of Education Work-Based Learning Information">
            <a:extLst>
              <a:ext uri="{FF2B5EF4-FFF2-40B4-BE49-F238E27FC236}">
                <a16:creationId xmlns:a16="http://schemas.microsoft.com/office/drawing/2014/main" id="{6D3C105E-3DAB-9C4F-A3A0-919E6BE4DAB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302027" y="1977887"/>
            <a:ext cx="5665304" cy="4422913"/>
          </a:xfrm>
          <a:prstGeom prst="rect">
            <a:avLst/>
          </a:prstGeom>
          <a:ln>
            <a:solidFill>
              <a:schemeClr val="tx1"/>
            </a:solidFill>
          </a:ln>
        </p:spPr>
      </p:pic>
      <p:sp>
        <p:nvSpPr>
          <p:cNvPr id="2" name="Title 1">
            <a:extLst>
              <a:ext uri="{FF2B5EF4-FFF2-40B4-BE49-F238E27FC236}">
                <a16:creationId xmlns:a16="http://schemas.microsoft.com/office/drawing/2014/main" id="{75556113-8EB0-364B-AA63-488C93553F4D}"/>
              </a:ext>
            </a:extLst>
          </p:cNvPr>
          <p:cNvSpPr>
            <a:spLocks noGrp="1"/>
          </p:cNvSpPr>
          <p:nvPr>
            <p:ph type="title"/>
          </p:nvPr>
        </p:nvSpPr>
        <p:spPr>
          <a:xfrm>
            <a:off x="533400" y="571500"/>
            <a:ext cx="7772400" cy="635000"/>
          </a:xfrm>
        </p:spPr>
        <p:style>
          <a:lnRef idx="1">
            <a:schemeClr val="accent1"/>
          </a:lnRef>
          <a:fillRef idx="2">
            <a:schemeClr val="accent1"/>
          </a:fillRef>
          <a:effectRef idx="1">
            <a:schemeClr val="accent1"/>
          </a:effectRef>
          <a:fontRef idx="minor">
            <a:schemeClr val="dk1"/>
          </a:fontRef>
        </p:style>
        <p:txBody>
          <a:bodyPr>
            <a:normAutofit/>
          </a:bodyPr>
          <a:lstStyle/>
          <a:p>
            <a:pPr algn="ctr"/>
            <a:r>
              <a:rPr lang="en-US" sz="2400" dirty="0">
                <a:hlinkClick r:id="rId3"/>
              </a:rPr>
              <a:t>www.cde.state.co.us/postsecondary/workbasedlearning</a:t>
            </a:r>
            <a:r>
              <a:rPr lang="en-US" sz="2400" dirty="0"/>
              <a:t> </a:t>
            </a:r>
          </a:p>
        </p:txBody>
      </p:sp>
    </p:spTree>
    <p:extLst>
      <p:ext uri="{BB962C8B-B14F-4D97-AF65-F5344CB8AC3E}">
        <p14:creationId xmlns:p14="http://schemas.microsoft.com/office/powerpoint/2010/main" val="69328149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 of publication - Massachusetts Partnerships for Transition to Employment - Work-Based Learning for Students with High Support Needs: Themes, Strategies, and Policy Recommendations: https://employmentfirstma.org/pages/transition-from-school-to-work.html#we&#10;">
            <a:extLst>
              <a:ext uri="{FF2B5EF4-FFF2-40B4-BE49-F238E27FC236}">
                <a16:creationId xmlns:a16="http://schemas.microsoft.com/office/drawing/2014/main" id="{12C73524-1FD9-704A-AC9B-33C172E1DB5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167185" y="773162"/>
            <a:ext cx="2621215" cy="3392160"/>
          </a:xfrm>
          <a:prstGeom prst="rect">
            <a:avLst/>
          </a:prstGeom>
          <a:ln>
            <a:solidFill>
              <a:schemeClr val="tx1"/>
            </a:solidFill>
          </a:ln>
        </p:spPr>
      </p:pic>
      <p:sp>
        <p:nvSpPr>
          <p:cNvPr id="6" name="Pentagon 5">
            <a:extLst>
              <a:ext uri="{FF2B5EF4-FFF2-40B4-BE49-F238E27FC236}">
                <a16:creationId xmlns:a16="http://schemas.microsoft.com/office/drawing/2014/main" id="{54508025-58D1-B844-850D-0A08BEEA8036}"/>
              </a:ext>
            </a:extLst>
          </p:cNvPr>
          <p:cNvSpPr/>
          <p:nvPr/>
        </p:nvSpPr>
        <p:spPr>
          <a:xfrm>
            <a:off x="355600" y="1130300"/>
            <a:ext cx="3390900" cy="1511300"/>
          </a:xfrm>
          <a:prstGeom prst="homePlate">
            <a:avLst/>
          </a:prstGeom>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Work-Based Learning Guide &amp; Resource Handout</a:t>
            </a:r>
          </a:p>
        </p:txBody>
      </p:sp>
      <p:sp>
        <p:nvSpPr>
          <p:cNvPr id="2" name="Title 1">
            <a:extLst>
              <a:ext uri="{FF2B5EF4-FFF2-40B4-BE49-F238E27FC236}">
                <a16:creationId xmlns:a16="http://schemas.microsoft.com/office/drawing/2014/main" id="{61A4B275-A4B1-4744-AC5C-C6CBC18D03EF}"/>
              </a:ext>
            </a:extLst>
          </p:cNvPr>
          <p:cNvSpPr>
            <a:spLocks noGrp="1"/>
          </p:cNvSpPr>
          <p:nvPr>
            <p:ph type="title"/>
          </p:nvPr>
        </p:nvSpPr>
        <p:spPr>
          <a:xfrm>
            <a:off x="685800" y="-1297826"/>
            <a:ext cx="7772400" cy="1143000"/>
          </a:xfrm>
        </p:spPr>
        <p:txBody>
          <a:bodyPr>
            <a:normAutofit/>
          </a:bodyPr>
          <a:lstStyle/>
          <a:p>
            <a:r>
              <a:rPr lang="en-US" sz="2000" dirty="0"/>
              <a:t>Work-Based Learning Guide and Resource Handout</a:t>
            </a:r>
          </a:p>
        </p:txBody>
      </p:sp>
      <p:pic>
        <p:nvPicPr>
          <p:cNvPr id="4" name="Picture 3">
            <a:extLst>
              <a:ext uri="{FF2B5EF4-FFF2-40B4-BE49-F238E27FC236}">
                <a16:creationId xmlns:a16="http://schemas.microsoft.com/office/drawing/2014/main" id="{4C859573-AF5C-DB4D-ACD7-54F3CFA3E973}"/>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15089" y="3147339"/>
            <a:ext cx="2621215" cy="3392161"/>
          </a:xfrm>
          <a:prstGeom prst="rect">
            <a:avLst/>
          </a:prstGeom>
          <a:ln>
            <a:solidFill>
              <a:schemeClr val="tx1"/>
            </a:solidFill>
          </a:ln>
        </p:spPr>
      </p:pic>
    </p:spTree>
    <p:extLst>
      <p:ext uri="{BB962C8B-B14F-4D97-AF65-F5344CB8AC3E}">
        <p14:creationId xmlns:p14="http://schemas.microsoft.com/office/powerpoint/2010/main" val="1684209218"/>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204E87-3656-2048-8B5E-CB074B0427E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593866" y="4809818"/>
            <a:ext cx="1584434" cy="1508657"/>
          </a:xfrm>
          <a:prstGeom prst="rect">
            <a:avLst/>
          </a:prstGeom>
          <a:ln>
            <a:solidFill>
              <a:schemeClr val="accent4">
                <a:shade val="50000"/>
              </a:schemeClr>
            </a:solidFill>
          </a:ln>
        </p:spPr>
      </p:pic>
      <p:sp>
        <p:nvSpPr>
          <p:cNvPr id="2" name="Slide Number Placeholder 1">
            <a:extLst>
              <a:ext uri="{FF2B5EF4-FFF2-40B4-BE49-F238E27FC236}">
                <a16:creationId xmlns:a16="http://schemas.microsoft.com/office/drawing/2014/main" id="{D755DB7C-D8B2-FE43-956A-D98A4492E331}"/>
              </a:ext>
            </a:extLst>
          </p:cNvPr>
          <p:cNvSpPr>
            <a:spLocks noGrp="1"/>
          </p:cNvSpPr>
          <p:nvPr>
            <p:ph type="sldNum" sz="quarter" idx="12"/>
          </p:nvPr>
        </p:nvSpPr>
        <p:spPr/>
        <p:txBody>
          <a:bodyPr/>
          <a:lstStyle/>
          <a:p>
            <a:fld id="{5C20E49D-532B-574C-9B28-3CB5D48BEFC2}" type="slidenum">
              <a:rPr lang="en-US" smtClean="0"/>
              <a:t>39</a:t>
            </a:fld>
            <a:endParaRPr lang="en-US"/>
          </a:p>
        </p:txBody>
      </p:sp>
      <p:sp>
        <p:nvSpPr>
          <p:cNvPr id="4" name="Rectangle 3">
            <a:extLst>
              <a:ext uri="{FF2B5EF4-FFF2-40B4-BE49-F238E27FC236}">
                <a16:creationId xmlns:a16="http://schemas.microsoft.com/office/drawing/2014/main" id="{06C873C4-20F1-D545-B0F1-C12A21710E09}"/>
              </a:ext>
            </a:extLst>
          </p:cNvPr>
          <p:cNvSpPr/>
          <p:nvPr/>
        </p:nvSpPr>
        <p:spPr>
          <a:xfrm>
            <a:off x="4267200" y="4840278"/>
            <a:ext cx="4768100" cy="923330"/>
          </a:xfrm>
          <a:prstGeom prst="rect">
            <a:avLst/>
          </a:prstGeom>
        </p:spPr>
        <p:txBody>
          <a:bodyPr wrap="none">
            <a:spAutoFit/>
          </a:bodyPr>
          <a:lstStyle/>
          <a:p>
            <a:pPr marL="214313" indent="-214313">
              <a:buFont typeface="Arial" panose="020B0604020202020204" pitchFamily="34" charset="0"/>
              <a:buChar char="•"/>
            </a:pPr>
            <a:r>
              <a:rPr lang="en-US" sz="2700" dirty="0" err="1"/>
              <a:t>Andraéa</a:t>
            </a:r>
            <a:r>
              <a:rPr lang="en-US" sz="2700" dirty="0"/>
              <a:t> </a:t>
            </a:r>
            <a:r>
              <a:rPr lang="en-US" sz="2700" dirty="0" err="1"/>
              <a:t>LaVant</a:t>
            </a:r>
            <a:br>
              <a:rPr lang="en-US" sz="2700" dirty="0"/>
            </a:br>
            <a:r>
              <a:rPr lang="en-US" sz="2700" i="1" dirty="0"/>
              <a:t>Impact Producer, Crip Camp</a:t>
            </a:r>
          </a:p>
        </p:txBody>
      </p:sp>
      <p:sp>
        <p:nvSpPr>
          <p:cNvPr id="6147" name="Rectangle 3">
            <a:extLst>
              <a:ext uri="{C183D7F6-B498-43B3-948B-1728B52AA6E4}">
                <adec:decorative xmlns:adec="http://schemas.microsoft.com/office/drawing/2017/decorative" val="1"/>
              </a:ext>
            </a:extLst>
          </p:cNvPr>
          <p:cNvSpPr>
            <a:spLocks noGrp="1" noChangeArrowheads="1"/>
          </p:cNvSpPr>
          <p:nvPr>
            <p:ph idx="1"/>
          </p:nvPr>
        </p:nvSpPr>
        <p:spPr bwMode="auto">
          <a:xfrm>
            <a:off x="812800" y="241300"/>
            <a:ext cx="6731000" cy="4038600"/>
          </a:xfrm>
          <a:ln/>
          <a:scene3d>
            <a:camera prst="orthographicFront"/>
            <a:lightRig rig="threePt" dir="t"/>
          </a:scene3d>
          <a:sp3d>
            <a:bevelT prst="angle"/>
          </a:sp3d>
        </p:spPr>
        <p:style>
          <a:lnRef idx="2">
            <a:schemeClr val="accent4">
              <a:shade val="50000"/>
            </a:schemeClr>
          </a:lnRef>
          <a:fillRef idx="1">
            <a:schemeClr val="accent4"/>
          </a:fillRef>
          <a:effectRef idx="0">
            <a:schemeClr val="accent4"/>
          </a:effectRef>
          <a:fontRef idx="minor">
            <a:schemeClr val="lt1"/>
          </a:fontRef>
        </p:style>
        <p:txBody>
          <a:bodyPr vert="horz" wrap="square" lIns="81212" tIns="40607" rIns="81212" bIns="40607" numCol="1" rtlCol="0" anchor="ctr" anchorCtr="0" compatLnSpc="1">
            <a:prstTxWarp prst="textNoShape">
              <a:avLst/>
            </a:prstTxWarp>
            <a:noAutofit/>
          </a:bodyPr>
          <a:lstStyle/>
          <a:p>
            <a:pPr algn="ctr">
              <a:lnSpc>
                <a:spcPct val="100000"/>
              </a:lnSpc>
              <a:buFontTx/>
              <a:buNone/>
            </a:pPr>
            <a:r>
              <a:rPr lang="en-US" dirty="0">
                <a:solidFill>
                  <a:schemeClr val="tx1"/>
                </a:solidFill>
              </a:rPr>
              <a:t>“Everybody else in life gets the</a:t>
            </a:r>
            <a:br>
              <a:rPr lang="en-US" dirty="0">
                <a:solidFill>
                  <a:schemeClr val="tx1"/>
                </a:solidFill>
              </a:rPr>
            </a:br>
            <a:r>
              <a:rPr lang="en-US" dirty="0">
                <a:solidFill>
                  <a:schemeClr val="tx1"/>
                </a:solidFill>
              </a:rPr>
              <a:t>opportunity to make mistakes.</a:t>
            </a:r>
          </a:p>
          <a:p>
            <a:pPr algn="ctr">
              <a:lnSpc>
                <a:spcPct val="100000"/>
              </a:lnSpc>
              <a:buFontTx/>
              <a:buNone/>
            </a:pPr>
            <a:r>
              <a:rPr lang="en-US" dirty="0">
                <a:solidFill>
                  <a:schemeClr val="tx1"/>
                </a:solidFill>
              </a:rPr>
              <a:t>You go out on your own, but because disabled people are often sheltered and other people are making decisions for us, </a:t>
            </a:r>
            <a:br>
              <a:rPr lang="en-US" dirty="0">
                <a:solidFill>
                  <a:schemeClr val="tx1"/>
                </a:solidFill>
              </a:rPr>
            </a:br>
            <a:r>
              <a:rPr lang="en-US" dirty="0">
                <a:solidFill>
                  <a:schemeClr val="tx1"/>
                </a:solidFill>
              </a:rPr>
              <a:t>we don't have those opportunities to live completely wholly in that way.”</a:t>
            </a:r>
          </a:p>
        </p:txBody>
      </p:sp>
      <p:sp>
        <p:nvSpPr>
          <p:cNvPr id="5" name="Title 4">
            <a:extLst>
              <a:ext uri="{FF2B5EF4-FFF2-40B4-BE49-F238E27FC236}">
                <a16:creationId xmlns:a16="http://schemas.microsoft.com/office/drawing/2014/main" id="{8FDA1226-04B7-4F41-882F-A8F59D7423C3}"/>
              </a:ext>
            </a:extLst>
          </p:cNvPr>
          <p:cNvSpPr>
            <a:spLocks noGrp="1"/>
          </p:cNvSpPr>
          <p:nvPr>
            <p:ph type="title"/>
          </p:nvPr>
        </p:nvSpPr>
        <p:spPr>
          <a:xfrm>
            <a:off x="628650" y="-1508644"/>
            <a:ext cx="7886700" cy="1325563"/>
          </a:xfrm>
        </p:spPr>
        <p:txBody>
          <a:bodyPr/>
          <a:lstStyle/>
          <a:p>
            <a:r>
              <a:rPr lang="en-US" dirty="0" err="1"/>
              <a:t>Andraea</a:t>
            </a:r>
            <a:r>
              <a:rPr lang="en-US" dirty="0"/>
              <a:t> </a:t>
            </a:r>
            <a:r>
              <a:rPr lang="en-US" dirty="0" err="1"/>
              <a:t>Lavant</a:t>
            </a:r>
            <a:r>
              <a:rPr lang="en-US" dirty="0"/>
              <a:t> Quote</a:t>
            </a:r>
          </a:p>
        </p:txBody>
      </p:sp>
    </p:spTree>
    <p:extLst>
      <p:ext uri="{BB962C8B-B14F-4D97-AF65-F5344CB8AC3E}">
        <p14:creationId xmlns:p14="http://schemas.microsoft.com/office/powerpoint/2010/main" val="3778127807"/>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CDD5D8E-9912-564D-8FAE-5B238A12C6A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66700" y="762000"/>
            <a:ext cx="3810000" cy="5080000"/>
          </a:xfrm>
          <a:prstGeom prst="rect">
            <a:avLst/>
          </a:prstGeom>
        </p:spPr>
      </p:pic>
      <p:sp>
        <p:nvSpPr>
          <p:cNvPr id="4" name="Title 3">
            <a:extLst>
              <a:ext uri="{FF2B5EF4-FFF2-40B4-BE49-F238E27FC236}">
                <a16:creationId xmlns:a16="http://schemas.microsoft.com/office/drawing/2014/main" id="{11172AAF-9569-D147-A9BA-89EDB838C46D}"/>
              </a:ext>
            </a:extLst>
          </p:cNvPr>
          <p:cNvSpPr>
            <a:spLocks noGrp="1"/>
          </p:cNvSpPr>
          <p:nvPr>
            <p:ph type="title"/>
          </p:nvPr>
        </p:nvSpPr>
        <p:spPr>
          <a:xfrm>
            <a:off x="3073400" y="2514600"/>
            <a:ext cx="5321300" cy="723900"/>
          </a:xfrm>
        </p:spPr>
        <p:txBody>
          <a:bodyPr/>
          <a:lstStyle/>
          <a:p>
            <a:r>
              <a:rPr lang="en-US" dirty="0"/>
              <a:t>Informed Choice &amp; Self-Determination:</a:t>
            </a:r>
            <a:br>
              <a:rPr lang="en-US" dirty="0"/>
            </a:br>
            <a:r>
              <a:rPr lang="en-US" i="1" dirty="0"/>
              <a:t>Another Look</a:t>
            </a:r>
          </a:p>
        </p:txBody>
      </p:sp>
    </p:spTree>
    <p:extLst>
      <p:ext uri="{BB962C8B-B14F-4D97-AF65-F5344CB8AC3E}">
        <p14:creationId xmlns:p14="http://schemas.microsoft.com/office/powerpoint/2010/main" val="1471601186"/>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ECB549-4B4D-CB47-BE88-8B4FCBD8BA78}"/>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17809" y="2047009"/>
            <a:ext cx="2518679" cy="2763983"/>
          </a:xfrm>
          <a:prstGeom prst="rect">
            <a:avLst/>
          </a:prstGeom>
        </p:spPr>
      </p:pic>
      <p:sp>
        <p:nvSpPr>
          <p:cNvPr id="3" name="Slide Number Placeholder 2">
            <a:extLst>
              <a:ext uri="{FF2B5EF4-FFF2-40B4-BE49-F238E27FC236}">
                <a16:creationId xmlns:a16="http://schemas.microsoft.com/office/drawing/2014/main" id="{E42F3A86-163D-4C49-9EA2-ABF8CF7BFB4A}"/>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20E49D-532B-574C-9B28-3CB5D48BEFC2}"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Geneva" panose="020B0503030404040204" pitchFamily="34" charset="0"/>
                <a:cs typeface="+mn-cs"/>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pitchFamily="34" charset="0"/>
              <a:ea typeface="Geneva" panose="020B0503030404040204" pitchFamily="34" charset="0"/>
              <a:cs typeface="+mn-cs"/>
            </a:endParaRPr>
          </a:p>
        </p:txBody>
      </p:sp>
      <p:sp>
        <p:nvSpPr>
          <p:cNvPr id="2" name="Title 1">
            <a:extLst>
              <a:ext uri="{FF2B5EF4-FFF2-40B4-BE49-F238E27FC236}">
                <a16:creationId xmlns:a16="http://schemas.microsoft.com/office/drawing/2014/main" id="{D20EE438-1B1F-E24D-905E-A1E103E3EDCC}"/>
              </a:ext>
              <a:ext uri="{C183D7F6-B498-43B3-948B-1728B52AA6E4}">
                <adec:decorative xmlns:adec="http://schemas.microsoft.com/office/drawing/2017/decorative" val="1"/>
              </a:ext>
            </a:extLst>
          </p:cNvPr>
          <p:cNvSpPr>
            <a:spLocks noGrp="1"/>
          </p:cNvSpPr>
          <p:nvPr>
            <p:ph type="title"/>
          </p:nvPr>
        </p:nvSpPr>
        <p:spPr>
          <a:xfrm>
            <a:off x="326159" y="341600"/>
            <a:ext cx="4473287" cy="6174800"/>
          </a:xfrm>
          <a:effectLst>
            <a:glow rad="228600">
              <a:schemeClr val="accent3">
                <a:satMod val="175000"/>
                <a:alpha val="40000"/>
              </a:schemeClr>
            </a:glow>
          </a:effectLst>
          <a:scene3d>
            <a:camera prst="orthographicFront"/>
            <a:lightRig rig="threePt" dir="t"/>
          </a:scene3d>
          <a:sp3d>
            <a:bevelT prst="angle"/>
          </a:sp3d>
        </p:spPr>
        <p:style>
          <a:lnRef idx="1">
            <a:schemeClr val="accent5"/>
          </a:lnRef>
          <a:fillRef idx="2">
            <a:schemeClr val="accent5"/>
          </a:fillRef>
          <a:effectRef idx="1">
            <a:schemeClr val="accent5"/>
          </a:effectRef>
          <a:fontRef idx="minor">
            <a:schemeClr val="dk1"/>
          </a:fontRef>
        </p:style>
        <p:txBody>
          <a:bodyPr>
            <a:normAutofit fontScale="90000"/>
          </a:bodyPr>
          <a:lstStyle/>
          <a:p>
            <a:pPr algn="ctr"/>
            <a:r>
              <a:rPr lang="en-US" dirty="0"/>
              <a:t>The role of the professional is to</a:t>
            </a:r>
            <a:br>
              <a:rPr lang="en-US" dirty="0"/>
            </a:br>
            <a:r>
              <a:rPr lang="en-US" dirty="0"/>
              <a:t>create and facilitate the</a:t>
            </a:r>
            <a:br>
              <a:rPr lang="en-US" dirty="0"/>
            </a:br>
            <a:r>
              <a:rPr lang="en-US" b="1" dirty="0"/>
              <a:t>ideal circumstances</a:t>
            </a:r>
            <a:br>
              <a:rPr lang="en-US" b="1" dirty="0"/>
            </a:br>
            <a:r>
              <a:rPr lang="en-US" dirty="0"/>
              <a:t>for individuals to make their</a:t>
            </a:r>
            <a:br>
              <a:rPr lang="en-US" dirty="0"/>
            </a:br>
            <a:r>
              <a:rPr lang="en-US" b="1" dirty="0"/>
              <a:t>own choices and decisions</a:t>
            </a:r>
            <a:br>
              <a:rPr lang="en-US" b="1" dirty="0"/>
            </a:br>
            <a:r>
              <a:rPr lang="en-US" dirty="0"/>
              <a:t>regarding employment</a:t>
            </a:r>
          </a:p>
        </p:txBody>
      </p:sp>
    </p:spTree>
    <p:extLst>
      <p:ext uri="{BB962C8B-B14F-4D97-AF65-F5344CB8AC3E}">
        <p14:creationId xmlns:p14="http://schemas.microsoft.com/office/powerpoint/2010/main" val="1347030623"/>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3214F71-0340-2F46-93D3-BBA272EEC8F7}"/>
              </a:ext>
            </a:extLst>
          </p:cNvPr>
          <p:cNvSpPr>
            <a:spLocks noGrp="1"/>
          </p:cNvSpPr>
          <p:nvPr>
            <p:ph type="sldNum" sz="quarter" idx="12"/>
          </p:nvPr>
        </p:nvSpPr>
        <p:spPr/>
        <p:txBody>
          <a:bodyPr/>
          <a:lstStyle/>
          <a:p>
            <a:fld id="{5C20E49D-532B-574C-9B28-3CB5D48BEFC2}" type="slidenum">
              <a:rPr lang="en-US" smtClean="0"/>
              <a:t>42</a:t>
            </a:fld>
            <a:endParaRPr lang="en-US"/>
          </a:p>
        </p:txBody>
      </p:sp>
      <p:pic>
        <p:nvPicPr>
          <p:cNvPr id="7" name="Picture 6">
            <a:extLst>
              <a:ext uri="{FF2B5EF4-FFF2-40B4-BE49-F238E27FC236}">
                <a16:creationId xmlns:a16="http://schemas.microsoft.com/office/drawing/2014/main" id="{0B9BA392-FB8B-7A40-968F-0227ABEF3AD4}"/>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162799" y="4087585"/>
            <a:ext cx="1846263" cy="2110014"/>
          </a:xfrm>
          <a:prstGeom prst="rect">
            <a:avLst/>
          </a:prstGeom>
        </p:spPr>
      </p:pic>
      <p:sp>
        <p:nvSpPr>
          <p:cNvPr id="4" name="Content Placeholder 3">
            <a:extLst>
              <a:ext uri="{FF2B5EF4-FFF2-40B4-BE49-F238E27FC236}">
                <a16:creationId xmlns:a16="http://schemas.microsoft.com/office/drawing/2014/main" id="{41DA3409-8400-BD45-BF21-E81140F8FEB2}"/>
              </a:ext>
            </a:extLst>
          </p:cNvPr>
          <p:cNvSpPr>
            <a:spLocks noGrp="1"/>
          </p:cNvSpPr>
          <p:nvPr>
            <p:ph idx="1"/>
          </p:nvPr>
        </p:nvSpPr>
        <p:spPr>
          <a:xfrm>
            <a:off x="199231" y="5001898"/>
            <a:ext cx="7886700" cy="596299"/>
          </a:xfrm>
        </p:spPr>
        <p:txBody>
          <a:bodyPr>
            <a:noAutofit/>
          </a:bodyPr>
          <a:lstStyle/>
          <a:p>
            <a:pPr algn="ctr"/>
            <a:r>
              <a:rPr lang="en-US" sz="4400" b="1" i="1" dirty="0"/>
              <a:t>How does this happen?</a:t>
            </a:r>
          </a:p>
        </p:txBody>
      </p:sp>
      <p:sp>
        <p:nvSpPr>
          <p:cNvPr id="2" name="Title 1">
            <a:extLst>
              <a:ext uri="{FF2B5EF4-FFF2-40B4-BE49-F238E27FC236}">
                <a16:creationId xmlns:a16="http://schemas.microsoft.com/office/drawing/2014/main" id="{465A0933-C170-E34C-93F5-607719864418}"/>
              </a:ext>
            </a:extLst>
          </p:cNvPr>
          <p:cNvSpPr>
            <a:spLocks noGrp="1"/>
          </p:cNvSpPr>
          <p:nvPr>
            <p:ph type="title"/>
          </p:nvPr>
        </p:nvSpPr>
        <p:spPr>
          <a:xfrm>
            <a:off x="378769" y="541697"/>
            <a:ext cx="7886700" cy="3918338"/>
          </a:xfrm>
          <a:scene3d>
            <a:camera prst="orthographicFront"/>
            <a:lightRig rig="threePt" dir="t"/>
          </a:scene3d>
          <a:sp3d>
            <a:bevelT prst="angle"/>
          </a:sp3d>
        </p:spPr>
        <p:style>
          <a:lnRef idx="1">
            <a:schemeClr val="accent1"/>
          </a:lnRef>
          <a:fillRef idx="2">
            <a:schemeClr val="accent1"/>
          </a:fillRef>
          <a:effectRef idx="1">
            <a:schemeClr val="accent1"/>
          </a:effectRef>
          <a:fontRef idx="minor">
            <a:schemeClr val="dk1"/>
          </a:fontRef>
        </p:style>
        <p:txBody>
          <a:bodyPr>
            <a:normAutofit fontScale="90000"/>
          </a:bodyPr>
          <a:lstStyle/>
          <a:p>
            <a:pPr algn="ctr"/>
            <a:r>
              <a:rPr lang="en-US" dirty="0"/>
              <a:t>“DVR staff shall inform each applicant and recipient of services through appropriate modes of communication about the availability of and opportunities to exercise informed choice.”</a:t>
            </a:r>
          </a:p>
        </p:txBody>
      </p:sp>
    </p:spTree>
    <p:extLst>
      <p:ext uri="{BB962C8B-B14F-4D97-AF65-F5344CB8AC3E}">
        <p14:creationId xmlns:p14="http://schemas.microsoft.com/office/powerpoint/2010/main" val="271588118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D676C66-EDC3-284A-819D-2BF728578E47}"/>
              </a:ext>
              <a:ext uri="{C183D7F6-B498-43B3-948B-1728B52AA6E4}">
                <adec:decorative xmlns:adec="http://schemas.microsoft.com/office/drawing/2017/decorative" val="1"/>
              </a:ext>
            </a:extLst>
          </p:cNvPr>
          <p:cNvCxnSpPr/>
          <p:nvPr/>
        </p:nvCxnSpPr>
        <p:spPr>
          <a:xfrm>
            <a:off x="628650" y="2239241"/>
            <a:ext cx="7886700" cy="0"/>
          </a:xfrm>
          <a:prstGeom prst="line">
            <a:avLst/>
          </a:prstGeom>
          <a:ln w="136525" cap="rnd" cmpd="tri">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FEA658A7-D954-AD4E-96D0-52910BACE340}"/>
              </a:ext>
            </a:extLst>
          </p:cNvPr>
          <p:cNvSpPr>
            <a:spLocks noGrp="1"/>
          </p:cNvSpPr>
          <p:nvPr>
            <p:ph type="sldNum" sz="quarter" idx="12"/>
          </p:nvPr>
        </p:nvSpPr>
        <p:spPr/>
        <p:txBody>
          <a:bodyPr/>
          <a:lstStyle/>
          <a:p>
            <a:fld id="{5C20E49D-532B-574C-9B28-3CB5D48BEFC2}" type="slidenum">
              <a:rPr lang="en-US" smtClean="0"/>
              <a:t>43</a:t>
            </a:fld>
            <a:endParaRPr lang="en-US"/>
          </a:p>
        </p:txBody>
      </p:sp>
      <p:pic>
        <p:nvPicPr>
          <p:cNvPr id="8" name="Picture 7" descr="Choosing from three doors">
            <a:extLst>
              <a:ext uri="{FF2B5EF4-FFF2-40B4-BE49-F238E27FC236}">
                <a16:creationId xmlns:a16="http://schemas.microsoft.com/office/drawing/2014/main" id="{B571C6C0-AE28-564A-B1A3-246188238091}"/>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 y="2911475"/>
            <a:ext cx="8890541" cy="2479675"/>
          </a:xfrm>
          <a:prstGeom prst="rect">
            <a:avLst/>
          </a:prstGeom>
        </p:spPr>
      </p:pic>
      <p:sp>
        <p:nvSpPr>
          <p:cNvPr id="3" name="Title 2">
            <a:extLst>
              <a:ext uri="{FF2B5EF4-FFF2-40B4-BE49-F238E27FC236}">
                <a16:creationId xmlns:a16="http://schemas.microsoft.com/office/drawing/2014/main" id="{08C56FD0-F56D-7B40-9870-72B9961F5E48}"/>
              </a:ext>
            </a:extLst>
          </p:cNvPr>
          <p:cNvSpPr>
            <a:spLocks noGrp="1"/>
          </p:cNvSpPr>
          <p:nvPr>
            <p:ph type="title"/>
          </p:nvPr>
        </p:nvSpPr>
        <p:spPr/>
        <p:txBody>
          <a:bodyPr/>
          <a:lstStyle/>
          <a:p>
            <a:pPr algn="ctr"/>
            <a:r>
              <a:rPr lang="en-US" b="1" cap="small" dirty="0"/>
              <a:t>Examples of “Un-Informed” Choice</a:t>
            </a:r>
          </a:p>
        </p:txBody>
      </p:sp>
    </p:spTree>
    <p:extLst>
      <p:ext uri="{BB962C8B-B14F-4D97-AF65-F5344CB8AC3E}">
        <p14:creationId xmlns:p14="http://schemas.microsoft.com/office/powerpoint/2010/main" val="3231794253"/>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1" name="Picture 14">
            <a:extLst>
              <a:ext uri="{FF2B5EF4-FFF2-40B4-BE49-F238E27FC236}">
                <a16:creationId xmlns:a16="http://schemas.microsoft.com/office/drawing/2014/main" id="{6ED45380-996A-3945-95C4-23F69588665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206449" y="1084119"/>
            <a:ext cx="26289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3" name="Picture 1">
            <a:extLst>
              <a:ext uri="{FF2B5EF4-FFF2-40B4-BE49-F238E27FC236}">
                <a16:creationId xmlns:a16="http://schemas.microsoft.com/office/drawing/2014/main" id="{15D33860-357F-3641-8FFF-7686EF36DE4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835348" y="3188943"/>
            <a:ext cx="3447932" cy="2584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C5690D73-C967-414A-AAC8-47087E5D2BDB}"/>
              </a:ext>
            </a:extLst>
          </p:cNvPr>
          <p:cNvSpPr>
            <a:spLocks noGrp="1"/>
          </p:cNvSpPr>
          <p:nvPr>
            <p:ph type="sldNum" sz="quarter" idx="12"/>
          </p:nvPr>
        </p:nvSpPr>
        <p:spPr/>
        <p:txBody>
          <a:bodyPr/>
          <a:lstStyle/>
          <a:p>
            <a:fld id="{5C20E49D-532B-574C-9B28-3CB5D48BEFC2}" type="slidenum">
              <a:rPr lang="en-US" smtClean="0"/>
              <a:t>44</a:t>
            </a:fld>
            <a:endParaRPr lang="en-US"/>
          </a:p>
        </p:txBody>
      </p:sp>
      <p:sp>
        <p:nvSpPr>
          <p:cNvPr id="7" name="Rectangle 9">
            <a:extLst>
              <a:ext uri="{FF2B5EF4-FFF2-40B4-BE49-F238E27FC236}">
                <a16:creationId xmlns:a16="http://schemas.microsoft.com/office/drawing/2014/main" id="{6049B93D-DDBF-D649-A55B-7A3D0E1040AF}"/>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11" name="TextBox 10" descr="Block with words Not Informed Choice">
            <a:extLst>
              <a:ext uri="{FF2B5EF4-FFF2-40B4-BE49-F238E27FC236}">
                <a16:creationId xmlns:a16="http://schemas.microsoft.com/office/drawing/2014/main" id="{654D1208-5A3F-664F-AE6E-F274E2A925FC}"/>
              </a:ext>
            </a:extLst>
          </p:cNvPr>
          <p:cNvSpPr txBox="1"/>
          <p:nvPr/>
        </p:nvSpPr>
        <p:spPr>
          <a:xfrm rot="21060000">
            <a:off x="4139557" y="1232574"/>
            <a:ext cx="4326042" cy="1477328"/>
          </a:xfrm>
          <a:prstGeom prst="rect">
            <a:avLst/>
          </a:prstGeom>
          <a:solidFill>
            <a:srgbClr val="000090"/>
          </a:solidFill>
          <a:scene3d>
            <a:camera prst="orthographicFront"/>
            <a:lightRig rig="threePt" dir="t"/>
          </a:scene3d>
          <a:sp3d>
            <a:bevelT w="139700" h="139700" prst="divot"/>
          </a:sp3d>
        </p:spPr>
        <p:txBody>
          <a:bodyPr wrap="square">
            <a:spAutoFit/>
          </a:bodyPr>
          <a:lstStyle/>
          <a:p>
            <a:pPr algn="ctr" eaLnBrk="0" hangingPunct="0">
              <a:defRPr/>
            </a:pPr>
            <a:r>
              <a:rPr lang="en-US" sz="4500" dirty="0">
                <a:solidFill>
                  <a:srgbClr val="FFF028"/>
                </a:solidFill>
                <a:latin typeface="Impact"/>
                <a:ea typeface="ＭＳ Ｐゴシック" charset="0"/>
                <a:cs typeface="ＭＳ Ｐゴシック" charset="0"/>
              </a:rPr>
              <a:t>NOT INFORMED CHOICE</a:t>
            </a:r>
          </a:p>
        </p:txBody>
      </p:sp>
      <p:sp>
        <p:nvSpPr>
          <p:cNvPr id="35842" name="TextBox 4">
            <a:extLst>
              <a:ext uri="{FF2B5EF4-FFF2-40B4-BE49-F238E27FC236}">
                <a16:creationId xmlns:a16="http://schemas.microsoft.com/office/drawing/2014/main" id="{D50FCA08-E963-874D-862B-03FF36392A65}"/>
              </a:ext>
            </a:extLst>
          </p:cNvPr>
          <p:cNvSpPr txBox="1">
            <a:spLocks noChangeArrowheads="1"/>
          </p:cNvSpPr>
          <p:nvPr/>
        </p:nvSpPr>
        <p:spPr bwMode="auto">
          <a:xfrm>
            <a:off x="1749374" y="1382473"/>
            <a:ext cx="15430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800" b="1" dirty="0"/>
              <a:t>Do you want to work in the community?</a:t>
            </a:r>
          </a:p>
        </p:txBody>
      </p:sp>
      <p:sp>
        <p:nvSpPr>
          <p:cNvPr id="3" name="Title 2">
            <a:extLst>
              <a:ext uri="{FF2B5EF4-FFF2-40B4-BE49-F238E27FC236}">
                <a16:creationId xmlns:a16="http://schemas.microsoft.com/office/drawing/2014/main" id="{E0509314-7117-C644-BBE5-618A1152780F}"/>
              </a:ext>
            </a:extLst>
          </p:cNvPr>
          <p:cNvSpPr>
            <a:spLocks noGrp="1"/>
          </p:cNvSpPr>
          <p:nvPr>
            <p:ph type="title"/>
          </p:nvPr>
        </p:nvSpPr>
        <p:spPr>
          <a:xfrm>
            <a:off x="628650" y="-1475327"/>
            <a:ext cx="7886700" cy="1325563"/>
          </a:xfrm>
        </p:spPr>
        <p:txBody>
          <a:bodyPr/>
          <a:lstStyle/>
          <a:p>
            <a:r>
              <a:rPr lang="en-US" dirty="0"/>
              <a:t>Not Informed Choice</a:t>
            </a:r>
          </a:p>
        </p:txBody>
      </p:sp>
    </p:spTree>
    <p:extLst>
      <p:ext uri="{BB962C8B-B14F-4D97-AF65-F5344CB8AC3E}">
        <p14:creationId xmlns:p14="http://schemas.microsoft.com/office/powerpoint/2010/main" val="4434311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One in a crowd expressing choice">
            <a:extLst>
              <a:ext uri="{FF2B5EF4-FFF2-40B4-BE49-F238E27FC236}">
                <a16:creationId xmlns:a16="http://schemas.microsoft.com/office/drawing/2014/main" id="{644A6E01-F06D-4DEF-BE6A-F9EF7B7569F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1"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5148" y="407987"/>
            <a:ext cx="2240924"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8E73CA3-D6A7-8240-A5C0-49235FDAC872}"/>
              </a:ext>
            </a:extLst>
          </p:cNvPr>
          <p:cNvSpPr>
            <a:spLocks noGrp="1"/>
          </p:cNvSpPr>
          <p:nvPr>
            <p:ph idx="1"/>
          </p:nvPr>
        </p:nvSpPr>
        <p:spPr>
          <a:xfrm>
            <a:off x="4171573" y="1901936"/>
            <a:ext cx="4291113" cy="4351338"/>
          </a:xfrm>
        </p:spPr>
        <p:txBody>
          <a:bodyPr vert="horz" lIns="91440" tIns="45720" rIns="91440" bIns="45720" rtlCol="0">
            <a:normAutofit/>
          </a:bodyPr>
          <a:lstStyle/>
          <a:p>
            <a:r>
              <a:rPr lang="en-US" sz="2200"/>
              <a:t>Explain concepts of “choice” and “self-determination”</a:t>
            </a:r>
          </a:p>
          <a:p>
            <a:r>
              <a:rPr lang="en-US" sz="2200"/>
              <a:t>Create understanding of career decision-making process</a:t>
            </a:r>
          </a:p>
          <a:p>
            <a:r>
              <a:rPr lang="en-US" sz="2200"/>
              <a:t>Provide lots of opportunities for choice making and generating additional information to inform choices</a:t>
            </a:r>
          </a:p>
          <a:p>
            <a:r>
              <a:rPr lang="en-US" sz="2200"/>
              <a:t>Ongoing reflection by individual</a:t>
            </a:r>
          </a:p>
          <a:p>
            <a:r>
              <a:rPr lang="en-US" sz="2200"/>
              <a:t>Effective ways of communicating preferences and choices</a:t>
            </a:r>
            <a:endParaRPr lang="en-US" sz="2200" dirty="0"/>
          </a:p>
        </p:txBody>
      </p:sp>
      <p:sp>
        <p:nvSpPr>
          <p:cNvPr id="2" name="Title 1">
            <a:extLst>
              <a:ext uri="{FF2B5EF4-FFF2-40B4-BE49-F238E27FC236}">
                <a16:creationId xmlns:a16="http://schemas.microsoft.com/office/drawing/2014/main" id="{27F511F3-560A-8F43-9D6C-61063F3765B8}"/>
              </a:ext>
            </a:extLst>
          </p:cNvPr>
          <p:cNvSpPr>
            <a:spLocks noGrp="1"/>
          </p:cNvSpPr>
          <p:nvPr>
            <p:ph type="title"/>
          </p:nvPr>
        </p:nvSpPr>
        <p:spPr>
          <a:xfrm>
            <a:off x="3824186" y="407987"/>
            <a:ext cx="4291113" cy="1325563"/>
          </a:xfrm>
        </p:spPr>
        <p:txBody>
          <a:bodyPr vert="horz" lIns="91440" tIns="45720" rIns="91440" bIns="45720" rtlCol="0" anchor="ctr">
            <a:normAutofit/>
          </a:bodyPr>
          <a:lstStyle/>
          <a:p>
            <a:r>
              <a:rPr lang="en-US" sz="3100" cap="small" dirty="0"/>
              <a:t>Ensuring Informed Choice &amp; Self-Determination</a:t>
            </a:r>
          </a:p>
        </p:txBody>
      </p:sp>
    </p:spTree>
    <p:extLst>
      <p:ext uri="{BB962C8B-B14F-4D97-AF65-F5344CB8AC3E}">
        <p14:creationId xmlns:p14="http://schemas.microsoft.com/office/powerpoint/2010/main" val="4115046093"/>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4033DB-ADF4-7D46-A682-3292D7600951}"/>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00" y="368300"/>
            <a:ext cx="4470400" cy="2393442"/>
          </a:xfrm>
          <a:prstGeom prst="rect">
            <a:avLst/>
          </a:prstGeom>
        </p:spPr>
      </p:pic>
      <p:sp>
        <p:nvSpPr>
          <p:cNvPr id="3" name="Content Placeholder 2">
            <a:extLst>
              <a:ext uri="{FF2B5EF4-FFF2-40B4-BE49-F238E27FC236}">
                <a16:creationId xmlns:a16="http://schemas.microsoft.com/office/drawing/2014/main" id="{EFE8F3C9-07DD-6F48-89A7-EB9B16628AE9}"/>
              </a:ext>
            </a:extLst>
          </p:cNvPr>
          <p:cNvSpPr>
            <a:spLocks noGrp="1"/>
          </p:cNvSpPr>
          <p:nvPr>
            <p:ph idx="1"/>
          </p:nvPr>
        </p:nvSpPr>
        <p:spPr>
          <a:xfrm>
            <a:off x="1371600" y="2761742"/>
            <a:ext cx="7772400" cy="4096258"/>
          </a:xfrm>
        </p:spPr>
        <p:txBody>
          <a:bodyPr>
            <a:normAutofit/>
          </a:bodyPr>
          <a:lstStyle/>
          <a:p>
            <a:r>
              <a:rPr lang="en-US" sz="2400" dirty="0"/>
              <a:t>“What type of things are you interested in?”</a:t>
            </a:r>
          </a:p>
          <a:p>
            <a:r>
              <a:rPr lang="en-US" sz="2400" dirty="0"/>
              <a:t>“Tell me more about why you’re interested in that.”</a:t>
            </a:r>
          </a:p>
          <a:p>
            <a:r>
              <a:rPr lang="en-US" sz="2400" dirty="0"/>
              <a:t>“Why is that important to you?”</a:t>
            </a:r>
          </a:p>
          <a:p>
            <a:r>
              <a:rPr lang="en-US" sz="2400" dirty="0"/>
              <a:t>“What kind of experiences do you have?”</a:t>
            </a:r>
          </a:p>
          <a:p>
            <a:r>
              <a:rPr lang="en-US" sz="2400" dirty="0"/>
              <a:t>“How would you go about learning more about that?”</a:t>
            </a:r>
          </a:p>
          <a:p>
            <a:r>
              <a:rPr lang="en-US" sz="2400" dirty="0"/>
              <a:t>“What’s important to you about working?”</a:t>
            </a:r>
          </a:p>
          <a:p>
            <a:r>
              <a:rPr lang="en-US" sz="2400" dirty="0"/>
              <a:t>“What did you learn from that experience?”</a:t>
            </a:r>
          </a:p>
          <a:p>
            <a:r>
              <a:rPr lang="en-US" sz="2400" dirty="0"/>
              <a:t>“What else do you want to explore?”</a:t>
            </a:r>
          </a:p>
          <a:p>
            <a:r>
              <a:rPr lang="en-US" sz="2400" dirty="0"/>
              <a:t>Others</a:t>
            </a:r>
          </a:p>
          <a:p>
            <a:endParaRPr lang="en-US" sz="2400" dirty="0"/>
          </a:p>
        </p:txBody>
      </p:sp>
      <p:sp>
        <p:nvSpPr>
          <p:cNvPr id="2" name="Title 1">
            <a:extLst>
              <a:ext uri="{FF2B5EF4-FFF2-40B4-BE49-F238E27FC236}">
                <a16:creationId xmlns:a16="http://schemas.microsoft.com/office/drawing/2014/main" id="{0A8B9ACB-DAD0-524C-AD83-2E76A117C3DE}"/>
              </a:ext>
            </a:extLst>
          </p:cNvPr>
          <p:cNvSpPr>
            <a:spLocks noGrp="1"/>
          </p:cNvSpPr>
          <p:nvPr>
            <p:ph type="title"/>
          </p:nvPr>
        </p:nvSpPr>
        <p:spPr>
          <a:xfrm>
            <a:off x="266700" y="368300"/>
            <a:ext cx="4902202" cy="1586814"/>
          </a:xfrm>
        </p:spPr>
        <p:txBody>
          <a:bodyPr>
            <a:normAutofit/>
          </a:bodyPr>
          <a:lstStyle/>
          <a:p>
            <a:r>
              <a:rPr lang="en-US" sz="2800" dirty="0">
                <a:solidFill>
                  <a:schemeClr val="bg1"/>
                </a:solidFill>
                <a:latin typeface="Chalkboard" panose="03050602040202020205" pitchFamily="66" charset="77"/>
              </a:rPr>
              <a:t>Encouraging Choice</a:t>
            </a:r>
            <a:br>
              <a:rPr lang="en-US" sz="2800" dirty="0">
                <a:solidFill>
                  <a:schemeClr val="bg1"/>
                </a:solidFill>
                <a:latin typeface="Chalkboard" panose="03050602040202020205" pitchFamily="66" charset="77"/>
              </a:rPr>
            </a:br>
            <a:r>
              <a:rPr lang="en-US" sz="2800" dirty="0">
                <a:solidFill>
                  <a:schemeClr val="bg1"/>
                </a:solidFill>
                <a:latin typeface="Chalkboard" panose="03050602040202020205" pitchFamily="66" charset="77"/>
              </a:rPr>
              <a:t>&amp; Self-Determination</a:t>
            </a:r>
          </a:p>
        </p:txBody>
      </p:sp>
    </p:spTree>
    <p:extLst>
      <p:ext uri="{BB962C8B-B14F-4D97-AF65-F5344CB8AC3E}">
        <p14:creationId xmlns:p14="http://schemas.microsoft.com/office/powerpoint/2010/main" val="144357384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B6ECB93-D7FF-4F09-A8ED-D4588EE7C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19110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D62BA90-7CDB-7044-9976-313C5D282DB2}"/>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813290" y="2809403"/>
            <a:ext cx="2618684" cy="2715097"/>
          </a:xfrm>
          <a:prstGeom prst="rect">
            <a:avLst/>
          </a:prstGeom>
        </p:spPr>
      </p:pic>
      <p:sp>
        <p:nvSpPr>
          <p:cNvPr id="6" name="Content Placeholder 5">
            <a:extLst>
              <a:ext uri="{FF2B5EF4-FFF2-40B4-BE49-F238E27FC236}">
                <a16:creationId xmlns:a16="http://schemas.microsoft.com/office/drawing/2014/main" id="{CE413A28-5310-7A4E-83AD-41FDD98A2DEA}"/>
              </a:ext>
            </a:extLst>
          </p:cNvPr>
          <p:cNvSpPr>
            <a:spLocks noGrp="1"/>
          </p:cNvSpPr>
          <p:nvPr>
            <p:ph idx="1"/>
          </p:nvPr>
        </p:nvSpPr>
        <p:spPr>
          <a:xfrm>
            <a:off x="161790" y="2174367"/>
            <a:ext cx="4939474" cy="4239133"/>
          </a:xfrm>
        </p:spPr>
        <p:txBody>
          <a:bodyPr vert="horz" lIns="91440" tIns="45720" rIns="91440" bIns="45720" rtlCol="0" anchor="ctr">
            <a:noAutofit/>
          </a:bodyPr>
          <a:lstStyle/>
          <a:p>
            <a:pPr>
              <a:spcBef>
                <a:spcPts val="1600"/>
              </a:spcBef>
            </a:pPr>
            <a:r>
              <a:rPr lang="en-US" sz="2400" dirty="0"/>
              <a:t>”I think you should…”</a:t>
            </a:r>
          </a:p>
          <a:p>
            <a:pPr>
              <a:spcBef>
                <a:spcPts val="1600"/>
              </a:spcBef>
            </a:pPr>
            <a:r>
              <a:rPr lang="en-US" sz="2400" dirty="0"/>
              <a:t>“The best type of job for you is…”</a:t>
            </a:r>
          </a:p>
          <a:p>
            <a:pPr>
              <a:spcBef>
                <a:spcPts val="1600"/>
              </a:spcBef>
            </a:pPr>
            <a:r>
              <a:rPr lang="en-US" sz="2400" dirty="0"/>
              <a:t>“You don’t really want to do that, do you?”</a:t>
            </a:r>
          </a:p>
          <a:p>
            <a:pPr>
              <a:spcBef>
                <a:spcPts val="1600"/>
              </a:spcBef>
            </a:pPr>
            <a:r>
              <a:rPr lang="en-US" sz="2400" dirty="0"/>
              <a:t>“I don’t think you would be good at that.”</a:t>
            </a:r>
          </a:p>
          <a:p>
            <a:pPr>
              <a:spcBef>
                <a:spcPts val="1600"/>
              </a:spcBef>
            </a:pPr>
            <a:r>
              <a:rPr lang="en-US" sz="2400" dirty="0"/>
              <a:t>“What do you want to do that for?”</a:t>
            </a:r>
          </a:p>
          <a:p>
            <a:pPr>
              <a:spcBef>
                <a:spcPts val="1600"/>
              </a:spcBef>
            </a:pPr>
            <a:r>
              <a:rPr lang="en-US" sz="2400" dirty="0"/>
              <a:t>Others</a:t>
            </a:r>
          </a:p>
        </p:txBody>
      </p:sp>
      <p:sp>
        <p:nvSpPr>
          <p:cNvPr id="2" name="Title 1">
            <a:extLst>
              <a:ext uri="{FF2B5EF4-FFF2-40B4-BE49-F238E27FC236}">
                <a16:creationId xmlns:a16="http://schemas.microsoft.com/office/drawing/2014/main" id="{BB96D615-3C24-9C44-B696-EFDE48501673}"/>
              </a:ext>
            </a:extLst>
          </p:cNvPr>
          <p:cNvSpPr>
            <a:spLocks noGrp="1"/>
          </p:cNvSpPr>
          <p:nvPr>
            <p:ph type="title"/>
          </p:nvPr>
        </p:nvSpPr>
        <p:spPr>
          <a:xfrm>
            <a:off x="146050" y="263271"/>
            <a:ext cx="8794750" cy="1325563"/>
          </a:xfrm>
        </p:spPr>
        <p:txBody>
          <a:bodyPr vert="horz" lIns="91440" tIns="45720" rIns="91440" bIns="45720" rtlCol="0" anchor="ctr">
            <a:noAutofit/>
          </a:bodyPr>
          <a:lstStyle/>
          <a:p>
            <a:r>
              <a:rPr lang="en-US" sz="3200" cap="small" dirty="0">
                <a:solidFill>
                  <a:schemeClr val="bg1"/>
                </a:solidFill>
              </a:rPr>
              <a:t>Informed Choice and Promoting Self-Determination:  </a:t>
            </a:r>
            <a:br>
              <a:rPr lang="en-US" sz="3200" dirty="0">
                <a:solidFill>
                  <a:schemeClr val="bg1"/>
                </a:solidFill>
              </a:rPr>
            </a:br>
            <a:r>
              <a:rPr lang="en-US" sz="3200" i="1" dirty="0">
                <a:solidFill>
                  <a:schemeClr val="bg1"/>
                </a:solidFill>
              </a:rPr>
              <a:t>Phrases to Avoid</a:t>
            </a:r>
          </a:p>
        </p:txBody>
      </p:sp>
    </p:spTree>
    <p:extLst>
      <p:ext uri="{BB962C8B-B14F-4D97-AF65-F5344CB8AC3E}">
        <p14:creationId xmlns:p14="http://schemas.microsoft.com/office/powerpoint/2010/main" val="113997372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351564"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Content Placeholder 4">
            <a:extLst>
              <a:ext uri="{FF2B5EF4-FFF2-40B4-BE49-F238E27FC236}">
                <a16:creationId xmlns:a16="http://schemas.microsoft.com/office/drawing/2014/main" id="{3BD83AA1-0A18-3446-BBE9-1B5E0EE57C96}"/>
              </a:ext>
              <a:ext uri="{C183D7F6-B498-43B3-948B-1728B52AA6E4}">
                <adec:decorative xmlns:adec="http://schemas.microsoft.com/office/drawing/2017/decorative" val="1"/>
              </a:ext>
            </a:extLst>
          </p:cNvPr>
          <p:cNvPicPr>
            <a:picLocks noGrp="1" noChangeAspect="1"/>
          </p:cNvPicPr>
          <p:nvPr>
            <p:ph idx="1"/>
          </p:nvPr>
        </p:nvPicPr>
        <p:blipFill rotWithShape="1">
          <a:blip r:embed="rId2" cstate="screen">
            <a:extLst>
              <a:ext uri="{28A0092B-C50C-407E-A947-70E740481C1C}">
                <a14:useLocalDpi xmlns:a14="http://schemas.microsoft.com/office/drawing/2010/main"/>
              </a:ext>
            </a:extLst>
          </a:blip>
          <a:srcRect l="1244" r="2582" b="-1"/>
          <a:stretch/>
        </p:blipFill>
        <p:spPr>
          <a:xfrm>
            <a:off x="4421813" y="1466325"/>
            <a:ext cx="4281487" cy="3895375"/>
          </a:xfrm>
          <a:prstGeom prst="rect">
            <a:avLst/>
          </a:prstGeom>
        </p:spPr>
      </p:pic>
      <p:sp>
        <p:nvSpPr>
          <p:cNvPr id="3" name="Slide Number Placeholder 2">
            <a:extLst>
              <a:ext uri="{FF2B5EF4-FFF2-40B4-BE49-F238E27FC236}">
                <a16:creationId xmlns:a16="http://schemas.microsoft.com/office/drawing/2014/main" id="{4584B8A3-FF08-2846-A738-853609F0B5E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eaLnBrk="1" hangingPunct="1">
              <a:spcAft>
                <a:spcPts val="600"/>
              </a:spcAft>
            </a:pPr>
            <a:fld id="{5C20E49D-532B-574C-9B28-3CB5D48BEFC2}" type="slidenum">
              <a:rPr lang="en-US" sz="900">
                <a:latin typeface="+mn-lt"/>
                <a:ea typeface="+mn-ea"/>
              </a:rPr>
              <a:pPr eaLnBrk="1" hangingPunct="1">
                <a:spcAft>
                  <a:spcPts val="600"/>
                </a:spcAft>
              </a:pPr>
              <a:t>48</a:t>
            </a:fld>
            <a:endParaRPr lang="en-US" sz="900">
              <a:latin typeface="+mn-lt"/>
              <a:ea typeface="+mn-ea"/>
            </a:endParaRPr>
          </a:p>
        </p:txBody>
      </p:sp>
      <p:sp>
        <p:nvSpPr>
          <p:cNvPr id="2" name="Title 1">
            <a:extLst>
              <a:ext uri="{FF2B5EF4-FFF2-40B4-BE49-F238E27FC236}">
                <a16:creationId xmlns:a16="http://schemas.microsoft.com/office/drawing/2014/main" id="{225BB42E-3EDB-2C4C-84B1-37391B0B012F}"/>
              </a:ext>
            </a:extLst>
          </p:cNvPr>
          <p:cNvSpPr>
            <a:spLocks noGrp="1"/>
          </p:cNvSpPr>
          <p:nvPr>
            <p:ph type="title"/>
          </p:nvPr>
        </p:nvSpPr>
        <p:spPr>
          <a:xfrm>
            <a:off x="580056" y="971312"/>
            <a:ext cx="2712684" cy="2795160"/>
          </a:xfrm>
        </p:spPr>
        <p:txBody>
          <a:bodyPr vert="horz" lIns="91440" tIns="45720" rIns="91440" bIns="45720" rtlCol="0" anchor="b">
            <a:normAutofit fontScale="90000"/>
          </a:bodyPr>
          <a:lstStyle/>
          <a:p>
            <a:pPr algn="ctr"/>
            <a:r>
              <a:rPr lang="en-US" sz="3800" b="1" i="1" kern="1200" dirty="0">
                <a:solidFill>
                  <a:schemeClr val="tx1"/>
                </a:solidFill>
                <a:latin typeface="+mj-lt"/>
                <a:ea typeface="+mj-ea"/>
                <a:cs typeface="+mj-cs"/>
              </a:rPr>
              <a:t>Should staff remain neutral about individual working?</a:t>
            </a:r>
          </a:p>
        </p:txBody>
      </p:sp>
    </p:spTree>
    <p:extLst>
      <p:ext uri="{BB962C8B-B14F-4D97-AF65-F5344CB8AC3E}">
        <p14:creationId xmlns:p14="http://schemas.microsoft.com/office/powerpoint/2010/main" val="4222786121"/>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icture of publicaiton: Institute for Community Inclusion - Employment and Employment Supports: A Guide to Ensuring Informed Choice for Individuals with Disabilities: https://www.communityinclusion.org/pdf/TO31_F.pdf ">
            <a:extLst>
              <a:ext uri="{FF2B5EF4-FFF2-40B4-BE49-F238E27FC236}">
                <a16:creationId xmlns:a16="http://schemas.microsoft.com/office/drawing/2014/main" id="{9D743DAA-9716-CF4F-AC89-F92E438CB78C}"/>
              </a:ext>
              <a:ext uri="{C183D7F6-B498-43B3-948B-1728B52AA6E4}">
                <adec:decorative xmlns:adec="http://schemas.microsoft.com/office/drawing/2017/decorative" val="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18973" y="1585177"/>
            <a:ext cx="3404327" cy="4405598"/>
          </a:xfrm>
          <a:prstGeom prst="rect">
            <a:avLst/>
          </a:prstGeom>
          <a:ln>
            <a:solidFill>
              <a:schemeClr val="tx1"/>
            </a:solidFill>
          </a:ln>
        </p:spPr>
      </p:pic>
      <p:sp>
        <p:nvSpPr>
          <p:cNvPr id="4" name="Slide Number Placeholder 3">
            <a:extLst>
              <a:ext uri="{FF2B5EF4-FFF2-40B4-BE49-F238E27FC236}">
                <a16:creationId xmlns:a16="http://schemas.microsoft.com/office/drawing/2014/main" id="{C3ECB795-511E-1F4B-A43B-7FBBF4E737F0}"/>
              </a:ext>
            </a:extLst>
          </p:cNvPr>
          <p:cNvSpPr>
            <a:spLocks noGrp="1"/>
          </p:cNvSpPr>
          <p:nvPr>
            <p:ph type="sldNum" sz="quarter" idx="12"/>
          </p:nvPr>
        </p:nvSpPr>
        <p:spPr/>
        <p:txBody>
          <a:bodyPr/>
          <a:lstStyle/>
          <a:p>
            <a:fld id="{5C20E49D-532B-574C-9B28-3CB5D48BEFC2}" type="slidenum">
              <a:rPr lang="en-US" smtClean="0"/>
              <a:t>49</a:t>
            </a:fld>
            <a:endParaRPr lang="en-US"/>
          </a:p>
        </p:txBody>
      </p:sp>
      <p:sp>
        <p:nvSpPr>
          <p:cNvPr id="7" name="Title 6">
            <a:extLst>
              <a:ext uri="{FF2B5EF4-FFF2-40B4-BE49-F238E27FC236}">
                <a16:creationId xmlns:a16="http://schemas.microsoft.com/office/drawing/2014/main" id="{C43EA361-5CE9-CF40-83D2-F0A051846AE3}"/>
              </a:ext>
            </a:extLst>
          </p:cNvPr>
          <p:cNvSpPr>
            <a:spLocks noGrp="1"/>
          </p:cNvSpPr>
          <p:nvPr>
            <p:ph type="title"/>
          </p:nvPr>
        </p:nvSpPr>
        <p:spPr>
          <a:xfrm>
            <a:off x="349250" y="1787526"/>
            <a:ext cx="4222750" cy="1337454"/>
          </a:xfrm>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a:normAutofit/>
          </a:bodyPr>
          <a:lstStyle/>
          <a:p>
            <a:pPr algn="ctr"/>
            <a:r>
              <a:rPr lang="en-US" sz="3200" dirty="0"/>
              <a:t>Informed Choice Publication</a:t>
            </a:r>
          </a:p>
        </p:txBody>
      </p:sp>
      <p:sp>
        <p:nvSpPr>
          <p:cNvPr id="17" name="Rectangle 9">
            <a:extLst>
              <a:ext uri="{FF2B5EF4-FFF2-40B4-BE49-F238E27FC236}">
                <a16:creationId xmlns:a16="http://schemas.microsoft.com/office/drawing/2014/main" id="{22EFF906-86D8-144B-A92C-84A28BA41957}"/>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354327180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FD71674-059A-9D4D-A2C1-85353A3B39CB}"/>
              </a:ext>
            </a:extLst>
          </p:cNvPr>
          <p:cNvSpPr>
            <a:spLocks noGrp="1"/>
          </p:cNvSpPr>
          <p:nvPr>
            <p:ph type="sldNum" sz="quarter" idx="4294967295"/>
          </p:nvPr>
        </p:nvSpPr>
        <p:spPr>
          <a:xfrm>
            <a:off x="8356600" y="6369050"/>
            <a:ext cx="2057400" cy="365125"/>
          </a:xfrm>
          <a:prstGeom prst="rect">
            <a:avLst/>
          </a:prstGeom>
        </p:spPr>
        <p:txBody>
          <a:bodyPr/>
          <a:lstStyle/>
          <a:p>
            <a:fld id="{5C20E49D-532B-574C-9B28-3CB5D48BEFC2}" type="slidenum">
              <a:rPr lang="en-US" sz="1400" smtClean="0"/>
              <a:t>50</a:t>
            </a:fld>
            <a:endParaRPr lang="en-US" sz="1400" dirty="0"/>
          </a:p>
        </p:txBody>
      </p:sp>
      <p:pic>
        <p:nvPicPr>
          <p:cNvPr id="7" name="Picture 6" descr="Social Security ">
            <a:extLst>
              <a:ext uri="{FF2B5EF4-FFF2-40B4-BE49-F238E27FC236}">
                <a16:creationId xmlns:a16="http://schemas.microsoft.com/office/drawing/2014/main" id="{DC3F7577-C8E8-6A4E-82E8-26853BE35C4B}"/>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a:ext>
            </a:extLst>
          </a:blip>
          <a:srcRect/>
          <a:stretch>
            <a:fillRect/>
          </a:stretch>
        </p:blipFill>
        <p:spPr bwMode="auto">
          <a:xfrm>
            <a:off x="435545" y="2633382"/>
            <a:ext cx="1770336" cy="159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Medicaid">
            <a:extLst>
              <a:ext uri="{FF2B5EF4-FFF2-40B4-BE49-F238E27FC236}">
                <a16:creationId xmlns:a16="http://schemas.microsoft.com/office/drawing/2014/main" id="{E2250C85-0819-5E4C-9EDC-887639E57BF6}"/>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981700" y="2756368"/>
            <a:ext cx="3009900" cy="1854200"/>
          </a:xfrm>
          <a:prstGeom prst="rect">
            <a:avLst/>
          </a:prstGeom>
        </p:spPr>
      </p:pic>
      <p:pic>
        <p:nvPicPr>
          <p:cNvPr id="14" name="Picture 13" descr="Social Security Red Book">
            <a:extLst>
              <a:ext uri="{FF2B5EF4-FFF2-40B4-BE49-F238E27FC236}">
                <a16:creationId xmlns:a16="http://schemas.microsoft.com/office/drawing/2014/main" id="{D77A3CE7-4246-284A-BE5E-C1A37B0B60AD}"/>
              </a:ext>
              <a:ext uri="{C183D7F6-B498-43B3-948B-1728B52AA6E4}">
                <adec:decorative xmlns:adec="http://schemas.microsoft.com/office/drawing/2017/decorative" val="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565516" y="2957511"/>
            <a:ext cx="1772398" cy="2317751"/>
          </a:xfrm>
          <a:prstGeom prst="rect">
            <a:avLst/>
          </a:prstGeom>
        </p:spPr>
      </p:pic>
      <p:sp>
        <p:nvSpPr>
          <p:cNvPr id="4" name="Title 3">
            <a:extLst>
              <a:ext uri="{FF2B5EF4-FFF2-40B4-BE49-F238E27FC236}">
                <a16:creationId xmlns:a16="http://schemas.microsoft.com/office/drawing/2014/main" id="{937E35BA-75AF-8941-9A36-557EBCBA541D}"/>
              </a:ext>
            </a:extLst>
          </p:cNvPr>
          <p:cNvSpPr>
            <a:spLocks noGrp="1"/>
          </p:cNvSpPr>
          <p:nvPr>
            <p:ph type="title" idx="4294967295"/>
          </p:nvPr>
        </p:nvSpPr>
        <p:spPr>
          <a:xfrm>
            <a:off x="1962150" y="521259"/>
            <a:ext cx="5219700" cy="1325563"/>
          </a:xfrm>
          <a:scene3d>
            <a:camera prst="orthographicFront"/>
            <a:lightRig rig="threePt" dir="t"/>
          </a:scene3d>
          <a:sp3d>
            <a:bevelT prst="angle"/>
          </a:sp3d>
        </p:spPr>
        <p:style>
          <a:lnRef idx="1">
            <a:schemeClr val="accent2"/>
          </a:lnRef>
          <a:fillRef idx="2">
            <a:schemeClr val="accent2"/>
          </a:fillRef>
          <a:effectRef idx="1">
            <a:schemeClr val="accent2"/>
          </a:effectRef>
          <a:fontRef idx="minor">
            <a:schemeClr val="dk1"/>
          </a:fontRef>
        </p:style>
        <p:txBody>
          <a:bodyPr/>
          <a:lstStyle/>
          <a:p>
            <a:pPr algn="ctr"/>
            <a:r>
              <a:rPr lang="en-US" dirty="0"/>
              <a:t>Benefit Issues</a:t>
            </a:r>
          </a:p>
        </p:txBody>
      </p:sp>
      <p:sp>
        <p:nvSpPr>
          <p:cNvPr id="16" name="Rectangle 9">
            <a:extLst>
              <a:ext uri="{FF2B5EF4-FFF2-40B4-BE49-F238E27FC236}">
                <a16:creationId xmlns:a16="http://schemas.microsoft.com/office/drawing/2014/main" id="{AAD216E4-1940-A24A-B77B-6AE2D35B88E2}"/>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277548299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81EFBB-8AE6-BC4D-B6C4-9765501D2BD1}"/>
              </a:ext>
            </a:extLst>
          </p:cNvPr>
          <p:cNvSpPr txBox="1"/>
          <p:nvPr/>
        </p:nvSpPr>
        <p:spPr>
          <a:xfrm>
            <a:off x="1780674" y="5948413"/>
            <a:ext cx="6015789" cy="646331"/>
          </a:xfrm>
          <a:prstGeom prst="rect">
            <a:avLst/>
          </a:prstGeom>
          <a:noFill/>
        </p:spPr>
        <p:txBody>
          <a:bodyPr wrap="square" rtlCol="0">
            <a:spAutoFit/>
          </a:bodyPr>
          <a:lstStyle/>
          <a:p>
            <a:r>
              <a:rPr lang="en-US" sz="1200" i="1" dirty="0"/>
              <a:t>Demographic Variables, Vocational Rehabilitation Services, and Employment Outcomes for Transition-Age Youth With Intellectual Disabilities</a:t>
            </a:r>
            <a:r>
              <a:rPr lang="en-US" sz="1200" dirty="0"/>
              <a:t>, Kaya, 2018</a:t>
            </a:r>
          </a:p>
          <a:p>
            <a:endParaRPr lang="en-US" sz="1200" dirty="0"/>
          </a:p>
        </p:txBody>
      </p:sp>
      <p:sp>
        <p:nvSpPr>
          <p:cNvPr id="2" name="Title 1">
            <a:extLst>
              <a:ext uri="{FF2B5EF4-FFF2-40B4-BE49-F238E27FC236}">
                <a16:creationId xmlns:a16="http://schemas.microsoft.com/office/drawing/2014/main" id="{4F59D97C-35B8-2447-A111-54E7D8A57955}"/>
              </a:ext>
            </a:extLst>
          </p:cNvPr>
          <p:cNvSpPr>
            <a:spLocks noGrp="1"/>
          </p:cNvSpPr>
          <p:nvPr>
            <p:ph type="title"/>
          </p:nvPr>
        </p:nvSpPr>
        <p:spPr>
          <a:xfrm>
            <a:off x="685800" y="976531"/>
            <a:ext cx="7772400" cy="3836769"/>
          </a:xfrm>
        </p:spPr>
        <p:style>
          <a:lnRef idx="1">
            <a:schemeClr val="accent3"/>
          </a:lnRef>
          <a:fillRef idx="3">
            <a:schemeClr val="accent3"/>
          </a:fillRef>
          <a:effectRef idx="2">
            <a:schemeClr val="accent3"/>
          </a:effectRef>
          <a:fontRef idx="minor">
            <a:schemeClr val="lt1"/>
          </a:fontRef>
        </p:style>
        <p:txBody>
          <a:bodyPr>
            <a:normAutofit/>
          </a:bodyPr>
          <a:lstStyle/>
          <a:p>
            <a:pPr algn="ctr"/>
            <a:r>
              <a:rPr lang="en-US" dirty="0"/>
              <a:t>“Receiving cash benefits in early ages may have negative impacts on self-concept of youth with intellectual disabilities, confirming their beliefs that they cannot work.”</a:t>
            </a:r>
          </a:p>
        </p:txBody>
      </p:sp>
    </p:spTree>
    <p:extLst>
      <p:ext uri="{BB962C8B-B14F-4D97-AF65-F5344CB8AC3E}">
        <p14:creationId xmlns:p14="http://schemas.microsoft.com/office/powerpoint/2010/main" val="3223736538"/>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6822419-8D32-D448-8204-049D799D5D4C}"/>
              </a:ext>
            </a:extLst>
          </p:cNvPr>
          <p:cNvSpPr>
            <a:spLocks noGrp="1"/>
          </p:cNvSpPr>
          <p:nvPr>
            <p:ph idx="1"/>
          </p:nvPr>
        </p:nvSpPr>
        <p:spPr>
          <a:xfrm>
            <a:off x="3335481" y="591344"/>
            <a:ext cx="5179868" cy="5585619"/>
          </a:xfrm>
        </p:spPr>
        <p:txBody>
          <a:bodyPr vert="horz" lIns="91440" tIns="45720" rIns="91440" bIns="45720" rtlCol="0" anchor="ctr">
            <a:normAutofit/>
          </a:bodyPr>
          <a:lstStyle/>
          <a:p>
            <a:r>
              <a:rPr lang="en-US" sz="2600"/>
              <a:t>Make sure professionals in transition team are in alignment regarding “pro-employment” approach to benefits</a:t>
            </a:r>
          </a:p>
          <a:p>
            <a:r>
              <a:rPr lang="en-US" sz="2600"/>
              <a:t>Have basic information readily and consistently available</a:t>
            </a:r>
          </a:p>
          <a:p>
            <a:r>
              <a:rPr lang="en-US" sz="2600"/>
              <a:t>Link with benefits counseling (WIPA, etc.)</a:t>
            </a:r>
          </a:p>
          <a:p>
            <a:r>
              <a:rPr lang="en-US" sz="2600"/>
              <a:t>Consider how youth can be better engaged in benefits conversation</a:t>
            </a:r>
          </a:p>
          <a:p>
            <a:r>
              <a:rPr lang="en-US" sz="2600"/>
              <a:t>Use peer-to-peer: families, individuals</a:t>
            </a:r>
          </a:p>
          <a:p>
            <a:r>
              <a:rPr lang="en-US" sz="2600"/>
              <a:t>Other strategies</a:t>
            </a:r>
          </a:p>
        </p:txBody>
      </p:sp>
      <p:sp>
        <p:nvSpPr>
          <p:cNvPr id="2" name="Title 1">
            <a:extLst>
              <a:ext uri="{FF2B5EF4-FFF2-40B4-BE49-F238E27FC236}">
                <a16:creationId xmlns:a16="http://schemas.microsoft.com/office/drawing/2014/main" id="{425C63E2-7D6F-BA4E-BA58-14C57C298231}"/>
              </a:ext>
            </a:extLst>
          </p:cNvPr>
          <p:cNvSpPr>
            <a:spLocks noGrp="1"/>
          </p:cNvSpPr>
          <p:nvPr>
            <p:ph type="title"/>
          </p:nvPr>
        </p:nvSpPr>
        <p:spPr>
          <a:xfrm>
            <a:off x="515125" y="1153572"/>
            <a:ext cx="2400300" cy="4461163"/>
          </a:xfrm>
        </p:spPr>
        <p:txBody>
          <a:bodyPr vert="horz" lIns="91440" tIns="45720" rIns="91440" bIns="45720" rtlCol="0" anchor="ctr">
            <a:normAutofit/>
          </a:bodyPr>
          <a:lstStyle/>
          <a:p>
            <a:r>
              <a:rPr lang="en-US" kern="1200" cap="small" dirty="0">
                <a:solidFill>
                  <a:srgbClr val="FFFFFF"/>
                </a:solidFill>
                <a:latin typeface="+mj-lt"/>
                <a:ea typeface="+mj-ea"/>
                <a:cs typeface="+mj-cs"/>
              </a:rPr>
              <a:t>Engaging Youth &amp; Families on Benefit Issues</a:t>
            </a:r>
          </a:p>
        </p:txBody>
      </p:sp>
    </p:spTree>
    <p:extLst>
      <p:ext uri="{BB962C8B-B14F-4D97-AF65-F5344CB8AC3E}">
        <p14:creationId xmlns:p14="http://schemas.microsoft.com/office/powerpoint/2010/main" val="120396303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9008BE6E-5A52-DA44-B37A-6E434A9AEDA6}"/>
              </a:ext>
              <a:ext uri="{C183D7F6-B498-43B3-948B-1728B52AA6E4}">
                <adec:decorative xmlns:adec="http://schemas.microsoft.com/office/drawing/2017/decorative" val="1"/>
              </a:ext>
            </a:extLst>
          </p:cNvPr>
          <p:cNvPicPr>
            <a:picLocks noChangeAspect="1"/>
          </p:cNvPicPr>
          <p:nvPr/>
        </p:nvPicPr>
        <p:blipFill rotWithShape="1">
          <a:blip r:embed="rId2">
            <a:alphaModFix amt="50000"/>
            <a:extLst>
              <a:ext uri="{28A0092B-C50C-407E-A947-70E740481C1C}">
                <a14:useLocalDpi xmlns:a14="http://schemas.microsoft.com/office/drawing/2010/main"/>
              </a:ext>
            </a:extLst>
          </a:blip>
          <a:srcRect/>
          <a:stretch/>
        </p:blipFill>
        <p:spPr>
          <a:xfrm>
            <a:off x="20" y="-231005"/>
            <a:ext cx="9143980" cy="6857999"/>
          </a:xfrm>
          <a:prstGeom prst="rect">
            <a:avLst/>
          </a:prstGeom>
        </p:spPr>
      </p:pic>
      <p:sp>
        <p:nvSpPr>
          <p:cNvPr id="3" name="Content Placeholder 2">
            <a:extLst>
              <a:ext uri="{FF2B5EF4-FFF2-40B4-BE49-F238E27FC236}">
                <a16:creationId xmlns:a16="http://schemas.microsoft.com/office/drawing/2014/main" id="{A66C26A5-EC4E-CF40-8D29-7197EA8450BC}"/>
              </a:ext>
            </a:extLst>
          </p:cNvPr>
          <p:cNvSpPr>
            <a:spLocks noGrp="1"/>
          </p:cNvSpPr>
          <p:nvPr>
            <p:ph idx="1"/>
          </p:nvPr>
        </p:nvSpPr>
        <p:spPr>
          <a:xfrm>
            <a:off x="628650" y="4637243"/>
            <a:ext cx="7886700" cy="1098395"/>
          </a:xfrm>
        </p:spPr>
        <p:txBody>
          <a:bodyPr vert="horz" lIns="91440" tIns="45720" rIns="91440" bIns="45720" rtlCol="0">
            <a:normAutofit/>
          </a:bodyPr>
          <a:lstStyle/>
          <a:p>
            <a:pPr marL="0" indent="0" algn="ctr">
              <a:buNone/>
            </a:pPr>
            <a:r>
              <a:rPr lang="en-US" sz="2400" dirty="0">
                <a:solidFill>
                  <a:srgbClr val="FFFFFF"/>
                </a:solidFill>
              </a:rPr>
              <a:t>Gene Kranz (Ed Harris), </a:t>
            </a:r>
            <a:r>
              <a:rPr lang="en-US" sz="2400" i="1" dirty="0">
                <a:solidFill>
                  <a:srgbClr val="FFFFFF"/>
                </a:solidFill>
              </a:rPr>
              <a:t>Apollo 13</a:t>
            </a:r>
          </a:p>
        </p:txBody>
      </p:sp>
      <p:sp>
        <p:nvSpPr>
          <p:cNvPr id="2" name="Title 1">
            <a:extLst>
              <a:ext uri="{FF2B5EF4-FFF2-40B4-BE49-F238E27FC236}">
                <a16:creationId xmlns:a16="http://schemas.microsoft.com/office/drawing/2014/main" id="{027CBEE3-ED52-EA4F-B188-E2E3AD866C87}"/>
              </a:ext>
            </a:extLst>
          </p:cNvPr>
          <p:cNvSpPr>
            <a:spLocks noGrp="1"/>
          </p:cNvSpPr>
          <p:nvPr>
            <p:ph type="title"/>
          </p:nvPr>
        </p:nvSpPr>
        <p:spPr>
          <a:xfrm>
            <a:off x="628650" y="1122362"/>
            <a:ext cx="7886700" cy="2900518"/>
          </a:xfrm>
        </p:spPr>
        <p:txBody>
          <a:bodyPr vert="horz" lIns="91440" tIns="45720" rIns="91440" bIns="45720" rtlCol="0" anchor="b">
            <a:normAutofit/>
          </a:bodyPr>
          <a:lstStyle/>
          <a:p>
            <a:pPr algn="ctr"/>
            <a:r>
              <a:rPr lang="en-US" sz="3800" dirty="0">
                <a:solidFill>
                  <a:srgbClr val="FFFFFF"/>
                </a:solidFill>
              </a:rPr>
              <a:t>“Let’s work the problem people.</a:t>
            </a:r>
            <a:br>
              <a:rPr lang="en-US" sz="3800" dirty="0">
                <a:solidFill>
                  <a:srgbClr val="FFFFFF"/>
                </a:solidFill>
              </a:rPr>
            </a:br>
            <a:r>
              <a:rPr lang="en-US" sz="3800" dirty="0">
                <a:solidFill>
                  <a:srgbClr val="FFFFFF"/>
                </a:solidFill>
              </a:rPr>
              <a:t>Let’s not make things worse</a:t>
            </a:r>
            <a:br>
              <a:rPr lang="en-US" sz="3800" dirty="0">
                <a:solidFill>
                  <a:srgbClr val="FFFFFF"/>
                </a:solidFill>
              </a:rPr>
            </a:br>
            <a:r>
              <a:rPr lang="en-US" sz="3800" dirty="0">
                <a:solidFill>
                  <a:srgbClr val="FFFFFF"/>
                </a:solidFill>
              </a:rPr>
              <a:t>by guessing.”</a:t>
            </a:r>
          </a:p>
        </p:txBody>
      </p:sp>
    </p:spTree>
    <p:extLst>
      <p:ext uri="{BB962C8B-B14F-4D97-AF65-F5344CB8AC3E}">
        <p14:creationId xmlns:p14="http://schemas.microsoft.com/office/powerpoint/2010/main" val="3596241319"/>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shot of Colorado Department of Employment First  - Benefits Counseling Resources in Colorado - https://employmentfirstcolorado.org/disability-benefits-benefits-counseling/">
            <a:extLst>
              <a:ext uri="{FF2B5EF4-FFF2-40B4-BE49-F238E27FC236}">
                <a16:creationId xmlns:a16="http://schemas.microsoft.com/office/drawing/2014/main" id="{11F8E163-9664-3743-801A-863148EFA0F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311876" y="1510270"/>
            <a:ext cx="6234338" cy="4548660"/>
          </a:xfrm>
          <a:prstGeom prst="rect">
            <a:avLst/>
          </a:prstGeom>
          <a:ln>
            <a:solidFill>
              <a:schemeClr val="dk1"/>
            </a:solidFill>
          </a:ln>
        </p:spPr>
      </p:pic>
      <p:sp>
        <p:nvSpPr>
          <p:cNvPr id="2" name="Title 1">
            <a:extLst>
              <a:ext uri="{FF2B5EF4-FFF2-40B4-BE49-F238E27FC236}">
                <a16:creationId xmlns:a16="http://schemas.microsoft.com/office/drawing/2014/main" id="{8EA7FBFA-18AB-1048-95DD-E36E83823FAA}"/>
              </a:ext>
            </a:extLst>
          </p:cNvPr>
          <p:cNvSpPr>
            <a:spLocks noGrp="1"/>
          </p:cNvSpPr>
          <p:nvPr>
            <p:ph type="title"/>
          </p:nvPr>
        </p:nvSpPr>
        <p:spPr>
          <a:xfrm>
            <a:off x="285750" y="672070"/>
            <a:ext cx="8572500" cy="483630"/>
          </a:xfrm>
        </p:spPr>
        <p:style>
          <a:lnRef idx="1">
            <a:schemeClr val="accent6"/>
          </a:lnRef>
          <a:fillRef idx="2">
            <a:schemeClr val="accent6"/>
          </a:fillRef>
          <a:effectRef idx="1">
            <a:schemeClr val="accent6"/>
          </a:effectRef>
          <a:fontRef idx="minor">
            <a:schemeClr val="dk1"/>
          </a:fontRef>
        </p:style>
        <p:txBody>
          <a:bodyPr>
            <a:noAutofit/>
          </a:bodyPr>
          <a:lstStyle/>
          <a:p>
            <a:r>
              <a:rPr lang="en-US" sz="2000" dirty="0">
                <a:hlinkClick r:id="rId3"/>
              </a:rPr>
              <a:t>https://employmentfirstcolorado.org/disability-benefits-benefits-counseling/</a:t>
            </a:r>
            <a:r>
              <a:rPr lang="en-US" sz="2000" dirty="0"/>
              <a:t> </a:t>
            </a:r>
          </a:p>
        </p:txBody>
      </p:sp>
    </p:spTree>
    <p:extLst>
      <p:ext uri="{BB962C8B-B14F-4D97-AF65-F5344CB8AC3E}">
        <p14:creationId xmlns:p14="http://schemas.microsoft.com/office/powerpoint/2010/main" val="199263978"/>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62B364A0-4288-D947-B32C-4D0513EB5E74}"/>
              </a:ext>
            </a:extLst>
          </p:cNvPr>
          <p:cNvSpPr>
            <a:spLocks noGrp="1"/>
          </p:cNvSpPr>
          <p:nvPr>
            <p:ph type="sldNum" sz="quarter" idx="12"/>
          </p:nvPr>
        </p:nvSpPr>
        <p:spPr/>
        <p:txBody>
          <a:bodyPr/>
          <a:lstStyle/>
          <a:p>
            <a:fld id="{5C20E49D-532B-574C-9B28-3CB5D48BEFC2}" type="slidenum">
              <a:rPr lang="en-US" smtClean="0"/>
              <a:t>55</a:t>
            </a:fld>
            <a:endParaRPr lang="en-US"/>
          </a:p>
        </p:txBody>
      </p:sp>
      <p:pic>
        <p:nvPicPr>
          <p:cNvPr id="7" name="Picture 6">
            <a:extLst>
              <a:ext uri="{FF2B5EF4-FFF2-40B4-BE49-F238E27FC236}">
                <a16:creationId xmlns:a16="http://schemas.microsoft.com/office/drawing/2014/main" id="{712AD31E-A244-1B41-9E2D-E638EDD0742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5734" y="-20058"/>
            <a:ext cx="8371967" cy="6844083"/>
          </a:xfrm>
          <a:prstGeom prst="rect">
            <a:avLst/>
          </a:prstGeom>
        </p:spPr>
      </p:pic>
      <p:pic>
        <p:nvPicPr>
          <p:cNvPr id="9" name="Picture 8" descr="Coming Soon - DB 101">
            <a:extLst>
              <a:ext uri="{FF2B5EF4-FFF2-40B4-BE49-F238E27FC236}">
                <a16:creationId xmlns:a16="http://schemas.microsoft.com/office/drawing/2014/main" id="{76BA7199-B67B-9B41-91AC-5BBF1EFF430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768808" y="1050750"/>
            <a:ext cx="3534035" cy="2952839"/>
          </a:xfrm>
          <a:prstGeom prst="rect">
            <a:avLst/>
          </a:prstGeom>
        </p:spPr>
      </p:pic>
      <p:sp>
        <p:nvSpPr>
          <p:cNvPr id="10" name="TextBox 9">
            <a:extLst>
              <a:ext uri="{FF2B5EF4-FFF2-40B4-BE49-F238E27FC236}">
                <a16:creationId xmlns:a16="http://schemas.microsoft.com/office/drawing/2014/main" id="{B4EC783A-ECF2-EA47-8D3F-DCAF3B394AAA}"/>
              </a:ext>
            </a:extLst>
          </p:cNvPr>
          <p:cNvSpPr txBox="1"/>
          <p:nvPr/>
        </p:nvSpPr>
        <p:spPr>
          <a:xfrm>
            <a:off x="2038864" y="1137330"/>
            <a:ext cx="1618732" cy="1077218"/>
          </a:xfrm>
          <a:prstGeom prst="rect">
            <a:avLst/>
          </a:prstGeom>
          <a:effectLst>
            <a:glow rad="139700">
              <a:schemeClr val="accent1">
                <a:satMod val="175000"/>
                <a:alpha val="40000"/>
              </a:schemeClr>
            </a:glow>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n-US" sz="3200" b="1" i="1" dirty="0"/>
              <a:t>Coming Soon!</a:t>
            </a:r>
          </a:p>
        </p:txBody>
      </p:sp>
      <p:sp>
        <p:nvSpPr>
          <p:cNvPr id="2" name="Title 1">
            <a:extLst>
              <a:ext uri="{FF2B5EF4-FFF2-40B4-BE49-F238E27FC236}">
                <a16:creationId xmlns:a16="http://schemas.microsoft.com/office/drawing/2014/main" id="{CCEA0419-557F-904B-AC36-837DD041A257}"/>
              </a:ext>
            </a:extLst>
          </p:cNvPr>
          <p:cNvSpPr>
            <a:spLocks noGrp="1"/>
          </p:cNvSpPr>
          <p:nvPr>
            <p:ph type="title" idx="4294967295"/>
          </p:nvPr>
        </p:nvSpPr>
        <p:spPr>
          <a:xfrm>
            <a:off x="628650" y="-1516288"/>
            <a:ext cx="7886700" cy="1325563"/>
          </a:xfrm>
        </p:spPr>
        <p:txBody>
          <a:bodyPr/>
          <a:lstStyle/>
          <a:p>
            <a:r>
              <a:rPr lang="en-US" dirty="0"/>
              <a:t>Coming Soon</a:t>
            </a:r>
          </a:p>
        </p:txBody>
      </p:sp>
    </p:spTree>
    <p:extLst>
      <p:ext uri="{BB962C8B-B14F-4D97-AF65-F5344CB8AC3E}">
        <p14:creationId xmlns:p14="http://schemas.microsoft.com/office/powerpoint/2010/main" val="2003262231"/>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1120E0-E69B-4143-9F82-161955F59B57}"/>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88026" y="527733"/>
            <a:ext cx="7584474" cy="4993955"/>
          </a:xfrm>
          <a:prstGeom prst="rect">
            <a:avLst/>
          </a:prstGeom>
        </p:spPr>
      </p:pic>
      <p:sp>
        <p:nvSpPr>
          <p:cNvPr id="2" name="Title 1">
            <a:extLst>
              <a:ext uri="{FF2B5EF4-FFF2-40B4-BE49-F238E27FC236}">
                <a16:creationId xmlns:a16="http://schemas.microsoft.com/office/drawing/2014/main" id="{834D0F3A-D9A5-814C-A31B-DC48124636FC}"/>
              </a:ext>
            </a:extLst>
          </p:cNvPr>
          <p:cNvSpPr>
            <a:spLocks noGrp="1"/>
          </p:cNvSpPr>
          <p:nvPr>
            <p:ph type="title" idx="4294967295"/>
          </p:nvPr>
        </p:nvSpPr>
        <p:spPr>
          <a:xfrm>
            <a:off x="894063" y="527733"/>
            <a:ext cx="7772400" cy="1143000"/>
          </a:xfrm>
        </p:spPr>
        <p:txBody>
          <a:bodyPr/>
          <a:lstStyle/>
          <a:p>
            <a:r>
              <a:rPr lang="en-US" sz="6000" dirty="0">
                <a:solidFill>
                  <a:schemeClr val="bg1"/>
                </a:solidFill>
              </a:rPr>
              <a:t>Cross-Cultural Issues</a:t>
            </a:r>
          </a:p>
        </p:txBody>
      </p:sp>
    </p:spTree>
    <p:extLst>
      <p:ext uri="{BB962C8B-B14F-4D97-AF65-F5344CB8AC3E}">
        <p14:creationId xmlns:p14="http://schemas.microsoft.com/office/powerpoint/2010/main" val="217490940"/>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F6229EC-FE32-CC43-B9EB-8D320D739BEA}"/>
              </a:ext>
            </a:extLst>
          </p:cNvPr>
          <p:cNvSpPr>
            <a:spLocks noGrp="1"/>
          </p:cNvSpPr>
          <p:nvPr>
            <p:ph idx="1"/>
          </p:nvPr>
        </p:nvSpPr>
        <p:spPr>
          <a:xfrm>
            <a:off x="628650" y="1591879"/>
            <a:ext cx="8312150" cy="4537075"/>
          </a:xfrm>
        </p:spPr>
        <p:txBody>
          <a:bodyPr vert="horz" lIns="91440" tIns="45720" rIns="91440" bIns="45720" rtlCol="0">
            <a:normAutofit/>
          </a:bodyPr>
          <a:lstStyle/>
          <a:p>
            <a:pPr marL="628650" indent="-342900">
              <a:buFont typeface="+mj-lt"/>
              <a:buAutoNum type="arabicPeriod"/>
            </a:pPr>
            <a:r>
              <a:rPr lang="en-US" sz="2400" b="1" dirty="0"/>
              <a:t>Understand your own cultural baggage</a:t>
            </a:r>
          </a:p>
          <a:p>
            <a:pPr marL="628650" indent="-342900">
              <a:spcBef>
                <a:spcPts val="2200"/>
              </a:spcBef>
              <a:buFont typeface="+mj-lt"/>
              <a:buAutoNum type="arabicPeriod"/>
            </a:pPr>
            <a:r>
              <a:rPr lang="en-US" sz="2400" b="1" dirty="0"/>
              <a:t>Understand the youth and family’s worldview</a:t>
            </a:r>
          </a:p>
          <a:p>
            <a:pPr lvl="1"/>
            <a:r>
              <a:rPr lang="en-US" sz="2000" dirty="0"/>
              <a:t>Disability, work, communication, independence vs. interdependence, family hierarchy.</a:t>
            </a:r>
          </a:p>
          <a:p>
            <a:pPr marL="628650" indent="-342900">
              <a:spcBef>
                <a:spcPts val="2200"/>
              </a:spcBef>
              <a:buFont typeface="+mj-lt"/>
              <a:buAutoNum type="arabicPeriod" startAt="3"/>
            </a:pPr>
            <a:r>
              <a:rPr lang="en-US" sz="2400" b="1" dirty="0"/>
              <a:t>Function in a manner that is culturally competent</a:t>
            </a:r>
          </a:p>
          <a:p>
            <a:pPr lvl="1"/>
            <a:r>
              <a:rPr lang="en-US" sz="2000" dirty="0"/>
              <a:t>Anticipate where your and the individual’s/family worldview potentially conflict.</a:t>
            </a:r>
          </a:p>
          <a:p>
            <a:pPr lvl="1"/>
            <a:r>
              <a:rPr lang="en-US" sz="2000" dirty="0"/>
              <a:t>Build a strong rapport w/individual &amp; family.</a:t>
            </a:r>
          </a:p>
          <a:p>
            <a:pPr lvl="1"/>
            <a:r>
              <a:rPr lang="en-US" sz="2000" dirty="0"/>
              <a:t>Ensure anything proposed has strong buy-in, meets cultural expectations, and does not in any way disrespect the individual or family’s cultural perspective.</a:t>
            </a:r>
          </a:p>
        </p:txBody>
      </p:sp>
      <p:sp>
        <p:nvSpPr>
          <p:cNvPr id="2" name="Title 1">
            <a:extLst>
              <a:ext uri="{FF2B5EF4-FFF2-40B4-BE49-F238E27FC236}">
                <a16:creationId xmlns:a16="http://schemas.microsoft.com/office/drawing/2014/main" id="{828A8267-482B-B146-B039-C49BC090FFDD}"/>
              </a:ext>
            </a:extLst>
          </p:cNvPr>
          <p:cNvSpPr>
            <a:spLocks noGrp="1"/>
          </p:cNvSpPr>
          <p:nvPr>
            <p:ph type="title"/>
          </p:nvPr>
        </p:nvSpPr>
        <p:spPr>
          <a:xfrm>
            <a:off x="628650" y="365125"/>
            <a:ext cx="7886700" cy="1325563"/>
          </a:xfrm>
        </p:spPr>
        <p:txBody>
          <a:bodyPr vert="horz" lIns="91440" tIns="45720" rIns="91440" bIns="45720" rtlCol="0" anchor="ctr">
            <a:normAutofit/>
          </a:bodyPr>
          <a:lstStyle/>
          <a:p>
            <a:r>
              <a:rPr lang="en-US" kern="1200" dirty="0">
                <a:solidFill>
                  <a:schemeClr val="tx1"/>
                </a:solidFill>
                <a:latin typeface="+mj-lt"/>
                <a:ea typeface="+mj-ea"/>
                <a:cs typeface="+mj-cs"/>
              </a:rPr>
              <a:t>Cross-Cultural Issues: Strategies</a:t>
            </a:r>
          </a:p>
        </p:txBody>
      </p:sp>
    </p:spTree>
    <p:extLst>
      <p:ext uri="{BB962C8B-B14F-4D97-AF65-F5344CB8AC3E}">
        <p14:creationId xmlns:p14="http://schemas.microsoft.com/office/powerpoint/2010/main" val="2561284473"/>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shot of Center for International Rehabilitation Research Information and Exchange – Monograph Series – The Rehabilitation Provider’s Guide to Cultures of the Foreign Born: http://cirrie-sphhp.webapps.buffalo.edu/culture/monographs">
            <a:extLst>
              <a:ext uri="{FF2B5EF4-FFF2-40B4-BE49-F238E27FC236}">
                <a16:creationId xmlns:a16="http://schemas.microsoft.com/office/drawing/2014/main" id="{4E7B61E3-1163-2047-94AA-12FCE7C136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000584" y="1675020"/>
            <a:ext cx="4947988" cy="4662279"/>
          </a:xfrm>
          <a:prstGeom prst="rect">
            <a:avLst/>
          </a:prstGeom>
          <a:ln>
            <a:solidFill>
              <a:schemeClr val="tx1"/>
            </a:solidFill>
          </a:ln>
        </p:spPr>
      </p:pic>
      <p:sp>
        <p:nvSpPr>
          <p:cNvPr id="2" name="Title 1">
            <a:extLst>
              <a:ext uri="{FF2B5EF4-FFF2-40B4-BE49-F238E27FC236}">
                <a16:creationId xmlns:a16="http://schemas.microsoft.com/office/drawing/2014/main" id="{DB856E8F-DBAD-1846-ABCF-A0541BF6999F}"/>
              </a:ext>
            </a:extLst>
          </p:cNvPr>
          <p:cNvSpPr>
            <a:spLocks noGrp="1"/>
          </p:cNvSpPr>
          <p:nvPr>
            <p:ph type="title"/>
          </p:nvPr>
        </p:nvSpPr>
        <p:spPr>
          <a:xfrm>
            <a:off x="438150" y="520700"/>
            <a:ext cx="8267700" cy="622300"/>
          </a:xfrm>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a:normAutofit/>
          </a:bodyPr>
          <a:lstStyle/>
          <a:p>
            <a:pPr algn="ctr"/>
            <a:r>
              <a:rPr lang="en-US" sz="2400" dirty="0">
                <a:hlinkClick r:id="rId3"/>
              </a:rPr>
              <a:t>http://cirrie-sphhp.webapps.buffalo.edu/culture/monographs</a:t>
            </a:r>
            <a:r>
              <a:rPr lang="en-US" sz="2400" dirty="0"/>
              <a:t> </a:t>
            </a:r>
          </a:p>
        </p:txBody>
      </p:sp>
    </p:spTree>
    <p:extLst>
      <p:ext uri="{BB962C8B-B14F-4D97-AF65-F5344CB8AC3E}">
        <p14:creationId xmlns:p14="http://schemas.microsoft.com/office/powerpoint/2010/main" val="830738546"/>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FEEE9A-70C8-C642-B0A8-843215D6A75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914902" y="965200"/>
            <a:ext cx="3807690" cy="4927600"/>
          </a:xfrm>
          <a:prstGeom prst="rect">
            <a:avLst/>
          </a:prstGeom>
          <a:ln>
            <a:solidFill>
              <a:schemeClr val="tx1"/>
            </a:solidFill>
          </a:ln>
        </p:spPr>
      </p:pic>
      <p:sp>
        <p:nvSpPr>
          <p:cNvPr id="2" name="Title 1">
            <a:extLst>
              <a:ext uri="{FF2B5EF4-FFF2-40B4-BE49-F238E27FC236}">
                <a16:creationId xmlns:a16="http://schemas.microsoft.com/office/drawing/2014/main" id="{904CB9AB-2F0A-DF42-B000-569301C136A5}"/>
              </a:ext>
            </a:extLst>
          </p:cNvPr>
          <p:cNvSpPr>
            <a:spLocks noGrp="1"/>
          </p:cNvSpPr>
          <p:nvPr>
            <p:ph type="title"/>
          </p:nvPr>
        </p:nvSpPr>
        <p:spPr>
          <a:xfrm>
            <a:off x="421408" y="965200"/>
            <a:ext cx="4127500" cy="1143000"/>
          </a:xfrm>
          <a:scene3d>
            <a:camera prst="orthographicFront"/>
            <a:lightRig rig="threePt" dir="t"/>
          </a:scene3d>
          <a:sp3d>
            <a:bevelT prst="angle"/>
          </a:sp3d>
        </p:spPr>
        <p:style>
          <a:lnRef idx="1">
            <a:schemeClr val="accent6"/>
          </a:lnRef>
          <a:fillRef idx="3">
            <a:schemeClr val="accent6"/>
          </a:fillRef>
          <a:effectRef idx="2">
            <a:schemeClr val="accent6"/>
          </a:effectRef>
          <a:fontRef idx="minor">
            <a:schemeClr val="lt1"/>
          </a:fontRef>
        </p:style>
        <p:txBody>
          <a:bodyPr>
            <a:normAutofit/>
          </a:bodyPr>
          <a:lstStyle/>
          <a:p>
            <a:pPr algn="ctr"/>
            <a:r>
              <a:rPr lang="en-US" sz="3600" dirty="0"/>
              <a:t>Resource Handout</a:t>
            </a:r>
          </a:p>
        </p:txBody>
      </p:sp>
    </p:spTree>
    <p:extLst>
      <p:ext uri="{BB962C8B-B14F-4D97-AF65-F5344CB8AC3E}">
        <p14:creationId xmlns:p14="http://schemas.microsoft.com/office/powerpoint/2010/main" val="923548130"/>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E59CFD-C535-9D4A-89E0-C479708EC95B}"/>
              </a:ext>
            </a:extLst>
          </p:cNvPr>
          <p:cNvSpPr>
            <a:spLocks noGrp="1"/>
          </p:cNvSpPr>
          <p:nvPr>
            <p:ph type="sldNum" sz="quarter" idx="12"/>
          </p:nvPr>
        </p:nvSpPr>
        <p:spPr>
          <a:xfrm>
            <a:off x="7615569" y="6356350"/>
            <a:ext cx="899780" cy="365125"/>
          </a:xfrm>
          <a:noFill/>
        </p:spPr>
        <p:txBody>
          <a:bodyPr vert="horz" lIns="91440" tIns="45720" rIns="91440" bIns="45720" rtlCol="0" anchor="ctr">
            <a:normAutofit/>
          </a:bodyPr>
          <a:lstStyle/>
          <a:p>
            <a:pPr eaLnBrk="1" fontAlgn="auto" hangingPunct="1">
              <a:spcBef>
                <a:spcPts val="0"/>
              </a:spcBef>
              <a:spcAft>
                <a:spcPts val="600"/>
              </a:spcAft>
              <a:defRPr/>
            </a:pPr>
            <a:fld id="{5C20E49D-532B-574C-9B28-3CB5D48BEFC2}" type="slidenum">
              <a:rPr lang="en-US" smtClean="0">
                <a:solidFill>
                  <a:prstClr val="black">
                    <a:tint val="75000"/>
                  </a:prstClr>
                </a:solidFill>
                <a:latin typeface="Calibri" panose="020F0502020204030204"/>
                <a:ea typeface="+mn-ea"/>
              </a:rPr>
              <a:pPr eaLnBrk="1" fontAlgn="auto" hangingPunct="1">
                <a:spcBef>
                  <a:spcPts val="0"/>
                </a:spcBef>
                <a:spcAft>
                  <a:spcPts val="600"/>
                </a:spcAft>
                <a:defRPr/>
              </a:pPr>
              <a:t>60</a:t>
            </a:fld>
            <a:endParaRPr lang="en-US">
              <a:solidFill>
                <a:prstClr val="black">
                  <a:tint val="75000"/>
                </a:prstClr>
              </a:solidFill>
              <a:latin typeface="Calibri" panose="020F0502020204030204"/>
              <a:ea typeface="+mn-ea"/>
            </a:endParaRPr>
          </a:p>
        </p:txBody>
      </p:sp>
      <p:pic>
        <p:nvPicPr>
          <p:cNvPr id="6" name="Picture 5">
            <a:extLst>
              <a:ext uri="{FF2B5EF4-FFF2-40B4-BE49-F238E27FC236}">
                <a16:creationId xmlns:a16="http://schemas.microsoft.com/office/drawing/2014/main" id="{C635C7A7-4EA2-CF4C-A5DD-5FB152FF0334}"/>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 y="10"/>
            <a:ext cx="3490702" cy="6857990"/>
          </a:xfrm>
          <a:prstGeom prst="rect">
            <a:avLst/>
          </a:prstGeom>
        </p:spPr>
      </p:pic>
      <p:sp>
        <p:nvSpPr>
          <p:cNvPr id="3" name="Content Placeholder 2">
            <a:extLst>
              <a:ext uri="{FF2B5EF4-FFF2-40B4-BE49-F238E27FC236}">
                <a16:creationId xmlns:a16="http://schemas.microsoft.com/office/drawing/2014/main" id="{B895ECD1-4809-AF43-873A-975DE81AB7BC}"/>
              </a:ext>
            </a:extLst>
          </p:cNvPr>
          <p:cNvSpPr>
            <a:spLocks noGrp="1"/>
          </p:cNvSpPr>
          <p:nvPr>
            <p:ph idx="1"/>
          </p:nvPr>
        </p:nvSpPr>
        <p:spPr>
          <a:xfrm>
            <a:off x="3957996" y="4796852"/>
            <a:ext cx="4705943" cy="1421068"/>
          </a:xfrm>
          <a:noFill/>
        </p:spPr>
        <p:txBody>
          <a:bodyPr vert="horz" lIns="91440" tIns="45720" rIns="91440" bIns="45720" rtlCol="0">
            <a:normAutofit/>
          </a:bodyPr>
          <a:lstStyle/>
          <a:p>
            <a:pPr marL="0" indent="0">
              <a:buNone/>
            </a:pPr>
            <a:r>
              <a:rPr lang="en-US" sz="2400" b="1" dirty="0"/>
              <a:t>Max Barrows</a:t>
            </a:r>
            <a:br>
              <a:rPr lang="en-US" sz="2400" dirty="0"/>
            </a:br>
            <a:r>
              <a:rPr lang="en-US" sz="2400" i="1" dirty="0"/>
              <a:t>Green Mountain Self-Advocates</a:t>
            </a:r>
          </a:p>
        </p:txBody>
      </p:sp>
      <p:sp>
        <p:nvSpPr>
          <p:cNvPr id="2" name="Title 1">
            <a:extLst>
              <a:ext uri="{FF2B5EF4-FFF2-40B4-BE49-F238E27FC236}">
                <a16:creationId xmlns:a16="http://schemas.microsoft.com/office/drawing/2014/main" id="{F6F5CB5D-AF56-BA4E-AA00-FFB781BCEE6E}"/>
              </a:ext>
            </a:extLst>
          </p:cNvPr>
          <p:cNvSpPr>
            <a:spLocks noGrp="1"/>
          </p:cNvSpPr>
          <p:nvPr>
            <p:ph type="title"/>
          </p:nvPr>
        </p:nvSpPr>
        <p:spPr>
          <a:xfrm>
            <a:off x="3957996" y="640080"/>
            <a:ext cx="4705943" cy="4018341"/>
          </a:xfrm>
          <a:noFill/>
        </p:spPr>
        <p:txBody>
          <a:bodyPr vert="horz" lIns="91440" tIns="45720" rIns="91440" bIns="45720" rtlCol="0" anchor="b">
            <a:normAutofit fontScale="90000"/>
          </a:bodyPr>
          <a:lstStyle/>
          <a:p>
            <a:r>
              <a:rPr lang="en-US" sz="2400" dirty="0"/>
              <a:t>“Presume competence. And what we mean by presuming competence is when you meet a person with a disability you </a:t>
            </a:r>
            <a:r>
              <a:rPr lang="en-US" sz="2400" b="1" i="1" dirty="0"/>
              <a:t>assume they are capable</a:t>
            </a:r>
            <a:r>
              <a:rPr lang="en-US" sz="2400" i="1" dirty="0"/>
              <a:t>. </a:t>
            </a:r>
            <a:br>
              <a:rPr lang="en-US" sz="2400" i="1" dirty="0"/>
            </a:br>
            <a:br>
              <a:rPr lang="en-US" sz="2400" dirty="0"/>
            </a:br>
            <a:r>
              <a:rPr lang="en-US" sz="2400" dirty="0"/>
              <a:t>Don’t assume that someone can or can’t do things but make sure they tell you what they need for accommodations and give them the chance to be </a:t>
            </a:r>
            <a:r>
              <a:rPr lang="en-US" sz="2400" b="1" i="1" dirty="0"/>
              <a:t>in the driver’s seat</a:t>
            </a:r>
            <a:r>
              <a:rPr lang="en-US" sz="2400" dirty="0"/>
              <a:t>.”</a:t>
            </a:r>
            <a:br>
              <a:rPr lang="en-US" sz="2400" dirty="0"/>
            </a:br>
            <a:endParaRPr lang="en-US" sz="2400" dirty="0"/>
          </a:p>
        </p:txBody>
      </p:sp>
    </p:spTree>
    <p:extLst>
      <p:ext uri="{BB962C8B-B14F-4D97-AF65-F5344CB8AC3E}">
        <p14:creationId xmlns:p14="http://schemas.microsoft.com/office/powerpoint/2010/main" val="7637515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D5B297B-2E86-F34A-B36C-25BE77253417}"/>
              </a:ext>
            </a:extLst>
          </p:cNvPr>
          <p:cNvSpPr>
            <a:spLocks noGrp="1"/>
          </p:cNvSpPr>
          <p:nvPr>
            <p:ph type="sldNum" sz="quarter" idx="12"/>
          </p:nvPr>
        </p:nvSpPr>
        <p:spPr/>
        <p:txBody>
          <a:bodyPr/>
          <a:lstStyle/>
          <a:p>
            <a:fld id="{5C20E49D-532B-574C-9B28-3CB5D48BEFC2}" type="slidenum">
              <a:rPr lang="en-US" smtClean="0"/>
              <a:t>61</a:t>
            </a:fld>
            <a:endParaRPr lang="en-US"/>
          </a:p>
        </p:txBody>
      </p:sp>
      <p:sp>
        <p:nvSpPr>
          <p:cNvPr id="3" name="Content Placeholder 2">
            <a:extLst>
              <a:ext uri="{FF2B5EF4-FFF2-40B4-BE49-F238E27FC236}">
                <a16:creationId xmlns:a16="http://schemas.microsoft.com/office/drawing/2014/main" id="{B6E3BD9D-8106-8542-BAFC-304FC0CCC04B}"/>
              </a:ext>
            </a:extLst>
          </p:cNvPr>
          <p:cNvSpPr>
            <a:spLocks noGrp="1"/>
          </p:cNvSpPr>
          <p:nvPr>
            <p:ph idx="1"/>
          </p:nvPr>
        </p:nvSpPr>
        <p:spPr>
          <a:xfrm>
            <a:off x="527050" y="1401764"/>
            <a:ext cx="8401050" cy="942975"/>
          </a:xfrm>
        </p:spPr>
        <p:txBody>
          <a:bodyPr>
            <a:normAutofit/>
          </a:bodyPr>
          <a:lstStyle/>
          <a:p>
            <a:r>
              <a:rPr lang="en-US" sz="2000" dirty="0">
                <a:hlinkClick r:id="rId2"/>
              </a:rPr>
              <a:t>https://umassboston.co1.qualtrics.com/jfe/form/SV_etl29yc9SFtWljU</a:t>
            </a:r>
            <a:r>
              <a:rPr lang="en-US" sz="2000" dirty="0"/>
              <a:t> </a:t>
            </a:r>
          </a:p>
        </p:txBody>
      </p:sp>
      <p:pic>
        <p:nvPicPr>
          <p:cNvPr id="6" name="Picture 5">
            <a:extLst>
              <a:ext uri="{FF2B5EF4-FFF2-40B4-BE49-F238E27FC236}">
                <a16:creationId xmlns:a16="http://schemas.microsoft.com/office/drawing/2014/main" id="{C1C3FD2D-A432-1744-931F-0A88DFE9C908}"/>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438400" y="2071686"/>
            <a:ext cx="4267200" cy="4183065"/>
          </a:xfrm>
          <a:prstGeom prst="rect">
            <a:avLst/>
          </a:prstGeom>
          <a:ln>
            <a:solidFill>
              <a:schemeClr val="tx1"/>
            </a:solidFill>
          </a:ln>
        </p:spPr>
      </p:pic>
      <p:sp>
        <p:nvSpPr>
          <p:cNvPr id="2" name="Title 1">
            <a:extLst>
              <a:ext uri="{FF2B5EF4-FFF2-40B4-BE49-F238E27FC236}">
                <a16:creationId xmlns:a16="http://schemas.microsoft.com/office/drawing/2014/main" id="{F0DFE6EA-ADA4-E94D-B5D7-139ED2A930E6}"/>
              </a:ext>
            </a:extLst>
          </p:cNvPr>
          <p:cNvSpPr>
            <a:spLocks noGrp="1"/>
          </p:cNvSpPr>
          <p:nvPr>
            <p:ph type="title"/>
          </p:nvPr>
        </p:nvSpPr>
        <p:spPr>
          <a:xfrm>
            <a:off x="628650" y="136524"/>
            <a:ext cx="7886700" cy="1325563"/>
          </a:xfrm>
        </p:spPr>
        <p:txBody>
          <a:bodyPr/>
          <a:lstStyle/>
          <a:p>
            <a:r>
              <a:rPr lang="en-US" b="1" cap="small" dirty="0"/>
              <a:t>Evaluation</a:t>
            </a:r>
          </a:p>
        </p:txBody>
      </p:sp>
      <p:sp>
        <p:nvSpPr>
          <p:cNvPr id="7" name="Rectangle 9">
            <a:extLst>
              <a:ext uri="{FF2B5EF4-FFF2-40B4-BE49-F238E27FC236}">
                <a16:creationId xmlns:a16="http://schemas.microsoft.com/office/drawing/2014/main" id="{41E7C69C-C674-0C49-AA25-B423A449C9DC}"/>
              </a:ext>
              <a:ext uri="{C183D7F6-B498-43B3-948B-1728B52AA6E4}">
                <adec:decorative xmlns:adec="http://schemas.microsoft.com/office/drawing/2017/decorative" val="1"/>
              </a:ext>
            </a:extLst>
          </p:cNvPr>
          <p:cNvSpPr>
            <a:spLocks noChangeArrowheads="1"/>
          </p:cNvSpPr>
          <p:nvPr/>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Tree>
    <p:extLst>
      <p:ext uri="{BB962C8B-B14F-4D97-AF65-F5344CB8AC3E}">
        <p14:creationId xmlns:p14="http://schemas.microsoft.com/office/powerpoint/2010/main" val="2055772331"/>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3">
            <a:extLst>
              <a:ext uri="{FF2B5EF4-FFF2-40B4-BE49-F238E27FC236}">
                <a16:creationId xmlns:a16="http://schemas.microsoft.com/office/drawing/2014/main" id="{85016AEC-0320-4ED0-8ECB-FE11DDDFE1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Verdana"/>
              <a:ea typeface="Osaka"/>
              <a:cs typeface="+mn-cs"/>
            </a:endParaRPr>
          </a:p>
        </p:txBody>
      </p:sp>
      <p:sp>
        <p:nvSpPr>
          <p:cNvPr id="15" name="Rectangle 15">
            <a:extLst>
              <a:ext uri="{FF2B5EF4-FFF2-40B4-BE49-F238E27FC236}">
                <a16:creationId xmlns:a16="http://schemas.microsoft.com/office/drawing/2014/main" id="{C70C3B59-DE2C-4611-8148-812575C5C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541782"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Verdana"/>
              <a:ea typeface="Osaka"/>
              <a:cs typeface="+mn-cs"/>
            </a:endParaRPr>
          </a:p>
        </p:txBody>
      </p:sp>
      <p:sp>
        <p:nvSpPr>
          <p:cNvPr id="4" name="Content Placeholder 3">
            <a:extLst>
              <a:ext uri="{FF2B5EF4-FFF2-40B4-BE49-F238E27FC236}">
                <a16:creationId xmlns:a16="http://schemas.microsoft.com/office/drawing/2014/main" id="{D19BF16C-652B-4F42-8539-956FEA03BB1B}"/>
              </a:ext>
            </a:extLst>
          </p:cNvPr>
          <p:cNvSpPr>
            <a:spLocks noGrp="1"/>
          </p:cNvSpPr>
          <p:nvPr>
            <p:ph sz="half" idx="2"/>
          </p:nvPr>
        </p:nvSpPr>
        <p:spPr>
          <a:xfrm>
            <a:off x="3886200" y="4233777"/>
            <a:ext cx="4797442" cy="2015774"/>
          </a:xfrm>
          <a:ln>
            <a:solidFill>
              <a:schemeClr val="accent5">
                <a:lumMod val="25000"/>
              </a:schemeClr>
            </a:solidFill>
          </a:ln>
        </p:spPr>
        <p:txBody>
          <a:bodyPr vert="horz" lIns="91440" tIns="45720" rIns="91440" bIns="45720" rtlCol="0" anchor="ctr">
            <a:normAutofit/>
          </a:bodyPr>
          <a:lstStyle/>
          <a:p>
            <a:pPr marL="0" indent="-228600" eaLnBrk="1" hangingPunct="1">
              <a:lnSpc>
                <a:spcPct val="90000"/>
              </a:lnSpc>
              <a:buFont typeface="Arial" panose="020B0604020202020204" pitchFamily="34" charset="0"/>
              <a:buChar char="•"/>
            </a:pPr>
            <a:endParaRPr lang="en-US" sz="1700" dirty="0">
              <a:latin typeface="+mn-lt"/>
              <a:cs typeface="+mn-cs"/>
            </a:endParaRPr>
          </a:p>
          <a:p>
            <a:pPr marL="0" indent="0" eaLnBrk="1" hangingPunct="1">
              <a:lnSpc>
                <a:spcPct val="90000"/>
              </a:lnSpc>
              <a:buNone/>
            </a:pPr>
            <a:r>
              <a:rPr lang="en-US" sz="2400" dirty="0">
                <a:latin typeface="Arial" panose="020B0604020202020204" pitchFamily="34" charset="0"/>
                <a:cs typeface="Arial" panose="020B0604020202020204" pitchFamily="34" charset="0"/>
              </a:rPr>
              <a:t>QUESTIONS OR COMMENTS?</a:t>
            </a:r>
          </a:p>
          <a:p>
            <a:pPr marL="0" indent="-228600" eaLnBrk="1" hangingPunct="1">
              <a:lnSpc>
                <a:spcPct val="90000"/>
              </a:lnSpc>
              <a:buFont typeface="Arial" panose="020B0604020202020204" pitchFamily="34" charset="0"/>
              <a:buChar char="•"/>
            </a:pPr>
            <a:r>
              <a:rPr lang="en-US" sz="2000" b="0" dirty="0">
                <a:latin typeface="Arial" panose="020B0604020202020204" pitchFamily="34" charset="0"/>
                <a:cs typeface="Arial" panose="020B0604020202020204" pitchFamily="34" charset="0"/>
              </a:rPr>
              <a:t>David Hoff: </a:t>
            </a:r>
            <a:r>
              <a:rPr lang="en-US" sz="2000" b="0" dirty="0">
                <a:latin typeface="Arial" panose="020B0604020202020204" pitchFamily="34" charset="0"/>
                <a:cs typeface="Arial" panose="020B0604020202020204" pitchFamily="34" charset="0"/>
                <a:hlinkClick r:id="rId3"/>
              </a:rPr>
              <a:t>david.hoff@umb.edu</a:t>
            </a:r>
            <a:endParaRPr lang="en-US" sz="2000" b="0" dirty="0">
              <a:latin typeface="Arial" panose="020B0604020202020204" pitchFamily="34" charset="0"/>
              <a:cs typeface="Arial" panose="020B0604020202020204" pitchFamily="34" charset="0"/>
            </a:endParaRPr>
          </a:p>
          <a:p>
            <a:pPr marL="0" indent="-228600" eaLnBrk="1" hangingPunct="1">
              <a:lnSpc>
                <a:spcPct val="90000"/>
              </a:lnSpc>
              <a:buFont typeface="Arial" panose="020B0604020202020204" pitchFamily="34" charset="0"/>
              <a:buChar char="•"/>
            </a:pPr>
            <a:r>
              <a:rPr lang="en-US" sz="2000" b="0" dirty="0">
                <a:latin typeface="Arial" panose="020B0604020202020204" pitchFamily="34" charset="0"/>
                <a:cs typeface="Arial" panose="020B0604020202020204" pitchFamily="34" charset="0"/>
              </a:rPr>
              <a:t>Russ </a:t>
            </a:r>
            <a:r>
              <a:rPr lang="en-US" sz="2000" b="0" dirty="0" err="1">
                <a:latin typeface="Arial" panose="020B0604020202020204" pitchFamily="34" charset="0"/>
                <a:cs typeface="Arial" panose="020B0604020202020204" pitchFamily="34" charset="0"/>
              </a:rPr>
              <a:t>Thelin</a:t>
            </a:r>
            <a:r>
              <a:rPr lang="en-US" sz="2000" b="0" dirty="0">
                <a:latin typeface="Arial" panose="020B0604020202020204" pitchFamily="34" charset="0"/>
                <a:cs typeface="Arial" panose="020B0604020202020204" pitchFamily="34" charset="0"/>
              </a:rPr>
              <a:t>: </a:t>
            </a:r>
            <a:r>
              <a:rPr lang="en-US" sz="2000" b="0" dirty="0">
                <a:latin typeface="Arial" panose="020B0604020202020204" pitchFamily="34" charset="0"/>
                <a:cs typeface="Arial" panose="020B0604020202020204" pitchFamily="34" charset="0"/>
                <a:hlinkClick r:id="rId4"/>
              </a:rPr>
              <a:t>russell.thelin@umb.edu</a:t>
            </a:r>
            <a:endParaRPr lang="en-US" sz="2000" b="0" dirty="0">
              <a:latin typeface="Arial" panose="020B0604020202020204" pitchFamily="34" charset="0"/>
              <a:cs typeface="Arial" panose="020B0604020202020204" pitchFamily="34" charset="0"/>
            </a:endParaRPr>
          </a:p>
          <a:p>
            <a:pPr marL="0" indent="-228600" eaLnBrk="1" hangingPunct="1">
              <a:lnSpc>
                <a:spcPct val="90000"/>
              </a:lnSpc>
              <a:buFont typeface="Arial" panose="020B0604020202020204" pitchFamily="34" charset="0"/>
              <a:buChar char="•"/>
            </a:pPr>
            <a:r>
              <a:rPr lang="en-US" sz="2000" b="0" dirty="0">
                <a:latin typeface="Arial" panose="020B0604020202020204" pitchFamily="34" charset="0"/>
                <a:cs typeface="Arial" panose="020B0604020202020204" pitchFamily="34" charset="0"/>
              </a:rPr>
              <a:t>Mary </a:t>
            </a:r>
            <a:r>
              <a:rPr lang="en-US" sz="2000" b="0" dirty="0" err="1">
                <a:latin typeface="Arial" panose="020B0604020202020204" pitchFamily="34" charset="0"/>
                <a:cs typeface="Arial" panose="020B0604020202020204" pitchFamily="34" charset="0"/>
              </a:rPr>
              <a:t>DiBiase</a:t>
            </a:r>
            <a:r>
              <a:rPr lang="en-US" sz="2000" b="0" dirty="0">
                <a:latin typeface="Arial" panose="020B0604020202020204" pitchFamily="34" charset="0"/>
                <a:cs typeface="Arial" panose="020B0604020202020204" pitchFamily="34" charset="0"/>
              </a:rPr>
              <a:t>: </a:t>
            </a:r>
            <a:r>
              <a:rPr lang="en-US" sz="2000" b="0" dirty="0">
                <a:latin typeface="Arial" panose="020B0604020202020204" pitchFamily="34" charset="0"/>
                <a:cs typeface="Arial" panose="020B0604020202020204" pitchFamily="34" charset="0"/>
                <a:hlinkClick r:id="rId5"/>
              </a:rPr>
              <a:t>mary.dibiase@umb.edu</a:t>
            </a:r>
            <a:endParaRPr lang="en-US" sz="2000" b="0" dirty="0">
              <a:latin typeface="Arial" panose="020B0604020202020204" pitchFamily="34" charset="0"/>
              <a:cs typeface="Arial" panose="020B0604020202020204" pitchFamily="34" charset="0"/>
            </a:endParaRPr>
          </a:p>
          <a:p>
            <a:pPr marL="0" indent="-228600" eaLnBrk="1" hangingPunct="1">
              <a:lnSpc>
                <a:spcPct val="90000"/>
              </a:lnSpc>
              <a:buFont typeface="Arial" panose="020B0604020202020204" pitchFamily="34" charset="0"/>
              <a:buChar char="•"/>
            </a:pPr>
            <a:endParaRPr lang="en-US" sz="1700" dirty="0">
              <a:latin typeface="+mn-lt"/>
              <a:cs typeface="+mn-cs"/>
            </a:endParaRPr>
          </a:p>
        </p:txBody>
      </p:sp>
      <p:sp>
        <p:nvSpPr>
          <p:cNvPr id="9" name="TextBox 8">
            <a:extLst>
              <a:ext uri="{FF2B5EF4-FFF2-40B4-BE49-F238E27FC236}">
                <a16:creationId xmlns:a16="http://schemas.microsoft.com/office/drawing/2014/main" id="{110070C4-51FC-4152-96D0-CAAEA5871D57}"/>
              </a:ext>
            </a:extLst>
          </p:cNvPr>
          <p:cNvSpPr txBox="1"/>
          <p:nvPr/>
        </p:nvSpPr>
        <p:spPr>
          <a:xfrm>
            <a:off x="893898" y="4233777"/>
            <a:ext cx="3318322" cy="2015774"/>
          </a:xfrm>
          <a:prstGeom prst="rect">
            <a:avLst/>
          </a:prstGeom>
        </p:spPr>
        <p:txBody>
          <a:bodyPr vert="horz" lIns="91440" tIns="45720" rIns="91440" bIns="45720" rtlCol="0" anchor="ctr">
            <a:normAutofit/>
          </a:bodyPr>
          <a:lstStyle/>
          <a:p>
            <a:pPr marL="0" marR="0" lvl="0" indent="0" algn="l" defTabSz="914400" rtl="0" eaLnBrk="1" fontAlgn="base" latinLnBrk="0" hangingPunct="1">
              <a:lnSpc>
                <a:spcPct val="90000"/>
              </a:lnSpc>
              <a:spcBef>
                <a:spcPct val="0"/>
              </a:spcBef>
              <a:spcAft>
                <a:spcPts val="600"/>
              </a:spcAft>
              <a:buClrTx/>
              <a:buSzTx/>
              <a:buFontTx/>
              <a:buNone/>
              <a:tabLst/>
              <a:defRPr/>
            </a:pPr>
            <a:r>
              <a:rPr kumimoji="0" lang="en-US" sz="3200" b="1" i="0" u="none" strike="noStrike" kern="1200" cap="none" spc="0" normalizeH="0" baseline="0" noProof="0">
                <a:ln>
                  <a:noFill/>
                </a:ln>
                <a:solidFill>
                  <a:srgbClr val="000000"/>
                </a:solidFill>
                <a:effectLst/>
                <a:uLnTx/>
                <a:uFillTx/>
                <a:latin typeface="Arial" panose="020B0604020202020204" pitchFamily="34" charset="0"/>
                <a:ea typeface="Osaka"/>
                <a:cs typeface="Arial" panose="020B0604020202020204" pitchFamily="34" charset="0"/>
              </a:rPr>
              <a:t>THANK YOU FOR WHAT YOU DO!</a:t>
            </a:r>
          </a:p>
        </p:txBody>
      </p:sp>
      <p:pic>
        <p:nvPicPr>
          <p:cNvPr id="6" name="Picture 5">
            <a:extLst>
              <a:ext uri="{FF2B5EF4-FFF2-40B4-BE49-F238E27FC236}">
                <a16:creationId xmlns:a16="http://schemas.microsoft.com/office/drawing/2014/main" id="{28E9E88E-C859-4100-B34B-0A53A246AD6B}"/>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1012148" y="1227987"/>
            <a:ext cx="7671494" cy="2397341"/>
          </a:xfrm>
          <a:prstGeom prst="rect">
            <a:avLst/>
          </a:prstGeom>
          <a:effectLst>
            <a:outerShdw blurRad="406400" dist="317500" dir="5400000" sx="89000" sy="89000" rotWithShape="0">
              <a:prstClr val="black">
                <a:alpha val="15000"/>
              </a:prstClr>
            </a:outerShdw>
          </a:effectLst>
        </p:spPr>
      </p:pic>
      <p:sp>
        <p:nvSpPr>
          <p:cNvPr id="2" name="Title 1">
            <a:extLst>
              <a:ext uri="{FF2B5EF4-FFF2-40B4-BE49-F238E27FC236}">
                <a16:creationId xmlns:a16="http://schemas.microsoft.com/office/drawing/2014/main" id="{C80AA036-3157-BE43-B860-5E8A948AB3CF}"/>
              </a:ext>
            </a:extLst>
          </p:cNvPr>
          <p:cNvSpPr>
            <a:spLocks noGrp="1"/>
          </p:cNvSpPr>
          <p:nvPr>
            <p:ph type="title"/>
          </p:nvPr>
        </p:nvSpPr>
        <p:spPr>
          <a:xfrm>
            <a:off x="685685" y="-1447224"/>
            <a:ext cx="7772400" cy="1143000"/>
          </a:xfrm>
        </p:spPr>
        <p:txBody>
          <a:bodyPr/>
          <a:lstStyle/>
          <a:p>
            <a:r>
              <a:rPr lang="en-US" dirty="0"/>
              <a:t>Thank You</a:t>
            </a:r>
          </a:p>
        </p:txBody>
      </p:sp>
    </p:spTree>
    <p:extLst>
      <p:ext uri="{BB962C8B-B14F-4D97-AF65-F5344CB8AC3E}">
        <p14:creationId xmlns:p14="http://schemas.microsoft.com/office/powerpoint/2010/main" val="1632919322"/>
      </p:ext>
    </p:extLst>
  </p:cSld>
  <p:clrMapOvr>
    <a:masterClrMapping/>
  </p:clrMapOvr>
  <p:transition spd="slow">
    <p:wipe/>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ge Photography">
  <a:themeElements>
    <a:clrScheme name="JFF Colors 1">
      <a:dk1>
        <a:srgbClr val="222222"/>
      </a:dk1>
      <a:lt1>
        <a:srgbClr val="FFFFFF"/>
      </a:lt1>
      <a:dk2>
        <a:srgbClr val="7B868C"/>
      </a:dk2>
      <a:lt2>
        <a:srgbClr val="D9D8D6"/>
      </a:lt2>
      <a:accent1>
        <a:srgbClr val="FF532E"/>
      </a:accent1>
      <a:accent2>
        <a:srgbClr val="3AC1CC"/>
      </a:accent2>
      <a:accent3>
        <a:srgbClr val="DEE12B"/>
      </a:accent3>
      <a:accent4>
        <a:srgbClr val="00CE7B"/>
      </a:accent4>
      <a:accent5>
        <a:srgbClr val="B3DFD7"/>
      </a:accent5>
      <a:accent6>
        <a:srgbClr val="F0D383"/>
      </a:accent6>
      <a:hlink>
        <a:srgbClr val="3A5DAB"/>
      </a:hlink>
      <a:folHlink>
        <a:srgbClr val="0077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heme2" id="{6710149A-582D-3742-96CD-BDC54B2318BE}" vid="{DFAE3D30-4EA1-6949-9475-E311DE2C05E6}"/>
    </a:ext>
  </a:extLst>
</a:theme>
</file>

<file path=ppt/theme/theme4.xml><?xml version="1.0" encoding="utf-8"?>
<a:theme xmlns:a="http://schemas.openxmlformats.org/drawingml/2006/main" name="1_Large Photography">
  <a:themeElements>
    <a:clrScheme name="JFF Colors 1">
      <a:dk1>
        <a:srgbClr val="222222"/>
      </a:dk1>
      <a:lt1>
        <a:srgbClr val="FFFFFF"/>
      </a:lt1>
      <a:dk2>
        <a:srgbClr val="7B868C"/>
      </a:dk2>
      <a:lt2>
        <a:srgbClr val="D9D8D6"/>
      </a:lt2>
      <a:accent1>
        <a:srgbClr val="FF532E"/>
      </a:accent1>
      <a:accent2>
        <a:srgbClr val="3AC1CC"/>
      </a:accent2>
      <a:accent3>
        <a:srgbClr val="DEE12B"/>
      </a:accent3>
      <a:accent4>
        <a:srgbClr val="00CE7B"/>
      </a:accent4>
      <a:accent5>
        <a:srgbClr val="B3DFD7"/>
      </a:accent5>
      <a:accent6>
        <a:srgbClr val="F0D383"/>
      </a:accent6>
      <a:hlink>
        <a:srgbClr val="3A5DAB"/>
      </a:hlink>
      <a:folHlink>
        <a:srgbClr val="00776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heme2" id="{6710149A-582D-3742-96CD-BDC54B2318BE}" vid="{DFAE3D30-4EA1-6949-9475-E311DE2C05E6}"/>
    </a:ext>
  </a:extLst>
</a:theme>
</file>

<file path=ppt/theme/theme5.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F019337DF98A499EAAC8A798D6801F" ma:contentTypeVersion="12" ma:contentTypeDescription="Create a new document." ma:contentTypeScope="" ma:versionID="7666b2807527ea28ff393d3607e1cb9b">
  <xsd:schema xmlns:xsd="http://www.w3.org/2001/XMLSchema" xmlns:xs="http://www.w3.org/2001/XMLSchema" xmlns:p="http://schemas.microsoft.com/office/2006/metadata/properties" xmlns:ns2="2bc8ae9c-bef2-4549-a984-96433b9672ec" xmlns:ns3="2bb0f661-3dcc-4120-973d-72296a565fac" targetNamespace="http://schemas.microsoft.com/office/2006/metadata/properties" ma:root="true" ma:fieldsID="e405bbf0a0b48eae02a1461fbc11997c" ns2:_="" ns3:_="">
    <xsd:import namespace="2bc8ae9c-bef2-4549-a984-96433b9672ec"/>
    <xsd:import namespace="2bb0f661-3dcc-4120-973d-72296a565f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c8ae9c-bef2-4549-a984-96433b967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b0f661-3dcc-4120-973d-72296a565fa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44C976-94EE-4168-AFE7-A83E7C958363}">
  <ds:schemaRefs>
    <ds:schemaRef ds:uri="http://schemas.microsoft.com/office/2006/documentManagement/types"/>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elements/1.1/"/>
    <ds:schemaRef ds:uri="http://purl.org/dc/dcmitype/"/>
    <ds:schemaRef ds:uri="http://www.w3.org/XML/1998/namespace"/>
    <ds:schemaRef ds:uri="2bb0f661-3dcc-4120-973d-72296a565fac"/>
    <ds:schemaRef ds:uri="2bc8ae9c-bef2-4549-a984-96433b9672ec"/>
  </ds:schemaRefs>
</ds:datastoreItem>
</file>

<file path=customXml/itemProps2.xml><?xml version="1.0" encoding="utf-8"?>
<ds:datastoreItem xmlns:ds="http://schemas.openxmlformats.org/officeDocument/2006/customXml" ds:itemID="{76A6DD7C-2E25-436D-B419-1C35057B6F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c8ae9c-bef2-4549-a984-96433b9672ec"/>
    <ds:schemaRef ds:uri="2bb0f661-3dcc-4120-973d-72296a565f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E1B9D3B-1438-4792-80C1-80AF0716D0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2004:Templates:Presentations:Designs:Blank Presentation</Template>
  <TotalTime>1475</TotalTime>
  <Words>2834</Words>
  <Application>Microsoft Macintosh PowerPoint</Application>
  <PresentationFormat>On-screen Show (4:3)</PresentationFormat>
  <Paragraphs>312</Paragraphs>
  <Slides>62</Slides>
  <Notes>26</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62</vt:i4>
      </vt:variant>
    </vt:vector>
  </HeadingPairs>
  <TitlesOfParts>
    <vt:vector size="77" baseType="lpstr">
      <vt:lpstr>Arial</vt:lpstr>
      <vt:lpstr>Calibri</vt:lpstr>
      <vt:lpstr>Calibri Light</vt:lpstr>
      <vt:lpstr>Chalkboard</vt:lpstr>
      <vt:lpstr>Gill Sans MT</vt:lpstr>
      <vt:lpstr>Impact</vt:lpstr>
      <vt:lpstr>Myriad Pro</vt:lpstr>
      <vt:lpstr>Verdana</vt:lpstr>
      <vt:lpstr>Wingdings</vt:lpstr>
      <vt:lpstr>Blank Presentation</vt:lpstr>
      <vt:lpstr>Custom Design</vt:lpstr>
      <vt:lpstr>Large Photography</vt:lpstr>
      <vt:lpstr>1_Large Photography</vt:lpstr>
      <vt:lpstr>1_Blank Presentation</vt:lpstr>
      <vt:lpstr>Office Theme</vt:lpstr>
      <vt:lpstr>Institute for Community Inclusion</vt:lpstr>
      <vt:lpstr>IT’s Employment</vt:lpstr>
      <vt:lpstr>Welcome</vt:lpstr>
      <vt:lpstr>SESSION AGENDA</vt:lpstr>
      <vt:lpstr>SESSION AGENDA</vt:lpstr>
      <vt:lpstr>“Listen to our dreams about having a job. We want to work just like others.” </vt:lpstr>
      <vt:lpstr>DVR Counselor Tasks</vt:lpstr>
      <vt:lpstr>Impact of Intellectual Disability on Individual</vt:lpstr>
      <vt:lpstr>Social &amp; Societal Impact of Intellectual Disabilities</vt:lpstr>
      <vt:lpstr>Exercise   Addressing impact of ID in Vocational Rehabilitation Counseling </vt:lpstr>
      <vt:lpstr>Discussion   Strategies for Addressing Impact of ID</vt:lpstr>
      <vt:lpstr>Determining whether individuals with ID can benefit in terms of an employment outcome from VR services </vt:lpstr>
      <vt:lpstr>Trial Work Experiences</vt:lpstr>
      <vt:lpstr>Comprehensive Assessment Activities</vt:lpstr>
      <vt:lpstr>Assessment Strategies</vt:lpstr>
      <vt:lpstr>https://employmentfirstcolorado.org/career-exploration </vt:lpstr>
      <vt:lpstr>Career Development The Process of Progression in Career Development</vt:lpstr>
      <vt:lpstr>INCOME Framework</vt:lpstr>
      <vt:lpstr>Imagining</vt:lpstr>
      <vt:lpstr>INforming</vt:lpstr>
      <vt:lpstr>Career Self-Efficacy</vt:lpstr>
      <vt:lpstr>Creating Career Self-Efficacy</vt:lpstr>
      <vt:lpstr>Choosing</vt:lpstr>
      <vt:lpstr>Evolving career development experiences</vt:lpstr>
      <vt:lpstr>Enhancing Belief in Career Self-Efficacy</vt:lpstr>
      <vt:lpstr>Striking the Right Balance</vt:lpstr>
      <vt:lpstr>BREAK</vt:lpstr>
      <vt:lpstr>Work-Based Learning</vt:lpstr>
      <vt:lpstr>Why Work-Based Learning?</vt:lpstr>
      <vt:lpstr> Examples: Work-Based Learning</vt:lpstr>
      <vt:lpstr>Colorado’s Work-Based Learning Continuum</vt:lpstr>
      <vt:lpstr>Work-Based Learning Best Practices</vt:lpstr>
      <vt:lpstr>Work-Based Learning Best Practices</vt:lpstr>
      <vt:lpstr>Pre-ETS Work-Based Learning</vt:lpstr>
      <vt:lpstr>Areas for Reflection</vt:lpstr>
      <vt:lpstr>Options for Reflection</vt:lpstr>
      <vt:lpstr>www.cde.state.co.us/postsecondary/workbasedlearning </vt:lpstr>
      <vt:lpstr>Work-Based Learning Guide and Resource Handout</vt:lpstr>
      <vt:lpstr>Andraea Lavant Quote</vt:lpstr>
      <vt:lpstr>Informed Choice &amp; Self-Determination: Another Look</vt:lpstr>
      <vt:lpstr>The role of the professional is to create and facilitate the ideal circumstances for individuals to make their own choices and decisions regarding employment</vt:lpstr>
      <vt:lpstr>“DVR staff shall inform each applicant and recipient of services through appropriate modes of communication about the availability of and opportunities to exercise informed choice.”</vt:lpstr>
      <vt:lpstr>Examples of “Un-Informed” Choice</vt:lpstr>
      <vt:lpstr>Not Informed Choice</vt:lpstr>
      <vt:lpstr>Ensuring Informed Choice &amp; Self-Determination</vt:lpstr>
      <vt:lpstr>Encouraging Choice &amp; Self-Determination</vt:lpstr>
      <vt:lpstr>Informed Choice and Promoting Self-Determination:   Phrases to Avoid</vt:lpstr>
      <vt:lpstr>Should staff remain neutral about individual working?</vt:lpstr>
      <vt:lpstr>Informed Choice Publication</vt:lpstr>
      <vt:lpstr>Benefit Issues</vt:lpstr>
      <vt:lpstr>“Receiving cash benefits in early ages may have negative impacts on self-concept of youth with intellectual disabilities, confirming their beliefs that they cannot work.”</vt:lpstr>
      <vt:lpstr>Engaging Youth &amp; Families on Benefit Issues</vt:lpstr>
      <vt:lpstr>“Let’s work the problem people. Let’s not make things worse by guessing.”</vt:lpstr>
      <vt:lpstr>https://employmentfirstcolorado.org/disability-benefits-benefits-counseling/ </vt:lpstr>
      <vt:lpstr>Coming Soon</vt:lpstr>
      <vt:lpstr>Cross-Cultural Issues</vt:lpstr>
      <vt:lpstr>Cross-Cultural Issues: Strategies</vt:lpstr>
      <vt:lpstr>http://cirrie-sphhp.webapps.buffalo.edu/culture/monographs </vt:lpstr>
      <vt:lpstr>Resource Handout</vt:lpstr>
      <vt:lpstr>“Presume competence. And what we mean by presuming competence is when you meet a person with a disability you assume they are capable.   Don’t assume that someone can or can’t do things but make sure they tell you what they need for accommodations and give them the chance to be in the driver’s seat.” </vt:lpstr>
      <vt:lpstr>Evaluation</vt:lpstr>
      <vt:lpstr>Thank You</vt:lpstr>
    </vt:vector>
  </TitlesOfParts>
  <Company>UMass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ICI</dc:creator>
  <cp:lastModifiedBy>David Hoff</cp:lastModifiedBy>
  <cp:revision>102</cp:revision>
  <dcterms:created xsi:type="dcterms:W3CDTF">2006-09-27T14:52:23Z</dcterms:created>
  <dcterms:modified xsi:type="dcterms:W3CDTF">2021-06-01T19:31:38Z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0x01010002F019337DF98A499EAAC8A798D6801F</vt:lpwstr>
  </property>
</Properties>
</file>