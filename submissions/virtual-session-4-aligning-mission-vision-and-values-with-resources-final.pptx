
<file path=[Content_Types].xml><?xml version="1.0" encoding="utf-8"?>
<Types xmlns="http://schemas.openxmlformats.org/package/2006/content-types">
  <Default Extension="eps" ContentType="image/ep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1" r:id="rId4"/>
  </p:sldMasterIdLst>
  <p:notesMasterIdLst>
    <p:notesMasterId r:id="rId20"/>
  </p:notesMasterIdLst>
  <p:sldIdLst>
    <p:sldId id="256" r:id="rId5"/>
    <p:sldId id="3561" r:id="rId6"/>
    <p:sldId id="3563" r:id="rId7"/>
    <p:sldId id="497" r:id="rId8"/>
    <p:sldId id="277" r:id="rId9"/>
    <p:sldId id="1311" r:id="rId10"/>
    <p:sldId id="3564" r:id="rId11"/>
    <p:sldId id="1316" r:id="rId12"/>
    <p:sldId id="1345" r:id="rId13"/>
    <p:sldId id="1348" r:id="rId14"/>
    <p:sldId id="1313" r:id="rId15"/>
    <p:sldId id="1315" r:id="rId16"/>
    <p:sldId id="502" r:id="rId17"/>
    <p:sldId id="506" r:id="rId18"/>
    <p:sldId id="356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F384E5-CB3D-C24D-A06B-6FC5F0C85919}">
          <p14:sldIdLst>
            <p14:sldId id="256"/>
            <p14:sldId id="3561"/>
            <p14:sldId id="3563"/>
            <p14:sldId id="497"/>
            <p14:sldId id="277"/>
            <p14:sldId id="1311"/>
            <p14:sldId id="3564"/>
            <p14:sldId id="1316"/>
            <p14:sldId id="1345"/>
            <p14:sldId id="1348"/>
            <p14:sldId id="1313"/>
            <p14:sldId id="1315"/>
          </p14:sldIdLst>
        </p14:section>
        <p14:section name="Untitled Section" id="{FB007EE1-944F-B142-BB6F-47E954C70203}">
          <p14:sldIdLst>
            <p14:sldId id="502"/>
            <p14:sldId id="506"/>
            <p14:sldId id="35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19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F3F75F-CA73-A7B6-1E9A-FF949B712477}" v="67" dt="2026-01-27T18:17:26.421"/>
    <p1510:client id="{C81604E8-64DE-7D40-01A8-ACC113B90429}" v="6" dt="2026-01-27T20:25:06.3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EB54D7-D621-483C-A84E-6074B50A7E1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37FE82-56B3-4E38-88DE-5F5FF17D72D7}">
      <dgm:prSet/>
      <dgm:spPr/>
      <dgm:t>
        <a:bodyPr/>
        <a:lstStyle/>
        <a:p>
          <a:r>
            <a:rPr lang="en-US"/>
            <a:t>Course Modules:</a:t>
          </a:r>
        </a:p>
      </dgm:t>
    </dgm:pt>
    <dgm:pt modelId="{56706AFB-E480-41CF-9AD8-93423A8C7D55}" type="parTrans" cxnId="{366C4709-87C0-40AC-B78D-F4B81E505048}">
      <dgm:prSet/>
      <dgm:spPr/>
      <dgm:t>
        <a:bodyPr/>
        <a:lstStyle/>
        <a:p>
          <a:endParaRPr lang="en-US"/>
        </a:p>
      </dgm:t>
    </dgm:pt>
    <dgm:pt modelId="{380805CD-38AA-40E9-BA47-93249C489930}" type="sibTrans" cxnId="{366C4709-87C0-40AC-B78D-F4B81E505048}">
      <dgm:prSet/>
      <dgm:spPr/>
      <dgm:t>
        <a:bodyPr/>
        <a:lstStyle/>
        <a:p>
          <a:endParaRPr lang="en-US"/>
        </a:p>
      </dgm:t>
    </dgm:pt>
    <dgm:pt modelId="{2CC3325D-F26F-4169-A8F2-E9724DD9BF3E}">
      <dgm:prSet custT="1"/>
      <dgm:spPr/>
      <dgm:t>
        <a:bodyPr/>
        <a:lstStyle/>
        <a:p>
          <a:pPr rtl="0"/>
          <a:r>
            <a:rPr lang="en-US" sz="2200">
              <a:latin typeface="Calibri Light" panose="020F0302020204030204"/>
            </a:rPr>
            <a:t>#1: </a:t>
          </a:r>
          <a:r>
            <a:rPr lang="en-US" sz="2400">
              <a:latin typeface="Calibri Light" panose="020F0302020204030204"/>
            </a:rPr>
            <a:t>Course Orientation</a:t>
          </a:r>
          <a:endParaRPr lang="en-US" sz="2400"/>
        </a:p>
      </dgm:t>
    </dgm:pt>
    <dgm:pt modelId="{9F603017-AB6C-41A1-8370-359C4BAC0CDC}" type="parTrans" cxnId="{2040243A-CCBA-46F9-84AC-C440FEC0FABB}">
      <dgm:prSet/>
      <dgm:spPr/>
      <dgm:t>
        <a:bodyPr/>
        <a:lstStyle/>
        <a:p>
          <a:endParaRPr lang="en-US"/>
        </a:p>
      </dgm:t>
    </dgm:pt>
    <dgm:pt modelId="{7FB06108-F248-494E-9927-E529CB72C1A3}" type="sibTrans" cxnId="{2040243A-CCBA-46F9-84AC-C440FEC0FABB}">
      <dgm:prSet/>
      <dgm:spPr/>
      <dgm:t>
        <a:bodyPr/>
        <a:lstStyle/>
        <a:p>
          <a:endParaRPr lang="en-US"/>
        </a:p>
      </dgm:t>
    </dgm:pt>
    <dgm:pt modelId="{14A7E1AD-2AF7-45A4-8820-BB21B55E80B3}">
      <dgm:prSet custT="1"/>
      <dgm:spPr/>
      <dgm:t>
        <a:bodyPr/>
        <a:lstStyle/>
        <a:p>
          <a:pPr rtl="0"/>
          <a:r>
            <a:rPr lang="en-US" sz="2200">
              <a:latin typeface="Calibri Light" panose="020F0302020204030204"/>
            </a:rPr>
            <a:t>#2</a:t>
          </a:r>
          <a:r>
            <a:rPr lang="en-US" sz="2400">
              <a:latin typeface="Calibri Light" panose="020F0302020204030204"/>
            </a:rPr>
            <a:t>: Leadership</a:t>
          </a:r>
          <a:endParaRPr lang="en-US" sz="2400"/>
        </a:p>
      </dgm:t>
    </dgm:pt>
    <dgm:pt modelId="{17C9D00A-B296-4759-9DA6-F7B2D6755959}" type="parTrans" cxnId="{0A7EEEC7-D7C0-49BA-B739-32F518706FC7}">
      <dgm:prSet/>
      <dgm:spPr/>
      <dgm:t>
        <a:bodyPr/>
        <a:lstStyle/>
        <a:p>
          <a:endParaRPr lang="en-US"/>
        </a:p>
      </dgm:t>
    </dgm:pt>
    <dgm:pt modelId="{15B74401-03F9-405F-A3DD-DAFB79E4FF58}" type="sibTrans" cxnId="{0A7EEEC7-D7C0-49BA-B739-32F518706FC7}">
      <dgm:prSet/>
      <dgm:spPr/>
      <dgm:t>
        <a:bodyPr/>
        <a:lstStyle/>
        <a:p>
          <a:endParaRPr lang="en-US"/>
        </a:p>
      </dgm:t>
    </dgm:pt>
    <dgm:pt modelId="{085967A5-ED1D-4EBA-9005-7D51DCECA4E9}">
      <dgm:prSet custT="1"/>
      <dgm:spPr/>
      <dgm:t>
        <a:bodyPr/>
        <a:lstStyle/>
        <a:p>
          <a:pPr rtl="0"/>
          <a:r>
            <a:rPr lang="en-US" sz="2200">
              <a:latin typeface="Calibri Light" panose="020F0302020204030204"/>
            </a:rPr>
            <a:t>#3: </a:t>
          </a:r>
          <a:r>
            <a:rPr lang="en-US" sz="2400">
              <a:latin typeface="Calibri Light" panose="020F0302020204030204"/>
            </a:rPr>
            <a:t>Federal &amp; State Policy</a:t>
          </a:r>
          <a:endParaRPr lang="en-US" sz="2400"/>
        </a:p>
      </dgm:t>
    </dgm:pt>
    <dgm:pt modelId="{36C3DF61-826E-4171-BE3E-FD9A86745338}" type="parTrans" cxnId="{1309E725-CC5E-4132-84A8-BF2AA161CB98}">
      <dgm:prSet/>
      <dgm:spPr/>
      <dgm:t>
        <a:bodyPr/>
        <a:lstStyle/>
        <a:p>
          <a:endParaRPr lang="en-US"/>
        </a:p>
      </dgm:t>
    </dgm:pt>
    <dgm:pt modelId="{49A8EB24-0A6A-4DE2-8CD1-52FD2EAC7C77}" type="sibTrans" cxnId="{1309E725-CC5E-4132-84A8-BF2AA161CB98}">
      <dgm:prSet/>
      <dgm:spPr/>
      <dgm:t>
        <a:bodyPr/>
        <a:lstStyle/>
        <a:p>
          <a:endParaRPr lang="en-US"/>
        </a:p>
      </dgm:t>
    </dgm:pt>
    <dgm:pt modelId="{F7169AE5-6A52-44B5-960C-5CB238FCB3AF}">
      <dgm:prSet custT="1"/>
      <dgm:spPr/>
      <dgm:t>
        <a:bodyPr/>
        <a:lstStyle/>
        <a:p>
          <a:pPr rtl="0"/>
          <a:r>
            <a:rPr lang="en-US" sz="2500">
              <a:latin typeface="Calibri Light" panose="020F0302020204030204"/>
            </a:rPr>
            <a:t>#4: </a:t>
          </a:r>
          <a:r>
            <a:rPr lang="en-US" sz="2400">
              <a:latin typeface="Calibri Light" panose="020F0302020204030204"/>
            </a:rPr>
            <a:t>Aligning Mission, Vision and Values with Resources</a:t>
          </a:r>
          <a:endParaRPr lang="en-US" sz="2400"/>
        </a:p>
      </dgm:t>
    </dgm:pt>
    <dgm:pt modelId="{0F58CACE-73C4-4F24-959A-092D3DA1CCD8}" type="parTrans" cxnId="{FF5A95AB-2B87-428B-AA57-0EC1FF16D6D9}">
      <dgm:prSet/>
      <dgm:spPr/>
      <dgm:t>
        <a:bodyPr/>
        <a:lstStyle/>
        <a:p>
          <a:endParaRPr lang="en-US"/>
        </a:p>
      </dgm:t>
    </dgm:pt>
    <dgm:pt modelId="{5DF89232-F171-4899-B941-DEE49094AF51}" type="sibTrans" cxnId="{FF5A95AB-2B87-428B-AA57-0EC1FF16D6D9}">
      <dgm:prSet/>
      <dgm:spPr/>
      <dgm:t>
        <a:bodyPr/>
        <a:lstStyle/>
        <a:p>
          <a:endParaRPr lang="en-US"/>
        </a:p>
      </dgm:t>
    </dgm:pt>
    <dgm:pt modelId="{C42E9AED-CD48-4910-95F9-12030A6D1FC3}">
      <dgm:prSet custT="1"/>
      <dgm:spPr/>
      <dgm:t>
        <a:bodyPr/>
        <a:lstStyle/>
        <a:p>
          <a:pPr rtl="0"/>
          <a:r>
            <a:rPr lang="en-US" sz="2500">
              <a:latin typeface="Calibri Light" panose="020F0302020204030204"/>
            </a:rPr>
            <a:t>#5: </a:t>
          </a:r>
          <a:r>
            <a:rPr lang="en-US" sz="2400">
              <a:latin typeface="Calibri Light" panose="020F0302020204030204"/>
            </a:rPr>
            <a:t>Best Practices in Employment &amp; Day Services</a:t>
          </a:r>
          <a:endParaRPr lang="en-US" sz="2400"/>
        </a:p>
      </dgm:t>
    </dgm:pt>
    <dgm:pt modelId="{5CBD10CB-050E-46D3-A1AF-88A5DB69B196}" type="parTrans" cxnId="{559E8641-E56D-4934-960F-10E35B73DA58}">
      <dgm:prSet/>
      <dgm:spPr/>
      <dgm:t>
        <a:bodyPr/>
        <a:lstStyle/>
        <a:p>
          <a:endParaRPr lang="en-US"/>
        </a:p>
      </dgm:t>
    </dgm:pt>
    <dgm:pt modelId="{54D077E8-9E81-4DD3-908B-88AAD500F035}" type="sibTrans" cxnId="{559E8641-E56D-4934-960F-10E35B73DA58}">
      <dgm:prSet/>
      <dgm:spPr/>
      <dgm:t>
        <a:bodyPr/>
        <a:lstStyle/>
        <a:p>
          <a:endParaRPr lang="en-US"/>
        </a:p>
      </dgm:t>
    </dgm:pt>
    <dgm:pt modelId="{E19FB72E-CA60-4CE7-98BA-98B7EB7D7C61}">
      <dgm:prSet custT="1"/>
      <dgm:spPr/>
      <dgm:t>
        <a:bodyPr/>
        <a:lstStyle/>
        <a:p>
          <a:pPr rtl="0"/>
          <a:r>
            <a:rPr lang="en-US" sz="2500">
              <a:latin typeface="Calibri Light" panose="020F0302020204030204"/>
            </a:rPr>
            <a:t>#6: Organizational </a:t>
          </a:r>
          <a:r>
            <a:rPr lang="en-US" sz="2400">
              <a:latin typeface="Calibri Light" panose="020F0302020204030204"/>
            </a:rPr>
            <a:t>Transformation (change)</a:t>
          </a:r>
          <a:endParaRPr lang="en-US" sz="2400"/>
        </a:p>
      </dgm:t>
    </dgm:pt>
    <dgm:pt modelId="{A809591A-D3C2-4531-BBC1-3EDAE659FF06}" type="parTrans" cxnId="{70718F7A-31A0-44D9-9607-D2671F219546}">
      <dgm:prSet/>
      <dgm:spPr/>
      <dgm:t>
        <a:bodyPr/>
        <a:lstStyle/>
        <a:p>
          <a:endParaRPr lang="en-US"/>
        </a:p>
      </dgm:t>
    </dgm:pt>
    <dgm:pt modelId="{C4B282E2-4EB6-4AF9-8B3E-6F015A6CBC55}" type="sibTrans" cxnId="{70718F7A-31A0-44D9-9607-D2671F219546}">
      <dgm:prSet/>
      <dgm:spPr/>
      <dgm:t>
        <a:bodyPr/>
        <a:lstStyle/>
        <a:p>
          <a:endParaRPr lang="en-US"/>
        </a:p>
      </dgm:t>
    </dgm:pt>
    <dgm:pt modelId="{97695662-BAF3-4E1F-8297-856421E58B48}">
      <dgm:prSet custT="1"/>
      <dgm:spPr/>
      <dgm:t>
        <a:bodyPr/>
        <a:lstStyle/>
        <a:p>
          <a:pPr rtl="0"/>
          <a:r>
            <a:rPr lang="en-US" sz="2500">
              <a:latin typeface="Calibri Light" panose="020F0302020204030204"/>
            </a:rPr>
            <a:t>#7: </a:t>
          </a:r>
          <a:r>
            <a:rPr lang="en-US" sz="2400">
              <a:latin typeface="Calibri Light" panose="020F0302020204030204"/>
            </a:rPr>
            <a:t>Managing Through Change</a:t>
          </a:r>
          <a:endParaRPr lang="en-US" sz="2400"/>
        </a:p>
      </dgm:t>
    </dgm:pt>
    <dgm:pt modelId="{E1093A03-81D7-485A-BA2D-C079441AE6D3}" type="parTrans" cxnId="{727D08C6-5296-4532-8DFF-674B86CDBA42}">
      <dgm:prSet/>
      <dgm:spPr/>
      <dgm:t>
        <a:bodyPr/>
        <a:lstStyle/>
        <a:p>
          <a:endParaRPr lang="en-US"/>
        </a:p>
      </dgm:t>
    </dgm:pt>
    <dgm:pt modelId="{509960BB-4DBE-45D0-9B35-6890D22B38E4}" type="sibTrans" cxnId="{727D08C6-5296-4532-8DFF-674B86CDBA42}">
      <dgm:prSet/>
      <dgm:spPr/>
      <dgm:t>
        <a:bodyPr/>
        <a:lstStyle/>
        <a:p>
          <a:endParaRPr lang="en-US"/>
        </a:p>
      </dgm:t>
    </dgm:pt>
    <dgm:pt modelId="{F108ABD9-A924-4BB7-BFF2-605D8C1FF3FA}">
      <dgm:prSet custT="1"/>
      <dgm:spPr/>
      <dgm:t>
        <a:bodyPr/>
        <a:lstStyle/>
        <a:p>
          <a:pPr rtl="0"/>
          <a:r>
            <a:rPr lang="en-US" sz="2500">
              <a:latin typeface="Calibri Light" panose="020F0302020204030204"/>
            </a:rPr>
            <a:t>#8: </a:t>
          </a:r>
          <a:r>
            <a:rPr lang="en-US" sz="2400">
              <a:latin typeface="Calibri Light" panose="020F0302020204030204"/>
            </a:rPr>
            <a:t>Creating Systems for Quality Improvement</a:t>
          </a:r>
          <a:endParaRPr lang="en-US" sz="2400"/>
        </a:p>
      </dgm:t>
    </dgm:pt>
    <dgm:pt modelId="{ABFB948A-EBA6-466A-A7F3-A0B3B9605F80}" type="parTrans" cxnId="{C7EADB62-3832-425A-98E4-844FEA4DE3A4}">
      <dgm:prSet/>
      <dgm:spPr/>
      <dgm:t>
        <a:bodyPr/>
        <a:lstStyle/>
        <a:p>
          <a:endParaRPr lang="en-US"/>
        </a:p>
      </dgm:t>
    </dgm:pt>
    <dgm:pt modelId="{279F1544-58CD-4866-9D40-76552FD05F3D}" type="sibTrans" cxnId="{C7EADB62-3832-425A-98E4-844FEA4DE3A4}">
      <dgm:prSet/>
      <dgm:spPr/>
      <dgm:t>
        <a:bodyPr/>
        <a:lstStyle/>
        <a:p>
          <a:endParaRPr lang="en-US"/>
        </a:p>
      </dgm:t>
    </dgm:pt>
    <dgm:pt modelId="{370C5362-52EE-4A65-BD5B-6E96E1C312CA}" type="pres">
      <dgm:prSet presAssocID="{EDEB54D7-D621-483C-A84E-6074B50A7E19}" presName="vert0" presStyleCnt="0">
        <dgm:presLayoutVars>
          <dgm:dir/>
          <dgm:animOne val="branch"/>
          <dgm:animLvl val="lvl"/>
        </dgm:presLayoutVars>
      </dgm:prSet>
      <dgm:spPr/>
    </dgm:pt>
    <dgm:pt modelId="{71A6FFB3-8E4E-4E97-910C-C4CE9E85E9B5}" type="pres">
      <dgm:prSet presAssocID="{AE37FE82-56B3-4E38-88DE-5F5FF17D72D7}" presName="thickLine" presStyleLbl="alignNode1" presStyleIdx="0" presStyleCnt="1"/>
      <dgm:spPr/>
    </dgm:pt>
    <dgm:pt modelId="{27545458-E6AE-4EE5-B013-79572758E3B1}" type="pres">
      <dgm:prSet presAssocID="{AE37FE82-56B3-4E38-88DE-5F5FF17D72D7}" presName="horz1" presStyleCnt="0"/>
      <dgm:spPr/>
    </dgm:pt>
    <dgm:pt modelId="{5A8621F6-F0DF-4D30-B852-0D804578573A}" type="pres">
      <dgm:prSet presAssocID="{AE37FE82-56B3-4E38-88DE-5F5FF17D72D7}" presName="tx1" presStyleLbl="revTx" presStyleIdx="0" presStyleCnt="9"/>
      <dgm:spPr/>
    </dgm:pt>
    <dgm:pt modelId="{6C11AFC2-EC79-4BB8-A8DD-3A0AEA41D99F}" type="pres">
      <dgm:prSet presAssocID="{AE37FE82-56B3-4E38-88DE-5F5FF17D72D7}" presName="vert1" presStyleCnt="0"/>
      <dgm:spPr/>
    </dgm:pt>
    <dgm:pt modelId="{E9D7CAF6-93FB-4827-9C0B-822C03D798C1}" type="pres">
      <dgm:prSet presAssocID="{2CC3325D-F26F-4169-A8F2-E9724DD9BF3E}" presName="vertSpace2a" presStyleCnt="0"/>
      <dgm:spPr/>
    </dgm:pt>
    <dgm:pt modelId="{7950C0E4-6CCC-4231-981A-55D246474F65}" type="pres">
      <dgm:prSet presAssocID="{2CC3325D-F26F-4169-A8F2-E9724DD9BF3E}" presName="horz2" presStyleCnt="0"/>
      <dgm:spPr/>
    </dgm:pt>
    <dgm:pt modelId="{CA02B8A8-2BE4-49D4-8B4E-E186CC6CC69F}" type="pres">
      <dgm:prSet presAssocID="{2CC3325D-F26F-4169-A8F2-E9724DD9BF3E}" presName="horzSpace2" presStyleCnt="0"/>
      <dgm:spPr/>
    </dgm:pt>
    <dgm:pt modelId="{C5AD1EBC-771A-4521-9948-1B7625793B5E}" type="pres">
      <dgm:prSet presAssocID="{2CC3325D-F26F-4169-A8F2-E9724DD9BF3E}" presName="tx2" presStyleLbl="revTx" presStyleIdx="1" presStyleCnt="9"/>
      <dgm:spPr/>
    </dgm:pt>
    <dgm:pt modelId="{297F4D50-2455-415F-88C7-7FE529E5B2AC}" type="pres">
      <dgm:prSet presAssocID="{2CC3325D-F26F-4169-A8F2-E9724DD9BF3E}" presName="vert2" presStyleCnt="0"/>
      <dgm:spPr/>
    </dgm:pt>
    <dgm:pt modelId="{E43311EA-4DCE-488B-90E1-3B4D700F7498}" type="pres">
      <dgm:prSet presAssocID="{2CC3325D-F26F-4169-A8F2-E9724DD9BF3E}" presName="thinLine2b" presStyleLbl="callout" presStyleIdx="0" presStyleCnt="8"/>
      <dgm:spPr/>
    </dgm:pt>
    <dgm:pt modelId="{E58777EE-98EC-4652-8C24-FA72D0FEEA4C}" type="pres">
      <dgm:prSet presAssocID="{2CC3325D-F26F-4169-A8F2-E9724DD9BF3E}" presName="vertSpace2b" presStyleCnt="0"/>
      <dgm:spPr/>
    </dgm:pt>
    <dgm:pt modelId="{C1E2EA42-1E0B-4024-BD05-CF4059DA9E26}" type="pres">
      <dgm:prSet presAssocID="{14A7E1AD-2AF7-45A4-8820-BB21B55E80B3}" presName="horz2" presStyleCnt="0"/>
      <dgm:spPr/>
    </dgm:pt>
    <dgm:pt modelId="{75F0EB88-1B35-48A0-96ED-D5EBD92C108E}" type="pres">
      <dgm:prSet presAssocID="{14A7E1AD-2AF7-45A4-8820-BB21B55E80B3}" presName="horzSpace2" presStyleCnt="0"/>
      <dgm:spPr/>
    </dgm:pt>
    <dgm:pt modelId="{DF88638A-DF95-4A29-BEC7-71D9DC124D5D}" type="pres">
      <dgm:prSet presAssocID="{14A7E1AD-2AF7-45A4-8820-BB21B55E80B3}" presName="tx2" presStyleLbl="revTx" presStyleIdx="2" presStyleCnt="9"/>
      <dgm:spPr/>
    </dgm:pt>
    <dgm:pt modelId="{FE7E1F30-E6DB-404F-B1E7-DEE869C51ACB}" type="pres">
      <dgm:prSet presAssocID="{14A7E1AD-2AF7-45A4-8820-BB21B55E80B3}" presName="vert2" presStyleCnt="0"/>
      <dgm:spPr/>
    </dgm:pt>
    <dgm:pt modelId="{A3AA8138-E6E3-4901-B40F-AE22A8B80BDC}" type="pres">
      <dgm:prSet presAssocID="{14A7E1AD-2AF7-45A4-8820-BB21B55E80B3}" presName="thinLine2b" presStyleLbl="callout" presStyleIdx="1" presStyleCnt="8"/>
      <dgm:spPr/>
    </dgm:pt>
    <dgm:pt modelId="{FA25DA58-C114-48B4-A758-A4FEC190B55E}" type="pres">
      <dgm:prSet presAssocID="{14A7E1AD-2AF7-45A4-8820-BB21B55E80B3}" presName="vertSpace2b" presStyleCnt="0"/>
      <dgm:spPr/>
    </dgm:pt>
    <dgm:pt modelId="{A33F0341-0C1A-4ABF-84D8-ADC88E4F2B8F}" type="pres">
      <dgm:prSet presAssocID="{085967A5-ED1D-4EBA-9005-7D51DCECA4E9}" presName="horz2" presStyleCnt="0"/>
      <dgm:spPr/>
    </dgm:pt>
    <dgm:pt modelId="{359547D2-7764-4AD8-ACA6-AD7F3ACC2536}" type="pres">
      <dgm:prSet presAssocID="{085967A5-ED1D-4EBA-9005-7D51DCECA4E9}" presName="horzSpace2" presStyleCnt="0"/>
      <dgm:spPr/>
    </dgm:pt>
    <dgm:pt modelId="{8BF7B697-25E5-4012-9002-E1FDD58BE25E}" type="pres">
      <dgm:prSet presAssocID="{085967A5-ED1D-4EBA-9005-7D51DCECA4E9}" presName="tx2" presStyleLbl="revTx" presStyleIdx="3" presStyleCnt="9"/>
      <dgm:spPr/>
    </dgm:pt>
    <dgm:pt modelId="{5154C1F5-B1B1-4788-8250-34D36A850B97}" type="pres">
      <dgm:prSet presAssocID="{085967A5-ED1D-4EBA-9005-7D51DCECA4E9}" presName="vert2" presStyleCnt="0"/>
      <dgm:spPr/>
    </dgm:pt>
    <dgm:pt modelId="{9298CD09-4D7B-4D86-A0BE-EEB62C682110}" type="pres">
      <dgm:prSet presAssocID="{085967A5-ED1D-4EBA-9005-7D51DCECA4E9}" presName="thinLine2b" presStyleLbl="callout" presStyleIdx="2" presStyleCnt="8"/>
      <dgm:spPr/>
    </dgm:pt>
    <dgm:pt modelId="{9779F477-60AB-4537-86C1-5AA9E51F9703}" type="pres">
      <dgm:prSet presAssocID="{085967A5-ED1D-4EBA-9005-7D51DCECA4E9}" presName="vertSpace2b" presStyleCnt="0"/>
      <dgm:spPr/>
    </dgm:pt>
    <dgm:pt modelId="{501BF210-7C45-41B3-8085-D3D5F944CF4B}" type="pres">
      <dgm:prSet presAssocID="{F7169AE5-6A52-44B5-960C-5CB238FCB3AF}" presName="horz2" presStyleCnt="0"/>
      <dgm:spPr/>
    </dgm:pt>
    <dgm:pt modelId="{360FBA9D-6A30-4772-90BB-A1C6B3B03D43}" type="pres">
      <dgm:prSet presAssocID="{F7169AE5-6A52-44B5-960C-5CB238FCB3AF}" presName="horzSpace2" presStyleCnt="0"/>
      <dgm:spPr/>
    </dgm:pt>
    <dgm:pt modelId="{DC97B774-ED6A-4A03-AEBF-E0292D3FDE3C}" type="pres">
      <dgm:prSet presAssocID="{F7169AE5-6A52-44B5-960C-5CB238FCB3AF}" presName="tx2" presStyleLbl="revTx" presStyleIdx="4" presStyleCnt="9"/>
      <dgm:spPr/>
    </dgm:pt>
    <dgm:pt modelId="{E2FAE91C-6539-46F2-A2FD-EA5BDB92FD7E}" type="pres">
      <dgm:prSet presAssocID="{F7169AE5-6A52-44B5-960C-5CB238FCB3AF}" presName="vert2" presStyleCnt="0"/>
      <dgm:spPr/>
    </dgm:pt>
    <dgm:pt modelId="{5BC40D12-9011-433A-A04B-9BCA131DBE28}" type="pres">
      <dgm:prSet presAssocID="{F7169AE5-6A52-44B5-960C-5CB238FCB3AF}" presName="thinLine2b" presStyleLbl="callout" presStyleIdx="3" presStyleCnt="8"/>
      <dgm:spPr/>
    </dgm:pt>
    <dgm:pt modelId="{6F772D7D-4981-43DD-9D9A-5D529C1D48FA}" type="pres">
      <dgm:prSet presAssocID="{F7169AE5-6A52-44B5-960C-5CB238FCB3AF}" presName="vertSpace2b" presStyleCnt="0"/>
      <dgm:spPr/>
    </dgm:pt>
    <dgm:pt modelId="{B66C60BA-E89F-4CB3-BFBA-9895F9DF138E}" type="pres">
      <dgm:prSet presAssocID="{C42E9AED-CD48-4910-95F9-12030A6D1FC3}" presName="horz2" presStyleCnt="0"/>
      <dgm:spPr/>
    </dgm:pt>
    <dgm:pt modelId="{74D00BD3-1DAB-4F77-98F8-081289B8DE9B}" type="pres">
      <dgm:prSet presAssocID="{C42E9AED-CD48-4910-95F9-12030A6D1FC3}" presName="horzSpace2" presStyleCnt="0"/>
      <dgm:spPr/>
    </dgm:pt>
    <dgm:pt modelId="{F4A29DCF-D071-4E47-8BDD-A2005B33D97A}" type="pres">
      <dgm:prSet presAssocID="{C42E9AED-CD48-4910-95F9-12030A6D1FC3}" presName="tx2" presStyleLbl="revTx" presStyleIdx="5" presStyleCnt="9"/>
      <dgm:spPr/>
    </dgm:pt>
    <dgm:pt modelId="{00C7C469-9C8C-420D-800E-B58112412F15}" type="pres">
      <dgm:prSet presAssocID="{C42E9AED-CD48-4910-95F9-12030A6D1FC3}" presName="vert2" presStyleCnt="0"/>
      <dgm:spPr/>
    </dgm:pt>
    <dgm:pt modelId="{FEB5D30D-6345-4889-942B-10DA9BBA28B5}" type="pres">
      <dgm:prSet presAssocID="{C42E9AED-CD48-4910-95F9-12030A6D1FC3}" presName="thinLine2b" presStyleLbl="callout" presStyleIdx="4" presStyleCnt="8"/>
      <dgm:spPr/>
    </dgm:pt>
    <dgm:pt modelId="{A0C70EDB-F19B-421E-AF59-076ED368725F}" type="pres">
      <dgm:prSet presAssocID="{C42E9AED-CD48-4910-95F9-12030A6D1FC3}" presName="vertSpace2b" presStyleCnt="0"/>
      <dgm:spPr/>
    </dgm:pt>
    <dgm:pt modelId="{D0FD235A-D80F-4E37-83D7-431143692211}" type="pres">
      <dgm:prSet presAssocID="{E19FB72E-CA60-4CE7-98BA-98B7EB7D7C61}" presName="horz2" presStyleCnt="0"/>
      <dgm:spPr/>
    </dgm:pt>
    <dgm:pt modelId="{22CBC0D1-0130-42D6-B313-8BEB42A6D999}" type="pres">
      <dgm:prSet presAssocID="{E19FB72E-CA60-4CE7-98BA-98B7EB7D7C61}" presName="horzSpace2" presStyleCnt="0"/>
      <dgm:spPr/>
    </dgm:pt>
    <dgm:pt modelId="{5500D156-BE92-45ED-B514-3C35D130B940}" type="pres">
      <dgm:prSet presAssocID="{E19FB72E-CA60-4CE7-98BA-98B7EB7D7C61}" presName="tx2" presStyleLbl="revTx" presStyleIdx="6" presStyleCnt="9"/>
      <dgm:spPr/>
    </dgm:pt>
    <dgm:pt modelId="{17442750-B26B-4AC8-97B6-EB158226363F}" type="pres">
      <dgm:prSet presAssocID="{E19FB72E-CA60-4CE7-98BA-98B7EB7D7C61}" presName="vert2" presStyleCnt="0"/>
      <dgm:spPr/>
    </dgm:pt>
    <dgm:pt modelId="{31EE367D-11F2-4896-AE78-A89224D35716}" type="pres">
      <dgm:prSet presAssocID="{E19FB72E-CA60-4CE7-98BA-98B7EB7D7C61}" presName="thinLine2b" presStyleLbl="callout" presStyleIdx="5" presStyleCnt="8"/>
      <dgm:spPr/>
    </dgm:pt>
    <dgm:pt modelId="{A7241EE9-0E53-47C3-9691-38582D3634C4}" type="pres">
      <dgm:prSet presAssocID="{E19FB72E-CA60-4CE7-98BA-98B7EB7D7C61}" presName="vertSpace2b" presStyleCnt="0"/>
      <dgm:spPr/>
    </dgm:pt>
    <dgm:pt modelId="{A04C08B5-13F5-42B2-B572-E371F7DDA2F6}" type="pres">
      <dgm:prSet presAssocID="{97695662-BAF3-4E1F-8297-856421E58B48}" presName="horz2" presStyleCnt="0"/>
      <dgm:spPr/>
    </dgm:pt>
    <dgm:pt modelId="{163EE321-C741-40A2-965E-E0B0159235CE}" type="pres">
      <dgm:prSet presAssocID="{97695662-BAF3-4E1F-8297-856421E58B48}" presName="horzSpace2" presStyleCnt="0"/>
      <dgm:spPr/>
    </dgm:pt>
    <dgm:pt modelId="{07C958B4-D4CB-4F2C-ACA7-9FC2252BB31B}" type="pres">
      <dgm:prSet presAssocID="{97695662-BAF3-4E1F-8297-856421E58B48}" presName="tx2" presStyleLbl="revTx" presStyleIdx="7" presStyleCnt="9"/>
      <dgm:spPr/>
    </dgm:pt>
    <dgm:pt modelId="{4358DD4F-1AF4-4E4A-8C5E-9BC47ACC5CA3}" type="pres">
      <dgm:prSet presAssocID="{97695662-BAF3-4E1F-8297-856421E58B48}" presName="vert2" presStyleCnt="0"/>
      <dgm:spPr/>
    </dgm:pt>
    <dgm:pt modelId="{673488E1-7417-4C5A-91C8-59E80D8BEF85}" type="pres">
      <dgm:prSet presAssocID="{97695662-BAF3-4E1F-8297-856421E58B48}" presName="thinLine2b" presStyleLbl="callout" presStyleIdx="6" presStyleCnt="8"/>
      <dgm:spPr/>
    </dgm:pt>
    <dgm:pt modelId="{770E0B5B-F499-4354-B3C5-957D7426A058}" type="pres">
      <dgm:prSet presAssocID="{97695662-BAF3-4E1F-8297-856421E58B48}" presName="vertSpace2b" presStyleCnt="0"/>
      <dgm:spPr/>
    </dgm:pt>
    <dgm:pt modelId="{EF81F41C-FA12-4F87-BB94-85DA5569CC8A}" type="pres">
      <dgm:prSet presAssocID="{F108ABD9-A924-4BB7-BFF2-605D8C1FF3FA}" presName="horz2" presStyleCnt="0"/>
      <dgm:spPr/>
    </dgm:pt>
    <dgm:pt modelId="{3F966176-B381-47D0-8823-428D8C106C8B}" type="pres">
      <dgm:prSet presAssocID="{F108ABD9-A924-4BB7-BFF2-605D8C1FF3FA}" presName="horzSpace2" presStyleCnt="0"/>
      <dgm:spPr/>
    </dgm:pt>
    <dgm:pt modelId="{7A75A819-A64D-4F4D-96D8-B22078B63A4C}" type="pres">
      <dgm:prSet presAssocID="{F108ABD9-A924-4BB7-BFF2-605D8C1FF3FA}" presName="tx2" presStyleLbl="revTx" presStyleIdx="8" presStyleCnt="9"/>
      <dgm:spPr/>
    </dgm:pt>
    <dgm:pt modelId="{486DA54C-0039-4953-8C22-B5576B39F59C}" type="pres">
      <dgm:prSet presAssocID="{F108ABD9-A924-4BB7-BFF2-605D8C1FF3FA}" presName="vert2" presStyleCnt="0"/>
      <dgm:spPr/>
    </dgm:pt>
    <dgm:pt modelId="{547B8CFE-C1F6-4718-AFAD-3674CDE53DB2}" type="pres">
      <dgm:prSet presAssocID="{F108ABD9-A924-4BB7-BFF2-605D8C1FF3FA}" presName="thinLine2b" presStyleLbl="callout" presStyleIdx="7" presStyleCnt="8"/>
      <dgm:spPr/>
    </dgm:pt>
    <dgm:pt modelId="{A04433FE-0CDB-48CD-8A88-B12EE4124E14}" type="pres">
      <dgm:prSet presAssocID="{F108ABD9-A924-4BB7-BFF2-605D8C1FF3FA}" presName="vertSpace2b" presStyleCnt="0"/>
      <dgm:spPr/>
    </dgm:pt>
  </dgm:ptLst>
  <dgm:cxnLst>
    <dgm:cxn modelId="{6075B707-942E-495E-A035-3DA2AF791942}" type="presOf" srcId="{F7169AE5-6A52-44B5-960C-5CB238FCB3AF}" destId="{DC97B774-ED6A-4A03-AEBF-E0292D3FDE3C}" srcOrd="0" destOrd="0" presId="urn:microsoft.com/office/officeart/2008/layout/LinedList"/>
    <dgm:cxn modelId="{366C4709-87C0-40AC-B78D-F4B81E505048}" srcId="{EDEB54D7-D621-483C-A84E-6074B50A7E19}" destId="{AE37FE82-56B3-4E38-88DE-5F5FF17D72D7}" srcOrd="0" destOrd="0" parTransId="{56706AFB-E480-41CF-9AD8-93423A8C7D55}" sibTransId="{380805CD-38AA-40E9-BA47-93249C489930}"/>
    <dgm:cxn modelId="{1309E725-CC5E-4132-84A8-BF2AA161CB98}" srcId="{AE37FE82-56B3-4E38-88DE-5F5FF17D72D7}" destId="{085967A5-ED1D-4EBA-9005-7D51DCECA4E9}" srcOrd="2" destOrd="0" parTransId="{36C3DF61-826E-4171-BE3E-FD9A86745338}" sibTransId="{49A8EB24-0A6A-4DE2-8CD1-52FD2EAC7C77}"/>
    <dgm:cxn modelId="{2040243A-CCBA-46F9-84AC-C440FEC0FABB}" srcId="{AE37FE82-56B3-4E38-88DE-5F5FF17D72D7}" destId="{2CC3325D-F26F-4169-A8F2-E9724DD9BF3E}" srcOrd="0" destOrd="0" parTransId="{9F603017-AB6C-41A1-8370-359C4BAC0CDC}" sibTransId="{7FB06108-F248-494E-9927-E529CB72C1A3}"/>
    <dgm:cxn modelId="{559E8641-E56D-4934-960F-10E35B73DA58}" srcId="{AE37FE82-56B3-4E38-88DE-5F5FF17D72D7}" destId="{C42E9AED-CD48-4910-95F9-12030A6D1FC3}" srcOrd="4" destOrd="0" parTransId="{5CBD10CB-050E-46D3-A1AF-88A5DB69B196}" sibTransId="{54D077E8-9E81-4DD3-908B-88AAD500F035}"/>
    <dgm:cxn modelId="{C7EADB62-3832-425A-98E4-844FEA4DE3A4}" srcId="{AE37FE82-56B3-4E38-88DE-5F5FF17D72D7}" destId="{F108ABD9-A924-4BB7-BFF2-605D8C1FF3FA}" srcOrd="7" destOrd="0" parTransId="{ABFB948A-EBA6-466A-A7F3-A0B3B9605F80}" sibTransId="{279F1544-58CD-4866-9D40-76552FD05F3D}"/>
    <dgm:cxn modelId="{21EF0864-4D2A-4420-8FA1-791F00F5F5B3}" type="presOf" srcId="{14A7E1AD-2AF7-45A4-8820-BB21B55E80B3}" destId="{DF88638A-DF95-4A29-BEC7-71D9DC124D5D}" srcOrd="0" destOrd="0" presId="urn:microsoft.com/office/officeart/2008/layout/LinedList"/>
    <dgm:cxn modelId="{5D0C0D75-EB48-446A-AE20-8349AC3587E3}" type="presOf" srcId="{085967A5-ED1D-4EBA-9005-7D51DCECA4E9}" destId="{8BF7B697-25E5-4012-9002-E1FDD58BE25E}" srcOrd="0" destOrd="0" presId="urn:microsoft.com/office/officeart/2008/layout/LinedList"/>
    <dgm:cxn modelId="{70718F7A-31A0-44D9-9607-D2671F219546}" srcId="{AE37FE82-56B3-4E38-88DE-5F5FF17D72D7}" destId="{E19FB72E-CA60-4CE7-98BA-98B7EB7D7C61}" srcOrd="5" destOrd="0" parTransId="{A809591A-D3C2-4531-BBC1-3EDAE659FF06}" sibTransId="{C4B282E2-4EB6-4AF9-8B3E-6F015A6CBC55}"/>
    <dgm:cxn modelId="{DF42677B-3FB4-46C2-A813-0B67047FDB2E}" type="presOf" srcId="{EDEB54D7-D621-483C-A84E-6074B50A7E19}" destId="{370C5362-52EE-4A65-BD5B-6E96E1C312CA}" srcOrd="0" destOrd="0" presId="urn:microsoft.com/office/officeart/2008/layout/LinedList"/>
    <dgm:cxn modelId="{4792857F-0A94-45E3-A689-5D63E010E5BB}" type="presOf" srcId="{E19FB72E-CA60-4CE7-98BA-98B7EB7D7C61}" destId="{5500D156-BE92-45ED-B514-3C35D130B940}" srcOrd="0" destOrd="0" presId="urn:microsoft.com/office/officeart/2008/layout/LinedList"/>
    <dgm:cxn modelId="{6D4FCE91-EF56-46E4-8C09-508990A1CE1B}" type="presOf" srcId="{97695662-BAF3-4E1F-8297-856421E58B48}" destId="{07C958B4-D4CB-4F2C-ACA7-9FC2252BB31B}" srcOrd="0" destOrd="0" presId="urn:microsoft.com/office/officeart/2008/layout/LinedList"/>
    <dgm:cxn modelId="{A671EB91-571A-4F71-B600-FFF9DFA732A8}" type="presOf" srcId="{F108ABD9-A924-4BB7-BFF2-605D8C1FF3FA}" destId="{7A75A819-A64D-4F4D-96D8-B22078B63A4C}" srcOrd="0" destOrd="0" presId="urn:microsoft.com/office/officeart/2008/layout/LinedList"/>
    <dgm:cxn modelId="{0D0C6395-FF77-4825-A06A-2724496472E3}" type="presOf" srcId="{C42E9AED-CD48-4910-95F9-12030A6D1FC3}" destId="{F4A29DCF-D071-4E47-8BDD-A2005B33D97A}" srcOrd="0" destOrd="0" presId="urn:microsoft.com/office/officeart/2008/layout/LinedList"/>
    <dgm:cxn modelId="{FF5A95AB-2B87-428B-AA57-0EC1FF16D6D9}" srcId="{AE37FE82-56B3-4E38-88DE-5F5FF17D72D7}" destId="{F7169AE5-6A52-44B5-960C-5CB238FCB3AF}" srcOrd="3" destOrd="0" parTransId="{0F58CACE-73C4-4F24-959A-092D3DA1CCD8}" sibTransId="{5DF89232-F171-4899-B941-DEE49094AF51}"/>
    <dgm:cxn modelId="{727D08C6-5296-4532-8DFF-674B86CDBA42}" srcId="{AE37FE82-56B3-4E38-88DE-5F5FF17D72D7}" destId="{97695662-BAF3-4E1F-8297-856421E58B48}" srcOrd="6" destOrd="0" parTransId="{E1093A03-81D7-485A-BA2D-C079441AE6D3}" sibTransId="{509960BB-4DBE-45D0-9B35-6890D22B38E4}"/>
    <dgm:cxn modelId="{0A7EEEC7-D7C0-49BA-B739-32F518706FC7}" srcId="{AE37FE82-56B3-4E38-88DE-5F5FF17D72D7}" destId="{14A7E1AD-2AF7-45A4-8820-BB21B55E80B3}" srcOrd="1" destOrd="0" parTransId="{17C9D00A-B296-4759-9DA6-F7B2D6755959}" sibTransId="{15B74401-03F9-405F-A3DD-DAFB79E4FF58}"/>
    <dgm:cxn modelId="{73A262CE-7E90-4F7A-83EA-2686F686B627}" type="presOf" srcId="{2CC3325D-F26F-4169-A8F2-E9724DD9BF3E}" destId="{C5AD1EBC-771A-4521-9948-1B7625793B5E}" srcOrd="0" destOrd="0" presId="urn:microsoft.com/office/officeart/2008/layout/LinedList"/>
    <dgm:cxn modelId="{D9E10EFA-DBE6-48FF-AF0E-BD04E65BBE63}" type="presOf" srcId="{AE37FE82-56B3-4E38-88DE-5F5FF17D72D7}" destId="{5A8621F6-F0DF-4D30-B852-0D804578573A}" srcOrd="0" destOrd="0" presId="urn:microsoft.com/office/officeart/2008/layout/LinedList"/>
    <dgm:cxn modelId="{4FF0484A-6243-4AF1-AD3E-80A206E9956B}" type="presParOf" srcId="{370C5362-52EE-4A65-BD5B-6E96E1C312CA}" destId="{71A6FFB3-8E4E-4E97-910C-C4CE9E85E9B5}" srcOrd="0" destOrd="0" presId="urn:microsoft.com/office/officeart/2008/layout/LinedList"/>
    <dgm:cxn modelId="{45BD54FF-6CAC-4FF1-A109-0054C779635B}" type="presParOf" srcId="{370C5362-52EE-4A65-BD5B-6E96E1C312CA}" destId="{27545458-E6AE-4EE5-B013-79572758E3B1}" srcOrd="1" destOrd="0" presId="urn:microsoft.com/office/officeart/2008/layout/LinedList"/>
    <dgm:cxn modelId="{5F4309E9-8145-4A75-8837-3A07784ED508}" type="presParOf" srcId="{27545458-E6AE-4EE5-B013-79572758E3B1}" destId="{5A8621F6-F0DF-4D30-B852-0D804578573A}" srcOrd="0" destOrd="0" presId="urn:microsoft.com/office/officeart/2008/layout/LinedList"/>
    <dgm:cxn modelId="{7E4249E1-20B9-45F5-B89A-26F49F7CFCC8}" type="presParOf" srcId="{27545458-E6AE-4EE5-B013-79572758E3B1}" destId="{6C11AFC2-EC79-4BB8-A8DD-3A0AEA41D99F}" srcOrd="1" destOrd="0" presId="urn:microsoft.com/office/officeart/2008/layout/LinedList"/>
    <dgm:cxn modelId="{56A25706-9707-40E8-97F1-2F0F7605F208}" type="presParOf" srcId="{6C11AFC2-EC79-4BB8-A8DD-3A0AEA41D99F}" destId="{E9D7CAF6-93FB-4827-9C0B-822C03D798C1}" srcOrd="0" destOrd="0" presId="urn:microsoft.com/office/officeart/2008/layout/LinedList"/>
    <dgm:cxn modelId="{F7BB3C35-4248-4B5C-8DFE-A9D7FD3A8F2B}" type="presParOf" srcId="{6C11AFC2-EC79-4BB8-A8DD-3A0AEA41D99F}" destId="{7950C0E4-6CCC-4231-981A-55D246474F65}" srcOrd="1" destOrd="0" presId="urn:microsoft.com/office/officeart/2008/layout/LinedList"/>
    <dgm:cxn modelId="{B5DF2D9C-C363-4469-903F-4B499331D736}" type="presParOf" srcId="{7950C0E4-6CCC-4231-981A-55D246474F65}" destId="{CA02B8A8-2BE4-49D4-8B4E-E186CC6CC69F}" srcOrd="0" destOrd="0" presId="urn:microsoft.com/office/officeart/2008/layout/LinedList"/>
    <dgm:cxn modelId="{D751A5BF-DBB4-416F-A48B-D9A336DCDFE6}" type="presParOf" srcId="{7950C0E4-6CCC-4231-981A-55D246474F65}" destId="{C5AD1EBC-771A-4521-9948-1B7625793B5E}" srcOrd="1" destOrd="0" presId="urn:microsoft.com/office/officeart/2008/layout/LinedList"/>
    <dgm:cxn modelId="{D06BA92D-6950-427C-AE45-66A8D6585F34}" type="presParOf" srcId="{7950C0E4-6CCC-4231-981A-55D246474F65}" destId="{297F4D50-2455-415F-88C7-7FE529E5B2AC}" srcOrd="2" destOrd="0" presId="urn:microsoft.com/office/officeart/2008/layout/LinedList"/>
    <dgm:cxn modelId="{E9F60064-969A-4675-9E33-D45800C9C8A2}" type="presParOf" srcId="{6C11AFC2-EC79-4BB8-A8DD-3A0AEA41D99F}" destId="{E43311EA-4DCE-488B-90E1-3B4D700F7498}" srcOrd="2" destOrd="0" presId="urn:microsoft.com/office/officeart/2008/layout/LinedList"/>
    <dgm:cxn modelId="{78031618-C616-49B9-AE87-5E0E4DA55E9F}" type="presParOf" srcId="{6C11AFC2-EC79-4BB8-A8DD-3A0AEA41D99F}" destId="{E58777EE-98EC-4652-8C24-FA72D0FEEA4C}" srcOrd="3" destOrd="0" presId="urn:microsoft.com/office/officeart/2008/layout/LinedList"/>
    <dgm:cxn modelId="{75DF76CF-32B0-4BB1-B951-DE2B9FAA8743}" type="presParOf" srcId="{6C11AFC2-EC79-4BB8-A8DD-3A0AEA41D99F}" destId="{C1E2EA42-1E0B-4024-BD05-CF4059DA9E26}" srcOrd="4" destOrd="0" presId="urn:microsoft.com/office/officeart/2008/layout/LinedList"/>
    <dgm:cxn modelId="{2021DC57-B70C-4A78-B554-9344409BCC8E}" type="presParOf" srcId="{C1E2EA42-1E0B-4024-BD05-CF4059DA9E26}" destId="{75F0EB88-1B35-48A0-96ED-D5EBD92C108E}" srcOrd="0" destOrd="0" presId="urn:microsoft.com/office/officeart/2008/layout/LinedList"/>
    <dgm:cxn modelId="{881ED1CE-5B8D-4A5C-B219-2A6A972146E9}" type="presParOf" srcId="{C1E2EA42-1E0B-4024-BD05-CF4059DA9E26}" destId="{DF88638A-DF95-4A29-BEC7-71D9DC124D5D}" srcOrd="1" destOrd="0" presId="urn:microsoft.com/office/officeart/2008/layout/LinedList"/>
    <dgm:cxn modelId="{4E91CE86-B9D4-482C-8A49-8876B696B325}" type="presParOf" srcId="{C1E2EA42-1E0B-4024-BD05-CF4059DA9E26}" destId="{FE7E1F30-E6DB-404F-B1E7-DEE869C51ACB}" srcOrd="2" destOrd="0" presId="urn:microsoft.com/office/officeart/2008/layout/LinedList"/>
    <dgm:cxn modelId="{9CA4FF2F-83B1-47ED-97D6-4EA2C3992A15}" type="presParOf" srcId="{6C11AFC2-EC79-4BB8-A8DD-3A0AEA41D99F}" destId="{A3AA8138-E6E3-4901-B40F-AE22A8B80BDC}" srcOrd="5" destOrd="0" presId="urn:microsoft.com/office/officeart/2008/layout/LinedList"/>
    <dgm:cxn modelId="{7DC3EBAA-76D6-4BC3-AD8C-D6B9FDA654C7}" type="presParOf" srcId="{6C11AFC2-EC79-4BB8-A8DD-3A0AEA41D99F}" destId="{FA25DA58-C114-48B4-A758-A4FEC190B55E}" srcOrd="6" destOrd="0" presId="urn:microsoft.com/office/officeart/2008/layout/LinedList"/>
    <dgm:cxn modelId="{30ADB98B-579E-4884-8FB8-9E4E62FCEBA2}" type="presParOf" srcId="{6C11AFC2-EC79-4BB8-A8DD-3A0AEA41D99F}" destId="{A33F0341-0C1A-4ABF-84D8-ADC88E4F2B8F}" srcOrd="7" destOrd="0" presId="urn:microsoft.com/office/officeart/2008/layout/LinedList"/>
    <dgm:cxn modelId="{23A39DE7-1900-4EC3-B344-F27D1278C8EC}" type="presParOf" srcId="{A33F0341-0C1A-4ABF-84D8-ADC88E4F2B8F}" destId="{359547D2-7764-4AD8-ACA6-AD7F3ACC2536}" srcOrd="0" destOrd="0" presId="urn:microsoft.com/office/officeart/2008/layout/LinedList"/>
    <dgm:cxn modelId="{378C2F6B-3F6D-495C-A6D3-B4F6F6E9A733}" type="presParOf" srcId="{A33F0341-0C1A-4ABF-84D8-ADC88E4F2B8F}" destId="{8BF7B697-25E5-4012-9002-E1FDD58BE25E}" srcOrd="1" destOrd="0" presId="urn:microsoft.com/office/officeart/2008/layout/LinedList"/>
    <dgm:cxn modelId="{142F72D6-82A1-429B-AE58-D47D3DEB90DC}" type="presParOf" srcId="{A33F0341-0C1A-4ABF-84D8-ADC88E4F2B8F}" destId="{5154C1F5-B1B1-4788-8250-34D36A850B97}" srcOrd="2" destOrd="0" presId="urn:microsoft.com/office/officeart/2008/layout/LinedList"/>
    <dgm:cxn modelId="{42095A37-D0A8-4F19-8475-CBAAB0AC8616}" type="presParOf" srcId="{6C11AFC2-EC79-4BB8-A8DD-3A0AEA41D99F}" destId="{9298CD09-4D7B-4D86-A0BE-EEB62C682110}" srcOrd="8" destOrd="0" presId="urn:microsoft.com/office/officeart/2008/layout/LinedList"/>
    <dgm:cxn modelId="{E655CC6B-8118-485E-B938-80C862745277}" type="presParOf" srcId="{6C11AFC2-EC79-4BB8-A8DD-3A0AEA41D99F}" destId="{9779F477-60AB-4537-86C1-5AA9E51F9703}" srcOrd="9" destOrd="0" presId="urn:microsoft.com/office/officeart/2008/layout/LinedList"/>
    <dgm:cxn modelId="{D365F545-4986-45AE-A18D-E2044CFF2BC6}" type="presParOf" srcId="{6C11AFC2-EC79-4BB8-A8DD-3A0AEA41D99F}" destId="{501BF210-7C45-41B3-8085-D3D5F944CF4B}" srcOrd="10" destOrd="0" presId="urn:microsoft.com/office/officeart/2008/layout/LinedList"/>
    <dgm:cxn modelId="{2B35C292-DF8D-40ED-98EF-CFC3AFB766F0}" type="presParOf" srcId="{501BF210-7C45-41B3-8085-D3D5F944CF4B}" destId="{360FBA9D-6A30-4772-90BB-A1C6B3B03D43}" srcOrd="0" destOrd="0" presId="urn:microsoft.com/office/officeart/2008/layout/LinedList"/>
    <dgm:cxn modelId="{AE81FEA9-5963-4EF9-A87C-412D9B9DFF52}" type="presParOf" srcId="{501BF210-7C45-41B3-8085-D3D5F944CF4B}" destId="{DC97B774-ED6A-4A03-AEBF-E0292D3FDE3C}" srcOrd="1" destOrd="0" presId="urn:microsoft.com/office/officeart/2008/layout/LinedList"/>
    <dgm:cxn modelId="{C0B3E157-F8C8-44E5-BD5E-84F313A78B89}" type="presParOf" srcId="{501BF210-7C45-41B3-8085-D3D5F944CF4B}" destId="{E2FAE91C-6539-46F2-A2FD-EA5BDB92FD7E}" srcOrd="2" destOrd="0" presId="urn:microsoft.com/office/officeart/2008/layout/LinedList"/>
    <dgm:cxn modelId="{898BB644-B224-4B63-910B-E7D2A8B19972}" type="presParOf" srcId="{6C11AFC2-EC79-4BB8-A8DD-3A0AEA41D99F}" destId="{5BC40D12-9011-433A-A04B-9BCA131DBE28}" srcOrd="11" destOrd="0" presId="urn:microsoft.com/office/officeart/2008/layout/LinedList"/>
    <dgm:cxn modelId="{46F4976F-80EC-4B00-AF21-B928690B8F37}" type="presParOf" srcId="{6C11AFC2-EC79-4BB8-A8DD-3A0AEA41D99F}" destId="{6F772D7D-4981-43DD-9D9A-5D529C1D48FA}" srcOrd="12" destOrd="0" presId="urn:microsoft.com/office/officeart/2008/layout/LinedList"/>
    <dgm:cxn modelId="{A0CE9CD8-F6E8-4505-A4BB-9F0EC06E4C0F}" type="presParOf" srcId="{6C11AFC2-EC79-4BB8-A8DD-3A0AEA41D99F}" destId="{B66C60BA-E89F-4CB3-BFBA-9895F9DF138E}" srcOrd="13" destOrd="0" presId="urn:microsoft.com/office/officeart/2008/layout/LinedList"/>
    <dgm:cxn modelId="{C0EC43B8-46B9-4B9C-B1E2-91AA5C2CCDF8}" type="presParOf" srcId="{B66C60BA-E89F-4CB3-BFBA-9895F9DF138E}" destId="{74D00BD3-1DAB-4F77-98F8-081289B8DE9B}" srcOrd="0" destOrd="0" presId="urn:microsoft.com/office/officeart/2008/layout/LinedList"/>
    <dgm:cxn modelId="{5A9D91A2-D974-499F-81B6-17D077065AF6}" type="presParOf" srcId="{B66C60BA-E89F-4CB3-BFBA-9895F9DF138E}" destId="{F4A29DCF-D071-4E47-8BDD-A2005B33D97A}" srcOrd="1" destOrd="0" presId="urn:microsoft.com/office/officeart/2008/layout/LinedList"/>
    <dgm:cxn modelId="{F136ED64-F582-4E08-982C-63BBE7A4D238}" type="presParOf" srcId="{B66C60BA-E89F-4CB3-BFBA-9895F9DF138E}" destId="{00C7C469-9C8C-420D-800E-B58112412F15}" srcOrd="2" destOrd="0" presId="urn:microsoft.com/office/officeart/2008/layout/LinedList"/>
    <dgm:cxn modelId="{C4E8A4BA-45F8-43E4-ABF7-39BE061D8914}" type="presParOf" srcId="{6C11AFC2-EC79-4BB8-A8DD-3A0AEA41D99F}" destId="{FEB5D30D-6345-4889-942B-10DA9BBA28B5}" srcOrd="14" destOrd="0" presId="urn:microsoft.com/office/officeart/2008/layout/LinedList"/>
    <dgm:cxn modelId="{AEE8E59D-16CC-4A0C-8ED0-A9E3119C25B3}" type="presParOf" srcId="{6C11AFC2-EC79-4BB8-A8DD-3A0AEA41D99F}" destId="{A0C70EDB-F19B-421E-AF59-076ED368725F}" srcOrd="15" destOrd="0" presId="urn:microsoft.com/office/officeart/2008/layout/LinedList"/>
    <dgm:cxn modelId="{2589C5C0-A23B-4AF9-A315-6595038C2A65}" type="presParOf" srcId="{6C11AFC2-EC79-4BB8-A8DD-3A0AEA41D99F}" destId="{D0FD235A-D80F-4E37-83D7-431143692211}" srcOrd="16" destOrd="0" presId="urn:microsoft.com/office/officeart/2008/layout/LinedList"/>
    <dgm:cxn modelId="{1C518882-3729-42C7-8A74-516BF071CE66}" type="presParOf" srcId="{D0FD235A-D80F-4E37-83D7-431143692211}" destId="{22CBC0D1-0130-42D6-B313-8BEB42A6D999}" srcOrd="0" destOrd="0" presId="urn:microsoft.com/office/officeart/2008/layout/LinedList"/>
    <dgm:cxn modelId="{125BC77C-42CE-4B66-B75A-B15C6C78B71E}" type="presParOf" srcId="{D0FD235A-D80F-4E37-83D7-431143692211}" destId="{5500D156-BE92-45ED-B514-3C35D130B940}" srcOrd="1" destOrd="0" presId="urn:microsoft.com/office/officeart/2008/layout/LinedList"/>
    <dgm:cxn modelId="{E6C9ADE0-31F6-4FC0-8A41-9CE7B1DEEF2E}" type="presParOf" srcId="{D0FD235A-D80F-4E37-83D7-431143692211}" destId="{17442750-B26B-4AC8-97B6-EB158226363F}" srcOrd="2" destOrd="0" presId="urn:microsoft.com/office/officeart/2008/layout/LinedList"/>
    <dgm:cxn modelId="{27CBD7C8-C0F4-46ED-A29C-4049CD2AA152}" type="presParOf" srcId="{6C11AFC2-EC79-4BB8-A8DD-3A0AEA41D99F}" destId="{31EE367D-11F2-4896-AE78-A89224D35716}" srcOrd="17" destOrd="0" presId="urn:microsoft.com/office/officeart/2008/layout/LinedList"/>
    <dgm:cxn modelId="{51E53674-63AF-4E5D-A476-544922623EF3}" type="presParOf" srcId="{6C11AFC2-EC79-4BB8-A8DD-3A0AEA41D99F}" destId="{A7241EE9-0E53-47C3-9691-38582D3634C4}" srcOrd="18" destOrd="0" presId="urn:microsoft.com/office/officeart/2008/layout/LinedList"/>
    <dgm:cxn modelId="{57EAEED5-6297-4272-B2AA-D211DCA9A204}" type="presParOf" srcId="{6C11AFC2-EC79-4BB8-A8DD-3A0AEA41D99F}" destId="{A04C08B5-13F5-42B2-B572-E371F7DDA2F6}" srcOrd="19" destOrd="0" presId="urn:microsoft.com/office/officeart/2008/layout/LinedList"/>
    <dgm:cxn modelId="{C76E20F6-DB1D-4232-8C5F-C268FF2FBF92}" type="presParOf" srcId="{A04C08B5-13F5-42B2-B572-E371F7DDA2F6}" destId="{163EE321-C741-40A2-965E-E0B0159235CE}" srcOrd="0" destOrd="0" presId="urn:microsoft.com/office/officeart/2008/layout/LinedList"/>
    <dgm:cxn modelId="{2E791BC4-5BF3-4859-A68D-3D6F6FFBF7F6}" type="presParOf" srcId="{A04C08B5-13F5-42B2-B572-E371F7DDA2F6}" destId="{07C958B4-D4CB-4F2C-ACA7-9FC2252BB31B}" srcOrd="1" destOrd="0" presId="urn:microsoft.com/office/officeart/2008/layout/LinedList"/>
    <dgm:cxn modelId="{B4620CA9-21E7-4ED6-AF56-E300532DD77F}" type="presParOf" srcId="{A04C08B5-13F5-42B2-B572-E371F7DDA2F6}" destId="{4358DD4F-1AF4-4E4A-8C5E-9BC47ACC5CA3}" srcOrd="2" destOrd="0" presId="urn:microsoft.com/office/officeart/2008/layout/LinedList"/>
    <dgm:cxn modelId="{06ABC5D8-BCCE-409C-BA2E-261679EE9027}" type="presParOf" srcId="{6C11AFC2-EC79-4BB8-A8DD-3A0AEA41D99F}" destId="{673488E1-7417-4C5A-91C8-59E80D8BEF85}" srcOrd="20" destOrd="0" presId="urn:microsoft.com/office/officeart/2008/layout/LinedList"/>
    <dgm:cxn modelId="{A2789581-F96A-4D46-95FB-61A6F3981363}" type="presParOf" srcId="{6C11AFC2-EC79-4BB8-A8DD-3A0AEA41D99F}" destId="{770E0B5B-F499-4354-B3C5-957D7426A058}" srcOrd="21" destOrd="0" presId="urn:microsoft.com/office/officeart/2008/layout/LinedList"/>
    <dgm:cxn modelId="{2A7F2CE4-07EE-4A14-A3BA-D0E173A0FCBD}" type="presParOf" srcId="{6C11AFC2-EC79-4BB8-A8DD-3A0AEA41D99F}" destId="{EF81F41C-FA12-4F87-BB94-85DA5569CC8A}" srcOrd="22" destOrd="0" presId="urn:microsoft.com/office/officeart/2008/layout/LinedList"/>
    <dgm:cxn modelId="{D1AF0B80-9656-4EED-8E76-A803C253954E}" type="presParOf" srcId="{EF81F41C-FA12-4F87-BB94-85DA5569CC8A}" destId="{3F966176-B381-47D0-8823-428D8C106C8B}" srcOrd="0" destOrd="0" presId="urn:microsoft.com/office/officeart/2008/layout/LinedList"/>
    <dgm:cxn modelId="{CA9388CF-B45F-4EE9-AF5F-6C2E604254EC}" type="presParOf" srcId="{EF81F41C-FA12-4F87-BB94-85DA5569CC8A}" destId="{7A75A819-A64D-4F4D-96D8-B22078B63A4C}" srcOrd="1" destOrd="0" presId="urn:microsoft.com/office/officeart/2008/layout/LinedList"/>
    <dgm:cxn modelId="{ED5A3459-4176-41AE-9778-2E0DF93C9749}" type="presParOf" srcId="{EF81F41C-FA12-4F87-BB94-85DA5569CC8A}" destId="{486DA54C-0039-4953-8C22-B5576B39F59C}" srcOrd="2" destOrd="0" presId="urn:microsoft.com/office/officeart/2008/layout/LinedList"/>
    <dgm:cxn modelId="{8B14036A-B622-45E9-B69A-97C0CD90480C}" type="presParOf" srcId="{6C11AFC2-EC79-4BB8-A8DD-3A0AEA41D99F}" destId="{547B8CFE-C1F6-4718-AFAD-3674CDE53DB2}" srcOrd="23" destOrd="0" presId="urn:microsoft.com/office/officeart/2008/layout/LinedList"/>
    <dgm:cxn modelId="{A897AEA1-48BD-4527-AE72-C4AAEB0D7894}" type="presParOf" srcId="{6C11AFC2-EC79-4BB8-A8DD-3A0AEA41D99F}" destId="{A04433FE-0CDB-48CD-8A88-B12EE4124E14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4DB1C2-7F11-4C66-A3AC-D44093281FD2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F0ABA278-58C1-4471-924E-7ED1F6F2B096}">
      <dgm:prSet phldrT="[Text]" phldr="0"/>
      <dgm:spPr/>
      <dgm:t>
        <a:bodyPr/>
        <a:lstStyle/>
        <a:p>
          <a:r>
            <a:rPr lang="en-US">
              <a:latin typeface="Calibri Light" panose="020F0302020204030204"/>
            </a:rPr>
            <a:t>State policy and legislation</a:t>
          </a:r>
          <a:endParaRPr lang="en-US"/>
        </a:p>
      </dgm:t>
    </dgm:pt>
    <dgm:pt modelId="{1CEFFBE1-FD7B-4B25-925D-EB2C644CF700}" type="parTrans" cxnId="{EDA07ADB-3EC5-4038-A8E9-DBC51357853F}">
      <dgm:prSet/>
      <dgm:spPr/>
    </dgm:pt>
    <dgm:pt modelId="{6BA95330-4527-4CCD-A049-05DF45476A47}" type="sibTrans" cxnId="{EDA07ADB-3EC5-4038-A8E9-DBC51357853F}">
      <dgm:prSet/>
      <dgm:spPr/>
      <dgm:t>
        <a:bodyPr/>
        <a:lstStyle/>
        <a:p>
          <a:endParaRPr lang="en-US"/>
        </a:p>
      </dgm:t>
    </dgm:pt>
    <dgm:pt modelId="{1CE267CA-48DD-49EC-A1C5-EC14C616A518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Best Practices</a:t>
          </a:r>
          <a:endParaRPr lang="en-US"/>
        </a:p>
      </dgm:t>
    </dgm:pt>
    <dgm:pt modelId="{E6042546-38A4-4B37-8B55-9236F806B96C}" type="parTrans" cxnId="{637B059F-74F7-42AD-BDCA-6A875ADD9627}">
      <dgm:prSet/>
      <dgm:spPr/>
    </dgm:pt>
    <dgm:pt modelId="{CD8D32D8-5609-4284-8001-8792DB385560}" type="sibTrans" cxnId="{637B059F-74F7-42AD-BDCA-6A875ADD9627}">
      <dgm:prSet/>
      <dgm:spPr/>
      <dgm:t>
        <a:bodyPr/>
        <a:lstStyle/>
        <a:p>
          <a:endParaRPr lang="en-US"/>
        </a:p>
      </dgm:t>
    </dgm:pt>
    <dgm:pt modelId="{6C1571A9-F162-46AE-9404-4887EDDD450A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Federal policy and legislation</a:t>
          </a:r>
          <a:endParaRPr lang="en-US"/>
        </a:p>
      </dgm:t>
    </dgm:pt>
    <dgm:pt modelId="{299933B8-C7DE-44A4-AED4-F274388BAD78}" type="parTrans" cxnId="{6F430C27-F434-425C-8BB6-46A65168F19A}">
      <dgm:prSet/>
      <dgm:spPr/>
    </dgm:pt>
    <dgm:pt modelId="{95806222-8D6C-4C4E-8954-F86E71072B5F}" type="sibTrans" cxnId="{6F430C27-F434-425C-8BB6-46A65168F19A}">
      <dgm:prSet/>
      <dgm:spPr/>
      <dgm:t>
        <a:bodyPr/>
        <a:lstStyle/>
        <a:p>
          <a:endParaRPr lang="en-US"/>
        </a:p>
      </dgm:t>
    </dgm:pt>
    <dgm:pt modelId="{25EF89C6-E798-45AF-8DD7-4D6AA959EF5E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Values</a:t>
          </a:r>
        </a:p>
      </dgm:t>
    </dgm:pt>
    <dgm:pt modelId="{42E287D1-8F08-4BF1-A6B6-A7694BF034E7}" type="parTrans" cxnId="{08FE1326-9392-4A44-95B0-28BCC54D1CD1}">
      <dgm:prSet/>
      <dgm:spPr/>
    </dgm:pt>
    <dgm:pt modelId="{FCD6F8B3-89C0-4E38-99A4-060FC572898D}" type="sibTrans" cxnId="{08FE1326-9392-4A44-95B0-28BCC54D1CD1}">
      <dgm:prSet/>
      <dgm:spPr/>
      <dgm:t>
        <a:bodyPr/>
        <a:lstStyle/>
        <a:p>
          <a:endParaRPr lang="en-US"/>
        </a:p>
      </dgm:t>
    </dgm:pt>
    <dgm:pt modelId="{B23B8E01-416D-484F-B082-C6227A68B9E2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History</a:t>
          </a:r>
        </a:p>
      </dgm:t>
    </dgm:pt>
    <dgm:pt modelId="{A5FA77C8-C12D-4800-ABAE-9E4D32460502}" type="parTrans" cxnId="{9C65B148-A56B-4456-9D6F-AC8738D87D8C}">
      <dgm:prSet/>
      <dgm:spPr/>
    </dgm:pt>
    <dgm:pt modelId="{ABC79455-C9E9-4CF5-85AD-D42E0518BCEF}" type="sibTrans" cxnId="{9C65B148-A56B-4456-9D6F-AC8738D87D8C}">
      <dgm:prSet/>
      <dgm:spPr/>
    </dgm:pt>
    <dgm:pt modelId="{AD65F64D-3254-4887-A11C-9CA92A1AB051}" type="pres">
      <dgm:prSet presAssocID="{EA4DB1C2-7F11-4C66-A3AC-D44093281FD2}" presName="arrowDiagram" presStyleCnt="0">
        <dgm:presLayoutVars>
          <dgm:chMax val="5"/>
          <dgm:dir/>
          <dgm:resizeHandles val="exact"/>
        </dgm:presLayoutVars>
      </dgm:prSet>
      <dgm:spPr/>
    </dgm:pt>
    <dgm:pt modelId="{7AABE5F4-F886-44F9-ABBC-F3ECE5B733E9}" type="pres">
      <dgm:prSet presAssocID="{EA4DB1C2-7F11-4C66-A3AC-D44093281FD2}" presName="arrow" presStyleLbl="bgShp" presStyleIdx="0" presStyleCnt="1"/>
      <dgm:spPr/>
    </dgm:pt>
    <dgm:pt modelId="{513240AE-B310-4724-A85B-4C3F88B443AA}" type="pres">
      <dgm:prSet presAssocID="{EA4DB1C2-7F11-4C66-A3AC-D44093281FD2}" presName="arrowDiagram5" presStyleCnt="0"/>
      <dgm:spPr/>
    </dgm:pt>
    <dgm:pt modelId="{97FDB7D5-2F1E-4296-835C-CC1C784406B9}" type="pres">
      <dgm:prSet presAssocID="{B23B8E01-416D-484F-B082-C6227A68B9E2}" presName="bullet5a" presStyleLbl="node1" presStyleIdx="0" presStyleCnt="5"/>
      <dgm:spPr/>
    </dgm:pt>
    <dgm:pt modelId="{5BF857A0-90D1-4A4F-8FF5-16E606178F26}" type="pres">
      <dgm:prSet presAssocID="{B23B8E01-416D-484F-B082-C6227A68B9E2}" presName="textBox5a" presStyleLbl="revTx" presStyleIdx="0" presStyleCnt="5">
        <dgm:presLayoutVars>
          <dgm:bulletEnabled val="1"/>
        </dgm:presLayoutVars>
      </dgm:prSet>
      <dgm:spPr/>
    </dgm:pt>
    <dgm:pt modelId="{E436054C-F2CB-4925-A509-C057C98F18F8}" type="pres">
      <dgm:prSet presAssocID="{6C1571A9-F162-46AE-9404-4887EDDD450A}" presName="bullet5b" presStyleLbl="node1" presStyleIdx="1" presStyleCnt="5"/>
      <dgm:spPr/>
    </dgm:pt>
    <dgm:pt modelId="{90B93F16-26DC-4B02-93F3-B4DDEA854A2D}" type="pres">
      <dgm:prSet presAssocID="{6C1571A9-F162-46AE-9404-4887EDDD450A}" presName="textBox5b" presStyleLbl="revTx" presStyleIdx="1" presStyleCnt="5">
        <dgm:presLayoutVars>
          <dgm:bulletEnabled val="1"/>
        </dgm:presLayoutVars>
      </dgm:prSet>
      <dgm:spPr/>
    </dgm:pt>
    <dgm:pt modelId="{4FBF8622-A389-4E52-BE30-D1DF93D2E7AF}" type="pres">
      <dgm:prSet presAssocID="{F0ABA278-58C1-4471-924E-7ED1F6F2B096}" presName="bullet5c" presStyleLbl="node1" presStyleIdx="2" presStyleCnt="5"/>
      <dgm:spPr/>
    </dgm:pt>
    <dgm:pt modelId="{357893AC-1E0A-47FF-A9E2-52F5F65F0FCD}" type="pres">
      <dgm:prSet presAssocID="{F0ABA278-58C1-4471-924E-7ED1F6F2B096}" presName="textBox5c" presStyleLbl="revTx" presStyleIdx="2" presStyleCnt="5">
        <dgm:presLayoutVars>
          <dgm:bulletEnabled val="1"/>
        </dgm:presLayoutVars>
      </dgm:prSet>
      <dgm:spPr/>
    </dgm:pt>
    <dgm:pt modelId="{C5619AA7-2B92-4F4F-BFE9-B753D5C48A59}" type="pres">
      <dgm:prSet presAssocID="{1CE267CA-48DD-49EC-A1C5-EC14C616A518}" presName="bullet5d" presStyleLbl="node1" presStyleIdx="3" presStyleCnt="5"/>
      <dgm:spPr/>
    </dgm:pt>
    <dgm:pt modelId="{6C2E7C42-B598-478E-872A-33DFF2A8E79D}" type="pres">
      <dgm:prSet presAssocID="{1CE267CA-48DD-49EC-A1C5-EC14C616A518}" presName="textBox5d" presStyleLbl="revTx" presStyleIdx="3" presStyleCnt="5">
        <dgm:presLayoutVars>
          <dgm:bulletEnabled val="1"/>
        </dgm:presLayoutVars>
      </dgm:prSet>
      <dgm:spPr/>
    </dgm:pt>
    <dgm:pt modelId="{B3853BEE-6EB9-4BF5-8B3F-62913E8657B4}" type="pres">
      <dgm:prSet presAssocID="{25EF89C6-E798-45AF-8DD7-4D6AA959EF5E}" presName="bullet5e" presStyleLbl="node1" presStyleIdx="4" presStyleCnt="5"/>
      <dgm:spPr/>
    </dgm:pt>
    <dgm:pt modelId="{7EA8B72F-090E-434E-B919-46CA3E7DAC42}" type="pres">
      <dgm:prSet presAssocID="{25EF89C6-E798-45AF-8DD7-4D6AA959EF5E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08FE1326-9392-4A44-95B0-28BCC54D1CD1}" srcId="{EA4DB1C2-7F11-4C66-A3AC-D44093281FD2}" destId="{25EF89C6-E798-45AF-8DD7-4D6AA959EF5E}" srcOrd="4" destOrd="0" parTransId="{42E287D1-8F08-4BF1-A6B6-A7694BF034E7}" sibTransId="{FCD6F8B3-89C0-4E38-99A4-060FC572898D}"/>
    <dgm:cxn modelId="{6F430C27-F434-425C-8BB6-46A65168F19A}" srcId="{EA4DB1C2-7F11-4C66-A3AC-D44093281FD2}" destId="{6C1571A9-F162-46AE-9404-4887EDDD450A}" srcOrd="1" destOrd="0" parTransId="{299933B8-C7DE-44A4-AED4-F274388BAD78}" sibTransId="{95806222-8D6C-4C4E-8954-F86E71072B5F}"/>
    <dgm:cxn modelId="{9C65B148-A56B-4456-9D6F-AC8738D87D8C}" srcId="{EA4DB1C2-7F11-4C66-A3AC-D44093281FD2}" destId="{B23B8E01-416D-484F-B082-C6227A68B9E2}" srcOrd="0" destOrd="0" parTransId="{A5FA77C8-C12D-4800-ABAE-9E4D32460502}" sibTransId="{ABC79455-C9E9-4CF5-85AD-D42E0518BCEF}"/>
    <dgm:cxn modelId="{F8870654-151C-43CE-80BA-E546C104587B}" type="presOf" srcId="{B23B8E01-416D-484F-B082-C6227A68B9E2}" destId="{5BF857A0-90D1-4A4F-8FF5-16E606178F26}" srcOrd="0" destOrd="0" presId="urn:microsoft.com/office/officeart/2005/8/layout/arrow2"/>
    <dgm:cxn modelId="{0A12DB75-7DE1-439A-AC95-B4FF0735A911}" type="presOf" srcId="{F0ABA278-58C1-4471-924E-7ED1F6F2B096}" destId="{357893AC-1E0A-47FF-A9E2-52F5F65F0FCD}" srcOrd="0" destOrd="0" presId="urn:microsoft.com/office/officeart/2005/8/layout/arrow2"/>
    <dgm:cxn modelId="{FF2C0859-8A99-4F0F-9008-56DA90B9ABC2}" type="presOf" srcId="{25EF89C6-E798-45AF-8DD7-4D6AA959EF5E}" destId="{7EA8B72F-090E-434E-B919-46CA3E7DAC42}" srcOrd="0" destOrd="0" presId="urn:microsoft.com/office/officeart/2005/8/layout/arrow2"/>
    <dgm:cxn modelId="{637B059F-74F7-42AD-BDCA-6A875ADD9627}" srcId="{EA4DB1C2-7F11-4C66-A3AC-D44093281FD2}" destId="{1CE267CA-48DD-49EC-A1C5-EC14C616A518}" srcOrd="3" destOrd="0" parTransId="{E6042546-38A4-4B37-8B55-9236F806B96C}" sibTransId="{CD8D32D8-5609-4284-8001-8792DB385560}"/>
    <dgm:cxn modelId="{A2E0A7A5-E8B6-4C54-87F5-D054A2F897FF}" type="presOf" srcId="{1CE267CA-48DD-49EC-A1C5-EC14C616A518}" destId="{6C2E7C42-B598-478E-872A-33DFF2A8E79D}" srcOrd="0" destOrd="0" presId="urn:microsoft.com/office/officeart/2005/8/layout/arrow2"/>
    <dgm:cxn modelId="{430D9FD3-2F4C-4CDE-9479-51CC37CE4F63}" type="presOf" srcId="{6C1571A9-F162-46AE-9404-4887EDDD450A}" destId="{90B93F16-26DC-4B02-93F3-B4DDEA854A2D}" srcOrd="0" destOrd="0" presId="urn:microsoft.com/office/officeart/2005/8/layout/arrow2"/>
    <dgm:cxn modelId="{EDA07ADB-3EC5-4038-A8E9-DBC51357853F}" srcId="{EA4DB1C2-7F11-4C66-A3AC-D44093281FD2}" destId="{F0ABA278-58C1-4471-924E-7ED1F6F2B096}" srcOrd="2" destOrd="0" parTransId="{1CEFFBE1-FD7B-4B25-925D-EB2C644CF700}" sibTransId="{6BA95330-4527-4CCD-A049-05DF45476A47}"/>
    <dgm:cxn modelId="{24A6DEF3-4911-4BBD-837E-4F6EC42A2C4F}" type="presOf" srcId="{EA4DB1C2-7F11-4C66-A3AC-D44093281FD2}" destId="{AD65F64D-3254-4887-A11C-9CA92A1AB051}" srcOrd="0" destOrd="0" presId="urn:microsoft.com/office/officeart/2005/8/layout/arrow2"/>
    <dgm:cxn modelId="{96125882-BB49-4D8B-B082-A1930CDFC40A}" type="presParOf" srcId="{AD65F64D-3254-4887-A11C-9CA92A1AB051}" destId="{7AABE5F4-F886-44F9-ABBC-F3ECE5B733E9}" srcOrd="0" destOrd="0" presId="urn:microsoft.com/office/officeart/2005/8/layout/arrow2"/>
    <dgm:cxn modelId="{FDA605C2-653E-4EA3-8333-EB19FEA93C82}" type="presParOf" srcId="{AD65F64D-3254-4887-A11C-9CA92A1AB051}" destId="{513240AE-B310-4724-A85B-4C3F88B443AA}" srcOrd="1" destOrd="0" presId="urn:microsoft.com/office/officeart/2005/8/layout/arrow2"/>
    <dgm:cxn modelId="{325E3D69-2E7F-42A2-9DE3-895C0DC4FF74}" type="presParOf" srcId="{513240AE-B310-4724-A85B-4C3F88B443AA}" destId="{97FDB7D5-2F1E-4296-835C-CC1C784406B9}" srcOrd="0" destOrd="0" presId="urn:microsoft.com/office/officeart/2005/8/layout/arrow2"/>
    <dgm:cxn modelId="{502897D9-B07E-4B31-9251-76B89709C11A}" type="presParOf" srcId="{513240AE-B310-4724-A85B-4C3F88B443AA}" destId="{5BF857A0-90D1-4A4F-8FF5-16E606178F26}" srcOrd="1" destOrd="0" presId="urn:microsoft.com/office/officeart/2005/8/layout/arrow2"/>
    <dgm:cxn modelId="{0D3A3C73-CC8B-4947-8F15-B8E342744995}" type="presParOf" srcId="{513240AE-B310-4724-A85B-4C3F88B443AA}" destId="{E436054C-F2CB-4925-A509-C057C98F18F8}" srcOrd="2" destOrd="0" presId="urn:microsoft.com/office/officeart/2005/8/layout/arrow2"/>
    <dgm:cxn modelId="{38A51B95-8B15-48D7-95D2-FFEAB0125D2A}" type="presParOf" srcId="{513240AE-B310-4724-A85B-4C3F88B443AA}" destId="{90B93F16-26DC-4B02-93F3-B4DDEA854A2D}" srcOrd="3" destOrd="0" presId="urn:microsoft.com/office/officeart/2005/8/layout/arrow2"/>
    <dgm:cxn modelId="{73ADF708-F57F-4AD6-8E03-F1538204992C}" type="presParOf" srcId="{513240AE-B310-4724-A85B-4C3F88B443AA}" destId="{4FBF8622-A389-4E52-BE30-D1DF93D2E7AF}" srcOrd="4" destOrd="0" presId="urn:microsoft.com/office/officeart/2005/8/layout/arrow2"/>
    <dgm:cxn modelId="{2583FE87-0C28-4D36-8005-A079A6937106}" type="presParOf" srcId="{513240AE-B310-4724-A85B-4C3F88B443AA}" destId="{357893AC-1E0A-47FF-A9E2-52F5F65F0FCD}" srcOrd="5" destOrd="0" presId="urn:microsoft.com/office/officeart/2005/8/layout/arrow2"/>
    <dgm:cxn modelId="{6189992D-A329-45DE-A1BF-19899881536B}" type="presParOf" srcId="{513240AE-B310-4724-A85B-4C3F88B443AA}" destId="{C5619AA7-2B92-4F4F-BFE9-B753D5C48A59}" srcOrd="6" destOrd="0" presId="urn:microsoft.com/office/officeart/2005/8/layout/arrow2"/>
    <dgm:cxn modelId="{12118BBD-8F3C-4CB6-9A23-B22F03D1C2BB}" type="presParOf" srcId="{513240AE-B310-4724-A85B-4C3F88B443AA}" destId="{6C2E7C42-B598-478E-872A-33DFF2A8E79D}" srcOrd="7" destOrd="0" presId="urn:microsoft.com/office/officeart/2005/8/layout/arrow2"/>
    <dgm:cxn modelId="{3E30FA17-C614-487D-8515-8BB3ADD545D1}" type="presParOf" srcId="{513240AE-B310-4724-A85B-4C3F88B443AA}" destId="{B3853BEE-6EB9-4BF5-8B3F-62913E8657B4}" srcOrd="8" destOrd="0" presId="urn:microsoft.com/office/officeart/2005/8/layout/arrow2"/>
    <dgm:cxn modelId="{910DB6E9-8EAE-4E38-B63D-0221367540E1}" type="presParOf" srcId="{513240AE-B310-4724-A85B-4C3F88B443AA}" destId="{7EA8B72F-090E-434E-B919-46CA3E7DAC42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E5B7A09-8B17-4CED-8CCD-4B1A025D30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EB814C5-FB37-4EB6-B320-11B320A0DBA3}">
      <dgm:prSet/>
      <dgm:spPr/>
      <dgm:t>
        <a:bodyPr/>
        <a:lstStyle/>
        <a:p>
          <a:r>
            <a:rPr lang="en-US"/>
            <a:t>Financial</a:t>
          </a:r>
        </a:p>
      </dgm:t>
    </dgm:pt>
    <dgm:pt modelId="{2DB851B3-048A-4446-A561-0561D3137CC9}" type="parTrans" cxnId="{4D786EFB-AF50-4C94-A140-03563DA9A30A}">
      <dgm:prSet/>
      <dgm:spPr/>
      <dgm:t>
        <a:bodyPr/>
        <a:lstStyle/>
        <a:p>
          <a:endParaRPr lang="en-US"/>
        </a:p>
      </dgm:t>
    </dgm:pt>
    <dgm:pt modelId="{797722BF-BF27-46F5-87A6-D08309392218}" type="sibTrans" cxnId="{4D786EFB-AF50-4C94-A140-03563DA9A30A}">
      <dgm:prSet/>
      <dgm:spPr/>
      <dgm:t>
        <a:bodyPr/>
        <a:lstStyle/>
        <a:p>
          <a:endParaRPr lang="en-US"/>
        </a:p>
      </dgm:t>
    </dgm:pt>
    <dgm:pt modelId="{662C0D48-9800-4411-A122-593A0A947B1C}">
      <dgm:prSet/>
      <dgm:spPr/>
      <dgm:t>
        <a:bodyPr/>
        <a:lstStyle/>
        <a:p>
          <a:pPr rtl="0"/>
          <a:r>
            <a:rPr lang="en-US"/>
            <a:t>Human (paid staff &amp; volunteers</a:t>
          </a:r>
          <a:r>
            <a:rPr lang="en-US">
              <a:latin typeface="Calibri Light" panose="020F0302020204030204"/>
            </a:rPr>
            <a:t>, board, etc.)</a:t>
          </a:r>
          <a:endParaRPr lang="en-US"/>
        </a:p>
      </dgm:t>
    </dgm:pt>
    <dgm:pt modelId="{A5F37516-8807-498B-9DF2-5B48D88277A8}" type="parTrans" cxnId="{C9C75624-CDA3-4C91-8283-3D98836435AB}">
      <dgm:prSet/>
      <dgm:spPr/>
      <dgm:t>
        <a:bodyPr/>
        <a:lstStyle/>
        <a:p>
          <a:endParaRPr lang="en-US"/>
        </a:p>
      </dgm:t>
    </dgm:pt>
    <dgm:pt modelId="{B9E95152-B958-4516-8137-B82A3C96BDC5}" type="sibTrans" cxnId="{C9C75624-CDA3-4C91-8283-3D98836435AB}">
      <dgm:prSet/>
      <dgm:spPr/>
      <dgm:t>
        <a:bodyPr/>
        <a:lstStyle/>
        <a:p>
          <a:endParaRPr lang="en-US"/>
        </a:p>
      </dgm:t>
    </dgm:pt>
    <dgm:pt modelId="{532A2B73-410F-4CC7-94A9-859A368E041F}">
      <dgm:prSet/>
      <dgm:spPr/>
      <dgm:t>
        <a:bodyPr/>
        <a:lstStyle/>
        <a:p>
          <a:r>
            <a:rPr lang="en-US"/>
            <a:t>Physical</a:t>
          </a:r>
        </a:p>
      </dgm:t>
    </dgm:pt>
    <dgm:pt modelId="{BEC50BB4-EAB4-46EB-9954-591A0D1968B9}" type="parTrans" cxnId="{DCBC1A5C-1CE4-4918-AC54-48B1B18783E2}">
      <dgm:prSet/>
      <dgm:spPr/>
      <dgm:t>
        <a:bodyPr/>
        <a:lstStyle/>
        <a:p>
          <a:endParaRPr lang="en-US"/>
        </a:p>
      </dgm:t>
    </dgm:pt>
    <dgm:pt modelId="{C3E6DD84-46BB-49A8-9013-EA9B11DDDD87}" type="sibTrans" cxnId="{DCBC1A5C-1CE4-4918-AC54-48B1B18783E2}">
      <dgm:prSet/>
      <dgm:spPr/>
      <dgm:t>
        <a:bodyPr/>
        <a:lstStyle/>
        <a:p>
          <a:endParaRPr lang="en-US"/>
        </a:p>
      </dgm:t>
    </dgm:pt>
    <dgm:pt modelId="{39C76F03-9685-4E5C-9A1B-6B43A40191B0}">
      <dgm:prSet/>
      <dgm:spPr/>
      <dgm:t>
        <a:bodyPr/>
        <a:lstStyle/>
        <a:p>
          <a:r>
            <a:rPr lang="en-US"/>
            <a:t>Intellectual</a:t>
          </a:r>
        </a:p>
      </dgm:t>
    </dgm:pt>
    <dgm:pt modelId="{4B4320DD-A5A3-4D44-92AA-BC22CBB21164}" type="parTrans" cxnId="{CC0180CE-B2D2-451E-9440-879D34B849FC}">
      <dgm:prSet/>
      <dgm:spPr/>
      <dgm:t>
        <a:bodyPr/>
        <a:lstStyle/>
        <a:p>
          <a:endParaRPr lang="en-US"/>
        </a:p>
      </dgm:t>
    </dgm:pt>
    <dgm:pt modelId="{3A28478D-CFD8-42D4-BE62-AB77B8A842D0}" type="sibTrans" cxnId="{CC0180CE-B2D2-451E-9440-879D34B849FC}">
      <dgm:prSet/>
      <dgm:spPr/>
      <dgm:t>
        <a:bodyPr/>
        <a:lstStyle/>
        <a:p>
          <a:endParaRPr lang="en-US"/>
        </a:p>
      </dgm:t>
    </dgm:pt>
    <dgm:pt modelId="{C8DC76B7-AF2D-45D7-A4F1-5F470D709242}">
      <dgm:prSet/>
      <dgm:spPr/>
      <dgm:t>
        <a:bodyPr/>
        <a:lstStyle/>
        <a:p>
          <a:pPr rtl="0"/>
          <a:r>
            <a:rPr lang="en-US"/>
            <a:t>Partnerships</a:t>
          </a:r>
          <a:r>
            <a:rPr lang="en-US">
              <a:latin typeface="Calibri Light" panose="020F0302020204030204"/>
            </a:rPr>
            <a:t> </a:t>
          </a:r>
          <a:endParaRPr lang="en-US"/>
        </a:p>
      </dgm:t>
    </dgm:pt>
    <dgm:pt modelId="{487D9DAB-ECAB-4FA6-8953-274928B7C161}" type="parTrans" cxnId="{CDB8A3A9-141A-4017-A498-BD5ED87D303E}">
      <dgm:prSet/>
      <dgm:spPr/>
      <dgm:t>
        <a:bodyPr/>
        <a:lstStyle/>
        <a:p>
          <a:endParaRPr lang="en-US"/>
        </a:p>
      </dgm:t>
    </dgm:pt>
    <dgm:pt modelId="{8A93FA04-27A1-4526-99B4-B898F9889900}" type="sibTrans" cxnId="{CDB8A3A9-141A-4017-A498-BD5ED87D303E}">
      <dgm:prSet/>
      <dgm:spPr/>
      <dgm:t>
        <a:bodyPr/>
        <a:lstStyle/>
        <a:p>
          <a:endParaRPr lang="en-US"/>
        </a:p>
      </dgm:t>
    </dgm:pt>
    <dgm:pt modelId="{865F4F20-385F-415E-B7DA-25F14ADF0D6F}">
      <dgm:prSet/>
      <dgm:spPr/>
      <dgm:t>
        <a:bodyPr/>
        <a:lstStyle/>
        <a:p>
          <a:r>
            <a:rPr lang="en-US">
              <a:latin typeface="Calibri Light" panose="020F0302020204030204"/>
            </a:rPr>
            <a:t>Data</a:t>
          </a:r>
          <a:r>
            <a:rPr lang="en-US"/>
            <a:t> &amp; info</a:t>
          </a:r>
        </a:p>
      </dgm:t>
    </dgm:pt>
    <dgm:pt modelId="{572FE32C-9A66-4A0B-BFAB-D5183A9A6BD6}" type="parTrans" cxnId="{65F3D696-EB3C-4AD6-B84B-2BC8B18878F3}">
      <dgm:prSet/>
      <dgm:spPr/>
      <dgm:t>
        <a:bodyPr/>
        <a:lstStyle/>
        <a:p>
          <a:endParaRPr lang="en-US"/>
        </a:p>
      </dgm:t>
    </dgm:pt>
    <dgm:pt modelId="{3A663141-F5BF-4578-B099-EBBFB1131B75}" type="sibTrans" cxnId="{65F3D696-EB3C-4AD6-B84B-2BC8B18878F3}">
      <dgm:prSet/>
      <dgm:spPr/>
      <dgm:t>
        <a:bodyPr/>
        <a:lstStyle/>
        <a:p>
          <a:endParaRPr lang="en-US"/>
        </a:p>
      </dgm:t>
    </dgm:pt>
    <dgm:pt modelId="{6D9DB545-9E02-4717-81F4-C6B9117DFA78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Marketing</a:t>
          </a:r>
        </a:p>
      </dgm:t>
    </dgm:pt>
    <dgm:pt modelId="{A64D98A7-7889-4797-95B7-A747ED7F561F}" type="parTrans" cxnId="{995FDA11-AD1E-4513-B8AE-1E5159E5EEAC}">
      <dgm:prSet/>
      <dgm:spPr/>
    </dgm:pt>
    <dgm:pt modelId="{AFF0E181-C508-49F9-874F-066A4297D14C}" type="sibTrans" cxnId="{995FDA11-AD1E-4513-B8AE-1E5159E5EEAC}">
      <dgm:prSet/>
      <dgm:spPr/>
    </dgm:pt>
    <dgm:pt modelId="{8F9B1113-4641-45B9-8914-6EBEE1D16EB2}">
      <dgm:prSet phldr="0"/>
      <dgm:spPr/>
      <dgm:t>
        <a:bodyPr/>
        <a:lstStyle/>
        <a:p>
          <a:r>
            <a:rPr lang="en-US">
              <a:latin typeface="Calibri Light" panose="020F0302020204030204"/>
            </a:rPr>
            <a:t>Culture</a:t>
          </a:r>
        </a:p>
      </dgm:t>
    </dgm:pt>
    <dgm:pt modelId="{A18A7548-CAB2-4062-9710-6A3D1E6E94FF}" type="parTrans" cxnId="{999A1729-7ABC-4212-986D-0F2E941E2A7F}">
      <dgm:prSet/>
      <dgm:spPr/>
    </dgm:pt>
    <dgm:pt modelId="{23C8C5DB-FF67-4336-B6D5-FF49D4C50E50}" type="sibTrans" cxnId="{999A1729-7ABC-4212-986D-0F2E941E2A7F}">
      <dgm:prSet/>
      <dgm:spPr/>
    </dgm:pt>
    <dgm:pt modelId="{D5F999D8-4174-4101-9578-8977838692C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Others? </a:t>
          </a:r>
        </a:p>
      </dgm:t>
    </dgm:pt>
    <dgm:pt modelId="{2AB58ED7-3B19-413F-9884-FE7B3FFBCAD6}" type="parTrans" cxnId="{F27407B3-5866-4398-9F4D-460600259121}">
      <dgm:prSet/>
      <dgm:spPr/>
    </dgm:pt>
    <dgm:pt modelId="{1B44288C-2E05-4B66-BA3E-3FEBA2E2BC13}" type="sibTrans" cxnId="{F27407B3-5866-4398-9F4D-460600259121}">
      <dgm:prSet/>
      <dgm:spPr/>
    </dgm:pt>
    <dgm:pt modelId="{5D04EB95-9F27-4D49-BA29-1B2099E2D37C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Yourselves!!! (don't forget...you make it happen)</a:t>
          </a:r>
        </a:p>
      </dgm:t>
    </dgm:pt>
    <dgm:pt modelId="{46B0C6D7-44E1-4433-8DF2-A6EBCFE98667}" type="parTrans" cxnId="{26BCCDF4-44A2-4F1C-AD7F-3CD44C849366}">
      <dgm:prSet/>
      <dgm:spPr/>
    </dgm:pt>
    <dgm:pt modelId="{92AC552B-D322-4118-B778-E66674FADB18}" type="sibTrans" cxnId="{26BCCDF4-44A2-4F1C-AD7F-3CD44C849366}">
      <dgm:prSet/>
      <dgm:spPr/>
    </dgm:pt>
    <dgm:pt modelId="{064E1B22-853F-4B01-A160-55AF25982638}" type="pres">
      <dgm:prSet presAssocID="{DE5B7A09-8B17-4CED-8CCD-4B1A025D30A4}" presName="vert0" presStyleCnt="0">
        <dgm:presLayoutVars>
          <dgm:dir/>
          <dgm:animOne val="branch"/>
          <dgm:animLvl val="lvl"/>
        </dgm:presLayoutVars>
      </dgm:prSet>
      <dgm:spPr/>
    </dgm:pt>
    <dgm:pt modelId="{C25C9FEF-7AF4-43A6-B1D5-9B66B366BFF3}" type="pres">
      <dgm:prSet presAssocID="{3EB814C5-FB37-4EB6-B320-11B320A0DBA3}" presName="thickLine" presStyleLbl="alignNode1" presStyleIdx="0" presStyleCnt="10"/>
      <dgm:spPr/>
    </dgm:pt>
    <dgm:pt modelId="{35EDBD9B-4D2A-4838-8DB3-6CB38530B1CF}" type="pres">
      <dgm:prSet presAssocID="{3EB814C5-FB37-4EB6-B320-11B320A0DBA3}" presName="horz1" presStyleCnt="0"/>
      <dgm:spPr/>
    </dgm:pt>
    <dgm:pt modelId="{08B6AB2E-4AF4-456D-8772-4AF13187CFEE}" type="pres">
      <dgm:prSet presAssocID="{3EB814C5-FB37-4EB6-B320-11B320A0DBA3}" presName="tx1" presStyleLbl="revTx" presStyleIdx="0" presStyleCnt="10"/>
      <dgm:spPr/>
    </dgm:pt>
    <dgm:pt modelId="{6936DED1-7E7F-4F7F-8EC8-4E63B0ECEE10}" type="pres">
      <dgm:prSet presAssocID="{3EB814C5-FB37-4EB6-B320-11B320A0DBA3}" presName="vert1" presStyleCnt="0"/>
      <dgm:spPr/>
    </dgm:pt>
    <dgm:pt modelId="{42AC7197-91F3-4EBB-AABC-A38122ED8777}" type="pres">
      <dgm:prSet presAssocID="{662C0D48-9800-4411-A122-593A0A947B1C}" presName="thickLine" presStyleLbl="alignNode1" presStyleIdx="1" presStyleCnt="10"/>
      <dgm:spPr/>
    </dgm:pt>
    <dgm:pt modelId="{39C6C8A8-5A76-47AA-AA56-3BA3FDC4D0DF}" type="pres">
      <dgm:prSet presAssocID="{662C0D48-9800-4411-A122-593A0A947B1C}" presName="horz1" presStyleCnt="0"/>
      <dgm:spPr/>
    </dgm:pt>
    <dgm:pt modelId="{E91525F6-AC89-44CE-924C-934BEBFCF0E2}" type="pres">
      <dgm:prSet presAssocID="{662C0D48-9800-4411-A122-593A0A947B1C}" presName="tx1" presStyleLbl="revTx" presStyleIdx="1" presStyleCnt="10"/>
      <dgm:spPr/>
    </dgm:pt>
    <dgm:pt modelId="{82B713AC-0325-44BF-9213-90855A7EB388}" type="pres">
      <dgm:prSet presAssocID="{662C0D48-9800-4411-A122-593A0A947B1C}" presName="vert1" presStyleCnt="0"/>
      <dgm:spPr/>
    </dgm:pt>
    <dgm:pt modelId="{08894551-CF26-47EB-99EC-F0ADF111721C}" type="pres">
      <dgm:prSet presAssocID="{532A2B73-410F-4CC7-94A9-859A368E041F}" presName="thickLine" presStyleLbl="alignNode1" presStyleIdx="2" presStyleCnt="10"/>
      <dgm:spPr/>
    </dgm:pt>
    <dgm:pt modelId="{C9D18E1B-2EF3-4E3D-B7AD-69AB90C0652E}" type="pres">
      <dgm:prSet presAssocID="{532A2B73-410F-4CC7-94A9-859A368E041F}" presName="horz1" presStyleCnt="0"/>
      <dgm:spPr/>
    </dgm:pt>
    <dgm:pt modelId="{4157478A-2697-4AD8-B5ED-402FFEBFC45D}" type="pres">
      <dgm:prSet presAssocID="{532A2B73-410F-4CC7-94A9-859A368E041F}" presName="tx1" presStyleLbl="revTx" presStyleIdx="2" presStyleCnt="10"/>
      <dgm:spPr/>
    </dgm:pt>
    <dgm:pt modelId="{7CA176C6-D864-4F0E-861B-99B7C1567B05}" type="pres">
      <dgm:prSet presAssocID="{532A2B73-410F-4CC7-94A9-859A368E041F}" presName="vert1" presStyleCnt="0"/>
      <dgm:spPr/>
    </dgm:pt>
    <dgm:pt modelId="{3D3495EF-C177-43C2-AF37-E91A986BA766}" type="pres">
      <dgm:prSet presAssocID="{39C76F03-9685-4E5C-9A1B-6B43A40191B0}" presName="thickLine" presStyleLbl="alignNode1" presStyleIdx="3" presStyleCnt="10"/>
      <dgm:spPr/>
    </dgm:pt>
    <dgm:pt modelId="{A9F4D9EC-5177-4145-9143-B3D965A8346E}" type="pres">
      <dgm:prSet presAssocID="{39C76F03-9685-4E5C-9A1B-6B43A40191B0}" presName="horz1" presStyleCnt="0"/>
      <dgm:spPr/>
    </dgm:pt>
    <dgm:pt modelId="{F97DE305-A558-4E8B-AAA7-D5FFA13E51B4}" type="pres">
      <dgm:prSet presAssocID="{39C76F03-9685-4E5C-9A1B-6B43A40191B0}" presName="tx1" presStyleLbl="revTx" presStyleIdx="3" presStyleCnt="10"/>
      <dgm:spPr/>
    </dgm:pt>
    <dgm:pt modelId="{7F7E497A-6220-46E6-A793-1B9E8FFA4486}" type="pres">
      <dgm:prSet presAssocID="{39C76F03-9685-4E5C-9A1B-6B43A40191B0}" presName="vert1" presStyleCnt="0"/>
      <dgm:spPr/>
    </dgm:pt>
    <dgm:pt modelId="{8D9DA716-D353-4961-9543-E1C8BA589525}" type="pres">
      <dgm:prSet presAssocID="{C8DC76B7-AF2D-45D7-A4F1-5F470D709242}" presName="thickLine" presStyleLbl="alignNode1" presStyleIdx="4" presStyleCnt="10"/>
      <dgm:spPr/>
    </dgm:pt>
    <dgm:pt modelId="{E72F3733-021A-4890-8F8D-1607118FE0B4}" type="pres">
      <dgm:prSet presAssocID="{C8DC76B7-AF2D-45D7-A4F1-5F470D709242}" presName="horz1" presStyleCnt="0"/>
      <dgm:spPr/>
    </dgm:pt>
    <dgm:pt modelId="{85BDEB95-F5C2-4DE9-8C92-F019128BAD13}" type="pres">
      <dgm:prSet presAssocID="{C8DC76B7-AF2D-45D7-A4F1-5F470D709242}" presName="tx1" presStyleLbl="revTx" presStyleIdx="4" presStyleCnt="10"/>
      <dgm:spPr/>
    </dgm:pt>
    <dgm:pt modelId="{E38F7748-78C4-4594-90A8-058E3436C283}" type="pres">
      <dgm:prSet presAssocID="{C8DC76B7-AF2D-45D7-A4F1-5F470D709242}" presName="vert1" presStyleCnt="0"/>
      <dgm:spPr/>
    </dgm:pt>
    <dgm:pt modelId="{3E97FB1A-9D09-452E-A8C2-AD85377B74CE}" type="pres">
      <dgm:prSet presAssocID="{865F4F20-385F-415E-B7DA-25F14ADF0D6F}" presName="thickLine" presStyleLbl="alignNode1" presStyleIdx="5" presStyleCnt="10"/>
      <dgm:spPr/>
    </dgm:pt>
    <dgm:pt modelId="{4DB0223F-845C-40DD-B183-EC8116B36AE0}" type="pres">
      <dgm:prSet presAssocID="{865F4F20-385F-415E-B7DA-25F14ADF0D6F}" presName="horz1" presStyleCnt="0"/>
      <dgm:spPr/>
    </dgm:pt>
    <dgm:pt modelId="{E14FB25B-7C39-4E84-BDED-EFF2F5250662}" type="pres">
      <dgm:prSet presAssocID="{865F4F20-385F-415E-B7DA-25F14ADF0D6F}" presName="tx1" presStyleLbl="revTx" presStyleIdx="5" presStyleCnt="10"/>
      <dgm:spPr/>
    </dgm:pt>
    <dgm:pt modelId="{FE90567C-819E-4192-82C3-60CE0A76E7A5}" type="pres">
      <dgm:prSet presAssocID="{865F4F20-385F-415E-B7DA-25F14ADF0D6F}" presName="vert1" presStyleCnt="0"/>
      <dgm:spPr/>
    </dgm:pt>
    <dgm:pt modelId="{6CE2E7F8-5688-483B-AC8A-EEFC18F3E24D}" type="pres">
      <dgm:prSet presAssocID="{6D9DB545-9E02-4717-81F4-C6B9117DFA78}" presName="thickLine" presStyleLbl="alignNode1" presStyleIdx="6" presStyleCnt="10"/>
      <dgm:spPr/>
    </dgm:pt>
    <dgm:pt modelId="{9655CB03-D096-4662-B750-89960C3107D9}" type="pres">
      <dgm:prSet presAssocID="{6D9DB545-9E02-4717-81F4-C6B9117DFA78}" presName="horz1" presStyleCnt="0"/>
      <dgm:spPr/>
    </dgm:pt>
    <dgm:pt modelId="{4292BC7C-7671-427A-A0A8-FD2BAC512020}" type="pres">
      <dgm:prSet presAssocID="{6D9DB545-9E02-4717-81F4-C6B9117DFA78}" presName="tx1" presStyleLbl="revTx" presStyleIdx="6" presStyleCnt="10"/>
      <dgm:spPr/>
    </dgm:pt>
    <dgm:pt modelId="{A5C6799B-CCAF-4C41-A1F5-FDE407B0427C}" type="pres">
      <dgm:prSet presAssocID="{6D9DB545-9E02-4717-81F4-C6B9117DFA78}" presName="vert1" presStyleCnt="0"/>
      <dgm:spPr/>
    </dgm:pt>
    <dgm:pt modelId="{2726A402-72E4-4898-A0FD-E514317A39C2}" type="pres">
      <dgm:prSet presAssocID="{8F9B1113-4641-45B9-8914-6EBEE1D16EB2}" presName="thickLine" presStyleLbl="alignNode1" presStyleIdx="7" presStyleCnt="10"/>
      <dgm:spPr/>
    </dgm:pt>
    <dgm:pt modelId="{0F06CE68-3011-4DD6-96ED-FF15FCFE03FD}" type="pres">
      <dgm:prSet presAssocID="{8F9B1113-4641-45B9-8914-6EBEE1D16EB2}" presName="horz1" presStyleCnt="0"/>
      <dgm:spPr/>
    </dgm:pt>
    <dgm:pt modelId="{E4AFFAC1-1EE6-4813-ADF6-6947FF8CABB1}" type="pres">
      <dgm:prSet presAssocID="{8F9B1113-4641-45B9-8914-6EBEE1D16EB2}" presName="tx1" presStyleLbl="revTx" presStyleIdx="7" presStyleCnt="10"/>
      <dgm:spPr/>
    </dgm:pt>
    <dgm:pt modelId="{B6198C8A-B687-49D8-A20B-C42AD168D421}" type="pres">
      <dgm:prSet presAssocID="{8F9B1113-4641-45B9-8914-6EBEE1D16EB2}" presName="vert1" presStyleCnt="0"/>
      <dgm:spPr/>
    </dgm:pt>
    <dgm:pt modelId="{F8822D4D-6C3E-4909-8928-90A303300E80}" type="pres">
      <dgm:prSet presAssocID="{5D04EB95-9F27-4D49-BA29-1B2099E2D37C}" presName="thickLine" presStyleLbl="alignNode1" presStyleIdx="8" presStyleCnt="10"/>
      <dgm:spPr/>
    </dgm:pt>
    <dgm:pt modelId="{C659C50F-C1A6-4DE6-ADB1-CA0F9AD781D3}" type="pres">
      <dgm:prSet presAssocID="{5D04EB95-9F27-4D49-BA29-1B2099E2D37C}" presName="horz1" presStyleCnt="0"/>
      <dgm:spPr/>
    </dgm:pt>
    <dgm:pt modelId="{81A3FE3C-E05F-4F3D-B85C-863D1402864D}" type="pres">
      <dgm:prSet presAssocID="{5D04EB95-9F27-4D49-BA29-1B2099E2D37C}" presName="tx1" presStyleLbl="revTx" presStyleIdx="8" presStyleCnt="10"/>
      <dgm:spPr/>
    </dgm:pt>
    <dgm:pt modelId="{549B6344-1405-4DA2-9B73-70796E0DB2CF}" type="pres">
      <dgm:prSet presAssocID="{5D04EB95-9F27-4D49-BA29-1B2099E2D37C}" presName="vert1" presStyleCnt="0"/>
      <dgm:spPr/>
    </dgm:pt>
    <dgm:pt modelId="{D3FF1B7D-0017-4032-91BB-387B99F81702}" type="pres">
      <dgm:prSet presAssocID="{D5F999D8-4174-4101-9578-8977838692C8}" presName="thickLine" presStyleLbl="alignNode1" presStyleIdx="9" presStyleCnt="10"/>
      <dgm:spPr/>
    </dgm:pt>
    <dgm:pt modelId="{1AA58CAA-BA10-48F2-8455-652073AF0A27}" type="pres">
      <dgm:prSet presAssocID="{D5F999D8-4174-4101-9578-8977838692C8}" presName="horz1" presStyleCnt="0"/>
      <dgm:spPr/>
    </dgm:pt>
    <dgm:pt modelId="{85559924-61E4-4045-AF13-C2DB500C1C7E}" type="pres">
      <dgm:prSet presAssocID="{D5F999D8-4174-4101-9578-8977838692C8}" presName="tx1" presStyleLbl="revTx" presStyleIdx="9" presStyleCnt="10"/>
      <dgm:spPr/>
    </dgm:pt>
    <dgm:pt modelId="{8F720CFA-77F9-47CC-88FB-4D8B59F51F67}" type="pres">
      <dgm:prSet presAssocID="{D5F999D8-4174-4101-9578-8977838692C8}" presName="vert1" presStyleCnt="0"/>
      <dgm:spPr/>
    </dgm:pt>
  </dgm:ptLst>
  <dgm:cxnLst>
    <dgm:cxn modelId="{053B8F00-EED4-400D-80FB-F476C019B62C}" type="presOf" srcId="{3EB814C5-FB37-4EB6-B320-11B320A0DBA3}" destId="{08B6AB2E-4AF4-456D-8772-4AF13187CFEE}" srcOrd="0" destOrd="0" presId="urn:microsoft.com/office/officeart/2008/layout/LinedList"/>
    <dgm:cxn modelId="{9ABB2F09-9283-471E-98A5-1E25A78686FF}" type="presOf" srcId="{662C0D48-9800-4411-A122-593A0A947B1C}" destId="{E91525F6-AC89-44CE-924C-934BEBFCF0E2}" srcOrd="0" destOrd="0" presId="urn:microsoft.com/office/officeart/2008/layout/LinedList"/>
    <dgm:cxn modelId="{995FDA11-AD1E-4513-B8AE-1E5159E5EEAC}" srcId="{DE5B7A09-8B17-4CED-8CCD-4B1A025D30A4}" destId="{6D9DB545-9E02-4717-81F4-C6B9117DFA78}" srcOrd="6" destOrd="0" parTransId="{A64D98A7-7889-4797-95B7-A747ED7F561F}" sibTransId="{AFF0E181-C508-49F9-874F-066A4297D14C}"/>
    <dgm:cxn modelId="{6D082819-D021-4A7B-B6CA-D64BEDB5EF8F}" type="presOf" srcId="{865F4F20-385F-415E-B7DA-25F14ADF0D6F}" destId="{E14FB25B-7C39-4E84-BDED-EFF2F5250662}" srcOrd="0" destOrd="0" presId="urn:microsoft.com/office/officeart/2008/layout/LinedList"/>
    <dgm:cxn modelId="{C9C75624-CDA3-4C91-8283-3D98836435AB}" srcId="{DE5B7A09-8B17-4CED-8CCD-4B1A025D30A4}" destId="{662C0D48-9800-4411-A122-593A0A947B1C}" srcOrd="1" destOrd="0" parTransId="{A5F37516-8807-498B-9DF2-5B48D88277A8}" sibTransId="{B9E95152-B958-4516-8137-B82A3C96BDC5}"/>
    <dgm:cxn modelId="{999A1729-7ABC-4212-986D-0F2E941E2A7F}" srcId="{DE5B7A09-8B17-4CED-8CCD-4B1A025D30A4}" destId="{8F9B1113-4641-45B9-8914-6EBEE1D16EB2}" srcOrd="7" destOrd="0" parTransId="{A18A7548-CAB2-4062-9710-6A3D1E6E94FF}" sibTransId="{23C8C5DB-FF67-4336-B6D5-FF49D4C50E50}"/>
    <dgm:cxn modelId="{5EA21834-BB44-450E-9C3A-E9F1245516B4}" type="presOf" srcId="{C8DC76B7-AF2D-45D7-A4F1-5F470D709242}" destId="{85BDEB95-F5C2-4DE9-8C92-F019128BAD13}" srcOrd="0" destOrd="0" presId="urn:microsoft.com/office/officeart/2008/layout/LinedList"/>
    <dgm:cxn modelId="{DCBC1A5C-1CE4-4918-AC54-48B1B18783E2}" srcId="{DE5B7A09-8B17-4CED-8CCD-4B1A025D30A4}" destId="{532A2B73-410F-4CC7-94A9-859A368E041F}" srcOrd="2" destOrd="0" parTransId="{BEC50BB4-EAB4-46EB-9954-591A0D1968B9}" sibTransId="{C3E6DD84-46BB-49A8-9013-EA9B11DDDD87}"/>
    <dgm:cxn modelId="{266E855C-D3FE-4938-9B11-3DA907678640}" type="presOf" srcId="{39C76F03-9685-4E5C-9A1B-6B43A40191B0}" destId="{F97DE305-A558-4E8B-AAA7-D5FFA13E51B4}" srcOrd="0" destOrd="0" presId="urn:microsoft.com/office/officeart/2008/layout/LinedList"/>
    <dgm:cxn modelId="{02D96944-9F16-4E08-84FE-5C6CA14AAF75}" type="presOf" srcId="{8F9B1113-4641-45B9-8914-6EBEE1D16EB2}" destId="{E4AFFAC1-1EE6-4813-ADF6-6947FF8CABB1}" srcOrd="0" destOrd="0" presId="urn:microsoft.com/office/officeart/2008/layout/LinedList"/>
    <dgm:cxn modelId="{1F937F4D-3557-4B5B-B312-A2B8592EAE80}" type="presOf" srcId="{D5F999D8-4174-4101-9578-8977838692C8}" destId="{85559924-61E4-4045-AF13-C2DB500C1C7E}" srcOrd="0" destOrd="0" presId="urn:microsoft.com/office/officeart/2008/layout/LinedList"/>
    <dgm:cxn modelId="{D0FC5E7E-D2A0-4FB0-A04A-88017F0DBCF7}" type="presOf" srcId="{6D9DB545-9E02-4717-81F4-C6B9117DFA78}" destId="{4292BC7C-7671-427A-A0A8-FD2BAC512020}" srcOrd="0" destOrd="0" presId="urn:microsoft.com/office/officeart/2008/layout/LinedList"/>
    <dgm:cxn modelId="{65F3D696-EB3C-4AD6-B84B-2BC8B18878F3}" srcId="{DE5B7A09-8B17-4CED-8CCD-4B1A025D30A4}" destId="{865F4F20-385F-415E-B7DA-25F14ADF0D6F}" srcOrd="5" destOrd="0" parTransId="{572FE32C-9A66-4A0B-BFAB-D5183A9A6BD6}" sibTransId="{3A663141-F5BF-4578-B099-EBBFB1131B75}"/>
    <dgm:cxn modelId="{3E61D7A1-5171-4FE6-BA49-74CBB13AD1CF}" type="presOf" srcId="{5D04EB95-9F27-4D49-BA29-1B2099E2D37C}" destId="{81A3FE3C-E05F-4F3D-B85C-863D1402864D}" srcOrd="0" destOrd="0" presId="urn:microsoft.com/office/officeart/2008/layout/LinedList"/>
    <dgm:cxn modelId="{CDB8A3A9-141A-4017-A498-BD5ED87D303E}" srcId="{DE5B7A09-8B17-4CED-8CCD-4B1A025D30A4}" destId="{C8DC76B7-AF2D-45D7-A4F1-5F470D709242}" srcOrd="4" destOrd="0" parTransId="{487D9DAB-ECAB-4FA6-8953-274928B7C161}" sibTransId="{8A93FA04-27A1-4526-99B4-B898F9889900}"/>
    <dgm:cxn modelId="{F27407B3-5866-4398-9F4D-460600259121}" srcId="{DE5B7A09-8B17-4CED-8CCD-4B1A025D30A4}" destId="{D5F999D8-4174-4101-9578-8977838692C8}" srcOrd="9" destOrd="0" parTransId="{2AB58ED7-3B19-413F-9884-FE7B3FFBCAD6}" sibTransId="{1B44288C-2E05-4B66-BA3E-3FEBA2E2BC13}"/>
    <dgm:cxn modelId="{CC0180CE-B2D2-451E-9440-879D34B849FC}" srcId="{DE5B7A09-8B17-4CED-8CCD-4B1A025D30A4}" destId="{39C76F03-9685-4E5C-9A1B-6B43A40191B0}" srcOrd="3" destOrd="0" parTransId="{4B4320DD-A5A3-4D44-92AA-BC22CBB21164}" sibTransId="{3A28478D-CFD8-42D4-BE62-AB77B8A842D0}"/>
    <dgm:cxn modelId="{650603DD-CA3D-4CC3-9AF3-6CF767BC6279}" type="presOf" srcId="{DE5B7A09-8B17-4CED-8CCD-4B1A025D30A4}" destId="{064E1B22-853F-4B01-A160-55AF25982638}" srcOrd="0" destOrd="0" presId="urn:microsoft.com/office/officeart/2008/layout/LinedList"/>
    <dgm:cxn modelId="{C4C7FCF1-4C66-4572-9F7B-0852D5E19022}" type="presOf" srcId="{532A2B73-410F-4CC7-94A9-859A368E041F}" destId="{4157478A-2697-4AD8-B5ED-402FFEBFC45D}" srcOrd="0" destOrd="0" presId="urn:microsoft.com/office/officeart/2008/layout/LinedList"/>
    <dgm:cxn modelId="{26BCCDF4-44A2-4F1C-AD7F-3CD44C849366}" srcId="{DE5B7A09-8B17-4CED-8CCD-4B1A025D30A4}" destId="{5D04EB95-9F27-4D49-BA29-1B2099E2D37C}" srcOrd="8" destOrd="0" parTransId="{46B0C6D7-44E1-4433-8DF2-A6EBCFE98667}" sibTransId="{92AC552B-D322-4118-B778-E66674FADB18}"/>
    <dgm:cxn modelId="{4D786EFB-AF50-4C94-A140-03563DA9A30A}" srcId="{DE5B7A09-8B17-4CED-8CCD-4B1A025D30A4}" destId="{3EB814C5-FB37-4EB6-B320-11B320A0DBA3}" srcOrd="0" destOrd="0" parTransId="{2DB851B3-048A-4446-A561-0561D3137CC9}" sibTransId="{797722BF-BF27-46F5-87A6-D08309392218}"/>
    <dgm:cxn modelId="{EBC69851-2965-4F41-AC1E-D4A9905CEB26}" type="presParOf" srcId="{064E1B22-853F-4B01-A160-55AF25982638}" destId="{C25C9FEF-7AF4-43A6-B1D5-9B66B366BFF3}" srcOrd="0" destOrd="0" presId="urn:microsoft.com/office/officeart/2008/layout/LinedList"/>
    <dgm:cxn modelId="{41C92E2F-A354-4AB8-910F-55797C68E694}" type="presParOf" srcId="{064E1B22-853F-4B01-A160-55AF25982638}" destId="{35EDBD9B-4D2A-4838-8DB3-6CB38530B1CF}" srcOrd="1" destOrd="0" presId="urn:microsoft.com/office/officeart/2008/layout/LinedList"/>
    <dgm:cxn modelId="{D9CF314D-705A-4418-BB25-7C1CC1EF57FA}" type="presParOf" srcId="{35EDBD9B-4D2A-4838-8DB3-6CB38530B1CF}" destId="{08B6AB2E-4AF4-456D-8772-4AF13187CFEE}" srcOrd="0" destOrd="0" presId="urn:microsoft.com/office/officeart/2008/layout/LinedList"/>
    <dgm:cxn modelId="{D478FBDD-DF26-48FB-976D-15FC09B72E45}" type="presParOf" srcId="{35EDBD9B-4D2A-4838-8DB3-6CB38530B1CF}" destId="{6936DED1-7E7F-4F7F-8EC8-4E63B0ECEE10}" srcOrd="1" destOrd="0" presId="urn:microsoft.com/office/officeart/2008/layout/LinedList"/>
    <dgm:cxn modelId="{4D00EDED-EA26-4B0D-B78F-EEEBFB9EB99C}" type="presParOf" srcId="{064E1B22-853F-4B01-A160-55AF25982638}" destId="{42AC7197-91F3-4EBB-AABC-A38122ED8777}" srcOrd="2" destOrd="0" presId="urn:microsoft.com/office/officeart/2008/layout/LinedList"/>
    <dgm:cxn modelId="{FCB73997-5D70-4D61-BEF6-36866709962D}" type="presParOf" srcId="{064E1B22-853F-4B01-A160-55AF25982638}" destId="{39C6C8A8-5A76-47AA-AA56-3BA3FDC4D0DF}" srcOrd="3" destOrd="0" presId="urn:microsoft.com/office/officeart/2008/layout/LinedList"/>
    <dgm:cxn modelId="{20C6D3B3-F22C-4B74-9AC5-F565D43D8780}" type="presParOf" srcId="{39C6C8A8-5A76-47AA-AA56-3BA3FDC4D0DF}" destId="{E91525F6-AC89-44CE-924C-934BEBFCF0E2}" srcOrd="0" destOrd="0" presId="urn:microsoft.com/office/officeart/2008/layout/LinedList"/>
    <dgm:cxn modelId="{A5D87AA4-B34B-433B-BADE-B15A60CA42DB}" type="presParOf" srcId="{39C6C8A8-5A76-47AA-AA56-3BA3FDC4D0DF}" destId="{82B713AC-0325-44BF-9213-90855A7EB388}" srcOrd="1" destOrd="0" presId="urn:microsoft.com/office/officeart/2008/layout/LinedList"/>
    <dgm:cxn modelId="{C61F007D-8DD7-4151-9431-3F34DD97C0BA}" type="presParOf" srcId="{064E1B22-853F-4B01-A160-55AF25982638}" destId="{08894551-CF26-47EB-99EC-F0ADF111721C}" srcOrd="4" destOrd="0" presId="urn:microsoft.com/office/officeart/2008/layout/LinedList"/>
    <dgm:cxn modelId="{0DF67D97-C7B2-4C68-A7EB-9AB33858BB75}" type="presParOf" srcId="{064E1B22-853F-4B01-A160-55AF25982638}" destId="{C9D18E1B-2EF3-4E3D-B7AD-69AB90C0652E}" srcOrd="5" destOrd="0" presId="urn:microsoft.com/office/officeart/2008/layout/LinedList"/>
    <dgm:cxn modelId="{7C6FBFD0-3A41-4DAD-99CC-D923E6513FEF}" type="presParOf" srcId="{C9D18E1B-2EF3-4E3D-B7AD-69AB90C0652E}" destId="{4157478A-2697-4AD8-B5ED-402FFEBFC45D}" srcOrd="0" destOrd="0" presId="urn:microsoft.com/office/officeart/2008/layout/LinedList"/>
    <dgm:cxn modelId="{8C7B1639-36AD-4CB6-AD2B-2858F81791EA}" type="presParOf" srcId="{C9D18E1B-2EF3-4E3D-B7AD-69AB90C0652E}" destId="{7CA176C6-D864-4F0E-861B-99B7C1567B05}" srcOrd="1" destOrd="0" presId="urn:microsoft.com/office/officeart/2008/layout/LinedList"/>
    <dgm:cxn modelId="{E9F0F79A-E44B-4DAC-9FDB-2A4D0142448C}" type="presParOf" srcId="{064E1B22-853F-4B01-A160-55AF25982638}" destId="{3D3495EF-C177-43C2-AF37-E91A986BA766}" srcOrd="6" destOrd="0" presId="urn:microsoft.com/office/officeart/2008/layout/LinedList"/>
    <dgm:cxn modelId="{A46094F3-BDB2-4297-A3AD-95031EF08CC7}" type="presParOf" srcId="{064E1B22-853F-4B01-A160-55AF25982638}" destId="{A9F4D9EC-5177-4145-9143-B3D965A8346E}" srcOrd="7" destOrd="0" presId="urn:microsoft.com/office/officeart/2008/layout/LinedList"/>
    <dgm:cxn modelId="{FE37B575-8573-4895-8B7E-067C39702153}" type="presParOf" srcId="{A9F4D9EC-5177-4145-9143-B3D965A8346E}" destId="{F97DE305-A558-4E8B-AAA7-D5FFA13E51B4}" srcOrd="0" destOrd="0" presId="urn:microsoft.com/office/officeart/2008/layout/LinedList"/>
    <dgm:cxn modelId="{2123261C-C7C5-4F4A-BE0E-69F980961CBC}" type="presParOf" srcId="{A9F4D9EC-5177-4145-9143-B3D965A8346E}" destId="{7F7E497A-6220-46E6-A793-1B9E8FFA4486}" srcOrd="1" destOrd="0" presId="urn:microsoft.com/office/officeart/2008/layout/LinedList"/>
    <dgm:cxn modelId="{EB4B90D4-E470-4594-85B6-694E88BE2391}" type="presParOf" srcId="{064E1B22-853F-4B01-A160-55AF25982638}" destId="{8D9DA716-D353-4961-9543-E1C8BA589525}" srcOrd="8" destOrd="0" presId="urn:microsoft.com/office/officeart/2008/layout/LinedList"/>
    <dgm:cxn modelId="{8B3421EB-E995-48CC-92A3-211203BAD48E}" type="presParOf" srcId="{064E1B22-853F-4B01-A160-55AF25982638}" destId="{E72F3733-021A-4890-8F8D-1607118FE0B4}" srcOrd="9" destOrd="0" presId="urn:microsoft.com/office/officeart/2008/layout/LinedList"/>
    <dgm:cxn modelId="{286DE11A-1865-4E19-9245-5A50DCDFDF6D}" type="presParOf" srcId="{E72F3733-021A-4890-8F8D-1607118FE0B4}" destId="{85BDEB95-F5C2-4DE9-8C92-F019128BAD13}" srcOrd="0" destOrd="0" presId="urn:microsoft.com/office/officeart/2008/layout/LinedList"/>
    <dgm:cxn modelId="{9E5F3DE3-471B-4057-A9A5-0AE68907D8AF}" type="presParOf" srcId="{E72F3733-021A-4890-8F8D-1607118FE0B4}" destId="{E38F7748-78C4-4594-90A8-058E3436C283}" srcOrd="1" destOrd="0" presId="urn:microsoft.com/office/officeart/2008/layout/LinedList"/>
    <dgm:cxn modelId="{F3F8AA24-DB5D-4926-AAE7-AA2724422832}" type="presParOf" srcId="{064E1B22-853F-4B01-A160-55AF25982638}" destId="{3E97FB1A-9D09-452E-A8C2-AD85377B74CE}" srcOrd="10" destOrd="0" presId="urn:microsoft.com/office/officeart/2008/layout/LinedList"/>
    <dgm:cxn modelId="{AEB81BAA-474E-451C-8C29-792B1F76DCDB}" type="presParOf" srcId="{064E1B22-853F-4B01-A160-55AF25982638}" destId="{4DB0223F-845C-40DD-B183-EC8116B36AE0}" srcOrd="11" destOrd="0" presId="urn:microsoft.com/office/officeart/2008/layout/LinedList"/>
    <dgm:cxn modelId="{FD4C549A-951B-42D2-B6E3-E229FD1B2943}" type="presParOf" srcId="{4DB0223F-845C-40DD-B183-EC8116B36AE0}" destId="{E14FB25B-7C39-4E84-BDED-EFF2F5250662}" srcOrd="0" destOrd="0" presId="urn:microsoft.com/office/officeart/2008/layout/LinedList"/>
    <dgm:cxn modelId="{6148B557-3046-49BE-88E0-352314F10123}" type="presParOf" srcId="{4DB0223F-845C-40DD-B183-EC8116B36AE0}" destId="{FE90567C-819E-4192-82C3-60CE0A76E7A5}" srcOrd="1" destOrd="0" presId="urn:microsoft.com/office/officeart/2008/layout/LinedList"/>
    <dgm:cxn modelId="{C3EFECFE-A7A6-446E-8345-017C37A4E72E}" type="presParOf" srcId="{064E1B22-853F-4B01-A160-55AF25982638}" destId="{6CE2E7F8-5688-483B-AC8A-EEFC18F3E24D}" srcOrd="12" destOrd="0" presId="urn:microsoft.com/office/officeart/2008/layout/LinedList"/>
    <dgm:cxn modelId="{CFF3577C-85B1-471C-850C-D62B6EA8D1E1}" type="presParOf" srcId="{064E1B22-853F-4B01-A160-55AF25982638}" destId="{9655CB03-D096-4662-B750-89960C3107D9}" srcOrd="13" destOrd="0" presId="urn:microsoft.com/office/officeart/2008/layout/LinedList"/>
    <dgm:cxn modelId="{60D0F89D-0458-4217-AB55-849C3694AA3A}" type="presParOf" srcId="{9655CB03-D096-4662-B750-89960C3107D9}" destId="{4292BC7C-7671-427A-A0A8-FD2BAC512020}" srcOrd="0" destOrd="0" presId="urn:microsoft.com/office/officeart/2008/layout/LinedList"/>
    <dgm:cxn modelId="{7A3846A0-9B3E-4FE5-BF02-6837B8D59578}" type="presParOf" srcId="{9655CB03-D096-4662-B750-89960C3107D9}" destId="{A5C6799B-CCAF-4C41-A1F5-FDE407B0427C}" srcOrd="1" destOrd="0" presId="urn:microsoft.com/office/officeart/2008/layout/LinedList"/>
    <dgm:cxn modelId="{48AD3C09-291F-4BC1-8961-8365041B0697}" type="presParOf" srcId="{064E1B22-853F-4B01-A160-55AF25982638}" destId="{2726A402-72E4-4898-A0FD-E514317A39C2}" srcOrd="14" destOrd="0" presId="urn:microsoft.com/office/officeart/2008/layout/LinedList"/>
    <dgm:cxn modelId="{7F9E4C61-F9BE-4412-9682-2846CC83C02E}" type="presParOf" srcId="{064E1B22-853F-4B01-A160-55AF25982638}" destId="{0F06CE68-3011-4DD6-96ED-FF15FCFE03FD}" srcOrd="15" destOrd="0" presId="urn:microsoft.com/office/officeart/2008/layout/LinedList"/>
    <dgm:cxn modelId="{3B26C8B7-5214-48E3-9094-162922BCC24B}" type="presParOf" srcId="{0F06CE68-3011-4DD6-96ED-FF15FCFE03FD}" destId="{E4AFFAC1-1EE6-4813-ADF6-6947FF8CABB1}" srcOrd="0" destOrd="0" presId="urn:microsoft.com/office/officeart/2008/layout/LinedList"/>
    <dgm:cxn modelId="{CDB035AC-4550-4E44-881D-89913883C2C4}" type="presParOf" srcId="{0F06CE68-3011-4DD6-96ED-FF15FCFE03FD}" destId="{B6198C8A-B687-49D8-A20B-C42AD168D421}" srcOrd="1" destOrd="0" presId="urn:microsoft.com/office/officeart/2008/layout/LinedList"/>
    <dgm:cxn modelId="{8DE2225B-110F-434E-9B6B-5DBFEA9AC43E}" type="presParOf" srcId="{064E1B22-853F-4B01-A160-55AF25982638}" destId="{F8822D4D-6C3E-4909-8928-90A303300E80}" srcOrd="16" destOrd="0" presId="urn:microsoft.com/office/officeart/2008/layout/LinedList"/>
    <dgm:cxn modelId="{64AC09A4-219A-40BF-B6D0-E1DEB6A36B73}" type="presParOf" srcId="{064E1B22-853F-4B01-A160-55AF25982638}" destId="{C659C50F-C1A6-4DE6-ADB1-CA0F9AD781D3}" srcOrd="17" destOrd="0" presId="urn:microsoft.com/office/officeart/2008/layout/LinedList"/>
    <dgm:cxn modelId="{232847B1-70A5-42BE-A46A-51052D28EDB4}" type="presParOf" srcId="{C659C50F-C1A6-4DE6-ADB1-CA0F9AD781D3}" destId="{81A3FE3C-E05F-4F3D-B85C-863D1402864D}" srcOrd="0" destOrd="0" presId="urn:microsoft.com/office/officeart/2008/layout/LinedList"/>
    <dgm:cxn modelId="{49CAFA85-2146-4961-8E52-399D86601D73}" type="presParOf" srcId="{C659C50F-C1A6-4DE6-ADB1-CA0F9AD781D3}" destId="{549B6344-1405-4DA2-9B73-70796E0DB2CF}" srcOrd="1" destOrd="0" presId="urn:microsoft.com/office/officeart/2008/layout/LinedList"/>
    <dgm:cxn modelId="{A0512A04-A580-4F76-B5CE-9B306BA4FCE0}" type="presParOf" srcId="{064E1B22-853F-4B01-A160-55AF25982638}" destId="{D3FF1B7D-0017-4032-91BB-387B99F81702}" srcOrd="18" destOrd="0" presId="urn:microsoft.com/office/officeart/2008/layout/LinedList"/>
    <dgm:cxn modelId="{B9B43681-4E96-4E79-B8ED-439F4F0E1D15}" type="presParOf" srcId="{064E1B22-853F-4B01-A160-55AF25982638}" destId="{1AA58CAA-BA10-48F2-8455-652073AF0A27}" srcOrd="19" destOrd="0" presId="urn:microsoft.com/office/officeart/2008/layout/LinedList"/>
    <dgm:cxn modelId="{B2B479DB-114B-450A-9C22-B29C911748CF}" type="presParOf" srcId="{1AA58CAA-BA10-48F2-8455-652073AF0A27}" destId="{85559924-61E4-4045-AF13-C2DB500C1C7E}" srcOrd="0" destOrd="0" presId="urn:microsoft.com/office/officeart/2008/layout/LinedList"/>
    <dgm:cxn modelId="{083CE6C9-88E2-4822-9116-B0B82EDF7F38}" type="presParOf" srcId="{1AA58CAA-BA10-48F2-8455-652073AF0A27}" destId="{8F720CFA-77F9-47CC-88FB-4D8B59F51F6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6FFB3-8E4E-4E97-910C-C4CE9E85E9B5}">
      <dsp:nvSpPr>
        <dsp:cNvPr id="0" name=""/>
        <dsp:cNvSpPr/>
      </dsp:nvSpPr>
      <dsp:spPr>
        <a:xfrm>
          <a:off x="0" y="0"/>
          <a:ext cx="106574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621F6-F0DF-4D30-B852-0D804578573A}">
      <dsp:nvSpPr>
        <dsp:cNvPr id="0" name=""/>
        <dsp:cNvSpPr/>
      </dsp:nvSpPr>
      <dsp:spPr>
        <a:xfrm>
          <a:off x="0" y="0"/>
          <a:ext cx="2131498" cy="5164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Course Modules:</a:t>
          </a:r>
        </a:p>
      </dsp:txBody>
      <dsp:txXfrm>
        <a:off x="0" y="0"/>
        <a:ext cx="2131498" cy="5164560"/>
      </dsp:txXfrm>
    </dsp:sp>
    <dsp:sp modelId="{C5AD1EBC-771A-4521-9948-1B7625793B5E}">
      <dsp:nvSpPr>
        <dsp:cNvPr id="0" name=""/>
        <dsp:cNvSpPr/>
      </dsp:nvSpPr>
      <dsp:spPr>
        <a:xfrm>
          <a:off x="2291360" y="30544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 Light" panose="020F0302020204030204"/>
            </a:rPr>
            <a:t>#1: </a:t>
          </a:r>
          <a:r>
            <a:rPr lang="en-US" sz="2400" kern="1200">
              <a:latin typeface="Calibri Light" panose="020F0302020204030204"/>
            </a:rPr>
            <a:t>Course Orientation</a:t>
          </a:r>
          <a:endParaRPr lang="en-US" sz="2400" kern="1200"/>
        </a:p>
      </dsp:txBody>
      <dsp:txXfrm>
        <a:off x="2291360" y="30544"/>
        <a:ext cx="8366129" cy="610895"/>
      </dsp:txXfrm>
    </dsp:sp>
    <dsp:sp modelId="{E43311EA-4DCE-488B-90E1-3B4D700F7498}">
      <dsp:nvSpPr>
        <dsp:cNvPr id="0" name=""/>
        <dsp:cNvSpPr/>
      </dsp:nvSpPr>
      <dsp:spPr>
        <a:xfrm>
          <a:off x="2131498" y="641440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88638A-DF95-4A29-BEC7-71D9DC124D5D}">
      <dsp:nvSpPr>
        <dsp:cNvPr id="0" name=""/>
        <dsp:cNvSpPr/>
      </dsp:nvSpPr>
      <dsp:spPr>
        <a:xfrm>
          <a:off x="2291360" y="671985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 Light" panose="020F0302020204030204"/>
            </a:rPr>
            <a:t>#2</a:t>
          </a:r>
          <a:r>
            <a:rPr lang="en-US" sz="2400" kern="1200">
              <a:latin typeface="Calibri Light" panose="020F0302020204030204"/>
            </a:rPr>
            <a:t>: Leadership</a:t>
          </a:r>
          <a:endParaRPr lang="en-US" sz="2400" kern="1200"/>
        </a:p>
      </dsp:txBody>
      <dsp:txXfrm>
        <a:off x="2291360" y="671985"/>
        <a:ext cx="8366129" cy="610895"/>
      </dsp:txXfrm>
    </dsp:sp>
    <dsp:sp modelId="{A3AA8138-E6E3-4901-B40F-AE22A8B80BDC}">
      <dsp:nvSpPr>
        <dsp:cNvPr id="0" name=""/>
        <dsp:cNvSpPr/>
      </dsp:nvSpPr>
      <dsp:spPr>
        <a:xfrm>
          <a:off x="2131498" y="1282881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7B697-25E5-4012-9002-E1FDD58BE25E}">
      <dsp:nvSpPr>
        <dsp:cNvPr id="0" name=""/>
        <dsp:cNvSpPr/>
      </dsp:nvSpPr>
      <dsp:spPr>
        <a:xfrm>
          <a:off x="2291360" y="1313426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Calibri Light" panose="020F0302020204030204"/>
            </a:rPr>
            <a:t>#3: </a:t>
          </a:r>
          <a:r>
            <a:rPr lang="en-US" sz="2400" kern="1200">
              <a:latin typeface="Calibri Light" panose="020F0302020204030204"/>
            </a:rPr>
            <a:t>Federal &amp; State Policy</a:t>
          </a:r>
          <a:endParaRPr lang="en-US" sz="2400" kern="1200"/>
        </a:p>
      </dsp:txBody>
      <dsp:txXfrm>
        <a:off x="2291360" y="1313426"/>
        <a:ext cx="8366129" cy="610895"/>
      </dsp:txXfrm>
    </dsp:sp>
    <dsp:sp modelId="{9298CD09-4D7B-4D86-A0BE-EEB62C682110}">
      <dsp:nvSpPr>
        <dsp:cNvPr id="0" name=""/>
        <dsp:cNvSpPr/>
      </dsp:nvSpPr>
      <dsp:spPr>
        <a:xfrm>
          <a:off x="2131498" y="1924321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7B774-ED6A-4A03-AEBF-E0292D3FDE3C}">
      <dsp:nvSpPr>
        <dsp:cNvPr id="0" name=""/>
        <dsp:cNvSpPr/>
      </dsp:nvSpPr>
      <dsp:spPr>
        <a:xfrm>
          <a:off x="2291360" y="1954866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#4: </a:t>
          </a:r>
          <a:r>
            <a:rPr lang="en-US" sz="2400" kern="1200">
              <a:latin typeface="Calibri Light" panose="020F0302020204030204"/>
            </a:rPr>
            <a:t>Aligning Mission, Vision and Values with Resources</a:t>
          </a:r>
          <a:endParaRPr lang="en-US" sz="2400" kern="1200"/>
        </a:p>
      </dsp:txBody>
      <dsp:txXfrm>
        <a:off x="2291360" y="1954866"/>
        <a:ext cx="8366129" cy="610895"/>
      </dsp:txXfrm>
    </dsp:sp>
    <dsp:sp modelId="{5BC40D12-9011-433A-A04B-9BCA131DBE28}">
      <dsp:nvSpPr>
        <dsp:cNvPr id="0" name=""/>
        <dsp:cNvSpPr/>
      </dsp:nvSpPr>
      <dsp:spPr>
        <a:xfrm>
          <a:off x="2131498" y="2565762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A29DCF-D071-4E47-8BDD-A2005B33D97A}">
      <dsp:nvSpPr>
        <dsp:cNvPr id="0" name=""/>
        <dsp:cNvSpPr/>
      </dsp:nvSpPr>
      <dsp:spPr>
        <a:xfrm>
          <a:off x="2291360" y="2596307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#5: </a:t>
          </a:r>
          <a:r>
            <a:rPr lang="en-US" sz="2400" kern="1200">
              <a:latin typeface="Calibri Light" panose="020F0302020204030204"/>
            </a:rPr>
            <a:t>Best Practices in Employment &amp; Day Services</a:t>
          </a:r>
          <a:endParaRPr lang="en-US" sz="2400" kern="1200"/>
        </a:p>
      </dsp:txBody>
      <dsp:txXfrm>
        <a:off x="2291360" y="2596307"/>
        <a:ext cx="8366129" cy="610895"/>
      </dsp:txXfrm>
    </dsp:sp>
    <dsp:sp modelId="{FEB5D30D-6345-4889-942B-10DA9BBA28B5}">
      <dsp:nvSpPr>
        <dsp:cNvPr id="0" name=""/>
        <dsp:cNvSpPr/>
      </dsp:nvSpPr>
      <dsp:spPr>
        <a:xfrm>
          <a:off x="2131498" y="3207203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0D156-BE92-45ED-B514-3C35D130B940}">
      <dsp:nvSpPr>
        <dsp:cNvPr id="0" name=""/>
        <dsp:cNvSpPr/>
      </dsp:nvSpPr>
      <dsp:spPr>
        <a:xfrm>
          <a:off x="2291360" y="3237747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#6: Organizational </a:t>
          </a:r>
          <a:r>
            <a:rPr lang="en-US" sz="2400" kern="1200">
              <a:latin typeface="Calibri Light" panose="020F0302020204030204"/>
            </a:rPr>
            <a:t>Transformation (change)</a:t>
          </a:r>
          <a:endParaRPr lang="en-US" sz="2400" kern="1200"/>
        </a:p>
      </dsp:txBody>
      <dsp:txXfrm>
        <a:off x="2291360" y="3237747"/>
        <a:ext cx="8366129" cy="610895"/>
      </dsp:txXfrm>
    </dsp:sp>
    <dsp:sp modelId="{31EE367D-11F2-4896-AE78-A89224D35716}">
      <dsp:nvSpPr>
        <dsp:cNvPr id="0" name=""/>
        <dsp:cNvSpPr/>
      </dsp:nvSpPr>
      <dsp:spPr>
        <a:xfrm>
          <a:off x="2131498" y="3848643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C958B4-D4CB-4F2C-ACA7-9FC2252BB31B}">
      <dsp:nvSpPr>
        <dsp:cNvPr id="0" name=""/>
        <dsp:cNvSpPr/>
      </dsp:nvSpPr>
      <dsp:spPr>
        <a:xfrm>
          <a:off x="2291360" y="3879188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#7: </a:t>
          </a:r>
          <a:r>
            <a:rPr lang="en-US" sz="2400" kern="1200">
              <a:latin typeface="Calibri Light" panose="020F0302020204030204"/>
            </a:rPr>
            <a:t>Managing Through Change</a:t>
          </a:r>
          <a:endParaRPr lang="en-US" sz="2400" kern="1200"/>
        </a:p>
      </dsp:txBody>
      <dsp:txXfrm>
        <a:off x="2291360" y="3879188"/>
        <a:ext cx="8366129" cy="610895"/>
      </dsp:txXfrm>
    </dsp:sp>
    <dsp:sp modelId="{673488E1-7417-4C5A-91C8-59E80D8BEF85}">
      <dsp:nvSpPr>
        <dsp:cNvPr id="0" name=""/>
        <dsp:cNvSpPr/>
      </dsp:nvSpPr>
      <dsp:spPr>
        <a:xfrm>
          <a:off x="2131498" y="4490084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75A819-A64D-4F4D-96D8-B22078B63A4C}">
      <dsp:nvSpPr>
        <dsp:cNvPr id="0" name=""/>
        <dsp:cNvSpPr/>
      </dsp:nvSpPr>
      <dsp:spPr>
        <a:xfrm>
          <a:off x="2291360" y="4520629"/>
          <a:ext cx="8366129" cy="610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Calibri Light" panose="020F0302020204030204"/>
            </a:rPr>
            <a:t>#8: </a:t>
          </a:r>
          <a:r>
            <a:rPr lang="en-US" sz="2400" kern="1200">
              <a:latin typeface="Calibri Light" panose="020F0302020204030204"/>
            </a:rPr>
            <a:t>Creating Systems for Quality Improvement</a:t>
          </a:r>
          <a:endParaRPr lang="en-US" sz="2400" kern="1200"/>
        </a:p>
      </dsp:txBody>
      <dsp:txXfrm>
        <a:off x="2291360" y="4520629"/>
        <a:ext cx="8366129" cy="610895"/>
      </dsp:txXfrm>
    </dsp:sp>
    <dsp:sp modelId="{547B8CFE-C1F6-4718-AFAD-3674CDE53DB2}">
      <dsp:nvSpPr>
        <dsp:cNvPr id="0" name=""/>
        <dsp:cNvSpPr/>
      </dsp:nvSpPr>
      <dsp:spPr>
        <a:xfrm>
          <a:off x="2131498" y="5131524"/>
          <a:ext cx="85259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ABE5F4-F886-44F9-ABBC-F3ECE5B733E9}">
      <dsp:nvSpPr>
        <dsp:cNvPr id="0" name=""/>
        <dsp:cNvSpPr/>
      </dsp:nvSpPr>
      <dsp:spPr>
        <a:xfrm>
          <a:off x="75506" y="0"/>
          <a:ext cx="6315596" cy="3947248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DB7D5-2F1E-4296-835C-CC1C784406B9}">
      <dsp:nvSpPr>
        <dsp:cNvPr id="0" name=""/>
        <dsp:cNvSpPr/>
      </dsp:nvSpPr>
      <dsp:spPr>
        <a:xfrm>
          <a:off x="697592" y="2935173"/>
          <a:ext cx="145258" cy="145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857A0-90D1-4A4F-8FF5-16E606178F26}">
      <dsp:nvSpPr>
        <dsp:cNvPr id="0" name=""/>
        <dsp:cNvSpPr/>
      </dsp:nvSpPr>
      <dsp:spPr>
        <a:xfrm>
          <a:off x="770222" y="3007802"/>
          <a:ext cx="827343" cy="939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970" tIns="0" rIns="0" bIns="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 Light" panose="020F0302020204030204"/>
            </a:rPr>
            <a:t>History</a:t>
          </a:r>
        </a:p>
      </dsp:txBody>
      <dsp:txXfrm>
        <a:off x="770222" y="3007802"/>
        <a:ext cx="827343" cy="939445"/>
      </dsp:txXfrm>
    </dsp:sp>
    <dsp:sp modelId="{E436054C-F2CB-4925-A509-C057C98F18F8}">
      <dsp:nvSpPr>
        <dsp:cNvPr id="0" name=""/>
        <dsp:cNvSpPr/>
      </dsp:nvSpPr>
      <dsp:spPr>
        <a:xfrm>
          <a:off x="1483884" y="2179670"/>
          <a:ext cx="227361" cy="2273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93F16-26DC-4B02-93F3-B4DDEA854A2D}">
      <dsp:nvSpPr>
        <dsp:cNvPr id="0" name=""/>
        <dsp:cNvSpPr/>
      </dsp:nvSpPr>
      <dsp:spPr>
        <a:xfrm>
          <a:off x="1597565" y="2293351"/>
          <a:ext cx="1048389" cy="16538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474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 Light" panose="020F0302020204030204"/>
            </a:rPr>
            <a:t>Federal policy and legislation</a:t>
          </a:r>
          <a:endParaRPr lang="en-US" sz="1700" kern="1200"/>
        </a:p>
      </dsp:txBody>
      <dsp:txXfrm>
        <a:off x="1597565" y="2293351"/>
        <a:ext cx="1048389" cy="1653896"/>
      </dsp:txXfrm>
    </dsp:sp>
    <dsp:sp modelId="{4FBF8622-A389-4E52-BE30-D1DF93D2E7AF}">
      <dsp:nvSpPr>
        <dsp:cNvPr id="0" name=""/>
        <dsp:cNvSpPr/>
      </dsp:nvSpPr>
      <dsp:spPr>
        <a:xfrm>
          <a:off x="2494380" y="1577320"/>
          <a:ext cx="303148" cy="3031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893AC-1E0A-47FF-A9E2-52F5F65F0FCD}">
      <dsp:nvSpPr>
        <dsp:cNvPr id="0" name=""/>
        <dsp:cNvSpPr/>
      </dsp:nvSpPr>
      <dsp:spPr>
        <a:xfrm>
          <a:off x="2645954" y="1728894"/>
          <a:ext cx="1218910" cy="22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632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 Light" panose="020F0302020204030204"/>
            </a:rPr>
            <a:t>State policy and legislation</a:t>
          </a:r>
          <a:endParaRPr lang="en-US" sz="1700" kern="1200"/>
        </a:p>
      </dsp:txBody>
      <dsp:txXfrm>
        <a:off x="2645954" y="1728894"/>
        <a:ext cx="1218910" cy="2218353"/>
      </dsp:txXfrm>
    </dsp:sp>
    <dsp:sp modelId="{C5619AA7-2B92-4F4F-BFE9-B753D5C48A59}">
      <dsp:nvSpPr>
        <dsp:cNvPr id="0" name=""/>
        <dsp:cNvSpPr/>
      </dsp:nvSpPr>
      <dsp:spPr>
        <a:xfrm>
          <a:off x="3669081" y="1106808"/>
          <a:ext cx="391567" cy="39156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E7C42-B598-478E-872A-33DFF2A8E79D}">
      <dsp:nvSpPr>
        <dsp:cNvPr id="0" name=""/>
        <dsp:cNvSpPr/>
      </dsp:nvSpPr>
      <dsp:spPr>
        <a:xfrm>
          <a:off x="3864864" y="1302591"/>
          <a:ext cx="1263119" cy="26446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7483" tIns="0" rIns="0" bIns="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 Light" panose="020F0302020204030204"/>
            </a:rPr>
            <a:t>Best Practices</a:t>
          </a:r>
          <a:endParaRPr lang="en-US" sz="1700" kern="1200"/>
        </a:p>
      </dsp:txBody>
      <dsp:txXfrm>
        <a:off x="3864864" y="1302591"/>
        <a:ext cx="1263119" cy="2644656"/>
      </dsp:txXfrm>
    </dsp:sp>
    <dsp:sp modelId="{B3853BEE-6EB9-4BF5-8B3F-62913E8657B4}">
      <dsp:nvSpPr>
        <dsp:cNvPr id="0" name=""/>
        <dsp:cNvSpPr/>
      </dsp:nvSpPr>
      <dsp:spPr>
        <a:xfrm>
          <a:off x="4878517" y="792607"/>
          <a:ext cx="498932" cy="4989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8B72F-090E-434E-B919-46CA3E7DAC42}">
      <dsp:nvSpPr>
        <dsp:cNvPr id="0" name=""/>
        <dsp:cNvSpPr/>
      </dsp:nvSpPr>
      <dsp:spPr>
        <a:xfrm>
          <a:off x="5127984" y="1042073"/>
          <a:ext cx="1263119" cy="29051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374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 Light" panose="020F0302020204030204"/>
            </a:rPr>
            <a:t>Values</a:t>
          </a:r>
        </a:p>
      </dsp:txBody>
      <dsp:txXfrm>
        <a:off x="5127984" y="1042073"/>
        <a:ext cx="1263119" cy="29051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C9FEF-7AF4-43A6-B1D5-9B66B366BFF3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6AB2E-4AF4-456D-8772-4AF13187CFEE}">
      <dsp:nvSpPr>
        <dsp:cNvPr id="0" name=""/>
        <dsp:cNvSpPr/>
      </dsp:nvSpPr>
      <dsp:spPr>
        <a:xfrm>
          <a:off x="0" y="53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Financial</a:t>
          </a:r>
        </a:p>
      </dsp:txBody>
      <dsp:txXfrm>
        <a:off x="0" y="531"/>
        <a:ext cx="10515600" cy="435027"/>
      </dsp:txXfrm>
    </dsp:sp>
    <dsp:sp modelId="{42AC7197-91F3-4EBB-AABC-A38122ED8777}">
      <dsp:nvSpPr>
        <dsp:cNvPr id="0" name=""/>
        <dsp:cNvSpPr/>
      </dsp:nvSpPr>
      <dsp:spPr>
        <a:xfrm>
          <a:off x="0" y="435558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525F6-AC89-44CE-924C-934BEBFCF0E2}">
      <dsp:nvSpPr>
        <dsp:cNvPr id="0" name=""/>
        <dsp:cNvSpPr/>
      </dsp:nvSpPr>
      <dsp:spPr>
        <a:xfrm>
          <a:off x="0" y="435558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Human (paid staff &amp; volunteers</a:t>
          </a:r>
          <a:r>
            <a:rPr lang="en-US" sz="1900" kern="1200">
              <a:latin typeface="Calibri Light" panose="020F0302020204030204"/>
            </a:rPr>
            <a:t>, board, etc.)</a:t>
          </a:r>
          <a:endParaRPr lang="en-US" sz="1900" kern="1200"/>
        </a:p>
      </dsp:txBody>
      <dsp:txXfrm>
        <a:off x="0" y="435558"/>
        <a:ext cx="10515600" cy="435027"/>
      </dsp:txXfrm>
    </dsp:sp>
    <dsp:sp modelId="{08894551-CF26-47EB-99EC-F0ADF111721C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7478A-2697-4AD8-B5ED-402FFEBFC45D}">
      <dsp:nvSpPr>
        <dsp:cNvPr id="0" name=""/>
        <dsp:cNvSpPr/>
      </dsp:nvSpPr>
      <dsp:spPr>
        <a:xfrm>
          <a:off x="0" y="870586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Physical</a:t>
          </a:r>
        </a:p>
      </dsp:txBody>
      <dsp:txXfrm>
        <a:off x="0" y="870586"/>
        <a:ext cx="10515600" cy="435027"/>
      </dsp:txXfrm>
    </dsp:sp>
    <dsp:sp modelId="{3D3495EF-C177-43C2-AF37-E91A986BA766}">
      <dsp:nvSpPr>
        <dsp:cNvPr id="0" name=""/>
        <dsp:cNvSpPr/>
      </dsp:nvSpPr>
      <dsp:spPr>
        <a:xfrm>
          <a:off x="0" y="1305613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DE305-A558-4E8B-AAA7-D5FFA13E51B4}">
      <dsp:nvSpPr>
        <dsp:cNvPr id="0" name=""/>
        <dsp:cNvSpPr/>
      </dsp:nvSpPr>
      <dsp:spPr>
        <a:xfrm>
          <a:off x="0" y="1305613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Intellectual</a:t>
          </a:r>
        </a:p>
      </dsp:txBody>
      <dsp:txXfrm>
        <a:off x="0" y="1305613"/>
        <a:ext cx="10515600" cy="435027"/>
      </dsp:txXfrm>
    </dsp:sp>
    <dsp:sp modelId="{8D9DA716-D353-4961-9543-E1C8BA589525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DEB95-F5C2-4DE9-8C92-F019128BAD13}">
      <dsp:nvSpPr>
        <dsp:cNvPr id="0" name=""/>
        <dsp:cNvSpPr/>
      </dsp:nvSpPr>
      <dsp:spPr>
        <a:xfrm>
          <a:off x="0" y="174064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Partnerships</a:t>
          </a:r>
          <a:r>
            <a:rPr lang="en-US" sz="1900" kern="1200">
              <a:latin typeface="Calibri Light" panose="020F0302020204030204"/>
            </a:rPr>
            <a:t> </a:t>
          </a:r>
          <a:endParaRPr lang="en-US" sz="1900" kern="1200"/>
        </a:p>
      </dsp:txBody>
      <dsp:txXfrm>
        <a:off x="0" y="1740641"/>
        <a:ext cx="10515600" cy="435027"/>
      </dsp:txXfrm>
    </dsp:sp>
    <dsp:sp modelId="{3E97FB1A-9D09-452E-A8C2-AD85377B74CE}">
      <dsp:nvSpPr>
        <dsp:cNvPr id="0" name=""/>
        <dsp:cNvSpPr/>
      </dsp:nvSpPr>
      <dsp:spPr>
        <a:xfrm>
          <a:off x="0" y="2175668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FB25B-7C39-4E84-BDED-EFF2F5250662}">
      <dsp:nvSpPr>
        <dsp:cNvPr id="0" name=""/>
        <dsp:cNvSpPr/>
      </dsp:nvSpPr>
      <dsp:spPr>
        <a:xfrm>
          <a:off x="0" y="2175669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alibri Light" panose="020F0302020204030204"/>
            </a:rPr>
            <a:t>Data</a:t>
          </a:r>
          <a:r>
            <a:rPr lang="en-US" sz="1900" kern="1200"/>
            <a:t> &amp; info</a:t>
          </a:r>
        </a:p>
      </dsp:txBody>
      <dsp:txXfrm>
        <a:off x="0" y="2175669"/>
        <a:ext cx="10515600" cy="435027"/>
      </dsp:txXfrm>
    </dsp:sp>
    <dsp:sp modelId="{6CE2E7F8-5688-483B-AC8A-EEFC18F3E24D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92BC7C-7671-427A-A0A8-FD2BAC512020}">
      <dsp:nvSpPr>
        <dsp:cNvPr id="0" name=""/>
        <dsp:cNvSpPr/>
      </dsp:nvSpPr>
      <dsp:spPr>
        <a:xfrm>
          <a:off x="0" y="2610696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alibri Light" panose="020F0302020204030204"/>
            </a:rPr>
            <a:t>Marketing</a:t>
          </a:r>
        </a:p>
      </dsp:txBody>
      <dsp:txXfrm>
        <a:off x="0" y="2610696"/>
        <a:ext cx="10515600" cy="435027"/>
      </dsp:txXfrm>
    </dsp:sp>
    <dsp:sp modelId="{2726A402-72E4-4898-A0FD-E514317A39C2}">
      <dsp:nvSpPr>
        <dsp:cNvPr id="0" name=""/>
        <dsp:cNvSpPr/>
      </dsp:nvSpPr>
      <dsp:spPr>
        <a:xfrm>
          <a:off x="0" y="3045724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FFAC1-1EE6-4813-ADF6-6947FF8CABB1}">
      <dsp:nvSpPr>
        <dsp:cNvPr id="0" name=""/>
        <dsp:cNvSpPr/>
      </dsp:nvSpPr>
      <dsp:spPr>
        <a:xfrm>
          <a:off x="0" y="3045724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alibri Light" panose="020F0302020204030204"/>
            </a:rPr>
            <a:t>Culture</a:t>
          </a:r>
        </a:p>
      </dsp:txBody>
      <dsp:txXfrm>
        <a:off x="0" y="3045724"/>
        <a:ext cx="10515600" cy="435027"/>
      </dsp:txXfrm>
    </dsp:sp>
    <dsp:sp modelId="{F8822D4D-6C3E-4909-8928-90A303300E80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3FE3C-E05F-4F3D-B85C-863D1402864D}">
      <dsp:nvSpPr>
        <dsp:cNvPr id="0" name=""/>
        <dsp:cNvSpPr/>
      </dsp:nvSpPr>
      <dsp:spPr>
        <a:xfrm>
          <a:off x="0" y="3480751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alibri Light" panose="020F0302020204030204"/>
            </a:rPr>
            <a:t>Yourselves!!! (don't forget...you make it happen)</a:t>
          </a:r>
        </a:p>
      </dsp:txBody>
      <dsp:txXfrm>
        <a:off x="0" y="3480751"/>
        <a:ext cx="10515600" cy="435027"/>
      </dsp:txXfrm>
    </dsp:sp>
    <dsp:sp modelId="{D3FF1B7D-0017-4032-91BB-387B99F81702}">
      <dsp:nvSpPr>
        <dsp:cNvPr id="0" name=""/>
        <dsp:cNvSpPr/>
      </dsp:nvSpPr>
      <dsp:spPr>
        <a:xfrm>
          <a:off x="0" y="3915779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559924-61E4-4045-AF13-C2DB500C1C7E}">
      <dsp:nvSpPr>
        <dsp:cNvPr id="0" name=""/>
        <dsp:cNvSpPr/>
      </dsp:nvSpPr>
      <dsp:spPr>
        <a:xfrm>
          <a:off x="0" y="3915779"/>
          <a:ext cx="10515600" cy="435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>
              <a:latin typeface="Calibri Light" panose="020F0302020204030204"/>
            </a:rPr>
            <a:t>Others? </a:t>
          </a:r>
        </a:p>
      </dsp:txBody>
      <dsp:txXfrm>
        <a:off x="0" y="3915779"/>
        <a:ext cx="10515600" cy="435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18:57:24.0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0,'5987'0,"-5948"0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2T18:57:34.1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1,'6458'0,"-6421"0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A9DB5-70C7-E94D-9548-16899A1C10C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0D89B-D770-F648-BD56-FFC69AC3D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90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Staci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78B0C-5300-7A44-AA13-8B2C0E818EC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83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Staci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78B0C-5300-7A44-AA13-8B2C0E818E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4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Staci</a:t>
            </a:r>
            <a:endParaRPr lang="en-US" b="1" err="1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This is all about connecting the dots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1CCF30-75E7-4047-B971-189668F2899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9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0D89B-D770-F648-BD56-FFC69AC3D7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</a:rPr>
              <a:t>Don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0D89B-D770-F648-BD56-FFC69AC3D7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51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AF368-D438-4A4D-BF43-DAFD8D9047E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895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Don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AF368-D438-4A4D-BF43-DAFD8D9047E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97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0D89B-D770-F648-BD56-FFC69AC3D7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57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BC1C-8684-F11E-0804-6A5255C8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CE377-DFB3-072C-CE36-F4419A40C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F362B-A7D2-3422-A84B-98878815B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endParaRPr lang="en-US" b="1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0FEDE-8F6F-8671-74EA-5280F13C4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0D89B-D770-F648-BD56-FFC69AC3D7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07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0D89B-D770-F648-BD56-FFC69AC3D7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87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E314-0EB5-3E76-CFBD-A36C1E83C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B1ACD-C61F-E726-F786-8C194048F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DBE39-3656-7D9E-C1EF-EC75E7DD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BEF823-48A5-43FC-BE03-E79964288B41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88711-D6E8-DEF8-17D8-0ADD3B2A3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C744D-4C10-7EE7-4BE8-C10182DE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436B64-CE55-59AA-7233-ADD26AB7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1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D0760-CE73-55AD-3FC7-4901BE3A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A4647-1574-BD61-3C55-60F25F770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15779-CF89-6520-AED6-65D1FED8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7731F-4BCB-5DE2-04D5-E2A9F0BE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F5FA6-52FD-8AD6-05C7-3049208F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A3F1FE-E984-3B20-D3C4-684441A4D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5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B283-D171-269D-AFA1-55AB89B8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B1955-E1AB-A77F-DBFD-898BEB4529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1B299-70A6-CA15-C347-3EB470D3B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20BE5-B765-6B06-CC08-7BD62EE87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78A8F-51E6-C89A-6F75-8D72461B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A067F-7E9F-381F-9CB3-FD9A26CE3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AF01B5-FD7D-7FA5-F805-0F2FCF274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142C1-2CA8-4658-B998-00B9080E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87D8B-1113-BD3E-6A7E-CD51D393E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A2535-4DC5-035D-6D67-4E4B015B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0A0E81-D1FE-9638-A58A-5A77911B3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26EF0-A42C-04B6-F3B0-BCC3BB5CA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5D005-8FF8-2F28-1C11-6832C7EF2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206F2-2C43-E0D6-792F-3278C467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91EB66-DD42-CFCF-72C0-8C92190B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0B9CAD-EF0C-0CB2-EF81-E419B5DA9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73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14D7-DFF2-676D-9EB5-488B525C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1FE1C-BA44-F269-4382-C3B7EF89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037DDA-E9D3-B6D3-ADCD-3FFA385A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35C99-0411-5521-B1E8-B87886B0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C3ED7-E7E5-D674-8A95-938E8800C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2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DF4BD5-3B5F-635C-0AA7-D36104799185}"/>
              </a:ext>
            </a:extLst>
          </p:cNvPr>
          <p:cNvSpPr/>
          <p:nvPr/>
        </p:nvSpPr>
        <p:spPr>
          <a:xfrm>
            <a:off x="0" y="6223249"/>
            <a:ext cx="12192000" cy="63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324602" y="1054100"/>
            <a:ext cx="5562598" cy="4991100"/>
          </a:xfrm>
          <a:prstGeom prst="rect">
            <a:avLst/>
          </a:prstGeom>
        </p:spPr>
        <p:txBody>
          <a:bodyPr>
            <a:normAutofit/>
          </a:bodyPr>
          <a:lstStyle>
            <a:lvl1pPr marL="152396" indent="0">
              <a:spcAft>
                <a:spcPts val="400"/>
              </a:spcAft>
              <a:buFontTx/>
              <a:buNone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783" indent="-304792">
              <a:spcBef>
                <a:spcPts val="400"/>
              </a:spcBef>
              <a:spcAft>
                <a:spcPts val="400"/>
              </a:spcAft>
              <a:buFont typeface="Arial" charset="0"/>
              <a:buChar char="•"/>
              <a:tabLst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221287" indent="-383108">
              <a:spcBef>
                <a:spcPts val="400"/>
              </a:spcBef>
              <a:spcAft>
                <a:spcPts val="400"/>
              </a:spcAft>
              <a:tabLst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907070" indent="-380990">
              <a:spcBef>
                <a:spcPts val="400"/>
              </a:spcBef>
              <a:spcAft>
                <a:spcPts val="400"/>
              </a:spcAft>
              <a:buSzPct val="100000"/>
              <a:buFont typeface="ArialMT" charset="0"/>
              <a:buChar char="»"/>
              <a:tabLst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366374" indent="-306910">
              <a:spcBef>
                <a:spcPts val="400"/>
              </a:spcBef>
              <a:spcAft>
                <a:spcPts val="400"/>
              </a:spcAft>
              <a:tabLst/>
              <a:defRPr sz="2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218FECC-B578-CFD9-C7B9-78F9177C1AD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8674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A08CF5-3E9F-5B5E-9A0A-3DD222C94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69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block with full picture block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B46D7986-4560-C024-D635-6E64368AD44A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0" y="0"/>
            <a:ext cx="6769419" cy="6858000"/>
          </a:xfrm>
          <a:noFill/>
        </p:spPr>
        <p:txBody>
          <a:bodyPr anchor="ctr" anchorCtr="0">
            <a:norm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40D7550-10B8-25C8-F5EB-1B7A2C19650F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7412547" y="5369794"/>
            <a:ext cx="4182046" cy="392922"/>
          </a:xfrm>
          <a:noFill/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E4ACD-E01C-7699-66CF-79924E9F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547" y="1704848"/>
            <a:ext cx="4182046" cy="274320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06C1AB-C470-CFA3-1ED7-BAA644D97CA8}"/>
              </a:ext>
            </a:extLst>
          </p:cNvPr>
          <p:cNvSpPr/>
          <p:nvPr/>
        </p:nvSpPr>
        <p:spPr>
          <a:xfrm>
            <a:off x="0" y="6223249"/>
            <a:ext cx="12192000" cy="634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BF51F5-5533-CA7C-BA9E-F558F439A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272655"/>
            <a:ext cx="9144000" cy="55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97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E3335-324B-6B97-7E89-94C4DE7E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27ED7-07D8-DDBA-5FE7-3E011B76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C0E7F-DE0B-8714-3E58-F9A778E2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54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0BC05-3EE9-18C6-69F1-8618A4CFC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92E1D-D6F3-3C94-94AA-004EB8B24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8801C-5159-EF96-1B67-30FCF4CF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84F54DC-3EC3-43B7-A330-47B5B8BF08D2}" type="datetime1">
              <a:rPr lang="en-US" smtClean="0"/>
              <a:pPr>
                <a:defRPr/>
              </a:pPr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70B42-E5C3-C716-DE05-B27035B9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37C52-DDB0-E9D2-D508-1D042C3B8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C3F3DB4-4F1F-49A5-A547-7D832AE3D1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 descr="A yellow and white background&#10;&#10;AI-generated content may be incorrect.">
            <a:extLst>
              <a:ext uri="{FF2B5EF4-FFF2-40B4-BE49-F238E27FC236}">
                <a16:creationId xmlns:a16="http://schemas.microsoft.com/office/drawing/2014/main" id="{18580108-B377-73C3-CA9A-C348C4FF5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61797" cy="7083719"/>
          </a:xfrm>
          <a:prstGeom prst="rect">
            <a:avLst/>
          </a:prstGeom>
        </p:spPr>
      </p:pic>
      <p:pic>
        <p:nvPicPr>
          <p:cNvPr id="10" name="Picture 9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38812962-0CCC-177F-8D45-267E8A4E2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0829" y="431130"/>
            <a:ext cx="2612571" cy="12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531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E3335-324B-6B97-7E89-94C4DE7E5B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27ED7-07D8-DDBA-5FE7-3E011B76B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C0E7F-DE0B-8714-3E58-F9A778E2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5" name="Picture 4" descr="A yellow and white background&#10;&#10;AI-generated content may be incorrect.">
            <a:extLst>
              <a:ext uri="{FF2B5EF4-FFF2-40B4-BE49-F238E27FC236}">
                <a16:creationId xmlns:a16="http://schemas.microsoft.com/office/drawing/2014/main" id="{01ED2E54-91CD-5365-043C-99B4BB4C83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35" t="59729" r="6889"/>
          <a:stretch>
            <a:fillRect/>
          </a:stretch>
        </p:blipFill>
        <p:spPr>
          <a:xfrm rot="21168264">
            <a:off x="-427716" y="-1051066"/>
            <a:ext cx="12635069" cy="3412839"/>
          </a:xfrm>
          <a:prstGeom prst="rect">
            <a:avLst/>
          </a:prstGeom>
        </p:spPr>
      </p:pic>
      <p:pic>
        <p:nvPicPr>
          <p:cNvPr id="6" name="Picture 5" descr="A yellow and white background&#10;&#10;AI-generated content may be incorrect.">
            <a:extLst>
              <a:ext uri="{FF2B5EF4-FFF2-40B4-BE49-F238E27FC236}">
                <a16:creationId xmlns:a16="http://schemas.microsoft.com/office/drawing/2014/main" id="{A7F3C620-552E-4C67-9582-5FAEA956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3" r="10548" b="71670"/>
          <a:stretch>
            <a:fillRect/>
          </a:stretch>
        </p:blipFill>
        <p:spPr>
          <a:xfrm rot="21168264">
            <a:off x="-137042" y="5341669"/>
            <a:ext cx="12686758" cy="240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38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949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C7ADF6-9144-80FF-84E0-FDE269AB3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47F33-37B0-2FA6-07B7-026A1DE5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766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03" r:id="rId2"/>
    <p:sldLayoutId id="2147483904" r:id="rId3"/>
    <p:sldLayoutId id="2147483905" r:id="rId4"/>
    <p:sldLayoutId id="2147483906" r:id="rId5"/>
    <p:sldLayoutId id="2147483907" r:id="rId6"/>
    <p:sldLayoutId id="2147483908" r:id="rId7"/>
    <p:sldLayoutId id="2147483909" r:id="rId8"/>
    <p:sldLayoutId id="2147483910" r:id="rId9"/>
    <p:sldLayoutId id="2147483911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ps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84C054D1-6A39-3B31-1848-277A1036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798" y="1658083"/>
            <a:ext cx="7151345" cy="3541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9E605A-0F17-6924-B586-B11718928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30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CBFB7-B18A-96C3-A257-3C717DEA0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7100" y="3196978"/>
            <a:ext cx="10515600" cy="67813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Date here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309A65F-16C4-90CC-E0A2-EF88A2B28B1A}"/>
              </a:ext>
            </a:extLst>
          </p:cNvPr>
          <p:cNvSpPr txBox="1">
            <a:spLocks/>
          </p:cNvSpPr>
          <p:nvPr/>
        </p:nvSpPr>
        <p:spPr>
          <a:xfrm>
            <a:off x="831850" y="5345972"/>
            <a:ext cx="3220197" cy="678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Presenter</a:t>
            </a:r>
          </a:p>
          <a:p>
            <a:r>
              <a:rPr lang="en-US" dirty="0">
                <a:solidFill>
                  <a:schemeClr val="tx1"/>
                </a:solidFill>
              </a:rPr>
              <a:t>Credentials/organization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C9D6D19-0207-1B29-292F-2A4D74B97A77}"/>
              </a:ext>
            </a:extLst>
          </p:cNvPr>
          <p:cNvSpPr txBox="1">
            <a:spLocks/>
          </p:cNvSpPr>
          <p:nvPr/>
        </p:nvSpPr>
        <p:spPr>
          <a:xfrm>
            <a:off x="4286290" y="5336451"/>
            <a:ext cx="3220197" cy="678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Presenter</a:t>
            </a:r>
          </a:p>
          <a:p>
            <a:r>
              <a:rPr lang="en-US" dirty="0">
                <a:solidFill>
                  <a:schemeClr val="tx1"/>
                </a:solidFill>
              </a:rPr>
              <a:t>Credentials/organization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F63ADB6-E5E4-C942-3F69-B79EE8B9C653}"/>
              </a:ext>
            </a:extLst>
          </p:cNvPr>
          <p:cNvSpPr txBox="1">
            <a:spLocks/>
          </p:cNvSpPr>
          <p:nvPr/>
        </p:nvSpPr>
        <p:spPr>
          <a:xfrm>
            <a:off x="7740730" y="5336451"/>
            <a:ext cx="3220197" cy="678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Presenter</a:t>
            </a:r>
          </a:p>
          <a:p>
            <a:r>
              <a:rPr lang="en-US" dirty="0">
                <a:solidFill>
                  <a:schemeClr val="tx1"/>
                </a:solidFill>
              </a:rPr>
              <a:t>Credentials/organization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5D47181-858A-AA38-4FEF-7C66A8DE345B}"/>
              </a:ext>
            </a:extLst>
          </p:cNvPr>
          <p:cNvSpPr txBox="1">
            <a:spLocks/>
          </p:cNvSpPr>
          <p:nvPr/>
        </p:nvSpPr>
        <p:spPr>
          <a:xfrm>
            <a:off x="642351" y="1160947"/>
            <a:ext cx="10705099" cy="19214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sz="4400" b="1"/>
              <a:t>Leadership Essentials  for Middle Managers: Guiding Change from Within</a:t>
            </a:r>
            <a:endParaRPr lang="en-US" sz="4400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3241C-95E4-0B75-5CF7-77BA78D9705D}"/>
              </a:ext>
            </a:extLst>
          </p:cNvPr>
          <p:cNvSpPr txBox="1"/>
          <p:nvPr/>
        </p:nvSpPr>
        <p:spPr>
          <a:xfrm>
            <a:off x="737100" y="3968467"/>
            <a:ext cx="1074243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i="1" dirty="0"/>
              <a:t>Module #4: Aligning Mission, Vision and Values with Resources </a:t>
            </a:r>
            <a:endParaRPr lang="en-US" sz="3200" i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864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0A93E-20D7-971A-D825-36C684AD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6CBF90-796B-27AA-EC84-3FB35AC1B5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71789" y="3068879"/>
            <a:ext cx="9062631" cy="24597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51765" algn="ctr"/>
            <a:r>
              <a:rPr lang="en-US" sz="3200" dirty="0">
                <a:solidFill>
                  <a:srgbClr val="242424"/>
                </a:solidFill>
                <a:highlight>
                  <a:srgbClr val="FFFFFF"/>
                </a:highlight>
                <a:latin typeface="Aptos Narrow"/>
                <a:ea typeface="Open Sans"/>
                <a:cs typeface="Open Sans"/>
              </a:rPr>
              <a:t>MTI works with partners across Minnesota’s employment systems to build capacity, improve and align systems, and implement practices to set competitive integrated employment as the standard for Minnesotans with disabilities.</a:t>
            </a:r>
            <a:endParaRPr lang="en-US" sz="3200" dirty="0">
              <a:ea typeface="Open Sans"/>
              <a:cs typeface="Open Sans"/>
            </a:endParaRPr>
          </a:p>
        </p:txBody>
      </p:sp>
      <p:pic>
        <p:nvPicPr>
          <p:cNvPr id="10" name="Picture 9" descr="Logo&#10;&#10;Description automatically generated with medium confidence">
            <a:extLst>
              <a:ext uri="{FF2B5EF4-FFF2-40B4-BE49-F238E27FC236}">
                <a16:creationId xmlns:a16="http://schemas.microsoft.com/office/drawing/2014/main" id="{D4850765-DC48-3E67-5C2F-2A07EEB9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121" y="829678"/>
            <a:ext cx="3865301" cy="186149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F77FCB-1474-6C70-C333-B31345E9E125}"/>
              </a:ext>
            </a:extLst>
          </p:cNvPr>
          <p:cNvSpPr/>
          <p:nvPr/>
        </p:nvSpPr>
        <p:spPr>
          <a:xfrm>
            <a:off x="1200478" y="426674"/>
            <a:ext cx="9813903" cy="5529921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3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extBox 1">
            <a:extLst>
              <a:ext uri="{FF2B5EF4-FFF2-40B4-BE49-F238E27FC236}">
                <a16:creationId xmlns:a16="http://schemas.microsoft.com/office/drawing/2014/main" id="{C54E6779-BD8C-0D69-C859-FBE329E8E760}"/>
              </a:ext>
            </a:extLst>
          </p:cNvPr>
          <p:cNvGraphicFramePr/>
          <p:nvPr/>
        </p:nvGraphicFramePr>
        <p:xfrm>
          <a:off x="717331" y="1066597"/>
          <a:ext cx="10657490" cy="5164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6" name="Arrow: Left 45">
            <a:extLst>
              <a:ext uri="{FF2B5EF4-FFF2-40B4-BE49-F238E27FC236}">
                <a16:creationId xmlns:a16="http://schemas.microsoft.com/office/drawing/2014/main" id="{B0C558F9-150E-2071-5D9F-12C73E91969B}"/>
              </a:ext>
            </a:extLst>
          </p:cNvPr>
          <p:cNvSpPr/>
          <p:nvPr/>
        </p:nvSpPr>
        <p:spPr>
          <a:xfrm>
            <a:off x="9883001" y="3021477"/>
            <a:ext cx="2091624" cy="6143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ea typeface="Calibri"/>
                <a:cs typeface="Calibri"/>
              </a:rPr>
              <a:t>We are here!</a:t>
            </a:r>
          </a:p>
        </p:txBody>
      </p:sp>
    </p:spTree>
    <p:extLst>
      <p:ext uri="{BB962C8B-B14F-4D97-AF65-F5344CB8AC3E}">
        <p14:creationId xmlns:p14="http://schemas.microsoft.com/office/powerpoint/2010/main" val="37739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4277D-B06B-8641-88EE-0E42FB91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420625"/>
            <a:ext cx="10667998" cy="132681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59715-785F-47EC-65FA-167F4E90F936}"/>
              </a:ext>
            </a:extLst>
          </p:cNvPr>
          <p:cNvSpPr txBox="1"/>
          <p:nvPr/>
        </p:nvSpPr>
        <p:spPr>
          <a:xfrm>
            <a:off x="227746" y="-759814"/>
            <a:ext cx="11392754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endParaRPr lang="en-US" sz="6600">
              <a:cs typeface="Calibri"/>
            </a:endParaRPr>
          </a:p>
          <a:p>
            <a:pPr algn="ctr"/>
            <a:r>
              <a:rPr lang="en-US" sz="6600"/>
              <a:t>Module #4 Learning Objectives</a:t>
            </a:r>
            <a:r>
              <a:rPr lang="en-US" sz="3200"/>
              <a:t> 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EA12A7-2A2A-BF95-B32F-C8361754D81C}"/>
              </a:ext>
            </a:extLst>
          </p:cNvPr>
          <p:cNvSpPr txBox="1"/>
          <p:nvPr/>
        </p:nvSpPr>
        <p:spPr>
          <a:xfrm>
            <a:off x="679500" y="2283832"/>
            <a:ext cx="7429499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>
                <a:cs typeface="Calibri" panose="020F0502020204030204"/>
              </a:rPr>
              <a:t>Describe the importance of clarifying the mission, vision and values of your organization 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 panose="020F0502020204030204"/>
              </a:rPr>
              <a:t>Describe what resource allocation is and how it can impact transformation </a:t>
            </a:r>
            <a:endParaRPr lang="en-US"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cs typeface="Calibri" panose="020F0502020204030204"/>
              </a:rPr>
              <a:t>Describe how to ensure your department's resources align with mission, vision and values </a:t>
            </a:r>
          </a:p>
          <a:p>
            <a:pPr marL="285750" indent="-285750">
              <a:buFont typeface="Arial"/>
              <a:buChar char="•"/>
            </a:pPr>
            <a:endParaRPr lang="en-US" sz="200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cs typeface="Calibri" panose="020F0502020204030204"/>
            </a:endParaRPr>
          </a:p>
        </p:txBody>
      </p:sp>
      <p:pic>
        <p:nvPicPr>
          <p:cNvPr id="6" name="Picture 5" descr="A clipboard with a pencil and a checklist&#10;&#10;Description automatically generated">
            <a:extLst>
              <a:ext uri="{FF2B5EF4-FFF2-40B4-BE49-F238E27FC236}">
                <a16:creationId xmlns:a16="http://schemas.microsoft.com/office/drawing/2014/main" id="{C72910E6-7D82-5979-9ADE-963065D91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33" b="5188"/>
          <a:stretch>
            <a:fillRect/>
          </a:stretch>
        </p:blipFill>
        <p:spPr>
          <a:xfrm>
            <a:off x="8480954" y="2346324"/>
            <a:ext cx="3316305" cy="246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18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Oval 517">
            <a:extLst>
              <a:ext uri="{FF2B5EF4-FFF2-40B4-BE49-F238E27FC236}">
                <a16:creationId xmlns:a16="http://schemas.microsoft.com/office/drawing/2014/main" id="{7E28B2E9-58E2-AF67-E2C6-ACADC62BD3DB}"/>
              </a:ext>
            </a:extLst>
          </p:cNvPr>
          <p:cNvSpPr/>
          <p:nvPr/>
        </p:nvSpPr>
        <p:spPr>
          <a:xfrm>
            <a:off x="6956136" y="46182"/>
            <a:ext cx="3810578" cy="324427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en-US" sz="2800" b="1" dirty="0">
                <a:solidFill>
                  <a:schemeClr val="tx1"/>
                </a:solidFill>
                <a:cs typeface="Calibri"/>
              </a:rPr>
              <a:t>Organizational Transformation</a:t>
            </a:r>
            <a:r>
              <a:rPr lang="en-US" sz="2800" b="1" dirty="0">
                <a:cs typeface="Calibri"/>
              </a:rPr>
              <a:t> </a:t>
            </a:r>
          </a:p>
        </p:txBody>
      </p:sp>
      <p:graphicFrame>
        <p:nvGraphicFramePr>
          <p:cNvPr id="5" name="Diagram 5">
            <a:extLst>
              <a:ext uri="{FF2B5EF4-FFF2-40B4-BE49-F238E27FC236}">
                <a16:creationId xmlns:a16="http://schemas.microsoft.com/office/drawing/2014/main" id="{700DAC64-03D6-6A2F-165F-8ACC4E840B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25286" y="1409989"/>
          <a:ext cx="6466610" cy="3947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00" name="Rectangle 599">
            <a:extLst>
              <a:ext uri="{FF2B5EF4-FFF2-40B4-BE49-F238E27FC236}">
                <a16:creationId xmlns:a16="http://schemas.microsoft.com/office/drawing/2014/main" id="{FD8338AC-F717-5BAC-208A-C955DCBCC44F}"/>
              </a:ext>
            </a:extLst>
          </p:cNvPr>
          <p:cNvSpPr/>
          <p:nvPr/>
        </p:nvSpPr>
        <p:spPr>
          <a:xfrm>
            <a:off x="6956137" y="4222750"/>
            <a:ext cx="3648362" cy="18472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cs typeface="Calibri"/>
              </a:rPr>
              <a:t>Strategic alignment of mission, vision, processes and outcomes. </a:t>
            </a:r>
          </a:p>
        </p:txBody>
      </p:sp>
      <p:sp>
        <p:nvSpPr>
          <p:cNvPr id="601" name="Arrow: Down 600">
            <a:extLst>
              <a:ext uri="{FF2B5EF4-FFF2-40B4-BE49-F238E27FC236}">
                <a16:creationId xmlns:a16="http://schemas.microsoft.com/office/drawing/2014/main" id="{A4EED436-105D-4580-9EE5-8DE434F99406}"/>
              </a:ext>
            </a:extLst>
          </p:cNvPr>
          <p:cNvSpPr/>
          <p:nvPr/>
        </p:nvSpPr>
        <p:spPr>
          <a:xfrm>
            <a:off x="8491682" y="3232728"/>
            <a:ext cx="565727" cy="1073725"/>
          </a:xfrm>
          <a:prstGeom prst="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681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542"/>
    </mc:Choice>
    <mc:Fallback xmlns="">
      <p:transition spd="slow" advTm="6654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amp;#39;s life cycle&#10;&#10;AI-generated content may be incorrect.">
            <a:extLst>
              <a:ext uri="{FF2B5EF4-FFF2-40B4-BE49-F238E27FC236}">
                <a16:creationId xmlns:a16="http://schemas.microsoft.com/office/drawing/2014/main" id="{25BD3369-80E0-403A-0121-8D71CAAE7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43" y="201479"/>
            <a:ext cx="11407914" cy="615623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65E1F1-EAE4-5EA8-B27C-0CAD2E60A1A8}"/>
                  </a:ext>
                </a:extLst>
              </p14:cNvPr>
              <p14:cNvContentPartPr/>
              <p14:nvPr/>
            </p14:nvContentPartPr>
            <p14:xfrm>
              <a:off x="2882441" y="1880060"/>
              <a:ext cx="216972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65E1F1-EAE4-5EA8-B27C-0CAD2E60A1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8441" y="1772060"/>
                <a:ext cx="2277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A98CEE-8A2A-E992-6F67-C7692AB85ACA}"/>
                  </a:ext>
                </a:extLst>
              </p14:cNvPr>
              <p14:cNvContentPartPr/>
              <p14:nvPr/>
            </p14:nvContentPartPr>
            <p14:xfrm>
              <a:off x="929801" y="4034300"/>
              <a:ext cx="23385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A98CEE-8A2A-E992-6F67-C7692AB85A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161" y="3926660"/>
                <a:ext cx="24462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Arrow: Left 5">
            <a:extLst>
              <a:ext uri="{FF2B5EF4-FFF2-40B4-BE49-F238E27FC236}">
                <a16:creationId xmlns:a16="http://schemas.microsoft.com/office/drawing/2014/main" id="{628756DB-5A13-FFA5-9F31-A6B60D90CC06}"/>
              </a:ext>
            </a:extLst>
          </p:cNvPr>
          <p:cNvSpPr/>
          <p:nvPr/>
        </p:nvSpPr>
        <p:spPr>
          <a:xfrm rot="1560000">
            <a:off x="3211215" y="4317047"/>
            <a:ext cx="1512172" cy="318973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78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1AC4-E90C-167E-1429-998C4BF1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What </a:t>
            </a:r>
            <a:r>
              <a:rPr lang="en-US" b="1" i="1" u="sng">
                <a:cs typeface="Calibri Light"/>
              </a:rPr>
              <a:t>are</a:t>
            </a:r>
            <a:r>
              <a:rPr lang="en-US" b="1" i="1">
                <a:cs typeface="Calibri Light"/>
              </a:rPr>
              <a:t> </a:t>
            </a:r>
            <a:r>
              <a:rPr lang="en-US" b="1">
                <a:cs typeface="Calibri Light"/>
              </a:rPr>
              <a:t>your</a:t>
            </a:r>
            <a:r>
              <a:rPr lang="en-US" b="1" i="1">
                <a:cs typeface="Calibri Light"/>
              </a:rPr>
              <a:t> </a:t>
            </a:r>
            <a:r>
              <a:rPr lang="en-US" b="1">
                <a:cs typeface="Calibri Light"/>
              </a:rPr>
              <a:t>organization's resources?</a:t>
            </a:r>
            <a:r>
              <a:rPr lang="en-US">
                <a:cs typeface="Calibri Light"/>
              </a:rPr>
              <a:t> 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595968-080E-47E3-1897-EC391016C2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8275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4019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39"/>
    </mc:Choice>
    <mc:Fallback xmlns="">
      <p:transition spd="slow" advTm="11013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2491B-1160-E223-49F9-3E28B8F9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188027"/>
            <a:ext cx="6518189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Things you can test in a 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7DD02-6AF9-776B-1964-5008E9C26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657" y="1897919"/>
            <a:ext cx="5373782" cy="43537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Person-centered planning</a:t>
            </a:r>
          </a:p>
          <a:p>
            <a:r>
              <a:rPr lang="en-US" sz="2000"/>
              <a:t>Individualized employment process</a:t>
            </a:r>
            <a:endParaRPr lang="en-US"/>
          </a:p>
          <a:p>
            <a:r>
              <a:rPr lang="en-US" sz="2000"/>
              <a:t>Community-based service delivery</a:t>
            </a:r>
          </a:p>
          <a:p>
            <a:r>
              <a:rPr lang="en-US" sz="2000"/>
              <a:t>Engagement and exploration leading to self-determination</a:t>
            </a:r>
          </a:p>
          <a:p>
            <a:r>
              <a:rPr lang="en-US" sz="2000"/>
              <a:t>New staffing patterns</a:t>
            </a:r>
          </a:p>
          <a:p>
            <a:r>
              <a:rPr lang="en-US" sz="2000"/>
              <a:t>New communication flow</a:t>
            </a:r>
          </a:p>
          <a:p>
            <a:r>
              <a:rPr lang="en-US" sz="2000"/>
              <a:t>Organizational structure </a:t>
            </a:r>
          </a:p>
          <a:p>
            <a:r>
              <a:rPr lang="en-US" sz="2000" b="1"/>
              <a:t>What else?</a:t>
            </a:r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B3B49CFB-AFEE-698D-E909-4C2057FA6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42" r="45579" b="8834"/>
          <a:stretch>
            <a:fillRect/>
          </a:stretch>
        </p:blipFill>
        <p:spPr>
          <a:xfrm>
            <a:off x="6857797" y="-10886"/>
            <a:ext cx="5334204" cy="6262510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47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0F46D-2715-5185-CE16-277A3AF1C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How do you engage people?</a:t>
            </a:r>
          </a:p>
        </p:txBody>
      </p:sp>
      <p:pic>
        <p:nvPicPr>
          <p:cNvPr id="4" name="Content Placeholder 3" descr="Image result for engaging people clipart">
            <a:extLst>
              <a:ext uri="{FF2B5EF4-FFF2-40B4-BE49-F238E27FC236}">
                <a16:creationId xmlns:a16="http://schemas.microsoft.com/office/drawing/2014/main" id="{005C687A-EC6E-0F0B-F8BE-E28B4CAB3B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38600" y="1116813"/>
            <a:ext cx="7188199" cy="462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1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9D692-E624-8D62-4228-79317451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>
                <a:cs typeface="Calibri Light"/>
              </a:rPr>
              <a:t>Poll Question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E1CFC-D551-C181-34BC-0080E785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443" y="1967993"/>
            <a:ext cx="10684933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8CBD9-1B56-F5D2-7C42-CA5FAA6D263D}"/>
              </a:ext>
            </a:extLst>
          </p:cNvPr>
          <p:cNvSpPr txBox="1"/>
          <p:nvPr/>
        </p:nvSpPr>
        <p:spPr>
          <a:xfrm>
            <a:off x="626125" y="2009660"/>
            <a:ext cx="1087640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Calibri"/>
              </a:rPr>
              <a:t>In your position, do you help track quantifiable (</a:t>
            </a:r>
            <a:r>
              <a:rPr lang="en-US" sz="2400" b="1">
                <a:cs typeface="Calibri"/>
              </a:rPr>
              <a:t>measurable</a:t>
            </a:r>
            <a:r>
              <a:rPr lang="en-US" sz="2400">
                <a:cs typeface="Calibri"/>
              </a:rPr>
              <a:t>) outcomes related to competitive integrated employment and/or community life engagement? </a:t>
            </a:r>
          </a:p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Yes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No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I'm not sure 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EFA55-0F6A-D540-09F2-2AB80F73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411834"/>
            <a:ext cx="11153931" cy="34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25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999A6-4E0D-6AE2-AD99-8D0171A91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FEEAA-5B73-C712-24C6-F75944B1A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>
                <a:cs typeface="Calibri Light"/>
              </a:rPr>
              <a:t>Poll Question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482AE-C6D3-4B49-6231-906F3F351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443" y="1967993"/>
            <a:ext cx="10684933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>
              <a:cs typeface="Calibri"/>
            </a:endParaRPr>
          </a:p>
          <a:p>
            <a:endParaRPr lang="en-US" sz="220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F7EF9-6D88-D8CD-91B1-02EDBED2F9DA}"/>
              </a:ext>
            </a:extLst>
          </p:cNvPr>
          <p:cNvSpPr txBox="1"/>
          <p:nvPr/>
        </p:nvSpPr>
        <p:spPr>
          <a:xfrm>
            <a:off x="626125" y="2009660"/>
            <a:ext cx="10876402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Calibri"/>
              </a:rPr>
              <a:t>Based your organization's transformation goals, do you (in your role) have the proper resources in place to meet them?  </a:t>
            </a:r>
          </a:p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Yes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No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400">
                <a:cs typeface="Calibri"/>
              </a:rPr>
              <a:t>I'm not sure 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8362F-59FD-C7DA-CD43-DE47A2357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411834"/>
            <a:ext cx="11153931" cy="34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60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E94D-7E51-E77E-C2DE-F6DE09C6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450" y="-514153"/>
            <a:ext cx="6800240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cs typeface="Calibri Light"/>
              </a:rPr>
              <a:t> Group Discussions</a:t>
            </a:r>
            <a:endParaRPr lang="en-US" sz="32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A0ACA-84DB-9333-C212-9D80AAF09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813" y="1139441"/>
            <a:ext cx="8117938" cy="4716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b="1"/>
          </a:p>
          <a:p>
            <a:pPr marL="0" indent="0">
              <a:buNone/>
            </a:pPr>
            <a:endParaRPr lang="en-US" sz="2000">
              <a:cs typeface="Calibri" panose="020F0502020204030204"/>
            </a:endParaRPr>
          </a:p>
          <a:p>
            <a:pPr marL="457200" lvl="1" indent="0">
              <a:buNone/>
            </a:pPr>
            <a:endParaRPr lang="en-US" sz="1600">
              <a:ea typeface="Calibri"/>
              <a:cs typeface="Calibri" panose="020F0502020204030204"/>
            </a:endParaRPr>
          </a:p>
          <a:p>
            <a:r>
              <a:rPr lang="en-US" sz="2000">
                <a:ea typeface="Calibri"/>
                <a:cs typeface="Calibri" panose="020F0502020204030204"/>
              </a:rPr>
              <a:t>What resources do you have available to support the mission, vision and values of your organization and how does that link to your work in your department? </a:t>
            </a:r>
          </a:p>
          <a:p>
            <a:endParaRPr lang="en-US" sz="2000">
              <a:ea typeface="Calibri"/>
              <a:cs typeface="Calibri" panose="020F0502020204030204"/>
            </a:endParaRPr>
          </a:p>
          <a:p>
            <a:r>
              <a:rPr lang="en-US" sz="2000">
                <a:ea typeface="Calibri"/>
                <a:cs typeface="Calibri" panose="020F0502020204030204"/>
              </a:rPr>
              <a:t>Are there ways you could be using existing resources differently in order to increase competitive integrated employment and/or community integration?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ea typeface="Calibri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  <a:p>
            <a:endParaRPr lang="en-US" sz="2000" b="1">
              <a:ea typeface="Calibri" panose="020F0502020204030204"/>
              <a:cs typeface="Calibri" panose="020F0502020204030204"/>
            </a:endParaRPr>
          </a:p>
          <a:p>
            <a:endParaRPr lang="en-US" sz="2000" b="1">
              <a:ea typeface="Calibri" panose="020F0502020204030204"/>
              <a:cs typeface="Calibri" panose="020F0502020204030204"/>
            </a:endParaRPr>
          </a:p>
          <a:p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Picture 4" descr="Yellow paper aeroplane flying the opposite way as many grey paper aeroplanes">
            <a:extLst>
              <a:ext uri="{FF2B5EF4-FFF2-40B4-BE49-F238E27FC236}">
                <a16:creationId xmlns:a16="http://schemas.microsoft.com/office/drawing/2014/main" id="{F53937BC-45E9-0C6B-2C07-86971A09653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79" r="27767" b="-3"/>
          <a:stretch/>
        </p:blipFill>
        <p:spPr>
          <a:xfrm>
            <a:off x="8829883" y="1618331"/>
            <a:ext cx="3076380" cy="306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19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 marks in a line and one question mark is lit">
            <a:extLst>
              <a:ext uri="{FF2B5EF4-FFF2-40B4-BE49-F238E27FC236}">
                <a16:creationId xmlns:a16="http://schemas.microsoft.com/office/drawing/2014/main" id="{20B21813-F6CA-5BFB-DDAC-16596B8FD5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118" r="9085" b="8004"/>
          <a:stretch>
            <a:fillRect/>
          </a:stretch>
        </p:blipFill>
        <p:spPr>
          <a:xfrm>
            <a:off x="20" y="10"/>
            <a:ext cx="12191981" cy="6245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04AE4A-126C-194B-411C-3782B253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93300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D23A5-6954-CE5F-FF15-D6EC25C9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1D97DB-D7EC-B493-0866-8214821EC2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51765" algn="ctr"/>
            <a:r>
              <a:rPr lang="en-US" dirty="0">
                <a:highlight>
                  <a:srgbClr val="FFFF00"/>
                </a:highlight>
                <a:latin typeface="Open Sans"/>
                <a:ea typeface="Open Sans"/>
                <a:cs typeface="Open Sans"/>
              </a:rPr>
              <a:t>Insert QR code here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B4699-63D6-E83B-2128-98D9D0A9EC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own Arrow 7">
            <a:extLst>
              <a:ext uri="{FF2B5EF4-FFF2-40B4-BE49-F238E27FC236}">
                <a16:creationId xmlns:a16="http://schemas.microsoft.com/office/drawing/2014/main" id="{0631530A-BDFC-9C5C-1DA0-0F64261CE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C00000"/>
          </a:solidFill>
          <a:ln w="539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76B99-8A73-29D0-9F22-E4949BA51F8B}"/>
              </a:ext>
            </a:extLst>
          </p:cNvPr>
          <p:cNvSpPr txBox="1"/>
          <p:nvPr/>
        </p:nvSpPr>
        <p:spPr>
          <a:xfrm>
            <a:off x="830572" y="2480075"/>
            <a:ext cx="298684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Session Evaluation</a:t>
            </a:r>
            <a:endParaRPr lang="en-US" sz="4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838264"/>
      </p:ext>
    </p:extLst>
  </p:cSld>
  <p:clrMapOvr>
    <a:masterClrMapping/>
  </p:clrMapOvr>
</p:sld>
</file>

<file path=ppt/theme/theme1.xml><?xml version="1.0" encoding="utf-8"?>
<a:theme xmlns:a="http://schemas.openxmlformats.org/drawingml/2006/main" name="MTI_presentation template Feb 2026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TI_presentation template Feb 2026" id="{7B630847-0ED3-4BB4-9400-A2393253C8A9}" vid="{696E90F8-2036-4576-8D73-CC01D28079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B2021F6-6390-E548-8788-9CFEED8332EB}">
  <we:reference id="wa104380907" version="3.0.0.0" store="en-US" storeType="OMEX"/>
  <we:alternateReferences>
    <we:reference id="wa104380907" version="3.0.0.0" store="WA104380907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655ED7C-C660-D44E-950F-73565E84B7DF}">
  <we:reference id="wa104380050" version="3.1.0.0" store="en-US" storeType="OMEX"/>
  <we:alternateReferences>
    <we:reference id="WA104380050" version="3.1.0.0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B21FC9B7AC984AA00C441920861789" ma:contentTypeVersion="14" ma:contentTypeDescription="Create a new document." ma:contentTypeScope="" ma:versionID="721bff8729961bdf26432d404ad0f7b8">
  <xsd:schema xmlns:xsd="http://www.w3.org/2001/XMLSchema" xmlns:xs="http://www.w3.org/2001/XMLSchema" xmlns:p="http://schemas.microsoft.com/office/2006/metadata/properties" xmlns:ns2="ca97ef7e-529a-4920-85ff-23e7e8b7df0a" xmlns:ns3="65478fcb-3d94-40df-a0a2-f6a419610bdf" targetNamespace="http://schemas.microsoft.com/office/2006/metadata/properties" ma:root="true" ma:fieldsID="fec60b3e7c48bed252daabe4e1c35c90" ns2:_="" ns3:_="">
    <xsd:import namespace="ca97ef7e-529a-4920-85ff-23e7e8b7df0a"/>
    <xsd:import namespace="65478fcb-3d94-40df-a0a2-f6a419610b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97ef7e-529a-4920-85ff-23e7e8b7d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abb1ab42-7277-4699-bffd-c4f8fd762e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78fcb-3d94-40df-a0a2-f6a419610bd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97ef7e-529a-4920-85ff-23e7e8b7df0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C753850-86F2-4118-B4E5-08C866EA80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F9404E-1342-42E9-9237-C15B69EDAE56}">
  <ds:schemaRefs>
    <ds:schemaRef ds:uri="65478fcb-3d94-40df-a0a2-f6a419610bdf"/>
    <ds:schemaRef ds:uri="ca97ef7e-529a-4920-85ff-23e7e8b7d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EB53E4-0001-4157-A0BF-772E8FE36E62}">
  <ds:schemaRefs>
    <ds:schemaRef ds:uri="ca97ef7e-529a-4920-85ff-23e7e8b7df0a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MTI_presentation template Feb 2026</Template>
  <TotalTime>0</TotalTime>
  <Words>436</Words>
  <Application>Microsoft Office PowerPoint</Application>
  <PresentationFormat>Widescreen</PresentationFormat>
  <Paragraphs>109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 Narrow</vt:lpstr>
      <vt:lpstr>Arial</vt:lpstr>
      <vt:lpstr>ArialMT</vt:lpstr>
      <vt:lpstr>Calibri</vt:lpstr>
      <vt:lpstr>Calibri Light</vt:lpstr>
      <vt:lpstr>Courier New</vt:lpstr>
      <vt:lpstr>Open Sans</vt:lpstr>
      <vt:lpstr>Open Sans Light</vt:lpstr>
      <vt:lpstr>MTI_presentation template Feb 2026</vt:lpstr>
      <vt:lpstr>PowerPoint Presentation</vt:lpstr>
      <vt:lpstr>PowerPoint Presentation</vt:lpstr>
      <vt:lpstr>PowerPoint Presentation</vt:lpstr>
      <vt:lpstr>PowerPoint Presentation</vt:lpstr>
      <vt:lpstr>Learning Objectives</vt:lpstr>
      <vt:lpstr>PowerPoint Presentation</vt:lpstr>
      <vt:lpstr>PowerPoint Presentation</vt:lpstr>
      <vt:lpstr>What are your organization's resources? </vt:lpstr>
      <vt:lpstr>Things you can test in a pilot</vt:lpstr>
      <vt:lpstr>How do you engage people?</vt:lpstr>
      <vt:lpstr>Poll Question #1</vt:lpstr>
      <vt:lpstr>Poll Question #2</vt:lpstr>
      <vt:lpstr> Group Discussions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 in Community and Employment Serices</dc:title>
  <dc:creator>Karen Flippo</dc:creator>
  <cp:lastModifiedBy>Heather N Smith</cp:lastModifiedBy>
  <cp:revision>12</cp:revision>
  <dcterms:created xsi:type="dcterms:W3CDTF">2021-01-26T19:37:34Z</dcterms:created>
  <dcterms:modified xsi:type="dcterms:W3CDTF">2026-03-02T19:01:08Z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0x01010001B21FC9B7AC984AA00C441920861789</vt:lpwstr>
  </property>
  <property fmtid="{D5CDD505-2E9C-101B-9397-08002B2CF9AE}" pid="3" name="MediaServiceImageTags">
    <vt:lpwstr/>
  </property>
</Properties>
</file>