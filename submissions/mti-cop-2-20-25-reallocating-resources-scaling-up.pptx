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841" r:id="rId5"/>
  </p:sldMasterIdLst>
  <p:notesMasterIdLst>
    <p:notesMasterId r:id="rId21"/>
  </p:notesMasterIdLst>
  <p:sldIdLst>
    <p:sldId id="256" r:id="rId6"/>
    <p:sldId id="1347" r:id="rId7"/>
    <p:sldId id="1322" r:id="rId8"/>
    <p:sldId id="1312" r:id="rId9"/>
    <p:sldId id="505" r:id="rId10"/>
    <p:sldId id="259" r:id="rId11"/>
    <p:sldId id="508" r:id="rId12"/>
    <p:sldId id="862" r:id="rId13"/>
    <p:sldId id="1345" r:id="rId14"/>
    <p:sldId id="1348" r:id="rId15"/>
    <p:sldId id="1336" r:id="rId16"/>
    <p:sldId id="1338" r:id="rId17"/>
    <p:sldId id="257" r:id="rId18"/>
    <p:sldId id="262" r:id="rId19"/>
    <p:sldId id="8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8DB296-7C7E-1E12-318A-15E1F6169068}" name="Bryn Peterson" initials="BP" userId="S::bryn.peterson@umb.edu::fd16c8ef-faa2-4aae-bb46-064735fd85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542" autoAdjust="0"/>
  </p:normalViewPr>
  <p:slideViewPr>
    <p:cSldViewPr snapToGrid="0">
      <p:cViewPr>
        <p:scale>
          <a:sx n="66" d="100"/>
          <a:sy n="66" d="100"/>
        </p:scale>
        <p:origin x="576"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DB1C2-7F11-4C66-A3AC-D44093281FD2}" type="doc">
      <dgm:prSet loTypeId="urn:microsoft.com/office/officeart/2005/8/layout/arrow2" loCatId="process" qsTypeId="urn:microsoft.com/office/officeart/2005/8/quickstyle/simple1" qsCatId="simple" csTypeId="urn:microsoft.com/office/officeart/2005/8/colors/accent1_2" csCatId="accent1" phldr="1"/>
      <dgm:spPr/>
    </dgm:pt>
    <dgm:pt modelId="{F0ABA278-58C1-4471-924E-7ED1F6F2B096}">
      <dgm:prSet phldrT="[Text]" phldr="0"/>
      <dgm:spPr/>
      <dgm:t>
        <a:bodyPr/>
        <a:lstStyle/>
        <a:p>
          <a:r>
            <a:rPr lang="en-US">
              <a:latin typeface="Calibri Light" panose="020F0302020204030204"/>
            </a:rPr>
            <a:t>State policy and legislation</a:t>
          </a:r>
          <a:endParaRPr lang="en-US"/>
        </a:p>
      </dgm:t>
    </dgm:pt>
    <dgm:pt modelId="{1CEFFBE1-FD7B-4B25-925D-EB2C644CF700}" type="parTrans" cxnId="{EDA07ADB-3EC5-4038-A8E9-DBC51357853F}">
      <dgm:prSet/>
      <dgm:spPr/>
    </dgm:pt>
    <dgm:pt modelId="{6BA95330-4527-4CCD-A049-05DF45476A47}" type="sibTrans" cxnId="{EDA07ADB-3EC5-4038-A8E9-DBC51357853F}">
      <dgm:prSet/>
      <dgm:spPr/>
      <dgm:t>
        <a:bodyPr/>
        <a:lstStyle/>
        <a:p>
          <a:endParaRPr lang="en-US"/>
        </a:p>
      </dgm:t>
    </dgm:pt>
    <dgm:pt modelId="{1CE267CA-48DD-49EC-A1C5-EC14C616A518}">
      <dgm:prSet phldrT="[Text]" phldr="0"/>
      <dgm:spPr/>
      <dgm:t>
        <a:bodyPr/>
        <a:lstStyle/>
        <a:p>
          <a:pPr rtl="0"/>
          <a:r>
            <a:rPr lang="en-US">
              <a:latin typeface="Calibri Light" panose="020F0302020204030204"/>
            </a:rPr>
            <a:t>Best Practices</a:t>
          </a:r>
          <a:endParaRPr lang="en-US"/>
        </a:p>
      </dgm:t>
    </dgm:pt>
    <dgm:pt modelId="{E6042546-38A4-4B37-8B55-9236F806B96C}" type="parTrans" cxnId="{637B059F-74F7-42AD-BDCA-6A875ADD9627}">
      <dgm:prSet/>
      <dgm:spPr/>
    </dgm:pt>
    <dgm:pt modelId="{CD8D32D8-5609-4284-8001-8792DB385560}" type="sibTrans" cxnId="{637B059F-74F7-42AD-BDCA-6A875ADD9627}">
      <dgm:prSet/>
      <dgm:spPr/>
      <dgm:t>
        <a:bodyPr/>
        <a:lstStyle/>
        <a:p>
          <a:endParaRPr lang="en-US"/>
        </a:p>
      </dgm:t>
    </dgm:pt>
    <dgm:pt modelId="{6C1571A9-F162-46AE-9404-4887EDDD450A}">
      <dgm:prSet phldr="0"/>
      <dgm:spPr/>
      <dgm:t>
        <a:bodyPr/>
        <a:lstStyle/>
        <a:p>
          <a:r>
            <a:rPr lang="en-US">
              <a:latin typeface="Calibri Light" panose="020F0302020204030204"/>
            </a:rPr>
            <a:t>Federal policy and legislation</a:t>
          </a:r>
          <a:endParaRPr lang="en-US"/>
        </a:p>
      </dgm:t>
    </dgm:pt>
    <dgm:pt modelId="{299933B8-C7DE-44A4-AED4-F274388BAD78}" type="parTrans" cxnId="{6F430C27-F434-425C-8BB6-46A65168F19A}">
      <dgm:prSet/>
      <dgm:spPr/>
    </dgm:pt>
    <dgm:pt modelId="{95806222-8D6C-4C4E-8954-F86E71072B5F}" type="sibTrans" cxnId="{6F430C27-F434-425C-8BB6-46A65168F19A}">
      <dgm:prSet/>
      <dgm:spPr/>
      <dgm:t>
        <a:bodyPr/>
        <a:lstStyle/>
        <a:p>
          <a:endParaRPr lang="en-US"/>
        </a:p>
      </dgm:t>
    </dgm:pt>
    <dgm:pt modelId="{25EF89C6-E798-45AF-8DD7-4D6AA959EF5E}">
      <dgm:prSet phldr="0"/>
      <dgm:spPr/>
      <dgm:t>
        <a:bodyPr/>
        <a:lstStyle/>
        <a:p>
          <a:r>
            <a:rPr lang="en-US">
              <a:latin typeface="Calibri Light" panose="020F0302020204030204"/>
            </a:rPr>
            <a:t>Values</a:t>
          </a:r>
        </a:p>
      </dgm:t>
    </dgm:pt>
    <dgm:pt modelId="{42E287D1-8F08-4BF1-A6B6-A7694BF034E7}" type="parTrans" cxnId="{08FE1326-9392-4A44-95B0-28BCC54D1CD1}">
      <dgm:prSet/>
      <dgm:spPr/>
    </dgm:pt>
    <dgm:pt modelId="{FCD6F8B3-89C0-4E38-99A4-060FC572898D}" type="sibTrans" cxnId="{08FE1326-9392-4A44-95B0-28BCC54D1CD1}">
      <dgm:prSet/>
      <dgm:spPr/>
      <dgm:t>
        <a:bodyPr/>
        <a:lstStyle/>
        <a:p>
          <a:endParaRPr lang="en-US"/>
        </a:p>
      </dgm:t>
    </dgm:pt>
    <dgm:pt modelId="{B23B8E01-416D-484F-B082-C6227A68B9E2}">
      <dgm:prSet phldr="0"/>
      <dgm:spPr/>
      <dgm:t>
        <a:bodyPr/>
        <a:lstStyle/>
        <a:p>
          <a:pPr rtl="0"/>
          <a:r>
            <a:rPr lang="en-US">
              <a:latin typeface="Calibri Light" panose="020F0302020204030204"/>
            </a:rPr>
            <a:t>History</a:t>
          </a:r>
        </a:p>
      </dgm:t>
    </dgm:pt>
    <dgm:pt modelId="{A5FA77C8-C12D-4800-ABAE-9E4D32460502}" type="parTrans" cxnId="{9C65B148-A56B-4456-9D6F-AC8738D87D8C}">
      <dgm:prSet/>
      <dgm:spPr/>
    </dgm:pt>
    <dgm:pt modelId="{ABC79455-C9E9-4CF5-85AD-D42E0518BCEF}" type="sibTrans" cxnId="{9C65B148-A56B-4456-9D6F-AC8738D87D8C}">
      <dgm:prSet/>
      <dgm:spPr/>
    </dgm:pt>
    <dgm:pt modelId="{AD65F64D-3254-4887-A11C-9CA92A1AB051}" type="pres">
      <dgm:prSet presAssocID="{EA4DB1C2-7F11-4C66-A3AC-D44093281FD2}" presName="arrowDiagram" presStyleCnt="0">
        <dgm:presLayoutVars>
          <dgm:chMax val="5"/>
          <dgm:dir/>
          <dgm:resizeHandles val="exact"/>
        </dgm:presLayoutVars>
      </dgm:prSet>
      <dgm:spPr/>
    </dgm:pt>
    <dgm:pt modelId="{7AABE5F4-F886-44F9-ABBC-F3ECE5B733E9}" type="pres">
      <dgm:prSet presAssocID="{EA4DB1C2-7F11-4C66-A3AC-D44093281FD2}" presName="arrow" presStyleLbl="bgShp" presStyleIdx="0" presStyleCnt="1"/>
      <dgm:spPr/>
    </dgm:pt>
    <dgm:pt modelId="{513240AE-B310-4724-A85B-4C3F88B443AA}" type="pres">
      <dgm:prSet presAssocID="{EA4DB1C2-7F11-4C66-A3AC-D44093281FD2}" presName="arrowDiagram5" presStyleCnt="0"/>
      <dgm:spPr/>
    </dgm:pt>
    <dgm:pt modelId="{97FDB7D5-2F1E-4296-835C-CC1C784406B9}" type="pres">
      <dgm:prSet presAssocID="{B23B8E01-416D-484F-B082-C6227A68B9E2}" presName="bullet5a" presStyleLbl="node1" presStyleIdx="0" presStyleCnt="5"/>
      <dgm:spPr/>
    </dgm:pt>
    <dgm:pt modelId="{5BF857A0-90D1-4A4F-8FF5-16E606178F26}" type="pres">
      <dgm:prSet presAssocID="{B23B8E01-416D-484F-B082-C6227A68B9E2}" presName="textBox5a" presStyleLbl="revTx" presStyleIdx="0" presStyleCnt="5">
        <dgm:presLayoutVars>
          <dgm:bulletEnabled val="1"/>
        </dgm:presLayoutVars>
      </dgm:prSet>
      <dgm:spPr/>
    </dgm:pt>
    <dgm:pt modelId="{E436054C-F2CB-4925-A509-C057C98F18F8}" type="pres">
      <dgm:prSet presAssocID="{6C1571A9-F162-46AE-9404-4887EDDD450A}" presName="bullet5b" presStyleLbl="node1" presStyleIdx="1" presStyleCnt="5"/>
      <dgm:spPr/>
    </dgm:pt>
    <dgm:pt modelId="{90B93F16-26DC-4B02-93F3-B4DDEA854A2D}" type="pres">
      <dgm:prSet presAssocID="{6C1571A9-F162-46AE-9404-4887EDDD450A}" presName="textBox5b" presStyleLbl="revTx" presStyleIdx="1" presStyleCnt="5">
        <dgm:presLayoutVars>
          <dgm:bulletEnabled val="1"/>
        </dgm:presLayoutVars>
      </dgm:prSet>
      <dgm:spPr/>
    </dgm:pt>
    <dgm:pt modelId="{4FBF8622-A389-4E52-BE30-D1DF93D2E7AF}" type="pres">
      <dgm:prSet presAssocID="{F0ABA278-58C1-4471-924E-7ED1F6F2B096}" presName="bullet5c" presStyleLbl="node1" presStyleIdx="2" presStyleCnt="5"/>
      <dgm:spPr/>
    </dgm:pt>
    <dgm:pt modelId="{357893AC-1E0A-47FF-A9E2-52F5F65F0FCD}" type="pres">
      <dgm:prSet presAssocID="{F0ABA278-58C1-4471-924E-7ED1F6F2B096}" presName="textBox5c" presStyleLbl="revTx" presStyleIdx="2" presStyleCnt="5">
        <dgm:presLayoutVars>
          <dgm:bulletEnabled val="1"/>
        </dgm:presLayoutVars>
      </dgm:prSet>
      <dgm:spPr/>
    </dgm:pt>
    <dgm:pt modelId="{C5619AA7-2B92-4F4F-BFE9-B753D5C48A59}" type="pres">
      <dgm:prSet presAssocID="{1CE267CA-48DD-49EC-A1C5-EC14C616A518}" presName="bullet5d" presStyleLbl="node1" presStyleIdx="3" presStyleCnt="5"/>
      <dgm:spPr/>
    </dgm:pt>
    <dgm:pt modelId="{6C2E7C42-B598-478E-872A-33DFF2A8E79D}" type="pres">
      <dgm:prSet presAssocID="{1CE267CA-48DD-49EC-A1C5-EC14C616A518}" presName="textBox5d" presStyleLbl="revTx" presStyleIdx="3" presStyleCnt="5">
        <dgm:presLayoutVars>
          <dgm:bulletEnabled val="1"/>
        </dgm:presLayoutVars>
      </dgm:prSet>
      <dgm:spPr/>
    </dgm:pt>
    <dgm:pt modelId="{B3853BEE-6EB9-4BF5-8B3F-62913E8657B4}" type="pres">
      <dgm:prSet presAssocID="{25EF89C6-E798-45AF-8DD7-4D6AA959EF5E}" presName="bullet5e" presStyleLbl="node1" presStyleIdx="4" presStyleCnt="5"/>
      <dgm:spPr/>
    </dgm:pt>
    <dgm:pt modelId="{7EA8B72F-090E-434E-B919-46CA3E7DAC42}" type="pres">
      <dgm:prSet presAssocID="{25EF89C6-E798-45AF-8DD7-4D6AA959EF5E}" presName="textBox5e" presStyleLbl="revTx" presStyleIdx="4" presStyleCnt="5">
        <dgm:presLayoutVars>
          <dgm:bulletEnabled val="1"/>
        </dgm:presLayoutVars>
      </dgm:prSet>
      <dgm:spPr/>
    </dgm:pt>
  </dgm:ptLst>
  <dgm:cxnLst>
    <dgm:cxn modelId="{08FE1326-9392-4A44-95B0-28BCC54D1CD1}" srcId="{EA4DB1C2-7F11-4C66-A3AC-D44093281FD2}" destId="{25EF89C6-E798-45AF-8DD7-4D6AA959EF5E}" srcOrd="4" destOrd="0" parTransId="{42E287D1-8F08-4BF1-A6B6-A7694BF034E7}" sibTransId="{FCD6F8B3-89C0-4E38-99A4-060FC572898D}"/>
    <dgm:cxn modelId="{6F430C27-F434-425C-8BB6-46A65168F19A}" srcId="{EA4DB1C2-7F11-4C66-A3AC-D44093281FD2}" destId="{6C1571A9-F162-46AE-9404-4887EDDD450A}" srcOrd="1" destOrd="0" parTransId="{299933B8-C7DE-44A4-AED4-F274388BAD78}" sibTransId="{95806222-8D6C-4C4E-8954-F86E71072B5F}"/>
    <dgm:cxn modelId="{9C65B148-A56B-4456-9D6F-AC8738D87D8C}" srcId="{EA4DB1C2-7F11-4C66-A3AC-D44093281FD2}" destId="{B23B8E01-416D-484F-B082-C6227A68B9E2}" srcOrd="0" destOrd="0" parTransId="{A5FA77C8-C12D-4800-ABAE-9E4D32460502}" sibTransId="{ABC79455-C9E9-4CF5-85AD-D42E0518BCEF}"/>
    <dgm:cxn modelId="{F8870654-151C-43CE-80BA-E546C104587B}" type="presOf" srcId="{B23B8E01-416D-484F-B082-C6227A68B9E2}" destId="{5BF857A0-90D1-4A4F-8FF5-16E606178F26}" srcOrd="0" destOrd="0" presId="urn:microsoft.com/office/officeart/2005/8/layout/arrow2"/>
    <dgm:cxn modelId="{0A12DB75-7DE1-439A-AC95-B4FF0735A911}" type="presOf" srcId="{F0ABA278-58C1-4471-924E-7ED1F6F2B096}" destId="{357893AC-1E0A-47FF-A9E2-52F5F65F0FCD}" srcOrd="0" destOrd="0" presId="urn:microsoft.com/office/officeart/2005/8/layout/arrow2"/>
    <dgm:cxn modelId="{FF2C0859-8A99-4F0F-9008-56DA90B9ABC2}" type="presOf" srcId="{25EF89C6-E798-45AF-8DD7-4D6AA959EF5E}" destId="{7EA8B72F-090E-434E-B919-46CA3E7DAC42}" srcOrd="0" destOrd="0" presId="urn:microsoft.com/office/officeart/2005/8/layout/arrow2"/>
    <dgm:cxn modelId="{637B059F-74F7-42AD-BDCA-6A875ADD9627}" srcId="{EA4DB1C2-7F11-4C66-A3AC-D44093281FD2}" destId="{1CE267CA-48DD-49EC-A1C5-EC14C616A518}" srcOrd="3" destOrd="0" parTransId="{E6042546-38A4-4B37-8B55-9236F806B96C}" sibTransId="{CD8D32D8-5609-4284-8001-8792DB385560}"/>
    <dgm:cxn modelId="{A2E0A7A5-E8B6-4C54-87F5-D054A2F897FF}" type="presOf" srcId="{1CE267CA-48DD-49EC-A1C5-EC14C616A518}" destId="{6C2E7C42-B598-478E-872A-33DFF2A8E79D}" srcOrd="0" destOrd="0" presId="urn:microsoft.com/office/officeart/2005/8/layout/arrow2"/>
    <dgm:cxn modelId="{430D9FD3-2F4C-4CDE-9479-51CC37CE4F63}" type="presOf" srcId="{6C1571A9-F162-46AE-9404-4887EDDD450A}" destId="{90B93F16-26DC-4B02-93F3-B4DDEA854A2D}" srcOrd="0" destOrd="0" presId="urn:microsoft.com/office/officeart/2005/8/layout/arrow2"/>
    <dgm:cxn modelId="{EDA07ADB-3EC5-4038-A8E9-DBC51357853F}" srcId="{EA4DB1C2-7F11-4C66-A3AC-D44093281FD2}" destId="{F0ABA278-58C1-4471-924E-7ED1F6F2B096}" srcOrd="2" destOrd="0" parTransId="{1CEFFBE1-FD7B-4B25-925D-EB2C644CF700}" sibTransId="{6BA95330-4527-4CCD-A049-05DF45476A47}"/>
    <dgm:cxn modelId="{24A6DEF3-4911-4BBD-837E-4F6EC42A2C4F}" type="presOf" srcId="{EA4DB1C2-7F11-4C66-A3AC-D44093281FD2}" destId="{AD65F64D-3254-4887-A11C-9CA92A1AB051}" srcOrd="0" destOrd="0" presId="urn:microsoft.com/office/officeart/2005/8/layout/arrow2"/>
    <dgm:cxn modelId="{96125882-BB49-4D8B-B082-A1930CDFC40A}" type="presParOf" srcId="{AD65F64D-3254-4887-A11C-9CA92A1AB051}" destId="{7AABE5F4-F886-44F9-ABBC-F3ECE5B733E9}" srcOrd="0" destOrd="0" presId="urn:microsoft.com/office/officeart/2005/8/layout/arrow2"/>
    <dgm:cxn modelId="{FDA605C2-653E-4EA3-8333-EB19FEA93C82}" type="presParOf" srcId="{AD65F64D-3254-4887-A11C-9CA92A1AB051}" destId="{513240AE-B310-4724-A85B-4C3F88B443AA}" srcOrd="1" destOrd="0" presId="urn:microsoft.com/office/officeart/2005/8/layout/arrow2"/>
    <dgm:cxn modelId="{325E3D69-2E7F-42A2-9DE3-895C0DC4FF74}" type="presParOf" srcId="{513240AE-B310-4724-A85B-4C3F88B443AA}" destId="{97FDB7D5-2F1E-4296-835C-CC1C784406B9}" srcOrd="0" destOrd="0" presId="urn:microsoft.com/office/officeart/2005/8/layout/arrow2"/>
    <dgm:cxn modelId="{502897D9-B07E-4B31-9251-76B89709C11A}" type="presParOf" srcId="{513240AE-B310-4724-A85B-4C3F88B443AA}" destId="{5BF857A0-90D1-4A4F-8FF5-16E606178F26}" srcOrd="1" destOrd="0" presId="urn:microsoft.com/office/officeart/2005/8/layout/arrow2"/>
    <dgm:cxn modelId="{0D3A3C73-CC8B-4947-8F15-B8E342744995}" type="presParOf" srcId="{513240AE-B310-4724-A85B-4C3F88B443AA}" destId="{E436054C-F2CB-4925-A509-C057C98F18F8}" srcOrd="2" destOrd="0" presId="urn:microsoft.com/office/officeart/2005/8/layout/arrow2"/>
    <dgm:cxn modelId="{38A51B95-8B15-48D7-95D2-FFEAB0125D2A}" type="presParOf" srcId="{513240AE-B310-4724-A85B-4C3F88B443AA}" destId="{90B93F16-26DC-4B02-93F3-B4DDEA854A2D}" srcOrd="3" destOrd="0" presId="urn:microsoft.com/office/officeart/2005/8/layout/arrow2"/>
    <dgm:cxn modelId="{73ADF708-F57F-4AD6-8E03-F1538204992C}" type="presParOf" srcId="{513240AE-B310-4724-A85B-4C3F88B443AA}" destId="{4FBF8622-A389-4E52-BE30-D1DF93D2E7AF}" srcOrd="4" destOrd="0" presId="urn:microsoft.com/office/officeart/2005/8/layout/arrow2"/>
    <dgm:cxn modelId="{2583FE87-0C28-4D36-8005-A079A6937106}" type="presParOf" srcId="{513240AE-B310-4724-A85B-4C3F88B443AA}" destId="{357893AC-1E0A-47FF-A9E2-52F5F65F0FCD}" srcOrd="5" destOrd="0" presId="urn:microsoft.com/office/officeart/2005/8/layout/arrow2"/>
    <dgm:cxn modelId="{6189992D-A329-45DE-A1BF-19899881536B}" type="presParOf" srcId="{513240AE-B310-4724-A85B-4C3F88B443AA}" destId="{C5619AA7-2B92-4F4F-BFE9-B753D5C48A59}" srcOrd="6" destOrd="0" presId="urn:microsoft.com/office/officeart/2005/8/layout/arrow2"/>
    <dgm:cxn modelId="{12118BBD-8F3C-4CB6-9A23-B22F03D1C2BB}" type="presParOf" srcId="{513240AE-B310-4724-A85B-4C3F88B443AA}" destId="{6C2E7C42-B598-478E-872A-33DFF2A8E79D}" srcOrd="7" destOrd="0" presId="urn:microsoft.com/office/officeart/2005/8/layout/arrow2"/>
    <dgm:cxn modelId="{3E30FA17-C614-487D-8515-8BB3ADD545D1}" type="presParOf" srcId="{513240AE-B310-4724-A85B-4C3F88B443AA}" destId="{B3853BEE-6EB9-4BF5-8B3F-62913E8657B4}" srcOrd="8" destOrd="0" presId="urn:microsoft.com/office/officeart/2005/8/layout/arrow2"/>
    <dgm:cxn modelId="{910DB6E9-8EAE-4E38-B63D-0221367540E1}" type="presParOf" srcId="{513240AE-B310-4724-A85B-4C3F88B443AA}" destId="{7EA8B72F-090E-434E-B919-46CA3E7DAC42}"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5B7A09-8B17-4CED-8CCD-4B1A025D30A4}"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EB814C5-FB37-4EB6-B320-11B320A0DBA3}">
      <dgm:prSet/>
      <dgm:spPr/>
      <dgm:t>
        <a:bodyPr/>
        <a:lstStyle/>
        <a:p>
          <a:r>
            <a:rPr lang="en-US" dirty="0"/>
            <a:t>Financial</a:t>
          </a:r>
        </a:p>
      </dgm:t>
    </dgm:pt>
    <dgm:pt modelId="{2DB851B3-048A-4446-A561-0561D3137CC9}" type="parTrans" cxnId="{4D786EFB-AF50-4C94-A140-03563DA9A30A}">
      <dgm:prSet/>
      <dgm:spPr/>
      <dgm:t>
        <a:bodyPr/>
        <a:lstStyle/>
        <a:p>
          <a:endParaRPr lang="en-US"/>
        </a:p>
      </dgm:t>
    </dgm:pt>
    <dgm:pt modelId="{797722BF-BF27-46F5-87A6-D08309392218}" type="sibTrans" cxnId="{4D786EFB-AF50-4C94-A140-03563DA9A30A}">
      <dgm:prSet/>
      <dgm:spPr/>
      <dgm:t>
        <a:bodyPr/>
        <a:lstStyle/>
        <a:p>
          <a:endParaRPr lang="en-US"/>
        </a:p>
      </dgm:t>
    </dgm:pt>
    <dgm:pt modelId="{662C0D48-9800-4411-A122-593A0A947B1C}">
      <dgm:prSet/>
      <dgm:spPr/>
      <dgm:t>
        <a:bodyPr/>
        <a:lstStyle/>
        <a:p>
          <a:pPr rtl="0"/>
          <a:r>
            <a:rPr lang="en-US" dirty="0"/>
            <a:t>Human (paid staff &amp; volunteers</a:t>
          </a:r>
          <a:r>
            <a:rPr lang="en-US" dirty="0">
              <a:latin typeface="Calibri Light" panose="020F0302020204030204"/>
            </a:rPr>
            <a:t>, board, etc.)</a:t>
          </a:r>
          <a:endParaRPr lang="en-US" dirty="0"/>
        </a:p>
      </dgm:t>
    </dgm:pt>
    <dgm:pt modelId="{A5F37516-8807-498B-9DF2-5B48D88277A8}" type="parTrans" cxnId="{C9C75624-CDA3-4C91-8283-3D98836435AB}">
      <dgm:prSet/>
      <dgm:spPr/>
      <dgm:t>
        <a:bodyPr/>
        <a:lstStyle/>
        <a:p>
          <a:endParaRPr lang="en-US"/>
        </a:p>
      </dgm:t>
    </dgm:pt>
    <dgm:pt modelId="{B9E95152-B958-4516-8137-B82A3C96BDC5}" type="sibTrans" cxnId="{C9C75624-CDA3-4C91-8283-3D98836435AB}">
      <dgm:prSet/>
      <dgm:spPr/>
      <dgm:t>
        <a:bodyPr/>
        <a:lstStyle/>
        <a:p>
          <a:endParaRPr lang="en-US"/>
        </a:p>
      </dgm:t>
    </dgm:pt>
    <dgm:pt modelId="{532A2B73-410F-4CC7-94A9-859A368E041F}">
      <dgm:prSet/>
      <dgm:spPr/>
      <dgm:t>
        <a:bodyPr/>
        <a:lstStyle/>
        <a:p>
          <a:r>
            <a:rPr lang="en-US" dirty="0"/>
            <a:t>Physical</a:t>
          </a:r>
        </a:p>
      </dgm:t>
    </dgm:pt>
    <dgm:pt modelId="{BEC50BB4-EAB4-46EB-9954-591A0D1968B9}" type="parTrans" cxnId="{DCBC1A5C-1CE4-4918-AC54-48B1B18783E2}">
      <dgm:prSet/>
      <dgm:spPr/>
      <dgm:t>
        <a:bodyPr/>
        <a:lstStyle/>
        <a:p>
          <a:endParaRPr lang="en-US"/>
        </a:p>
      </dgm:t>
    </dgm:pt>
    <dgm:pt modelId="{C3E6DD84-46BB-49A8-9013-EA9B11DDDD87}" type="sibTrans" cxnId="{DCBC1A5C-1CE4-4918-AC54-48B1B18783E2}">
      <dgm:prSet/>
      <dgm:spPr/>
      <dgm:t>
        <a:bodyPr/>
        <a:lstStyle/>
        <a:p>
          <a:endParaRPr lang="en-US"/>
        </a:p>
      </dgm:t>
    </dgm:pt>
    <dgm:pt modelId="{39C76F03-9685-4E5C-9A1B-6B43A40191B0}">
      <dgm:prSet/>
      <dgm:spPr/>
      <dgm:t>
        <a:bodyPr/>
        <a:lstStyle/>
        <a:p>
          <a:r>
            <a:rPr lang="en-US" dirty="0"/>
            <a:t>Intellectual</a:t>
          </a:r>
        </a:p>
      </dgm:t>
    </dgm:pt>
    <dgm:pt modelId="{4B4320DD-A5A3-4D44-92AA-BC22CBB21164}" type="parTrans" cxnId="{CC0180CE-B2D2-451E-9440-879D34B849FC}">
      <dgm:prSet/>
      <dgm:spPr/>
      <dgm:t>
        <a:bodyPr/>
        <a:lstStyle/>
        <a:p>
          <a:endParaRPr lang="en-US"/>
        </a:p>
      </dgm:t>
    </dgm:pt>
    <dgm:pt modelId="{3A28478D-CFD8-42D4-BE62-AB77B8A842D0}" type="sibTrans" cxnId="{CC0180CE-B2D2-451E-9440-879D34B849FC}">
      <dgm:prSet/>
      <dgm:spPr/>
      <dgm:t>
        <a:bodyPr/>
        <a:lstStyle/>
        <a:p>
          <a:endParaRPr lang="en-US"/>
        </a:p>
      </dgm:t>
    </dgm:pt>
    <dgm:pt modelId="{C8DC76B7-AF2D-45D7-A4F1-5F470D709242}">
      <dgm:prSet/>
      <dgm:spPr/>
      <dgm:t>
        <a:bodyPr/>
        <a:lstStyle/>
        <a:p>
          <a:pPr rtl="0"/>
          <a:r>
            <a:rPr lang="en-US" dirty="0"/>
            <a:t>Partnerships</a:t>
          </a:r>
          <a:r>
            <a:rPr lang="en-US" dirty="0">
              <a:latin typeface="Calibri Light" panose="020F0302020204030204"/>
            </a:rPr>
            <a:t> </a:t>
          </a:r>
          <a:endParaRPr lang="en-US" dirty="0"/>
        </a:p>
      </dgm:t>
    </dgm:pt>
    <dgm:pt modelId="{487D9DAB-ECAB-4FA6-8953-274928B7C161}" type="parTrans" cxnId="{CDB8A3A9-141A-4017-A498-BD5ED87D303E}">
      <dgm:prSet/>
      <dgm:spPr/>
      <dgm:t>
        <a:bodyPr/>
        <a:lstStyle/>
        <a:p>
          <a:endParaRPr lang="en-US"/>
        </a:p>
      </dgm:t>
    </dgm:pt>
    <dgm:pt modelId="{8A93FA04-27A1-4526-99B4-B898F9889900}" type="sibTrans" cxnId="{CDB8A3A9-141A-4017-A498-BD5ED87D303E}">
      <dgm:prSet/>
      <dgm:spPr/>
      <dgm:t>
        <a:bodyPr/>
        <a:lstStyle/>
        <a:p>
          <a:endParaRPr lang="en-US"/>
        </a:p>
      </dgm:t>
    </dgm:pt>
    <dgm:pt modelId="{865F4F20-385F-415E-B7DA-25F14ADF0D6F}">
      <dgm:prSet/>
      <dgm:spPr/>
      <dgm:t>
        <a:bodyPr/>
        <a:lstStyle/>
        <a:p>
          <a:r>
            <a:rPr lang="en-US" dirty="0">
              <a:latin typeface="Calibri Light" panose="020F0302020204030204"/>
            </a:rPr>
            <a:t>Data</a:t>
          </a:r>
          <a:r>
            <a:rPr lang="en-US" dirty="0"/>
            <a:t> &amp; info</a:t>
          </a:r>
        </a:p>
      </dgm:t>
    </dgm:pt>
    <dgm:pt modelId="{572FE32C-9A66-4A0B-BFAB-D5183A9A6BD6}" type="parTrans" cxnId="{65F3D696-EB3C-4AD6-B84B-2BC8B18878F3}">
      <dgm:prSet/>
      <dgm:spPr/>
      <dgm:t>
        <a:bodyPr/>
        <a:lstStyle/>
        <a:p>
          <a:endParaRPr lang="en-US"/>
        </a:p>
      </dgm:t>
    </dgm:pt>
    <dgm:pt modelId="{3A663141-F5BF-4578-B099-EBBFB1131B75}" type="sibTrans" cxnId="{65F3D696-EB3C-4AD6-B84B-2BC8B18878F3}">
      <dgm:prSet/>
      <dgm:spPr/>
      <dgm:t>
        <a:bodyPr/>
        <a:lstStyle/>
        <a:p>
          <a:endParaRPr lang="en-US"/>
        </a:p>
      </dgm:t>
    </dgm:pt>
    <dgm:pt modelId="{6D9DB545-9E02-4717-81F4-C6B9117DFA78}">
      <dgm:prSet phldr="0"/>
      <dgm:spPr/>
      <dgm:t>
        <a:bodyPr/>
        <a:lstStyle/>
        <a:p>
          <a:r>
            <a:rPr lang="en-US" dirty="0">
              <a:latin typeface="Calibri Light" panose="020F0302020204030204"/>
            </a:rPr>
            <a:t>Marketing</a:t>
          </a:r>
        </a:p>
      </dgm:t>
    </dgm:pt>
    <dgm:pt modelId="{A64D98A7-7889-4797-95B7-A747ED7F561F}" type="parTrans" cxnId="{995FDA11-AD1E-4513-B8AE-1E5159E5EEAC}">
      <dgm:prSet/>
      <dgm:spPr/>
    </dgm:pt>
    <dgm:pt modelId="{AFF0E181-C508-49F9-874F-066A4297D14C}" type="sibTrans" cxnId="{995FDA11-AD1E-4513-B8AE-1E5159E5EEAC}">
      <dgm:prSet/>
      <dgm:spPr/>
    </dgm:pt>
    <dgm:pt modelId="{8F9B1113-4641-45B9-8914-6EBEE1D16EB2}">
      <dgm:prSet phldr="0"/>
      <dgm:spPr/>
      <dgm:t>
        <a:bodyPr/>
        <a:lstStyle/>
        <a:p>
          <a:r>
            <a:rPr lang="en-US" dirty="0">
              <a:latin typeface="Calibri Light" panose="020F0302020204030204"/>
            </a:rPr>
            <a:t>Culture</a:t>
          </a:r>
        </a:p>
      </dgm:t>
    </dgm:pt>
    <dgm:pt modelId="{A18A7548-CAB2-4062-9710-6A3D1E6E94FF}" type="parTrans" cxnId="{999A1729-7ABC-4212-986D-0F2E941E2A7F}">
      <dgm:prSet/>
      <dgm:spPr/>
    </dgm:pt>
    <dgm:pt modelId="{23C8C5DB-FF67-4336-B6D5-FF49D4C50E50}" type="sibTrans" cxnId="{999A1729-7ABC-4212-986D-0F2E941E2A7F}">
      <dgm:prSet/>
      <dgm:spPr/>
    </dgm:pt>
    <dgm:pt modelId="{D5F999D8-4174-4101-9578-8977838692C8}">
      <dgm:prSet phldr="0"/>
      <dgm:spPr/>
      <dgm:t>
        <a:bodyPr/>
        <a:lstStyle/>
        <a:p>
          <a:pPr rtl="0"/>
          <a:r>
            <a:rPr lang="en-US" dirty="0">
              <a:latin typeface="Calibri Light" panose="020F0302020204030204"/>
            </a:rPr>
            <a:t>Others? </a:t>
          </a:r>
        </a:p>
      </dgm:t>
    </dgm:pt>
    <dgm:pt modelId="{2AB58ED7-3B19-413F-9884-FE7B3FFBCAD6}" type="parTrans" cxnId="{F27407B3-5866-4398-9F4D-460600259121}">
      <dgm:prSet/>
      <dgm:spPr/>
    </dgm:pt>
    <dgm:pt modelId="{1B44288C-2E05-4B66-BA3E-3FEBA2E2BC13}" type="sibTrans" cxnId="{F27407B3-5866-4398-9F4D-460600259121}">
      <dgm:prSet/>
      <dgm:spPr/>
    </dgm:pt>
    <dgm:pt modelId="{5D04EB95-9F27-4D49-BA29-1B2099E2D37C}">
      <dgm:prSet phldr="0"/>
      <dgm:spPr/>
      <dgm:t>
        <a:bodyPr/>
        <a:lstStyle/>
        <a:p>
          <a:pPr rtl="0"/>
          <a:r>
            <a:rPr lang="en-US" dirty="0">
              <a:latin typeface="Calibri Light" panose="020F0302020204030204"/>
            </a:rPr>
            <a:t>Yourselves!!! (don't forget...you make it happen)</a:t>
          </a:r>
        </a:p>
      </dgm:t>
    </dgm:pt>
    <dgm:pt modelId="{46B0C6D7-44E1-4433-8DF2-A6EBCFE98667}" type="parTrans" cxnId="{26BCCDF4-44A2-4F1C-AD7F-3CD44C849366}">
      <dgm:prSet/>
      <dgm:spPr/>
    </dgm:pt>
    <dgm:pt modelId="{92AC552B-D322-4118-B778-E66674FADB18}" type="sibTrans" cxnId="{26BCCDF4-44A2-4F1C-AD7F-3CD44C849366}">
      <dgm:prSet/>
      <dgm:spPr/>
    </dgm:pt>
    <dgm:pt modelId="{064E1B22-853F-4B01-A160-55AF25982638}" type="pres">
      <dgm:prSet presAssocID="{DE5B7A09-8B17-4CED-8CCD-4B1A025D30A4}" presName="vert0" presStyleCnt="0">
        <dgm:presLayoutVars>
          <dgm:dir/>
          <dgm:animOne val="branch"/>
          <dgm:animLvl val="lvl"/>
        </dgm:presLayoutVars>
      </dgm:prSet>
      <dgm:spPr/>
    </dgm:pt>
    <dgm:pt modelId="{C25C9FEF-7AF4-43A6-B1D5-9B66B366BFF3}" type="pres">
      <dgm:prSet presAssocID="{3EB814C5-FB37-4EB6-B320-11B320A0DBA3}" presName="thickLine" presStyleLbl="alignNode1" presStyleIdx="0" presStyleCnt="10"/>
      <dgm:spPr/>
    </dgm:pt>
    <dgm:pt modelId="{35EDBD9B-4D2A-4838-8DB3-6CB38530B1CF}" type="pres">
      <dgm:prSet presAssocID="{3EB814C5-FB37-4EB6-B320-11B320A0DBA3}" presName="horz1" presStyleCnt="0"/>
      <dgm:spPr/>
    </dgm:pt>
    <dgm:pt modelId="{08B6AB2E-4AF4-456D-8772-4AF13187CFEE}" type="pres">
      <dgm:prSet presAssocID="{3EB814C5-FB37-4EB6-B320-11B320A0DBA3}" presName="tx1" presStyleLbl="revTx" presStyleIdx="0" presStyleCnt="10"/>
      <dgm:spPr/>
    </dgm:pt>
    <dgm:pt modelId="{6936DED1-7E7F-4F7F-8EC8-4E63B0ECEE10}" type="pres">
      <dgm:prSet presAssocID="{3EB814C5-FB37-4EB6-B320-11B320A0DBA3}" presName="vert1" presStyleCnt="0"/>
      <dgm:spPr/>
    </dgm:pt>
    <dgm:pt modelId="{42AC7197-91F3-4EBB-AABC-A38122ED8777}" type="pres">
      <dgm:prSet presAssocID="{662C0D48-9800-4411-A122-593A0A947B1C}" presName="thickLine" presStyleLbl="alignNode1" presStyleIdx="1" presStyleCnt="10"/>
      <dgm:spPr/>
    </dgm:pt>
    <dgm:pt modelId="{39C6C8A8-5A76-47AA-AA56-3BA3FDC4D0DF}" type="pres">
      <dgm:prSet presAssocID="{662C0D48-9800-4411-A122-593A0A947B1C}" presName="horz1" presStyleCnt="0"/>
      <dgm:spPr/>
    </dgm:pt>
    <dgm:pt modelId="{E91525F6-AC89-44CE-924C-934BEBFCF0E2}" type="pres">
      <dgm:prSet presAssocID="{662C0D48-9800-4411-A122-593A0A947B1C}" presName="tx1" presStyleLbl="revTx" presStyleIdx="1" presStyleCnt="10"/>
      <dgm:spPr/>
    </dgm:pt>
    <dgm:pt modelId="{82B713AC-0325-44BF-9213-90855A7EB388}" type="pres">
      <dgm:prSet presAssocID="{662C0D48-9800-4411-A122-593A0A947B1C}" presName="vert1" presStyleCnt="0"/>
      <dgm:spPr/>
    </dgm:pt>
    <dgm:pt modelId="{08894551-CF26-47EB-99EC-F0ADF111721C}" type="pres">
      <dgm:prSet presAssocID="{532A2B73-410F-4CC7-94A9-859A368E041F}" presName="thickLine" presStyleLbl="alignNode1" presStyleIdx="2" presStyleCnt="10"/>
      <dgm:spPr/>
    </dgm:pt>
    <dgm:pt modelId="{C9D18E1B-2EF3-4E3D-B7AD-69AB90C0652E}" type="pres">
      <dgm:prSet presAssocID="{532A2B73-410F-4CC7-94A9-859A368E041F}" presName="horz1" presStyleCnt="0"/>
      <dgm:spPr/>
    </dgm:pt>
    <dgm:pt modelId="{4157478A-2697-4AD8-B5ED-402FFEBFC45D}" type="pres">
      <dgm:prSet presAssocID="{532A2B73-410F-4CC7-94A9-859A368E041F}" presName="tx1" presStyleLbl="revTx" presStyleIdx="2" presStyleCnt="10"/>
      <dgm:spPr/>
    </dgm:pt>
    <dgm:pt modelId="{7CA176C6-D864-4F0E-861B-99B7C1567B05}" type="pres">
      <dgm:prSet presAssocID="{532A2B73-410F-4CC7-94A9-859A368E041F}" presName="vert1" presStyleCnt="0"/>
      <dgm:spPr/>
    </dgm:pt>
    <dgm:pt modelId="{3D3495EF-C177-43C2-AF37-E91A986BA766}" type="pres">
      <dgm:prSet presAssocID="{39C76F03-9685-4E5C-9A1B-6B43A40191B0}" presName="thickLine" presStyleLbl="alignNode1" presStyleIdx="3" presStyleCnt="10"/>
      <dgm:spPr/>
    </dgm:pt>
    <dgm:pt modelId="{A9F4D9EC-5177-4145-9143-B3D965A8346E}" type="pres">
      <dgm:prSet presAssocID="{39C76F03-9685-4E5C-9A1B-6B43A40191B0}" presName="horz1" presStyleCnt="0"/>
      <dgm:spPr/>
    </dgm:pt>
    <dgm:pt modelId="{F97DE305-A558-4E8B-AAA7-D5FFA13E51B4}" type="pres">
      <dgm:prSet presAssocID="{39C76F03-9685-4E5C-9A1B-6B43A40191B0}" presName="tx1" presStyleLbl="revTx" presStyleIdx="3" presStyleCnt="10"/>
      <dgm:spPr/>
    </dgm:pt>
    <dgm:pt modelId="{7F7E497A-6220-46E6-A793-1B9E8FFA4486}" type="pres">
      <dgm:prSet presAssocID="{39C76F03-9685-4E5C-9A1B-6B43A40191B0}" presName="vert1" presStyleCnt="0"/>
      <dgm:spPr/>
    </dgm:pt>
    <dgm:pt modelId="{8D9DA716-D353-4961-9543-E1C8BA589525}" type="pres">
      <dgm:prSet presAssocID="{C8DC76B7-AF2D-45D7-A4F1-5F470D709242}" presName="thickLine" presStyleLbl="alignNode1" presStyleIdx="4" presStyleCnt="10"/>
      <dgm:spPr/>
    </dgm:pt>
    <dgm:pt modelId="{E72F3733-021A-4890-8F8D-1607118FE0B4}" type="pres">
      <dgm:prSet presAssocID="{C8DC76B7-AF2D-45D7-A4F1-5F470D709242}" presName="horz1" presStyleCnt="0"/>
      <dgm:spPr/>
    </dgm:pt>
    <dgm:pt modelId="{85BDEB95-F5C2-4DE9-8C92-F019128BAD13}" type="pres">
      <dgm:prSet presAssocID="{C8DC76B7-AF2D-45D7-A4F1-5F470D709242}" presName="tx1" presStyleLbl="revTx" presStyleIdx="4" presStyleCnt="10"/>
      <dgm:spPr/>
    </dgm:pt>
    <dgm:pt modelId="{E38F7748-78C4-4594-90A8-058E3436C283}" type="pres">
      <dgm:prSet presAssocID="{C8DC76B7-AF2D-45D7-A4F1-5F470D709242}" presName="vert1" presStyleCnt="0"/>
      <dgm:spPr/>
    </dgm:pt>
    <dgm:pt modelId="{3E97FB1A-9D09-452E-A8C2-AD85377B74CE}" type="pres">
      <dgm:prSet presAssocID="{865F4F20-385F-415E-B7DA-25F14ADF0D6F}" presName="thickLine" presStyleLbl="alignNode1" presStyleIdx="5" presStyleCnt="10"/>
      <dgm:spPr/>
    </dgm:pt>
    <dgm:pt modelId="{4DB0223F-845C-40DD-B183-EC8116B36AE0}" type="pres">
      <dgm:prSet presAssocID="{865F4F20-385F-415E-B7DA-25F14ADF0D6F}" presName="horz1" presStyleCnt="0"/>
      <dgm:spPr/>
    </dgm:pt>
    <dgm:pt modelId="{E14FB25B-7C39-4E84-BDED-EFF2F5250662}" type="pres">
      <dgm:prSet presAssocID="{865F4F20-385F-415E-B7DA-25F14ADF0D6F}" presName="tx1" presStyleLbl="revTx" presStyleIdx="5" presStyleCnt="10"/>
      <dgm:spPr/>
    </dgm:pt>
    <dgm:pt modelId="{FE90567C-819E-4192-82C3-60CE0A76E7A5}" type="pres">
      <dgm:prSet presAssocID="{865F4F20-385F-415E-B7DA-25F14ADF0D6F}" presName="vert1" presStyleCnt="0"/>
      <dgm:spPr/>
    </dgm:pt>
    <dgm:pt modelId="{6CE2E7F8-5688-483B-AC8A-EEFC18F3E24D}" type="pres">
      <dgm:prSet presAssocID="{6D9DB545-9E02-4717-81F4-C6B9117DFA78}" presName="thickLine" presStyleLbl="alignNode1" presStyleIdx="6" presStyleCnt="10"/>
      <dgm:spPr/>
    </dgm:pt>
    <dgm:pt modelId="{9655CB03-D096-4662-B750-89960C3107D9}" type="pres">
      <dgm:prSet presAssocID="{6D9DB545-9E02-4717-81F4-C6B9117DFA78}" presName="horz1" presStyleCnt="0"/>
      <dgm:spPr/>
    </dgm:pt>
    <dgm:pt modelId="{4292BC7C-7671-427A-A0A8-FD2BAC512020}" type="pres">
      <dgm:prSet presAssocID="{6D9DB545-9E02-4717-81F4-C6B9117DFA78}" presName="tx1" presStyleLbl="revTx" presStyleIdx="6" presStyleCnt="10"/>
      <dgm:spPr/>
    </dgm:pt>
    <dgm:pt modelId="{A5C6799B-CCAF-4C41-A1F5-FDE407B0427C}" type="pres">
      <dgm:prSet presAssocID="{6D9DB545-9E02-4717-81F4-C6B9117DFA78}" presName="vert1" presStyleCnt="0"/>
      <dgm:spPr/>
    </dgm:pt>
    <dgm:pt modelId="{2726A402-72E4-4898-A0FD-E514317A39C2}" type="pres">
      <dgm:prSet presAssocID="{8F9B1113-4641-45B9-8914-6EBEE1D16EB2}" presName="thickLine" presStyleLbl="alignNode1" presStyleIdx="7" presStyleCnt="10"/>
      <dgm:spPr/>
    </dgm:pt>
    <dgm:pt modelId="{0F06CE68-3011-4DD6-96ED-FF15FCFE03FD}" type="pres">
      <dgm:prSet presAssocID="{8F9B1113-4641-45B9-8914-6EBEE1D16EB2}" presName="horz1" presStyleCnt="0"/>
      <dgm:spPr/>
    </dgm:pt>
    <dgm:pt modelId="{E4AFFAC1-1EE6-4813-ADF6-6947FF8CABB1}" type="pres">
      <dgm:prSet presAssocID="{8F9B1113-4641-45B9-8914-6EBEE1D16EB2}" presName="tx1" presStyleLbl="revTx" presStyleIdx="7" presStyleCnt="10"/>
      <dgm:spPr/>
    </dgm:pt>
    <dgm:pt modelId="{B6198C8A-B687-49D8-A20B-C42AD168D421}" type="pres">
      <dgm:prSet presAssocID="{8F9B1113-4641-45B9-8914-6EBEE1D16EB2}" presName="vert1" presStyleCnt="0"/>
      <dgm:spPr/>
    </dgm:pt>
    <dgm:pt modelId="{F8822D4D-6C3E-4909-8928-90A303300E80}" type="pres">
      <dgm:prSet presAssocID="{5D04EB95-9F27-4D49-BA29-1B2099E2D37C}" presName="thickLine" presStyleLbl="alignNode1" presStyleIdx="8" presStyleCnt="10"/>
      <dgm:spPr/>
    </dgm:pt>
    <dgm:pt modelId="{C659C50F-C1A6-4DE6-ADB1-CA0F9AD781D3}" type="pres">
      <dgm:prSet presAssocID="{5D04EB95-9F27-4D49-BA29-1B2099E2D37C}" presName="horz1" presStyleCnt="0"/>
      <dgm:spPr/>
    </dgm:pt>
    <dgm:pt modelId="{81A3FE3C-E05F-4F3D-B85C-863D1402864D}" type="pres">
      <dgm:prSet presAssocID="{5D04EB95-9F27-4D49-BA29-1B2099E2D37C}" presName="tx1" presStyleLbl="revTx" presStyleIdx="8" presStyleCnt="10"/>
      <dgm:spPr/>
    </dgm:pt>
    <dgm:pt modelId="{549B6344-1405-4DA2-9B73-70796E0DB2CF}" type="pres">
      <dgm:prSet presAssocID="{5D04EB95-9F27-4D49-BA29-1B2099E2D37C}" presName="vert1" presStyleCnt="0"/>
      <dgm:spPr/>
    </dgm:pt>
    <dgm:pt modelId="{D3FF1B7D-0017-4032-91BB-387B99F81702}" type="pres">
      <dgm:prSet presAssocID="{D5F999D8-4174-4101-9578-8977838692C8}" presName="thickLine" presStyleLbl="alignNode1" presStyleIdx="9" presStyleCnt="10"/>
      <dgm:spPr/>
    </dgm:pt>
    <dgm:pt modelId="{1AA58CAA-BA10-48F2-8455-652073AF0A27}" type="pres">
      <dgm:prSet presAssocID="{D5F999D8-4174-4101-9578-8977838692C8}" presName="horz1" presStyleCnt="0"/>
      <dgm:spPr/>
    </dgm:pt>
    <dgm:pt modelId="{85559924-61E4-4045-AF13-C2DB500C1C7E}" type="pres">
      <dgm:prSet presAssocID="{D5F999D8-4174-4101-9578-8977838692C8}" presName="tx1" presStyleLbl="revTx" presStyleIdx="9" presStyleCnt="10"/>
      <dgm:spPr/>
    </dgm:pt>
    <dgm:pt modelId="{8F720CFA-77F9-47CC-88FB-4D8B59F51F67}" type="pres">
      <dgm:prSet presAssocID="{D5F999D8-4174-4101-9578-8977838692C8}" presName="vert1" presStyleCnt="0"/>
      <dgm:spPr/>
    </dgm:pt>
  </dgm:ptLst>
  <dgm:cxnLst>
    <dgm:cxn modelId="{053B8F00-EED4-400D-80FB-F476C019B62C}" type="presOf" srcId="{3EB814C5-FB37-4EB6-B320-11B320A0DBA3}" destId="{08B6AB2E-4AF4-456D-8772-4AF13187CFEE}" srcOrd="0" destOrd="0" presId="urn:microsoft.com/office/officeart/2008/layout/LinedList"/>
    <dgm:cxn modelId="{9ABB2F09-9283-471E-98A5-1E25A78686FF}" type="presOf" srcId="{662C0D48-9800-4411-A122-593A0A947B1C}" destId="{E91525F6-AC89-44CE-924C-934BEBFCF0E2}" srcOrd="0" destOrd="0" presId="urn:microsoft.com/office/officeart/2008/layout/LinedList"/>
    <dgm:cxn modelId="{995FDA11-AD1E-4513-B8AE-1E5159E5EEAC}" srcId="{DE5B7A09-8B17-4CED-8CCD-4B1A025D30A4}" destId="{6D9DB545-9E02-4717-81F4-C6B9117DFA78}" srcOrd="6" destOrd="0" parTransId="{A64D98A7-7889-4797-95B7-A747ED7F561F}" sibTransId="{AFF0E181-C508-49F9-874F-066A4297D14C}"/>
    <dgm:cxn modelId="{6D082819-D021-4A7B-B6CA-D64BEDB5EF8F}" type="presOf" srcId="{865F4F20-385F-415E-B7DA-25F14ADF0D6F}" destId="{E14FB25B-7C39-4E84-BDED-EFF2F5250662}" srcOrd="0" destOrd="0" presId="urn:microsoft.com/office/officeart/2008/layout/LinedList"/>
    <dgm:cxn modelId="{C9C75624-CDA3-4C91-8283-3D98836435AB}" srcId="{DE5B7A09-8B17-4CED-8CCD-4B1A025D30A4}" destId="{662C0D48-9800-4411-A122-593A0A947B1C}" srcOrd="1" destOrd="0" parTransId="{A5F37516-8807-498B-9DF2-5B48D88277A8}" sibTransId="{B9E95152-B958-4516-8137-B82A3C96BDC5}"/>
    <dgm:cxn modelId="{999A1729-7ABC-4212-986D-0F2E941E2A7F}" srcId="{DE5B7A09-8B17-4CED-8CCD-4B1A025D30A4}" destId="{8F9B1113-4641-45B9-8914-6EBEE1D16EB2}" srcOrd="7" destOrd="0" parTransId="{A18A7548-CAB2-4062-9710-6A3D1E6E94FF}" sibTransId="{23C8C5DB-FF67-4336-B6D5-FF49D4C50E50}"/>
    <dgm:cxn modelId="{5EA21834-BB44-450E-9C3A-E9F1245516B4}" type="presOf" srcId="{C8DC76B7-AF2D-45D7-A4F1-5F470D709242}" destId="{85BDEB95-F5C2-4DE9-8C92-F019128BAD13}" srcOrd="0" destOrd="0" presId="urn:microsoft.com/office/officeart/2008/layout/LinedList"/>
    <dgm:cxn modelId="{DCBC1A5C-1CE4-4918-AC54-48B1B18783E2}" srcId="{DE5B7A09-8B17-4CED-8CCD-4B1A025D30A4}" destId="{532A2B73-410F-4CC7-94A9-859A368E041F}" srcOrd="2" destOrd="0" parTransId="{BEC50BB4-EAB4-46EB-9954-591A0D1968B9}" sibTransId="{C3E6DD84-46BB-49A8-9013-EA9B11DDDD87}"/>
    <dgm:cxn modelId="{266E855C-D3FE-4938-9B11-3DA907678640}" type="presOf" srcId="{39C76F03-9685-4E5C-9A1B-6B43A40191B0}" destId="{F97DE305-A558-4E8B-AAA7-D5FFA13E51B4}" srcOrd="0" destOrd="0" presId="urn:microsoft.com/office/officeart/2008/layout/LinedList"/>
    <dgm:cxn modelId="{02D96944-9F16-4E08-84FE-5C6CA14AAF75}" type="presOf" srcId="{8F9B1113-4641-45B9-8914-6EBEE1D16EB2}" destId="{E4AFFAC1-1EE6-4813-ADF6-6947FF8CABB1}" srcOrd="0" destOrd="0" presId="urn:microsoft.com/office/officeart/2008/layout/LinedList"/>
    <dgm:cxn modelId="{1F937F4D-3557-4B5B-B312-A2B8592EAE80}" type="presOf" srcId="{D5F999D8-4174-4101-9578-8977838692C8}" destId="{85559924-61E4-4045-AF13-C2DB500C1C7E}" srcOrd="0" destOrd="0" presId="urn:microsoft.com/office/officeart/2008/layout/LinedList"/>
    <dgm:cxn modelId="{D0FC5E7E-D2A0-4FB0-A04A-88017F0DBCF7}" type="presOf" srcId="{6D9DB545-9E02-4717-81F4-C6B9117DFA78}" destId="{4292BC7C-7671-427A-A0A8-FD2BAC512020}" srcOrd="0" destOrd="0" presId="urn:microsoft.com/office/officeart/2008/layout/LinedList"/>
    <dgm:cxn modelId="{65F3D696-EB3C-4AD6-B84B-2BC8B18878F3}" srcId="{DE5B7A09-8B17-4CED-8CCD-4B1A025D30A4}" destId="{865F4F20-385F-415E-B7DA-25F14ADF0D6F}" srcOrd="5" destOrd="0" parTransId="{572FE32C-9A66-4A0B-BFAB-D5183A9A6BD6}" sibTransId="{3A663141-F5BF-4578-B099-EBBFB1131B75}"/>
    <dgm:cxn modelId="{3E61D7A1-5171-4FE6-BA49-74CBB13AD1CF}" type="presOf" srcId="{5D04EB95-9F27-4D49-BA29-1B2099E2D37C}" destId="{81A3FE3C-E05F-4F3D-B85C-863D1402864D}" srcOrd="0" destOrd="0" presId="urn:microsoft.com/office/officeart/2008/layout/LinedList"/>
    <dgm:cxn modelId="{CDB8A3A9-141A-4017-A498-BD5ED87D303E}" srcId="{DE5B7A09-8B17-4CED-8CCD-4B1A025D30A4}" destId="{C8DC76B7-AF2D-45D7-A4F1-5F470D709242}" srcOrd="4" destOrd="0" parTransId="{487D9DAB-ECAB-4FA6-8953-274928B7C161}" sibTransId="{8A93FA04-27A1-4526-99B4-B898F9889900}"/>
    <dgm:cxn modelId="{F27407B3-5866-4398-9F4D-460600259121}" srcId="{DE5B7A09-8B17-4CED-8CCD-4B1A025D30A4}" destId="{D5F999D8-4174-4101-9578-8977838692C8}" srcOrd="9" destOrd="0" parTransId="{2AB58ED7-3B19-413F-9884-FE7B3FFBCAD6}" sibTransId="{1B44288C-2E05-4B66-BA3E-3FEBA2E2BC13}"/>
    <dgm:cxn modelId="{CC0180CE-B2D2-451E-9440-879D34B849FC}" srcId="{DE5B7A09-8B17-4CED-8CCD-4B1A025D30A4}" destId="{39C76F03-9685-4E5C-9A1B-6B43A40191B0}" srcOrd="3" destOrd="0" parTransId="{4B4320DD-A5A3-4D44-92AA-BC22CBB21164}" sibTransId="{3A28478D-CFD8-42D4-BE62-AB77B8A842D0}"/>
    <dgm:cxn modelId="{650603DD-CA3D-4CC3-9AF3-6CF767BC6279}" type="presOf" srcId="{DE5B7A09-8B17-4CED-8CCD-4B1A025D30A4}" destId="{064E1B22-853F-4B01-A160-55AF25982638}" srcOrd="0" destOrd="0" presId="urn:microsoft.com/office/officeart/2008/layout/LinedList"/>
    <dgm:cxn modelId="{C4C7FCF1-4C66-4572-9F7B-0852D5E19022}" type="presOf" srcId="{532A2B73-410F-4CC7-94A9-859A368E041F}" destId="{4157478A-2697-4AD8-B5ED-402FFEBFC45D}" srcOrd="0" destOrd="0" presId="urn:microsoft.com/office/officeart/2008/layout/LinedList"/>
    <dgm:cxn modelId="{26BCCDF4-44A2-4F1C-AD7F-3CD44C849366}" srcId="{DE5B7A09-8B17-4CED-8CCD-4B1A025D30A4}" destId="{5D04EB95-9F27-4D49-BA29-1B2099E2D37C}" srcOrd="8" destOrd="0" parTransId="{46B0C6D7-44E1-4433-8DF2-A6EBCFE98667}" sibTransId="{92AC552B-D322-4118-B778-E66674FADB18}"/>
    <dgm:cxn modelId="{4D786EFB-AF50-4C94-A140-03563DA9A30A}" srcId="{DE5B7A09-8B17-4CED-8CCD-4B1A025D30A4}" destId="{3EB814C5-FB37-4EB6-B320-11B320A0DBA3}" srcOrd="0" destOrd="0" parTransId="{2DB851B3-048A-4446-A561-0561D3137CC9}" sibTransId="{797722BF-BF27-46F5-87A6-D08309392218}"/>
    <dgm:cxn modelId="{EBC69851-2965-4F41-AC1E-D4A9905CEB26}" type="presParOf" srcId="{064E1B22-853F-4B01-A160-55AF25982638}" destId="{C25C9FEF-7AF4-43A6-B1D5-9B66B366BFF3}" srcOrd="0" destOrd="0" presId="urn:microsoft.com/office/officeart/2008/layout/LinedList"/>
    <dgm:cxn modelId="{41C92E2F-A354-4AB8-910F-55797C68E694}" type="presParOf" srcId="{064E1B22-853F-4B01-A160-55AF25982638}" destId="{35EDBD9B-4D2A-4838-8DB3-6CB38530B1CF}" srcOrd="1" destOrd="0" presId="urn:microsoft.com/office/officeart/2008/layout/LinedList"/>
    <dgm:cxn modelId="{D9CF314D-705A-4418-BB25-7C1CC1EF57FA}" type="presParOf" srcId="{35EDBD9B-4D2A-4838-8DB3-6CB38530B1CF}" destId="{08B6AB2E-4AF4-456D-8772-4AF13187CFEE}" srcOrd="0" destOrd="0" presId="urn:microsoft.com/office/officeart/2008/layout/LinedList"/>
    <dgm:cxn modelId="{D478FBDD-DF26-48FB-976D-15FC09B72E45}" type="presParOf" srcId="{35EDBD9B-4D2A-4838-8DB3-6CB38530B1CF}" destId="{6936DED1-7E7F-4F7F-8EC8-4E63B0ECEE10}" srcOrd="1" destOrd="0" presId="urn:microsoft.com/office/officeart/2008/layout/LinedList"/>
    <dgm:cxn modelId="{4D00EDED-EA26-4B0D-B78F-EEEBFB9EB99C}" type="presParOf" srcId="{064E1B22-853F-4B01-A160-55AF25982638}" destId="{42AC7197-91F3-4EBB-AABC-A38122ED8777}" srcOrd="2" destOrd="0" presId="urn:microsoft.com/office/officeart/2008/layout/LinedList"/>
    <dgm:cxn modelId="{FCB73997-5D70-4D61-BEF6-36866709962D}" type="presParOf" srcId="{064E1B22-853F-4B01-A160-55AF25982638}" destId="{39C6C8A8-5A76-47AA-AA56-3BA3FDC4D0DF}" srcOrd="3" destOrd="0" presId="urn:microsoft.com/office/officeart/2008/layout/LinedList"/>
    <dgm:cxn modelId="{20C6D3B3-F22C-4B74-9AC5-F565D43D8780}" type="presParOf" srcId="{39C6C8A8-5A76-47AA-AA56-3BA3FDC4D0DF}" destId="{E91525F6-AC89-44CE-924C-934BEBFCF0E2}" srcOrd="0" destOrd="0" presId="urn:microsoft.com/office/officeart/2008/layout/LinedList"/>
    <dgm:cxn modelId="{A5D87AA4-B34B-433B-BADE-B15A60CA42DB}" type="presParOf" srcId="{39C6C8A8-5A76-47AA-AA56-3BA3FDC4D0DF}" destId="{82B713AC-0325-44BF-9213-90855A7EB388}" srcOrd="1" destOrd="0" presId="urn:microsoft.com/office/officeart/2008/layout/LinedList"/>
    <dgm:cxn modelId="{C61F007D-8DD7-4151-9431-3F34DD97C0BA}" type="presParOf" srcId="{064E1B22-853F-4B01-A160-55AF25982638}" destId="{08894551-CF26-47EB-99EC-F0ADF111721C}" srcOrd="4" destOrd="0" presId="urn:microsoft.com/office/officeart/2008/layout/LinedList"/>
    <dgm:cxn modelId="{0DF67D97-C7B2-4C68-A7EB-9AB33858BB75}" type="presParOf" srcId="{064E1B22-853F-4B01-A160-55AF25982638}" destId="{C9D18E1B-2EF3-4E3D-B7AD-69AB90C0652E}" srcOrd="5" destOrd="0" presId="urn:microsoft.com/office/officeart/2008/layout/LinedList"/>
    <dgm:cxn modelId="{7C6FBFD0-3A41-4DAD-99CC-D923E6513FEF}" type="presParOf" srcId="{C9D18E1B-2EF3-4E3D-B7AD-69AB90C0652E}" destId="{4157478A-2697-4AD8-B5ED-402FFEBFC45D}" srcOrd="0" destOrd="0" presId="urn:microsoft.com/office/officeart/2008/layout/LinedList"/>
    <dgm:cxn modelId="{8C7B1639-36AD-4CB6-AD2B-2858F81791EA}" type="presParOf" srcId="{C9D18E1B-2EF3-4E3D-B7AD-69AB90C0652E}" destId="{7CA176C6-D864-4F0E-861B-99B7C1567B05}" srcOrd="1" destOrd="0" presId="urn:microsoft.com/office/officeart/2008/layout/LinedList"/>
    <dgm:cxn modelId="{E9F0F79A-E44B-4DAC-9FDB-2A4D0142448C}" type="presParOf" srcId="{064E1B22-853F-4B01-A160-55AF25982638}" destId="{3D3495EF-C177-43C2-AF37-E91A986BA766}" srcOrd="6" destOrd="0" presId="urn:microsoft.com/office/officeart/2008/layout/LinedList"/>
    <dgm:cxn modelId="{A46094F3-BDB2-4297-A3AD-95031EF08CC7}" type="presParOf" srcId="{064E1B22-853F-4B01-A160-55AF25982638}" destId="{A9F4D9EC-5177-4145-9143-B3D965A8346E}" srcOrd="7" destOrd="0" presId="urn:microsoft.com/office/officeart/2008/layout/LinedList"/>
    <dgm:cxn modelId="{FE37B575-8573-4895-8B7E-067C39702153}" type="presParOf" srcId="{A9F4D9EC-5177-4145-9143-B3D965A8346E}" destId="{F97DE305-A558-4E8B-AAA7-D5FFA13E51B4}" srcOrd="0" destOrd="0" presId="urn:microsoft.com/office/officeart/2008/layout/LinedList"/>
    <dgm:cxn modelId="{2123261C-C7C5-4F4A-BE0E-69F980961CBC}" type="presParOf" srcId="{A9F4D9EC-5177-4145-9143-B3D965A8346E}" destId="{7F7E497A-6220-46E6-A793-1B9E8FFA4486}" srcOrd="1" destOrd="0" presId="urn:microsoft.com/office/officeart/2008/layout/LinedList"/>
    <dgm:cxn modelId="{EB4B90D4-E470-4594-85B6-694E88BE2391}" type="presParOf" srcId="{064E1B22-853F-4B01-A160-55AF25982638}" destId="{8D9DA716-D353-4961-9543-E1C8BA589525}" srcOrd="8" destOrd="0" presId="urn:microsoft.com/office/officeart/2008/layout/LinedList"/>
    <dgm:cxn modelId="{8B3421EB-E995-48CC-92A3-211203BAD48E}" type="presParOf" srcId="{064E1B22-853F-4B01-A160-55AF25982638}" destId="{E72F3733-021A-4890-8F8D-1607118FE0B4}" srcOrd="9" destOrd="0" presId="urn:microsoft.com/office/officeart/2008/layout/LinedList"/>
    <dgm:cxn modelId="{286DE11A-1865-4E19-9245-5A50DCDFDF6D}" type="presParOf" srcId="{E72F3733-021A-4890-8F8D-1607118FE0B4}" destId="{85BDEB95-F5C2-4DE9-8C92-F019128BAD13}" srcOrd="0" destOrd="0" presId="urn:microsoft.com/office/officeart/2008/layout/LinedList"/>
    <dgm:cxn modelId="{9E5F3DE3-471B-4057-A9A5-0AE68907D8AF}" type="presParOf" srcId="{E72F3733-021A-4890-8F8D-1607118FE0B4}" destId="{E38F7748-78C4-4594-90A8-058E3436C283}" srcOrd="1" destOrd="0" presId="urn:microsoft.com/office/officeart/2008/layout/LinedList"/>
    <dgm:cxn modelId="{F3F8AA24-DB5D-4926-AAE7-AA2724422832}" type="presParOf" srcId="{064E1B22-853F-4B01-A160-55AF25982638}" destId="{3E97FB1A-9D09-452E-A8C2-AD85377B74CE}" srcOrd="10" destOrd="0" presId="urn:microsoft.com/office/officeart/2008/layout/LinedList"/>
    <dgm:cxn modelId="{AEB81BAA-474E-451C-8C29-792B1F76DCDB}" type="presParOf" srcId="{064E1B22-853F-4B01-A160-55AF25982638}" destId="{4DB0223F-845C-40DD-B183-EC8116B36AE0}" srcOrd="11" destOrd="0" presId="urn:microsoft.com/office/officeart/2008/layout/LinedList"/>
    <dgm:cxn modelId="{FD4C549A-951B-42D2-B6E3-E229FD1B2943}" type="presParOf" srcId="{4DB0223F-845C-40DD-B183-EC8116B36AE0}" destId="{E14FB25B-7C39-4E84-BDED-EFF2F5250662}" srcOrd="0" destOrd="0" presId="urn:microsoft.com/office/officeart/2008/layout/LinedList"/>
    <dgm:cxn modelId="{6148B557-3046-49BE-88E0-352314F10123}" type="presParOf" srcId="{4DB0223F-845C-40DD-B183-EC8116B36AE0}" destId="{FE90567C-819E-4192-82C3-60CE0A76E7A5}" srcOrd="1" destOrd="0" presId="urn:microsoft.com/office/officeart/2008/layout/LinedList"/>
    <dgm:cxn modelId="{C3EFECFE-A7A6-446E-8345-017C37A4E72E}" type="presParOf" srcId="{064E1B22-853F-4B01-A160-55AF25982638}" destId="{6CE2E7F8-5688-483B-AC8A-EEFC18F3E24D}" srcOrd="12" destOrd="0" presId="urn:microsoft.com/office/officeart/2008/layout/LinedList"/>
    <dgm:cxn modelId="{CFF3577C-85B1-471C-850C-D62B6EA8D1E1}" type="presParOf" srcId="{064E1B22-853F-4B01-A160-55AF25982638}" destId="{9655CB03-D096-4662-B750-89960C3107D9}" srcOrd="13" destOrd="0" presId="urn:microsoft.com/office/officeart/2008/layout/LinedList"/>
    <dgm:cxn modelId="{60D0F89D-0458-4217-AB55-849C3694AA3A}" type="presParOf" srcId="{9655CB03-D096-4662-B750-89960C3107D9}" destId="{4292BC7C-7671-427A-A0A8-FD2BAC512020}" srcOrd="0" destOrd="0" presId="urn:microsoft.com/office/officeart/2008/layout/LinedList"/>
    <dgm:cxn modelId="{7A3846A0-9B3E-4FE5-BF02-6837B8D59578}" type="presParOf" srcId="{9655CB03-D096-4662-B750-89960C3107D9}" destId="{A5C6799B-CCAF-4C41-A1F5-FDE407B0427C}" srcOrd="1" destOrd="0" presId="urn:microsoft.com/office/officeart/2008/layout/LinedList"/>
    <dgm:cxn modelId="{48AD3C09-291F-4BC1-8961-8365041B0697}" type="presParOf" srcId="{064E1B22-853F-4B01-A160-55AF25982638}" destId="{2726A402-72E4-4898-A0FD-E514317A39C2}" srcOrd="14" destOrd="0" presId="urn:microsoft.com/office/officeart/2008/layout/LinedList"/>
    <dgm:cxn modelId="{7F9E4C61-F9BE-4412-9682-2846CC83C02E}" type="presParOf" srcId="{064E1B22-853F-4B01-A160-55AF25982638}" destId="{0F06CE68-3011-4DD6-96ED-FF15FCFE03FD}" srcOrd="15" destOrd="0" presId="urn:microsoft.com/office/officeart/2008/layout/LinedList"/>
    <dgm:cxn modelId="{3B26C8B7-5214-48E3-9094-162922BCC24B}" type="presParOf" srcId="{0F06CE68-3011-4DD6-96ED-FF15FCFE03FD}" destId="{E4AFFAC1-1EE6-4813-ADF6-6947FF8CABB1}" srcOrd="0" destOrd="0" presId="urn:microsoft.com/office/officeart/2008/layout/LinedList"/>
    <dgm:cxn modelId="{CDB035AC-4550-4E44-881D-89913883C2C4}" type="presParOf" srcId="{0F06CE68-3011-4DD6-96ED-FF15FCFE03FD}" destId="{B6198C8A-B687-49D8-A20B-C42AD168D421}" srcOrd="1" destOrd="0" presId="urn:microsoft.com/office/officeart/2008/layout/LinedList"/>
    <dgm:cxn modelId="{8DE2225B-110F-434E-9B6B-5DBFEA9AC43E}" type="presParOf" srcId="{064E1B22-853F-4B01-A160-55AF25982638}" destId="{F8822D4D-6C3E-4909-8928-90A303300E80}" srcOrd="16" destOrd="0" presId="urn:microsoft.com/office/officeart/2008/layout/LinedList"/>
    <dgm:cxn modelId="{64AC09A4-219A-40BF-B6D0-E1DEB6A36B73}" type="presParOf" srcId="{064E1B22-853F-4B01-A160-55AF25982638}" destId="{C659C50F-C1A6-4DE6-ADB1-CA0F9AD781D3}" srcOrd="17" destOrd="0" presId="urn:microsoft.com/office/officeart/2008/layout/LinedList"/>
    <dgm:cxn modelId="{232847B1-70A5-42BE-A46A-51052D28EDB4}" type="presParOf" srcId="{C659C50F-C1A6-4DE6-ADB1-CA0F9AD781D3}" destId="{81A3FE3C-E05F-4F3D-B85C-863D1402864D}" srcOrd="0" destOrd="0" presId="urn:microsoft.com/office/officeart/2008/layout/LinedList"/>
    <dgm:cxn modelId="{49CAFA85-2146-4961-8E52-399D86601D73}" type="presParOf" srcId="{C659C50F-C1A6-4DE6-ADB1-CA0F9AD781D3}" destId="{549B6344-1405-4DA2-9B73-70796E0DB2CF}" srcOrd="1" destOrd="0" presId="urn:microsoft.com/office/officeart/2008/layout/LinedList"/>
    <dgm:cxn modelId="{A0512A04-A580-4F76-B5CE-9B306BA4FCE0}" type="presParOf" srcId="{064E1B22-853F-4B01-A160-55AF25982638}" destId="{D3FF1B7D-0017-4032-91BB-387B99F81702}" srcOrd="18" destOrd="0" presId="urn:microsoft.com/office/officeart/2008/layout/LinedList"/>
    <dgm:cxn modelId="{B9B43681-4E96-4E79-B8ED-439F4F0E1D15}" type="presParOf" srcId="{064E1B22-853F-4B01-A160-55AF25982638}" destId="{1AA58CAA-BA10-48F2-8455-652073AF0A27}" srcOrd="19" destOrd="0" presId="urn:microsoft.com/office/officeart/2008/layout/LinedList"/>
    <dgm:cxn modelId="{B2B479DB-114B-450A-9C22-B29C911748CF}" type="presParOf" srcId="{1AA58CAA-BA10-48F2-8455-652073AF0A27}" destId="{85559924-61E4-4045-AF13-C2DB500C1C7E}" srcOrd="0" destOrd="0" presId="urn:microsoft.com/office/officeart/2008/layout/LinedList"/>
    <dgm:cxn modelId="{083CE6C9-88E2-4822-9116-B0B82EDF7F38}" type="presParOf" srcId="{1AA58CAA-BA10-48F2-8455-652073AF0A27}" destId="{8F720CFA-77F9-47CC-88FB-4D8B59F51F6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B58092-BCD3-4430-B0EF-7150466D9662}" type="doc">
      <dgm:prSet loTypeId="urn:microsoft.com/office/officeart/2005/8/layout/cycle5" loCatId="cycle" qsTypeId="urn:microsoft.com/office/officeart/2005/8/quickstyle/simple1" qsCatId="simple" csTypeId="urn:microsoft.com/office/officeart/2005/8/colors/accent2_2" csCatId="accent2" phldr="1"/>
      <dgm:spPr/>
      <dgm:t>
        <a:bodyPr/>
        <a:lstStyle/>
        <a:p>
          <a:endParaRPr lang="en-US"/>
        </a:p>
      </dgm:t>
    </dgm:pt>
    <dgm:pt modelId="{A4AA7A52-7EF7-4FD7-A556-C3E7C7F219BF}">
      <dgm:prSet phldrT="[Text]"/>
      <dgm:spPr>
        <a:solidFill>
          <a:schemeClr val="accent4">
            <a:lumMod val="20000"/>
            <a:lumOff val="80000"/>
          </a:schemeClr>
        </a:solidFill>
      </dgm:spPr>
      <dgm:t>
        <a:bodyPr/>
        <a:lstStyle/>
        <a:p>
          <a:r>
            <a:rPr lang="en-US" b="1">
              <a:solidFill>
                <a:schemeClr val="tx1"/>
              </a:solidFill>
            </a:rPr>
            <a:t>Day DSPs</a:t>
          </a:r>
        </a:p>
      </dgm:t>
    </dgm:pt>
    <dgm:pt modelId="{CAB0FDF0-0375-48B1-96FD-8ACEC31EDBFE}" type="parTrans" cxnId="{72AE7DE4-4575-4F47-AF9B-B5D8C97331C5}">
      <dgm:prSet/>
      <dgm:spPr/>
      <dgm:t>
        <a:bodyPr/>
        <a:lstStyle/>
        <a:p>
          <a:endParaRPr lang="en-US"/>
        </a:p>
      </dgm:t>
    </dgm:pt>
    <dgm:pt modelId="{BE33DF0C-DE3D-4044-83A4-EE29039A59A5}" type="sibTrans" cxnId="{72AE7DE4-4575-4F47-AF9B-B5D8C97331C5}">
      <dgm:prSet/>
      <dgm:spPr/>
      <dgm:t>
        <a:bodyPr/>
        <a:lstStyle/>
        <a:p>
          <a:endParaRPr lang="en-US"/>
        </a:p>
      </dgm:t>
    </dgm:pt>
    <dgm:pt modelId="{2C7FC97F-F395-41C2-A57F-39A621F55EE5}">
      <dgm:prSet phldrT="[Text]"/>
      <dgm:spPr>
        <a:solidFill>
          <a:srgbClr val="92D050"/>
        </a:solidFill>
      </dgm:spPr>
      <dgm:t>
        <a:bodyPr/>
        <a:lstStyle/>
        <a:p>
          <a:r>
            <a:rPr lang="en-US"/>
            <a:t>Manager(s)</a:t>
          </a:r>
        </a:p>
      </dgm:t>
    </dgm:pt>
    <dgm:pt modelId="{2D3B3A59-B2DF-4316-B5B5-CB50E4D57790}" type="parTrans" cxnId="{909AAF1C-A234-431B-B3F4-204A810F1875}">
      <dgm:prSet/>
      <dgm:spPr/>
      <dgm:t>
        <a:bodyPr/>
        <a:lstStyle/>
        <a:p>
          <a:endParaRPr lang="en-US"/>
        </a:p>
      </dgm:t>
    </dgm:pt>
    <dgm:pt modelId="{41F856B7-2E17-4441-82A2-1AE058571F69}" type="sibTrans" cxnId="{909AAF1C-A234-431B-B3F4-204A810F1875}">
      <dgm:prSet/>
      <dgm:spPr/>
      <dgm:t>
        <a:bodyPr/>
        <a:lstStyle/>
        <a:p>
          <a:endParaRPr lang="en-US"/>
        </a:p>
      </dgm:t>
    </dgm:pt>
    <dgm:pt modelId="{3FEB28F9-7E0B-4A27-883E-FFAE8B864BC8}">
      <dgm:prSet phldrT="[Text]"/>
      <dgm:spPr>
        <a:solidFill>
          <a:srgbClr val="92D050"/>
        </a:solidFill>
      </dgm:spPr>
      <dgm:t>
        <a:bodyPr/>
        <a:lstStyle/>
        <a:p>
          <a:r>
            <a:rPr lang="en-US"/>
            <a:t>Internal Case Manager</a:t>
          </a:r>
        </a:p>
      </dgm:t>
    </dgm:pt>
    <dgm:pt modelId="{CDDA62B6-F1B4-417E-B83D-ACF40C554B8A}" type="parTrans" cxnId="{BDE511B6-F229-4C2E-95B2-21A9EFEA028F}">
      <dgm:prSet/>
      <dgm:spPr/>
      <dgm:t>
        <a:bodyPr/>
        <a:lstStyle/>
        <a:p>
          <a:endParaRPr lang="en-US"/>
        </a:p>
      </dgm:t>
    </dgm:pt>
    <dgm:pt modelId="{D3235DB7-C41D-46E0-9203-4F5ECE39D102}" type="sibTrans" cxnId="{BDE511B6-F229-4C2E-95B2-21A9EFEA028F}">
      <dgm:prSet/>
      <dgm:spPr/>
      <dgm:t>
        <a:bodyPr/>
        <a:lstStyle/>
        <a:p>
          <a:endParaRPr lang="en-US"/>
        </a:p>
      </dgm:t>
    </dgm:pt>
    <dgm:pt modelId="{510B3CA7-69CD-48D3-B07C-B6516A94602C}">
      <dgm:prSet phldrT="[Text]"/>
      <dgm:spPr>
        <a:solidFill>
          <a:schemeClr val="accent2">
            <a:lumMod val="20000"/>
            <a:lumOff val="80000"/>
          </a:schemeClr>
        </a:solidFill>
      </dgm:spPr>
      <dgm:t>
        <a:bodyPr/>
        <a:lstStyle/>
        <a:p>
          <a:r>
            <a:rPr lang="en-US" b="1">
              <a:solidFill>
                <a:schemeClr val="tx1"/>
              </a:solidFill>
            </a:rPr>
            <a:t>Admn</a:t>
          </a:r>
        </a:p>
      </dgm:t>
    </dgm:pt>
    <dgm:pt modelId="{91241331-7521-4374-9D6E-373547391A86}" type="parTrans" cxnId="{99121A20-99E5-4663-B02B-DA97AF31193A}">
      <dgm:prSet/>
      <dgm:spPr/>
      <dgm:t>
        <a:bodyPr/>
        <a:lstStyle/>
        <a:p>
          <a:endParaRPr lang="en-US"/>
        </a:p>
      </dgm:t>
    </dgm:pt>
    <dgm:pt modelId="{A8F464A2-9B52-49FF-A1B5-59F940F99C8E}" type="sibTrans" cxnId="{99121A20-99E5-4663-B02B-DA97AF31193A}">
      <dgm:prSet/>
      <dgm:spPr/>
      <dgm:t>
        <a:bodyPr/>
        <a:lstStyle/>
        <a:p>
          <a:endParaRPr lang="en-US"/>
        </a:p>
      </dgm:t>
    </dgm:pt>
    <dgm:pt modelId="{F539E4D2-776E-475A-A909-AAA083539A8A}">
      <dgm:prSet/>
      <dgm:spPr>
        <a:solidFill>
          <a:schemeClr val="accent2"/>
        </a:solidFill>
      </dgm:spPr>
      <dgm:t>
        <a:bodyPr/>
        <a:lstStyle/>
        <a:p>
          <a:r>
            <a:rPr lang="en-US" b="1">
              <a:solidFill>
                <a:schemeClr val="tx1"/>
              </a:solidFill>
            </a:rPr>
            <a:t>Job Coaches</a:t>
          </a:r>
        </a:p>
      </dgm:t>
    </dgm:pt>
    <dgm:pt modelId="{3EA720B9-0FE2-4D59-BE4A-22061E315164}" type="parTrans" cxnId="{AECB26D0-4FD7-4367-80A6-6E595184C5F3}">
      <dgm:prSet/>
      <dgm:spPr/>
      <dgm:t>
        <a:bodyPr/>
        <a:lstStyle/>
        <a:p>
          <a:endParaRPr lang="en-US"/>
        </a:p>
      </dgm:t>
    </dgm:pt>
    <dgm:pt modelId="{F4940732-D6E2-4CC5-8B1B-BF220D5BAA6F}" type="sibTrans" cxnId="{AECB26D0-4FD7-4367-80A6-6E595184C5F3}">
      <dgm:prSet/>
      <dgm:spPr/>
      <dgm:t>
        <a:bodyPr/>
        <a:lstStyle/>
        <a:p>
          <a:endParaRPr lang="en-US"/>
        </a:p>
      </dgm:t>
    </dgm:pt>
    <dgm:pt modelId="{9CA30340-4DD4-4A92-B3DB-87A7F69EDA15}">
      <dgm:prSet/>
      <dgm:spPr/>
      <dgm:t>
        <a:bodyPr/>
        <a:lstStyle/>
        <a:p>
          <a:r>
            <a:rPr lang="en-US"/>
            <a:t>Job Dev</a:t>
          </a:r>
        </a:p>
      </dgm:t>
    </dgm:pt>
    <dgm:pt modelId="{83800A4A-31CB-4653-9F1F-9E23723C8B7F}" type="parTrans" cxnId="{FC8BD542-618B-4C6B-B4A7-CEDAF9509C07}">
      <dgm:prSet/>
      <dgm:spPr/>
      <dgm:t>
        <a:bodyPr/>
        <a:lstStyle/>
        <a:p>
          <a:endParaRPr lang="en-US"/>
        </a:p>
      </dgm:t>
    </dgm:pt>
    <dgm:pt modelId="{B2D2FF46-C005-40A8-99B9-1E2F5F3DD829}" type="sibTrans" cxnId="{FC8BD542-618B-4C6B-B4A7-CEDAF9509C07}">
      <dgm:prSet/>
      <dgm:spPr/>
      <dgm:t>
        <a:bodyPr/>
        <a:lstStyle/>
        <a:p>
          <a:endParaRPr lang="en-US"/>
        </a:p>
      </dgm:t>
    </dgm:pt>
    <dgm:pt modelId="{7B056D77-2CA5-4D33-A334-B39CC0082CF1}" type="pres">
      <dgm:prSet presAssocID="{96B58092-BCD3-4430-B0EF-7150466D9662}" presName="cycle" presStyleCnt="0">
        <dgm:presLayoutVars>
          <dgm:dir/>
          <dgm:resizeHandles val="exact"/>
        </dgm:presLayoutVars>
      </dgm:prSet>
      <dgm:spPr/>
    </dgm:pt>
    <dgm:pt modelId="{E8D61F88-1821-460E-8E40-7D97D30CB675}" type="pres">
      <dgm:prSet presAssocID="{A4AA7A52-7EF7-4FD7-A556-C3E7C7F219BF}" presName="node" presStyleLbl="node1" presStyleIdx="0" presStyleCnt="6">
        <dgm:presLayoutVars>
          <dgm:bulletEnabled val="1"/>
        </dgm:presLayoutVars>
      </dgm:prSet>
      <dgm:spPr/>
    </dgm:pt>
    <dgm:pt modelId="{14DF7F12-21AC-4ACE-A822-FD8A1C811DFA}" type="pres">
      <dgm:prSet presAssocID="{A4AA7A52-7EF7-4FD7-A556-C3E7C7F219BF}" presName="spNode" presStyleCnt="0"/>
      <dgm:spPr/>
    </dgm:pt>
    <dgm:pt modelId="{4C04622A-993D-4EF8-BCDE-EF7BAFBBEB74}" type="pres">
      <dgm:prSet presAssocID="{BE33DF0C-DE3D-4044-83A4-EE29039A59A5}" presName="sibTrans" presStyleLbl="sibTrans1D1" presStyleIdx="0" presStyleCnt="6"/>
      <dgm:spPr/>
    </dgm:pt>
    <dgm:pt modelId="{3CF4808A-C470-4BCE-B33F-C6D14000FF4C}" type="pres">
      <dgm:prSet presAssocID="{2C7FC97F-F395-41C2-A57F-39A621F55EE5}" presName="node" presStyleLbl="node1" presStyleIdx="1" presStyleCnt="6">
        <dgm:presLayoutVars>
          <dgm:bulletEnabled val="1"/>
        </dgm:presLayoutVars>
      </dgm:prSet>
      <dgm:spPr/>
    </dgm:pt>
    <dgm:pt modelId="{1A0694BD-0B3A-43BF-A983-D0CF6013B2DC}" type="pres">
      <dgm:prSet presAssocID="{2C7FC97F-F395-41C2-A57F-39A621F55EE5}" presName="spNode" presStyleCnt="0"/>
      <dgm:spPr/>
    </dgm:pt>
    <dgm:pt modelId="{C0C3657A-CBC9-47B1-8FDC-5BE6A896F060}" type="pres">
      <dgm:prSet presAssocID="{41F856B7-2E17-4441-82A2-1AE058571F69}" presName="sibTrans" presStyleLbl="sibTrans1D1" presStyleIdx="1" presStyleCnt="6"/>
      <dgm:spPr/>
    </dgm:pt>
    <dgm:pt modelId="{04650144-1681-41E4-9B9E-B8C41FF43649}" type="pres">
      <dgm:prSet presAssocID="{F539E4D2-776E-475A-A909-AAA083539A8A}" presName="node" presStyleLbl="node1" presStyleIdx="2" presStyleCnt="6">
        <dgm:presLayoutVars>
          <dgm:bulletEnabled val="1"/>
        </dgm:presLayoutVars>
      </dgm:prSet>
      <dgm:spPr/>
    </dgm:pt>
    <dgm:pt modelId="{E9C4117F-BBD8-4254-B9E6-FFAA12A550A4}" type="pres">
      <dgm:prSet presAssocID="{F539E4D2-776E-475A-A909-AAA083539A8A}" presName="spNode" presStyleCnt="0"/>
      <dgm:spPr/>
    </dgm:pt>
    <dgm:pt modelId="{2CBC6B52-90AF-4B37-A1EF-80745F0715FF}" type="pres">
      <dgm:prSet presAssocID="{F4940732-D6E2-4CC5-8B1B-BF220D5BAA6F}" presName="sibTrans" presStyleLbl="sibTrans1D1" presStyleIdx="2" presStyleCnt="6"/>
      <dgm:spPr/>
    </dgm:pt>
    <dgm:pt modelId="{149C23B6-C167-446C-B8DD-71E2A24C7EA3}" type="pres">
      <dgm:prSet presAssocID="{9CA30340-4DD4-4A92-B3DB-87A7F69EDA15}" presName="node" presStyleLbl="node1" presStyleIdx="3" presStyleCnt="6">
        <dgm:presLayoutVars>
          <dgm:bulletEnabled val="1"/>
        </dgm:presLayoutVars>
      </dgm:prSet>
      <dgm:spPr/>
    </dgm:pt>
    <dgm:pt modelId="{DD5E6B35-7FEE-42F9-8237-246D78F9CE29}" type="pres">
      <dgm:prSet presAssocID="{9CA30340-4DD4-4A92-B3DB-87A7F69EDA15}" presName="spNode" presStyleCnt="0"/>
      <dgm:spPr/>
    </dgm:pt>
    <dgm:pt modelId="{110457E5-8C9F-4C87-9FA8-7889E5D27417}" type="pres">
      <dgm:prSet presAssocID="{B2D2FF46-C005-40A8-99B9-1E2F5F3DD829}" presName="sibTrans" presStyleLbl="sibTrans1D1" presStyleIdx="3" presStyleCnt="6"/>
      <dgm:spPr/>
    </dgm:pt>
    <dgm:pt modelId="{13FDCD14-8D8C-477B-8D68-BAC98DA516F9}" type="pres">
      <dgm:prSet presAssocID="{3FEB28F9-7E0B-4A27-883E-FFAE8B864BC8}" presName="node" presStyleLbl="node1" presStyleIdx="4" presStyleCnt="6">
        <dgm:presLayoutVars>
          <dgm:bulletEnabled val="1"/>
        </dgm:presLayoutVars>
      </dgm:prSet>
      <dgm:spPr/>
    </dgm:pt>
    <dgm:pt modelId="{214CDCE7-760A-44F0-A854-5DC3C8586369}" type="pres">
      <dgm:prSet presAssocID="{3FEB28F9-7E0B-4A27-883E-FFAE8B864BC8}" presName="spNode" presStyleCnt="0"/>
      <dgm:spPr/>
    </dgm:pt>
    <dgm:pt modelId="{0DBCCC31-BBDA-43F7-AE78-2DBA4C1F39E3}" type="pres">
      <dgm:prSet presAssocID="{D3235DB7-C41D-46E0-9203-4F5ECE39D102}" presName="sibTrans" presStyleLbl="sibTrans1D1" presStyleIdx="4" presStyleCnt="6"/>
      <dgm:spPr/>
    </dgm:pt>
    <dgm:pt modelId="{8E051220-509E-4FA4-84DD-2E12BCCE2B1D}" type="pres">
      <dgm:prSet presAssocID="{510B3CA7-69CD-48D3-B07C-B6516A94602C}" presName="node" presStyleLbl="node1" presStyleIdx="5" presStyleCnt="6">
        <dgm:presLayoutVars>
          <dgm:bulletEnabled val="1"/>
        </dgm:presLayoutVars>
      </dgm:prSet>
      <dgm:spPr/>
    </dgm:pt>
    <dgm:pt modelId="{55D96260-ECD8-49DC-BA1E-44BDCD0422B8}" type="pres">
      <dgm:prSet presAssocID="{510B3CA7-69CD-48D3-B07C-B6516A94602C}" presName="spNode" presStyleCnt="0"/>
      <dgm:spPr/>
    </dgm:pt>
    <dgm:pt modelId="{0ED268EB-8E3C-4981-BB83-69872DCC97E4}" type="pres">
      <dgm:prSet presAssocID="{A8F464A2-9B52-49FF-A1B5-59F940F99C8E}" presName="sibTrans" presStyleLbl="sibTrans1D1" presStyleIdx="5" presStyleCnt="6"/>
      <dgm:spPr/>
    </dgm:pt>
  </dgm:ptLst>
  <dgm:cxnLst>
    <dgm:cxn modelId="{92334E0B-0933-4DB1-9154-5E50A36F38EB}" type="presOf" srcId="{A8F464A2-9B52-49FF-A1B5-59F940F99C8E}" destId="{0ED268EB-8E3C-4981-BB83-69872DCC97E4}" srcOrd="0" destOrd="0" presId="urn:microsoft.com/office/officeart/2005/8/layout/cycle5"/>
    <dgm:cxn modelId="{8BE4991B-8A3F-4AC8-AE83-CDE8E4916B3E}" type="presOf" srcId="{F539E4D2-776E-475A-A909-AAA083539A8A}" destId="{04650144-1681-41E4-9B9E-B8C41FF43649}" srcOrd="0" destOrd="0" presId="urn:microsoft.com/office/officeart/2005/8/layout/cycle5"/>
    <dgm:cxn modelId="{909AAF1C-A234-431B-B3F4-204A810F1875}" srcId="{96B58092-BCD3-4430-B0EF-7150466D9662}" destId="{2C7FC97F-F395-41C2-A57F-39A621F55EE5}" srcOrd="1" destOrd="0" parTransId="{2D3B3A59-B2DF-4316-B5B5-CB50E4D57790}" sibTransId="{41F856B7-2E17-4441-82A2-1AE058571F69}"/>
    <dgm:cxn modelId="{99121A20-99E5-4663-B02B-DA97AF31193A}" srcId="{96B58092-BCD3-4430-B0EF-7150466D9662}" destId="{510B3CA7-69CD-48D3-B07C-B6516A94602C}" srcOrd="5" destOrd="0" parTransId="{91241331-7521-4374-9D6E-373547391A86}" sibTransId="{A8F464A2-9B52-49FF-A1B5-59F940F99C8E}"/>
    <dgm:cxn modelId="{2363EC21-D19F-468E-BE0E-5A7FD60E1BC6}" type="presOf" srcId="{41F856B7-2E17-4441-82A2-1AE058571F69}" destId="{C0C3657A-CBC9-47B1-8FDC-5BE6A896F060}" srcOrd="0" destOrd="0" presId="urn:microsoft.com/office/officeart/2005/8/layout/cycle5"/>
    <dgm:cxn modelId="{E38E1B34-42D7-479E-9266-8B083643FADA}" type="presOf" srcId="{B2D2FF46-C005-40A8-99B9-1E2F5F3DD829}" destId="{110457E5-8C9F-4C87-9FA8-7889E5D27417}" srcOrd="0" destOrd="0" presId="urn:microsoft.com/office/officeart/2005/8/layout/cycle5"/>
    <dgm:cxn modelId="{96840038-4E9F-4F7D-8EB3-A6F0FA732F8C}" type="presOf" srcId="{510B3CA7-69CD-48D3-B07C-B6516A94602C}" destId="{8E051220-509E-4FA4-84DD-2E12BCCE2B1D}" srcOrd="0" destOrd="0" presId="urn:microsoft.com/office/officeart/2005/8/layout/cycle5"/>
    <dgm:cxn modelId="{FC8BD542-618B-4C6B-B4A7-CEDAF9509C07}" srcId="{96B58092-BCD3-4430-B0EF-7150466D9662}" destId="{9CA30340-4DD4-4A92-B3DB-87A7F69EDA15}" srcOrd="3" destOrd="0" parTransId="{83800A4A-31CB-4653-9F1F-9E23723C8B7F}" sibTransId="{B2D2FF46-C005-40A8-99B9-1E2F5F3DD829}"/>
    <dgm:cxn modelId="{761D6D74-54C0-42AC-85A2-B3F82B8A090A}" type="presOf" srcId="{2C7FC97F-F395-41C2-A57F-39A621F55EE5}" destId="{3CF4808A-C470-4BCE-B33F-C6D14000FF4C}" srcOrd="0" destOrd="0" presId="urn:microsoft.com/office/officeart/2005/8/layout/cycle5"/>
    <dgm:cxn modelId="{96F42276-4D2D-4AA7-8739-96E1292DEEC4}" type="presOf" srcId="{96B58092-BCD3-4430-B0EF-7150466D9662}" destId="{7B056D77-2CA5-4D33-A334-B39CC0082CF1}" srcOrd="0" destOrd="0" presId="urn:microsoft.com/office/officeart/2005/8/layout/cycle5"/>
    <dgm:cxn modelId="{4283C67E-C9DA-45B9-A496-71B31FAF6C12}" type="presOf" srcId="{A4AA7A52-7EF7-4FD7-A556-C3E7C7F219BF}" destId="{E8D61F88-1821-460E-8E40-7D97D30CB675}" srcOrd="0" destOrd="0" presId="urn:microsoft.com/office/officeart/2005/8/layout/cycle5"/>
    <dgm:cxn modelId="{BDE511B6-F229-4C2E-95B2-21A9EFEA028F}" srcId="{96B58092-BCD3-4430-B0EF-7150466D9662}" destId="{3FEB28F9-7E0B-4A27-883E-FFAE8B864BC8}" srcOrd="4" destOrd="0" parTransId="{CDDA62B6-F1B4-417E-B83D-ACF40C554B8A}" sibTransId="{D3235DB7-C41D-46E0-9203-4F5ECE39D102}"/>
    <dgm:cxn modelId="{708590B8-9A5E-484E-B38F-4CC1A9764450}" type="presOf" srcId="{9CA30340-4DD4-4A92-B3DB-87A7F69EDA15}" destId="{149C23B6-C167-446C-B8DD-71E2A24C7EA3}" srcOrd="0" destOrd="0" presId="urn:microsoft.com/office/officeart/2005/8/layout/cycle5"/>
    <dgm:cxn modelId="{4C6691C6-BBD9-4DA4-8A81-99F12FE72C3E}" type="presOf" srcId="{BE33DF0C-DE3D-4044-83A4-EE29039A59A5}" destId="{4C04622A-993D-4EF8-BCDE-EF7BAFBBEB74}" srcOrd="0" destOrd="0" presId="urn:microsoft.com/office/officeart/2005/8/layout/cycle5"/>
    <dgm:cxn modelId="{AECB26D0-4FD7-4367-80A6-6E595184C5F3}" srcId="{96B58092-BCD3-4430-B0EF-7150466D9662}" destId="{F539E4D2-776E-475A-A909-AAA083539A8A}" srcOrd="2" destOrd="0" parTransId="{3EA720B9-0FE2-4D59-BE4A-22061E315164}" sibTransId="{F4940732-D6E2-4CC5-8B1B-BF220D5BAA6F}"/>
    <dgm:cxn modelId="{C430C4D6-C1EC-4AB8-99DB-40081C9E8E78}" type="presOf" srcId="{F4940732-D6E2-4CC5-8B1B-BF220D5BAA6F}" destId="{2CBC6B52-90AF-4B37-A1EF-80745F0715FF}" srcOrd="0" destOrd="0" presId="urn:microsoft.com/office/officeart/2005/8/layout/cycle5"/>
    <dgm:cxn modelId="{72AE7DE4-4575-4F47-AF9B-B5D8C97331C5}" srcId="{96B58092-BCD3-4430-B0EF-7150466D9662}" destId="{A4AA7A52-7EF7-4FD7-A556-C3E7C7F219BF}" srcOrd="0" destOrd="0" parTransId="{CAB0FDF0-0375-48B1-96FD-8ACEC31EDBFE}" sibTransId="{BE33DF0C-DE3D-4044-83A4-EE29039A59A5}"/>
    <dgm:cxn modelId="{F9F807F2-D43F-4A06-AD36-09E08BD29A8F}" type="presOf" srcId="{D3235DB7-C41D-46E0-9203-4F5ECE39D102}" destId="{0DBCCC31-BBDA-43F7-AE78-2DBA4C1F39E3}" srcOrd="0" destOrd="0" presId="urn:microsoft.com/office/officeart/2005/8/layout/cycle5"/>
    <dgm:cxn modelId="{BC0E02FB-57FB-4027-9366-6B8AB75F0D6B}" type="presOf" srcId="{3FEB28F9-7E0B-4A27-883E-FFAE8B864BC8}" destId="{13FDCD14-8D8C-477B-8D68-BAC98DA516F9}" srcOrd="0" destOrd="0" presId="urn:microsoft.com/office/officeart/2005/8/layout/cycle5"/>
    <dgm:cxn modelId="{2AEEC235-99F7-49F1-8589-4DA3FC4ACDBE}" type="presParOf" srcId="{7B056D77-2CA5-4D33-A334-B39CC0082CF1}" destId="{E8D61F88-1821-460E-8E40-7D97D30CB675}" srcOrd="0" destOrd="0" presId="urn:microsoft.com/office/officeart/2005/8/layout/cycle5"/>
    <dgm:cxn modelId="{98D62FCC-B35C-4426-A0D3-9CBC5E905560}" type="presParOf" srcId="{7B056D77-2CA5-4D33-A334-B39CC0082CF1}" destId="{14DF7F12-21AC-4ACE-A822-FD8A1C811DFA}" srcOrd="1" destOrd="0" presId="urn:microsoft.com/office/officeart/2005/8/layout/cycle5"/>
    <dgm:cxn modelId="{AE204280-A005-45B6-B343-9F218DD1A1DA}" type="presParOf" srcId="{7B056D77-2CA5-4D33-A334-B39CC0082CF1}" destId="{4C04622A-993D-4EF8-BCDE-EF7BAFBBEB74}" srcOrd="2" destOrd="0" presId="urn:microsoft.com/office/officeart/2005/8/layout/cycle5"/>
    <dgm:cxn modelId="{293FE320-C98B-4C37-A4BE-8A3FAB911A75}" type="presParOf" srcId="{7B056D77-2CA5-4D33-A334-B39CC0082CF1}" destId="{3CF4808A-C470-4BCE-B33F-C6D14000FF4C}" srcOrd="3" destOrd="0" presId="urn:microsoft.com/office/officeart/2005/8/layout/cycle5"/>
    <dgm:cxn modelId="{8EF36517-E6DC-4B02-A93C-942D7EEE0479}" type="presParOf" srcId="{7B056D77-2CA5-4D33-A334-B39CC0082CF1}" destId="{1A0694BD-0B3A-43BF-A983-D0CF6013B2DC}" srcOrd="4" destOrd="0" presId="urn:microsoft.com/office/officeart/2005/8/layout/cycle5"/>
    <dgm:cxn modelId="{5179AF23-7F20-42D4-8E36-BD630A94BEC7}" type="presParOf" srcId="{7B056D77-2CA5-4D33-A334-B39CC0082CF1}" destId="{C0C3657A-CBC9-47B1-8FDC-5BE6A896F060}" srcOrd="5" destOrd="0" presId="urn:microsoft.com/office/officeart/2005/8/layout/cycle5"/>
    <dgm:cxn modelId="{F0A59AED-2C3B-446E-9D57-02564D7E3D2B}" type="presParOf" srcId="{7B056D77-2CA5-4D33-A334-B39CC0082CF1}" destId="{04650144-1681-41E4-9B9E-B8C41FF43649}" srcOrd="6" destOrd="0" presId="urn:microsoft.com/office/officeart/2005/8/layout/cycle5"/>
    <dgm:cxn modelId="{800DF024-3E15-4DC3-A82B-30691C799CF3}" type="presParOf" srcId="{7B056D77-2CA5-4D33-A334-B39CC0082CF1}" destId="{E9C4117F-BBD8-4254-B9E6-FFAA12A550A4}" srcOrd="7" destOrd="0" presId="urn:microsoft.com/office/officeart/2005/8/layout/cycle5"/>
    <dgm:cxn modelId="{0F061AFB-5F04-4133-993D-4428547776C7}" type="presParOf" srcId="{7B056D77-2CA5-4D33-A334-B39CC0082CF1}" destId="{2CBC6B52-90AF-4B37-A1EF-80745F0715FF}" srcOrd="8" destOrd="0" presId="urn:microsoft.com/office/officeart/2005/8/layout/cycle5"/>
    <dgm:cxn modelId="{4B0DA11A-4962-45BD-8CD4-D7FF82712804}" type="presParOf" srcId="{7B056D77-2CA5-4D33-A334-B39CC0082CF1}" destId="{149C23B6-C167-446C-B8DD-71E2A24C7EA3}" srcOrd="9" destOrd="0" presId="urn:microsoft.com/office/officeart/2005/8/layout/cycle5"/>
    <dgm:cxn modelId="{25DCC665-4BC7-48E2-ACA9-ECDFE62E69F0}" type="presParOf" srcId="{7B056D77-2CA5-4D33-A334-B39CC0082CF1}" destId="{DD5E6B35-7FEE-42F9-8237-246D78F9CE29}" srcOrd="10" destOrd="0" presId="urn:microsoft.com/office/officeart/2005/8/layout/cycle5"/>
    <dgm:cxn modelId="{490BE340-DB3A-405E-A0E2-86668D6CEF1D}" type="presParOf" srcId="{7B056D77-2CA5-4D33-A334-B39CC0082CF1}" destId="{110457E5-8C9F-4C87-9FA8-7889E5D27417}" srcOrd="11" destOrd="0" presId="urn:microsoft.com/office/officeart/2005/8/layout/cycle5"/>
    <dgm:cxn modelId="{B801EDEB-4E02-432A-8A97-10D43E1A7B37}" type="presParOf" srcId="{7B056D77-2CA5-4D33-A334-B39CC0082CF1}" destId="{13FDCD14-8D8C-477B-8D68-BAC98DA516F9}" srcOrd="12" destOrd="0" presId="urn:microsoft.com/office/officeart/2005/8/layout/cycle5"/>
    <dgm:cxn modelId="{3DAC310D-4446-4998-A293-F149F377510B}" type="presParOf" srcId="{7B056D77-2CA5-4D33-A334-B39CC0082CF1}" destId="{214CDCE7-760A-44F0-A854-5DC3C8586369}" srcOrd="13" destOrd="0" presId="urn:microsoft.com/office/officeart/2005/8/layout/cycle5"/>
    <dgm:cxn modelId="{44780C0E-0A30-4B86-BBC6-9AD086EFA62D}" type="presParOf" srcId="{7B056D77-2CA5-4D33-A334-B39CC0082CF1}" destId="{0DBCCC31-BBDA-43F7-AE78-2DBA4C1F39E3}" srcOrd="14" destOrd="0" presId="urn:microsoft.com/office/officeart/2005/8/layout/cycle5"/>
    <dgm:cxn modelId="{38155114-41C6-40CF-B350-5E0E42210AEF}" type="presParOf" srcId="{7B056D77-2CA5-4D33-A334-B39CC0082CF1}" destId="{8E051220-509E-4FA4-84DD-2E12BCCE2B1D}" srcOrd="15" destOrd="0" presId="urn:microsoft.com/office/officeart/2005/8/layout/cycle5"/>
    <dgm:cxn modelId="{D19E947D-3745-490D-830E-785EB466648E}" type="presParOf" srcId="{7B056D77-2CA5-4D33-A334-B39CC0082CF1}" destId="{55D96260-ECD8-49DC-BA1E-44BDCD0422B8}" srcOrd="16" destOrd="0" presId="urn:microsoft.com/office/officeart/2005/8/layout/cycle5"/>
    <dgm:cxn modelId="{62778A65-4A91-422A-8454-DD20D9CA78E3}" type="presParOf" srcId="{7B056D77-2CA5-4D33-A334-B39CC0082CF1}" destId="{0ED268EB-8E3C-4981-BB83-69872DCC97E4}" srcOrd="17"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B471632F-F20E-44A9-B0C4-AE12AAEDF067}" type="doc">
      <dgm:prSet loTypeId="urn:microsoft.com/office/officeart/2005/8/layout/cycle7" loCatId="cycle" qsTypeId="urn:microsoft.com/office/officeart/2005/8/quickstyle/simple1" qsCatId="simple" csTypeId="urn:microsoft.com/office/officeart/2005/8/colors/colorful2" csCatId="colorful" phldr="1"/>
      <dgm:spPr/>
      <dgm:t>
        <a:bodyPr/>
        <a:lstStyle/>
        <a:p>
          <a:endParaRPr lang="en-US"/>
        </a:p>
      </dgm:t>
    </dgm:pt>
    <dgm:pt modelId="{9CC92814-C97B-4371-BA85-B70F89ED7D86}">
      <dgm:prSet phldrT="[Text]" phldr="0"/>
      <dgm:spPr/>
      <dgm:t>
        <a:bodyPr/>
        <a:lstStyle/>
        <a:p>
          <a:r>
            <a:rPr lang="en-US">
              <a:latin typeface="Aptos Display" panose="02110004020202020204"/>
            </a:rPr>
            <a:t>Director</a:t>
          </a:r>
          <a:endParaRPr lang="en-US"/>
        </a:p>
      </dgm:t>
    </dgm:pt>
    <dgm:pt modelId="{700885A0-82C0-42C9-862F-10C392F108CD}" type="parTrans" cxnId="{BE85B78A-F49A-49C4-A1B0-79969737985F}">
      <dgm:prSet/>
      <dgm:spPr/>
      <dgm:t>
        <a:bodyPr/>
        <a:lstStyle/>
        <a:p>
          <a:endParaRPr lang="en-US"/>
        </a:p>
      </dgm:t>
    </dgm:pt>
    <dgm:pt modelId="{CC89A615-52A5-4B0A-8041-E72E7966B5B0}" type="sibTrans" cxnId="{BE85B78A-F49A-49C4-A1B0-79969737985F}">
      <dgm:prSet/>
      <dgm:spPr/>
      <dgm:t>
        <a:bodyPr/>
        <a:lstStyle/>
        <a:p>
          <a:endParaRPr lang="en-US"/>
        </a:p>
      </dgm:t>
    </dgm:pt>
    <dgm:pt modelId="{8D422B5A-0FA0-4EEC-A4C9-8188EF1A30CE}">
      <dgm:prSet phldrT="[Text]" phldr="0"/>
      <dgm:spPr/>
      <dgm:t>
        <a:bodyPr/>
        <a:lstStyle/>
        <a:p>
          <a:pPr rtl="0"/>
          <a:r>
            <a:rPr lang="en-US">
              <a:latin typeface="Aptos Display" panose="02110004020202020204"/>
            </a:rPr>
            <a:t>Day Services</a:t>
          </a:r>
          <a:endParaRPr lang="en-US"/>
        </a:p>
      </dgm:t>
    </dgm:pt>
    <dgm:pt modelId="{BDC27B31-D02A-4885-886D-2CC07488A1AD}" type="parTrans" cxnId="{6D771EFA-34B6-46F6-86E4-B1DCE0C4D92F}">
      <dgm:prSet/>
      <dgm:spPr/>
      <dgm:t>
        <a:bodyPr/>
        <a:lstStyle/>
        <a:p>
          <a:endParaRPr lang="en-US"/>
        </a:p>
      </dgm:t>
    </dgm:pt>
    <dgm:pt modelId="{FC2B5B03-DD35-4DFF-940B-4EB66736AEC0}" type="sibTrans" cxnId="{6D771EFA-34B6-46F6-86E4-B1DCE0C4D92F}">
      <dgm:prSet/>
      <dgm:spPr/>
      <dgm:t>
        <a:bodyPr/>
        <a:lstStyle/>
        <a:p>
          <a:endParaRPr lang="en-US"/>
        </a:p>
      </dgm:t>
    </dgm:pt>
    <dgm:pt modelId="{E3B07293-A9A7-449D-93AC-6BA710C34EAD}">
      <dgm:prSet phldrT="[Text]" phldr="0"/>
      <dgm:spPr/>
      <dgm:t>
        <a:bodyPr/>
        <a:lstStyle/>
        <a:p>
          <a:pPr rtl="0"/>
          <a:r>
            <a:rPr lang="en-US">
              <a:latin typeface="Aptos Display" panose="02110004020202020204"/>
            </a:rPr>
            <a:t>Employment Services</a:t>
          </a:r>
          <a:endParaRPr lang="en-US"/>
        </a:p>
      </dgm:t>
    </dgm:pt>
    <dgm:pt modelId="{8EE9D55D-B664-4C42-87DB-63B8337DAF09}" type="parTrans" cxnId="{9D447698-82DF-456A-A1E3-AB796258F49F}">
      <dgm:prSet/>
      <dgm:spPr/>
      <dgm:t>
        <a:bodyPr/>
        <a:lstStyle/>
        <a:p>
          <a:endParaRPr lang="en-US"/>
        </a:p>
      </dgm:t>
    </dgm:pt>
    <dgm:pt modelId="{57C4A623-9438-44F7-8468-A2B8D9BD1950}" type="sibTrans" cxnId="{9D447698-82DF-456A-A1E3-AB796258F49F}">
      <dgm:prSet/>
      <dgm:spPr/>
      <dgm:t>
        <a:bodyPr/>
        <a:lstStyle/>
        <a:p>
          <a:endParaRPr lang="en-US"/>
        </a:p>
      </dgm:t>
    </dgm:pt>
    <dgm:pt modelId="{1C493327-47D8-45D4-BE78-47F149B1F499}" type="pres">
      <dgm:prSet presAssocID="{B471632F-F20E-44A9-B0C4-AE12AAEDF067}" presName="Name0" presStyleCnt="0">
        <dgm:presLayoutVars>
          <dgm:dir/>
          <dgm:resizeHandles val="exact"/>
        </dgm:presLayoutVars>
      </dgm:prSet>
      <dgm:spPr/>
    </dgm:pt>
    <dgm:pt modelId="{6AC3CC67-4799-447F-A154-A68B3C390100}" type="pres">
      <dgm:prSet presAssocID="{9CC92814-C97B-4371-BA85-B70F89ED7D86}" presName="node" presStyleLbl="node1" presStyleIdx="0" presStyleCnt="3">
        <dgm:presLayoutVars>
          <dgm:bulletEnabled val="1"/>
        </dgm:presLayoutVars>
      </dgm:prSet>
      <dgm:spPr/>
    </dgm:pt>
    <dgm:pt modelId="{59AABA53-A38F-4C31-B31F-832E08055483}" type="pres">
      <dgm:prSet presAssocID="{CC89A615-52A5-4B0A-8041-E72E7966B5B0}" presName="sibTrans" presStyleLbl="sibTrans2D1" presStyleIdx="0" presStyleCnt="3"/>
      <dgm:spPr/>
    </dgm:pt>
    <dgm:pt modelId="{5F5510E8-6B86-476B-9F3C-9D0BE429DEFF}" type="pres">
      <dgm:prSet presAssocID="{CC89A615-52A5-4B0A-8041-E72E7966B5B0}" presName="connectorText" presStyleLbl="sibTrans2D1" presStyleIdx="0" presStyleCnt="3"/>
      <dgm:spPr/>
    </dgm:pt>
    <dgm:pt modelId="{3B6038BA-9A4E-461D-A275-0A88F3B619E2}" type="pres">
      <dgm:prSet presAssocID="{8D422B5A-0FA0-4EEC-A4C9-8188EF1A30CE}" presName="node" presStyleLbl="node1" presStyleIdx="1" presStyleCnt="3">
        <dgm:presLayoutVars>
          <dgm:bulletEnabled val="1"/>
        </dgm:presLayoutVars>
      </dgm:prSet>
      <dgm:spPr/>
    </dgm:pt>
    <dgm:pt modelId="{7844113F-EFAA-4298-8E5F-77A066F45D98}" type="pres">
      <dgm:prSet presAssocID="{FC2B5B03-DD35-4DFF-940B-4EB66736AEC0}" presName="sibTrans" presStyleLbl="sibTrans2D1" presStyleIdx="1" presStyleCnt="3"/>
      <dgm:spPr/>
    </dgm:pt>
    <dgm:pt modelId="{BB73901B-9A0D-46F1-A990-95F9CD2C43F3}" type="pres">
      <dgm:prSet presAssocID="{FC2B5B03-DD35-4DFF-940B-4EB66736AEC0}" presName="connectorText" presStyleLbl="sibTrans2D1" presStyleIdx="1" presStyleCnt="3"/>
      <dgm:spPr/>
    </dgm:pt>
    <dgm:pt modelId="{B66023AD-B2EA-46DE-9FFD-BFA8680BFBC0}" type="pres">
      <dgm:prSet presAssocID="{E3B07293-A9A7-449D-93AC-6BA710C34EAD}" presName="node" presStyleLbl="node1" presStyleIdx="2" presStyleCnt="3">
        <dgm:presLayoutVars>
          <dgm:bulletEnabled val="1"/>
        </dgm:presLayoutVars>
      </dgm:prSet>
      <dgm:spPr/>
    </dgm:pt>
    <dgm:pt modelId="{460D921D-BA25-4F9B-95BE-FB7C07688E03}" type="pres">
      <dgm:prSet presAssocID="{57C4A623-9438-44F7-8468-A2B8D9BD1950}" presName="sibTrans" presStyleLbl="sibTrans2D1" presStyleIdx="2" presStyleCnt="3"/>
      <dgm:spPr/>
    </dgm:pt>
    <dgm:pt modelId="{769F7EAD-B060-44B5-A613-6864577A7327}" type="pres">
      <dgm:prSet presAssocID="{57C4A623-9438-44F7-8468-A2B8D9BD1950}" presName="connectorText" presStyleLbl="sibTrans2D1" presStyleIdx="2" presStyleCnt="3"/>
      <dgm:spPr/>
    </dgm:pt>
  </dgm:ptLst>
  <dgm:cxnLst>
    <dgm:cxn modelId="{C03C7010-FF4A-41F6-8268-32383644C003}" type="presOf" srcId="{E3B07293-A9A7-449D-93AC-6BA710C34EAD}" destId="{B66023AD-B2EA-46DE-9FFD-BFA8680BFBC0}" srcOrd="0" destOrd="0" presId="urn:microsoft.com/office/officeart/2005/8/layout/cycle7"/>
    <dgm:cxn modelId="{7FE29415-EAD3-4020-87D1-8DAF1E6D54DC}" type="presOf" srcId="{57C4A623-9438-44F7-8468-A2B8D9BD1950}" destId="{460D921D-BA25-4F9B-95BE-FB7C07688E03}" srcOrd="0" destOrd="0" presId="urn:microsoft.com/office/officeart/2005/8/layout/cycle7"/>
    <dgm:cxn modelId="{0F316264-1505-4026-BDAE-F8965BF6112F}" type="presOf" srcId="{8D422B5A-0FA0-4EEC-A4C9-8188EF1A30CE}" destId="{3B6038BA-9A4E-461D-A275-0A88F3B619E2}" srcOrd="0" destOrd="0" presId="urn:microsoft.com/office/officeart/2005/8/layout/cycle7"/>
    <dgm:cxn modelId="{67FA3473-6315-4EBA-BF64-CE8C54028911}" type="presOf" srcId="{FC2B5B03-DD35-4DFF-940B-4EB66736AEC0}" destId="{7844113F-EFAA-4298-8E5F-77A066F45D98}" srcOrd="0" destOrd="0" presId="urn:microsoft.com/office/officeart/2005/8/layout/cycle7"/>
    <dgm:cxn modelId="{BE85B78A-F49A-49C4-A1B0-79969737985F}" srcId="{B471632F-F20E-44A9-B0C4-AE12AAEDF067}" destId="{9CC92814-C97B-4371-BA85-B70F89ED7D86}" srcOrd="0" destOrd="0" parTransId="{700885A0-82C0-42C9-862F-10C392F108CD}" sibTransId="{CC89A615-52A5-4B0A-8041-E72E7966B5B0}"/>
    <dgm:cxn modelId="{F840E493-58A2-4DBA-96A1-29222B468C27}" type="presOf" srcId="{CC89A615-52A5-4B0A-8041-E72E7966B5B0}" destId="{5F5510E8-6B86-476B-9F3C-9D0BE429DEFF}" srcOrd="1" destOrd="0" presId="urn:microsoft.com/office/officeart/2005/8/layout/cycle7"/>
    <dgm:cxn modelId="{9D447698-82DF-456A-A1E3-AB796258F49F}" srcId="{B471632F-F20E-44A9-B0C4-AE12AAEDF067}" destId="{E3B07293-A9A7-449D-93AC-6BA710C34EAD}" srcOrd="2" destOrd="0" parTransId="{8EE9D55D-B664-4C42-87DB-63B8337DAF09}" sibTransId="{57C4A623-9438-44F7-8468-A2B8D9BD1950}"/>
    <dgm:cxn modelId="{388F30B9-2638-45AA-955B-20982DB44B50}" type="presOf" srcId="{FC2B5B03-DD35-4DFF-940B-4EB66736AEC0}" destId="{BB73901B-9A0D-46F1-A990-95F9CD2C43F3}" srcOrd="1" destOrd="0" presId="urn:microsoft.com/office/officeart/2005/8/layout/cycle7"/>
    <dgm:cxn modelId="{70489CCE-B31B-46E4-AB2D-C3B2C810B28C}" type="presOf" srcId="{B471632F-F20E-44A9-B0C4-AE12AAEDF067}" destId="{1C493327-47D8-45D4-BE78-47F149B1F499}" srcOrd="0" destOrd="0" presId="urn:microsoft.com/office/officeart/2005/8/layout/cycle7"/>
    <dgm:cxn modelId="{755AF9D4-CE78-45C6-9054-A737FA530024}" type="presOf" srcId="{9CC92814-C97B-4371-BA85-B70F89ED7D86}" destId="{6AC3CC67-4799-447F-A154-A68B3C390100}" srcOrd="0" destOrd="0" presId="urn:microsoft.com/office/officeart/2005/8/layout/cycle7"/>
    <dgm:cxn modelId="{D667A5E2-DDC3-4195-B5ED-1FCFFC48FBBB}" type="presOf" srcId="{CC89A615-52A5-4B0A-8041-E72E7966B5B0}" destId="{59AABA53-A38F-4C31-B31F-832E08055483}" srcOrd="0" destOrd="0" presId="urn:microsoft.com/office/officeart/2005/8/layout/cycle7"/>
    <dgm:cxn modelId="{9759ADE7-CFA8-4CED-9DBA-390CE69A739D}" type="presOf" srcId="{57C4A623-9438-44F7-8468-A2B8D9BD1950}" destId="{769F7EAD-B060-44B5-A613-6864577A7327}" srcOrd="1" destOrd="0" presId="urn:microsoft.com/office/officeart/2005/8/layout/cycle7"/>
    <dgm:cxn modelId="{6D771EFA-34B6-46F6-86E4-B1DCE0C4D92F}" srcId="{B471632F-F20E-44A9-B0C4-AE12AAEDF067}" destId="{8D422B5A-0FA0-4EEC-A4C9-8188EF1A30CE}" srcOrd="1" destOrd="0" parTransId="{BDC27B31-D02A-4885-886D-2CC07488A1AD}" sibTransId="{FC2B5B03-DD35-4DFF-940B-4EB66736AEC0}"/>
    <dgm:cxn modelId="{29EC801E-CB86-4DC7-9E25-64C654F19B11}" type="presParOf" srcId="{1C493327-47D8-45D4-BE78-47F149B1F499}" destId="{6AC3CC67-4799-447F-A154-A68B3C390100}" srcOrd="0" destOrd="0" presId="urn:microsoft.com/office/officeart/2005/8/layout/cycle7"/>
    <dgm:cxn modelId="{348AC2F9-CABC-4004-965C-1F08C4FEEC42}" type="presParOf" srcId="{1C493327-47D8-45D4-BE78-47F149B1F499}" destId="{59AABA53-A38F-4C31-B31F-832E08055483}" srcOrd="1" destOrd="0" presId="urn:microsoft.com/office/officeart/2005/8/layout/cycle7"/>
    <dgm:cxn modelId="{3A0F3C69-9F78-4F97-BA6D-B8A12DBAE62B}" type="presParOf" srcId="{59AABA53-A38F-4C31-B31F-832E08055483}" destId="{5F5510E8-6B86-476B-9F3C-9D0BE429DEFF}" srcOrd="0" destOrd="0" presId="urn:microsoft.com/office/officeart/2005/8/layout/cycle7"/>
    <dgm:cxn modelId="{26AD4B85-B9B0-4E37-B46F-D85C0A4F7511}" type="presParOf" srcId="{1C493327-47D8-45D4-BE78-47F149B1F499}" destId="{3B6038BA-9A4E-461D-A275-0A88F3B619E2}" srcOrd="2" destOrd="0" presId="urn:microsoft.com/office/officeart/2005/8/layout/cycle7"/>
    <dgm:cxn modelId="{96DB9FC9-928D-4015-B9C5-3A6AB19F928D}" type="presParOf" srcId="{1C493327-47D8-45D4-BE78-47F149B1F499}" destId="{7844113F-EFAA-4298-8E5F-77A066F45D98}" srcOrd="3" destOrd="0" presId="urn:microsoft.com/office/officeart/2005/8/layout/cycle7"/>
    <dgm:cxn modelId="{43C5BD9F-66D1-4330-A88A-1CF93585EF16}" type="presParOf" srcId="{7844113F-EFAA-4298-8E5F-77A066F45D98}" destId="{BB73901B-9A0D-46F1-A990-95F9CD2C43F3}" srcOrd="0" destOrd="0" presId="urn:microsoft.com/office/officeart/2005/8/layout/cycle7"/>
    <dgm:cxn modelId="{F447DBF0-6708-428F-A61F-F0124800F642}" type="presParOf" srcId="{1C493327-47D8-45D4-BE78-47F149B1F499}" destId="{B66023AD-B2EA-46DE-9FFD-BFA8680BFBC0}" srcOrd="4" destOrd="0" presId="urn:microsoft.com/office/officeart/2005/8/layout/cycle7"/>
    <dgm:cxn modelId="{535AE072-A078-4972-AA32-24A3C112A062}" type="presParOf" srcId="{1C493327-47D8-45D4-BE78-47F149B1F499}" destId="{460D921D-BA25-4F9B-95BE-FB7C07688E03}" srcOrd="5" destOrd="0" presId="urn:microsoft.com/office/officeart/2005/8/layout/cycle7"/>
    <dgm:cxn modelId="{5223FBD0-5909-4130-9AD5-4371CADBA550}" type="presParOf" srcId="{460D921D-BA25-4F9B-95BE-FB7C07688E03}" destId="{769F7EAD-B060-44B5-A613-6864577A7327}" srcOrd="0" destOrd="0" presId="urn:microsoft.com/office/officeart/2005/8/layout/cycle7"/>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77C73F-2FE2-40C9-9032-1B87A6BE82EE}" type="doc">
      <dgm:prSet loTypeId="urn:microsoft.com/office/officeart/2005/8/layout/orgChart1" loCatId="hierarchy" qsTypeId="urn:microsoft.com/office/officeart/2005/8/quickstyle/simple1" qsCatId="simple" csTypeId="urn:microsoft.com/office/officeart/2005/8/colors/accent5_4" csCatId="accent5" phldr="1"/>
      <dgm:spPr/>
      <dgm:t>
        <a:bodyPr/>
        <a:lstStyle/>
        <a:p>
          <a:endParaRPr lang="en-US"/>
        </a:p>
      </dgm:t>
    </dgm:pt>
    <dgm:pt modelId="{453F0980-1E55-4769-BE82-2A930EF10637}">
      <dgm:prSet phldrT="[Text]" phldr="0"/>
      <dgm:spPr/>
      <dgm:t>
        <a:bodyPr/>
        <a:lstStyle/>
        <a:p>
          <a:pPr rtl="0"/>
          <a:r>
            <a:rPr lang="en-US">
              <a:latin typeface="Calibri Light" panose="020F0302020204030204"/>
            </a:rPr>
            <a:t>Legacy Services</a:t>
          </a:r>
          <a:endParaRPr lang="en-US"/>
        </a:p>
      </dgm:t>
    </dgm:pt>
    <dgm:pt modelId="{0FE3B95F-B2D4-4EF5-8503-0F6F3911CED1}" type="parTrans" cxnId="{ECA56BA7-8B52-49C6-83F5-1590AFE61374}">
      <dgm:prSet/>
      <dgm:spPr/>
      <dgm:t>
        <a:bodyPr/>
        <a:lstStyle/>
        <a:p>
          <a:endParaRPr lang="en-US"/>
        </a:p>
      </dgm:t>
    </dgm:pt>
    <dgm:pt modelId="{76E1151E-7475-4FC5-90C4-EAF27205B568}" type="sibTrans" cxnId="{ECA56BA7-8B52-49C6-83F5-1590AFE61374}">
      <dgm:prSet/>
      <dgm:spPr/>
      <dgm:t>
        <a:bodyPr/>
        <a:lstStyle/>
        <a:p>
          <a:endParaRPr lang="en-US"/>
        </a:p>
      </dgm:t>
    </dgm:pt>
    <dgm:pt modelId="{0597433B-34A3-4DD9-915A-D05517EA6E8B}">
      <dgm:prSet phldrT="[Text]" phldr="0"/>
      <dgm:spPr/>
      <dgm:t>
        <a:bodyPr/>
        <a:lstStyle/>
        <a:p>
          <a:pPr rtl="0"/>
          <a:r>
            <a:rPr lang="en-US">
              <a:latin typeface="Calibri Light" panose="020F0302020204030204"/>
            </a:rPr>
            <a:t>25 Day staff</a:t>
          </a:r>
          <a:endParaRPr lang="en-US"/>
        </a:p>
      </dgm:t>
    </dgm:pt>
    <dgm:pt modelId="{8B98FC1F-5108-47C9-A650-3FBA880EF711}" type="parTrans" cxnId="{5468EC48-EBCD-4237-8F0F-5356DC7CCE96}">
      <dgm:prSet/>
      <dgm:spPr/>
      <dgm:t>
        <a:bodyPr/>
        <a:lstStyle/>
        <a:p>
          <a:endParaRPr lang="en-US"/>
        </a:p>
      </dgm:t>
    </dgm:pt>
    <dgm:pt modelId="{3BF4D2F2-9914-4664-B8F7-3D6907B39135}" type="sibTrans" cxnId="{5468EC48-EBCD-4237-8F0F-5356DC7CCE96}">
      <dgm:prSet/>
      <dgm:spPr/>
      <dgm:t>
        <a:bodyPr/>
        <a:lstStyle/>
        <a:p>
          <a:endParaRPr lang="en-US"/>
        </a:p>
      </dgm:t>
    </dgm:pt>
    <dgm:pt modelId="{5DEEA594-71BA-4F98-A3D9-DB294D69DE39}">
      <dgm:prSet phldrT="[Text]" phldr="0"/>
      <dgm:spPr/>
      <dgm:t>
        <a:bodyPr/>
        <a:lstStyle/>
        <a:p>
          <a:pPr rtl="0"/>
          <a:r>
            <a:rPr lang="en-US">
              <a:latin typeface="Calibri Light" panose="020F0302020204030204"/>
            </a:rPr>
            <a:t>4 Employment staff</a:t>
          </a:r>
          <a:endParaRPr lang="en-US"/>
        </a:p>
      </dgm:t>
    </dgm:pt>
    <dgm:pt modelId="{5636BA92-C042-40DF-8DEA-50ED5488022D}" type="parTrans" cxnId="{47C70E45-7A69-44F5-AF60-2E456E426431}">
      <dgm:prSet/>
      <dgm:spPr/>
      <dgm:t>
        <a:bodyPr/>
        <a:lstStyle/>
        <a:p>
          <a:endParaRPr lang="en-US"/>
        </a:p>
      </dgm:t>
    </dgm:pt>
    <dgm:pt modelId="{D3E98C96-DB61-4E1A-B64A-074E3273B1D6}" type="sibTrans" cxnId="{47C70E45-7A69-44F5-AF60-2E456E426431}">
      <dgm:prSet/>
      <dgm:spPr/>
      <dgm:t>
        <a:bodyPr/>
        <a:lstStyle/>
        <a:p>
          <a:endParaRPr lang="en-US"/>
        </a:p>
      </dgm:t>
    </dgm:pt>
    <dgm:pt modelId="{9D4159A4-2AFB-43A3-8889-FF6446450A7D}" type="pres">
      <dgm:prSet presAssocID="{2177C73F-2FE2-40C9-9032-1B87A6BE82EE}" presName="hierChild1" presStyleCnt="0">
        <dgm:presLayoutVars>
          <dgm:orgChart val="1"/>
          <dgm:chPref val="1"/>
          <dgm:dir/>
          <dgm:animOne val="branch"/>
          <dgm:animLvl val="lvl"/>
          <dgm:resizeHandles/>
        </dgm:presLayoutVars>
      </dgm:prSet>
      <dgm:spPr/>
    </dgm:pt>
    <dgm:pt modelId="{220BAD07-3685-4ACF-B9A6-2C43083A4E56}" type="pres">
      <dgm:prSet presAssocID="{453F0980-1E55-4769-BE82-2A930EF10637}" presName="hierRoot1" presStyleCnt="0">
        <dgm:presLayoutVars>
          <dgm:hierBranch val="init"/>
        </dgm:presLayoutVars>
      </dgm:prSet>
      <dgm:spPr/>
    </dgm:pt>
    <dgm:pt modelId="{72667BC1-5F96-4163-B51C-44FC078485DC}" type="pres">
      <dgm:prSet presAssocID="{453F0980-1E55-4769-BE82-2A930EF10637}" presName="rootComposite1" presStyleCnt="0"/>
      <dgm:spPr/>
    </dgm:pt>
    <dgm:pt modelId="{9E4FB3C1-199D-4298-B805-9A23F7B33A25}" type="pres">
      <dgm:prSet presAssocID="{453F0980-1E55-4769-BE82-2A930EF10637}" presName="rootText1" presStyleLbl="node0" presStyleIdx="0" presStyleCnt="1">
        <dgm:presLayoutVars>
          <dgm:chPref val="3"/>
        </dgm:presLayoutVars>
      </dgm:prSet>
      <dgm:spPr/>
    </dgm:pt>
    <dgm:pt modelId="{5A70476C-C269-4A9E-9D01-4569087D181A}" type="pres">
      <dgm:prSet presAssocID="{453F0980-1E55-4769-BE82-2A930EF10637}" presName="rootConnector1" presStyleLbl="node1" presStyleIdx="0" presStyleCnt="0"/>
      <dgm:spPr/>
    </dgm:pt>
    <dgm:pt modelId="{435DCC4E-7F9C-462D-89FA-DD10813A243E}" type="pres">
      <dgm:prSet presAssocID="{453F0980-1E55-4769-BE82-2A930EF10637}" presName="hierChild2" presStyleCnt="0"/>
      <dgm:spPr/>
    </dgm:pt>
    <dgm:pt modelId="{B3062456-8AB2-489E-91F5-EE4F65E51498}" type="pres">
      <dgm:prSet presAssocID="{8B98FC1F-5108-47C9-A650-3FBA880EF711}" presName="Name37" presStyleLbl="parChTrans1D2" presStyleIdx="0" presStyleCnt="2"/>
      <dgm:spPr/>
    </dgm:pt>
    <dgm:pt modelId="{CAE368B2-125C-4E95-A6E3-A31A631195D6}" type="pres">
      <dgm:prSet presAssocID="{0597433B-34A3-4DD9-915A-D05517EA6E8B}" presName="hierRoot2" presStyleCnt="0">
        <dgm:presLayoutVars>
          <dgm:hierBranch val="init"/>
        </dgm:presLayoutVars>
      </dgm:prSet>
      <dgm:spPr/>
    </dgm:pt>
    <dgm:pt modelId="{7A410CF1-D29E-4AFE-B8FE-208AEE817CB9}" type="pres">
      <dgm:prSet presAssocID="{0597433B-34A3-4DD9-915A-D05517EA6E8B}" presName="rootComposite" presStyleCnt="0"/>
      <dgm:spPr/>
    </dgm:pt>
    <dgm:pt modelId="{91694264-63ED-4D4A-BBC9-E334DCC013A5}" type="pres">
      <dgm:prSet presAssocID="{0597433B-34A3-4DD9-915A-D05517EA6E8B}" presName="rootText" presStyleLbl="node2" presStyleIdx="0" presStyleCnt="2">
        <dgm:presLayoutVars>
          <dgm:chPref val="3"/>
        </dgm:presLayoutVars>
      </dgm:prSet>
      <dgm:spPr/>
    </dgm:pt>
    <dgm:pt modelId="{09276381-9B11-46F3-9DD5-5B77DDD0E8F6}" type="pres">
      <dgm:prSet presAssocID="{0597433B-34A3-4DD9-915A-D05517EA6E8B}" presName="rootConnector" presStyleLbl="node2" presStyleIdx="0" presStyleCnt="2"/>
      <dgm:spPr/>
    </dgm:pt>
    <dgm:pt modelId="{50CDE8FF-3FC3-4F4B-AFEE-C9A0B145D832}" type="pres">
      <dgm:prSet presAssocID="{0597433B-34A3-4DD9-915A-D05517EA6E8B}" presName="hierChild4" presStyleCnt="0"/>
      <dgm:spPr/>
    </dgm:pt>
    <dgm:pt modelId="{8AD0A988-55DC-4AB5-A7DF-82FBDC80DB8E}" type="pres">
      <dgm:prSet presAssocID="{0597433B-34A3-4DD9-915A-D05517EA6E8B}" presName="hierChild5" presStyleCnt="0"/>
      <dgm:spPr/>
    </dgm:pt>
    <dgm:pt modelId="{20216C40-9E52-43AA-BFE9-B5F76C6C38C9}" type="pres">
      <dgm:prSet presAssocID="{5636BA92-C042-40DF-8DEA-50ED5488022D}" presName="Name37" presStyleLbl="parChTrans1D2" presStyleIdx="1" presStyleCnt="2"/>
      <dgm:spPr/>
    </dgm:pt>
    <dgm:pt modelId="{11A655D2-03B6-495B-BA18-0C1B22C45DAA}" type="pres">
      <dgm:prSet presAssocID="{5DEEA594-71BA-4F98-A3D9-DB294D69DE39}" presName="hierRoot2" presStyleCnt="0">
        <dgm:presLayoutVars>
          <dgm:hierBranch val="init"/>
        </dgm:presLayoutVars>
      </dgm:prSet>
      <dgm:spPr/>
    </dgm:pt>
    <dgm:pt modelId="{87227AA5-709A-4B67-BFD3-97909F8B488E}" type="pres">
      <dgm:prSet presAssocID="{5DEEA594-71BA-4F98-A3D9-DB294D69DE39}" presName="rootComposite" presStyleCnt="0"/>
      <dgm:spPr/>
    </dgm:pt>
    <dgm:pt modelId="{DEBB3656-7474-4C1E-AE44-99F69EF50DA1}" type="pres">
      <dgm:prSet presAssocID="{5DEEA594-71BA-4F98-A3D9-DB294D69DE39}" presName="rootText" presStyleLbl="node2" presStyleIdx="1" presStyleCnt="2">
        <dgm:presLayoutVars>
          <dgm:chPref val="3"/>
        </dgm:presLayoutVars>
      </dgm:prSet>
      <dgm:spPr/>
    </dgm:pt>
    <dgm:pt modelId="{67BEAC92-A19A-4E66-88B8-37186310056D}" type="pres">
      <dgm:prSet presAssocID="{5DEEA594-71BA-4F98-A3D9-DB294D69DE39}" presName="rootConnector" presStyleLbl="node2" presStyleIdx="1" presStyleCnt="2"/>
      <dgm:spPr/>
    </dgm:pt>
    <dgm:pt modelId="{0DEE116A-AAD2-4671-ADF9-FBDC11883435}" type="pres">
      <dgm:prSet presAssocID="{5DEEA594-71BA-4F98-A3D9-DB294D69DE39}" presName="hierChild4" presStyleCnt="0"/>
      <dgm:spPr/>
    </dgm:pt>
    <dgm:pt modelId="{51D18A63-BCBA-4C15-9847-F26994E39544}" type="pres">
      <dgm:prSet presAssocID="{5DEEA594-71BA-4F98-A3D9-DB294D69DE39}" presName="hierChild5" presStyleCnt="0"/>
      <dgm:spPr/>
    </dgm:pt>
    <dgm:pt modelId="{775AEE68-56AE-4499-A860-8143CFA557FB}" type="pres">
      <dgm:prSet presAssocID="{453F0980-1E55-4769-BE82-2A930EF10637}" presName="hierChild3" presStyleCnt="0"/>
      <dgm:spPr/>
    </dgm:pt>
  </dgm:ptLst>
  <dgm:cxnLst>
    <dgm:cxn modelId="{D53FF92D-5A5A-492C-A5DB-E73E663D4183}" type="presOf" srcId="{5DEEA594-71BA-4F98-A3D9-DB294D69DE39}" destId="{DEBB3656-7474-4C1E-AE44-99F69EF50DA1}" srcOrd="0" destOrd="0" presId="urn:microsoft.com/office/officeart/2005/8/layout/orgChart1"/>
    <dgm:cxn modelId="{FCFEE332-0A7A-402E-8C51-9343426E815B}" type="presOf" srcId="{0597433B-34A3-4DD9-915A-D05517EA6E8B}" destId="{09276381-9B11-46F3-9DD5-5B77DDD0E8F6}" srcOrd="1" destOrd="0" presId="urn:microsoft.com/office/officeart/2005/8/layout/orgChart1"/>
    <dgm:cxn modelId="{A1C54C5F-194E-42A4-9CD2-138ABB6D027F}" type="presOf" srcId="{453F0980-1E55-4769-BE82-2A930EF10637}" destId="{5A70476C-C269-4A9E-9D01-4569087D181A}" srcOrd="1" destOrd="0" presId="urn:microsoft.com/office/officeart/2005/8/layout/orgChart1"/>
    <dgm:cxn modelId="{47C70E45-7A69-44F5-AF60-2E456E426431}" srcId="{453F0980-1E55-4769-BE82-2A930EF10637}" destId="{5DEEA594-71BA-4F98-A3D9-DB294D69DE39}" srcOrd="1" destOrd="0" parTransId="{5636BA92-C042-40DF-8DEA-50ED5488022D}" sibTransId="{D3E98C96-DB61-4E1A-B64A-074E3273B1D6}"/>
    <dgm:cxn modelId="{4CB87D47-4EF6-4EB7-A69B-8B07069A9AFD}" type="presOf" srcId="{5DEEA594-71BA-4F98-A3D9-DB294D69DE39}" destId="{67BEAC92-A19A-4E66-88B8-37186310056D}" srcOrd="1" destOrd="0" presId="urn:microsoft.com/office/officeart/2005/8/layout/orgChart1"/>
    <dgm:cxn modelId="{5468EC48-EBCD-4237-8F0F-5356DC7CCE96}" srcId="{453F0980-1E55-4769-BE82-2A930EF10637}" destId="{0597433B-34A3-4DD9-915A-D05517EA6E8B}" srcOrd="0" destOrd="0" parTransId="{8B98FC1F-5108-47C9-A650-3FBA880EF711}" sibTransId="{3BF4D2F2-9914-4664-B8F7-3D6907B39135}"/>
    <dgm:cxn modelId="{C4BB8B56-F073-45E4-A7FB-B5CA231EC3FA}" type="presOf" srcId="{5636BA92-C042-40DF-8DEA-50ED5488022D}" destId="{20216C40-9E52-43AA-BFE9-B5F76C6C38C9}" srcOrd="0" destOrd="0" presId="urn:microsoft.com/office/officeart/2005/8/layout/orgChart1"/>
    <dgm:cxn modelId="{31448A77-5214-483E-9D7F-946F66772FB0}" type="presOf" srcId="{0597433B-34A3-4DD9-915A-D05517EA6E8B}" destId="{91694264-63ED-4D4A-BBC9-E334DCC013A5}" srcOrd="0" destOrd="0" presId="urn:microsoft.com/office/officeart/2005/8/layout/orgChart1"/>
    <dgm:cxn modelId="{EA6DA878-FEFA-45A5-AB4E-ED6E610C043A}" type="presOf" srcId="{453F0980-1E55-4769-BE82-2A930EF10637}" destId="{9E4FB3C1-199D-4298-B805-9A23F7B33A25}" srcOrd="0" destOrd="0" presId="urn:microsoft.com/office/officeart/2005/8/layout/orgChart1"/>
    <dgm:cxn modelId="{5D382B8C-9771-4E5F-A823-70E3C8C731C0}" type="presOf" srcId="{8B98FC1F-5108-47C9-A650-3FBA880EF711}" destId="{B3062456-8AB2-489E-91F5-EE4F65E51498}" srcOrd="0" destOrd="0" presId="urn:microsoft.com/office/officeart/2005/8/layout/orgChart1"/>
    <dgm:cxn modelId="{ECA56BA7-8B52-49C6-83F5-1590AFE61374}" srcId="{2177C73F-2FE2-40C9-9032-1B87A6BE82EE}" destId="{453F0980-1E55-4769-BE82-2A930EF10637}" srcOrd="0" destOrd="0" parTransId="{0FE3B95F-B2D4-4EF5-8503-0F6F3911CED1}" sibTransId="{76E1151E-7475-4FC5-90C4-EAF27205B568}"/>
    <dgm:cxn modelId="{490257D4-79DC-4A6A-BAB0-589258B50BDA}" type="presOf" srcId="{2177C73F-2FE2-40C9-9032-1B87A6BE82EE}" destId="{9D4159A4-2AFB-43A3-8889-FF6446450A7D}" srcOrd="0" destOrd="0" presId="urn:microsoft.com/office/officeart/2005/8/layout/orgChart1"/>
    <dgm:cxn modelId="{CD40CA74-348B-4642-9707-D3F0D6BA91E4}" type="presParOf" srcId="{9D4159A4-2AFB-43A3-8889-FF6446450A7D}" destId="{220BAD07-3685-4ACF-B9A6-2C43083A4E56}" srcOrd="0" destOrd="0" presId="urn:microsoft.com/office/officeart/2005/8/layout/orgChart1"/>
    <dgm:cxn modelId="{162EFCFD-2349-4BA1-83DB-2B3A001F2864}" type="presParOf" srcId="{220BAD07-3685-4ACF-B9A6-2C43083A4E56}" destId="{72667BC1-5F96-4163-B51C-44FC078485DC}" srcOrd="0" destOrd="0" presId="urn:microsoft.com/office/officeart/2005/8/layout/orgChart1"/>
    <dgm:cxn modelId="{494B2D4F-8C71-47D0-BAB6-D291B1F66526}" type="presParOf" srcId="{72667BC1-5F96-4163-B51C-44FC078485DC}" destId="{9E4FB3C1-199D-4298-B805-9A23F7B33A25}" srcOrd="0" destOrd="0" presId="urn:microsoft.com/office/officeart/2005/8/layout/orgChart1"/>
    <dgm:cxn modelId="{F005A8DD-C43F-4FC0-B531-FE54AC2087CB}" type="presParOf" srcId="{72667BC1-5F96-4163-B51C-44FC078485DC}" destId="{5A70476C-C269-4A9E-9D01-4569087D181A}" srcOrd="1" destOrd="0" presId="urn:microsoft.com/office/officeart/2005/8/layout/orgChart1"/>
    <dgm:cxn modelId="{6C2BFE3B-AEBA-45F3-AF10-91DB7005E89F}" type="presParOf" srcId="{220BAD07-3685-4ACF-B9A6-2C43083A4E56}" destId="{435DCC4E-7F9C-462D-89FA-DD10813A243E}" srcOrd="1" destOrd="0" presId="urn:microsoft.com/office/officeart/2005/8/layout/orgChart1"/>
    <dgm:cxn modelId="{0F93126C-A690-4530-BDAA-C7C487589B26}" type="presParOf" srcId="{435DCC4E-7F9C-462D-89FA-DD10813A243E}" destId="{B3062456-8AB2-489E-91F5-EE4F65E51498}" srcOrd="0" destOrd="0" presId="urn:microsoft.com/office/officeart/2005/8/layout/orgChart1"/>
    <dgm:cxn modelId="{03317463-06A2-4D4F-82CC-78742A74F71D}" type="presParOf" srcId="{435DCC4E-7F9C-462D-89FA-DD10813A243E}" destId="{CAE368B2-125C-4E95-A6E3-A31A631195D6}" srcOrd="1" destOrd="0" presId="urn:microsoft.com/office/officeart/2005/8/layout/orgChart1"/>
    <dgm:cxn modelId="{971B8AF3-43E6-4764-877C-936CD12A4315}" type="presParOf" srcId="{CAE368B2-125C-4E95-A6E3-A31A631195D6}" destId="{7A410CF1-D29E-4AFE-B8FE-208AEE817CB9}" srcOrd="0" destOrd="0" presId="urn:microsoft.com/office/officeart/2005/8/layout/orgChart1"/>
    <dgm:cxn modelId="{894079B1-5BAB-4153-A0BD-FC1EE8641C0A}" type="presParOf" srcId="{7A410CF1-D29E-4AFE-B8FE-208AEE817CB9}" destId="{91694264-63ED-4D4A-BBC9-E334DCC013A5}" srcOrd="0" destOrd="0" presId="urn:microsoft.com/office/officeart/2005/8/layout/orgChart1"/>
    <dgm:cxn modelId="{9E675082-195F-46AF-8195-8514ADD7DCDF}" type="presParOf" srcId="{7A410CF1-D29E-4AFE-B8FE-208AEE817CB9}" destId="{09276381-9B11-46F3-9DD5-5B77DDD0E8F6}" srcOrd="1" destOrd="0" presId="urn:microsoft.com/office/officeart/2005/8/layout/orgChart1"/>
    <dgm:cxn modelId="{FBE93F15-87F8-4F19-9E83-7C55DA543F19}" type="presParOf" srcId="{CAE368B2-125C-4E95-A6E3-A31A631195D6}" destId="{50CDE8FF-3FC3-4F4B-AFEE-C9A0B145D832}" srcOrd="1" destOrd="0" presId="urn:microsoft.com/office/officeart/2005/8/layout/orgChart1"/>
    <dgm:cxn modelId="{BFD084A0-5223-429C-9669-21E7442F26E6}" type="presParOf" srcId="{CAE368B2-125C-4E95-A6E3-A31A631195D6}" destId="{8AD0A988-55DC-4AB5-A7DF-82FBDC80DB8E}" srcOrd="2" destOrd="0" presId="urn:microsoft.com/office/officeart/2005/8/layout/orgChart1"/>
    <dgm:cxn modelId="{8BB03465-4AB2-4371-A2D0-FCDD6A24593A}" type="presParOf" srcId="{435DCC4E-7F9C-462D-89FA-DD10813A243E}" destId="{20216C40-9E52-43AA-BFE9-B5F76C6C38C9}" srcOrd="2" destOrd="0" presId="urn:microsoft.com/office/officeart/2005/8/layout/orgChart1"/>
    <dgm:cxn modelId="{2F32B557-E23C-4BC2-941A-7E779075643F}" type="presParOf" srcId="{435DCC4E-7F9C-462D-89FA-DD10813A243E}" destId="{11A655D2-03B6-495B-BA18-0C1B22C45DAA}" srcOrd="3" destOrd="0" presId="urn:microsoft.com/office/officeart/2005/8/layout/orgChart1"/>
    <dgm:cxn modelId="{8F5ACC33-5268-4F72-87E9-8BA80AF53566}" type="presParOf" srcId="{11A655D2-03B6-495B-BA18-0C1B22C45DAA}" destId="{87227AA5-709A-4B67-BFD3-97909F8B488E}" srcOrd="0" destOrd="0" presId="urn:microsoft.com/office/officeart/2005/8/layout/orgChart1"/>
    <dgm:cxn modelId="{1B8230B3-DC59-4544-A020-C5F1E7DBE159}" type="presParOf" srcId="{87227AA5-709A-4B67-BFD3-97909F8B488E}" destId="{DEBB3656-7474-4C1E-AE44-99F69EF50DA1}" srcOrd="0" destOrd="0" presId="urn:microsoft.com/office/officeart/2005/8/layout/orgChart1"/>
    <dgm:cxn modelId="{7283D449-FD3B-4307-AEB0-2DB1C719FC60}" type="presParOf" srcId="{87227AA5-709A-4B67-BFD3-97909F8B488E}" destId="{67BEAC92-A19A-4E66-88B8-37186310056D}" srcOrd="1" destOrd="0" presId="urn:microsoft.com/office/officeart/2005/8/layout/orgChart1"/>
    <dgm:cxn modelId="{4E75F8BE-92F7-4E76-8D24-49EBC67947CB}" type="presParOf" srcId="{11A655D2-03B6-495B-BA18-0C1B22C45DAA}" destId="{0DEE116A-AAD2-4671-ADF9-FBDC11883435}" srcOrd="1" destOrd="0" presId="urn:microsoft.com/office/officeart/2005/8/layout/orgChart1"/>
    <dgm:cxn modelId="{01133FF6-ECF9-4AFD-9346-B03D1E735F25}" type="presParOf" srcId="{11A655D2-03B6-495B-BA18-0C1B22C45DAA}" destId="{51D18A63-BCBA-4C15-9847-F26994E39544}" srcOrd="2" destOrd="0" presId="urn:microsoft.com/office/officeart/2005/8/layout/orgChart1"/>
    <dgm:cxn modelId="{A85A4B88-3141-4E71-8903-4FD6C495A777}" type="presParOf" srcId="{220BAD07-3685-4ACF-B9A6-2C43083A4E56}" destId="{775AEE68-56AE-4499-A860-8143CFA557F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77C73F-2FE2-40C9-9032-1B87A6BE82EE}"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US"/>
        </a:p>
      </dgm:t>
    </dgm:pt>
    <dgm:pt modelId="{453F0980-1E55-4769-BE82-2A930EF10637}">
      <dgm:prSet phldrT="[Text]" phldr="0"/>
      <dgm:spPr/>
      <dgm:t>
        <a:bodyPr/>
        <a:lstStyle/>
        <a:p>
          <a:pPr rtl="0"/>
          <a:r>
            <a:rPr lang="en-US" b="1">
              <a:latin typeface="Calibri Light" panose="020F0302020204030204"/>
            </a:rPr>
            <a:t>Updated Services</a:t>
          </a:r>
          <a:endParaRPr lang="en-US" b="1"/>
        </a:p>
      </dgm:t>
    </dgm:pt>
    <dgm:pt modelId="{0FE3B95F-B2D4-4EF5-8503-0F6F3911CED1}" type="parTrans" cxnId="{ECA56BA7-8B52-49C6-83F5-1590AFE61374}">
      <dgm:prSet/>
      <dgm:spPr/>
      <dgm:t>
        <a:bodyPr/>
        <a:lstStyle/>
        <a:p>
          <a:endParaRPr lang="en-US"/>
        </a:p>
      </dgm:t>
    </dgm:pt>
    <dgm:pt modelId="{76E1151E-7475-4FC5-90C4-EAF27205B568}" type="sibTrans" cxnId="{ECA56BA7-8B52-49C6-83F5-1590AFE61374}">
      <dgm:prSet/>
      <dgm:spPr/>
      <dgm:t>
        <a:bodyPr/>
        <a:lstStyle/>
        <a:p>
          <a:endParaRPr lang="en-US"/>
        </a:p>
      </dgm:t>
    </dgm:pt>
    <dgm:pt modelId="{0597433B-34A3-4DD9-915A-D05517EA6E8B}">
      <dgm:prSet phldrT="[Text]" phldr="0"/>
      <dgm:spPr/>
      <dgm:t>
        <a:bodyPr/>
        <a:lstStyle/>
        <a:p>
          <a:pPr rtl="0"/>
          <a:r>
            <a:rPr lang="en-US">
              <a:latin typeface="Calibri Light" panose="020F0302020204030204"/>
            </a:rPr>
            <a:t>20 Day staff</a:t>
          </a:r>
          <a:endParaRPr lang="en-US"/>
        </a:p>
      </dgm:t>
    </dgm:pt>
    <dgm:pt modelId="{8B98FC1F-5108-47C9-A650-3FBA880EF711}" type="parTrans" cxnId="{5468EC48-EBCD-4237-8F0F-5356DC7CCE96}">
      <dgm:prSet/>
      <dgm:spPr/>
      <dgm:t>
        <a:bodyPr/>
        <a:lstStyle/>
        <a:p>
          <a:endParaRPr lang="en-US"/>
        </a:p>
      </dgm:t>
    </dgm:pt>
    <dgm:pt modelId="{3BF4D2F2-9914-4664-B8F7-3D6907B39135}" type="sibTrans" cxnId="{5468EC48-EBCD-4237-8F0F-5356DC7CCE96}">
      <dgm:prSet/>
      <dgm:spPr/>
      <dgm:t>
        <a:bodyPr/>
        <a:lstStyle/>
        <a:p>
          <a:endParaRPr lang="en-US"/>
        </a:p>
      </dgm:t>
    </dgm:pt>
    <dgm:pt modelId="{5DEEA594-71BA-4F98-A3D9-DB294D69DE39}">
      <dgm:prSet phldrT="[Text]" phldr="0"/>
      <dgm:spPr/>
      <dgm:t>
        <a:bodyPr/>
        <a:lstStyle/>
        <a:p>
          <a:pPr rtl="0"/>
          <a:r>
            <a:rPr lang="en-US">
              <a:latin typeface="Calibri Light" panose="020F0302020204030204"/>
            </a:rPr>
            <a:t>9 Employment staff</a:t>
          </a:r>
          <a:endParaRPr lang="en-US"/>
        </a:p>
      </dgm:t>
    </dgm:pt>
    <dgm:pt modelId="{5636BA92-C042-40DF-8DEA-50ED5488022D}" type="parTrans" cxnId="{47C70E45-7A69-44F5-AF60-2E456E426431}">
      <dgm:prSet/>
      <dgm:spPr/>
      <dgm:t>
        <a:bodyPr/>
        <a:lstStyle/>
        <a:p>
          <a:endParaRPr lang="en-US"/>
        </a:p>
      </dgm:t>
    </dgm:pt>
    <dgm:pt modelId="{D3E98C96-DB61-4E1A-B64A-074E3273B1D6}" type="sibTrans" cxnId="{47C70E45-7A69-44F5-AF60-2E456E426431}">
      <dgm:prSet/>
      <dgm:spPr/>
      <dgm:t>
        <a:bodyPr/>
        <a:lstStyle/>
        <a:p>
          <a:endParaRPr lang="en-US"/>
        </a:p>
      </dgm:t>
    </dgm:pt>
    <dgm:pt modelId="{9D4159A4-2AFB-43A3-8889-FF6446450A7D}" type="pres">
      <dgm:prSet presAssocID="{2177C73F-2FE2-40C9-9032-1B87A6BE82EE}" presName="hierChild1" presStyleCnt="0">
        <dgm:presLayoutVars>
          <dgm:orgChart val="1"/>
          <dgm:chPref val="1"/>
          <dgm:dir/>
          <dgm:animOne val="branch"/>
          <dgm:animLvl val="lvl"/>
          <dgm:resizeHandles/>
        </dgm:presLayoutVars>
      </dgm:prSet>
      <dgm:spPr/>
    </dgm:pt>
    <dgm:pt modelId="{220BAD07-3685-4ACF-B9A6-2C43083A4E56}" type="pres">
      <dgm:prSet presAssocID="{453F0980-1E55-4769-BE82-2A930EF10637}" presName="hierRoot1" presStyleCnt="0">
        <dgm:presLayoutVars>
          <dgm:hierBranch val="init"/>
        </dgm:presLayoutVars>
      </dgm:prSet>
      <dgm:spPr/>
    </dgm:pt>
    <dgm:pt modelId="{72667BC1-5F96-4163-B51C-44FC078485DC}" type="pres">
      <dgm:prSet presAssocID="{453F0980-1E55-4769-BE82-2A930EF10637}" presName="rootComposite1" presStyleCnt="0"/>
      <dgm:spPr/>
    </dgm:pt>
    <dgm:pt modelId="{9E4FB3C1-199D-4298-B805-9A23F7B33A25}" type="pres">
      <dgm:prSet presAssocID="{453F0980-1E55-4769-BE82-2A930EF10637}" presName="rootText1" presStyleLbl="node0" presStyleIdx="0" presStyleCnt="1">
        <dgm:presLayoutVars>
          <dgm:chPref val="3"/>
        </dgm:presLayoutVars>
      </dgm:prSet>
      <dgm:spPr/>
    </dgm:pt>
    <dgm:pt modelId="{5A70476C-C269-4A9E-9D01-4569087D181A}" type="pres">
      <dgm:prSet presAssocID="{453F0980-1E55-4769-BE82-2A930EF10637}" presName="rootConnector1" presStyleLbl="node1" presStyleIdx="0" presStyleCnt="0"/>
      <dgm:spPr/>
    </dgm:pt>
    <dgm:pt modelId="{435DCC4E-7F9C-462D-89FA-DD10813A243E}" type="pres">
      <dgm:prSet presAssocID="{453F0980-1E55-4769-BE82-2A930EF10637}" presName="hierChild2" presStyleCnt="0"/>
      <dgm:spPr/>
    </dgm:pt>
    <dgm:pt modelId="{B3062456-8AB2-489E-91F5-EE4F65E51498}" type="pres">
      <dgm:prSet presAssocID="{8B98FC1F-5108-47C9-A650-3FBA880EF711}" presName="Name37" presStyleLbl="parChTrans1D2" presStyleIdx="0" presStyleCnt="2"/>
      <dgm:spPr/>
    </dgm:pt>
    <dgm:pt modelId="{CAE368B2-125C-4E95-A6E3-A31A631195D6}" type="pres">
      <dgm:prSet presAssocID="{0597433B-34A3-4DD9-915A-D05517EA6E8B}" presName="hierRoot2" presStyleCnt="0">
        <dgm:presLayoutVars>
          <dgm:hierBranch val="init"/>
        </dgm:presLayoutVars>
      </dgm:prSet>
      <dgm:spPr/>
    </dgm:pt>
    <dgm:pt modelId="{7A410CF1-D29E-4AFE-B8FE-208AEE817CB9}" type="pres">
      <dgm:prSet presAssocID="{0597433B-34A3-4DD9-915A-D05517EA6E8B}" presName="rootComposite" presStyleCnt="0"/>
      <dgm:spPr/>
    </dgm:pt>
    <dgm:pt modelId="{91694264-63ED-4D4A-BBC9-E334DCC013A5}" type="pres">
      <dgm:prSet presAssocID="{0597433B-34A3-4DD9-915A-D05517EA6E8B}" presName="rootText" presStyleLbl="node2" presStyleIdx="0" presStyleCnt="2">
        <dgm:presLayoutVars>
          <dgm:chPref val="3"/>
        </dgm:presLayoutVars>
      </dgm:prSet>
      <dgm:spPr/>
    </dgm:pt>
    <dgm:pt modelId="{09276381-9B11-46F3-9DD5-5B77DDD0E8F6}" type="pres">
      <dgm:prSet presAssocID="{0597433B-34A3-4DD9-915A-D05517EA6E8B}" presName="rootConnector" presStyleLbl="node2" presStyleIdx="0" presStyleCnt="2"/>
      <dgm:spPr/>
    </dgm:pt>
    <dgm:pt modelId="{50CDE8FF-3FC3-4F4B-AFEE-C9A0B145D832}" type="pres">
      <dgm:prSet presAssocID="{0597433B-34A3-4DD9-915A-D05517EA6E8B}" presName="hierChild4" presStyleCnt="0"/>
      <dgm:spPr/>
    </dgm:pt>
    <dgm:pt modelId="{8AD0A988-55DC-4AB5-A7DF-82FBDC80DB8E}" type="pres">
      <dgm:prSet presAssocID="{0597433B-34A3-4DD9-915A-D05517EA6E8B}" presName="hierChild5" presStyleCnt="0"/>
      <dgm:spPr/>
    </dgm:pt>
    <dgm:pt modelId="{20216C40-9E52-43AA-BFE9-B5F76C6C38C9}" type="pres">
      <dgm:prSet presAssocID="{5636BA92-C042-40DF-8DEA-50ED5488022D}" presName="Name37" presStyleLbl="parChTrans1D2" presStyleIdx="1" presStyleCnt="2"/>
      <dgm:spPr/>
    </dgm:pt>
    <dgm:pt modelId="{11A655D2-03B6-495B-BA18-0C1B22C45DAA}" type="pres">
      <dgm:prSet presAssocID="{5DEEA594-71BA-4F98-A3D9-DB294D69DE39}" presName="hierRoot2" presStyleCnt="0">
        <dgm:presLayoutVars>
          <dgm:hierBranch val="init"/>
        </dgm:presLayoutVars>
      </dgm:prSet>
      <dgm:spPr/>
    </dgm:pt>
    <dgm:pt modelId="{87227AA5-709A-4B67-BFD3-97909F8B488E}" type="pres">
      <dgm:prSet presAssocID="{5DEEA594-71BA-4F98-A3D9-DB294D69DE39}" presName="rootComposite" presStyleCnt="0"/>
      <dgm:spPr/>
    </dgm:pt>
    <dgm:pt modelId="{DEBB3656-7474-4C1E-AE44-99F69EF50DA1}" type="pres">
      <dgm:prSet presAssocID="{5DEEA594-71BA-4F98-A3D9-DB294D69DE39}" presName="rootText" presStyleLbl="node2" presStyleIdx="1" presStyleCnt="2">
        <dgm:presLayoutVars>
          <dgm:chPref val="3"/>
        </dgm:presLayoutVars>
      </dgm:prSet>
      <dgm:spPr/>
    </dgm:pt>
    <dgm:pt modelId="{67BEAC92-A19A-4E66-88B8-37186310056D}" type="pres">
      <dgm:prSet presAssocID="{5DEEA594-71BA-4F98-A3D9-DB294D69DE39}" presName="rootConnector" presStyleLbl="node2" presStyleIdx="1" presStyleCnt="2"/>
      <dgm:spPr/>
    </dgm:pt>
    <dgm:pt modelId="{0DEE116A-AAD2-4671-ADF9-FBDC11883435}" type="pres">
      <dgm:prSet presAssocID="{5DEEA594-71BA-4F98-A3D9-DB294D69DE39}" presName="hierChild4" presStyleCnt="0"/>
      <dgm:spPr/>
    </dgm:pt>
    <dgm:pt modelId="{51D18A63-BCBA-4C15-9847-F26994E39544}" type="pres">
      <dgm:prSet presAssocID="{5DEEA594-71BA-4F98-A3D9-DB294D69DE39}" presName="hierChild5" presStyleCnt="0"/>
      <dgm:spPr/>
    </dgm:pt>
    <dgm:pt modelId="{775AEE68-56AE-4499-A860-8143CFA557FB}" type="pres">
      <dgm:prSet presAssocID="{453F0980-1E55-4769-BE82-2A930EF10637}" presName="hierChild3" presStyleCnt="0"/>
      <dgm:spPr/>
    </dgm:pt>
  </dgm:ptLst>
  <dgm:cxnLst>
    <dgm:cxn modelId="{5C257A0D-890F-46ED-8272-D15150D36E29}" type="presOf" srcId="{0597433B-34A3-4DD9-915A-D05517EA6E8B}" destId="{91694264-63ED-4D4A-BBC9-E334DCC013A5}" srcOrd="0" destOrd="0" presId="urn:microsoft.com/office/officeart/2005/8/layout/orgChart1"/>
    <dgm:cxn modelId="{B707C61A-A23F-45C8-8A9C-55B9050E70DF}" type="presOf" srcId="{5636BA92-C042-40DF-8DEA-50ED5488022D}" destId="{20216C40-9E52-43AA-BFE9-B5F76C6C38C9}" srcOrd="0" destOrd="0" presId="urn:microsoft.com/office/officeart/2005/8/layout/orgChart1"/>
    <dgm:cxn modelId="{71A85428-CD06-469C-92A3-FF4C869DBD53}" type="presOf" srcId="{0597433B-34A3-4DD9-915A-D05517EA6E8B}" destId="{09276381-9B11-46F3-9DD5-5B77DDD0E8F6}" srcOrd="1" destOrd="0" presId="urn:microsoft.com/office/officeart/2005/8/layout/orgChart1"/>
    <dgm:cxn modelId="{CB8D7429-4383-4D6D-9EC2-71B5B6876199}" type="presOf" srcId="{453F0980-1E55-4769-BE82-2A930EF10637}" destId="{5A70476C-C269-4A9E-9D01-4569087D181A}" srcOrd="1" destOrd="0" presId="urn:microsoft.com/office/officeart/2005/8/layout/orgChart1"/>
    <dgm:cxn modelId="{47C70E45-7A69-44F5-AF60-2E456E426431}" srcId="{453F0980-1E55-4769-BE82-2A930EF10637}" destId="{5DEEA594-71BA-4F98-A3D9-DB294D69DE39}" srcOrd="1" destOrd="0" parTransId="{5636BA92-C042-40DF-8DEA-50ED5488022D}" sibTransId="{D3E98C96-DB61-4E1A-B64A-074E3273B1D6}"/>
    <dgm:cxn modelId="{5468EC48-EBCD-4237-8F0F-5356DC7CCE96}" srcId="{453F0980-1E55-4769-BE82-2A930EF10637}" destId="{0597433B-34A3-4DD9-915A-D05517EA6E8B}" srcOrd="0" destOrd="0" parTransId="{8B98FC1F-5108-47C9-A650-3FBA880EF711}" sibTransId="{3BF4D2F2-9914-4664-B8F7-3D6907B39135}"/>
    <dgm:cxn modelId="{53E727A3-39B9-4EA0-9609-9BCF8C90BB7D}" type="presOf" srcId="{453F0980-1E55-4769-BE82-2A930EF10637}" destId="{9E4FB3C1-199D-4298-B805-9A23F7B33A25}" srcOrd="0" destOrd="0" presId="urn:microsoft.com/office/officeart/2005/8/layout/orgChart1"/>
    <dgm:cxn modelId="{B8B396A6-5714-43CA-ABB1-8B0DC0D2A1E0}" type="presOf" srcId="{5DEEA594-71BA-4F98-A3D9-DB294D69DE39}" destId="{67BEAC92-A19A-4E66-88B8-37186310056D}" srcOrd="1" destOrd="0" presId="urn:microsoft.com/office/officeart/2005/8/layout/orgChart1"/>
    <dgm:cxn modelId="{ECA56BA7-8B52-49C6-83F5-1590AFE61374}" srcId="{2177C73F-2FE2-40C9-9032-1B87A6BE82EE}" destId="{453F0980-1E55-4769-BE82-2A930EF10637}" srcOrd="0" destOrd="0" parTransId="{0FE3B95F-B2D4-4EF5-8503-0F6F3911CED1}" sibTransId="{76E1151E-7475-4FC5-90C4-EAF27205B568}"/>
    <dgm:cxn modelId="{490257D4-79DC-4A6A-BAB0-589258B50BDA}" type="presOf" srcId="{2177C73F-2FE2-40C9-9032-1B87A6BE82EE}" destId="{9D4159A4-2AFB-43A3-8889-FF6446450A7D}" srcOrd="0" destOrd="0" presId="urn:microsoft.com/office/officeart/2005/8/layout/orgChart1"/>
    <dgm:cxn modelId="{2E22AEDA-2D8B-4B54-B199-BC5FD17FF3DE}" type="presOf" srcId="{8B98FC1F-5108-47C9-A650-3FBA880EF711}" destId="{B3062456-8AB2-489E-91F5-EE4F65E51498}" srcOrd="0" destOrd="0" presId="urn:microsoft.com/office/officeart/2005/8/layout/orgChart1"/>
    <dgm:cxn modelId="{620BFFE6-EEE5-4DC8-ADC3-3C4F27E8CCCB}" type="presOf" srcId="{5DEEA594-71BA-4F98-A3D9-DB294D69DE39}" destId="{DEBB3656-7474-4C1E-AE44-99F69EF50DA1}" srcOrd="0" destOrd="0" presId="urn:microsoft.com/office/officeart/2005/8/layout/orgChart1"/>
    <dgm:cxn modelId="{CD40CA74-348B-4642-9707-D3F0D6BA91E4}" type="presParOf" srcId="{9D4159A4-2AFB-43A3-8889-FF6446450A7D}" destId="{220BAD07-3685-4ACF-B9A6-2C43083A4E56}" srcOrd="0" destOrd="0" presId="urn:microsoft.com/office/officeart/2005/8/layout/orgChart1"/>
    <dgm:cxn modelId="{162EFCFD-2349-4BA1-83DB-2B3A001F2864}" type="presParOf" srcId="{220BAD07-3685-4ACF-B9A6-2C43083A4E56}" destId="{72667BC1-5F96-4163-B51C-44FC078485DC}" srcOrd="0" destOrd="0" presId="urn:microsoft.com/office/officeart/2005/8/layout/orgChart1"/>
    <dgm:cxn modelId="{4993245A-FFC5-4083-8C25-AE09CC44C4BA}" type="presParOf" srcId="{72667BC1-5F96-4163-B51C-44FC078485DC}" destId="{9E4FB3C1-199D-4298-B805-9A23F7B33A25}" srcOrd="0" destOrd="0" presId="urn:microsoft.com/office/officeart/2005/8/layout/orgChart1"/>
    <dgm:cxn modelId="{0D5358D0-5654-40F0-A6E0-026772048EAA}" type="presParOf" srcId="{72667BC1-5F96-4163-B51C-44FC078485DC}" destId="{5A70476C-C269-4A9E-9D01-4569087D181A}" srcOrd="1" destOrd="0" presId="urn:microsoft.com/office/officeart/2005/8/layout/orgChart1"/>
    <dgm:cxn modelId="{6C2BFE3B-AEBA-45F3-AF10-91DB7005E89F}" type="presParOf" srcId="{220BAD07-3685-4ACF-B9A6-2C43083A4E56}" destId="{435DCC4E-7F9C-462D-89FA-DD10813A243E}" srcOrd="1" destOrd="0" presId="urn:microsoft.com/office/officeart/2005/8/layout/orgChart1"/>
    <dgm:cxn modelId="{D2BC0E4C-39AB-4E6E-9BC7-C19C1127AA39}" type="presParOf" srcId="{435DCC4E-7F9C-462D-89FA-DD10813A243E}" destId="{B3062456-8AB2-489E-91F5-EE4F65E51498}" srcOrd="0" destOrd="0" presId="urn:microsoft.com/office/officeart/2005/8/layout/orgChart1"/>
    <dgm:cxn modelId="{954E5ECF-45C6-45CC-A659-4B26126BB1B5}" type="presParOf" srcId="{435DCC4E-7F9C-462D-89FA-DD10813A243E}" destId="{CAE368B2-125C-4E95-A6E3-A31A631195D6}" srcOrd="1" destOrd="0" presId="urn:microsoft.com/office/officeart/2005/8/layout/orgChart1"/>
    <dgm:cxn modelId="{1F173D3A-8A2A-4C85-88EF-F5B7A64230AC}" type="presParOf" srcId="{CAE368B2-125C-4E95-A6E3-A31A631195D6}" destId="{7A410CF1-D29E-4AFE-B8FE-208AEE817CB9}" srcOrd="0" destOrd="0" presId="urn:microsoft.com/office/officeart/2005/8/layout/orgChart1"/>
    <dgm:cxn modelId="{7C9D5AF1-B8F0-4A03-B62C-9E44CBFC7063}" type="presParOf" srcId="{7A410CF1-D29E-4AFE-B8FE-208AEE817CB9}" destId="{91694264-63ED-4D4A-BBC9-E334DCC013A5}" srcOrd="0" destOrd="0" presId="urn:microsoft.com/office/officeart/2005/8/layout/orgChart1"/>
    <dgm:cxn modelId="{215A8E27-19B5-4706-842D-CC3DBA05F161}" type="presParOf" srcId="{7A410CF1-D29E-4AFE-B8FE-208AEE817CB9}" destId="{09276381-9B11-46F3-9DD5-5B77DDD0E8F6}" srcOrd="1" destOrd="0" presId="urn:microsoft.com/office/officeart/2005/8/layout/orgChart1"/>
    <dgm:cxn modelId="{4E5B8ADE-9D90-405F-B916-C2CF9C5C4D03}" type="presParOf" srcId="{CAE368B2-125C-4E95-A6E3-A31A631195D6}" destId="{50CDE8FF-3FC3-4F4B-AFEE-C9A0B145D832}" srcOrd="1" destOrd="0" presId="urn:microsoft.com/office/officeart/2005/8/layout/orgChart1"/>
    <dgm:cxn modelId="{84BD7048-852D-4877-A0C1-967B386E0242}" type="presParOf" srcId="{CAE368B2-125C-4E95-A6E3-A31A631195D6}" destId="{8AD0A988-55DC-4AB5-A7DF-82FBDC80DB8E}" srcOrd="2" destOrd="0" presId="urn:microsoft.com/office/officeart/2005/8/layout/orgChart1"/>
    <dgm:cxn modelId="{B92F7AE8-4E01-4EA2-9B36-2E5B86A6D6A9}" type="presParOf" srcId="{435DCC4E-7F9C-462D-89FA-DD10813A243E}" destId="{20216C40-9E52-43AA-BFE9-B5F76C6C38C9}" srcOrd="2" destOrd="0" presId="urn:microsoft.com/office/officeart/2005/8/layout/orgChart1"/>
    <dgm:cxn modelId="{20A6687E-65C8-477E-A1FB-E86C88DD71B1}" type="presParOf" srcId="{435DCC4E-7F9C-462D-89FA-DD10813A243E}" destId="{11A655D2-03B6-495B-BA18-0C1B22C45DAA}" srcOrd="3" destOrd="0" presId="urn:microsoft.com/office/officeart/2005/8/layout/orgChart1"/>
    <dgm:cxn modelId="{1FF04A52-B00B-4757-8326-224B4CC12507}" type="presParOf" srcId="{11A655D2-03B6-495B-BA18-0C1B22C45DAA}" destId="{87227AA5-709A-4B67-BFD3-97909F8B488E}" srcOrd="0" destOrd="0" presId="urn:microsoft.com/office/officeart/2005/8/layout/orgChart1"/>
    <dgm:cxn modelId="{D40AC405-A6D8-400F-917A-D1C08AD7A94C}" type="presParOf" srcId="{87227AA5-709A-4B67-BFD3-97909F8B488E}" destId="{DEBB3656-7474-4C1E-AE44-99F69EF50DA1}" srcOrd="0" destOrd="0" presId="urn:microsoft.com/office/officeart/2005/8/layout/orgChart1"/>
    <dgm:cxn modelId="{66A00C42-C5BD-4834-BEEF-AA6BC73D296C}" type="presParOf" srcId="{87227AA5-709A-4B67-BFD3-97909F8B488E}" destId="{67BEAC92-A19A-4E66-88B8-37186310056D}" srcOrd="1" destOrd="0" presId="urn:microsoft.com/office/officeart/2005/8/layout/orgChart1"/>
    <dgm:cxn modelId="{AD95C021-21BB-4EFB-9933-13B303D25E2E}" type="presParOf" srcId="{11A655D2-03B6-495B-BA18-0C1B22C45DAA}" destId="{0DEE116A-AAD2-4671-ADF9-FBDC11883435}" srcOrd="1" destOrd="0" presId="urn:microsoft.com/office/officeart/2005/8/layout/orgChart1"/>
    <dgm:cxn modelId="{882C2978-1153-4A2F-AAF7-84DCB209D611}" type="presParOf" srcId="{11A655D2-03B6-495B-BA18-0C1B22C45DAA}" destId="{51D18A63-BCBA-4C15-9847-F26994E39544}" srcOrd="2" destOrd="0" presId="urn:microsoft.com/office/officeart/2005/8/layout/orgChart1"/>
    <dgm:cxn modelId="{A85A4B88-3141-4E71-8903-4FD6C495A777}" type="presParOf" srcId="{220BAD07-3685-4ACF-B9A6-2C43083A4E56}" destId="{775AEE68-56AE-4499-A860-8143CFA557FB}" srcOrd="2" destOrd="0" presId="urn:microsoft.com/office/officeart/2005/8/layout/orgChar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ABE5F4-F886-44F9-ABBC-F3ECE5B733E9}">
      <dsp:nvSpPr>
        <dsp:cNvPr id="0" name=""/>
        <dsp:cNvSpPr/>
      </dsp:nvSpPr>
      <dsp:spPr>
        <a:xfrm>
          <a:off x="75506" y="0"/>
          <a:ext cx="6315596" cy="3947248"/>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DB7D5-2F1E-4296-835C-CC1C784406B9}">
      <dsp:nvSpPr>
        <dsp:cNvPr id="0" name=""/>
        <dsp:cNvSpPr/>
      </dsp:nvSpPr>
      <dsp:spPr>
        <a:xfrm>
          <a:off x="697592" y="2935173"/>
          <a:ext cx="145258" cy="1452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857A0-90D1-4A4F-8FF5-16E606178F26}">
      <dsp:nvSpPr>
        <dsp:cNvPr id="0" name=""/>
        <dsp:cNvSpPr/>
      </dsp:nvSpPr>
      <dsp:spPr>
        <a:xfrm>
          <a:off x="770222" y="3007802"/>
          <a:ext cx="827343" cy="939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970"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History</a:t>
          </a:r>
        </a:p>
      </dsp:txBody>
      <dsp:txXfrm>
        <a:off x="770222" y="3007802"/>
        <a:ext cx="827343" cy="939445"/>
      </dsp:txXfrm>
    </dsp:sp>
    <dsp:sp modelId="{E436054C-F2CB-4925-A509-C057C98F18F8}">
      <dsp:nvSpPr>
        <dsp:cNvPr id="0" name=""/>
        <dsp:cNvSpPr/>
      </dsp:nvSpPr>
      <dsp:spPr>
        <a:xfrm>
          <a:off x="1483884" y="2179670"/>
          <a:ext cx="227361" cy="22736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B93F16-26DC-4B02-93F3-B4DDEA854A2D}">
      <dsp:nvSpPr>
        <dsp:cNvPr id="0" name=""/>
        <dsp:cNvSpPr/>
      </dsp:nvSpPr>
      <dsp:spPr>
        <a:xfrm>
          <a:off x="1597565" y="2293351"/>
          <a:ext cx="1048389" cy="1653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Federal policy and legislation</a:t>
          </a:r>
          <a:endParaRPr lang="en-US" sz="1700" kern="1200"/>
        </a:p>
      </dsp:txBody>
      <dsp:txXfrm>
        <a:off x="1597565" y="2293351"/>
        <a:ext cx="1048389" cy="1653896"/>
      </dsp:txXfrm>
    </dsp:sp>
    <dsp:sp modelId="{4FBF8622-A389-4E52-BE30-D1DF93D2E7AF}">
      <dsp:nvSpPr>
        <dsp:cNvPr id="0" name=""/>
        <dsp:cNvSpPr/>
      </dsp:nvSpPr>
      <dsp:spPr>
        <a:xfrm>
          <a:off x="2494380" y="1577320"/>
          <a:ext cx="303148" cy="3031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7893AC-1E0A-47FF-A9E2-52F5F65F0FCD}">
      <dsp:nvSpPr>
        <dsp:cNvPr id="0" name=""/>
        <dsp:cNvSpPr/>
      </dsp:nvSpPr>
      <dsp:spPr>
        <a:xfrm>
          <a:off x="2645954" y="1728894"/>
          <a:ext cx="1218910" cy="221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632"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State policy and legislation</a:t>
          </a:r>
          <a:endParaRPr lang="en-US" sz="1700" kern="1200"/>
        </a:p>
      </dsp:txBody>
      <dsp:txXfrm>
        <a:off x="2645954" y="1728894"/>
        <a:ext cx="1218910" cy="2218353"/>
      </dsp:txXfrm>
    </dsp:sp>
    <dsp:sp modelId="{C5619AA7-2B92-4F4F-BFE9-B753D5C48A59}">
      <dsp:nvSpPr>
        <dsp:cNvPr id="0" name=""/>
        <dsp:cNvSpPr/>
      </dsp:nvSpPr>
      <dsp:spPr>
        <a:xfrm>
          <a:off x="3669081" y="1106808"/>
          <a:ext cx="391567" cy="39156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2E7C42-B598-478E-872A-33DFF2A8E79D}">
      <dsp:nvSpPr>
        <dsp:cNvPr id="0" name=""/>
        <dsp:cNvSpPr/>
      </dsp:nvSpPr>
      <dsp:spPr>
        <a:xfrm>
          <a:off x="3864864" y="1302591"/>
          <a:ext cx="1263119" cy="2644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483" tIns="0" rIns="0" bIns="0" numCol="1" spcCol="1270" anchor="t" anchorCtr="0">
          <a:noAutofit/>
        </a:bodyPr>
        <a:lstStyle/>
        <a:p>
          <a:pPr marL="0" lvl="0" indent="0" algn="l" defTabSz="755650" rtl="0">
            <a:lnSpc>
              <a:spcPct val="90000"/>
            </a:lnSpc>
            <a:spcBef>
              <a:spcPct val="0"/>
            </a:spcBef>
            <a:spcAft>
              <a:spcPct val="35000"/>
            </a:spcAft>
            <a:buNone/>
          </a:pPr>
          <a:r>
            <a:rPr lang="en-US" sz="1700" kern="1200">
              <a:latin typeface="Calibri Light" panose="020F0302020204030204"/>
            </a:rPr>
            <a:t>Best Practices</a:t>
          </a:r>
          <a:endParaRPr lang="en-US" sz="1700" kern="1200"/>
        </a:p>
      </dsp:txBody>
      <dsp:txXfrm>
        <a:off x="3864864" y="1302591"/>
        <a:ext cx="1263119" cy="2644656"/>
      </dsp:txXfrm>
    </dsp:sp>
    <dsp:sp modelId="{B3853BEE-6EB9-4BF5-8B3F-62913E8657B4}">
      <dsp:nvSpPr>
        <dsp:cNvPr id="0" name=""/>
        <dsp:cNvSpPr/>
      </dsp:nvSpPr>
      <dsp:spPr>
        <a:xfrm>
          <a:off x="4878517" y="792607"/>
          <a:ext cx="498932" cy="49893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A8B72F-090E-434E-B919-46CA3E7DAC42}">
      <dsp:nvSpPr>
        <dsp:cNvPr id="0" name=""/>
        <dsp:cNvSpPr/>
      </dsp:nvSpPr>
      <dsp:spPr>
        <a:xfrm>
          <a:off x="5127984" y="1042073"/>
          <a:ext cx="1263119" cy="290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374" tIns="0" rIns="0" bIns="0" numCol="1" spcCol="1270" anchor="t" anchorCtr="0">
          <a:noAutofit/>
        </a:bodyPr>
        <a:lstStyle/>
        <a:p>
          <a:pPr marL="0" lvl="0" indent="0" algn="l" defTabSz="755650">
            <a:lnSpc>
              <a:spcPct val="90000"/>
            </a:lnSpc>
            <a:spcBef>
              <a:spcPct val="0"/>
            </a:spcBef>
            <a:spcAft>
              <a:spcPct val="35000"/>
            </a:spcAft>
            <a:buNone/>
          </a:pPr>
          <a:r>
            <a:rPr lang="en-US" sz="1700" kern="1200">
              <a:latin typeface="Calibri Light" panose="020F0302020204030204"/>
            </a:rPr>
            <a:t>Values</a:t>
          </a:r>
        </a:p>
      </dsp:txBody>
      <dsp:txXfrm>
        <a:off x="5127984" y="1042073"/>
        <a:ext cx="1263119" cy="29051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5C9FEF-7AF4-43A6-B1D5-9B66B366BFF3}">
      <dsp:nvSpPr>
        <dsp:cNvPr id="0" name=""/>
        <dsp:cNvSpPr/>
      </dsp:nvSpPr>
      <dsp:spPr>
        <a:xfrm>
          <a:off x="0" y="531"/>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B6AB2E-4AF4-456D-8772-4AF13187CFEE}">
      <dsp:nvSpPr>
        <dsp:cNvPr id="0" name=""/>
        <dsp:cNvSpPr/>
      </dsp:nvSpPr>
      <dsp:spPr>
        <a:xfrm>
          <a:off x="0" y="531"/>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Financial</a:t>
          </a:r>
        </a:p>
      </dsp:txBody>
      <dsp:txXfrm>
        <a:off x="0" y="531"/>
        <a:ext cx="10515600" cy="435027"/>
      </dsp:txXfrm>
    </dsp:sp>
    <dsp:sp modelId="{42AC7197-91F3-4EBB-AABC-A38122ED8777}">
      <dsp:nvSpPr>
        <dsp:cNvPr id="0" name=""/>
        <dsp:cNvSpPr/>
      </dsp:nvSpPr>
      <dsp:spPr>
        <a:xfrm>
          <a:off x="0" y="435558"/>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1525F6-AC89-44CE-924C-934BEBFCF0E2}">
      <dsp:nvSpPr>
        <dsp:cNvPr id="0" name=""/>
        <dsp:cNvSpPr/>
      </dsp:nvSpPr>
      <dsp:spPr>
        <a:xfrm>
          <a:off x="0" y="435558"/>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Human (paid staff &amp; volunteers</a:t>
          </a:r>
          <a:r>
            <a:rPr lang="en-US" sz="2000" kern="1200" dirty="0">
              <a:latin typeface="Calibri Light" panose="020F0302020204030204"/>
            </a:rPr>
            <a:t>, board, etc.)</a:t>
          </a:r>
          <a:endParaRPr lang="en-US" sz="2000" kern="1200" dirty="0"/>
        </a:p>
      </dsp:txBody>
      <dsp:txXfrm>
        <a:off x="0" y="435558"/>
        <a:ext cx="10515600" cy="435027"/>
      </dsp:txXfrm>
    </dsp:sp>
    <dsp:sp modelId="{08894551-CF26-47EB-99EC-F0ADF111721C}">
      <dsp:nvSpPr>
        <dsp:cNvPr id="0" name=""/>
        <dsp:cNvSpPr/>
      </dsp:nvSpPr>
      <dsp:spPr>
        <a:xfrm>
          <a:off x="0" y="870586"/>
          <a:ext cx="1051560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57478A-2697-4AD8-B5ED-402FFEBFC45D}">
      <dsp:nvSpPr>
        <dsp:cNvPr id="0" name=""/>
        <dsp:cNvSpPr/>
      </dsp:nvSpPr>
      <dsp:spPr>
        <a:xfrm>
          <a:off x="0" y="870586"/>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Physical</a:t>
          </a:r>
        </a:p>
      </dsp:txBody>
      <dsp:txXfrm>
        <a:off x="0" y="870586"/>
        <a:ext cx="10515600" cy="435027"/>
      </dsp:txXfrm>
    </dsp:sp>
    <dsp:sp modelId="{3D3495EF-C177-43C2-AF37-E91A986BA766}">
      <dsp:nvSpPr>
        <dsp:cNvPr id="0" name=""/>
        <dsp:cNvSpPr/>
      </dsp:nvSpPr>
      <dsp:spPr>
        <a:xfrm>
          <a:off x="0" y="1305613"/>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7DE305-A558-4E8B-AAA7-D5FFA13E51B4}">
      <dsp:nvSpPr>
        <dsp:cNvPr id="0" name=""/>
        <dsp:cNvSpPr/>
      </dsp:nvSpPr>
      <dsp:spPr>
        <a:xfrm>
          <a:off x="0" y="1305613"/>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Intellectual</a:t>
          </a:r>
        </a:p>
      </dsp:txBody>
      <dsp:txXfrm>
        <a:off x="0" y="1305613"/>
        <a:ext cx="10515600" cy="435027"/>
      </dsp:txXfrm>
    </dsp:sp>
    <dsp:sp modelId="{8D9DA716-D353-4961-9543-E1C8BA589525}">
      <dsp:nvSpPr>
        <dsp:cNvPr id="0" name=""/>
        <dsp:cNvSpPr/>
      </dsp:nvSpPr>
      <dsp:spPr>
        <a:xfrm>
          <a:off x="0" y="1740641"/>
          <a:ext cx="1051560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BDEB95-F5C2-4DE9-8C92-F019128BAD13}">
      <dsp:nvSpPr>
        <dsp:cNvPr id="0" name=""/>
        <dsp:cNvSpPr/>
      </dsp:nvSpPr>
      <dsp:spPr>
        <a:xfrm>
          <a:off x="0" y="1740641"/>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Partnerships</a:t>
          </a:r>
          <a:r>
            <a:rPr lang="en-US" sz="2000" kern="1200" dirty="0">
              <a:latin typeface="Calibri Light" panose="020F0302020204030204"/>
            </a:rPr>
            <a:t> </a:t>
          </a:r>
          <a:endParaRPr lang="en-US" sz="2000" kern="1200" dirty="0"/>
        </a:p>
      </dsp:txBody>
      <dsp:txXfrm>
        <a:off x="0" y="1740641"/>
        <a:ext cx="10515600" cy="435027"/>
      </dsp:txXfrm>
    </dsp:sp>
    <dsp:sp modelId="{3E97FB1A-9D09-452E-A8C2-AD85377B74CE}">
      <dsp:nvSpPr>
        <dsp:cNvPr id="0" name=""/>
        <dsp:cNvSpPr/>
      </dsp:nvSpPr>
      <dsp:spPr>
        <a:xfrm>
          <a:off x="0" y="2175668"/>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FB25B-7C39-4E84-BDED-EFF2F5250662}">
      <dsp:nvSpPr>
        <dsp:cNvPr id="0" name=""/>
        <dsp:cNvSpPr/>
      </dsp:nvSpPr>
      <dsp:spPr>
        <a:xfrm>
          <a:off x="0" y="2175669"/>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Light" panose="020F0302020204030204"/>
            </a:rPr>
            <a:t>Data</a:t>
          </a:r>
          <a:r>
            <a:rPr lang="en-US" sz="2000" kern="1200" dirty="0"/>
            <a:t> &amp; info</a:t>
          </a:r>
        </a:p>
      </dsp:txBody>
      <dsp:txXfrm>
        <a:off x="0" y="2175669"/>
        <a:ext cx="10515600" cy="435027"/>
      </dsp:txXfrm>
    </dsp:sp>
    <dsp:sp modelId="{6CE2E7F8-5688-483B-AC8A-EEFC18F3E24D}">
      <dsp:nvSpPr>
        <dsp:cNvPr id="0" name=""/>
        <dsp:cNvSpPr/>
      </dsp:nvSpPr>
      <dsp:spPr>
        <a:xfrm>
          <a:off x="0" y="2610696"/>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92BC7C-7671-427A-A0A8-FD2BAC512020}">
      <dsp:nvSpPr>
        <dsp:cNvPr id="0" name=""/>
        <dsp:cNvSpPr/>
      </dsp:nvSpPr>
      <dsp:spPr>
        <a:xfrm>
          <a:off x="0" y="2610696"/>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Light" panose="020F0302020204030204"/>
            </a:rPr>
            <a:t>Marketing</a:t>
          </a:r>
        </a:p>
      </dsp:txBody>
      <dsp:txXfrm>
        <a:off x="0" y="2610696"/>
        <a:ext cx="10515600" cy="435027"/>
      </dsp:txXfrm>
    </dsp:sp>
    <dsp:sp modelId="{2726A402-72E4-4898-A0FD-E514317A39C2}">
      <dsp:nvSpPr>
        <dsp:cNvPr id="0" name=""/>
        <dsp:cNvSpPr/>
      </dsp:nvSpPr>
      <dsp:spPr>
        <a:xfrm>
          <a:off x="0" y="3045724"/>
          <a:ext cx="1051560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AFFAC1-1EE6-4813-ADF6-6947FF8CABB1}">
      <dsp:nvSpPr>
        <dsp:cNvPr id="0" name=""/>
        <dsp:cNvSpPr/>
      </dsp:nvSpPr>
      <dsp:spPr>
        <a:xfrm>
          <a:off x="0" y="3045724"/>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Calibri Light" panose="020F0302020204030204"/>
            </a:rPr>
            <a:t>Culture</a:t>
          </a:r>
        </a:p>
      </dsp:txBody>
      <dsp:txXfrm>
        <a:off x="0" y="3045724"/>
        <a:ext cx="10515600" cy="435027"/>
      </dsp:txXfrm>
    </dsp:sp>
    <dsp:sp modelId="{F8822D4D-6C3E-4909-8928-90A303300E80}">
      <dsp:nvSpPr>
        <dsp:cNvPr id="0" name=""/>
        <dsp:cNvSpPr/>
      </dsp:nvSpPr>
      <dsp:spPr>
        <a:xfrm>
          <a:off x="0" y="3480751"/>
          <a:ext cx="105156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A3FE3C-E05F-4F3D-B85C-863D1402864D}">
      <dsp:nvSpPr>
        <dsp:cNvPr id="0" name=""/>
        <dsp:cNvSpPr/>
      </dsp:nvSpPr>
      <dsp:spPr>
        <a:xfrm>
          <a:off x="0" y="3480751"/>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latin typeface="Calibri Light" panose="020F0302020204030204"/>
            </a:rPr>
            <a:t>Yourselves!!! (don't forget...you make it happen)</a:t>
          </a:r>
        </a:p>
      </dsp:txBody>
      <dsp:txXfrm>
        <a:off x="0" y="3480751"/>
        <a:ext cx="10515600" cy="435027"/>
      </dsp:txXfrm>
    </dsp:sp>
    <dsp:sp modelId="{D3FF1B7D-0017-4032-91BB-387B99F81702}">
      <dsp:nvSpPr>
        <dsp:cNvPr id="0" name=""/>
        <dsp:cNvSpPr/>
      </dsp:nvSpPr>
      <dsp:spPr>
        <a:xfrm>
          <a:off x="0" y="3915779"/>
          <a:ext cx="1051560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59924-61E4-4045-AF13-C2DB500C1C7E}">
      <dsp:nvSpPr>
        <dsp:cNvPr id="0" name=""/>
        <dsp:cNvSpPr/>
      </dsp:nvSpPr>
      <dsp:spPr>
        <a:xfrm>
          <a:off x="0" y="3915779"/>
          <a:ext cx="10515600" cy="4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latin typeface="Calibri Light" panose="020F0302020204030204"/>
            </a:rPr>
            <a:t>Others? </a:t>
          </a:r>
        </a:p>
      </dsp:txBody>
      <dsp:txXfrm>
        <a:off x="0" y="3915779"/>
        <a:ext cx="10515600" cy="4350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D61F88-1821-460E-8E40-7D97D30CB675}">
      <dsp:nvSpPr>
        <dsp:cNvPr id="0" name=""/>
        <dsp:cNvSpPr/>
      </dsp:nvSpPr>
      <dsp:spPr>
        <a:xfrm>
          <a:off x="1776449" y="2020"/>
          <a:ext cx="1019100" cy="662415"/>
        </a:xfrm>
        <a:prstGeom prst="roundRect">
          <a:avLst/>
        </a:prstGeom>
        <a:solidFill>
          <a:schemeClr val="accent4">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Day DSPs</a:t>
          </a:r>
        </a:p>
      </dsp:txBody>
      <dsp:txXfrm>
        <a:off x="1808785" y="34356"/>
        <a:ext cx="954428" cy="597743"/>
      </dsp:txXfrm>
    </dsp:sp>
    <dsp:sp modelId="{4C04622A-993D-4EF8-BCDE-EF7BAFBBEB74}">
      <dsp:nvSpPr>
        <dsp:cNvPr id="0" name=""/>
        <dsp:cNvSpPr/>
      </dsp:nvSpPr>
      <dsp:spPr>
        <a:xfrm>
          <a:off x="726928" y="333228"/>
          <a:ext cx="3118143" cy="3118143"/>
        </a:xfrm>
        <a:custGeom>
          <a:avLst/>
          <a:gdLst/>
          <a:ahLst/>
          <a:cxnLst/>
          <a:rect l="0" t="0" r="0" b="0"/>
          <a:pathLst>
            <a:path>
              <a:moveTo>
                <a:pt x="2196494" y="136258"/>
              </a:moveTo>
              <a:arcTo wR="1559071" hR="1559071" stAng="17647948" swAng="922667"/>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CF4808A-C470-4BCE-B33F-C6D14000FF4C}">
      <dsp:nvSpPr>
        <dsp:cNvPr id="0" name=""/>
        <dsp:cNvSpPr/>
      </dsp:nvSpPr>
      <dsp:spPr>
        <a:xfrm>
          <a:off x="3126645" y="781556"/>
          <a:ext cx="1019100" cy="662415"/>
        </a:xfrm>
        <a:prstGeom prst="roundRect">
          <a:avLst/>
        </a:prstGeom>
        <a:solidFill>
          <a:srgbClr val="92D05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Manager(s)</a:t>
          </a:r>
        </a:p>
      </dsp:txBody>
      <dsp:txXfrm>
        <a:off x="3158981" y="813892"/>
        <a:ext cx="954428" cy="597743"/>
      </dsp:txXfrm>
    </dsp:sp>
    <dsp:sp modelId="{C0C3657A-CBC9-47B1-8FDC-5BE6A896F060}">
      <dsp:nvSpPr>
        <dsp:cNvPr id="0" name=""/>
        <dsp:cNvSpPr/>
      </dsp:nvSpPr>
      <dsp:spPr>
        <a:xfrm>
          <a:off x="726928" y="333228"/>
          <a:ext cx="3118143" cy="3118143"/>
        </a:xfrm>
        <a:custGeom>
          <a:avLst/>
          <a:gdLst/>
          <a:ahLst/>
          <a:cxnLst/>
          <a:rect l="0" t="0" r="0" b="0"/>
          <a:pathLst>
            <a:path>
              <a:moveTo>
                <a:pt x="3093880" y="1285084"/>
              </a:moveTo>
              <a:arcTo wR="1559071" hR="1559071" stAng="20992705" swAng="1214590"/>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04650144-1681-41E4-9B9E-B8C41FF43649}">
      <dsp:nvSpPr>
        <dsp:cNvPr id="0" name=""/>
        <dsp:cNvSpPr/>
      </dsp:nvSpPr>
      <dsp:spPr>
        <a:xfrm>
          <a:off x="3126645" y="2340628"/>
          <a:ext cx="1019100" cy="662415"/>
        </a:xfrm>
        <a:prstGeom prst="roundRect">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Job Coaches</a:t>
          </a:r>
        </a:p>
      </dsp:txBody>
      <dsp:txXfrm>
        <a:off x="3158981" y="2372964"/>
        <a:ext cx="954428" cy="597743"/>
      </dsp:txXfrm>
    </dsp:sp>
    <dsp:sp modelId="{2CBC6B52-90AF-4B37-A1EF-80745F0715FF}">
      <dsp:nvSpPr>
        <dsp:cNvPr id="0" name=""/>
        <dsp:cNvSpPr/>
      </dsp:nvSpPr>
      <dsp:spPr>
        <a:xfrm>
          <a:off x="726928" y="333228"/>
          <a:ext cx="3118143" cy="3118143"/>
        </a:xfrm>
        <a:custGeom>
          <a:avLst/>
          <a:gdLst/>
          <a:ahLst/>
          <a:cxnLst/>
          <a:rect l="0" t="0" r="0" b="0"/>
          <a:pathLst>
            <a:path>
              <a:moveTo>
                <a:pt x="2550978" y="2761912"/>
              </a:moveTo>
              <a:arcTo wR="1559071" hR="1559071" stAng="3029384" swAng="922667"/>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149C23B6-C167-446C-B8DD-71E2A24C7EA3}">
      <dsp:nvSpPr>
        <dsp:cNvPr id="0" name=""/>
        <dsp:cNvSpPr/>
      </dsp:nvSpPr>
      <dsp:spPr>
        <a:xfrm>
          <a:off x="1776449" y="3120164"/>
          <a:ext cx="1019100" cy="66241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Job Dev</a:t>
          </a:r>
        </a:p>
      </dsp:txBody>
      <dsp:txXfrm>
        <a:off x="1808785" y="3152500"/>
        <a:ext cx="954428" cy="597743"/>
      </dsp:txXfrm>
    </dsp:sp>
    <dsp:sp modelId="{110457E5-8C9F-4C87-9FA8-7889E5D27417}">
      <dsp:nvSpPr>
        <dsp:cNvPr id="0" name=""/>
        <dsp:cNvSpPr/>
      </dsp:nvSpPr>
      <dsp:spPr>
        <a:xfrm>
          <a:off x="726928" y="333228"/>
          <a:ext cx="3118143" cy="3118143"/>
        </a:xfrm>
        <a:custGeom>
          <a:avLst/>
          <a:gdLst/>
          <a:ahLst/>
          <a:cxnLst/>
          <a:rect l="0" t="0" r="0" b="0"/>
          <a:pathLst>
            <a:path>
              <a:moveTo>
                <a:pt x="921648" y="2981885"/>
              </a:moveTo>
              <a:arcTo wR="1559071" hR="1559071" stAng="6847948" swAng="922667"/>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13FDCD14-8D8C-477B-8D68-BAC98DA516F9}">
      <dsp:nvSpPr>
        <dsp:cNvPr id="0" name=""/>
        <dsp:cNvSpPr/>
      </dsp:nvSpPr>
      <dsp:spPr>
        <a:xfrm>
          <a:off x="426253" y="2340628"/>
          <a:ext cx="1019100" cy="662415"/>
        </a:xfrm>
        <a:prstGeom prst="roundRect">
          <a:avLst/>
        </a:prstGeom>
        <a:solidFill>
          <a:srgbClr val="92D05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Internal Case Manager</a:t>
          </a:r>
        </a:p>
      </dsp:txBody>
      <dsp:txXfrm>
        <a:off x="458589" y="2372964"/>
        <a:ext cx="954428" cy="597743"/>
      </dsp:txXfrm>
    </dsp:sp>
    <dsp:sp modelId="{0DBCCC31-BBDA-43F7-AE78-2DBA4C1F39E3}">
      <dsp:nvSpPr>
        <dsp:cNvPr id="0" name=""/>
        <dsp:cNvSpPr/>
      </dsp:nvSpPr>
      <dsp:spPr>
        <a:xfrm>
          <a:off x="726928" y="333228"/>
          <a:ext cx="3118143" cy="3118143"/>
        </a:xfrm>
        <a:custGeom>
          <a:avLst/>
          <a:gdLst/>
          <a:ahLst/>
          <a:cxnLst/>
          <a:rect l="0" t="0" r="0" b="0"/>
          <a:pathLst>
            <a:path>
              <a:moveTo>
                <a:pt x="24263" y="1833059"/>
              </a:moveTo>
              <a:arcTo wR="1559071" hR="1559071" stAng="10192705" swAng="1214590"/>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E051220-509E-4FA4-84DD-2E12BCCE2B1D}">
      <dsp:nvSpPr>
        <dsp:cNvPr id="0" name=""/>
        <dsp:cNvSpPr/>
      </dsp:nvSpPr>
      <dsp:spPr>
        <a:xfrm>
          <a:off x="426253" y="781556"/>
          <a:ext cx="1019100" cy="662415"/>
        </a:xfrm>
        <a:prstGeom prst="roundRect">
          <a:avLst/>
        </a:prstGeom>
        <a:solidFill>
          <a:schemeClr val="accent2">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Admn</a:t>
          </a:r>
        </a:p>
      </dsp:txBody>
      <dsp:txXfrm>
        <a:off x="458589" y="813892"/>
        <a:ext cx="954428" cy="597743"/>
      </dsp:txXfrm>
    </dsp:sp>
    <dsp:sp modelId="{0ED268EB-8E3C-4981-BB83-69872DCC97E4}">
      <dsp:nvSpPr>
        <dsp:cNvPr id="0" name=""/>
        <dsp:cNvSpPr/>
      </dsp:nvSpPr>
      <dsp:spPr>
        <a:xfrm>
          <a:off x="726928" y="333228"/>
          <a:ext cx="3118143" cy="3118143"/>
        </a:xfrm>
        <a:custGeom>
          <a:avLst/>
          <a:gdLst/>
          <a:ahLst/>
          <a:cxnLst/>
          <a:rect l="0" t="0" r="0" b="0"/>
          <a:pathLst>
            <a:path>
              <a:moveTo>
                <a:pt x="567164" y="356231"/>
              </a:moveTo>
              <a:arcTo wR="1559071" hR="1559071" stAng="13829384" swAng="922667"/>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C3CC67-4799-447F-A154-A68B3C390100}">
      <dsp:nvSpPr>
        <dsp:cNvPr id="0" name=""/>
        <dsp:cNvSpPr/>
      </dsp:nvSpPr>
      <dsp:spPr>
        <a:xfrm>
          <a:off x="1295984" y="231306"/>
          <a:ext cx="1568181" cy="784090"/>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Aptos Display" panose="02110004020202020204"/>
            </a:rPr>
            <a:t>Director</a:t>
          </a:r>
          <a:endParaRPr lang="en-US" sz="2000" kern="1200"/>
        </a:p>
      </dsp:txBody>
      <dsp:txXfrm>
        <a:off x="1318949" y="254271"/>
        <a:ext cx="1522251" cy="738160"/>
      </dsp:txXfrm>
    </dsp:sp>
    <dsp:sp modelId="{59AABA53-A38F-4C31-B31F-832E08055483}">
      <dsp:nvSpPr>
        <dsp:cNvPr id="0" name=""/>
        <dsp:cNvSpPr/>
      </dsp:nvSpPr>
      <dsp:spPr>
        <a:xfrm rot="3600000">
          <a:off x="2318854" y="1607620"/>
          <a:ext cx="817421" cy="274431"/>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401183" y="1662506"/>
        <a:ext cx="652763" cy="164659"/>
      </dsp:txXfrm>
    </dsp:sp>
    <dsp:sp modelId="{3B6038BA-9A4E-461D-A275-0A88F3B619E2}">
      <dsp:nvSpPr>
        <dsp:cNvPr id="0" name=""/>
        <dsp:cNvSpPr/>
      </dsp:nvSpPr>
      <dsp:spPr>
        <a:xfrm>
          <a:off x="2590963" y="2474275"/>
          <a:ext cx="1568181" cy="784090"/>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Aptos Display" panose="02110004020202020204"/>
            </a:rPr>
            <a:t>Day Services</a:t>
          </a:r>
          <a:endParaRPr lang="en-US" sz="2000" kern="1200"/>
        </a:p>
      </dsp:txBody>
      <dsp:txXfrm>
        <a:off x="2613928" y="2497240"/>
        <a:ext cx="1522251" cy="738160"/>
      </dsp:txXfrm>
    </dsp:sp>
    <dsp:sp modelId="{7844113F-EFAA-4298-8E5F-77A066F45D98}">
      <dsp:nvSpPr>
        <dsp:cNvPr id="0" name=""/>
        <dsp:cNvSpPr/>
      </dsp:nvSpPr>
      <dsp:spPr>
        <a:xfrm rot="10800000">
          <a:off x="1671364" y="2729105"/>
          <a:ext cx="817421" cy="274431"/>
        </a:xfrm>
        <a:prstGeom prst="leftRightArrow">
          <a:avLst>
            <a:gd name="adj1" fmla="val 60000"/>
            <a:gd name="adj2" fmla="val 50000"/>
          </a:avLst>
        </a:prstGeom>
        <a:solidFill>
          <a:schemeClr val="accent2">
            <a:hueOff val="3221807"/>
            <a:satOff val="-9246"/>
            <a:lumOff val="-1480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1753693" y="2783991"/>
        <a:ext cx="652763" cy="164659"/>
      </dsp:txXfrm>
    </dsp:sp>
    <dsp:sp modelId="{B66023AD-B2EA-46DE-9FFD-BFA8680BFBC0}">
      <dsp:nvSpPr>
        <dsp:cNvPr id="0" name=""/>
        <dsp:cNvSpPr/>
      </dsp:nvSpPr>
      <dsp:spPr>
        <a:xfrm>
          <a:off x="1005" y="2474275"/>
          <a:ext cx="1568181" cy="784090"/>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latin typeface="Aptos Display" panose="02110004020202020204"/>
            </a:rPr>
            <a:t>Employment Services</a:t>
          </a:r>
          <a:endParaRPr lang="en-US" sz="2000" kern="1200"/>
        </a:p>
      </dsp:txBody>
      <dsp:txXfrm>
        <a:off x="23970" y="2497240"/>
        <a:ext cx="1522251" cy="738160"/>
      </dsp:txXfrm>
    </dsp:sp>
    <dsp:sp modelId="{460D921D-BA25-4F9B-95BE-FB7C07688E03}">
      <dsp:nvSpPr>
        <dsp:cNvPr id="0" name=""/>
        <dsp:cNvSpPr/>
      </dsp:nvSpPr>
      <dsp:spPr>
        <a:xfrm rot="18000000">
          <a:off x="1023875" y="1607620"/>
          <a:ext cx="817421" cy="274431"/>
        </a:xfrm>
        <a:prstGeom prst="leftRightArrow">
          <a:avLst>
            <a:gd name="adj1" fmla="val 60000"/>
            <a:gd name="adj2" fmla="val 50000"/>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106204" y="1662506"/>
        <a:ext cx="652763" cy="16465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6C40-9E52-43AA-BFE9-B5F76C6C38C9}">
      <dsp:nvSpPr>
        <dsp:cNvPr id="0" name=""/>
        <dsp:cNvSpPr/>
      </dsp:nvSpPr>
      <dsp:spPr>
        <a:xfrm>
          <a:off x="2763328" y="1114853"/>
          <a:ext cx="1348961" cy="468234"/>
        </a:xfrm>
        <a:custGeom>
          <a:avLst/>
          <a:gdLst/>
          <a:ahLst/>
          <a:cxnLst/>
          <a:rect l="0" t="0" r="0" b="0"/>
          <a:pathLst>
            <a:path>
              <a:moveTo>
                <a:pt x="0" y="0"/>
              </a:moveTo>
              <a:lnTo>
                <a:pt x="0" y="234117"/>
              </a:lnTo>
              <a:lnTo>
                <a:pt x="1348961" y="234117"/>
              </a:lnTo>
              <a:lnTo>
                <a:pt x="1348961" y="468234"/>
              </a:lnTo>
            </a:path>
          </a:pathLst>
        </a:custGeom>
        <a:noFill/>
        <a:ln w="1905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62456-8AB2-489E-91F5-EE4F65E51498}">
      <dsp:nvSpPr>
        <dsp:cNvPr id="0" name=""/>
        <dsp:cNvSpPr/>
      </dsp:nvSpPr>
      <dsp:spPr>
        <a:xfrm>
          <a:off x="1414367" y="1114853"/>
          <a:ext cx="1348961" cy="468234"/>
        </a:xfrm>
        <a:custGeom>
          <a:avLst/>
          <a:gdLst/>
          <a:ahLst/>
          <a:cxnLst/>
          <a:rect l="0" t="0" r="0" b="0"/>
          <a:pathLst>
            <a:path>
              <a:moveTo>
                <a:pt x="1348961" y="0"/>
              </a:moveTo>
              <a:lnTo>
                <a:pt x="1348961" y="234117"/>
              </a:lnTo>
              <a:lnTo>
                <a:pt x="0" y="234117"/>
              </a:lnTo>
              <a:lnTo>
                <a:pt x="0" y="468234"/>
              </a:lnTo>
            </a:path>
          </a:pathLst>
        </a:custGeom>
        <a:noFill/>
        <a:ln w="1905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4FB3C1-199D-4298-B805-9A23F7B33A25}">
      <dsp:nvSpPr>
        <dsp:cNvPr id="0" name=""/>
        <dsp:cNvSpPr/>
      </dsp:nvSpPr>
      <dsp:spPr>
        <a:xfrm>
          <a:off x="1648484" y="9"/>
          <a:ext cx="2229687" cy="1114843"/>
        </a:xfrm>
        <a:prstGeom prst="rect">
          <a:avLst/>
        </a:prstGeom>
        <a:solidFill>
          <a:schemeClr val="accent5">
            <a:shade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Legacy Services</a:t>
          </a:r>
          <a:endParaRPr lang="en-US" sz="2900" kern="1200"/>
        </a:p>
      </dsp:txBody>
      <dsp:txXfrm>
        <a:off x="1648484" y="9"/>
        <a:ext cx="2229687" cy="1114843"/>
      </dsp:txXfrm>
    </dsp:sp>
    <dsp:sp modelId="{91694264-63ED-4D4A-BBC9-E334DCC013A5}">
      <dsp:nvSpPr>
        <dsp:cNvPr id="0" name=""/>
        <dsp:cNvSpPr/>
      </dsp:nvSpPr>
      <dsp:spPr>
        <a:xfrm>
          <a:off x="299523" y="1583088"/>
          <a:ext cx="2229687" cy="1114843"/>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25 Day staff</a:t>
          </a:r>
          <a:endParaRPr lang="en-US" sz="2900" kern="1200"/>
        </a:p>
      </dsp:txBody>
      <dsp:txXfrm>
        <a:off x="299523" y="1583088"/>
        <a:ext cx="2229687" cy="1114843"/>
      </dsp:txXfrm>
    </dsp:sp>
    <dsp:sp modelId="{DEBB3656-7474-4C1E-AE44-99F69EF50DA1}">
      <dsp:nvSpPr>
        <dsp:cNvPr id="0" name=""/>
        <dsp:cNvSpPr/>
      </dsp:nvSpPr>
      <dsp:spPr>
        <a:xfrm>
          <a:off x="2997445" y="1583088"/>
          <a:ext cx="2229687" cy="1114843"/>
        </a:xfrm>
        <a:prstGeom prst="rect">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4 Employment staff</a:t>
          </a:r>
          <a:endParaRPr lang="en-US" sz="2900" kern="1200"/>
        </a:p>
      </dsp:txBody>
      <dsp:txXfrm>
        <a:off x="2997445" y="1583088"/>
        <a:ext cx="2229687" cy="11148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6C40-9E52-43AA-BFE9-B5F76C6C38C9}">
      <dsp:nvSpPr>
        <dsp:cNvPr id="0" name=""/>
        <dsp:cNvSpPr/>
      </dsp:nvSpPr>
      <dsp:spPr>
        <a:xfrm>
          <a:off x="2763328" y="1114853"/>
          <a:ext cx="1348961" cy="468234"/>
        </a:xfrm>
        <a:custGeom>
          <a:avLst/>
          <a:gdLst/>
          <a:ahLst/>
          <a:cxnLst/>
          <a:rect l="0" t="0" r="0" b="0"/>
          <a:pathLst>
            <a:path>
              <a:moveTo>
                <a:pt x="0" y="0"/>
              </a:moveTo>
              <a:lnTo>
                <a:pt x="0" y="234117"/>
              </a:lnTo>
              <a:lnTo>
                <a:pt x="1348961" y="234117"/>
              </a:lnTo>
              <a:lnTo>
                <a:pt x="1348961" y="468234"/>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62456-8AB2-489E-91F5-EE4F65E51498}">
      <dsp:nvSpPr>
        <dsp:cNvPr id="0" name=""/>
        <dsp:cNvSpPr/>
      </dsp:nvSpPr>
      <dsp:spPr>
        <a:xfrm>
          <a:off x="1414367" y="1114853"/>
          <a:ext cx="1348961" cy="468234"/>
        </a:xfrm>
        <a:custGeom>
          <a:avLst/>
          <a:gdLst/>
          <a:ahLst/>
          <a:cxnLst/>
          <a:rect l="0" t="0" r="0" b="0"/>
          <a:pathLst>
            <a:path>
              <a:moveTo>
                <a:pt x="1348961" y="0"/>
              </a:moveTo>
              <a:lnTo>
                <a:pt x="1348961" y="234117"/>
              </a:lnTo>
              <a:lnTo>
                <a:pt x="0" y="234117"/>
              </a:lnTo>
              <a:lnTo>
                <a:pt x="0" y="468234"/>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4FB3C1-199D-4298-B805-9A23F7B33A25}">
      <dsp:nvSpPr>
        <dsp:cNvPr id="0" name=""/>
        <dsp:cNvSpPr/>
      </dsp:nvSpPr>
      <dsp:spPr>
        <a:xfrm>
          <a:off x="1648484" y="9"/>
          <a:ext cx="2229687" cy="111484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b="1" kern="1200">
              <a:latin typeface="Calibri Light" panose="020F0302020204030204"/>
            </a:rPr>
            <a:t>Updated Services</a:t>
          </a:r>
          <a:endParaRPr lang="en-US" sz="2900" b="1" kern="1200"/>
        </a:p>
      </dsp:txBody>
      <dsp:txXfrm>
        <a:off x="1648484" y="9"/>
        <a:ext cx="2229687" cy="1114843"/>
      </dsp:txXfrm>
    </dsp:sp>
    <dsp:sp modelId="{91694264-63ED-4D4A-BBC9-E334DCC013A5}">
      <dsp:nvSpPr>
        <dsp:cNvPr id="0" name=""/>
        <dsp:cNvSpPr/>
      </dsp:nvSpPr>
      <dsp:spPr>
        <a:xfrm>
          <a:off x="299523" y="1583088"/>
          <a:ext cx="2229687" cy="111484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20 Day staff</a:t>
          </a:r>
          <a:endParaRPr lang="en-US" sz="2900" kern="1200"/>
        </a:p>
      </dsp:txBody>
      <dsp:txXfrm>
        <a:off x="299523" y="1583088"/>
        <a:ext cx="2229687" cy="1114843"/>
      </dsp:txXfrm>
    </dsp:sp>
    <dsp:sp modelId="{DEBB3656-7474-4C1E-AE44-99F69EF50DA1}">
      <dsp:nvSpPr>
        <dsp:cNvPr id="0" name=""/>
        <dsp:cNvSpPr/>
      </dsp:nvSpPr>
      <dsp:spPr>
        <a:xfrm>
          <a:off x="2997445" y="1583088"/>
          <a:ext cx="2229687" cy="111484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rtl="0">
            <a:lnSpc>
              <a:spcPct val="90000"/>
            </a:lnSpc>
            <a:spcBef>
              <a:spcPct val="0"/>
            </a:spcBef>
            <a:spcAft>
              <a:spcPct val="35000"/>
            </a:spcAft>
            <a:buNone/>
          </a:pPr>
          <a:r>
            <a:rPr lang="en-US" sz="2900" kern="1200">
              <a:latin typeface="Calibri Light" panose="020F0302020204030204"/>
            </a:rPr>
            <a:t>9 Employment staff</a:t>
          </a:r>
          <a:endParaRPr lang="en-US" sz="2900" kern="1200"/>
        </a:p>
      </dsp:txBody>
      <dsp:txXfrm>
        <a:off x="2997445" y="1583088"/>
        <a:ext cx="2229687" cy="1114843"/>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2-19T12:59:09.687"/>
    </inkml:context>
    <inkml:brush xml:id="br0">
      <inkml:brushProperty name="width" value="0.1" units="cm"/>
      <inkml:brushProperty name="height" value="0.1" units="cm"/>
    </inkml:brush>
  </inkml:definitions>
  <inkml:trace contextRef="#ctx0" brushRef="#br0">3842 11345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2-19T12:59:09.68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2847 8952 16383 0 0,'5'0'0'0'0,"18"-5"0"0"0,9-2 0 0 0,27 0 0 0 0,38 2 0 0 0,46 1 0 0 0,34 2 0 0 0,29 0 0 0 0,21 2 0 0 0,9 0 0 0 0,-31 0 0 0 0,-24 0 0 0 0,-33 1 0 0 0,-30-1 0 0 0,-31 0 0 0 0,-24 0 0 0 0,-19 0 0 0 0,-10 0 0 0 0,-7 0 0 0 0,3 0 0 0 0,7 0 0 0 0,7 0 0 0 0,2 0 0 0 0,3 0 0 0 0,9 0 0 0 0,11 0 0 0 0,-2 0 0 0 0,-2 0 0 0 0,-1 0 0 0 0,-1 0 0 0 0,-6 0 0 0 0,-3 0 0 0 0,-5 0 0 0 0,5 0 0 0 0,9 0 0 0 0,4 0 0 0 0,-4 0 0 0 0,-8 0 0 0 0,-2 0 0 0 0,0 0 0 0 0,-4 0 0 0 0,-5 0 0 0 0,-5 0 0 0 0,-4 0 0 0 0,-2 0 0 0 0,-2 0 0 0 0,5 0 0 0 0,0 0 0 0 0,1 0 0 0 0,-2 0 0 0 0,-1 0 0 0 0,3 0 0 0 0,2 0 0 0 0,-1 0 0 0 0,3 0 0 0 0,0 0 0 0 0,-1 0 0 0 0,2 0 0 0 0,0 0 0 0 0,-3 0 0 0 0,8 0 0 0 0,7 0 0 0 0,4 0 0 0 0,-2 0 0 0 0,-6 0 0 0 0,-6 0 0 0 0,0 0 0 0 0,-2 0 0 0 0,-3 0 0 0 0,-3 0 0 0 0,-3 0 0 0 0,-1 0 0 0 0,-1 0 0 0 0,10 0 0 0 0,3 0 0 0 0,-1 0 0 0 0,-2-5 0 0 0,-3-2 0 0 0,7 0 0 0 0,2 2 0 0 0,3 1 0 0 0,4 2 0 0 0,2 1 0 0 0,3 0 0 0 0,7 1 0 0 0,2 0 0 0 0,1 1 0 0 0,-2-1 0 0 0,-1 0 0 0 0,-7 0 0 0 0,-3 0 0 0 0,5 0 0 0 0,2 0 0 0 0,1 0 0 0 0,0 0 0 0 0,-6 0 0 0 0,-2 0 0 0 0,5 0 0 0 0,-2 0 0 0 0,-2 0 0 0 0,-4 0 0 0 0,-2 0 0 0 0,-3 0 0 0 0,-6 0 0 0 0,-4 0 0 0 0,-3 0 0 0 0,-3 0 0 0 0,-1 0 0 0 0,4 0 0 0 0,2 0 0 0 0,4 0 0 0 0,2 0 0 0 0,2 0 0 0 0,0 0 0 0 0,-2 0 0 0 0,-5 0 0 0 0,-2 0 0 0 0,-3 0 0 0 0,4 0 0 0 0,1 0 0 0 0,-1 0 0 0 0,-2 0 0 0 0,-1 0 0 0 0,-2 0 0 0 0,0 0 0 0 0,-1 0 0 0 0,0 0 0 0 0,-1 0 0 0 0,-5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1D3B5-8C05-4D93-B7CF-5004E7501CFA}" type="datetimeFigureOut">
              <a:rPr lang="en-US" smtClean="0"/>
              <a:t>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AF368-D438-4A4D-BF43-DAFD8D9047E6}" type="slidenum">
              <a:rPr lang="en-US" smtClean="0"/>
              <a:t>‹#›</a:t>
            </a:fld>
            <a:endParaRPr lang="en-US"/>
          </a:p>
        </p:txBody>
      </p:sp>
    </p:spTree>
    <p:extLst>
      <p:ext uri="{BB962C8B-B14F-4D97-AF65-F5344CB8AC3E}">
        <p14:creationId xmlns:p14="http://schemas.microsoft.com/office/powerpoint/2010/main" val="331473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Staci: </a:t>
            </a:r>
          </a:p>
          <a:p>
            <a:endParaRPr lang="en-US" dirty="0"/>
          </a:p>
          <a:p>
            <a:r>
              <a:rPr lang="en-US" dirty="0"/>
              <a:t>Good morning everyone! Welcome to our MTI February community of practice. Today’s focus is reallocation of resources and scaling up your change initiatives. But, before we get into our topic for today, we want to give Sherry the floor for a minute to talk about our MTI initiative related to CESP exam:</a:t>
            </a:r>
          </a:p>
        </p:txBody>
      </p:sp>
      <p:sp>
        <p:nvSpPr>
          <p:cNvPr id="4" name="Slide Number Placeholder 3"/>
          <p:cNvSpPr>
            <a:spLocks noGrp="1"/>
          </p:cNvSpPr>
          <p:nvPr>
            <p:ph type="sldNum" sz="quarter" idx="5"/>
          </p:nvPr>
        </p:nvSpPr>
        <p:spPr/>
        <p:txBody>
          <a:bodyPr/>
          <a:lstStyle/>
          <a:p>
            <a:fld id="{BCAAF368-D438-4A4D-BF43-DAFD8D9047E6}" type="slidenum">
              <a:rPr lang="en-US" smtClean="0"/>
              <a:t>1</a:t>
            </a:fld>
            <a:endParaRPr lang="en-US"/>
          </a:p>
        </p:txBody>
      </p:sp>
    </p:spTree>
    <p:extLst>
      <p:ext uri="{BB962C8B-B14F-4D97-AF65-F5344CB8AC3E}">
        <p14:creationId xmlns:p14="http://schemas.microsoft.com/office/powerpoint/2010/main" val="2251366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Sherry </a:t>
            </a:r>
          </a:p>
        </p:txBody>
      </p:sp>
      <p:sp>
        <p:nvSpPr>
          <p:cNvPr id="4" name="Slide Number Placeholder 3"/>
          <p:cNvSpPr>
            <a:spLocks noGrp="1"/>
          </p:cNvSpPr>
          <p:nvPr>
            <p:ph type="sldNum" sz="quarter" idx="5"/>
          </p:nvPr>
        </p:nvSpPr>
        <p:spPr/>
        <p:txBody>
          <a:bodyPr/>
          <a:lstStyle/>
          <a:p>
            <a:fld id="{BCAAF368-D438-4A4D-BF43-DAFD8D9047E6}" type="slidenum">
              <a:rPr lang="en-US" smtClean="0"/>
              <a:t>2</a:t>
            </a:fld>
            <a:endParaRPr lang="en-US"/>
          </a:p>
        </p:txBody>
      </p:sp>
    </p:spTree>
    <p:extLst>
      <p:ext uri="{BB962C8B-B14F-4D97-AF65-F5344CB8AC3E}">
        <p14:creationId xmlns:p14="http://schemas.microsoft.com/office/powerpoint/2010/main" val="2200940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Staci</a:t>
            </a:r>
          </a:p>
          <a:p>
            <a:endParaRPr lang="en-US" dirty="0"/>
          </a:p>
          <a:p>
            <a:r>
              <a:rPr lang="en-US" dirty="0"/>
              <a:t>Ok, and here is our starting point again.  As a reminder: last month we focused on principles and strategies for how service providers can take a holistic approach when supporting people to reach their employment and community goals. We talked about the fact that there are individual level considerations, meaning: what are the direct support practices and values that your organization needs to have in place….but equally important are the organizational considerations. Don and I talked briefly about the structural changes that organizations need to make in order to ensure that any change initiatives are sustainable. Which directly leads to today’s topic: element #5 reallocated and restructured resources, which falls under the infrastructure heading. </a:t>
            </a:r>
          </a:p>
        </p:txBody>
      </p:sp>
      <p:sp>
        <p:nvSpPr>
          <p:cNvPr id="4" name="Slide Number Placeholder 3"/>
          <p:cNvSpPr>
            <a:spLocks noGrp="1"/>
          </p:cNvSpPr>
          <p:nvPr>
            <p:ph type="sldNum" sz="quarter" idx="5"/>
          </p:nvPr>
        </p:nvSpPr>
        <p:spPr/>
        <p:txBody>
          <a:bodyPr/>
          <a:lstStyle/>
          <a:p>
            <a:fld id="{BCAAF368-D438-4A4D-BF43-DAFD8D9047E6}" type="slidenum">
              <a:rPr lang="en-US" smtClean="0"/>
              <a:t>3</a:t>
            </a:fld>
            <a:endParaRPr lang="en-US"/>
          </a:p>
        </p:txBody>
      </p:sp>
    </p:spTree>
    <p:extLst>
      <p:ext uri="{BB962C8B-B14F-4D97-AF65-F5344CB8AC3E}">
        <p14:creationId xmlns:p14="http://schemas.microsoft.com/office/powerpoint/2010/main" val="2002292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ea typeface="Calibri"/>
                <a:cs typeface="Calibri"/>
              </a:rPr>
              <a:t>Staci</a:t>
            </a:r>
          </a:p>
          <a:p>
            <a:endParaRPr lang="en-US" b="1" dirty="0">
              <a:ea typeface="Calibri"/>
              <a:cs typeface="Calibri"/>
            </a:endParaRPr>
          </a:p>
          <a:p>
            <a:r>
              <a:rPr lang="en-US" b="1" dirty="0">
                <a:ea typeface="Calibri"/>
                <a:cs typeface="Calibri"/>
              </a:rPr>
              <a:t>Engaging in transformation or agency change means alignment of your funding and resources with your updated mission, vision and objectives.  Without this alignment, you are most likely not going to create those sustainable changes. Don and I hope to give you some considerations that we hope will lead to discussion during your individualized TA. </a:t>
            </a:r>
          </a:p>
        </p:txBody>
      </p:sp>
      <p:sp>
        <p:nvSpPr>
          <p:cNvPr id="4" name="Slide Number Placeholder 3"/>
          <p:cNvSpPr>
            <a:spLocks noGrp="1"/>
          </p:cNvSpPr>
          <p:nvPr>
            <p:ph type="sldNum" sz="quarter" idx="5"/>
          </p:nvPr>
        </p:nvSpPr>
        <p:spPr/>
        <p:txBody>
          <a:bodyPr/>
          <a:lstStyle/>
          <a:p>
            <a:fld id="{C81CCF30-75E7-4047-B971-189668F28995}" type="slidenum">
              <a:rPr lang="en-US" smtClean="0"/>
              <a:pPr/>
              <a:t>4</a:t>
            </a:fld>
            <a:endParaRPr lang="en-US"/>
          </a:p>
        </p:txBody>
      </p:sp>
    </p:spTree>
    <p:extLst>
      <p:ext uri="{BB962C8B-B14F-4D97-AF65-F5344CB8AC3E}">
        <p14:creationId xmlns:p14="http://schemas.microsoft.com/office/powerpoint/2010/main" val="329199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rPr>
              <a:t>Don </a:t>
            </a:r>
          </a:p>
        </p:txBody>
      </p:sp>
      <p:sp>
        <p:nvSpPr>
          <p:cNvPr id="4" name="Slide Number Placeholder 3"/>
          <p:cNvSpPr>
            <a:spLocks noGrp="1"/>
          </p:cNvSpPr>
          <p:nvPr>
            <p:ph type="sldNum" sz="quarter" idx="5"/>
          </p:nvPr>
        </p:nvSpPr>
        <p:spPr/>
        <p:txBody>
          <a:bodyPr/>
          <a:lstStyle/>
          <a:p>
            <a:fld id="{CB90D89B-D770-F648-BD56-FFC69AC3D72B}" type="slidenum">
              <a:rPr lang="en-US" smtClean="0"/>
              <a:t>5</a:t>
            </a:fld>
            <a:endParaRPr lang="en-US"/>
          </a:p>
        </p:txBody>
      </p:sp>
    </p:spTree>
    <p:extLst>
      <p:ext uri="{BB962C8B-B14F-4D97-AF65-F5344CB8AC3E}">
        <p14:creationId xmlns:p14="http://schemas.microsoft.com/office/powerpoint/2010/main" val="2907251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Don</a:t>
            </a:r>
          </a:p>
        </p:txBody>
      </p:sp>
      <p:sp>
        <p:nvSpPr>
          <p:cNvPr id="4" name="Slide Number Placeholder 3"/>
          <p:cNvSpPr>
            <a:spLocks noGrp="1"/>
          </p:cNvSpPr>
          <p:nvPr>
            <p:ph type="sldNum" sz="quarter" idx="5"/>
          </p:nvPr>
        </p:nvSpPr>
        <p:spPr/>
        <p:txBody>
          <a:bodyPr/>
          <a:lstStyle/>
          <a:p>
            <a:fld id="{BCAAF368-D438-4A4D-BF43-DAFD8D9047E6}" type="slidenum">
              <a:rPr lang="en-US" smtClean="0"/>
              <a:t>6</a:t>
            </a:fld>
            <a:endParaRPr lang="en-US"/>
          </a:p>
        </p:txBody>
      </p:sp>
    </p:spTree>
    <p:extLst>
      <p:ext uri="{BB962C8B-B14F-4D97-AF65-F5344CB8AC3E}">
        <p14:creationId xmlns:p14="http://schemas.microsoft.com/office/powerpoint/2010/main" val="866676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Staci</a:t>
            </a:r>
          </a:p>
          <a:p>
            <a:endParaRPr lang="en-US" dirty="0">
              <a:ea typeface="Calibri"/>
              <a:cs typeface="Calibri"/>
            </a:endParaRPr>
          </a:p>
          <a:p>
            <a:r>
              <a:rPr lang="en-US" dirty="0">
                <a:ea typeface="Calibri"/>
                <a:cs typeface="Calibri"/>
              </a:rPr>
              <a:t>And here is an extremely rudimentary example of the reallocation of staff resources at a made up company…the ABC company. They provide day and employment services and they currently have 25 day staff and 4 employment staff. Their goal is to increase CIE outcomes and </a:t>
            </a:r>
            <a:r>
              <a:rPr lang="en-US" dirty="0" err="1">
                <a:ea typeface="Calibri"/>
                <a:cs typeface="Calibri"/>
              </a:rPr>
              <a:t>cle</a:t>
            </a:r>
            <a:r>
              <a:rPr lang="en-US" dirty="0">
                <a:ea typeface="Calibri"/>
                <a:cs typeface="Calibri"/>
              </a:rPr>
              <a:t> outcomes. To do that, they know that over time they will need to reallocate HOW they are utilizing their existing staff. As more people get jobs, they will need more employment staff. That staff will be engaging individualized job placement as well as ongoing supports.  So, they are projecting that every time 5 new people get jobs, they will reallocate a day position to employment.  Now again, this is a simplistic example and there are many other factors and many other ways to reallocate resources, but it’s mean to show you fundamentally how reallocation works. That Day staff bucket for your organization might be facility-based work or facility based day services or another service line that you would like to reduce or eliminate over time. </a:t>
            </a:r>
          </a:p>
        </p:txBody>
      </p:sp>
      <p:sp>
        <p:nvSpPr>
          <p:cNvPr id="4" name="Slide Number Placeholder 3"/>
          <p:cNvSpPr>
            <a:spLocks noGrp="1"/>
          </p:cNvSpPr>
          <p:nvPr>
            <p:ph type="sldNum" sz="quarter" idx="5"/>
          </p:nvPr>
        </p:nvSpPr>
        <p:spPr/>
        <p:txBody>
          <a:bodyPr/>
          <a:lstStyle/>
          <a:p>
            <a:fld id="{CB90D89B-D770-F648-BD56-FFC69AC3D72B}" type="slidenum">
              <a:rPr lang="en-US" smtClean="0"/>
              <a:t>7</a:t>
            </a:fld>
            <a:endParaRPr lang="en-US"/>
          </a:p>
        </p:txBody>
      </p:sp>
    </p:spTree>
    <p:extLst>
      <p:ext uri="{BB962C8B-B14F-4D97-AF65-F5344CB8AC3E}">
        <p14:creationId xmlns:p14="http://schemas.microsoft.com/office/powerpoint/2010/main" val="2918669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Don </a:t>
            </a:r>
          </a:p>
        </p:txBody>
      </p:sp>
      <p:sp>
        <p:nvSpPr>
          <p:cNvPr id="4" name="Slide Number Placeholder 3"/>
          <p:cNvSpPr>
            <a:spLocks noGrp="1"/>
          </p:cNvSpPr>
          <p:nvPr>
            <p:ph type="sldNum" sz="quarter" idx="5"/>
          </p:nvPr>
        </p:nvSpPr>
        <p:spPr/>
        <p:txBody>
          <a:bodyPr/>
          <a:lstStyle/>
          <a:p>
            <a:fld id="{FF7C0A9C-8EB1-2944-91B3-96D63BF1E2CF}" type="slidenum">
              <a:rPr lang="en-US" smtClean="0"/>
              <a:t>8</a:t>
            </a:fld>
            <a:endParaRPr lang="en-US"/>
          </a:p>
        </p:txBody>
      </p:sp>
    </p:spTree>
    <p:extLst>
      <p:ext uri="{BB962C8B-B14F-4D97-AF65-F5344CB8AC3E}">
        <p14:creationId xmlns:p14="http://schemas.microsoft.com/office/powerpoint/2010/main" val="26922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Don </a:t>
            </a:r>
          </a:p>
        </p:txBody>
      </p:sp>
      <p:sp>
        <p:nvSpPr>
          <p:cNvPr id="4" name="Slide Number Placeholder 3"/>
          <p:cNvSpPr>
            <a:spLocks noGrp="1"/>
          </p:cNvSpPr>
          <p:nvPr>
            <p:ph type="sldNum" sz="quarter" idx="5"/>
          </p:nvPr>
        </p:nvSpPr>
        <p:spPr/>
        <p:txBody>
          <a:bodyPr/>
          <a:lstStyle/>
          <a:p>
            <a:fld id="{BCAAF368-D438-4A4D-BF43-DAFD8D9047E6}" type="slidenum">
              <a:rPr lang="en-US" smtClean="0"/>
              <a:t>9</a:t>
            </a:fld>
            <a:endParaRPr lang="en-US"/>
          </a:p>
        </p:txBody>
      </p:sp>
    </p:spTree>
    <p:extLst>
      <p:ext uri="{BB962C8B-B14F-4D97-AF65-F5344CB8AC3E}">
        <p14:creationId xmlns:p14="http://schemas.microsoft.com/office/powerpoint/2010/main" val="4240895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Don </a:t>
            </a:r>
          </a:p>
        </p:txBody>
      </p:sp>
      <p:sp>
        <p:nvSpPr>
          <p:cNvPr id="4" name="Slide Number Placeholder 3"/>
          <p:cNvSpPr>
            <a:spLocks noGrp="1"/>
          </p:cNvSpPr>
          <p:nvPr>
            <p:ph type="sldNum" sz="quarter" idx="5"/>
          </p:nvPr>
        </p:nvSpPr>
        <p:spPr/>
        <p:txBody>
          <a:bodyPr/>
          <a:lstStyle/>
          <a:p>
            <a:fld id="{BCAAF368-D438-4A4D-BF43-DAFD8D9047E6}" type="slidenum">
              <a:rPr lang="en-US" smtClean="0"/>
              <a:t>10</a:t>
            </a:fld>
            <a:endParaRPr lang="en-US"/>
          </a:p>
        </p:txBody>
      </p:sp>
    </p:spTree>
    <p:extLst>
      <p:ext uri="{BB962C8B-B14F-4D97-AF65-F5344CB8AC3E}">
        <p14:creationId xmlns:p14="http://schemas.microsoft.com/office/powerpoint/2010/main" val="223079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Staci</a:t>
            </a:r>
          </a:p>
          <a:p>
            <a:endParaRPr lang="en-US" dirty="0">
              <a:ea typeface="Calibri"/>
              <a:cs typeface="Calibri"/>
            </a:endParaRPr>
          </a:p>
          <a:p>
            <a:r>
              <a:rPr lang="en-US" dirty="0">
                <a:ea typeface="Calibri"/>
                <a:cs typeface="Calibri"/>
              </a:rPr>
              <a:t>We also want to highlight the idea that activities in a pilot or transformation are not meant to be ‘add </a:t>
            </a:r>
            <a:r>
              <a:rPr lang="en-US" dirty="0" err="1">
                <a:ea typeface="Calibri"/>
                <a:cs typeface="Calibri"/>
              </a:rPr>
              <a:t>on’s</a:t>
            </a:r>
            <a:r>
              <a:rPr lang="en-US" dirty="0">
                <a:ea typeface="Calibri"/>
                <a:cs typeface="Calibri"/>
              </a:rPr>
              <a:t>. Again, you are testing your new way of doing things in the hopes that you will using it to replace the legacy models.  So at some point after you’ve done your testing and planning, you’ll need to shift in to the scale up phase.  This is where we often see organizations get stuck.  The reality is you will need to budget for that scale up, including identifying some bridge funding until you can get yourself there. If you don’t scale up, you risk lack of sustainability and becoming overwhelmed with trying to do it all. </a:t>
            </a:r>
            <a:endParaRPr lang="en-US" dirty="0"/>
          </a:p>
        </p:txBody>
      </p:sp>
      <p:sp>
        <p:nvSpPr>
          <p:cNvPr id="4" name="Slide Number Placeholder 3"/>
          <p:cNvSpPr>
            <a:spLocks noGrp="1"/>
          </p:cNvSpPr>
          <p:nvPr>
            <p:ph type="sldNum" sz="quarter" idx="5"/>
          </p:nvPr>
        </p:nvSpPr>
        <p:spPr/>
        <p:txBody>
          <a:bodyPr/>
          <a:lstStyle/>
          <a:p>
            <a:fld id="{297066C1-43BA-431C-9283-94862EFA8E91}" type="slidenum">
              <a:rPr lang="en-US"/>
              <a:t>11</a:t>
            </a:fld>
            <a:endParaRPr lang="en-US"/>
          </a:p>
        </p:txBody>
      </p:sp>
    </p:spTree>
    <p:extLst>
      <p:ext uri="{BB962C8B-B14F-4D97-AF65-F5344CB8AC3E}">
        <p14:creationId xmlns:p14="http://schemas.microsoft.com/office/powerpoint/2010/main" val="3659125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Staci</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97066C1-43BA-431C-9283-94862EFA8E91}" type="slidenum">
              <a:rPr lang="en-US"/>
              <a:t>12</a:t>
            </a:fld>
            <a:endParaRPr lang="en-US"/>
          </a:p>
        </p:txBody>
      </p:sp>
    </p:spTree>
    <p:extLst>
      <p:ext uri="{BB962C8B-B14F-4D97-AF65-F5344CB8AC3E}">
        <p14:creationId xmlns:p14="http://schemas.microsoft.com/office/powerpoint/2010/main" val="2305242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Don  (try to finish by 25 minutes after)</a:t>
            </a:r>
          </a:p>
        </p:txBody>
      </p:sp>
      <p:sp>
        <p:nvSpPr>
          <p:cNvPr id="4" name="Slide Number Placeholder 3"/>
          <p:cNvSpPr>
            <a:spLocks noGrp="1"/>
          </p:cNvSpPr>
          <p:nvPr>
            <p:ph type="sldNum" sz="quarter" idx="5"/>
          </p:nvPr>
        </p:nvSpPr>
        <p:spPr/>
        <p:txBody>
          <a:bodyPr/>
          <a:lstStyle/>
          <a:p>
            <a:fld id="{BCAAF368-D438-4A4D-BF43-DAFD8D9047E6}" type="slidenum">
              <a:rPr lang="en-US" smtClean="0"/>
              <a:t>13</a:t>
            </a:fld>
            <a:endParaRPr lang="en-US"/>
          </a:p>
        </p:txBody>
      </p:sp>
    </p:spTree>
    <p:extLst>
      <p:ext uri="{BB962C8B-B14F-4D97-AF65-F5344CB8AC3E}">
        <p14:creationId xmlns:p14="http://schemas.microsoft.com/office/powerpoint/2010/main" val="2476795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Staci</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14</a:t>
            </a:fld>
            <a:endParaRPr lang="en-US"/>
          </a:p>
        </p:txBody>
      </p:sp>
    </p:spTree>
    <p:extLst>
      <p:ext uri="{BB962C8B-B14F-4D97-AF65-F5344CB8AC3E}">
        <p14:creationId xmlns:p14="http://schemas.microsoft.com/office/powerpoint/2010/main" val="1015027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BCAAF368-D438-4A4D-BF43-DAFD8D9047E6}" type="slidenum">
              <a:rPr lang="en-US" smtClean="0"/>
              <a:t>15</a:t>
            </a:fld>
            <a:endParaRPr lang="en-US"/>
          </a:p>
        </p:txBody>
      </p:sp>
    </p:spTree>
    <p:extLst>
      <p:ext uri="{BB962C8B-B14F-4D97-AF65-F5344CB8AC3E}">
        <p14:creationId xmlns:p14="http://schemas.microsoft.com/office/powerpoint/2010/main" val="1616870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005F-4C3B-5905-B180-B70F0150CD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1E1D94-6237-A864-8213-10B3DB5BDB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C04F62-5184-3AC0-CA12-7B03CE2634CB}"/>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5" name="Footer Placeholder 4">
            <a:extLst>
              <a:ext uri="{FF2B5EF4-FFF2-40B4-BE49-F238E27FC236}">
                <a16:creationId xmlns:a16="http://schemas.microsoft.com/office/drawing/2014/main" id="{F89F93F0-6689-D028-D042-9DA3606EE5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80FA83-9124-F011-8303-F7DDEBA9E3C0}"/>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704263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5F73-8822-D212-9FAC-4E2E3EC2E0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5CFEC-CCA2-BDC3-AC74-A0C2786401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C55BF-6F77-531D-7179-9927DE7D1A8F}"/>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5" name="Footer Placeholder 4">
            <a:extLst>
              <a:ext uri="{FF2B5EF4-FFF2-40B4-BE49-F238E27FC236}">
                <a16:creationId xmlns:a16="http://schemas.microsoft.com/office/drawing/2014/main" id="{BF6EC19E-D165-3F10-F77B-51EE57BB79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4C12D-F41E-0720-1C1C-4832915DD6AD}"/>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85651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DBBE-3057-62D9-5468-5C5FEC2986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C8F6F-04DA-8E67-9DEE-9997AB1BF1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8AFD9E-407B-8142-5256-44C8BDD45B7B}"/>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5" name="Footer Placeholder 4">
            <a:extLst>
              <a:ext uri="{FF2B5EF4-FFF2-40B4-BE49-F238E27FC236}">
                <a16:creationId xmlns:a16="http://schemas.microsoft.com/office/drawing/2014/main" id="{6D412533-CB11-B375-9013-BCCE48A93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E7B17D-0282-F0F3-1A94-0F8BE77443FD}"/>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316649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4CADA-E43B-41A7-490A-89E2B5E8A0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7168FA-EE7E-C962-DF08-7FF6B39194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3C7A8-CBB3-8CC4-BC10-6A66178DB3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688825-C272-8015-8F32-69095B8DBA20}"/>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6" name="Footer Placeholder 5">
            <a:extLst>
              <a:ext uri="{FF2B5EF4-FFF2-40B4-BE49-F238E27FC236}">
                <a16:creationId xmlns:a16="http://schemas.microsoft.com/office/drawing/2014/main" id="{C6D3023F-CC1A-EAD4-577E-6AD38934C7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CACC4A-7639-1B88-82CC-34E6DE1BB8F8}"/>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49248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0328-42A0-9A25-A191-D83CDC58D4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CF60B9-0CEA-18F1-C7BB-87779CF450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67D07-9BEC-73C8-5052-A6CE9672CA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FDD203-64AC-4DE4-B03F-570ABF8601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15B25E-785E-5861-5099-37EF32BC74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9F4F89-D352-C143-47F5-4CD9DDC8C378}"/>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8" name="Footer Placeholder 7">
            <a:extLst>
              <a:ext uri="{FF2B5EF4-FFF2-40B4-BE49-F238E27FC236}">
                <a16:creationId xmlns:a16="http://schemas.microsoft.com/office/drawing/2014/main" id="{78153005-28F0-D7DC-2D5D-84ADCFB3DD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BE854F-587F-8B22-B695-E2641C4299FC}"/>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665264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C325-8527-2A05-77DC-4EE6A49041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AD8963-9430-E4ED-DCB3-23AB2B9EC351}"/>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4" name="Footer Placeholder 3">
            <a:extLst>
              <a:ext uri="{FF2B5EF4-FFF2-40B4-BE49-F238E27FC236}">
                <a16:creationId xmlns:a16="http://schemas.microsoft.com/office/drawing/2014/main" id="{6F573088-8074-2FB1-CC06-60A5BA039E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D42922-27D5-4804-2D55-37C6D8CC6EBE}"/>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51858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15B727-71F9-4DE0-06F5-5EAE801DC6CE}"/>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3" name="Footer Placeholder 2">
            <a:extLst>
              <a:ext uri="{FF2B5EF4-FFF2-40B4-BE49-F238E27FC236}">
                <a16:creationId xmlns:a16="http://schemas.microsoft.com/office/drawing/2014/main" id="{1F489964-5E54-FF4A-3A31-D15D69534B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CAF50E-B11E-7644-66CC-9EAA2BFDAFC4}"/>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348665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C629-514A-565C-5F55-B6949C1F01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5C2344-428F-BAD2-BEEA-FA1FD99F3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412A9D-BE49-DAE8-7421-243929459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9B524A-66CA-B2FA-2757-F5CE26C4415E}"/>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6" name="Footer Placeholder 5">
            <a:extLst>
              <a:ext uri="{FF2B5EF4-FFF2-40B4-BE49-F238E27FC236}">
                <a16:creationId xmlns:a16="http://schemas.microsoft.com/office/drawing/2014/main" id="{EE50375B-CE2E-E89D-7177-312E515FAD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99FDB6-5EFA-DC56-1F98-B78E24927D57}"/>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6093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215F-FD0B-4A54-9AEA-A929C66182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67BC57-267E-2E68-0F7E-82363F1219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FA9F97-36EA-0D25-A7C7-B3F72B542F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AE340C-AD46-6CD2-6D5C-753F70FB10F5}"/>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6" name="Footer Placeholder 5">
            <a:extLst>
              <a:ext uri="{FF2B5EF4-FFF2-40B4-BE49-F238E27FC236}">
                <a16:creationId xmlns:a16="http://schemas.microsoft.com/office/drawing/2014/main" id="{46DBF56B-66F6-E01E-E05A-63708288F4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327FB1-945F-0A0C-9EEB-CF6730A71608}"/>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2137211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D079-FEE5-F801-069F-8922807211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C7A0B7-C54D-2D0E-1602-576427A9C6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FDE93-DDBC-2601-9C57-2FB66C680671}"/>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5" name="Footer Placeholder 4">
            <a:extLst>
              <a:ext uri="{FF2B5EF4-FFF2-40B4-BE49-F238E27FC236}">
                <a16:creationId xmlns:a16="http://schemas.microsoft.com/office/drawing/2014/main" id="{519824E7-0526-46E8-024D-8F3EB26D0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7F5F4-4B5B-B749-067F-B96CAD180581}"/>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3535636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5FFB0E-1195-E85F-C262-49700BF7A0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670C3C-81FC-00BE-BEDE-91CA72274F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80C34-7AAA-8A66-BB83-4EB45F551F7A}"/>
              </a:ext>
            </a:extLst>
          </p:cNvPr>
          <p:cNvSpPr>
            <a:spLocks noGrp="1"/>
          </p:cNvSpPr>
          <p:nvPr>
            <p:ph type="dt" sz="half" idx="10"/>
          </p:nvPr>
        </p:nvSpPr>
        <p:spPr/>
        <p:txBody>
          <a:bodyPr/>
          <a:lstStyle/>
          <a:p>
            <a:fld id="{7D75AB56-B571-4F46-9746-CDB97AD687CF}" type="datetimeFigureOut">
              <a:rPr lang="en-US" smtClean="0"/>
              <a:t>2/20/2025</a:t>
            </a:fld>
            <a:endParaRPr lang="en-US"/>
          </a:p>
        </p:txBody>
      </p:sp>
      <p:sp>
        <p:nvSpPr>
          <p:cNvPr id="5" name="Footer Placeholder 4">
            <a:extLst>
              <a:ext uri="{FF2B5EF4-FFF2-40B4-BE49-F238E27FC236}">
                <a16:creationId xmlns:a16="http://schemas.microsoft.com/office/drawing/2014/main" id="{65F5AE7B-8E8B-BB25-11F0-F65491DA8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8240EB-6296-5E1C-EEDA-F119CCF15946}"/>
              </a:ext>
            </a:extLst>
          </p:cNvPr>
          <p:cNvSpPr>
            <a:spLocks noGrp="1"/>
          </p:cNvSpPr>
          <p:nvPr>
            <p:ph type="sldNum" sz="quarter" idx="12"/>
          </p:nvPr>
        </p:nvSpPr>
        <p:spPr/>
        <p:txBody>
          <a:bodyPr/>
          <a:lstStyle/>
          <a:p>
            <a:fld id="{BCF4F79A-5839-48F0-BC39-6276FE3C0CBE}" type="slidenum">
              <a:rPr lang="en-US" smtClean="0"/>
              <a:t>‹#›</a:t>
            </a:fld>
            <a:endParaRPr lang="en-US"/>
          </a:p>
        </p:txBody>
      </p:sp>
    </p:spTree>
    <p:extLst>
      <p:ext uri="{BB962C8B-B14F-4D97-AF65-F5344CB8AC3E}">
        <p14:creationId xmlns:p14="http://schemas.microsoft.com/office/powerpoint/2010/main" val="1443090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73959" y="1923714"/>
            <a:ext cx="5416973" cy="2236047"/>
          </a:xfrm>
          <a:custGeom>
            <a:avLst/>
            <a:gdLst/>
            <a:ahLst/>
            <a:cxnLst/>
            <a:rect l="l" t="t" r="r" b="b"/>
            <a:pathLst>
              <a:path w="8125459" h="3354070">
                <a:moveTo>
                  <a:pt x="7643133" y="3353592"/>
                </a:moveTo>
                <a:lnTo>
                  <a:pt x="485774" y="3353592"/>
                </a:lnTo>
                <a:lnTo>
                  <a:pt x="437761" y="3351215"/>
                </a:lnTo>
                <a:lnTo>
                  <a:pt x="390562" y="3344172"/>
                </a:lnTo>
                <a:lnTo>
                  <a:pt x="344494" y="3332595"/>
                </a:lnTo>
                <a:lnTo>
                  <a:pt x="299876" y="3316616"/>
                </a:lnTo>
                <a:lnTo>
                  <a:pt x="257027" y="3296366"/>
                </a:lnTo>
                <a:lnTo>
                  <a:pt x="216266" y="3271977"/>
                </a:lnTo>
                <a:lnTo>
                  <a:pt x="177911" y="3243582"/>
                </a:lnTo>
                <a:lnTo>
                  <a:pt x="142280" y="3211311"/>
                </a:lnTo>
                <a:lnTo>
                  <a:pt x="110010" y="3175688"/>
                </a:lnTo>
                <a:lnTo>
                  <a:pt x="81615" y="3137339"/>
                </a:lnTo>
                <a:lnTo>
                  <a:pt x="57227" y="3096581"/>
                </a:lnTo>
                <a:lnTo>
                  <a:pt x="36977" y="3053733"/>
                </a:lnTo>
                <a:lnTo>
                  <a:pt x="20997" y="3009116"/>
                </a:lnTo>
                <a:lnTo>
                  <a:pt x="9420" y="2963047"/>
                </a:lnTo>
                <a:lnTo>
                  <a:pt x="2377" y="2915846"/>
                </a:lnTo>
                <a:lnTo>
                  <a:pt x="0" y="2867832"/>
                </a:lnTo>
                <a:lnTo>
                  <a:pt x="0" y="485759"/>
                </a:lnTo>
                <a:lnTo>
                  <a:pt x="2377" y="437755"/>
                </a:lnTo>
                <a:lnTo>
                  <a:pt x="9420" y="390561"/>
                </a:lnTo>
                <a:lnTo>
                  <a:pt x="20997" y="344497"/>
                </a:lnTo>
                <a:lnTo>
                  <a:pt x="36977" y="299881"/>
                </a:lnTo>
                <a:lnTo>
                  <a:pt x="57227" y="257032"/>
                </a:lnTo>
                <a:lnTo>
                  <a:pt x="81615" y="216270"/>
                </a:lnTo>
                <a:lnTo>
                  <a:pt x="110010" y="177913"/>
                </a:lnTo>
                <a:lnTo>
                  <a:pt x="142280" y="142280"/>
                </a:lnTo>
                <a:lnTo>
                  <a:pt x="177911" y="110010"/>
                </a:lnTo>
                <a:lnTo>
                  <a:pt x="216266" y="81615"/>
                </a:lnTo>
                <a:lnTo>
                  <a:pt x="257027" y="57227"/>
                </a:lnTo>
                <a:lnTo>
                  <a:pt x="299876" y="36977"/>
                </a:lnTo>
                <a:lnTo>
                  <a:pt x="344494" y="20997"/>
                </a:lnTo>
                <a:lnTo>
                  <a:pt x="390562" y="9420"/>
                </a:lnTo>
                <a:lnTo>
                  <a:pt x="437761" y="2377"/>
                </a:lnTo>
                <a:lnTo>
                  <a:pt x="485774" y="0"/>
                </a:lnTo>
                <a:lnTo>
                  <a:pt x="7643133" y="0"/>
                </a:lnTo>
                <a:lnTo>
                  <a:pt x="7691148" y="2377"/>
                </a:lnTo>
                <a:lnTo>
                  <a:pt x="7738349" y="9420"/>
                </a:lnTo>
                <a:lnTo>
                  <a:pt x="7784419" y="20997"/>
                </a:lnTo>
                <a:lnTo>
                  <a:pt x="7829039" y="36977"/>
                </a:lnTo>
                <a:lnTo>
                  <a:pt x="7871889" y="57227"/>
                </a:lnTo>
                <a:lnTo>
                  <a:pt x="7912653" y="81615"/>
                </a:lnTo>
                <a:lnTo>
                  <a:pt x="7951010" y="110010"/>
                </a:lnTo>
                <a:lnTo>
                  <a:pt x="7986643" y="142280"/>
                </a:lnTo>
                <a:lnTo>
                  <a:pt x="8018914" y="177913"/>
                </a:lnTo>
                <a:lnTo>
                  <a:pt x="8047309" y="216270"/>
                </a:lnTo>
                <a:lnTo>
                  <a:pt x="8071698" y="257032"/>
                </a:lnTo>
                <a:lnTo>
                  <a:pt x="8091948" y="299881"/>
                </a:lnTo>
                <a:lnTo>
                  <a:pt x="8107927" y="344497"/>
                </a:lnTo>
                <a:lnTo>
                  <a:pt x="8119504" y="390561"/>
                </a:lnTo>
                <a:lnTo>
                  <a:pt x="8125251" y="429071"/>
                </a:lnTo>
                <a:lnTo>
                  <a:pt x="8125251" y="2924531"/>
                </a:lnTo>
                <a:lnTo>
                  <a:pt x="8119504" y="2963047"/>
                </a:lnTo>
                <a:lnTo>
                  <a:pt x="8107927" y="3009116"/>
                </a:lnTo>
                <a:lnTo>
                  <a:pt x="8091948" y="3053733"/>
                </a:lnTo>
                <a:lnTo>
                  <a:pt x="8071698" y="3096581"/>
                </a:lnTo>
                <a:lnTo>
                  <a:pt x="8047309" y="3137339"/>
                </a:lnTo>
                <a:lnTo>
                  <a:pt x="8018914" y="3175688"/>
                </a:lnTo>
                <a:lnTo>
                  <a:pt x="7986643" y="3211311"/>
                </a:lnTo>
                <a:lnTo>
                  <a:pt x="7951010" y="3243582"/>
                </a:lnTo>
                <a:lnTo>
                  <a:pt x="7912653" y="3271977"/>
                </a:lnTo>
                <a:lnTo>
                  <a:pt x="7871889" y="3296366"/>
                </a:lnTo>
                <a:lnTo>
                  <a:pt x="7829039" y="3316616"/>
                </a:lnTo>
                <a:lnTo>
                  <a:pt x="7784419" y="3332595"/>
                </a:lnTo>
                <a:lnTo>
                  <a:pt x="7738349" y="3344172"/>
                </a:lnTo>
                <a:lnTo>
                  <a:pt x="7691148" y="3351215"/>
                </a:lnTo>
                <a:lnTo>
                  <a:pt x="7643133" y="3353592"/>
                </a:lnTo>
                <a:close/>
              </a:path>
            </a:pathLst>
          </a:custGeom>
          <a:solidFill>
            <a:srgbClr val="E97025"/>
          </a:solidFill>
        </p:spPr>
        <p:txBody>
          <a:bodyPr wrap="square" lIns="0" tIns="0" rIns="0" bIns="0" rtlCol="0"/>
          <a:lstStyle/>
          <a:p>
            <a:endParaRPr sz="1200"/>
          </a:p>
        </p:txBody>
      </p:sp>
      <p:sp>
        <p:nvSpPr>
          <p:cNvPr id="17" name="bg object 17"/>
          <p:cNvSpPr/>
          <p:nvPr/>
        </p:nvSpPr>
        <p:spPr>
          <a:xfrm>
            <a:off x="5666797" y="1923715"/>
            <a:ext cx="323850" cy="2229273"/>
          </a:xfrm>
          <a:custGeom>
            <a:avLst/>
            <a:gdLst/>
            <a:ahLst/>
            <a:cxnLst/>
            <a:rect l="l" t="t" r="r" b="b"/>
            <a:pathLst>
              <a:path w="485775" h="3343910">
                <a:moveTo>
                  <a:pt x="0" y="0"/>
                </a:moveTo>
                <a:lnTo>
                  <a:pt x="47980" y="2376"/>
                </a:lnTo>
                <a:lnTo>
                  <a:pt x="95153" y="9417"/>
                </a:lnTo>
                <a:lnTo>
                  <a:pt x="141196" y="20992"/>
                </a:lnTo>
                <a:lnTo>
                  <a:pt x="185790" y="36968"/>
                </a:lnTo>
                <a:lnTo>
                  <a:pt x="228617" y="57213"/>
                </a:lnTo>
                <a:lnTo>
                  <a:pt x="269357" y="81596"/>
                </a:lnTo>
                <a:lnTo>
                  <a:pt x="307692" y="109984"/>
                </a:lnTo>
                <a:lnTo>
                  <a:pt x="343304" y="142246"/>
                </a:lnTo>
                <a:lnTo>
                  <a:pt x="375560" y="177868"/>
                </a:lnTo>
                <a:lnTo>
                  <a:pt x="403942" y="216214"/>
                </a:lnTo>
                <a:lnTo>
                  <a:pt x="428319" y="256966"/>
                </a:lnTo>
                <a:lnTo>
                  <a:pt x="448559" y="299804"/>
                </a:lnTo>
                <a:lnTo>
                  <a:pt x="464531" y="344411"/>
                </a:lnTo>
                <a:lnTo>
                  <a:pt x="476103" y="390468"/>
                </a:lnTo>
                <a:lnTo>
                  <a:pt x="483143" y="437656"/>
                </a:lnTo>
                <a:lnTo>
                  <a:pt x="485518" y="485657"/>
                </a:lnTo>
                <a:lnTo>
                  <a:pt x="485518" y="2867144"/>
                </a:lnTo>
                <a:lnTo>
                  <a:pt x="483143" y="2915146"/>
                </a:lnTo>
                <a:lnTo>
                  <a:pt x="476103" y="2962335"/>
                </a:lnTo>
                <a:lnTo>
                  <a:pt x="464531" y="3008392"/>
                </a:lnTo>
                <a:lnTo>
                  <a:pt x="448559" y="3053000"/>
                </a:lnTo>
                <a:lnTo>
                  <a:pt x="428319" y="3095838"/>
                </a:lnTo>
                <a:lnTo>
                  <a:pt x="403942" y="3136590"/>
                </a:lnTo>
                <a:lnTo>
                  <a:pt x="375560" y="3174936"/>
                </a:lnTo>
                <a:lnTo>
                  <a:pt x="343304" y="3210558"/>
                </a:lnTo>
                <a:lnTo>
                  <a:pt x="307692" y="3242819"/>
                </a:lnTo>
                <a:lnTo>
                  <a:pt x="269357" y="3271207"/>
                </a:lnTo>
                <a:lnTo>
                  <a:pt x="228618" y="3295588"/>
                </a:lnTo>
              </a:path>
              <a:path w="485775" h="3343910">
                <a:moveTo>
                  <a:pt x="222903" y="3298290"/>
                </a:moveTo>
                <a:lnTo>
                  <a:pt x="185796" y="3315831"/>
                </a:lnTo>
              </a:path>
              <a:path w="485775" h="3343910">
                <a:moveTo>
                  <a:pt x="168977" y="3321857"/>
                </a:moveTo>
                <a:lnTo>
                  <a:pt x="141204" y="3331807"/>
                </a:lnTo>
              </a:path>
              <a:path w="485775" h="3343910">
                <a:moveTo>
                  <a:pt x="113126" y="3338866"/>
                </a:moveTo>
                <a:lnTo>
                  <a:pt x="95166" y="3343381"/>
                </a:lnTo>
              </a:path>
            </a:pathLst>
          </a:custGeom>
          <a:ln w="76172">
            <a:solidFill>
              <a:srgbClr val="000000"/>
            </a:solidFill>
          </a:ln>
        </p:spPr>
        <p:txBody>
          <a:bodyPr wrap="square" lIns="0" tIns="0" rIns="0" bIns="0" rtlCol="0"/>
          <a:lstStyle/>
          <a:p>
            <a:endParaRPr sz="1200"/>
          </a:p>
        </p:txBody>
      </p:sp>
      <p:sp>
        <p:nvSpPr>
          <p:cNvPr id="18" name="bg object 18"/>
          <p:cNvSpPr/>
          <p:nvPr/>
        </p:nvSpPr>
        <p:spPr>
          <a:xfrm>
            <a:off x="6143142" y="1923714"/>
            <a:ext cx="5426710" cy="2236047"/>
          </a:xfrm>
          <a:custGeom>
            <a:avLst/>
            <a:gdLst/>
            <a:ahLst/>
            <a:cxnLst/>
            <a:rect l="l" t="t" r="r" b="b"/>
            <a:pathLst>
              <a:path w="8140065" h="3354070">
                <a:moveTo>
                  <a:pt x="7657124" y="3353592"/>
                </a:moveTo>
                <a:lnTo>
                  <a:pt x="485790" y="3353592"/>
                </a:lnTo>
                <a:lnTo>
                  <a:pt x="437775" y="3351215"/>
                </a:lnTo>
                <a:lnTo>
                  <a:pt x="390574" y="3344172"/>
                </a:lnTo>
                <a:lnTo>
                  <a:pt x="344504" y="3332595"/>
                </a:lnTo>
                <a:lnTo>
                  <a:pt x="299884" y="3316616"/>
                </a:lnTo>
                <a:lnTo>
                  <a:pt x="257034" y="3296366"/>
                </a:lnTo>
                <a:lnTo>
                  <a:pt x="216270" y="3271977"/>
                </a:lnTo>
                <a:lnTo>
                  <a:pt x="177913" y="3243582"/>
                </a:lnTo>
                <a:lnTo>
                  <a:pt x="142280" y="3211311"/>
                </a:lnTo>
                <a:lnTo>
                  <a:pt x="110009" y="3175688"/>
                </a:lnTo>
                <a:lnTo>
                  <a:pt x="81614" y="3137339"/>
                </a:lnTo>
                <a:lnTo>
                  <a:pt x="57225" y="3096581"/>
                </a:lnTo>
                <a:lnTo>
                  <a:pt x="36975" y="3053733"/>
                </a:lnTo>
                <a:lnTo>
                  <a:pt x="20996" y="3009116"/>
                </a:lnTo>
                <a:lnTo>
                  <a:pt x="9419" y="2963047"/>
                </a:lnTo>
                <a:lnTo>
                  <a:pt x="2376" y="2915846"/>
                </a:lnTo>
                <a:lnTo>
                  <a:pt x="0" y="2867836"/>
                </a:lnTo>
                <a:lnTo>
                  <a:pt x="0" y="485756"/>
                </a:lnTo>
                <a:lnTo>
                  <a:pt x="2376" y="437755"/>
                </a:lnTo>
                <a:lnTo>
                  <a:pt x="9419" y="390561"/>
                </a:lnTo>
                <a:lnTo>
                  <a:pt x="20996" y="344497"/>
                </a:lnTo>
                <a:lnTo>
                  <a:pt x="36975" y="299881"/>
                </a:lnTo>
                <a:lnTo>
                  <a:pt x="57225" y="257032"/>
                </a:lnTo>
                <a:lnTo>
                  <a:pt x="81614" y="216270"/>
                </a:lnTo>
                <a:lnTo>
                  <a:pt x="110009" y="177913"/>
                </a:lnTo>
                <a:lnTo>
                  <a:pt x="142280" y="142280"/>
                </a:lnTo>
                <a:lnTo>
                  <a:pt x="177913" y="110010"/>
                </a:lnTo>
                <a:lnTo>
                  <a:pt x="216270" y="81615"/>
                </a:lnTo>
                <a:lnTo>
                  <a:pt x="257034" y="57227"/>
                </a:lnTo>
                <a:lnTo>
                  <a:pt x="299884" y="36977"/>
                </a:lnTo>
                <a:lnTo>
                  <a:pt x="344504" y="20997"/>
                </a:lnTo>
                <a:lnTo>
                  <a:pt x="390574" y="9420"/>
                </a:lnTo>
                <a:lnTo>
                  <a:pt x="437775" y="2377"/>
                </a:lnTo>
                <a:lnTo>
                  <a:pt x="485790" y="0"/>
                </a:lnTo>
                <a:lnTo>
                  <a:pt x="7657124" y="0"/>
                </a:lnTo>
                <a:lnTo>
                  <a:pt x="7705138" y="2377"/>
                </a:lnTo>
                <a:lnTo>
                  <a:pt x="7752339" y="9420"/>
                </a:lnTo>
                <a:lnTo>
                  <a:pt x="7798409" y="20997"/>
                </a:lnTo>
                <a:lnTo>
                  <a:pt x="7843029" y="36977"/>
                </a:lnTo>
                <a:lnTo>
                  <a:pt x="7885880" y="57227"/>
                </a:lnTo>
                <a:lnTo>
                  <a:pt x="7926643" y="81615"/>
                </a:lnTo>
                <a:lnTo>
                  <a:pt x="7965000" y="110010"/>
                </a:lnTo>
                <a:lnTo>
                  <a:pt x="8000633" y="142280"/>
                </a:lnTo>
                <a:lnTo>
                  <a:pt x="8032904" y="177913"/>
                </a:lnTo>
                <a:lnTo>
                  <a:pt x="8061299" y="216270"/>
                </a:lnTo>
                <a:lnTo>
                  <a:pt x="8085688" y="257032"/>
                </a:lnTo>
                <a:lnTo>
                  <a:pt x="8105938" y="299881"/>
                </a:lnTo>
                <a:lnTo>
                  <a:pt x="8121917" y="344497"/>
                </a:lnTo>
                <a:lnTo>
                  <a:pt x="8133494" y="390561"/>
                </a:lnTo>
                <a:lnTo>
                  <a:pt x="8140065" y="434589"/>
                </a:lnTo>
                <a:lnTo>
                  <a:pt x="8140065" y="2919013"/>
                </a:lnTo>
                <a:lnTo>
                  <a:pt x="8133494" y="2963047"/>
                </a:lnTo>
                <a:lnTo>
                  <a:pt x="8121917" y="3009116"/>
                </a:lnTo>
                <a:lnTo>
                  <a:pt x="8105938" y="3053733"/>
                </a:lnTo>
                <a:lnTo>
                  <a:pt x="8085688" y="3096581"/>
                </a:lnTo>
                <a:lnTo>
                  <a:pt x="8061299" y="3137339"/>
                </a:lnTo>
                <a:lnTo>
                  <a:pt x="8032904" y="3175688"/>
                </a:lnTo>
                <a:lnTo>
                  <a:pt x="8000633" y="3211311"/>
                </a:lnTo>
                <a:lnTo>
                  <a:pt x="7965000" y="3243582"/>
                </a:lnTo>
                <a:lnTo>
                  <a:pt x="7926643" y="3271977"/>
                </a:lnTo>
                <a:lnTo>
                  <a:pt x="7885880" y="3296366"/>
                </a:lnTo>
                <a:lnTo>
                  <a:pt x="7843029" y="3316616"/>
                </a:lnTo>
                <a:lnTo>
                  <a:pt x="7798409" y="3332595"/>
                </a:lnTo>
                <a:lnTo>
                  <a:pt x="7752339" y="3344172"/>
                </a:lnTo>
                <a:lnTo>
                  <a:pt x="7705138" y="3351215"/>
                </a:lnTo>
                <a:lnTo>
                  <a:pt x="7657124" y="3353592"/>
                </a:lnTo>
                <a:close/>
              </a:path>
            </a:pathLst>
          </a:custGeom>
          <a:solidFill>
            <a:srgbClr val="9D82B3"/>
          </a:solidFill>
        </p:spPr>
        <p:txBody>
          <a:bodyPr wrap="square" lIns="0" tIns="0" rIns="0" bIns="0" rtlCol="0"/>
          <a:lstStyle/>
          <a:p>
            <a:endParaRPr sz="1200"/>
          </a:p>
        </p:txBody>
      </p:sp>
      <p:sp>
        <p:nvSpPr>
          <p:cNvPr id="19" name="bg object 19"/>
          <p:cNvSpPr/>
          <p:nvPr/>
        </p:nvSpPr>
        <p:spPr>
          <a:xfrm>
            <a:off x="11248482" y="1923715"/>
            <a:ext cx="2963" cy="423"/>
          </a:xfrm>
          <a:custGeom>
            <a:avLst/>
            <a:gdLst/>
            <a:ahLst/>
            <a:cxnLst/>
            <a:rect l="l" t="t" r="r" b="b"/>
            <a:pathLst>
              <a:path w="4444" h="635">
                <a:moveTo>
                  <a:pt x="1974" y="-38091"/>
                </a:moveTo>
                <a:lnTo>
                  <a:pt x="1974" y="38287"/>
                </a:lnTo>
              </a:path>
            </a:pathLst>
          </a:custGeom>
          <a:ln w="80132">
            <a:solidFill>
              <a:srgbClr val="000000"/>
            </a:solidFill>
          </a:ln>
        </p:spPr>
        <p:txBody>
          <a:bodyPr wrap="square" lIns="0" tIns="0" rIns="0" bIns="0" rtlCol="0"/>
          <a:lstStyle/>
          <a:p>
            <a:endParaRPr sz="1200"/>
          </a:p>
        </p:txBody>
      </p:sp>
      <p:sp>
        <p:nvSpPr>
          <p:cNvPr id="20" name="bg object 20"/>
          <p:cNvSpPr/>
          <p:nvPr/>
        </p:nvSpPr>
        <p:spPr>
          <a:xfrm>
            <a:off x="6407226" y="1923714"/>
            <a:ext cx="5134610" cy="2140373"/>
          </a:xfrm>
          <a:custGeom>
            <a:avLst/>
            <a:gdLst/>
            <a:ahLst/>
            <a:cxnLst/>
            <a:rect l="l" t="t" r="r" b="b"/>
            <a:pathLst>
              <a:path w="7701915" h="3210560">
                <a:moveTo>
                  <a:pt x="7401056" y="20459"/>
                </a:moveTo>
                <a:lnTo>
                  <a:pt x="7447801" y="36968"/>
                </a:lnTo>
                <a:lnTo>
                  <a:pt x="7490654" y="57213"/>
                </a:lnTo>
                <a:lnTo>
                  <a:pt x="7531420" y="81596"/>
                </a:lnTo>
                <a:lnTo>
                  <a:pt x="7569780" y="109984"/>
                </a:lnTo>
                <a:lnTo>
                  <a:pt x="7605414" y="142246"/>
                </a:lnTo>
                <a:lnTo>
                  <a:pt x="7637687" y="177868"/>
                </a:lnTo>
                <a:lnTo>
                  <a:pt x="7666084" y="216214"/>
                </a:lnTo>
                <a:lnTo>
                  <a:pt x="7690475" y="256966"/>
                </a:lnTo>
                <a:lnTo>
                  <a:pt x="7701682" y="280672"/>
                </a:lnTo>
              </a:path>
              <a:path w="7701915" h="3210560">
                <a:moveTo>
                  <a:pt x="7644182" y="3166166"/>
                </a:moveTo>
                <a:lnTo>
                  <a:pt x="7637691" y="3174931"/>
                </a:lnTo>
              </a:path>
              <a:path w="7701915" h="3210560">
                <a:moveTo>
                  <a:pt x="7608425" y="3207235"/>
                </a:moveTo>
                <a:lnTo>
                  <a:pt x="7605422" y="3210550"/>
                </a:lnTo>
              </a:path>
              <a:path w="7701915" h="3210560">
                <a:moveTo>
                  <a:pt x="0" y="8598"/>
                </a:moveTo>
                <a:lnTo>
                  <a:pt x="41714" y="2376"/>
                </a:lnTo>
                <a:lnTo>
                  <a:pt x="89729" y="0"/>
                </a:lnTo>
              </a:path>
            </a:pathLst>
          </a:custGeom>
          <a:ln w="76196">
            <a:solidFill>
              <a:srgbClr val="000000"/>
            </a:solidFill>
          </a:ln>
        </p:spPr>
        <p:txBody>
          <a:bodyPr wrap="square" lIns="0" tIns="0" rIns="0" bIns="0" rtlCol="0"/>
          <a:lstStyle/>
          <a:p>
            <a:endParaRPr sz="1200"/>
          </a:p>
        </p:txBody>
      </p:sp>
      <p:sp>
        <p:nvSpPr>
          <p:cNvPr id="21" name="bg object 21"/>
          <p:cNvSpPr/>
          <p:nvPr/>
        </p:nvSpPr>
        <p:spPr>
          <a:xfrm>
            <a:off x="573959" y="4297274"/>
            <a:ext cx="5416973" cy="2158153"/>
          </a:xfrm>
          <a:custGeom>
            <a:avLst/>
            <a:gdLst/>
            <a:ahLst/>
            <a:cxnLst/>
            <a:rect l="l" t="t" r="r" b="b"/>
            <a:pathLst>
              <a:path w="8125459" h="3237229">
                <a:moveTo>
                  <a:pt x="7683040" y="3236768"/>
                </a:moveTo>
                <a:lnTo>
                  <a:pt x="445869" y="3236768"/>
                </a:lnTo>
                <a:lnTo>
                  <a:pt x="437761" y="3236366"/>
                </a:lnTo>
                <a:lnTo>
                  <a:pt x="390562" y="3229323"/>
                </a:lnTo>
                <a:lnTo>
                  <a:pt x="344494" y="3217746"/>
                </a:lnTo>
                <a:lnTo>
                  <a:pt x="299876" y="3201767"/>
                </a:lnTo>
                <a:lnTo>
                  <a:pt x="257027" y="3181517"/>
                </a:lnTo>
                <a:lnTo>
                  <a:pt x="216266" y="3157129"/>
                </a:lnTo>
                <a:lnTo>
                  <a:pt x="177911" y="3128733"/>
                </a:lnTo>
                <a:lnTo>
                  <a:pt x="142280" y="3096463"/>
                </a:lnTo>
                <a:lnTo>
                  <a:pt x="110010" y="3060830"/>
                </a:lnTo>
                <a:lnTo>
                  <a:pt x="81615" y="3022473"/>
                </a:lnTo>
                <a:lnTo>
                  <a:pt x="57227" y="2981711"/>
                </a:lnTo>
                <a:lnTo>
                  <a:pt x="36977" y="2938862"/>
                </a:lnTo>
                <a:lnTo>
                  <a:pt x="20997" y="2894246"/>
                </a:lnTo>
                <a:lnTo>
                  <a:pt x="9420" y="2848182"/>
                </a:lnTo>
                <a:lnTo>
                  <a:pt x="2377" y="2800988"/>
                </a:lnTo>
                <a:lnTo>
                  <a:pt x="0" y="2752983"/>
                </a:lnTo>
                <a:lnTo>
                  <a:pt x="0" y="485759"/>
                </a:lnTo>
                <a:lnTo>
                  <a:pt x="2377" y="437745"/>
                </a:lnTo>
                <a:lnTo>
                  <a:pt x="9420" y="390544"/>
                </a:lnTo>
                <a:lnTo>
                  <a:pt x="20997" y="344475"/>
                </a:lnTo>
                <a:lnTo>
                  <a:pt x="36977" y="299858"/>
                </a:lnTo>
                <a:lnTo>
                  <a:pt x="57227" y="257011"/>
                </a:lnTo>
                <a:lnTo>
                  <a:pt x="81615" y="216253"/>
                </a:lnTo>
                <a:lnTo>
                  <a:pt x="110010" y="177903"/>
                </a:lnTo>
                <a:lnTo>
                  <a:pt x="142280" y="142280"/>
                </a:lnTo>
                <a:lnTo>
                  <a:pt x="177911" y="110009"/>
                </a:lnTo>
                <a:lnTo>
                  <a:pt x="216266" y="81614"/>
                </a:lnTo>
                <a:lnTo>
                  <a:pt x="257027" y="57225"/>
                </a:lnTo>
                <a:lnTo>
                  <a:pt x="299876" y="36976"/>
                </a:lnTo>
                <a:lnTo>
                  <a:pt x="344494" y="20996"/>
                </a:lnTo>
                <a:lnTo>
                  <a:pt x="390562" y="9419"/>
                </a:lnTo>
                <a:lnTo>
                  <a:pt x="437761" y="2376"/>
                </a:lnTo>
                <a:lnTo>
                  <a:pt x="485774" y="0"/>
                </a:lnTo>
                <a:lnTo>
                  <a:pt x="7643133" y="0"/>
                </a:lnTo>
                <a:lnTo>
                  <a:pt x="7691148" y="2376"/>
                </a:lnTo>
                <a:lnTo>
                  <a:pt x="7738349" y="9419"/>
                </a:lnTo>
                <a:lnTo>
                  <a:pt x="7784419" y="20996"/>
                </a:lnTo>
                <a:lnTo>
                  <a:pt x="7829039" y="36976"/>
                </a:lnTo>
                <a:lnTo>
                  <a:pt x="7871889" y="57225"/>
                </a:lnTo>
                <a:lnTo>
                  <a:pt x="7912653" y="81614"/>
                </a:lnTo>
                <a:lnTo>
                  <a:pt x="7951010" y="110009"/>
                </a:lnTo>
                <a:lnTo>
                  <a:pt x="7986643" y="142280"/>
                </a:lnTo>
                <a:lnTo>
                  <a:pt x="8018914" y="177903"/>
                </a:lnTo>
                <a:lnTo>
                  <a:pt x="8047309" y="216253"/>
                </a:lnTo>
                <a:lnTo>
                  <a:pt x="8071698" y="257011"/>
                </a:lnTo>
                <a:lnTo>
                  <a:pt x="8091948" y="299858"/>
                </a:lnTo>
                <a:lnTo>
                  <a:pt x="8107927" y="344475"/>
                </a:lnTo>
                <a:lnTo>
                  <a:pt x="8119504" y="390544"/>
                </a:lnTo>
                <a:lnTo>
                  <a:pt x="8125251" y="429060"/>
                </a:lnTo>
                <a:lnTo>
                  <a:pt x="8125251" y="2809671"/>
                </a:lnTo>
                <a:lnTo>
                  <a:pt x="8119504" y="2848182"/>
                </a:lnTo>
                <a:lnTo>
                  <a:pt x="8107927" y="2894246"/>
                </a:lnTo>
                <a:lnTo>
                  <a:pt x="8091948" y="2938862"/>
                </a:lnTo>
                <a:lnTo>
                  <a:pt x="8071698" y="2981711"/>
                </a:lnTo>
                <a:lnTo>
                  <a:pt x="8047309" y="3022473"/>
                </a:lnTo>
                <a:lnTo>
                  <a:pt x="8018914" y="3060830"/>
                </a:lnTo>
                <a:lnTo>
                  <a:pt x="7986643" y="3096463"/>
                </a:lnTo>
                <a:lnTo>
                  <a:pt x="7951010" y="3128733"/>
                </a:lnTo>
                <a:lnTo>
                  <a:pt x="7912653" y="3157129"/>
                </a:lnTo>
                <a:lnTo>
                  <a:pt x="7871889" y="3181517"/>
                </a:lnTo>
                <a:lnTo>
                  <a:pt x="7829039" y="3201767"/>
                </a:lnTo>
                <a:lnTo>
                  <a:pt x="7784419" y="3217746"/>
                </a:lnTo>
                <a:lnTo>
                  <a:pt x="7738349" y="3229323"/>
                </a:lnTo>
                <a:lnTo>
                  <a:pt x="7691148" y="3236366"/>
                </a:lnTo>
                <a:lnTo>
                  <a:pt x="7683040" y="3236768"/>
                </a:lnTo>
                <a:close/>
              </a:path>
            </a:pathLst>
          </a:custGeom>
          <a:solidFill>
            <a:srgbClr val="E2B808"/>
          </a:solidFill>
        </p:spPr>
        <p:txBody>
          <a:bodyPr wrap="square" lIns="0" tIns="0" rIns="0" bIns="0" rtlCol="0"/>
          <a:lstStyle/>
          <a:p>
            <a:endParaRPr sz="1200"/>
          </a:p>
        </p:txBody>
      </p:sp>
      <p:sp>
        <p:nvSpPr>
          <p:cNvPr id="22" name="bg object 22"/>
          <p:cNvSpPr/>
          <p:nvPr/>
        </p:nvSpPr>
        <p:spPr>
          <a:xfrm>
            <a:off x="574024" y="4297274"/>
            <a:ext cx="5416550" cy="2085763"/>
          </a:xfrm>
          <a:custGeom>
            <a:avLst/>
            <a:gdLst/>
            <a:ahLst/>
            <a:cxnLst/>
            <a:rect l="l" t="t" r="r" b="b"/>
            <a:pathLst>
              <a:path w="8124825" h="3128645">
                <a:moveTo>
                  <a:pt x="485517" y="0"/>
                </a:moveTo>
                <a:lnTo>
                  <a:pt x="7639097" y="0"/>
                </a:lnTo>
                <a:lnTo>
                  <a:pt x="7687083" y="2376"/>
                </a:lnTo>
                <a:lnTo>
                  <a:pt x="7734257" y="9419"/>
                </a:lnTo>
                <a:lnTo>
                  <a:pt x="7780300" y="20996"/>
                </a:lnTo>
                <a:lnTo>
                  <a:pt x="7824894" y="36974"/>
                </a:lnTo>
                <a:lnTo>
                  <a:pt x="7867720" y="57223"/>
                </a:lnTo>
                <a:lnTo>
                  <a:pt x="7908460" y="81609"/>
                </a:lnTo>
                <a:lnTo>
                  <a:pt x="7946796" y="110002"/>
                </a:lnTo>
                <a:lnTo>
                  <a:pt x="7982408" y="142269"/>
                </a:lnTo>
                <a:lnTo>
                  <a:pt x="8014660" y="177897"/>
                </a:lnTo>
                <a:lnTo>
                  <a:pt x="8043040" y="216250"/>
                </a:lnTo>
                <a:lnTo>
                  <a:pt x="8067415" y="257008"/>
                </a:lnTo>
                <a:lnTo>
                  <a:pt x="8087655" y="299853"/>
                </a:lnTo>
                <a:lnTo>
                  <a:pt x="8103626" y="344467"/>
                </a:lnTo>
                <a:lnTo>
                  <a:pt x="8115197" y="390531"/>
                </a:lnTo>
                <a:lnTo>
                  <a:pt x="8122237" y="437727"/>
                </a:lnTo>
                <a:lnTo>
                  <a:pt x="8124612" y="485737"/>
                </a:lnTo>
                <a:lnTo>
                  <a:pt x="8124612" y="2752763"/>
                </a:lnTo>
                <a:lnTo>
                  <a:pt x="8122237" y="2800774"/>
                </a:lnTo>
                <a:lnTo>
                  <a:pt x="8115197" y="2847971"/>
                </a:lnTo>
                <a:lnTo>
                  <a:pt x="8103626" y="2894037"/>
                </a:lnTo>
                <a:lnTo>
                  <a:pt x="8087655" y="2938652"/>
                </a:lnTo>
                <a:lnTo>
                  <a:pt x="8067415" y="2981498"/>
                </a:lnTo>
                <a:lnTo>
                  <a:pt x="8043040" y="3022257"/>
                </a:lnTo>
                <a:lnTo>
                  <a:pt x="8014660" y="3060610"/>
                </a:lnTo>
                <a:lnTo>
                  <a:pt x="7982408" y="3096238"/>
                </a:lnTo>
                <a:lnTo>
                  <a:pt x="7946812" y="3128490"/>
                </a:lnTo>
              </a:path>
              <a:path w="8124825" h="3128645">
                <a:moveTo>
                  <a:pt x="0" y="2752740"/>
                </a:moveTo>
                <a:lnTo>
                  <a:pt x="0" y="485737"/>
                </a:lnTo>
                <a:lnTo>
                  <a:pt x="2375" y="437727"/>
                </a:lnTo>
                <a:lnTo>
                  <a:pt x="9415" y="390531"/>
                </a:lnTo>
                <a:lnTo>
                  <a:pt x="20986" y="344467"/>
                </a:lnTo>
                <a:lnTo>
                  <a:pt x="36957" y="299853"/>
                </a:lnTo>
                <a:lnTo>
                  <a:pt x="57197" y="257008"/>
                </a:lnTo>
                <a:lnTo>
                  <a:pt x="81572" y="216250"/>
                </a:lnTo>
                <a:lnTo>
                  <a:pt x="109952" y="177897"/>
                </a:lnTo>
                <a:lnTo>
                  <a:pt x="142205" y="142269"/>
                </a:lnTo>
                <a:lnTo>
                  <a:pt x="177817" y="110002"/>
                </a:lnTo>
                <a:lnTo>
                  <a:pt x="216152" y="81609"/>
                </a:lnTo>
                <a:lnTo>
                  <a:pt x="256892" y="57223"/>
                </a:lnTo>
                <a:lnTo>
                  <a:pt x="299718" y="36974"/>
                </a:lnTo>
                <a:lnTo>
                  <a:pt x="344312" y="20996"/>
                </a:lnTo>
                <a:lnTo>
                  <a:pt x="390355" y="9419"/>
                </a:lnTo>
                <a:lnTo>
                  <a:pt x="437530" y="2376"/>
                </a:lnTo>
                <a:lnTo>
                  <a:pt x="485517" y="0"/>
                </a:lnTo>
              </a:path>
            </a:pathLst>
          </a:custGeom>
          <a:ln w="76179">
            <a:solidFill>
              <a:srgbClr val="5C2A83"/>
            </a:solidFill>
          </a:ln>
        </p:spPr>
        <p:txBody>
          <a:bodyPr wrap="square" lIns="0" tIns="0" rIns="0" bIns="0" rtlCol="0"/>
          <a:lstStyle/>
          <a:p>
            <a:endParaRPr sz="1200"/>
          </a:p>
        </p:txBody>
      </p:sp>
      <p:sp>
        <p:nvSpPr>
          <p:cNvPr id="23" name="bg object 23"/>
          <p:cNvSpPr/>
          <p:nvPr/>
        </p:nvSpPr>
        <p:spPr>
          <a:xfrm>
            <a:off x="5082778" y="3172575"/>
            <a:ext cx="6498335" cy="3282543"/>
          </a:xfrm>
          <a:prstGeom prst="rect">
            <a:avLst/>
          </a:prstGeom>
          <a:blipFill>
            <a:blip r:embed="rId2" cstate="print"/>
            <a:stretch>
              <a:fillRect/>
            </a:stretch>
          </a:blipFill>
        </p:spPr>
        <p:txBody>
          <a:bodyPr wrap="square" lIns="0" tIns="0" rIns="0" bIns="0" rtlCol="0"/>
          <a:lstStyle/>
          <a:p>
            <a:endParaRPr sz="1200"/>
          </a:p>
        </p:txBody>
      </p:sp>
      <p:sp>
        <p:nvSpPr>
          <p:cNvPr id="2" name="Holder 2"/>
          <p:cNvSpPr>
            <a:spLocks noGrp="1"/>
          </p:cNvSpPr>
          <p:nvPr>
            <p:ph type="title"/>
          </p:nvPr>
        </p:nvSpPr>
        <p:spPr/>
        <p:txBody>
          <a:bodyPr lIns="0" tIns="0" rIns="0" bIns="0"/>
          <a:lstStyle>
            <a:lvl1pPr>
              <a:defRPr sz="4767" b="1" i="0">
                <a:solidFill>
                  <a:srgbClr val="00002B"/>
                </a:solidFill>
                <a:latin typeface="Arial"/>
                <a:cs typeface="Arial"/>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96009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949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34DB-E3F7-0296-A507-642A9BA70F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09E0D0-A1B6-BE86-8417-3C51898C3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8D5974-B041-254A-DF1B-99896D10D7AA}"/>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5" name="Footer Placeholder 4">
            <a:extLst>
              <a:ext uri="{FF2B5EF4-FFF2-40B4-BE49-F238E27FC236}">
                <a16:creationId xmlns:a16="http://schemas.microsoft.com/office/drawing/2014/main" id="{C753E78D-9AB1-7DCE-94DA-B041C5FFA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2B39E-4925-373B-534E-553867279E99}"/>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785256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CE95-7CA9-3500-2974-644C8D41DC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AE-8A07-5795-3535-91B19D3E5B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1D0C3-A51A-D994-3A25-1D16C8B9EFE6}"/>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5" name="Footer Placeholder 4">
            <a:extLst>
              <a:ext uri="{FF2B5EF4-FFF2-40B4-BE49-F238E27FC236}">
                <a16:creationId xmlns:a16="http://schemas.microsoft.com/office/drawing/2014/main" id="{9600C2EE-6AEC-B06E-3BFA-42F2578EF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5E7B5-721A-4315-3C8B-50641A76109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095265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4375-EAD2-B0DE-E8FB-23E1F77983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862338-4C32-8214-631B-0715CEF209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A2AB5-E745-BFCE-0DFB-652E4FCC6C75}"/>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5" name="Footer Placeholder 4">
            <a:extLst>
              <a:ext uri="{FF2B5EF4-FFF2-40B4-BE49-F238E27FC236}">
                <a16:creationId xmlns:a16="http://schemas.microsoft.com/office/drawing/2014/main" id="{E0A2B1D9-28F4-D8F6-3180-B5544D8F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5ED8-1370-9A02-509F-703055ECC5C4}"/>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861491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62DE-AAB4-3C42-10E8-D9A482FBA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21DDAF-6D4E-216F-7D43-8DA6A51B4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6C7A28-7845-6658-3EEE-DD4DB51F5D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65AA39-0CDB-6A71-1EA1-54ECB601D483}"/>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6" name="Footer Placeholder 5">
            <a:extLst>
              <a:ext uri="{FF2B5EF4-FFF2-40B4-BE49-F238E27FC236}">
                <a16:creationId xmlns:a16="http://schemas.microsoft.com/office/drawing/2014/main" id="{D62B0B6F-E7C2-944E-1C7E-9D256BE68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07A67D-5617-AB2A-3BA5-68C7B9FB3A6E}"/>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421421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FA5B-004E-4258-3D93-9FC3134778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1ABC08-73F7-C783-DBE6-59D2140F0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BADFAB-D7B3-44FA-D8F4-27A7F7F67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CF6222-5B25-D3DB-6D2D-AB18DAC7FC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0F3FD-D096-3EC5-829E-6F7D603837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D35459-7799-298A-C14A-1D2497312D2D}"/>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8" name="Footer Placeholder 7">
            <a:extLst>
              <a:ext uri="{FF2B5EF4-FFF2-40B4-BE49-F238E27FC236}">
                <a16:creationId xmlns:a16="http://schemas.microsoft.com/office/drawing/2014/main" id="{15EC77DA-298F-61F8-4ACD-6855426005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E2D29-1AD3-FDB5-07A6-E4312539D260}"/>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3096304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2844-C555-0D15-B685-5323633139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1C2D36-D183-5A60-3602-66BC23A6F0BB}"/>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4" name="Footer Placeholder 3">
            <a:extLst>
              <a:ext uri="{FF2B5EF4-FFF2-40B4-BE49-F238E27FC236}">
                <a16:creationId xmlns:a16="http://schemas.microsoft.com/office/drawing/2014/main" id="{A923A211-C5CF-949A-7B44-CF4CE3D399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DDBD10-DDAB-6162-E206-33BCEFC19DF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0988529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D205F5-24F0-255F-859B-FF7998FB557F}"/>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3" name="Footer Placeholder 2">
            <a:extLst>
              <a:ext uri="{FF2B5EF4-FFF2-40B4-BE49-F238E27FC236}">
                <a16:creationId xmlns:a16="http://schemas.microsoft.com/office/drawing/2014/main" id="{9072AB1F-B8BF-35D4-4E1C-0B1756D366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100493-F9A1-AC76-40F2-ED45BF04BDD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42388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DBC6-8157-79B6-7892-06EA7793A6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0D5BD7-99EC-4E9C-11AC-8E31A069FF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D397D6-3B66-093A-DAB3-57CFE2591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EF0157-CFFC-FA71-E7AA-57F49001BBDF}"/>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6" name="Footer Placeholder 5">
            <a:extLst>
              <a:ext uri="{FF2B5EF4-FFF2-40B4-BE49-F238E27FC236}">
                <a16:creationId xmlns:a16="http://schemas.microsoft.com/office/drawing/2014/main" id="{1505D853-16E1-DD2D-5733-4B924FEF9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E57595-CCF3-0810-60EC-6F7A74895AA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453339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B5D2-36E8-678A-A0B0-80FF14E0C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F2B91C-AEBA-944C-9821-0294FA786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EC38A7-88EA-70C6-6E75-37E4F5A4E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EFB63-D7E6-23B1-6979-6F8CD3719481}"/>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6" name="Footer Placeholder 5">
            <a:extLst>
              <a:ext uri="{FF2B5EF4-FFF2-40B4-BE49-F238E27FC236}">
                <a16:creationId xmlns:a16="http://schemas.microsoft.com/office/drawing/2014/main" id="{DDE75B4C-AA3F-F0EE-DCA5-D8C496BE2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EF2D4-DF91-ACDE-BCEA-57B38C5480F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5913365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43D5-E31E-D8CA-D561-825BC4D5A0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854423-2662-85BF-D9A1-4B46239DC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CF0B84-B1DB-D609-F801-903B712756C9}"/>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5" name="Footer Placeholder 4">
            <a:extLst>
              <a:ext uri="{FF2B5EF4-FFF2-40B4-BE49-F238E27FC236}">
                <a16:creationId xmlns:a16="http://schemas.microsoft.com/office/drawing/2014/main" id="{7B19BAFF-C543-95A7-0B66-F02814665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1945-4C65-019F-90C5-87FD697C4467}"/>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674885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D9F404-61B2-75F0-6F77-9380BC4F99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125A70-3775-0EF6-E2DA-C4FAA89AF8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DE6C2-BC9B-4F60-D179-F775EB67244B}"/>
              </a:ext>
            </a:extLst>
          </p:cNvPr>
          <p:cNvSpPr>
            <a:spLocks noGrp="1"/>
          </p:cNvSpPr>
          <p:nvPr>
            <p:ph type="dt" sz="half" idx="10"/>
          </p:nvPr>
        </p:nvSpPr>
        <p:spPr/>
        <p:txBody>
          <a:bodyPr/>
          <a:lstStyle/>
          <a:p>
            <a:fld id="{776DC261-C390-1645-94CE-0C58977D651F}" type="datetimeFigureOut">
              <a:rPr lang="en-US" smtClean="0"/>
              <a:t>2/20/2025</a:t>
            </a:fld>
            <a:endParaRPr lang="en-US"/>
          </a:p>
        </p:txBody>
      </p:sp>
      <p:sp>
        <p:nvSpPr>
          <p:cNvPr id="5" name="Footer Placeholder 4">
            <a:extLst>
              <a:ext uri="{FF2B5EF4-FFF2-40B4-BE49-F238E27FC236}">
                <a16:creationId xmlns:a16="http://schemas.microsoft.com/office/drawing/2014/main" id="{49807B19-447C-BCB2-CB35-243BA6C6E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45A2E-05F6-6E15-A201-EC23E62C294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16358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E55A5E-E0F2-49C1-0F5E-9241650B8A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4EED8-C408-FB5B-D742-F3A39B4712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90CBF-94FB-8F0E-CB30-77AA8767D6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75AB56-B571-4F46-9746-CDB97AD687CF}" type="datetimeFigureOut">
              <a:rPr lang="en-US" smtClean="0"/>
              <a:t>2/20/2025</a:t>
            </a:fld>
            <a:endParaRPr lang="en-US"/>
          </a:p>
        </p:txBody>
      </p:sp>
      <p:sp>
        <p:nvSpPr>
          <p:cNvPr id="5" name="Footer Placeholder 4">
            <a:extLst>
              <a:ext uri="{FF2B5EF4-FFF2-40B4-BE49-F238E27FC236}">
                <a16:creationId xmlns:a16="http://schemas.microsoft.com/office/drawing/2014/main" id="{C5F958A4-E17B-AA6D-1253-D7C0B050E3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96AA77-FF16-7C9C-FEA4-068AD72513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F4F79A-5839-48F0-BC39-6276FE3C0CBE}" type="slidenum">
              <a:rPr lang="en-US" smtClean="0"/>
              <a:t>‹#›</a:t>
            </a:fld>
            <a:endParaRPr lang="en-US"/>
          </a:p>
        </p:txBody>
      </p:sp>
    </p:spTree>
    <p:extLst>
      <p:ext uri="{BB962C8B-B14F-4D97-AF65-F5344CB8AC3E}">
        <p14:creationId xmlns:p14="http://schemas.microsoft.com/office/powerpoint/2010/main" val="3010942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994799-D5B1-D8FB-28E8-48D9F9D53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900CFC-F2D2-0432-F27E-A2B69885D0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F17AC-A749-3273-CAB4-032BA0255B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DC261-C390-1645-94CE-0C58977D651F}" type="datetimeFigureOut">
              <a:rPr lang="en-US" smtClean="0"/>
              <a:t>2/20/2025</a:t>
            </a:fld>
            <a:endParaRPr lang="en-US"/>
          </a:p>
        </p:txBody>
      </p:sp>
      <p:sp>
        <p:nvSpPr>
          <p:cNvPr id="5" name="Footer Placeholder 4">
            <a:extLst>
              <a:ext uri="{FF2B5EF4-FFF2-40B4-BE49-F238E27FC236}">
                <a16:creationId xmlns:a16="http://schemas.microsoft.com/office/drawing/2014/main" id="{E556420E-F277-CA8F-2306-963C8327A2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5201BE-2B4C-FA6B-4BCB-88404CAB8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7CC22-2B9F-664B-9972-D3B52C865247}" type="slidenum">
              <a:rPr lang="en-US" smtClean="0"/>
              <a:t>‹#›</a:t>
            </a:fld>
            <a:endParaRPr lang="en-US"/>
          </a:p>
        </p:txBody>
      </p:sp>
    </p:spTree>
    <p:extLst>
      <p:ext uri="{BB962C8B-B14F-4D97-AF65-F5344CB8AC3E}">
        <p14:creationId xmlns:p14="http://schemas.microsoft.com/office/powerpoint/2010/main" val="2956242486"/>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4.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122927-EC97-76DD-4DA7-ABC223FDF271}"/>
              </a:ext>
            </a:extLst>
          </p:cNvPr>
          <p:cNvSpPr txBox="1"/>
          <p:nvPr/>
        </p:nvSpPr>
        <p:spPr>
          <a:xfrm>
            <a:off x="1326046" y="2531850"/>
            <a:ext cx="9313101" cy="3227626"/>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28600">
              <a:lnSpc>
                <a:spcPct val="90000"/>
              </a:lnSpc>
              <a:spcAft>
                <a:spcPts val="600"/>
              </a:spcAft>
              <a:buFont typeface="Arial" panose="020B0604020202020204" pitchFamily="34" charset="0"/>
              <a:buChar char="•"/>
            </a:pPr>
            <a:endParaRPr lang="en-US" sz="3200">
              <a:solidFill>
                <a:schemeClr val="tx2"/>
              </a:solidFill>
            </a:endParaRPr>
          </a:p>
          <a:p>
            <a:pPr algn="ctr">
              <a:lnSpc>
                <a:spcPct val="90000"/>
              </a:lnSpc>
              <a:spcAft>
                <a:spcPts val="600"/>
              </a:spcAft>
            </a:pPr>
            <a:r>
              <a:rPr lang="en-US" sz="3200" b="1" dirty="0">
                <a:ea typeface="Calibri"/>
                <a:cs typeface="Calibri"/>
              </a:rPr>
              <a:t>2024-2025 Cohort Technical Assistance </a:t>
            </a:r>
          </a:p>
          <a:p>
            <a:pPr algn="ctr">
              <a:lnSpc>
                <a:spcPct val="90000"/>
              </a:lnSpc>
              <a:spcAft>
                <a:spcPts val="600"/>
              </a:spcAft>
            </a:pPr>
            <a:r>
              <a:rPr lang="en-US" sz="3200" b="1" dirty="0">
                <a:cs typeface="Calibri"/>
              </a:rPr>
              <a:t>Community of Practice</a:t>
            </a:r>
          </a:p>
          <a:p>
            <a:pPr algn="ctr">
              <a:lnSpc>
                <a:spcPct val="90000"/>
              </a:lnSpc>
              <a:spcAft>
                <a:spcPts val="600"/>
              </a:spcAft>
            </a:pPr>
            <a:r>
              <a:rPr lang="en-US" sz="3200" b="1" i="1"/>
              <a:t>Reallocating Resources &amp; Scaling Up</a:t>
            </a:r>
            <a:endParaRPr lang="en-US"/>
          </a:p>
          <a:p>
            <a:pPr algn="ctr">
              <a:lnSpc>
                <a:spcPct val="90000"/>
              </a:lnSpc>
              <a:spcAft>
                <a:spcPts val="600"/>
              </a:spcAft>
            </a:pPr>
            <a:r>
              <a:rPr lang="en-US" sz="2400" dirty="0"/>
              <a:t>February 20, 2025</a:t>
            </a:r>
            <a:endParaRPr lang="en-US" dirty="0"/>
          </a:p>
          <a:p>
            <a:pPr algn="ctr">
              <a:lnSpc>
                <a:spcPct val="90000"/>
              </a:lnSpc>
              <a:spcAft>
                <a:spcPts val="600"/>
              </a:spcAft>
            </a:pPr>
            <a:r>
              <a:rPr lang="en-US" sz="2400" dirty="0"/>
              <a:t>10:00am-11:00am CT</a:t>
            </a:r>
          </a:p>
        </p:txBody>
      </p:sp>
      <p:pic>
        <p:nvPicPr>
          <p:cNvPr id="5" name="Picture 4" descr="Logo&#10;&#10;Description automatically generated with medium confidence">
            <a:extLst>
              <a:ext uri="{FF2B5EF4-FFF2-40B4-BE49-F238E27FC236}">
                <a16:creationId xmlns:a16="http://schemas.microsoft.com/office/drawing/2014/main" id="{2C766A1B-6DDE-3D65-0281-25959F0E951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361540" y="367228"/>
            <a:ext cx="5458487" cy="2703415"/>
          </a:xfrm>
          <a:prstGeom prst="rect">
            <a:avLst/>
          </a:prstGeom>
        </p:spPr>
      </p:pic>
    </p:spTree>
    <p:extLst>
      <p:ext uri="{BB962C8B-B14F-4D97-AF65-F5344CB8AC3E}">
        <p14:creationId xmlns:p14="http://schemas.microsoft.com/office/powerpoint/2010/main" val="139635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7748E-EC3D-5C27-E422-B41758952D63}"/>
            </a:ext>
          </a:extLst>
        </p:cNvPr>
        <p:cNvGrpSpPr/>
        <p:nvPr/>
      </p:nvGrpSpPr>
      <p:grpSpPr>
        <a:xfrm>
          <a:off x="0" y="0"/>
          <a:ext cx="0" cy="0"/>
          <a:chOff x="0" y="0"/>
          <a:chExt cx="0" cy="0"/>
        </a:xfrm>
      </p:grpSpPr>
      <p:pic>
        <p:nvPicPr>
          <p:cNvPr id="2" name="Picture 1" descr="A white paper with black text&#10;&#10;AI-generated content may be incorrect.">
            <a:extLst>
              <a:ext uri="{FF2B5EF4-FFF2-40B4-BE49-F238E27FC236}">
                <a16:creationId xmlns:a16="http://schemas.microsoft.com/office/drawing/2014/main" id="{B041D420-28A5-A2AB-E2F1-FB69DC1287ED}"/>
              </a:ext>
            </a:extLst>
          </p:cNvPr>
          <p:cNvPicPr>
            <a:picLocks noChangeAspect="1"/>
          </p:cNvPicPr>
          <p:nvPr/>
        </p:nvPicPr>
        <p:blipFill>
          <a:blip r:embed="rId3"/>
          <a:stretch>
            <a:fillRect/>
          </a:stretch>
        </p:blipFill>
        <p:spPr>
          <a:xfrm>
            <a:off x="1191384" y="1150868"/>
            <a:ext cx="10118449" cy="5506003"/>
          </a:xfrm>
          <a:prstGeom prst="rect">
            <a:avLst/>
          </a:prstGeom>
        </p:spPr>
      </p:pic>
      <p:sp>
        <p:nvSpPr>
          <p:cNvPr id="3" name="TextBox 2">
            <a:extLst>
              <a:ext uri="{FF2B5EF4-FFF2-40B4-BE49-F238E27FC236}">
                <a16:creationId xmlns:a16="http://schemas.microsoft.com/office/drawing/2014/main" id="{BF26FEE8-0995-69A8-F275-3D570B4BA1AB}"/>
              </a:ext>
            </a:extLst>
          </p:cNvPr>
          <p:cNvSpPr txBox="1"/>
          <p:nvPr/>
        </p:nvSpPr>
        <p:spPr>
          <a:xfrm>
            <a:off x="2841699" y="259935"/>
            <a:ext cx="650037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t>Reminder: Deadline tomorrow!</a:t>
            </a:r>
          </a:p>
        </p:txBody>
      </p:sp>
    </p:spTree>
    <p:extLst>
      <p:ext uri="{BB962C8B-B14F-4D97-AF65-F5344CB8AC3E}">
        <p14:creationId xmlns:p14="http://schemas.microsoft.com/office/powerpoint/2010/main" val="1357340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478003F-DBC7-6EDA-7CEA-7E21B95B04B8}"/>
                  </a:ext>
                </a:extLst>
              </p14:cNvPr>
              <p14:cNvContentPartPr/>
              <p14:nvPr/>
            </p14:nvContentPartPr>
            <p14:xfrm>
              <a:off x="-380999" y="5074708"/>
              <a:ext cx="13229" cy="13229"/>
            </p14:xfrm>
          </p:contentPart>
        </mc:Choice>
        <mc:Fallback xmlns="">
          <p:pic>
            <p:nvPicPr>
              <p:cNvPr id="3" name="Ink 2">
                <a:extLst>
                  <a:ext uri="{FF2B5EF4-FFF2-40B4-BE49-F238E27FC236}">
                    <a16:creationId xmlns:a16="http://schemas.microsoft.com/office/drawing/2014/main" id="{0478003F-DBC7-6EDA-7CEA-7E21B95B04B8}"/>
                  </a:ext>
                </a:extLst>
              </p:cNvPr>
              <p:cNvPicPr/>
              <p:nvPr/>
            </p:nvPicPr>
            <p:blipFill>
              <a:blip r:embed="rId4"/>
              <a:stretch>
                <a:fillRect/>
              </a:stretch>
            </p:blipFill>
            <p:spPr>
              <a:xfrm>
                <a:off x="-1029220" y="4413258"/>
                <a:ext cx="1322900" cy="1322900"/>
              </a:xfrm>
              <a:prstGeom prst="rect">
                <a:avLst/>
              </a:prstGeom>
            </p:spPr>
          </p:pic>
        </mc:Fallback>
      </mc:AlternateContent>
      <p:pic>
        <p:nvPicPr>
          <p:cNvPr id="4" name="Picture 3" descr="A diagram of a company&amp;#39;s life cycle&#10;&#10;AI-generated content may be incorrect.">
            <a:extLst>
              <a:ext uri="{FF2B5EF4-FFF2-40B4-BE49-F238E27FC236}">
                <a16:creationId xmlns:a16="http://schemas.microsoft.com/office/drawing/2014/main" id="{8C644041-CC03-4193-0E21-FCBEB27C9409}"/>
              </a:ext>
            </a:extLst>
          </p:cNvPr>
          <p:cNvPicPr>
            <a:picLocks noChangeAspect="1"/>
          </p:cNvPicPr>
          <p:nvPr/>
        </p:nvPicPr>
        <p:blipFill>
          <a:blip r:embed="rId5"/>
          <a:stretch>
            <a:fillRect/>
          </a:stretch>
        </p:blipFill>
        <p:spPr>
          <a:xfrm>
            <a:off x="397565" y="345359"/>
            <a:ext cx="11407914" cy="6156236"/>
          </a:xfrm>
          <a:prstGeom prst="rect">
            <a:avLst/>
          </a:prstGeom>
        </p:spPr>
      </p:pic>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DF50EA5B-E13F-8A23-D69D-3E3683C90C88}"/>
                  </a:ext>
                </a:extLst>
              </p14:cNvPr>
              <p14:cNvContentPartPr/>
              <p14:nvPr/>
            </p14:nvContentPartPr>
            <p14:xfrm>
              <a:off x="781325" y="3859214"/>
              <a:ext cx="2594239" cy="22568"/>
            </p14:xfrm>
          </p:contentPart>
        </mc:Choice>
        <mc:Fallback xmlns="">
          <p:pic>
            <p:nvPicPr>
              <p:cNvPr id="6" name="Ink 5">
                <a:extLst>
                  <a:ext uri="{FF2B5EF4-FFF2-40B4-BE49-F238E27FC236}">
                    <a16:creationId xmlns:a16="http://schemas.microsoft.com/office/drawing/2014/main" id="{DF50EA5B-E13F-8A23-D69D-3E3683C90C88}"/>
                  </a:ext>
                </a:extLst>
              </p:cNvPr>
              <p:cNvPicPr/>
              <p:nvPr/>
            </p:nvPicPr>
            <p:blipFill>
              <a:blip r:embed="rId7"/>
              <a:stretch>
                <a:fillRect/>
              </a:stretch>
            </p:blipFill>
            <p:spPr>
              <a:xfrm>
                <a:off x="727691" y="3753426"/>
                <a:ext cx="2701867" cy="233790"/>
              </a:xfrm>
              <a:prstGeom prst="rect">
                <a:avLst/>
              </a:prstGeom>
            </p:spPr>
          </p:pic>
        </mc:Fallback>
      </mc:AlternateContent>
      <p:sp>
        <p:nvSpPr>
          <p:cNvPr id="10" name="Arrow: Left 9">
            <a:extLst>
              <a:ext uri="{FF2B5EF4-FFF2-40B4-BE49-F238E27FC236}">
                <a16:creationId xmlns:a16="http://schemas.microsoft.com/office/drawing/2014/main" id="{15F32861-40D0-8D61-AAA9-CB3903F22E11}"/>
              </a:ext>
            </a:extLst>
          </p:cNvPr>
          <p:cNvSpPr/>
          <p:nvPr/>
        </p:nvSpPr>
        <p:spPr>
          <a:xfrm rot="1560000">
            <a:off x="3453828" y="4130012"/>
            <a:ext cx="1707303" cy="224993"/>
          </a:xfrm>
          <a:prstGeom prst="lef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2177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8" name="Oval 517">
            <a:extLst>
              <a:ext uri="{FF2B5EF4-FFF2-40B4-BE49-F238E27FC236}">
                <a16:creationId xmlns:a16="http://schemas.microsoft.com/office/drawing/2014/main" id="{7E28B2E9-58E2-AF67-E2C6-ACADC62BD3DB}"/>
              </a:ext>
            </a:extLst>
          </p:cNvPr>
          <p:cNvSpPr/>
          <p:nvPr/>
        </p:nvSpPr>
        <p:spPr>
          <a:xfrm>
            <a:off x="6956136" y="46182"/>
            <a:ext cx="3636816" cy="3244271"/>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cs typeface="Calibri"/>
              </a:rPr>
              <a:t>Agency Change</a:t>
            </a:r>
            <a:r>
              <a:rPr lang="en-US" sz="2800" b="1" dirty="0">
                <a:cs typeface="Calibri"/>
              </a:rPr>
              <a:t> </a:t>
            </a:r>
          </a:p>
        </p:txBody>
      </p:sp>
      <p:graphicFrame>
        <p:nvGraphicFramePr>
          <p:cNvPr id="5" name="Diagram 5">
            <a:extLst>
              <a:ext uri="{FF2B5EF4-FFF2-40B4-BE49-F238E27FC236}">
                <a16:creationId xmlns:a16="http://schemas.microsoft.com/office/drawing/2014/main" id="{700DAC64-03D6-6A2F-165F-8ACC4E840BF7}"/>
              </a:ext>
            </a:extLst>
          </p:cNvPr>
          <p:cNvGraphicFramePr>
            <a:graphicFrameLocks noGrp="1"/>
          </p:cNvGraphicFramePr>
          <p:nvPr>
            <p:ph idx="1"/>
          </p:nvPr>
        </p:nvGraphicFramePr>
        <p:xfrm>
          <a:off x="1425286" y="1409989"/>
          <a:ext cx="6466610" cy="39472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088EBCE-E62C-F564-0495-572F30023DA5}"/>
              </a:ext>
            </a:extLst>
          </p:cNvPr>
          <p:cNvSpPr>
            <a:spLocks noGrp="1"/>
          </p:cNvSpPr>
          <p:nvPr>
            <p:ph type="sldNum" sz="quarter" idx="12"/>
          </p:nvPr>
        </p:nvSpPr>
        <p:spPr/>
        <p:txBody>
          <a:bodyPr/>
          <a:lstStyle/>
          <a:p>
            <a:fld id="{915FAA45-AC5B-014B-9F74-53D558B73BE0}" type="slidenum">
              <a:rPr lang="en-US" smtClean="0"/>
              <a:pPr/>
              <a:t>4</a:t>
            </a:fld>
            <a:endParaRPr lang="en-US"/>
          </a:p>
        </p:txBody>
      </p:sp>
      <p:sp>
        <p:nvSpPr>
          <p:cNvPr id="600" name="Rectangle 599">
            <a:extLst>
              <a:ext uri="{FF2B5EF4-FFF2-40B4-BE49-F238E27FC236}">
                <a16:creationId xmlns:a16="http://schemas.microsoft.com/office/drawing/2014/main" id="{FD8338AC-F717-5BAC-208A-C955DCBCC44F}"/>
              </a:ext>
            </a:extLst>
          </p:cNvPr>
          <p:cNvSpPr/>
          <p:nvPr/>
        </p:nvSpPr>
        <p:spPr>
          <a:xfrm>
            <a:off x="6956137" y="4222750"/>
            <a:ext cx="3648362" cy="1847272"/>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chemeClr val="tx1"/>
                </a:solidFill>
                <a:cs typeface="Calibri"/>
              </a:rPr>
              <a:t>Strategic alignment of mission, vision, operations and outcomes. </a:t>
            </a:r>
          </a:p>
        </p:txBody>
      </p:sp>
      <p:sp>
        <p:nvSpPr>
          <p:cNvPr id="601" name="Arrow: Down 600">
            <a:extLst>
              <a:ext uri="{FF2B5EF4-FFF2-40B4-BE49-F238E27FC236}">
                <a16:creationId xmlns:a16="http://schemas.microsoft.com/office/drawing/2014/main" id="{A4EED436-105D-4580-9EE5-8DE434F99406}"/>
              </a:ext>
            </a:extLst>
          </p:cNvPr>
          <p:cNvSpPr/>
          <p:nvPr/>
        </p:nvSpPr>
        <p:spPr>
          <a:xfrm>
            <a:off x="8491682" y="3232728"/>
            <a:ext cx="565727" cy="1073725"/>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0" name="Picture 29" descr="Logo&#10;&#10;Description automatically generated with medium confidence">
            <a:extLst>
              <a:ext uri="{FF2B5EF4-FFF2-40B4-BE49-F238E27FC236}">
                <a16:creationId xmlns:a16="http://schemas.microsoft.com/office/drawing/2014/main" id="{3BA5D498-8A44-2575-5D7D-9C9C3B78C6B3}"/>
              </a:ext>
            </a:extLst>
          </p:cNvPr>
          <p:cNvPicPr>
            <a:picLocks noChangeAspect="1"/>
          </p:cNvPicPr>
          <p:nvPr/>
        </p:nvPicPr>
        <p:blipFill>
          <a:blip r:embed="rId8"/>
          <a:stretch>
            <a:fillRect/>
          </a:stretch>
        </p:blipFill>
        <p:spPr>
          <a:xfrm>
            <a:off x="10381387" y="6115104"/>
            <a:ext cx="1213867" cy="601189"/>
          </a:xfrm>
          <a:prstGeom prst="rect">
            <a:avLst/>
          </a:prstGeom>
        </p:spPr>
      </p:pic>
    </p:spTree>
    <p:extLst>
      <p:ext uri="{BB962C8B-B14F-4D97-AF65-F5344CB8AC3E}">
        <p14:creationId xmlns:p14="http://schemas.microsoft.com/office/powerpoint/2010/main" val="4235071264"/>
      </p:ext>
    </p:extLst>
  </p:cSld>
  <p:clrMapOvr>
    <a:masterClrMapping/>
  </p:clrMapOvr>
  <mc:AlternateContent xmlns:mc="http://schemas.openxmlformats.org/markup-compatibility/2006" xmlns:p14="http://schemas.microsoft.com/office/powerpoint/2010/main">
    <mc:Choice Requires="p14">
      <p:transition spd="slow" p14:dur="2000" advTm="66542"/>
    </mc:Choice>
    <mc:Fallback xmlns="">
      <p:transition spd="slow" advTm="6654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C91AC4-E90C-167E-1429-998C4BF1E372}"/>
              </a:ext>
            </a:extLst>
          </p:cNvPr>
          <p:cNvSpPr>
            <a:spLocks noGrp="1"/>
          </p:cNvSpPr>
          <p:nvPr>
            <p:ph type="title"/>
          </p:nvPr>
        </p:nvSpPr>
        <p:spPr>
          <a:xfrm>
            <a:off x="838200" y="365125"/>
            <a:ext cx="10515600" cy="1325563"/>
          </a:xfrm>
        </p:spPr>
        <p:txBody>
          <a:bodyPr>
            <a:normAutofit/>
          </a:bodyPr>
          <a:lstStyle/>
          <a:p>
            <a:r>
              <a:rPr lang="en-US" b="1">
                <a:cs typeface="Calibri Light"/>
              </a:rPr>
              <a:t>What </a:t>
            </a:r>
            <a:r>
              <a:rPr lang="en-US" b="1" i="1" u="sng">
                <a:cs typeface="Calibri Light"/>
              </a:rPr>
              <a:t>are</a:t>
            </a:r>
            <a:r>
              <a:rPr lang="en-US" b="1" i="1">
                <a:cs typeface="Calibri Light"/>
              </a:rPr>
              <a:t> </a:t>
            </a:r>
            <a:r>
              <a:rPr lang="en-US" b="1">
                <a:cs typeface="Calibri Light"/>
              </a:rPr>
              <a:t>your</a:t>
            </a:r>
            <a:r>
              <a:rPr lang="en-US" b="1" i="1">
                <a:cs typeface="Calibri Light"/>
              </a:rPr>
              <a:t> </a:t>
            </a:r>
            <a:r>
              <a:rPr lang="en-US" b="1">
                <a:cs typeface="Calibri Light"/>
              </a:rPr>
              <a:t>organization's resources?</a:t>
            </a:r>
            <a:r>
              <a:rPr lang="en-US">
                <a:cs typeface="Calibri Light"/>
              </a:rPr>
              <a:t> </a:t>
            </a:r>
            <a:endParaRPr lang="en-US"/>
          </a:p>
        </p:txBody>
      </p:sp>
      <p:graphicFrame>
        <p:nvGraphicFramePr>
          <p:cNvPr id="5" name="Content Placeholder 2">
            <a:extLst>
              <a:ext uri="{FF2B5EF4-FFF2-40B4-BE49-F238E27FC236}">
                <a16:creationId xmlns:a16="http://schemas.microsoft.com/office/drawing/2014/main" id="{C6595968-080E-47E3-1897-EC391016C2E6}"/>
              </a:ext>
            </a:extLst>
          </p:cNvPr>
          <p:cNvGraphicFramePr>
            <a:graphicFrameLocks noGrp="1"/>
          </p:cNvGraphicFramePr>
          <p:nvPr>
            <p:ph idx="1"/>
            <p:extLst>
              <p:ext uri="{D42A27DB-BD31-4B8C-83A1-F6EECF244321}">
                <p14:modId xmlns:p14="http://schemas.microsoft.com/office/powerpoint/2010/main" val="982189625"/>
              </p:ext>
            </p:extLst>
          </p:nvPr>
        </p:nvGraphicFramePr>
        <p:xfrm>
          <a:off x="838200" y="1682750"/>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8" name="Picture 47" descr="Logo&#10;&#10;Description automatically generated with medium confidence">
            <a:extLst>
              <a:ext uri="{FF2B5EF4-FFF2-40B4-BE49-F238E27FC236}">
                <a16:creationId xmlns:a16="http://schemas.microsoft.com/office/drawing/2014/main" id="{D9C67FFE-619E-8E4A-2404-F3ACDCD95AB3}"/>
              </a:ext>
            </a:extLst>
          </p:cNvPr>
          <p:cNvPicPr>
            <a:picLocks noChangeAspect="1"/>
          </p:cNvPicPr>
          <p:nvPr/>
        </p:nvPicPr>
        <p:blipFill>
          <a:blip r:embed="rId8"/>
          <a:stretch>
            <a:fillRect/>
          </a:stretch>
        </p:blipFill>
        <p:spPr>
          <a:xfrm>
            <a:off x="10381387" y="6115104"/>
            <a:ext cx="1213867" cy="601189"/>
          </a:xfrm>
          <a:prstGeom prst="rect">
            <a:avLst/>
          </a:prstGeom>
        </p:spPr>
      </p:pic>
    </p:spTree>
    <p:extLst>
      <p:ext uri="{BB962C8B-B14F-4D97-AF65-F5344CB8AC3E}">
        <p14:creationId xmlns:p14="http://schemas.microsoft.com/office/powerpoint/2010/main" val="1549848492"/>
      </p:ext>
    </p:extLst>
  </p:cSld>
  <p:clrMapOvr>
    <a:masterClrMapping/>
  </p:clrMapOvr>
  <mc:AlternateContent xmlns:mc="http://schemas.openxmlformats.org/markup-compatibility/2006" xmlns:p14="http://schemas.microsoft.com/office/powerpoint/2010/main">
    <mc:Choice Requires="p14">
      <p:transition spd="slow" p14:dur="2000" advTm="110139"/>
    </mc:Choice>
    <mc:Fallback xmlns="">
      <p:transition spd="slow" advTm="11013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76BC6B2-4899-950D-CFFE-3E275CC37F77}"/>
              </a:ext>
            </a:extLst>
          </p:cNvPr>
          <p:cNvGraphicFramePr/>
          <p:nvPr>
            <p:extLst>
              <p:ext uri="{D42A27DB-BD31-4B8C-83A1-F6EECF244321}">
                <p14:modId xmlns:p14="http://schemas.microsoft.com/office/powerpoint/2010/main" val="1368879243"/>
              </p:ext>
            </p:extLst>
          </p:nvPr>
        </p:nvGraphicFramePr>
        <p:xfrm>
          <a:off x="6965577" y="2499502"/>
          <a:ext cx="4572000" cy="378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22243CFB-45CD-362C-4B52-86CE6958CC8B}"/>
              </a:ext>
            </a:extLst>
          </p:cNvPr>
          <p:cNvSpPr txBox="1"/>
          <p:nvPr/>
        </p:nvSpPr>
        <p:spPr>
          <a:xfrm>
            <a:off x="8675595" y="3737424"/>
            <a:ext cx="1295400" cy="1015663"/>
          </a:xfrm>
          <a:prstGeom prst="rect">
            <a:avLst/>
          </a:prstGeom>
          <a:noFill/>
        </p:spPr>
        <p:txBody>
          <a:bodyPr wrap="square" lIns="91440" tIns="45720" rIns="91440" bIns="45720" rtlCol="0" anchor="t">
            <a:spAutoFit/>
          </a:bodyPr>
          <a:lstStyle/>
          <a:p>
            <a:pPr algn="ctr"/>
            <a:r>
              <a:rPr lang="en-US" sz="2000" b="1" i="1"/>
              <a:t>35-40 People in Services</a:t>
            </a:r>
          </a:p>
        </p:txBody>
      </p:sp>
      <p:graphicFrame>
        <p:nvGraphicFramePr>
          <p:cNvPr id="53" name="Diagram 52">
            <a:extLst>
              <a:ext uri="{FF2B5EF4-FFF2-40B4-BE49-F238E27FC236}">
                <a16:creationId xmlns:a16="http://schemas.microsoft.com/office/drawing/2014/main" id="{19A06D8A-D7E9-3433-3BF1-B413DBDFE41C}"/>
              </a:ext>
            </a:extLst>
          </p:cNvPr>
          <p:cNvGraphicFramePr/>
          <p:nvPr>
            <p:extLst>
              <p:ext uri="{D42A27DB-BD31-4B8C-83A1-F6EECF244321}">
                <p14:modId xmlns:p14="http://schemas.microsoft.com/office/powerpoint/2010/main" val="1809065431"/>
              </p:ext>
            </p:extLst>
          </p:nvPr>
        </p:nvGraphicFramePr>
        <p:xfrm>
          <a:off x="735106" y="2496671"/>
          <a:ext cx="4160151" cy="348967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54" name="TextBox 353">
            <a:extLst>
              <a:ext uri="{FF2B5EF4-FFF2-40B4-BE49-F238E27FC236}">
                <a16:creationId xmlns:a16="http://schemas.microsoft.com/office/drawing/2014/main" id="{A24B9F58-BDFE-73A1-A345-9BD462906AB1}"/>
              </a:ext>
            </a:extLst>
          </p:cNvPr>
          <p:cNvSpPr txBox="1"/>
          <p:nvPr/>
        </p:nvSpPr>
        <p:spPr>
          <a:xfrm>
            <a:off x="571664" y="1595056"/>
            <a:ext cx="469450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t>Traditional Hierarchical </a:t>
            </a:r>
          </a:p>
        </p:txBody>
      </p:sp>
      <p:sp>
        <p:nvSpPr>
          <p:cNvPr id="388" name="TextBox 387">
            <a:extLst>
              <a:ext uri="{FF2B5EF4-FFF2-40B4-BE49-F238E27FC236}">
                <a16:creationId xmlns:a16="http://schemas.microsoft.com/office/drawing/2014/main" id="{CA069055-58E2-0843-5BEE-C1DB357F526F}"/>
              </a:ext>
            </a:extLst>
          </p:cNvPr>
          <p:cNvSpPr txBox="1"/>
          <p:nvPr/>
        </p:nvSpPr>
        <p:spPr>
          <a:xfrm>
            <a:off x="7696838" y="1595810"/>
            <a:ext cx="35770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t>Updated Holistic </a:t>
            </a:r>
          </a:p>
        </p:txBody>
      </p:sp>
      <p:sp>
        <p:nvSpPr>
          <p:cNvPr id="402" name="TextBox 401">
            <a:extLst>
              <a:ext uri="{FF2B5EF4-FFF2-40B4-BE49-F238E27FC236}">
                <a16:creationId xmlns:a16="http://schemas.microsoft.com/office/drawing/2014/main" id="{6D205904-FCD7-E959-BFC0-D8446C52F44E}"/>
              </a:ext>
            </a:extLst>
          </p:cNvPr>
          <p:cNvSpPr txBox="1"/>
          <p:nvPr/>
        </p:nvSpPr>
        <p:spPr>
          <a:xfrm>
            <a:off x="1808515" y="428888"/>
            <a:ext cx="917183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t>Considering Organizational Structure</a:t>
            </a:r>
          </a:p>
        </p:txBody>
      </p:sp>
      <p:pic>
        <p:nvPicPr>
          <p:cNvPr id="404" name="Picture 403" descr="Logo&#10;&#10;Description automatically generated with medium confidence">
            <a:extLst>
              <a:ext uri="{FF2B5EF4-FFF2-40B4-BE49-F238E27FC236}">
                <a16:creationId xmlns:a16="http://schemas.microsoft.com/office/drawing/2014/main" id="{B17EB6BA-858E-C44A-8A9F-C880A1CD15F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765874" y="5982592"/>
            <a:ext cx="1200079" cy="664207"/>
          </a:xfrm>
          <a:prstGeom prst="rect">
            <a:avLst/>
          </a:prstGeom>
        </p:spPr>
      </p:pic>
    </p:spTree>
    <p:extLst>
      <p:ext uri="{BB962C8B-B14F-4D97-AF65-F5344CB8AC3E}">
        <p14:creationId xmlns:p14="http://schemas.microsoft.com/office/powerpoint/2010/main" val="3659419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1633-C88E-EDE2-4D98-0226CDCC2E6A}"/>
              </a:ext>
            </a:extLst>
          </p:cNvPr>
          <p:cNvSpPr>
            <a:spLocks noGrp="1"/>
          </p:cNvSpPr>
          <p:nvPr>
            <p:ph type="title"/>
          </p:nvPr>
        </p:nvSpPr>
        <p:spPr>
          <a:xfrm>
            <a:off x="238832" y="173925"/>
            <a:ext cx="11604171" cy="1325563"/>
          </a:xfrm>
        </p:spPr>
        <p:txBody>
          <a:bodyPr>
            <a:normAutofit/>
          </a:bodyPr>
          <a:lstStyle/>
          <a:p>
            <a:r>
              <a:rPr lang="en-US" sz="4000" b="1" dirty="0">
                <a:cs typeface="Calibri Light"/>
              </a:rPr>
              <a:t>Example: Reallocating Staff Resources at Company ABC</a:t>
            </a:r>
            <a:endParaRPr lang="en-US" sz="4000" b="1" dirty="0"/>
          </a:p>
        </p:txBody>
      </p:sp>
      <p:graphicFrame>
        <p:nvGraphicFramePr>
          <p:cNvPr id="4" name="Diagram 4">
            <a:extLst>
              <a:ext uri="{FF2B5EF4-FFF2-40B4-BE49-F238E27FC236}">
                <a16:creationId xmlns:a16="http://schemas.microsoft.com/office/drawing/2014/main" id="{97CA667D-B590-FD49-B700-8E0E5386AFBF}"/>
              </a:ext>
            </a:extLst>
          </p:cNvPr>
          <p:cNvGraphicFramePr>
            <a:graphicFrameLocks noGrp="1"/>
          </p:cNvGraphicFramePr>
          <p:nvPr>
            <p:ph idx="1"/>
          </p:nvPr>
        </p:nvGraphicFramePr>
        <p:xfrm>
          <a:off x="-24442" y="1653097"/>
          <a:ext cx="5526657" cy="26979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3" name="Arrow: Right 402">
            <a:extLst>
              <a:ext uri="{FF2B5EF4-FFF2-40B4-BE49-F238E27FC236}">
                <a16:creationId xmlns:a16="http://schemas.microsoft.com/office/drawing/2014/main" id="{0502A88E-BB91-724C-C829-7191279E046B}"/>
              </a:ext>
            </a:extLst>
          </p:cNvPr>
          <p:cNvSpPr/>
          <p:nvPr/>
        </p:nvSpPr>
        <p:spPr>
          <a:xfrm>
            <a:off x="4592488" y="1709827"/>
            <a:ext cx="3206150" cy="877018"/>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5" name="Diagram 4">
            <a:extLst>
              <a:ext uri="{FF2B5EF4-FFF2-40B4-BE49-F238E27FC236}">
                <a16:creationId xmlns:a16="http://schemas.microsoft.com/office/drawing/2014/main" id="{C01681A5-2D98-A4EF-53B4-0042C461D5F6}"/>
              </a:ext>
            </a:extLst>
          </p:cNvPr>
          <p:cNvGraphicFramePr>
            <a:graphicFrameLocks/>
          </p:cNvGraphicFramePr>
          <p:nvPr/>
        </p:nvGraphicFramePr>
        <p:xfrm>
          <a:off x="6597769" y="1503573"/>
          <a:ext cx="5526657" cy="269794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21" name="Arrow: Curved Up 520">
            <a:extLst>
              <a:ext uri="{FF2B5EF4-FFF2-40B4-BE49-F238E27FC236}">
                <a16:creationId xmlns:a16="http://schemas.microsoft.com/office/drawing/2014/main" id="{B1728FEB-599F-E50D-E6CD-AB7498ABD104}"/>
              </a:ext>
            </a:extLst>
          </p:cNvPr>
          <p:cNvSpPr/>
          <p:nvPr/>
        </p:nvSpPr>
        <p:spPr>
          <a:xfrm>
            <a:off x="1582587" y="4674439"/>
            <a:ext cx="9028981" cy="1754037"/>
          </a:xfrm>
          <a:prstGeom prst="curvedUp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cs typeface="Calibri"/>
              </a:rPr>
              <a:t>In this example: </a:t>
            </a:r>
            <a:endParaRPr lang="en-US">
              <a:solidFill>
                <a:schemeClr val="tx1"/>
              </a:solidFill>
            </a:endParaRPr>
          </a:p>
          <a:p>
            <a:pPr algn="ctr"/>
            <a:r>
              <a:rPr lang="en-US" sz="2000" b="1">
                <a:solidFill>
                  <a:schemeClr val="tx1"/>
                </a:solidFill>
                <a:cs typeface="Calibri"/>
              </a:rPr>
              <a:t>Each time 5 new people get jobs, another Day position</a:t>
            </a:r>
            <a:endParaRPr lang="en-US">
              <a:solidFill>
                <a:schemeClr val="tx1"/>
              </a:solidFill>
            </a:endParaRPr>
          </a:p>
          <a:p>
            <a:pPr algn="ctr"/>
            <a:r>
              <a:rPr lang="en-US" sz="2000" b="1">
                <a:solidFill>
                  <a:schemeClr val="tx1"/>
                </a:solidFill>
                <a:cs typeface="Calibri"/>
              </a:rPr>
              <a:t> is reallocated to Employment</a:t>
            </a:r>
          </a:p>
        </p:txBody>
      </p:sp>
    </p:spTree>
    <p:extLst>
      <p:ext uri="{BB962C8B-B14F-4D97-AF65-F5344CB8AC3E}">
        <p14:creationId xmlns:p14="http://schemas.microsoft.com/office/powerpoint/2010/main" val="1787286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DE4BF-B5AD-31D2-9C79-99615956E391}"/>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400" b="1" kern="1200">
                <a:latin typeface="+mj-lt"/>
                <a:ea typeface="+mj-ea"/>
                <a:cs typeface="+mj-cs"/>
              </a:rPr>
              <a:t>The Power of the </a:t>
            </a:r>
            <a:r>
              <a:rPr lang="en-US" sz="3400" b="1"/>
              <a:t>Pilot </a:t>
            </a:r>
            <a:br>
              <a:rPr lang="en-US" sz="3400">
                <a:ea typeface="Calibri Light"/>
                <a:cs typeface="Calibri Light"/>
              </a:rPr>
            </a:br>
            <a:br>
              <a:rPr lang="en-US" sz="3400">
                <a:ea typeface="Calibri Light"/>
                <a:cs typeface="Calibri Light"/>
              </a:rPr>
            </a:br>
            <a:r>
              <a:rPr lang="en-US" sz="3400" b="1" i="1" u="sng">
                <a:ea typeface="Calibri Light" panose="020F0302020204030204"/>
                <a:cs typeface="Calibri Light" panose="020F0302020204030204"/>
              </a:rPr>
              <a:t>What</a:t>
            </a:r>
            <a:r>
              <a:rPr lang="en-US" sz="3400" b="1" i="1">
                <a:ea typeface="Calibri Light" panose="020F0302020204030204"/>
                <a:cs typeface="Calibri Light" panose="020F0302020204030204"/>
              </a:rPr>
              <a:t> is it? </a:t>
            </a:r>
            <a:endParaRPr lang="en-US" sz="3400" b="1" i="1" kern="1200">
              <a:ea typeface="Calibri Light" panose="020F0302020204030204"/>
              <a:cs typeface="Calibri Light" panose="020F0302020204030204"/>
            </a:endParaRPr>
          </a:p>
        </p:txBody>
      </p:sp>
      <p:sp>
        <p:nvSpPr>
          <p:cNvPr id="41" name="Content Placeholder 40">
            <a:extLst>
              <a:ext uri="{FF2B5EF4-FFF2-40B4-BE49-F238E27FC236}">
                <a16:creationId xmlns:a16="http://schemas.microsoft.com/office/drawing/2014/main" id="{6749E0F2-DD5A-BDDC-3C9E-6C2B0AEA5700}"/>
              </a:ext>
            </a:extLst>
          </p:cNvPr>
          <p:cNvSpPr>
            <a:spLocks noGrp="1"/>
          </p:cNvSpPr>
          <p:nvPr>
            <p:ph idx="1"/>
          </p:nvPr>
        </p:nvSpPr>
        <p:spPr>
          <a:xfrm>
            <a:off x="158227" y="3097017"/>
            <a:ext cx="4994382" cy="3320668"/>
          </a:xfrm>
        </p:spPr>
        <p:txBody>
          <a:bodyPr vert="horz" lIns="91440" tIns="45720" rIns="91440" bIns="45720" rtlCol="0" anchor="t">
            <a:normAutofit/>
          </a:bodyPr>
          <a:lstStyle/>
          <a:p>
            <a:pPr marL="457200" indent="-457200"/>
            <a:r>
              <a:rPr lang="en-US" dirty="0">
                <a:ea typeface="Calibri" panose="020F0502020204030204"/>
                <a:cs typeface="Calibri" panose="020F0502020204030204"/>
              </a:rPr>
              <a:t>small-scale, </a:t>
            </a:r>
          </a:p>
          <a:p>
            <a:pPr marL="457200" indent="-457200"/>
            <a:r>
              <a:rPr lang="en-US" dirty="0">
                <a:ea typeface="Calibri" panose="020F0502020204030204"/>
                <a:cs typeface="Calibri" panose="020F0502020204030204"/>
              </a:rPr>
              <a:t>time limited,</a:t>
            </a:r>
          </a:p>
          <a:p>
            <a:pPr marL="457200" indent="-457200"/>
            <a:r>
              <a:rPr lang="en-US" dirty="0">
                <a:ea typeface="Calibri" panose="020F0502020204030204"/>
                <a:cs typeface="Calibri" panose="020F0502020204030204"/>
              </a:rPr>
              <a:t>controlled trial </a:t>
            </a:r>
          </a:p>
          <a:p>
            <a:pPr marL="457200" indent="-457200"/>
            <a:r>
              <a:rPr lang="en-US" b="1" i="1" dirty="0">
                <a:ea typeface="Calibri" panose="020F0502020204030204"/>
                <a:cs typeface="Calibri" panose="020F0502020204030204"/>
              </a:rPr>
              <a:t>your test phase!</a:t>
            </a:r>
            <a:endParaRPr lang="en-US" dirty="0"/>
          </a:p>
          <a:p>
            <a:pPr marL="0" indent="0">
              <a:buNone/>
            </a:pPr>
            <a:endParaRPr lang="en-US">
              <a:ea typeface="Calibri" panose="020F0502020204030204"/>
              <a:cs typeface="Calibri" panose="020F0502020204030204"/>
            </a:endParaRPr>
          </a:p>
        </p:txBody>
      </p:sp>
      <p:pic>
        <p:nvPicPr>
          <p:cNvPr id="57" name="Picture 56" descr="Time compass on hand">
            <a:extLst>
              <a:ext uri="{FF2B5EF4-FFF2-40B4-BE49-F238E27FC236}">
                <a16:creationId xmlns:a16="http://schemas.microsoft.com/office/drawing/2014/main" id="{DF1113F1-3267-0A30-59F1-8658F27F01D2}"/>
              </a:ext>
            </a:extLst>
          </p:cNvPr>
          <p:cNvPicPr>
            <a:picLocks noChangeAspect="1"/>
          </p:cNvPicPr>
          <p:nvPr/>
        </p:nvPicPr>
        <p:blipFill rotWithShape="1">
          <a:blip r:embed="rId3"/>
          <a:srcRect l="10064" r="2323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4" name="Picture 3" descr="A logo for a company&#10;&#10;Description automatically generated">
            <a:extLst>
              <a:ext uri="{FF2B5EF4-FFF2-40B4-BE49-F238E27FC236}">
                <a16:creationId xmlns:a16="http://schemas.microsoft.com/office/drawing/2014/main" id="{3BE02B94-8FEC-1DF4-4A60-3912EC2C4A92}"/>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1787504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F2491B-1160-E223-49F9-3E28B8F9F3F1}"/>
              </a:ext>
            </a:extLst>
          </p:cNvPr>
          <p:cNvSpPr>
            <a:spLocks noGrp="1"/>
          </p:cNvSpPr>
          <p:nvPr>
            <p:ph type="title"/>
          </p:nvPr>
        </p:nvSpPr>
        <p:spPr>
          <a:xfrm>
            <a:off x="682631" y="188027"/>
            <a:ext cx="5334197" cy="1708242"/>
          </a:xfrm>
        </p:spPr>
        <p:txBody>
          <a:bodyPr anchor="ctr">
            <a:normAutofit/>
          </a:bodyPr>
          <a:lstStyle/>
          <a:p>
            <a:r>
              <a:rPr lang="en-US" sz="4000" b="1" dirty="0"/>
              <a:t>Things you can test</a:t>
            </a:r>
          </a:p>
        </p:txBody>
      </p:sp>
      <p:sp>
        <p:nvSpPr>
          <p:cNvPr id="3" name="Content Placeholder 2">
            <a:extLst>
              <a:ext uri="{FF2B5EF4-FFF2-40B4-BE49-F238E27FC236}">
                <a16:creationId xmlns:a16="http://schemas.microsoft.com/office/drawing/2014/main" id="{13B7DD02-6AF9-776B-1964-5008E9C26B5A}"/>
              </a:ext>
            </a:extLst>
          </p:cNvPr>
          <p:cNvSpPr>
            <a:spLocks noGrp="1"/>
          </p:cNvSpPr>
          <p:nvPr>
            <p:ph idx="1"/>
          </p:nvPr>
        </p:nvSpPr>
        <p:spPr>
          <a:xfrm>
            <a:off x="662839" y="1886374"/>
            <a:ext cx="5373782" cy="4353705"/>
          </a:xfrm>
        </p:spPr>
        <p:txBody>
          <a:bodyPr vert="horz" lIns="91440" tIns="45720" rIns="91440" bIns="45720" rtlCol="0" anchor="ctr">
            <a:normAutofit/>
          </a:bodyPr>
          <a:lstStyle/>
          <a:p>
            <a:r>
              <a:rPr lang="en-US" sz="2000" dirty="0"/>
              <a:t>Person-centered planning</a:t>
            </a:r>
          </a:p>
          <a:p>
            <a:r>
              <a:rPr lang="en-US" sz="2000" dirty="0"/>
              <a:t>Individualized employment process</a:t>
            </a:r>
            <a:endParaRPr lang="en-US" dirty="0"/>
          </a:p>
          <a:p>
            <a:r>
              <a:rPr lang="en-US" sz="2000" dirty="0"/>
              <a:t>Community-based service delivery</a:t>
            </a:r>
          </a:p>
          <a:p>
            <a:r>
              <a:rPr lang="en-US" sz="2000" dirty="0"/>
              <a:t>Engagement and exploration leading to self-determination</a:t>
            </a:r>
          </a:p>
          <a:p>
            <a:r>
              <a:rPr lang="en-US" sz="2000" dirty="0"/>
              <a:t>New staffing patterns</a:t>
            </a:r>
          </a:p>
          <a:p>
            <a:r>
              <a:rPr lang="en-US" sz="2000" dirty="0"/>
              <a:t>New communication flow</a:t>
            </a:r>
          </a:p>
          <a:p>
            <a:r>
              <a:rPr lang="en-US" sz="2000" dirty="0"/>
              <a:t>Organizational structure </a:t>
            </a:r>
          </a:p>
          <a:p>
            <a:r>
              <a:rPr lang="en-US" sz="2000" b="1" dirty="0"/>
              <a:t>What else?</a:t>
            </a:r>
          </a:p>
        </p:txBody>
      </p:sp>
      <p:pic>
        <p:nvPicPr>
          <p:cNvPr id="5" name="Picture 4" descr="A 3D pattern of ring shapes connected by lines">
            <a:extLst>
              <a:ext uri="{FF2B5EF4-FFF2-40B4-BE49-F238E27FC236}">
                <a16:creationId xmlns:a16="http://schemas.microsoft.com/office/drawing/2014/main" id="{B3B49CFB-AFEE-698D-E909-4C2057FA6AC6}"/>
              </a:ext>
            </a:extLst>
          </p:cNvPr>
          <p:cNvPicPr>
            <a:picLocks noChangeAspect="1"/>
          </p:cNvPicPr>
          <p:nvPr/>
        </p:nvPicPr>
        <p:blipFill>
          <a:blip r:embed="rId3"/>
          <a:srcRect l="10742" r="45579" b="7"/>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8747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0F46D-2715-5185-CE16-277A3AF1CAB8}"/>
              </a:ext>
            </a:extLst>
          </p:cNvPr>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sz="2600" kern="1200">
                <a:solidFill>
                  <a:schemeClr val="bg1"/>
                </a:solidFill>
                <a:latin typeface="+mj-lt"/>
                <a:ea typeface="+mj-ea"/>
                <a:cs typeface="+mj-cs"/>
              </a:rPr>
              <a:t>How do you engage people?</a:t>
            </a:r>
          </a:p>
        </p:txBody>
      </p:sp>
      <p:pic>
        <p:nvPicPr>
          <p:cNvPr id="4" name="Content Placeholder 3" descr="Image result for engaging people clipart">
            <a:extLst>
              <a:ext uri="{FF2B5EF4-FFF2-40B4-BE49-F238E27FC236}">
                <a16:creationId xmlns:a16="http://schemas.microsoft.com/office/drawing/2014/main" id="{005C687A-EC6E-0F0B-F8BE-E28B4CAB3BCC}"/>
              </a:ext>
            </a:extLst>
          </p:cNvPr>
          <p:cNvPicPr>
            <a:picLocks noGrp="1" noChangeAspect="1"/>
          </p:cNvPicPr>
          <p:nvPr>
            <p:ph idx="1"/>
          </p:nvPr>
        </p:nvPicPr>
        <p:blipFill>
          <a:blip r:embed="rId3"/>
          <a:stretch>
            <a:fillRect/>
          </a:stretch>
        </p:blipFill>
        <p:spPr>
          <a:xfrm>
            <a:off x="4038600" y="1116813"/>
            <a:ext cx="7188199" cy="4620985"/>
          </a:xfrm>
          <a:prstGeom prst="rect">
            <a:avLst/>
          </a:prstGeom>
        </p:spPr>
      </p:pic>
    </p:spTree>
    <p:extLst>
      <p:ext uri="{BB962C8B-B14F-4D97-AF65-F5344CB8AC3E}">
        <p14:creationId xmlns:p14="http://schemas.microsoft.com/office/powerpoint/2010/main" val="1288515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DA773-B3F2-F660-3046-4E88DDECE3F3}"/>
              </a:ext>
            </a:extLst>
          </p:cNvPr>
          <p:cNvSpPr>
            <a:spLocks noGrp="1"/>
          </p:cNvSpPr>
          <p:nvPr>
            <p:ph type="title"/>
          </p:nvPr>
        </p:nvSpPr>
        <p:spPr>
          <a:xfrm>
            <a:off x="1357740" y="179112"/>
            <a:ext cx="10066122" cy="1298448"/>
          </a:xfrm>
        </p:spPr>
        <p:txBody>
          <a:bodyPr anchor="b">
            <a:normAutofit/>
          </a:bodyPr>
          <a:lstStyle/>
          <a:p>
            <a:r>
              <a:rPr lang="en-US" sz="4800" dirty="0"/>
              <a:t>Alignment, Reallocation &amp; Scaling it Up! </a:t>
            </a:r>
          </a:p>
        </p:txBody>
      </p:sp>
      <p:sp>
        <p:nvSpPr>
          <p:cNvPr id="3" name="Content Placeholder 2">
            <a:extLst>
              <a:ext uri="{FF2B5EF4-FFF2-40B4-BE49-F238E27FC236}">
                <a16:creationId xmlns:a16="http://schemas.microsoft.com/office/drawing/2014/main" id="{809AA4F7-FCB9-3C9E-67D5-A7F88DE6B55A}"/>
              </a:ext>
            </a:extLst>
          </p:cNvPr>
          <p:cNvSpPr>
            <a:spLocks noGrp="1"/>
          </p:cNvSpPr>
          <p:nvPr>
            <p:ph idx="1"/>
          </p:nvPr>
        </p:nvSpPr>
        <p:spPr>
          <a:xfrm>
            <a:off x="289397" y="2599509"/>
            <a:ext cx="7466838" cy="3639450"/>
          </a:xfrm>
        </p:spPr>
        <p:txBody>
          <a:bodyPr vert="horz" lIns="91440" tIns="45720" rIns="91440" bIns="45720" rtlCol="0" anchor="ctr">
            <a:normAutofit fontScale="92500" lnSpcReduction="10000"/>
          </a:bodyPr>
          <a:lstStyle/>
          <a:p>
            <a:r>
              <a:rPr lang="en-US" sz="3200" b="1" dirty="0"/>
              <a:t>What other activities may need to stop? </a:t>
            </a:r>
          </a:p>
          <a:p>
            <a:r>
              <a:rPr lang="en-US" sz="3200" dirty="0"/>
              <a:t>Budgets</a:t>
            </a:r>
          </a:p>
          <a:p>
            <a:r>
              <a:rPr lang="en-US" sz="3200" dirty="0"/>
              <a:t>Staffing</a:t>
            </a:r>
          </a:p>
          <a:p>
            <a:r>
              <a:rPr lang="en-US" sz="3200" dirty="0"/>
              <a:t>Training &amp; development</a:t>
            </a:r>
          </a:p>
          <a:p>
            <a:r>
              <a:rPr lang="en-US" sz="3200" dirty="0"/>
              <a:t>Processes </a:t>
            </a:r>
          </a:p>
          <a:p>
            <a:r>
              <a:rPr lang="en-US" sz="3200" dirty="0"/>
              <a:t>What happens if you don't scale up?</a:t>
            </a:r>
          </a:p>
          <a:p>
            <a:pPr lvl="1">
              <a:buFont typeface="Courier New" panose="020B0604020202020204" pitchFamily="34" charset="0"/>
              <a:buChar char="o"/>
            </a:pPr>
            <a:r>
              <a:rPr lang="en-US" sz="2800" dirty="0">
                <a:solidFill>
                  <a:srgbClr val="FF0000"/>
                </a:solidFill>
              </a:rPr>
              <a:t>Hint: expansion vs reallocation</a:t>
            </a:r>
            <a:r>
              <a:rPr lang="en-US" sz="2800" dirty="0"/>
              <a:t> </a:t>
            </a:r>
            <a:r>
              <a:rPr lang="en-US" sz="2800" dirty="0">
                <a:solidFill>
                  <a:srgbClr val="FF0000"/>
                </a:solidFill>
              </a:rPr>
              <a:t>and transformation</a:t>
            </a:r>
          </a:p>
        </p:txBody>
      </p:sp>
      <p:pic>
        <p:nvPicPr>
          <p:cNvPr id="4" name="Picture 3" descr="Image result for scale up operations">
            <a:extLst>
              <a:ext uri="{FF2B5EF4-FFF2-40B4-BE49-F238E27FC236}">
                <a16:creationId xmlns:a16="http://schemas.microsoft.com/office/drawing/2014/main" id="{F62FEA22-F37F-3A33-B214-185259E6105D}"/>
              </a:ext>
            </a:extLst>
          </p:cNvPr>
          <p:cNvPicPr>
            <a:picLocks noChangeAspect="1"/>
          </p:cNvPicPr>
          <p:nvPr/>
        </p:nvPicPr>
        <p:blipFill>
          <a:blip r:embed="rId3"/>
          <a:stretch>
            <a:fillRect/>
          </a:stretch>
        </p:blipFill>
        <p:spPr>
          <a:xfrm>
            <a:off x="7924270" y="2598788"/>
            <a:ext cx="3335270" cy="2728127"/>
          </a:xfrm>
          <a:prstGeom prst="rect">
            <a:avLst/>
          </a:prstGeom>
        </p:spPr>
      </p:pic>
      <p:pic>
        <p:nvPicPr>
          <p:cNvPr id="6" name="Picture 5" descr="A logo for a company&#10;&#10;Description automatically generated">
            <a:extLst>
              <a:ext uri="{FF2B5EF4-FFF2-40B4-BE49-F238E27FC236}">
                <a16:creationId xmlns:a16="http://schemas.microsoft.com/office/drawing/2014/main" id="{5A8FFB06-7B8A-C04E-9547-228CA051349A}"/>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912310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E291-01AF-7E95-222B-4B10C67F6803}"/>
              </a:ext>
            </a:extLst>
          </p:cNvPr>
          <p:cNvSpPr>
            <a:spLocks noGrp="1"/>
          </p:cNvSpPr>
          <p:nvPr>
            <p:ph type="title"/>
          </p:nvPr>
        </p:nvSpPr>
        <p:spPr>
          <a:xfrm>
            <a:off x="793662" y="386930"/>
            <a:ext cx="10066122" cy="1298448"/>
          </a:xfrm>
        </p:spPr>
        <p:txBody>
          <a:bodyPr anchor="b">
            <a:normAutofit/>
          </a:bodyPr>
          <a:lstStyle/>
          <a:p>
            <a:r>
              <a:rPr lang="en-US" sz="4800"/>
              <a:t>Are we there yet? Managing Fatigue </a:t>
            </a:r>
          </a:p>
        </p:txBody>
      </p:sp>
      <p:sp>
        <p:nvSpPr>
          <p:cNvPr id="3" name="Content Placeholder 2">
            <a:extLst>
              <a:ext uri="{FF2B5EF4-FFF2-40B4-BE49-F238E27FC236}">
                <a16:creationId xmlns:a16="http://schemas.microsoft.com/office/drawing/2014/main" id="{CACF1516-CED6-EAF9-0944-511DECB4EAFD}"/>
              </a:ext>
            </a:extLst>
          </p:cNvPr>
          <p:cNvSpPr>
            <a:spLocks noGrp="1"/>
          </p:cNvSpPr>
          <p:nvPr>
            <p:ph idx="1"/>
          </p:nvPr>
        </p:nvSpPr>
        <p:spPr>
          <a:xfrm>
            <a:off x="345426" y="2600459"/>
            <a:ext cx="7191440" cy="3691111"/>
          </a:xfrm>
        </p:spPr>
        <p:txBody>
          <a:bodyPr vert="horz" lIns="91440" tIns="45720" rIns="91440" bIns="45720" rtlCol="0" anchor="ctr">
            <a:noAutofit/>
          </a:bodyPr>
          <a:lstStyle/>
          <a:p>
            <a:pPr marL="457200" indent="-457200"/>
            <a:r>
              <a:rPr lang="en-US"/>
              <a:t>Communicate clearly &amp; consistently</a:t>
            </a:r>
          </a:p>
          <a:p>
            <a:pPr marL="457200" indent="-457200"/>
            <a:r>
              <a:rPr lang="en-US"/>
              <a:t>Balance stretch goals with being realistic</a:t>
            </a:r>
          </a:p>
          <a:p>
            <a:pPr marL="457200" indent="-457200"/>
            <a:r>
              <a:rPr lang="en-US"/>
              <a:t>Prioritize pace and sequencing</a:t>
            </a:r>
          </a:p>
          <a:p>
            <a:pPr marL="457200" indent="-457200"/>
            <a:r>
              <a:rPr lang="en-US"/>
              <a:t>Offer support &amp; training</a:t>
            </a:r>
          </a:p>
          <a:p>
            <a:pPr marL="457200" indent="-457200"/>
            <a:r>
              <a:rPr lang="en-US"/>
              <a:t>Celebrate successes (small &amp; large)</a:t>
            </a:r>
          </a:p>
          <a:p>
            <a:pPr marL="457200" indent="-457200"/>
            <a:r>
              <a:rPr lang="en-US"/>
              <a:t>Promote work-life balance</a:t>
            </a:r>
          </a:p>
          <a:p>
            <a:pPr marL="457200" indent="-457200"/>
            <a:r>
              <a:rPr lang="en-US"/>
              <a:t>Lead by example </a:t>
            </a:r>
          </a:p>
          <a:p>
            <a:pPr marL="457200" indent="-457200"/>
            <a:endParaRPr lang="en-US" sz="2000" b="1" i="1"/>
          </a:p>
        </p:txBody>
      </p:sp>
      <p:pic>
        <p:nvPicPr>
          <p:cNvPr id="4" name="Picture 3" descr="A Laugh Every Day 93 Free Stock Photo - Public Domain Pictures">
            <a:extLst>
              <a:ext uri="{FF2B5EF4-FFF2-40B4-BE49-F238E27FC236}">
                <a16:creationId xmlns:a16="http://schemas.microsoft.com/office/drawing/2014/main" id="{987BD31C-CF9B-BE1A-0A78-88F53689DD04}"/>
              </a:ext>
            </a:extLst>
          </p:cNvPr>
          <p:cNvPicPr>
            <a:picLocks noChangeAspect="1"/>
          </p:cNvPicPr>
          <p:nvPr/>
        </p:nvPicPr>
        <p:blipFill rotWithShape="1">
          <a:blip r:embed="rId3"/>
          <a:srcRect t="8555" r="-1" b="19327"/>
          <a:stretch/>
        </p:blipFill>
        <p:spPr>
          <a:xfrm>
            <a:off x="7858558" y="2780881"/>
            <a:ext cx="3601082" cy="2512069"/>
          </a:xfrm>
          <a:prstGeom prst="rect">
            <a:avLst/>
          </a:prstGeom>
        </p:spPr>
      </p:pic>
      <p:pic>
        <p:nvPicPr>
          <p:cNvPr id="6" name="Picture 5" descr="A logo for a company&#10;&#10;Description automatically generated">
            <a:extLst>
              <a:ext uri="{FF2B5EF4-FFF2-40B4-BE49-F238E27FC236}">
                <a16:creationId xmlns:a16="http://schemas.microsoft.com/office/drawing/2014/main" id="{560A6C6E-A6AC-D221-500A-FC522B8F2BE6}"/>
              </a:ext>
            </a:extLst>
          </p:cNvPr>
          <p:cNvPicPr>
            <a:picLocks noChangeAspect="1"/>
          </p:cNvPicPr>
          <p:nvPr/>
        </p:nvPicPr>
        <p:blipFill>
          <a:blip r:embed="rId4"/>
          <a:stretch>
            <a:fillRect/>
          </a:stretch>
        </p:blipFill>
        <p:spPr>
          <a:xfrm>
            <a:off x="11117084" y="6231094"/>
            <a:ext cx="915608" cy="459615"/>
          </a:xfrm>
          <a:prstGeom prst="rect">
            <a:avLst/>
          </a:prstGeom>
        </p:spPr>
      </p:pic>
    </p:spTree>
    <p:extLst>
      <p:ext uri="{BB962C8B-B14F-4D97-AF65-F5344CB8AC3E}">
        <p14:creationId xmlns:p14="http://schemas.microsoft.com/office/powerpoint/2010/main" val="364019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descr="Building Brick Wall with solid fill">
            <a:extLst>
              <a:ext uri="{FF2B5EF4-FFF2-40B4-BE49-F238E27FC236}">
                <a16:creationId xmlns:a16="http://schemas.microsoft.com/office/drawing/2014/main" id="{313F45BF-A706-4EE5-81CD-0E36647A6A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9299" y="584671"/>
            <a:ext cx="914400" cy="914400"/>
          </a:xfrm>
          <a:prstGeom prst="rect">
            <a:avLst/>
          </a:prstGeom>
        </p:spPr>
      </p:pic>
      <p:sp>
        <p:nvSpPr>
          <p:cNvPr id="3" name="TextBox 2">
            <a:extLst>
              <a:ext uri="{FF2B5EF4-FFF2-40B4-BE49-F238E27FC236}">
                <a16:creationId xmlns:a16="http://schemas.microsoft.com/office/drawing/2014/main" id="{8B0E2F29-5949-BB94-1685-7CE346FC4C93}"/>
              </a:ext>
            </a:extLst>
          </p:cNvPr>
          <p:cNvSpPr txBox="1"/>
          <p:nvPr/>
        </p:nvSpPr>
        <p:spPr>
          <a:xfrm>
            <a:off x="1863447" y="425494"/>
            <a:ext cx="9979523"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Foundational practices:</a:t>
            </a:r>
          </a:p>
          <a:p>
            <a:pPr marL="342900" indent="-342900">
              <a:buFont typeface="Arial"/>
              <a:buChar char="•"/>
            </a:pPr>
            <a:r>
              <a:rPr lang="en-US" dirty="0"/>
              <a:t>Established desired outcomes (example: increase CIE outcomes)</a:t>
            </a:r>
          </a:p>
          <a:p>
            <a:pPr marL="342900" indent="-342900">
              <a:buFont typeface="Arial"/>
              <a:buChar char="•"/>
            </a:pPr>
            <a:r>
              <a:rPr lang="en-US" dirty="0"/>
              <a:t>Establish leadership commitment to goals</a:t>
            </a:r>
          </a:p>
          <a:p>
            <a:pPr marL="342900" indent="-342900">
              <a:buFont typeface="Arial"/>
              <a:buChar char="•"/>
            </a:pPr>
            <a:r>
              <a:rPr lang="en-US" dirty="0"/>
              <a:t>Assessment of resources and identify opportunities for alignment</a:t>
            </a:r>
          </a:p>
          <a:p>
            <a:pPr marL="342900" indent="-342900">
              <a:buFont typeface="Arial"/>
              <a:buChar char="•"/>
            </a:pPr>
            <a:r>
              <a:rPr lang="en-US" dirty="0"/>
              <a:t>Establish small-scale pilot</a:t>
            </a:r>
          </a:p>
          <a:p>
            <a:pPr marL="342900" indent="-342900">
              <a:buFont typeface="Arial"/>
              <a:buChar char="•"/>
            </a:pPr>
            <a:r>
              <a:rPr lang="en-US" dirty="0"/>
              <a:t>Reviewing job duties/expectation </a:t>
            </a:r>
          </a:p>
        </p:txBody>
      </p:sp>
      <p:pic>
        <p:nvPicPr>
          <p:cNvPr id="6" name="Graphic 5" descr="Infinity outline">
            <a:extLst>
              <a:ext uri="{FF2B5EF4-FFF2-40B4-BE49-F238E27FC236}">
                <a16:creationId xmlns:a16="http://schemas.microsoft.com/office/drawing/2014/main" id="{53CF55DA-22DC-9D0E-F215-2188A577C9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0559" y="4919250"/>
            <a:ext cx="914400" cy="914400"/>
          </a:xfrm>
          <a:prstGeom prst="rect">
            <a:avLst/>
          </a:prstGeom>
        </p:spPr>
      </p:pic>
      <p:sp>
        <p:nvSpPr>
          <p:cNvPr id="7" name="TextBox 6">
            <a:extLst>
              <a:ext uri="{FF2B5EF4-FFF2-40B4-BE49-F238E27FC236}">
                <a16:creationId xmlns:a16="http://schemas.microsoft.com/office/drawing/2014/main" id="{BFEE4586-B518-6C67-F7C1-452FD28CA73F}"/>
              </a:ext>
            </a:extLst>
          </p:cNvPr>
          <p:cNvSpPr txBox="1"/>
          <p:nvPr/>
        </p:nvSpPr>
        <p:spPr>
          <a:xfrm>
            <a:off x="1996840" y="4709245"/>
            <a:ext cx="8710600" cy="27392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Sustainability practices: </a:t>
            </a:r>
          </a:p>
          <a:p>
            <a:pPr marL="342900" indent="-342900">
              <a:buFont typeface="Arial"/>
              <a:buChar char="•"/>
            </a:pPr>
            <a:r>
              <a:rPr lang="en-US" dirty="0"/>
              <a:t>Shift from pilot scale up to standard operations </a:t>
            </a:r>
          </a:p>
          <a:p>
            <a:pPr marL="342900" indent="-342900">
              <a:buFont typeface="Arial"/>
              <a:buChar char="•"/>
            </a:pPr>
            <a:r>
              <a:rPr lang="en-US" dirty="0"/>
              <a:t>Restructured organization</a:t>
            </a:r>
          </a:p>
          <a:p>
            <a:pPr marL="342900" indent="-342900">
              <a:buFont typeface="Arial"/>
              <a:buChar char="•"/>
            </a:pPr>
            <a:r>
              <a:rPr lang="en-US" dirty="0"/>
              <a:t>Embed ongoing resource allocation and resource alignment into budget/strategic planning</a:t>
            </a:r>
          </a:p>
          <a:p>
            <a:pPr marL="342900" indent="-342900">
              <a:buFont typeface="Arial"/>
              <a:buChar char="•"/>
            </a:pPr>
            <a:r>
              <a:rPr lang="en-US" dirty="0"/>
              <a:t>Establish a culture of continuous learning </a:t>
            </a:r>
          </a:p>
          <a:p>
            <a:pPr marL="342900" indent="-342900">
              <a:buFont typeface="Arial"/>
              <a:buChar char="•"/>
            </a:pPr>
            <a:endParaRPr lang="en-US" dirty="0"/>
          </a:p>
          <a:p>
            <a:pPr marL="342900" indent="-342900">
              <a:buFont typeface="Arial"/>
              <a:buChar char="•"/>
            </a:pPr>
            <a:endParaRPr lang="en-US" sz="2000" dirty="0"/>
          </a:p>
          <a:p>
            <a:pPr marL="342900" indent="-342900">
              <a:buFont typeface="Arial"/>
              <a:buChar char="•"/>
            </a:pPr>
            <a:endParaRPr lang="en-US" sz="2000" dirty="0"/>
          </a:p>
        </p:txBody>
      </p:sp>
      <p:pic>
        <p:nvPicPr>
          <p:cNvPr id="9" name="Graphic 8" descr="Full Brick Wall with solid fill">
            <a:extLst>
              <a:ext uri="{FF2B5EF4-FFF2-40B4-BE49-F238E27FC236}">
                <a16:creationId xmlns:a16="http://schemas.microsoft.com/office/drawing/2014/main" id="{EBD8570E-1DAC-04EF-996E-0355D0A7271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9300" y="2848999"/>
            <a:ext cx="914400" cy="914400"/>
          </a:xfrm>
          <a:prstGeom prst="rect">
            <a:avLst/>
          </a:prstGeom>
        </p:spPr>
      </p:pic>
      <p:sp>
        <p:nvSpPr>
          <p:cNvPr id="10" name="TextBox 9">
            <a:extLst>
              <a:ext uri="{FF2B5EF4-FFF2-40B4-BE49-F238E27FC236}">
                <a16:creationId xmlns:a16="http://schemas.microsoft.com/office/drawing/2014/main" id="{14A574FD-C106-F64F-459C-EA79584F776F}"/>
              </a:ext>
            </a:extLst>
          </p:cNvPr>
          <p:cNvSpPr txBox="1"/>
          <p:nvPr/>
        </p:nvSpPr>
        <p:spPr>
          <a:xfrm>
            <a:off x="1995224" y="2704953"/>
            <a:ext cx="9408554"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Second &amp; third-generation practices:</a:t>
            </a:r>
          </a:p>
          <a:p>
            <a:pPr marL="342900" indent="-342900">
              <a:buFont typeface="Arial"/>
              <a:buChar char="•"/>
            </a:pPr>
            <a:r>
              <a:rPr lang="en-US" dirty="0"/>
              <a:t>Begin strategic scale up based on testing</a:t>
            </a:r>
          </a:p>
          <a:p>
            <a:pPr marL="342900" indent="-342900">
              <a:buFont typeface="Arial"/>
              <a:buChar char="•"/>
            </a:pPr>
            <a:r>
              <a:rPr lang="en-US" dirty="0"/>
              <a:t>Identify bridge or additional funding sources</a:t>
            </a:r>
          </a:p>
          <a:p>
            <a:pPr marL="342900" indent="-342900">
              <a:buFont typeface="Arial"/>
              <a:buChar char="•"/>
            </a:pPr>
            <a:r>
              <a:rPr lang="en-US" dirty="0"/>
              <a:t>Report our successes</a:t>
            </a:r>
          </a:p>
          <a:p>
            <a:pPr marL="342900" indent="-342900">
              <a:buFont typeface="Arial"/>
              <a:buChar char="•"/>
            </a:pPr>
            <a:r>
              <a:rPr lang="en-US" dirty="0"/>
              <a:t>Implement systems to collect/analyze data/outcomes and refine accordingly</a:t>
            </a:r>
          </a:p>
          <a:p>
            <a:pPr marL="342900" indent="-342900">
              <a:buFont typeface="Arial"/>
              <a:buChar char="•"/>
            </a:pPr>
            <a:r>
              <a:rPr lang="en-US" dirty="0"/>
              <a:t>Using staff differently &amp; shifting organization</a:t>
            </a:r>
          </a:p>
          <a:p>
            <a:endParaRPr lang="en-US" sz="2400" dirty="0"/>
          </a:p>
        </p:txBody>
      </p:sp>
      <p:pic>
        <p:nvPicPr>
          <p:cNvPr id="11" name="Picture 10" descr="A logo for a company&#10;&#10;Description automatically generated">
            <a:extLst>
              <a:ext uri="{FF2B5EF4-FFF2-40B4-BE49-F238E27FC236}">
                <a16:creationId xmlns:a16="http://schemas.microsoft.com/office/drawing/2014/main" id="{8DB204B8-809D-5D8E-D322-892974720747}"/>
              </a:ext>
            </a:extLst>
          </p:cNvPr>
          <p:cNvPicPr>
            <a:picLocks noChangeAspect="1"/>
          </p:cNvPicPr>
          <p:nvPr/>
        </p:nvPicPr>
        <p:blipFill>
          <a:blip r:embed="rId9"/>
          <a:stretch>
            <a:fillRect/>
          </a:stretch>
        </p:blipFill>
        <p:spPr>
          <a:xfrm>
            <a:off x="10502550" y="5946197"/>
            <a:ext cx="1172070" cy="586592"/>
          </a:xfrm>
          <a:prstGeom prst="rect">
            <a:avLst/>
          </a:prstGeom>
        </p:spPr>
      </p:pic>
    </p:spTree>
    <p:extLst>
      <p:ext uri="{BB962C8B-B14F-4D97-AF65-F5344CB8AC3E}">
        <p14:creationId xmlns:p14="http://schemas.microsoft.com/office/powerpoint/2010/main" val="3745791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292D-09F1-20F2-CFB8-4771C587B4CA}"/>
              </a:ext>
            </a:extLst>
          </p:cNvPr>
          <p:cNvSpPr>
            <a:spLocks noGrp="1"/>
          </p:cNvSpPr>
          <p:nvPr>
            <p:ph type="title"/>
          </p:nvPr>
        </p:nvSpPr>
        <p:spPr>
          <a:xfrm>
            <a:off x="-1064664" y="186964"/>
            <a:ext cx="10357726" cy="1284092"/>
          </a:xfrm>
        </p:spPr>
        <p:txBody>
          <a:bodyPr vert="horz" lIns="91440" tIns="45720" rIns="91440" bIns="45720" rtlCol="0" anchor="ctr">
            <a:normAutofit/>
          </a:bodyPr>
          <a:lstStyle/>
          <a:p>
            <a:pPr algn="ctr"/>
            <a:r>
              <a:rPr lang="en-US" b="1" kern="1200">
                <a:latin typeface="+mj-lt"/>
                <a:ea typeface="+mj-ea"/>
                <a:cs typeface="+mj-cs"/>
              </a:rPr>
              <a:t>Let’s hear from you...</a:t>
            </a:r>
            <a:endParaRPr lang="en-US" b="1" kern="1200">
              <a:latin typeface="+mj-lt"/>
              <a:cs typeface="Calibri Light"/>
            </a:endParaRPr>
          </a:p>
        </p:txBody>
      </p:sp>
      <p:pic>
        <p:nvPicPr>
          <p:cNvPr id="7" name="Content Placeholder 6" descr="Headphones">
            <a:extLst>
              <a:ext uri="{FF2B5EF4-FFF2-40B4-BE49-F238E27FC236}">
                <a16:creationId xmlns:a16="http://schemas.microsoft.com/office/drawing/2014/main" id="{29045689-E20B-648A-2C84-7BD1EB6BBC5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53700" y="999532"/>
            <a:ext cx="2352870" cy="2312544"/>
          </a:xfrm>
          <a:prstGeom prst="rect">
            <a:avLst/>
          </a:prstGeom>
        </p:spPr>
      </p:pic>
      <p:pic>
        <p:nvPicPr>
          <p:cNvPr id="3" name="Picture 2" descr="Logo&#10;&#10;Description automatically generated with medium confidence">
            <a:extLst>
              <a:ext uri="{FF2B5EF4-FFF2-40B4-BE49-F238E27FC236}">
                <a16:creationId xmlns:a16="http://schemas.microsoft.com/office/drawing/2014/main" id="{0A508916-B5CD-75CC-322F-4C6FC30F3A96}"/>
              </a:ext>
            </a:extLst>
          </p:cNvPr>
          <p:cNvPicPr>
            <a:picLocks noChangeAspect="1"/>
          </p:cNvPicPr>
          <p:nvPr/>
        </p:nvPicPr>
        <p:blipFill>
          <a:blip r:embed="rId5"/>
          <a:stretch>
            <a:fillRect/>
          </a:stretch>
        </p:blipFill>
        <p:spPr>
          <a:xfrm>
            <a:off x="10687155" y="5971215"/>
            <a:ext cx="1333287" cy="660334"/>
          </a:xfrm>
          <a:prstGeom prst="rect">
            <a:avLst/>
          </a:prstGeom>
        </p:spPr>
      </p:pic>
      <p:sp>
        <p:nvSpPr>
          <p:cNvPr id="5" name="TextBox 4">
            <a:extLst>
              <a:ext uri="{FF2B5EF4-FFF2-40B4-BE49-F238E27FC236}">
                <a16:creationId xmlns:a16="http://schemas.microsoft.com/office/drawing/2014/main" id="{39535FFF-F80F-0BD2-F9D3-F7B12F154C12}"/>
              </a:ext>
            </a:extLst>
          </p:cNvPr>
          <p:cNvSpPr txBox="1"/>
          <p:nvPr/>
        </p:nvSpPr>
        <p:spPr>
          <a:xfrm>
            <a:off x="409460" y="1869195"/>
            <a:ext cx="803916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Char char="•"/>
            </a:pPr>
            <a:endParaRPr lang="en-US" sz="2000" dirty="0">
              <a:cs typeface="Arial"/>
            </a:endParaRPr>
          </a:p>
          <a:p>
            <a:endParaRPr lang="en-US" sz="2000" dirty="0">
              <a:ea typeface="Calibri"/>
              <a:cs typeface="Arial"/>
            </a:endParaRPr>
          </a:p>
          <a:p>
            <a:r>
              <a:rPr lang="en-US" sz="2800" dirty="0">
                <a:ea typeface="Calibri"/>
                <a:cs typeface="Arial"/>
              </a:rPr>
              <a:t>How are </a:t>
            </a:r>
            <a:r>
              <a:rPr lang="en-US" sz="2800" b="1" i="1" dirty="0">
                <a:ea typeface="Calibri"/>
                <a:cs typeface="Arial"/>
              </a:rPr>
              <a:t>you</a:t>
            </a:r>
            <a:r>
              <a:rPr lang="en-US" sz="2800" dirty="0">
                <a:ea typeface="Calibri"/>
                <a:cs typeface="Arial"/>
              </a:rPr>
              <a:t> planning to use existing resources differently through reallocation and/or restructuring in order to increase competitive integrated employment and/or community life engagement?</a:t>
            </a:r>
          </a:p>
          <a:p>
            <a:pPr marL="685800" lvl="1" indent="-228600">
              <a:buFont typeface="Arial"/>
              <a:buChar char="•"/>
            </a:pPr>
            <a:r>
              <a:rPr lang="en-US" sz="2800" dirty="0">
                <a:ea typeface="Calibri"/>
                <a:cs typeface="Arial"/>
              </a:rPr>
              <a:t>What resources and how? </a:t>
            </a:r>
          </a:p>
        </p:txBody>
      </p:sp>
    </p:spTree>
    <p:extLst>
      <p:ext uri="{BB962C8B-B14F-4D97-AF65-F5344CB8AC3E}">
        <p14:creationId xmlns:p14="http://schemas.microsoft.com/office/powerpoint/2010/main" val="3229898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B4C56F-6FBF-A63B-30EB-52BF2C8A272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Wrap-up &amp; Announcements</a:t>
            </a:r>
          </a:p>
        </p:txBody>
      </p:sp>
      <p:pic>
        <p:nvPicPr>
          <p:cNvPr id="5" name="Picture 4" descr="Logo&#10;&#10;Description automatically generated with medium confidence">
            <a:extLst>
              <a:ext uri="{FF2B5EF4-FFF2-40B4-BE49-F238E27FC236}">
                <a16:creationId xmlns:a16="http://schemas.microsoft.com/office/drawing/2014/main" id="{814C0553-F80D-C801-92FC-7D293327593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190785" y="5672473"/>
            <a:ext cx="1576601" cy="863114"/>
          </a:xfrm>
          <a:prstGeom prst="rect">
            <a:avLst/>
          </a:prstGeom>
        </p:spPr>
      </p:pic>
      <p:sp>
        <p:nvSpPr>
          <p:cNvPr id="37" name="Content Placeholder 36">
            <a:extLst>
              <a:ext uri="{FF2B5EF4-FFF2-40B4-BE49-F238E27FC236}">
                <a16:creationId xmlns:a16="http://schemas.microsoft.com/office/drawing/2014/main" id="{E69C16BA-17EC-8D66-707F-B41D2CF3AC1B}"/>
              </a:ext>
            </a:extLst>
          </p:cNvPr>
          <p:cNvSpPr>
            <a:spLocks noGrp="1"/>
          </p:cNvSpPr>
          <p:nvPr>
            <p:ph idx="1"/>
          </p:nvPr>
        </p:nvSpPr>
        <p:spPr>
          <a:xfrm>
            <a:off x="640278" y="2181885"/>
            <a:ext cx="9011393" cy="2955988"/>
          </a:xfrm>
        </p:spPr>
        <p:txBody>
          <a:bodyPr vert="horz" lIns="91440" tIns="45720" rIns="91440" bIns="45720" rtlCol="0" anchor="t">
            <a:normAutofit/>
          </a:bodyPr>
          <a:lstStyle/>
          <a:p>
            <a:pPr marL="0" indent="0">
              <a:buNone/>
            </a:pPr>
            <a:r>
              <a:rPr lang="en-US" b="1" dirty="0"/>
              <a:t>Next CoP: March 20</a:t>
            </a:r>
          </a:p>
          <a:p>
            <a:pPr lvl="1">
              <a:buFont typeface="Courier New" panose="020B0604020202020204" pitchFamily="34" charset="0"/>
              <a:buChar char="o"/>
            </a:pPr>
            <a:r>
              <a:rPr lang="en-US" dirty="0"/>
              <a:t>Topic area: </a:t>
            </a:r>
            <a:r>
              <a:rPr lang="en-US" b="1" dirty="0"/>
              <a:t>Business and Community Engagement </a:t>
            </a:r>
          </a:p>
        </p:txBody>
      </p:sp>
    </p:spTree>
    <p:extLst>
      <p:ext uri="{BB962C8B-B14F-4D97-AF65-F5344CB8AC3E}">
        <p14:creationId xmlns:p14="http://schemas.microsoft.com/office/powerpoint/2010/main" val="2898679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3a59ec9-72ae-4468-8b69-a6fc079d6534">
      <Terms xmlns="http://schemas.microsoft.com/office/infopath/2007/PartnerControls"/>
    </lcf76f155ced4ddcb4097134ff3c332f>
    <TaxCatchAll xmlns="f6e3e907-bc34-45f2-9bd0-9583dc1f18f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2B4CAAFA20B174C9D092CEDE2B75F72" ma:contentTypeVersion="16" ma:contentTypeDescription="Create a new document." ma:contentTypeScope="" ma:versionID="9c21024722a0a094e79ded9afdd4c23b">
  <xsd:schema xmlns:xsd="http://www.w3.org/2001/XMLSchema" xmlns:xs="http://www.w3.org/2001/XMLSchema" xmlns:p="http://schemas.microsoft.com/office/2006/metadata/properties" xmlns:ns2="13a59ec9-72ae-4468-8b69-a6fc079d6534" xmlns:ns3="f6e3e907-bc34-45f2-9bd0-9583dc1f18f1" targetNamespace="http://schemas.microsoft.com/office/2006/metadata/properties" ma:root="true" ma:fieldsID="cd9212ea0ba4a26db79549c459913f93" ns2:_="" ns3:_="">
    <xsd:import namespace="13a59ec9-72ae-4468-8b69-a6fc079d6534"/>
    <xsd:import namespace="f6e3e907-bc34-45f2-9bd0-9583dc1f1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a59ec9-72ae-4468-8b69-a6fc079d65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e3e907-bc34-45f2-9bd0-9583dc1f18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c067b02-87a6-49ea-b506-9b6aa8bcae63}" ma:internalName="TaxCatchAll" ma:showField="CatchAllData" ma:web="f6e3e907-bc34-45f2-9bd0-9583dc1f18f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8E1108-DC95-489D-A4AD-D0DAF587E3E8}">
  <ds:schemaRefs>
    <ds:schemaRef ds:uri="http://schemas.microsoft.com/sharepoint/v3/contenttype/forms"/>
  </ds:schemaRefs>
</ds:datastoreItem>
</file>

<file path=customXml/itemProps2.xml><?xml version="1.0" encoding="utf-8"?>
<ds:datastoreItem xmlns:ds="http://schemas.openxmlformats.org/officeDocument/2006/customXml" ds:itemID="{9E8881E4-613F-4E04-BFF1-08BEE42699F4}">
  <ds:schemaRefs>
    <ds:schemaRef ds:uri="13a59ec9-72ae-4468-8b69-a6fc079d6534"/>
    <ds:schemaRef ds:uri="f6e3e907-bc34-45f2-9bd0-9583dc1f18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57A7FF0-A180-4154-A21D-B10A3A620E9F}">
  <ds:schemaRefs>
    <ds:schemaRef ds:uri="13a59ec9-72ae-4468-8b69-a6fc079d6534"/>
    <ds:schemaRef ds:uri="f6e3e907-bc34-45f2-9bd0-9583dc1f18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145</TotalTime>
  <Words>1051</Words>
  <Application>Microsoft Office PowerPoint</Application>
  <PresentationFormat>Widescreen</PresentationFormat>
  <Paragraphs>146</Paragraphs>
  <Slides>15</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Aptos</vt:lpstr>
      <vt:lpstr>Aptos Display</vt:lpstr>
      <vt:lpstr>Arial</vt:lpstr>
      <vt:lpstr>Calibri</vt:lpstr>
      <vt:lpstr>Calibri Light</vt:lpstr>
      <vt:lpstr>Courier New</vt:lpstr>
      <vt:lpstr>Office Theme</vt:lpstr>
      <vt:lpstr>Office Theme</vt:lpstr>
      <vt:lpstr>PowerPoint Presentation</vt:lpstr>
      <vt:lpstr>PowerPoint Presentation</vt:lpstr>
      <vt:lpstr>PowerPoint Presentation</vt:lpstr>
      <vt:lpstr>PowerPoint Presentation</vt:lpstr>
      <vt:lpstr>What are your organization's resources? </vt:lpstr>
      <vt:lpstr>PowerPoint Presentation</vt:lpstr>
      <vt:lpstr>Example: Reallocating Staff Resources at Company ABC</vt:lpstr>
      <vt:lpstr>The Power of the Pilot   What is it? </vt:lpstr>
      <vt:lpstr>Things you can test</vt:lpstr>
      <vt:lpstr>How do you engage people?</vt:lpstr>
      <vt:lpstr>Alignment, Reallocation &amp; Scaling it Up! </vt:lpstr>
      <vt:lpstr>Are we there yet? Managing Fatigue </vt:lpstr>
      <vt:lpstr>PowerPoint Presentation</vt:lpstr>
      <vt:lpstr>Let’s hear from you...</vt:lpstr>
      <vt:lpstr>Wrap-up &amp; Announcements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Amy C Gessert</dc:creator>
  <cp:lastModifiedBy>Staci Jones</cp:lastModifiedBy>
  <cp:revision>649</cp:revision>
  <dcterms:created xsi:type="dcterms:W3CDTF">2024-09-10T17:21:18Z</dcterms:created>
  <dcterms:modified xsi:type="dcterms:W3CDTF">2025-02-20T16:57:29Z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0x01010022B4CAAFA20B174C9D092CEDE2B75F72</vt:lpwstr>
  </property>
  <property fmtid="{D5CDD505-2E9C-101B-9397-08002B2CF9AE}" pid="3" name="MediaServiceImageTags">
    <vt:lpwstr/>
  </property>
</Properties>
</file>