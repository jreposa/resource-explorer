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29" r:id="rId5"/>
  </p:sldMasterIdLst>
  <p:notesMasterIdLst>
    <p:notesMasterId r:id="rId21"/>
  </p:notesMasterIdLst>
  <p:sldIdLst>
    <p:sldId id="256" r:id="rId6"/>
    <p:sldId id="268" r:id="rId7"/>
    <p:sldId id="271" r:id="rId8"/>
    <p:sldId id="272" r:id="rId9"/>
    <p:sldId id="274" r:id="rId10"/>
    <p:sldId id="273" r:id="rId11"/>
    <p:sldId id="281" r:id="rId12"/>
    <p:sldId id="275" r:id="rId13"/>
    <p:sldId id="276" r:id="rId14"/>
    <p:sldId id="279" r:id="rId15"/>
    <p:sldId id="280" r:id="rId16"/>
    <p:sldId id="283" r:id="rId17"/>
    <p:sldId id="277" r:id="rId18"/>
    <p:sldId id="278" r:id="rId19"/>
    <p:sldId id="26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F903EA-0764-BFEB-842B-534FCA2D003A}" v="71" dt="2023-03-21T15:29:26.688"/>
    <p1510:client id="{13088519-6EC6-4D63-BD5F-2863C0EE69EF}" v="15" dt="2023-03-24T21:04:32.352"/>
    <p1510:client id="{188A7FD4-8505-4E25-A786-876C5E783733}" v="3" dt="2023-03-27T17:53:38.782"/>
    <p1510:client id="{250E7179-0DCA-6D43-A497-A3E1B4190F20}" v="8" dt="2023-04-26T11:42:45.915"/>
    <p1510:client id="{59CCE3C1-1A0B-31C2-5518-1C89F2CF0C01}" v="828" dt="2023-03-21T13:37:50.976"/>
    <p1510:client id="{5E2B1F6E-25C5-4979-95AA-6DE90B12CB88}" v="41" dt="2023-09-21T16:17:20.863"/>
    <p1510:client id="{6BA07918-4C6B-4D94-BBAA-13303526E43B}" v="49" dt="2023-09-05T14:27:10.835"/>
    <p1510:client id="{857C547B-CF25-482C-A7FB-5A01670DC25D}" v="9" dt="2023-09-17T19:06:10.228"/>
    <p1510:client id="{9A47B788-3F0F-808E-0855-6CAC7848AB67}" v="39" dt="2023-03-28T14:19:20.447"/>
    <p1510:client id="{9D7DCC3E-3F24-F8A9-B233-DD73818F7251}" v="815" dt="2023-03-24T12:46:35.783"/>
    <p1510:client id="{AF13DCF2-0ECE-683A-02FF-65996803AD69}" v="1719" dt="2023-03-20T14:19:46.214"/>
    <p1510:client id="{BEB534E4-85B9-5C46-2597-D91ED4DEE560}" v="58" dt="2023-03-21T15:47:28.654"/>
    <p1510:client id="{C0039A9E-0541-404E-B371-A7DCF6694944}" v="1" dt="2023-03-24T20:31:19.553"/>
    <p1510:client id="{C4A0182F-52FD-41A5-B234-C3D3B1042A65}" v="1" dt="2023-03-24T14:35:20.419"/>
    <p1510:client id="{D9D48800-8A7F-4169-8F3B-FDB8E8708A57}" v="2" dt="2023-09-22T13:43:31.153"/>
    <p1510:client id="{ECC59008-E8F4-457F-8484-50761BF9777A}" v="95" dt="2023-09-20T17:40:24.727"/>
    <p1510:client id="{FD61E92C-397C-B59E-57C3-A5EB251C8D6C}" v="8" dt="2023-03-24T16:03:52.3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ci Jones" userId="S::staci.jones@umb.edu::8493031c-935c-4567-bcd9-185995e08a61" providerId="AD" clId="Web-{250E7179-0DCA-6D43-A497-A3E1B4190F20}"/>
    <pc:docChg chg="addSld delSld modSld">
      <pc:chgData name="Staci Jones" userId="S::staci.jones@umb.edu::8493031c-935c-4567-bcd9-185995e08a61" providerId="AD" clId="Web-{250E7179-0DCA-6D43-A497-A3E1B4190F20}" dt="2023-04-26T11:42:45.915" v="6"/>
      <pc:docMkLst>
        <pc:docMk/>
      </pc:docMkLst>
      <pc:sldChg chg="delSp modSp">
        <pc:chgData name="Staci Jones" userId="S::staci.jones@umb.edu::8493031c-935c-4567-bcd9-185995e08a61" providerId="AD" clId="Web-{250E7179-0DCA-6D43-A497-A3E1B4190F20}" dt="2023-04-26T11:42:06.287" v="3"/>
        <pc:sldMkLst>
          <pc:docMk/>
          <pc:sldMk cId="1250060114" sldId="273"/>
        </pc:sldMkLst>
        <pc:spChg chg="mod">
          <ac:chgData name="Staci Jones" userId="S::staci.jones@umb.edu::8493031c-935c-4567-bcd9-185995e08a61" providerId="AD" clId="Web-{250E7179-0DCA-6D43-A497-A3E1B4190F20}" dt="2023-04-26T11:42:03.756" v="2" actId="20577"/>
          <ac:spMkLst>
            <pc:docMk/>
            <pc:sldMk cId="1250060114" sldId="273"/>
            <ac:spMk id="4" creationId="{012AB944-9E99-1741-D753-FBE82A33EC0B}"/>
          </ac:spMkLst>
        </pc:spChg>
        <pc:picChg chg="del">
          <ac:chgData name="Staci Jones" userId="S::staci.jones@umb.edu::8493031c-935c-4567-bcd9-185995e08a61" providerId="AD" clId="Web-{250E7179-0DCA-6D43-A497-A3E1B4190F20}" dt="2023-04-26T11:42:06.287" v="3"/>
          <ac:picMkLst>
            <pc:docMk/>
            <pc:sldMk cId="1250060114" sldId="273"/>
            <ac:picMk id="8" creationId="{4788BC46-0381-2312-5873-6B73B2B34CAD}"/>
          </ac:picMkLst>
        </pc:picChg>
      </pc:sldChg>
      <pc:sldChg chg="delSp">
        <pc:chgData name="Staci Jones" userId="S::staci.jones@umb.edu::8493031c-935c-4567-bcd9-185995e08a61" providerId="AD" clId="Web-{250E7179-0DCA-6D43-A497-A3E1B4190F20}" dt="2023-04-26T11:42:33.164" v="4"/>
        <pc:sldMkLst>
          <pc:docMk/>
          <pc:sldMk cId="3936867961" sldId="281"/>
        </pc:sldMkLst>
        <pc:picChg chg="del">
          <ac:chgData name="Staci Jones" userId="S::staci.jones@umb.edu::8493031c-935c-4567-bcd9-185995e08a61" providerId="AD" clId="Web-{250E7179-0DCA-6D43-A497-A3E1B4190F20}" dt="2023-04-26T11:42:33.164" v="4"/>
          <ac:picMkLst>
            <pc:docMk/>
            <pc:sldMk cId="3936867961" sldId="281"/>
            <ac:picMk id="7" creationId="{0C506AD9-C967-5A9F-EC9F-60477E4425DC}"/>
          </ac:picMkLst>
        </pc:picChg>
      </pc:sldChg>
      <pc:sldChg chg="add del replId">
        <pc:chgData name="Staci Jones" userId="S::staci.jones@umb.edu::8493031c-935c-4567-bcd9-185995e08a61" providerId="AD" clId="Web-{250E7179-0DCA-6D43-A497-A3E1B4190F20}" dt="2023-04-26T11:42:45.915" v="6"/>
        <pc:sldMkLst>
          <pc:docMk/>
          <pc:sldMk cId="858602668" sldId="284"/>
        </pc:sldMkLst>
      </pc:sldChg>
    </pc:docChg>
  </pc:docChgLst>
  <pc:docChgLst>
    <pc:chgData name="Staci Jones" userId="S::staci.jones@umb.edu::8493031c-935c-4567-bcd9-185995e08a61" providerId="AD" clId="Web-{9D7DCC3E-3F24-F8A9-B233-DD73818F7251}"/>
    <pc:docChg chg="delSld modSld sldOrd">
      <pc:chgData name="Staci Jones" userId="S::staci.jones@umb.edu::8493031c-935c-4567-bcd9-185995e08a61" providerId="AD" clId="Web-{9D7DCC3E-3F24-F8A9-B233-DD73818F7251}" dt="2023-03-24T12:46:35.627" v="792" actId="1076"/>
      <pc:docMkLst>
        <pc:docMk/>
      </pc:docMkLst>
      <pc:sldChg chg="modSp">
        <pc:chgData name="Staci Jones" userId="S::staci.jones@umb.edu::8493031c-935c-4567-bcd9-185995e08a61" providerId="AD" clId="Web-{9D7DCC3E-3F24-F8A9-B233-DD73818F7251}" dt="2023-03-24T12:33:49.995" v="2" actId="20577"/>
        <pc:sldMkLst>
          <pc:docMk/>
          <pc:sldMk cId="3636252971" sldId="256"/>
        </pc:sldMkLst>
        <pc:spChg chg="mod">
          <ac:chgData name="Staci Jones" userId="S::staci.jones@umb.edu::8493031c-935c-4567-bcd9-185995e08a61" providerId="AD" clId="Web-{9D7DCC3E-3F24-F8A9-B233-DD73818F7251}" dt="2023-03-24T12:33:49.995" v="2" actId="20577"/>
          <ac:spMkLst>
            <pc:docMk/>
            <pc:sldMk cId="3636252971" sldId="256"/>
            <ac:spMk id="3" creationId="{15E865C5-6DFE-E043-4964-9286B6A278C5}"/>
          </ac:spMkLst>
        </pc:spChg>
      </pc:sldChg>
      <pc:sldChg chg="del">
        <pc:chgData name="Staci Jones" userId="S::staci.jones@umb.edu::8493031c-935c-4567-bcd9-185995e08a61" providerId="AD" clId="Web-{9D7DCC3E-3F24-F8A9-B233-DD73818F7251}" dt="2023-03-24T12:46:22.016" v="789"/>
        <pc:sldMkLst>
          <pc:docMk/>
          <pc:sldMk cId="3606899412" sldId="265"/>
        </pc:sldMkLst>
      </pc:sldChg>
      <pc:sldChg chg="modSp">
        <pc:chgData name="Staci Jones" userId="S::staci.jones@umb.edu::8493031c-935c-4567-bcd9-185995e08a61" providerId="AD" clId="Web-{9D7DCC3E-3F24-F8A9-B233-DD73818F7251}" dt="2023-03-24T12:46:35.627" v="792" actId="1076"/>
        <pc:sldMkLst>
          <pc:docMk/>
          <pc:sldMk cId="1953551458" sldId="270"/>
        </pc:sldMkLst>
        <pc:spChg chg="mod">
          <ac:chgData name="Staci Jones" userId="S::staci.jones@umb.edu::8493031c-935c-4567-bcd9-185995e08a61" providerId="AD" clId="Web-{9D7DCC3E-3F24-F8A9-B233-DD73818F7251}" dt="2023-03-24T12:46:35.627" v="792" actId="1076"/>
          <ac:spMkLst>
            <pc:docMk/>
            <pc:sldMk cId="1953551458" sldId="270"/>
            <ac:spMk id="2" creationId="{7CC6962F-D6FB-5A2C-2B8A-553E19D9760D}"/>
          </ac:spMkLst>
        </pc:spChg>
        <pc:spChg chg="mod">
          <ac:chgData name="Staci Jones" userId="S::staci.jones@umb.edu::8493031c-935c-4567-bcd9-185995e08a61" providerId="AD" clId="Web-{9D7DCC3E-3F24-F8A9-B233-DD73818F7251}" dt="2023-03-24T12:46:31.939" v="791" actId="20577"/>
          <ac:spMkLst>
            <pc:docMk/>
            <pc:sldMk cId="1953551458" sldId="270"/>
            <ac:spMk id="3" creationId="{158D61CD-35F6-BD3A-947E-F2CA8A93E751}"/>
          </ac:spMkLst>
        </pc:spChg>
      </pc:sldChg>
      <pc:sldChg chg="modNotes">
        <pc:chgData name="Staci Jones" userId="S::staci.jones@umb.edu::8493031c-935c-4567-bcd9-185995e08a61" providerId="AD" clId="Web-{9D7DCC3E-3F24-F8A9-B233-DD73818F7251}" dt="2023-03-24T12:34:22.185" v="3"/>
        <pc:sldMkLst>
          <pc:docMk/>
          <pc:sldMk cId="2845973995" sldId="271"/>
        </pc:sldMkLst>
      </pc:sldChg>
      <pc:sldChg chg="ord">
        <pc:chgData name="Staci Jones" userId="S::staci.jones@umb.edu::8493031c-935c-4567-bcd9-185995e08a61" providerId="AD" clId="Web-{9D7DCC3E-3F24-F8A9-B233-DD73818F7251}" dt="2023-03-24T12:44:26.227" v="765"/>
        <pc:sldMkLst>
          <pc:docMk/>
          <pc:sldMk cId="3494032026" sldId="275"/>
        </pc:sldMkLst>
      </pc:sldChg>
      <pc:sldChg chg="addSp delSp modSp ord">
        <pc:chgData name="Staci Jones" userId="S::staci.jones@umb.edu::8493031c-935c-4567-bcd9-185995e08a61" providerId="AD" clId="Web-{9D7DCC3E-3F24-F8A9-B233-DD73818F7251}" dt="2023-03-24T12:45:12.183" v="787" actId="20577"/>
        <pc:sldMkLst>
          <pc:docMk/>
          <pc:sldMk cId="983417682" sldId="276"/>
        </pc:sldMkLst>
        <pc:spChg chg="mod">
          <ac:chgData name="Staci Jones" userId="S::staci.jones@umb.edu::8493031c-935c-4567-bcd9-185995e08a61" providerId="AD" clId="Web-{9D7DCC3E-3F24-F8A9-B233-DD73818F7251}" dt="2023-03-24T12:44:50.604" v="771" actId="1076"/>
          <ac:spMkLst>
            <pc:docMk/>
            <pc:sldMk cId="983417682" sldId="276"/>
            <ac:spMk id="2" creationId="{F36E4F4B-7099-4589-5B90-5845A17EF0C5}"/>
          </ac:spMkLst>
        </pc:spChg>
        <pc:spChg chg="mod">
          <ac:chgData name="Staci Jones" userId="S::staci.jones@umb.edu::8493031c-935c-4567-bcd9-185995e08a61" providerId="AD" clId="Web-{9D7DCC3E-3F24-F8A9-B233-DD73818F7251}" dt="2023-03-24T12:45:12.183" v="787" actId="20577"/>
          <ac:spMkLst>
            <pc:docMk/>
            <pc:sldMk cId="983417682" sldId="276"/>
            <ac:spMk id="3" creationId="{E2484B8F-63A1-EAC7-0E87-5005E86A152F}"/>
          </ac:spMkLst>
        </pc:spChg>
        <pc:spChg chg="mod">
          <ac:chgData name="Staci Jones" userId="S::staci.jones@umb.edu::8493031c-935c-4567-bcd9-185995e08a61" providerId="AD" clId="Web-{9D7DCC3E-3F24-F8A9-B233-DD73818F7251}" dt="2023-03-24T12:44:35.868" v="767"/>
          <ac:spMkLst>
            <pc:docMk/>
            <pc:sldMk cId="983417682" sldId="276"/>
            <ac:spMk id="4" creationId="{393A7006-4F58-4595-D547-25839B32ECE2}"/>
          </ac:spMkLst>
        </pc:spChg>
        <pc:spChg chg="del">
          <ac:chgData name="Staci Jones" userId="S::staci.jones@umb.edu::8493031c-935c-4567-bcd9-185995e08a61" providerId="AD" clId="Web-{9D7DCC3E-3F24-F8A9-B233-DD73818F7251}" dt="2023-03-24T12:44:35.868" v="767"/>
          <ac:spMkLst>
            <pc:docMk/>
            <pc:sldMk cId="983417682" sldId="276"/>
            <ac:spMk id="30" creationId="{8D1AA55E-40D5-461B-A5A8-4AE8AAB71B08}"/>
          </ac:spMkLst>
        </pc:spChg>
        <pc:spChg chg="del">
          <ac:chgData name="Staci Jones" userId="S::staci.jones@umb.edu::8493031c-935c-4567-bcd9-185995e08a61" providerId="AD" clId="Web-{9D7DCC3E-3F24-F8A9-B233-DD73818F7251}" dt="2023-03-24T12:44:35.868" v="767"/>
          <ac:spMkLst>
            <pc:docMk/>
            <pc:sldMk cId="983417682" sldId="276"/>
            <ac:spMk id="34" creationId="{6CB927A4-E432-4310-9CD5-E89FF5063179}"/>
          </ac:spMkLst>
        </pc:spChg>
        <pc:spChg chg="del">
          <ac:chgData name="Staci Jones" userId="S::staci.jones@umb.edu::8493031c-935c-4567-bcd9-185995e08a61" providerId="AD" clId="Web-{9D7DCC3E-3F24-F8A9-B233-DD73818F7251}" dt="2023-03-24T12:44:35.868" v="767"/>
          <ac:spMkLst>
            <pc:docMk/>
            <pc:sldMk cId="983417682" sldId="276"/>
            <ac:spMk id="36" creationId="{E3020543-B24B-4EC4-8FFC-8DD88EEA91A8}"/>
          </ac:spMkLst>
        </pc:spChg>
        <pc:spChg chg="add">
          <ac:chgData name="Staci Jones" userId="S::staci.jones@umb.edu::8493031c-935c-4567-bcd9-185995e08a61" providerId="AD" clId="Web-{9D7DCC3E-3F24-F8A9-B233-DD73818F7251}" dt="2023-03-24T12:44:35.868" v="767"/>
          <ac:spMkLst>
            <pc:docMk/>
            <pc:sldMk cId="983417682" sldId="276"/>
            <ac:spMk id="41" creationId="{12609869-9E80-471B-A487-A53288E0E791}"/>
          </ac:spMkLst>
        </pc:spChg>
        <pc:spChg chg="add">
          <ac:chgData name="Staci Jones" userId="S::staci.jones@umb.edu::8493031c-935c-4567-bcd9-185995e08a61" providerId="AD" clId="Web-{9D7DCC3E-3F24-F8A9-B233-DD73818F7251}" dt="2023-03-24T12:44:35.868" v="767"/>
          <ac:spMkLst>
            <pc:docMk/>
            <pc:sldMk cId="983417682" sldId="276"/>
            <ac:spMk id="43" creationId="{7004738A-9D34-43E8-97D2-CA0EED4F8BE0}"/>
          </ac:spMkLst>
        </pc:spChg>
        <pc:spChg chg="add">
          <ac:chgData name="Staci Jones" userId="S::staci.jones@umb.edu::8493031c-935c-4567-bcd9-185995e08a61" providerId="AD" clId="Web-{9D7DCC3E-3F24-F8A9-B233-DD73818F7251}" dt="2023-03-24T12:44:35.868" v="767"/>
          <ac:spMkLst>
            <pc:docMk/>
            <pc:sldMk cId="983417682" sldId="276"/>
            <ac:spMk id="45" creationId="{B8B8D07F-F13E-443E-BA68-2D26672D76B9}"/>
          </ac:spMkLst>
        </pc:spChg>
        <pc:spChg chg="add">
          <ac:chgData name="Staci Jones" userId="S::staci.jones@umb.edu::8493031c-935c-4567-bcd9-185995e08a61" providerId="AD" clId="Web-{9D7DCC3E-3F24-F8A9-B233-DD73818F7251}" dt="2023-03-24T12:44:35.868" v="767"/>
          <ac:spMkLst>
            <pc:docMk/>
            <pc:sldMk cId="983417682" sldId="276"/>
            <ac:spMk id="47" creationId="{2813A4FA-24A5-41ED-A534-3807D1B2F344}"/>
          </ac:spMkLst>
        </pc:spChg>
        <pc:spChg chg="add">
          <ac:chgData name="Staci Jones" userId="S::staci.jones@umb.edu::8493031c-935c-4567-bcd9-185995e08a61" providerId="AD" clId="Web-{9D7DCC3E-3F24-F8A9-B233-DD73818F7251}" dt="2023-03-24T12:44:35.868" v="767"/>
          <ac:spMkLst>
            <pc:docMk/>
            <pc:sldMk cId="983417682" sldId="276"/>
            <ac:spMk id="49" creationId="{C3944F27-CA70-4E84-A51A-E6BF89558979}"/>
          </ac:spMkLst>
        </pc:spChg>
        <pc:picChg chg="mod">
          <ac:chgData name="Staci Jones" userId="S::staci.jones@umb.edu::8493031c-935c-4567-bcd9-185995e08a61" providerId="AD" clId="Web-{9D7DCC3E-3F24-F8A9-B233-DD73818F7251}" dt="2023-03-24T12:44:35.868" v="767"/>
          <ac:picMkLst>
            <pc:docMk/>
            <pc:sldMk cId="983417682" sldId="276"/>
            <ac:picMk id="5" creationId="{110D8898-E88E-4C76-18C7-950FC7658A28}"/>
          </ac:picMkLst>
        </pc:picChg>
        <pc:cxnChg chg="del">
          <ac:chgData name="Staci Jones" userId="S::staci.jones@umb.edu::8493031c-935c-4567-bcd9-185995e08a61" providerId="AD" clId="Web-{9D7DCC3E-3F24-F8A9-B233-DD73818F7251}" dt="2023-03-24T12:44:35.868" v="767"/>
          <ac:cxnSpMkLst>
            <pc:docMk/>
            <pc:sldMk cId="983417682" sldId="276"/>
            <ac:cxnSpMk id="32" creationId="{7EB498BD-8089-4626-91EA-4978EBEF535E}"/>
          </ac:cxnSpMkLst>
        </pc:cxnChg>
      </pc:sldChg>
      <pc:sldChg chg="addSp delSp modSp mod setBg">
        <pc:chgData name="Staci Jones" userId="S::staci.jones@umb.edu::8493031c-935c-4567-bcd9-185995e08a61" providerId="AD" clId="Web-{9D7DCC3E-3F24-F8A9-B233-DD73818F7251}" dt="2023-03-24T12:42:41.063" v="764"/>
        <pc:sldMkLst>
          <pc:docMk/>
          <pc:sldMk cId="709900640" sldId="282"/>
        </pc:sldMkLst>
        <pc:spChg chg="mod">
          <ac:chgData name="Staci Jones" userId="S::staci.jones@umb.edu::8493031c-935c-4567-bcd9-185995e08a61" providerId="AD" clId="Web-{9D7DCC3E-3F24-F8A9-B233-DD73818F7251}" dt="2023-03-24T12:42:41.063" v="764"/>
          <ac:spMkLst>
            <pc:docMk/>
            <pc:sldMk cId="709900640" sldId="282"/>
            <ac:spMk id="2" creationId="{944A2DA6-837D-ECC8-C0EF-8411C4A586AE}"/>
          </ac:spMkLst>
        </pc:spChg>
        <pc:spChg chg="del mod">
          <ac:chgData name="Staci Jones" userId="S::staci.jones@umb.edu::8493031c-935c-4567-bcd9-185995e08a61" providerId="AD" clId="Web-{9D7DCC3E-3F24-F8A9-B233-DD73818F7251}" dt="2023-03-24T12:35:26.330" v="25"/>
          <ac:spMkLst>
            <pc:docMk/>
            <pc:sldMk cId="709900640" sldId="282"/>
            <ac:spMk id="3" creationId="{91D5D4F7-7D41-19CA-619C-A6C44917F043}"/>
          </ac:spMkLst>
        </pc:spChg>
        <pc:spChg chg="mod">
          <ac:chgData name="Staci Jones" userId="S::staci.jones@umb.edu::8493031c-935c-4567-bcd9-185995e08a61" providerId="AD" clId="Web-{9D7DCC3E-3F24-F8A9-B233-DD73818F7251}" dt="2023-03-24T12:42:41.063" v="764"/>
          <ac:spMkLst>
            <pc:docMk/>
            <pc:sldMk cId="709900640" sldId="282"/>
            <ac:spMk id="4" creationId="{759F9920-050A-8F68-909C-E475FA091D0D}"/>
          </ac:spMkLst>
        </pc:spChg>
        <pc:spChg chg="add del mod">
          <ac:chgData name="Staci Jones" userId="S::staci.jones@umb.edu::8493031c-935c-4567-bcd9-185995e08a61" providerId="AD" clId="Web-{9D7DCC3E-3F24-F8A9-B233-DD73818F7251}" dt="2023-03-24T12:35:45.050" v="41"/>
          <ac:spMkLst>
            <pc:docMk/>
            <pc:sldMk cId="709900640" sldId="282"/>
            <ac:spMk id="7" creationId="{222A174D-7497-D9FA-B72E-0A4863292FFC}"/>
          </ac:spMkLst>
        </pc:spChg>
        <pc:spChg chg="add">
          <ac:chgData name="Staci Jones" userId="S::staci.jones@umb.edu::8493031c-935c-4567-bcd9-185995e08a61" providerId="AD" clId="Web-{9D7DCC3E-3F24-F8A9-B233-DD73818F7251}" dt="2023-03-24T12:42:41.063" v="764"/>
          <ac:spMkLst>
            <pc:docMk/>
            <pc:sldMk cId="709900640" sldId="282"/>
            <ac:spMk id="10" creationId="{D4771268-CB57-404A-9271-370EB28F6090}"/>
          </ac:spMkLst>
        </pc:spChg>
        <pc:graphicFrameChg chg="add del mod ord modGraphic">
          <ac:chgData name="Staci Jones" userId="S::staci.jones@umb.edu::8493031c-935c-4567-bcd9-185995e08a61" providerId="AD" clId="Web-{9D7DCC3E-3F24-F8A9-B233-DD73818F7251}" dt="2023-03-24T12:42:41.063" v="764"/>
          <ac:graphicFrameMkLst>
            <pc:docMk/>
            <pc:sldMk cId="709900640" sldId="282"/>
            <ac:graphicFrameMk id="5" creationId="{B15006AF-7F30-7124-09ED-68D0097CFFE9}"/>
          </ac:graphicFrameMkLst>
        </pc:graphicFrameChg>
      </pc:sldChg>
    </pc:docChg>
  </pc:docChgLst>
  <pc:docChgLst>
    <pc:chgData name="Staci Jones" userId="S::staci.jones@umb.edu::8493031c-935c-4567-bcd9-185995e08a61" providerId="AD" clId="Web-{13088519-6EC6-4D63-BD5F-2863C0EE69EF}"/>
    <pc:docChg chg="modSld">
      <pc:chgData name="Staci Jones" userId="S::staci.jones@umb.edu::8493031c-935c-4567-bcd9-185995e08a61" providerId="AD" clId="Web-{13088519-6EC6-4D63-BD5F-2863C0EE69EF}" dt="2023-03-24T21:04:32.352" v="12" actId="1076"/>
      <pc:docMkLst>
        <pc:docMk/>
      </pc:docMkLst>
      <pc:sldChg chg="addSp delSp modSp">
        <pc:chgData name="Staci Jones" userId="S::staci.jones@umb.edu::8493031c-935c-4567-bcd9-185995e08a61" providerId="AD" clId="Web-{13088519-6EC6-4D63-BD5F-2863C0EE69EF}" dt="2023-03-24T21:04:32.352" v="12" actId="1076"/>
        <pc:sldMkLst>
          <pc:docMk/>
          <pc:sldMk cId="1531398379" sldId="274"/>
        </pc:sldMkLst>
        <pc:spChg chg="add del mod">
          <ac:chgData name="Staci Jones" userId="S::staci.jones@umb.edu::8493031c-935c-4567-bcd9-185995e08a61" providerId="AD" clId="Web-{13088519-6EC6-4D63-BD5F-2863C0EE69EF}" dt="2023-03-24T21:03:30.053" v="1"/>
          <ac:spMkLst>
            <pc:docMk/>
            <pc:sldMk cId="1531398379" sldId="274"/>
            <ac:spMk id="7" creationId="{CDEE6E91-66C6-C75D-30A0-D014E55E0D69}"/>
          </ac:spMkLst>
        </pc:spChg>
        <pc:spChg chg="add del mod">
          <ac:chgData name="Staci Jones" userId="S::staci.jones@umb.edu::8493031c-935c-4567-bcd9-185995e08a61" providerId="AD" clId="Web-{13088519-6EC6-4D63-BD5F-2863C0EE69EF}" dt="2023-03-24T21:03:49.851" v="4"/>
          <ac:spMkLst>
            <pc:docMk/>
            <pc:sldMk cId="1531398379" sldId="274"/>
            <ac:spMk id="10" creationId="{533010DA-25BD-7BA1-D2C2-C7E597E9E267}"/>
          </ac:spMkLst>
        </pc:spChg>
        <pc:spChg chg="add del mod">
          <ac:chgData name="Staci Jones" userId="S::staci.jones@umb.edu::8493031c-935c-4567-bcd9-185995e08a61" providerId="AD" clId="Web-{13088519-6EC6-4D63-BD5F-2863C0EE69EF}" dt="2023-03-24T21:04:17.368" v="6"/>
          <ac:spMkLst>
            <pc:docMk/>
            <pc:sldMk cId="1531398379" sldId="274"/>
            <ac:spMk id="13" creationId="{4C98FAC8-2BCC-87E3-9821-EA220D1663C2}"/>
          </ac:spMkLst>
        </pc:spChg>
        <pc:spChg chg="mod">
          <ac:chgData name="Staci Jones" userId="S::staci.jones@umb.edu::8493031c-935c-4567-bcd9-185995e08a61" providerId="AD" clId="Web-{13088519-6EC6-4D63-BD5F-2863C0EE69EF}" dt="2023-03-24T21:04:30.649" v="11" actId="1076"/>
          <ac:spMkLst>
            <pc:docMk/>
            <pc:sldMk cId="1531398379" sldId="274"/>
            <ac:spMk id="19" creationId="{AEF2E76F-BB6A-2733-32ED-27F260EE59DA}"/>
          </ac:spMkLst>
        </pc:spChg>
        <pc:picChg chg="add del mod ord modCrop">
          <ac:chgData name="Staci Jones" userId="S::staci.jones@umb.edu::8493031c-935c-4567-bcd9-185995e08a61" providerId="AD" clId="Web-{13088519-6EC6-4D63-BD5F-2863C0EE69EF}" dt="2023-03-24T21:03:34.194" v="3"/>
          <ac:picMkLst>
            <pc:docMk/>
            <pc:sldMk cId="1531398379" sldId="274"/>
            <ac:picMk id="8" creationId="{9C1E1DF0-2431-FA5F-A270-A6A2AC4C4C25}"/>
          </ac:picMkLst>
        </pc:picChg>
        <pc:picChg chg="add del mod ord modCrop">
          <ac:chgData name="Staci Jones" userId="S::staci.jones@umb.edu::8493031c-935c-4567-bcd9-185995e08a61" providerId="AD" clId="Web-{13088519-6EC6-4D63-BD5F-2863C0EE69EF}" dt="2023-03-24T21:04:03.070" v="5"/>
          <ac:picMkLst>
            <pc:docMk/>
            <pc:sldMk cId="1531398379" sldId="274"/>
            <ac:picMk id="11" creationId="{D3595E5C-5783-F2F8-B403-FAEE95CF614F}"/>
          </ac:picMkLst>
        </pc:picChg>
        <pc:picChg chg="add mod ord modCrop">
          <ac:chgData name="Staci Jones" userId="S::staci.jones@umb.edu::8493031c-935c-4567-bcd9-185995e08a61" providerId="AD" clId="Web-{13088519-6EC6-4D63-BD5F-2863C0EE69EF}" dt="2023-03-24T21:04:32.352" v="12" actId="1076"/>
          <ac:picMkLst>
            <pc:docMk/>
            <pc:sldMk cId="1531398379" sldId="274"/>
            <ac:picMk id="14" creationId="{245755E7-C7DA-554E-761B-849AD4F8805E}"/>
          </ac:picMkLst>
        </pc:picChg>
        <pc:picChg chg="del">
          <ac:chgData name="Staci Jones" userId="S::staci.jones@umb.edu::8493031c-935c-4567-bcd9-185995e08a61" providerId="AD" clId="Web-{13088519-6EC6-4D63-BD5F-2863C0EE69EF}" dt="2023-03-24T21:03:27.225" v="0"/>
          <ac:picMkLst>
            <pc:docMk/>
            <pc:sldMk cId="1531398379" sldId="274"/>
            <ac:picMk id="18" creationId="{F6AEAAE0-F269-9C08-9982-ACDEE7BFE838}"/>
          </ac:picMkLst>
        </pc:picChg>
      </pc:sldChg>
    </pc:docChg>
  </pc:docChgLst>
  <pc:docChgLst>
    <pc:chgData name="Staci Jones" userId="S::staci.jones@umb.edu::8493031c-935c-4567-bcd9-185995e08a61" providerId="AD" clId="Web-{0CF903EA-0764-BFEB-842B-534FCA2D003A}"/>
    <pc:docChg chg="modSld">
      <pc:chgData name="Staci Jones" userId="S::staci.jones@umb.edu::8493031c-935c-4567-bcd9-185995e08a61" providerId="AD" clId="Web-{0CF903EA-0764-BFEB-842B-534FCA2D003A}" dt="2023-03-21T15:29:26.688" v="116" actId="1076"/>
      <pc:docMkLst>
        <pc:docMk/>
      </pc:docMkLst>
      <pc:sldChg chg="modSp">
        <pc:chgData name="Staci Jones" userId="S::staci.jones@umb.edu::8493031c-935c-4567-bcd9-185995e08a61" providerId="AD" clId="Web-{0CF903EA-0764-BFEB-842B-534FCA2D003A}" dt="2023-03-21T14:33:21.677" v="19" actId="20577"/>
        <pc:sldMkLst>
          <pc:docMk/>
          <pc:sldMk cId="3636252971" sldId="256"/>
        </pc:sldMkLst>
        <pc:spChg chg="mod">
          <ac:chgData name="Staci Jones" userId="S::staci.jones@umb.edu::8493031c-935c-4567-bcd9-185995e08a61" providerId="AD" clId="Web-{0CF903EA-0764-BFEB-842B-534FCA2D003A}" dt="2023-03-21T14:33:21.677" v="19" actId="20577"/>
          <ac:spMkLst>
            <pc:docMk/>
            <pc:sldMk cId="3636252971" sldId="256"/>
            <ac:spMk id="3" creationId="{15E865C5-6DFE-E043-4964-9286B6A278C5}"/>
          </ac:spMkLst>
        </pc:spChg>
      </pc:sldChg>
      <pc:sldChg chg="modSp">
        <pc:chgData name="Staci Jones" userId="S::staci.jones@umb.edu::8493031c-935c-4567-bcd9-185995e08a61" providerId="AD" clId="Web-{0CF903EA-0764-BFEB-842B-534FCA2D003A}" dt="2023-03-21T14:34:00.944" v="34" actId="20577"/>
        <pc:sldMkLst>
          <pc:docMk/>
          <pc:sldMk cId="483793093" sldId="268"/>
        </pc:sldMkLst>
        <pc:spChg chg="mod">
          <ac:chgData name="Staci Jones" userId="S::staci.jones@umb.edu::8493031c-935c-4567-bcd9-185995e08a61" providerId="AD" clId="Web-{0CF903EA-0764-BFEB-842B-534FCA2D003A}" dt="2023-03-21T14:34:00.944" v="34" actId="20577"/>
          <ac:spMkLst>
            <pc:docMk/>
            <pc:sldMk cId="483793093" sldId="268"/>
            <ac:spMk id="3" creationId="{158D61CD-35F6-BD3A-947E-F2CA8A93E751}"/>
          </ac:spMkLst>
        </pc:spChg>
      </pc:sldChg>
      <pc:sldChg chg="modSp">
        <pc:chgData name="Staci Jones" userId="S::staci.jones@umb.edu::8493031c-935c-4567-bcd9-185995e08a61" providerId="AD" clId="Web-{0CF903EA-0764-BFEB-842B-534FCA2D003A}" dt="2023-03-21T15:29:26.688" v="116" actId="1076"/>
        <pc:sldMkLst>
          <pc:docMk/>
          <pc:sldMk cId="2228048978" sldId="269"/>
        </pc:sldMkLst>
        <pc:spChg chg="mod">
          <ac:chgData name="Staci Jones" userId="S::staci.jones@umb.edu::8493031c-935c-4567-bcd9-185995e08a61" providerId="AD" clId="Web-{0CF903EA-0764-BFEB-842B-534FCA2D003A}" dt="2023-03-21T14:34:20.820" v="35" actId="14100"/>
          <ac:spMkLst>
            <pc:docMk/>
            <pc:sldMk cId="2228048978" sldId="269"/>
            <ac:spMk id="3" creationId="{87E7B72B-3511-63EC-987C-A459D0E9E1E1}"/>
          </ac:spMkLst>
        </pc:spChg>
        <pc:spChg chg="mod">
          <ac:chgData name="Staci Jones" userId="S::staci.jones@umb.edu::8493031c-935c-4567-bcd9-185995e08a61" providerId="AD" clId="Web-{0CF903EA-0764-BFEB-842B-534FCA2D003A}" dt="2023-03-21T15:29:26.688" v="116" actId="1076"/>
          <ac:spMkLst>
            <pc:docMk/>
            <pc:sldMk cId="2228048978" sldId="269"/>
            <ac:spMk id="4" creationId="{912D8AEA-6D3A-FD77-2B27-424BFE80D493}"/>
          </ac:spMkLst>
        </pc:spChg>
      </pc:sldChg>
      <pc:sldChg chg="addSp">
        <pc:chgData name="Staci Jones" userId="S::staci.jones@umb.edu::8493031c-935c-4567-bcd9-185995e08a61" providerId="AD" clId="Web-{0CF903EA-0764-BFEB-842B-534FCA2D003A}" dt="2023-03-21T14:38:02.701" v="44"/>
        <pc:sldMkLst>
          <pc:docMk/>
          <pc:sldMk cId="397768182" sldId="272"/>
        </pc:sldMkLst>
        <pc:picChg chg="add">
          <ac:chgData name="Staci Jones" userId="S::staci.jones@umb.edu::8493031c-935c-4567-bcd9-185995e08a61" providerId="AD" clId="Web-{0CF903EA-0764-BFEB-842B-534FCA2D003A}" dt="2023-03-21T14:38:02.701" v="44"/>
          <ac:picMkLst>
            <pc:docMk/>
            <pc:sldMk cId="397768182" sldId="272"/>
            <ac:picMk id="5" creationId="{1D0BF829-758B-8D3C-2248-346D67250A6A}"/>
          </ac:picMkLst>
        </pc:picChg>
      </pc:sldChg>
      <pc:sldChg chg="addSp">
        <pc:chgData name="Staci Jones" userId="S::staci.jones@umb.edu::8493031c-935c-4567-bcd9-185995e08a61" providerId="AD" clId="Web-{0CF903EA-0764-BFEB-842B-534FCA2D003A}" dt="2023-03-21T14:38:12.748" v="46"/>
        <pc:sldMkLst>
          <pc:docMk/>
          <pc:sldMk cId="1250060114" sldId="273"/>
        </pc:sldMkLst>
        <pc:picChg chg="add">
          <ac:chgData name="Staci Jones" userId="S::staci.jones@umb.edu::8493031c-935c-4567-bcd9-185995e08a61" providerId="AD" clId="Web-{0CF903EA-0764-BFEB-842B-534FCA2D003A}" dt="2023-03-21T14:38:12.748" v="46"/>
          <ac:picMkLst>
            <pc:docMk/>
            <pc:sldMk cId="1250060114" sldId="273"/>
            <ac:picMk id="8" creationId="{4788BC46-0381-2312-5873-6B73B2B34CAD}"/>
          </ac:picMkLst>
        </pc:picChg>
      </pc:sldChg>
      <pc:sldChg chg="addSp">
        <pc:chgData name="Staci Jones" userId="S::staci.jones@umb.edu::8493031c-935c-4567-bcd9-185995e08a61" providerId="AD" clId="Web-{0CF903EA-0764-BFEB-842B-534FCA2D003A}" dt="2023-03-21T14:38:07.920" v="45"/>
        <pc:sldMkLst>
          <pc:docMk/>
          <pc:sldMk cId="1531398379" sldId="274"/>
        </pc:sldMkLst>
        <pc:picChg chg="add">
          <ac:chgData name="Staci Jones" userId="S::staci.jones@umb.edu::8493031c-935c-4567-bcd9-185995e08a61" providerId="AD" clId="Web-{0CF903EA-0764-BFEB-842B-534FCA2D003A}" dt="2023-03-21T14:38:07.920" v="45"/>
          <ac:picMkLst>
            <pc:docMk/>
            <pc:sldMk cId="1531398379" sldId="274"/>
            <ac:picMk id="6" creationId="{2303082B-F203-5CAB-43B8-0378B8B280FC}"/>
          </ac:picMkLst>
        </pc:picChg>
      </pc:sldChg>
      <pc:sldChg chg="addSp modSp">
        <pc:chgData name="Staci Jones" userId="S::staci.jones@umb.edu::8493031c-935c-4567-bcd9-185995e08a61" providerId="AD" clId="Web-{0CF903EA-0764-BFEB-842B-534FCA2D003A}" dt="2023-03-21T14:38:47.437" v="52" actId="14100"/>
        <pc:sldMkLst>
          <pc:docMk/>
          <pc:sldMk cId="3494032026" sldId="275"/>
        </pc:sldMkLst>
        <pc:spChg chg="mod">
          <ac:chgData name="Staci Jones" userId="S::staci.jones@umb.edu::8493031c-935c-4567-bcd9-185995e08a61" providerId="AD" clId="Web-{0CF903EA-0764-BFEB-842B-534FCA2D003A}" dt="2023-03-21T14:38:43.343" v="51" actId="1076"/>
          <ac:spMkLst>
            <pc:docMk/>
            <pc:sldMk cId="3494032026" sldId="275"/>
            <ac:spMk id="4" creationId="{012AB944-9E99-1741-D753-FBE82A33EC0B}"/>
          </ac:spMkLst>
        </pc:spChg>
        <pc:picChg chg="add mod">
          <ac:chgData name="Staci Jones" userId="S::staci.jones@umb.edu::8493031c-935c-4567-bcd9-185995e08a61" providerId="AD" clId="Web-{0CF903EA-0764-BFEB-842B-534FCA2D003A}" dt="2023-03-21T14:38:47.437" v="52" actId="14100"/>
          <ac:picMkLst>
            <pc:docMk/>
            <pc:sldMk cId="3494032026" sldId="275"/>
            <ac:picMk id="6" creationId="{7DE5E523-767D-C5B7-3ACF-67F324742BCE}"/>
          </ac:picMkLst>
        </pc:picChg>
      </pc:sldChg>
      <pc:sldChg chg="addSp">
        <pc:chgData name="Staci Jones" userId="S::staci.jones@umb.edu::8493031c-935c-4567-bcd9-185995e08a61" providerId="AD" clId="Web-{0CF903EA-0764-BFEB-842B-534FCA2D003A}" dt="2023-03-21T14:38:50.452" v="53"/>
        <pc:sldMkLst>
          <pc:docMk/>
          <pc:sldMk cId="983417682" sldId="276"/>
        </pc:sldMkLst>
        <pc:picChg chg="add">
          <ac:chgData name="Staci Jones" userId="S::staci.jones@umb.edu::8493031c-935c-4567-bcd9-185995e08a61" providerId="AD" clId="Web-{0CF903EA-0764-BFEB-842B-534FCA2D003A}" dt="2023-03-21T14:38:50.452" v="53"/>
          <ac:picMkLst>
            <pc:docMk/>
            <pc:sldMk cId="983417682" sldId="276"/>
            <ac:picMk id="7" creationId="{08DA584E-4A18-1899-3508-F1FCCE95FEFB}"/>
          </ac:picMkLst>
        </pc:picChg>
      </pc:sldChg>
      <pc:sldChg chg="addSp delSp">
        <pc:chgData name="Staci Jones" userId="S::staci.jones@umb.edu::8493031c-935c-4567-bcd9-185995e08a61" providerId="AD" clId="Web-{0CF903EA-0764-BFEB-842B-534FCA2D003A}" dt="2023-03-21T14:39:11.969" v="56"/>
        <pc:sldMkLst>
          <pc:docMk/>
          <pc:sldMk cId="1682115439" sldId="277"/>
        </pc:sldMkLst>
        <pc:spChg chg="del">
          <ac:chgData name="Staci Jones" userId="S::staci.jones@umb.edu::8493031c-935c-4567-bcd9-185995e08a61" providerId="AD" clId="Web-{0CF903EA-0764-BFEB-842B-534FCA2D003A}" dt="2023-03-21T14:39:11.969" v="56"/>
          <ac:spMkLst>
            <pc:docMk/>
            <pc:sldMk cId="1682115439" sldId="277"/>
            <ac:spMk id="4" creationId="{EBD2FFDC-8F58-2D1E-CBE8-20C5877B14A5}"/>
          </ac:spMkLst>
        </pc:spChg>
        <pc:picChg chg="add">
          <ac:chgData name="Staci Jones" userId="S::staci.jones@umb.edu::8493031c-935c-4567-bcd9-185995e08a61" providerId="AD" clId="Web-{0CF903EA-0764-BFEB-842B-534FCA2D003A}" dt="2023-03-21T14:38:56.281" v="54"/>
          <ac:picMkLst>
            <pc:docMk/>
            <pc:sldMk cId="1682115439" sldId="277"/>
            <ac:picMk id="7" creationId="{604BC24A-0247-D9BD-4B65-EA036C2C6299}"/>
          </ac:picMkLst>
        </pc:picChg>
      </pc:sldChg>
      <pc:sldChg chg="addSp delSp">
        <pc:chgData name="Staci Jones" userId="S::staci.jones@umb.edu::8493031c-935c-4567-bcd9-185995e08a61" providerId="AD" clId="Web-{0CF903EA-0764-BFEB-842B-534FCA2D003A}" dt="2023-03-21T14:39:17.516" v="57"/>
        <pc:sldMkLst>
          <pc:docMk/>
          <pc:sldMk cId="245327849" sldId="278"/>
        </pc:sldMkLst>
        <pc:spChg chg="del">
          <ac:chgData name="Staci Jones" userId="S::staci.jones@umb.edu::8493031c-935c-4567-bcd9-185995e08a61" providerId="AD" clId="Web-{0CF903EA-0764-BFEB-842B-534FCA2D003A}" dt="2023-03-21T14:39:07.125" v="55"/>
          <ac:spMkLst>
            <pc:docMk/>
            <pc:sldMk cId="245327849" sldId="278"/>
            <ac:spMk id="4" creationId="{EBD2FFDC-8F58-2D1E-CBE8-20C5877B14A5}"/>
          </ac:spMkLst>
        </pc:spChg>
        <pc:picChg chg="add">
          <ac:chgData name="Staci Jones" userId="S::staci.jones@umb.edu::8493031c-935c-4567-bcd9-185995e08a61" providerId="AD" clId="Web-{0CF903EA-0764-BFEB-842B-534FCA2D003A}" dt="2023-03-21T14:39:17.516" v="57"/>
          <ac:picMkLst>
            <pc:docMk/>
            <pc:sldMk cId="245327849" sldId="278"/>
            <ac:picMk id="7" creationId="{4A9AAA45-FEFC-71B8-8928-3F46DB336265}"/>
          </ac:picMkLst>
        </pc:picChg>
      </pc:sldChg>
      <pc:sldChg chg="addSp delSp modNotes">
        <pc:chgData name="Staci Jones" userId="S::staci.jones@umb.edu::8493031c-935c-4567-bcd9-185995e08a61" providerId="AD" clId="Web-{0CF903EA-0764-BFEB-842B-534FCA2D003A}" dt="2023-03-21T15:24:46.709" v="115"/>
        <pc:sldMkLst>
          <pc:docMk/>
          <pc:sldMk cId="4238919515" sldId="279"/>
        </pc:sldMkLst>
        <pc:spChg chg="del">
          <ac:chgData name="Staci Jones" userId="S::staci.jones@umb.edu::8493031c-935c-4567-bcd9-185995e08a61" providerId="AD" clId="Web-{0CF903EA-0764-BFEB-842B-534FCA2D003A}" dt="2023-03-21T15:22:10.610" v="58"/>
          <ac:spMkLst>
            <pc:docMk/>
            <pc:sldMk cId="4238919515" sldId="279"/>
            <ac:spMk id="4" creationId="{393A7006-4F58-4595-D547-25839B32ECE2}"/>
          </ac:spMkLst>
        </pc:spChg>
        <pc:picChg chg="add">
          <ac:chgData name="Staci Jones" userId="S::staci.jones@umb.edu::8493031c-935c-4567-bcd9-185995e08a61" providerId="AD" clId="Web-{0CF903EA-0764-BFEB-842B-534FCA2D003A}" dt="2023-03-21T14:38:22.514" v="48"/>
          <ac:picMkLst>
            <pc:docMk/>
            <pc:sldMk cId="4238919515" sldId="279"/>
            <ac:picMk id="7" creationId="{7D262D32-9A5C-C016-FB37-A1DCE317D140}"/>
          </ac:picMkLst>
        </pc:picChg>
      </pc:sldChg>
      <pc:sldChg chg="addSp">
        <pc:chgData name="Staci Jones" userId="S::staci.jones@umb.edu::8493031c-935c-4567-bcd9-185995e08a61" providerId="AD" clId="Web-{0CF903EA-0764-BFEB-842B-534FCA2D003A}" dt="2023-03-21T14:38:28.139" v="49"/>
        <pc:sldMkLst>
          <pc:docMk/>
          <pc:sldMk cId="2574289266" sldId="280"/>
        </pc:sldMkLst>
        <pc:picChg chg="add">
          <ac:chgData name="Staci Jones" userId="S::staci.jones@umb.edu::8493031c-935c-4567-bcd9-185995e08a61" providerId="AD" clId="Web-{0CF903EA-0764-BFEB-842B-534FCA2D003A}" dt="2023-03-21T14:38:28.139" v="49"/>
          <ac:picMkLst>
            <pc:docMk/>
            <pc:sldMk cId="2574289266" sldId="280"/>
            <ac:picMk id="7" creationId="{0C560581-DFF7-1128-2870-64F60DB44FD7}"/>
          </ac:picMkLst>
        </pc:picChg>
      </pc:sldChg>
      <pc:sldChg chg="addSp">
        <pc:chgData name="Staci Jones" userId="S::staci.jones@umb.edu::8493031c-935c-4567-bcd9-185995e08a61" providerId="AD" clId="Web-{0CF903EA-0764-BFEB-842B-534FCA2D003A}" dt="2023-03-21T14:38:18.358" v="47"/>
        <pc:sldMkLst>
          <pc:docMk/>
          <pc:sldMk cId="3936867961" sldId="281"/>
        </pc:sldMkLst>
        <pc:picChg chg="add">
          <ac:chgData name="Staci Jones" userId="S::staci.jones@umb.edu::8493031c-935c-4567-bcd9-185995e08a61" providerId="AD" clId="Web-{0CF903EA-0764-BFEB-842B-534FCA2D003A}" dt="2023-03-21T14:38:18.358" v="47"/>
          <ac:picMkLst>
            <pc:docMk/>
            <pc:sldMk cId="3936867961" sldId="281"/>
            <ac:picMk id="7" creationId="{0C506AD9-C967-5A9F-EC9F-60477E4425DC}"/>
          </ac:picMkLst>
        </pc:picChg>
      </pc:sldChg>
    </pc:docChg>
  </pc:docChgLst>
  <pc:docChgLst>
    <pc:chgData name="Brian Begin" userId="S::b.c.begin_gmail.com#ext#@liveumb.onmicrosoft.com::4f1a9b1a-3e22-4352-b9fb-534a4d9259bf" providerId="AD" clId="Web-{5E2B1F6E-25C5-4979-95AA-6DE90B12CB88}"/>
    <pc:docChg chg="modSld modMainMaster">
      <pc:chgData name="Brian Begin" userId="S::b.c.begin_gmail.com#ext#@liveumb.onmicrosoft.com::4f1a9b1a-3e22-4352-b9fb-534a4d9259bf" providerId="AD" clId="Web-{5E2B1F6E-25C5-4979-95AA-6DE90B12CB88}" dt="2023-09-21T16:17:20.863" v="123" actId="1076"/>
      <pc:docMkLst>
        <pc:docMk/>
      </pc:docMkLst>
      <pc:sldChg chg="modSp">
        <pc:chgData name="Brian Begin" userId="S::b.c.begin_gmail.com#ext#@liveumb.onmicrosoft.com::4f1a9b1a-3e22-4352-b9fb-534a4d9259bf" providerId="AD" clId="Web-{5E2B1F6E-25C5-4979-95AA-6DE90B12CB88}" dt="2023-09-21T16:10:27.307" v="90" actId="20577"/>
        <pc:sldMkLst>
          <pc:docMk/>
          <pc:sldMk cId="3636252971" sldId="256"/>
        </pc:sldMkLst>
        <pc:spChg chg="mod">
          <ac:chgData name="Brian Begin" userId="S::b.c.begin_gmail.com#ext#@liveumb.onmicrosoft.com::4f1a9b1a-3e22-4352-b9fb-534a4d9259bf" providerId="AD" clId="Web-{5E2B1F6E-25C5-4979-95AA-6DE90B12CB88}" dt="2023-09-21T16:10:27.307" v="90" actId="20577"/>
          <ac:spMkLst>
            <pc:docMk/>
            <pc:sldMk cId="3636252971" sldId="256"/>
            <ac:spMk id="3" creationId="{15E865C5-6DFE-E043-4964-9286B6A278C5}"/>
          </ac:spMkLst>
        </pc:spChg>
      </pc:sldChg>
      <pc:sldChg chg="modSp">
        <pc:chgData name="Brian Begin" userId="S::b.c.begin_gmail.com#ext#@liveumb.onmicrosoft.com::4f1a9b1a-3e22-4352-b9fb-534a4d9259bf" providerId="AD" clId="Web-{5E2B1F6E-25C5-4979-95AA-6DE90B12CB88}" dt="2023-09-21T16:10:42.964" v="95" actId="14100"/>
        <pc:sldMkLst>
          <pc:docMk/>
          <pc:sldMk cId="483793093" sldId="268"/>
        </pc:sldMkLst>
        <pc:spChg chg="mod">
          <ac:chgData name="Brian Begin" userId="S::b.c.begin_gmail.com#ext#@liveumb.onmicrosoft.com::4f1a9b1a-3e22-4352-b9fb-534a4d9259bf" providerId="AD" clId="Web-{5E2B1F6E-25C5-4979-95AA-6DE90B12CB88}" dt="2023-09-21T16:10:42.964" v="95" actId="14100"/>
          <ac:spMkLst>
            <pc:docMk/>
            <pc:sldMk cId="483793093" sldId="268"/>
            <ac:spMk id="3" creationId="{158D61CD-35F6-BD3A-947E-F2CA8A93E751}"/>
          </ac:spMkLst>
        </pc:spChg>
      </pc:sldChg>
      <pc:sldChg chg="addSp delSp modSp">
        <pc:chgData name="Brian Begin" userId="S::b.c.begin_gmail.com#ext#@liveumb.onmicrosoft.com::4f1a9b1a-3e22-4352-b9fb-534a4d9259bf" providerId="AD" clId="Web-{5E2B1F6E-25C5-4979-95AA-6DE90B12CB88}" dt="2023-09-21T16:16:05.596" v="116"/>
        <pc:sldMkLst>
          <pc:docMk/>
          <pc:sldMk cId="397768182" sldId="272"/>
        </pc:sldMkLst>
        <pc:spChg chg="mod">
          <ac:chgData name="Brian Begin" userId="S::b.c.begin_gmail.com#ext#@liveumb.onmicrosoft.com::4f1a9b1a-3e22-4352-b9fb-534a4d9259bf" providerId="AD" clId="Web-{5E2B1F6E-25C5-4979-95AA-6DE90B12CB88}" dt="2023-09-21T16:14:34.656" v="113" actId="14100"/>
          <ac:spMkLst>
            <pc:docMk/>
            <pc:sldMk cId="397768182" sldId="272"/>
            <ac:spMk id="2" creationId="{C7A93CF2-98EF-D1F5-4422-A52BF64EB296}"/>
          </ac:spMkLst>
        </pc:spChg>
        <pc:spChg chg="del mod">
          <ac:chgData name="Brian Begin" userId="S::b.c.begin_gmail.com#ext#@liveumb.onmicrosoft.com::4f1a9b1a-3e22-4352-b9fb-534a4d9259bf" providerId="AD" clId="Web-{5E2B1F6E-25C5-4979-95AA-6DE90B12CB88}" dt="2023-09-21T16:16:05.596" v="116"/>
          <ac:spMkLst>
            <pc:docMk/>
            <pc:sldMk cId="397768182" sldId="272"/>
            <ac:spMk id="4" creationId="{69C7A62A-44B2-382B-E8B8-D65C984DE91F}"/>
          </ac:spMkLst>
        </pc:spChg>
        <pc:spChg chg="add mod ord">
          <ac:chgData name="Brian Begin" userId="S::b.c.begin_gmail.com#ext#@liveumb.onmicrosoft.com::4f1a9b1a-3e22-4352-b9fb-534a4d9259bf" providerId="AD" clId="Web-{5E2B1F6E-25C5-4979-95AA-6DE90B12CB88}" dt="2023-09-21T16:14:59.688" v="115" actId="20577"/>
          <ac:spMkLst>
            <pc:docMk/>
            <pc:sldMk cId="397768182" sldId="272"/>
            <ac:spMk id="7" creationId="{C073CA7F-9905-A91B-9F68-96DFFAA890E1}"/>
          </ac:spMkLst>
        </pc:spChg>
        <pc:spChg chg="del mod">
          <ac:chgData name="Brian Begin" userId="S::b.c.begin_gmail.com#ext#@liveumb.onmicrosoft.com::4f1a9b1a-3e22-4352-b9fb-534a4d9259bf" providerId="AD" clId="Web-{5E2B1F6E-25C5-4979-95AA-6DE90B12CB88}" dt="2023-09-21T16:12:49.498" v="100"/>
          <ac:spMkLst>
            <pc:docMk/>
            <pc:sldMk cId="397768182" sldId="272"/>
            <ac:spMk id="11" creationId="{B3AE9143-6544-BEBE-0432-553FD3B30BE6}"/>
          </ac:spMkLst>
        </pc:spChg>
        <pc:spChg chg="del">
          <ac:chgData name="Brian Begin" userId="S::b.c.begin_gmail.com#ext#@liveumb.onmicrosoft.com::4f1a9b1a-3e22-4352-b9fb-534a4d9259bf" providerId="AD" clId="Web-{5E2B1F6E-25C5-4979-95AA-6DE90B12CB88}" dt="2023-09-21T16:12:49.498" v="100"/>
          <ac:spMkLst>
            <pc:docMk/>
            <pc:sldMk cId="397768182" sldId="272"/>
            <ac:spMk id="12" creationId="{45D37F4E-DDB4-456B-97E0-9937730A039F}"/>
          </ac:spMkLst>
        </pc:spChg>
        <pc:spChg chg="del">
          <ac:chgData name="Brian Begin" userId="S::b.c.begin_gmail.com#ext#@liveumb.onmicrosoft.com::4f1a9b1a-3e22-4352-b9fb-534a4d9259bf" providerId="AD" clId="Web-{5E2B1F6E-25C5-4979-95AA-6DE90B12CB88}" dt="2023-09-21T16:12:49.498" v="100"/>
          <ac:spMkLst>
            <pc:docMk/>
            <pc:sldMk cId="397768182" sldId="272"/>
            <ac:spMk id="14" creationId="{B2DD41CD-8F47-4F56-AD12-4E2FF7696987}"/>
          </ac:spMkLst>
        </pc:spChg>
        <pc:spChg chg="add">
          <ac:chgData name="Brian Begin" userId="S::b.c.begin_gmail.com#ext#@liveumb.onmicrosoft.com::4f1a9b1a-3e22-4352-b9fb-534a4d9259bf" providerId="AD" clId="Web-{5E2B1F6E-25C5-4979-95AA-6DE90B12CB88}" dt="2023-09-21T16:12:49.498" v="100"/>
          <ac:spMkLst>
            <pc:docMk/>
            <pc:sldMk cId="397768182" sldId="272"/>
            <ac:spMk id="19" creationId="{45D37F4E-DDB4-456B-97E0-9937730A039F}"/>
          </ac:spMkLst>
        </pc:spChg>
        <pc:spChg chg="add">
          <ac:chgData name="Brian Begin" userId="S::b.c.begin_gmail.com#ext#@liveumb.onmicrosoft.com::4f1a9b1a-3e22-4352-b9fb-534a4d9259bf" providerId="AD" clId="Web-{5E2B1F6E-25C5-4979-95AA-6DE90B12CB88}" dt="2023-09-21T16:12:49.498" v="100"/>
          <ac:spMkLst>
            <pc:docMk/>
            <pc:sldMk cId="397768182" sldId="272"/>
            <ac:spMk id="21" creationId="{B2DD41CD-8F47-4F56-AD12-4E2FF7696987}"/>
          </ac:spMkLst>
        </pc:spChg>
        <pc:picChg chg="add mod ord">
          <ac:chgData name="Brian Begin" userId="S::b.c.begin_gmail.com#ext#@liveumb.onmicrosoft.com::4f1a9b1a-3e22-4352-b9fb-534a4d9259bf" providerId="AD" clId="Web-{5E2B1F6E-25C5-4979-95AA-6DE90B12CB88}" dt="2023-09-21T16:13:22.311" v="107" actId="14100"/>
          <ac:picMkLst>
            <pc:docMk/>
            <pc:sldMk cId="397768182" sldId="272"/>
            <ac:picMk id="3" creationId="{82159ABF-BB43-2A1A-E8A8-485F91A2423D}"/>
          </ac:picMkLst>
        </pc:picChg>
        <pc:picChg chg="del">
          <ac:chgData name="Brian Begin" userId="S::b.c.begin_gmail.com#ext#@liveumb.onmicrosoft.com::4f1a9b1a-3e22-4352-b9fb-534a4d9259bf" providerId="AD" clId="Web-{5E2B1F6E-25C5-4979-95AA-6DE90B12CB88}" dt="2023-09-21T16:12:18.575" v="99"/>
          <ac:picMkLst>
            <pc:docMk/>
            <pc:sldMk cId="397768182" sldId="272"/>
            <ac:picMk id="10" creationId="{0EE176C5-E6BB-BA4A-1B7D-E87957C5B076}"/>
          </ac:picMkLst>
        </pc:picChg>
      </pc:sldChg>
      <pc:sldChg chg="delSp">
        <pc:chgData name="Brian Begin" userId="S::b.c.begin_gmail.com#ext#@liveumb.onmicrosoft.com::4f1a9b1a-3e22-4352-b9fb-534a4d9259bf" providerId="AD" clId="Web-{5E2B1F6E-25C5-4979-95AA-6DE90B12CB88}" dt="2023-09-21T16:16:10.596" v="117"/>
        <pc:sldMkLst>
          <pc:docMk/>
          <pc:sldMk cId="1250060114" sldId="273"/>
        </pc:sldMkLst>
        <pc:spChg chg="del">
          <ac:chgData name="Brian Begin" userId="S::b.c.begin_gmail.com#ext#@liveumb.onmicrosoft.com::4f1a9b1a-3e22-4352-b9fb-534a4d9259bf" providerId="AD" clId="Web-{5E2B1F6E-25C5-4979-95AA-6DE90B12CB88}" dt="2023-09-21T16:16:10.596" v="117"/>
          <ac:spMkLst>
            <pc:docMk/>
            <pc:sldMk cId="1250060114" sldId="273"/>
            <ac:spMk id="5" creationId="{89890C36-9E9C-CC1D-B4A9-AAD987E17E75}"/>
          </ac:spMkLst>
        </pc:spChg>
      </pc:sldChg>
      <pc:sldChg chg="delSp">
        <pc:chgData name="Brian Begin" userId="S::b.c.begin_gmail.com#ext#@liveumb.onmicrosoft.com::4f1a9b1a-3e22-4352-b9fb-534a4d9259bf" providerId="AD" clId="Web-{5E2B1F6E-25C5-4979-95AA-6DE90B12CB88}" dt="2023-09-21T16:16:10.596" v="117"/>
        <pc:sldMkLst>
          <pc:docMk/>
          <pc:sldMk cId="1531398379" sldId="274"/>
        </pc:sldMkLst>
        <pc:spChg chg="del">
          <ac:chgData name="Brian Begin" userId="S::b.c.begin_gmail.com#ext#@liveumb.onmicrosoft.com::4f1a9b1a-3e22-4352-b9fb-534a4d9259bf" providerId="AD" clId="Web-{5E2B1F6E-25C5-4979-95AA-6DE90B12CB88}" dt="2023-09-21T16:16:10.596" v="117"/>
          <ac:spMkLst>
            <pc:docMk/>
            <pc:sldMk cId="1531398379" sldId="274"/>
            <ac:spMk id="5" creationId="{89890C36-9E9C-CC1D-B4A9-AAD987E17E75}"/>
          </ac:spMkLst>
        </pc:spChg>
      </pc:sldChg>
      <pc:sldChg chg="delSp modNotes">
        <pc:chgData name="Brian Begin" userId="S::b.c.begin_gmail.com#ext#@liveumb.onmicrosoft.com::4f1a9b1a-3e22-4352-b9fb-534a4d9259bf" providerId="AD" clId="Web-{5E2B1F6E-25C5-4979-95AA-6DE90B12CB88}" dt="2023-09-21T16:16:10.596" v="117"/>
        <pc:sldMkLst>
          <pc:docMk/>
          <pc:sldMk cId="3494032026" sldId="275"/>
        </pc:sldMkLst>
        <pc:spChg chg="del">
          <ac:chgData name="Brian Begin" userId="S::b.c.begin_gmail.com#ext#@liveumb.onmicrosoft.com::4f1a9b1a-3e22-4352-b9fb-534a4d9259bf" providerId="AD" clId="Web-{5E2B1F6E-25C5-4979-95AA-6DE90B12CB88}" dt="2023-09-21T16:16:10.596" v="117"/>
          <ac:spMkLst>
            <pc:docMk/>
            <pc:sldMk cId="3494032026" sldId="275"/>
            <ac:spMk id="5" creationId="{89890C36-9E9C-CC1D-B4A9-AAD987E17E75}"/>
          </ac:spMkLst>
        </pc:spChg>
      </pc:sldChg>
      <pc:sldChg chg="delSp modSp modNotes">
        <pc:chgData name="Brian Begin" userId="S::b.c.begin_gmail.com#ext#@liveumb.onmicrosoft.com::4f1a9b1a-3e22-4352-b9fb-534a4d9259bf" providerId="AD" clId="Web-{5E2B1F6E-25C5-4979-95AA-6DE90B12CB88}" dt="2023-09-21T16:16:34.956" v="118" actId="1076"/>
        <pc:sldMkLst>
          <pc:docMk/>
          <pc:sldMk cId="983417682" sldId="276"/>
        </pc:sldMkLst>
        <pc:spChg chg="del">
          <ac:chgData name="Brian Begin" userId="S::b.c.begin_gmail.com#ext#@liveumb.onmicrosoft.com::4f1a9b1a-3e22-4352-b9fb-534a4d9259bf" providerId="AD" clId="Web-{5E2B1F6E-25C5-4979-95AA-6DE90B12CB88}" dt="2023-09-21T16:16:10.596" v="117"/>
          <ac:spMkLst>
            <pc:docMk/>
            <pc:sldMk cId="983417682" sldId="276"/>
            <ac:spMk id="4" creationId="{393A7006-4F58-4595-D547-25839B32ECE2}"/>
          </ac:spMkLst>
        </pc:spChg>
        <pc:picChg chg="mod">
          <ac:chgData name="Brian Begin" userId="S::b.c.begin_gmail.com#ext#@liveumb.onmicrosoft.com::4f1a9b1a-3e22-4352-b9fb-534a4d9259bf" providerId="AD" clId="Web-{5E2B1F6E-25C5-4979-95AA-6DE90B12CB88}" dt="2023-09-21T16:16:34.956" v="118" actId="1076"/>
          <ac:picMkLst>
            <pc:docMk/>
            <pc:sldMk cId="983417682" sldId="276"/>
            <ac:picMk id="7" creationId="{08DA584E-4A18-1899-3508-F1FCCE95FEFB}"/>
          </ac:picMkLst>
        </pc:picChg>
      </pc:sldChg>
      <pc:sldChg chg="delSp">
        <pc:chgData name="Brian Begin" userId="S::b.c.begin_gmail.com#ext#@liveumb.onmicrosoft.com::4f1a9b1a-3e22-4352-b9fb-534a4d9259bf" providerId="AD" clId="Web-{5E2B1F6E-25C5-4979-95AA-6DE90B12CB88}" dt="2023-09-21T16:16:57.253" v="120"/>
        <pc:sldMkLst>
          <pc:docMk/>
          <pc:sldMk cId="1682115439" sldId="277"/>
        </pc:sldMkLst>
        <pc:picChg chg="del">
          <ac:chgData name="Brian Begin" userId="S::b.c.begin_gmail.com#ext#@liveumb.onmicrosoft.com::4f1a9b1a-3e22-4352-b9fb-534a4d9259bf" providerId="AD" clId="Web-{5E2B1F6E-25C5-4979-95AA-6DE90B12CB88}" dt="2023-09-21T16:16:57.253" v="120"/>
          <ac:picMkLst>
            <pc:docMk/>
            <pc:sldMk cId="1682115439" sldId="277"/>
            <ac:picMk id="7" creationId="{604BC24A-0247-D9BD-4B65-EA036C2C6299}"/>
          </ac:picMkLst>
        </pc:picChg>
      </pc:sldChg>
      <pc:sldChg chg="delSp">
        <pc:chgData name="Brian Begin" userId="S::b.c.begin_gmail.com#ext#@liveumb.onmicrosoft.com::4f1a9b1a-3e22-4352-b9fb-534a4d9259bf" providerId="AD" clId="Web-{5E2B1F6E-25C5-4979-95AA-6DE90B12CB88}" dt="2023-09-21T16:17:00.691" v="121"/>
        <pc:sldMkLst>
          <pc:docMk/>
          <pc:sldMk cId="245327849" sldId="278"/>
        </pc:sldMkLst>
        <pc:picChg chg="del">
          <ac:chgData name="Brian Begin" userId="S::b.c.begin_gmail.com#ext#@liveumb.onmicrosoft.com::4f1a9b1a-3e22-4352-b9fb-534a4d9259bf" providerId="AD" clId="Web-{5E2B1F6E-25C5-4979-95AA-6DE90B12CB88}" dt="2023-09-21T16:17:00.691" v="121"/>
          <ac:picMkLst>
            <pc:docMk/>
            <pc:sldMk cId="245327849" sldId="278"/>
            <ac:picMk id="7" creationId="{4A9AAA45-FEFC-71B8-8928-3F46DB336265}"/>
          </ac:picMkLst>
        </pc:picChg>
      </pc:sldChg>
      <pc:sldChg chg="delSp">
        <pc:chgData name="Brian Begin" userId="S::b.c.begin_gmail.com#ext#@liveumb.onmicrosoft.com::4f1a9b1a-3e22-4352-b9fb-534a4d9259bf" providerId="AD" clId="Web-{5E2B1F6E-25C5-4979-95AA-6DE90B12CB88}" dt="2023-09-21T16:16:44.784" v="119"/>
        <pc:sldMkLst>
          <pc:docMk/>
          <pc:sldMk cId="4238919515" sldId="279"/>
        </pc:sldMkLst>
        <pc:picChg chg="del">
          <ac:chgData name="Brian Begin" userId="S::b.c.begin_gmail.com#ext#@liveumb.onmicrosoft.com::4f1a9b1a-3e22-4352-b9fb-534a4d9259bf" providerId="AD" clId="Web-{5E2B1F6E-25C5-4979-95AA-6DE90B12CB88}" dt="2023-09-21T16:16:44.784" v="119"/>
          <ac:picMkLst>
            <pc:docMk/>
            <pc:sldMk cId="4238919515" sldId="279"/>
            <ac:picMk id="7" creationId="{7D262D32-9A5C-C016-FB37-A1DCE317D140}"/>
          </ac:picMkLst>
        </pc:picChg>
      </pc:sldChg>
      <pc:sldChg chg="delSp">
        <pc:chgData name="Brian Begin" userId="S::b.c.begin_gmail.com#ext#@liveumb.onmicrosoft.com::4f1a9b1a-3e22-4352-b9fb-534a4d9259bf" providerId="AD" clId="Web-{5E2B1F6E-25C5-4979-95AA-6DE90B12CB88}" dt="2023-09-21T16:16:10.596" v="117"/>
        <pc:sldMkLst>
          <pc:docMk/>
          <pc:sldMk cId="2574289266" sldId="280"/>
        </pc:sldMkLst>
        <pc:spChg chg="del">
          <ac:chgData name="Brian Begin" userId="S::b.c.begin_gmail.com#ext#@liveumb.onmicrosoft.com::4f1a9b1a-3e22-4352-b9fb-534a4d9259bf" providerId="AD" clId="Web-{5E2B1F6E-25C5-4979-95AA-6DE90B12CB88}" dt="2023-09-21T16:16:10.596" v="117"/>
          <ac:spMkLst>
            <pc:docMk/>
            <pc:sldMk cId="2574289266" sldId="280"/>
            <ac:spMk id="4" creationId="{393A7006-4F58-4595-D547-25839B32ECE2}"/>
          </ac:spMkLst>
        </pc:spChg>
      </pc:sldChg>
      <pc:sldChg chg="delSp">
        <pc:chgData name="Brian Begin" userId="S::b.c.begin_gmail.com#ext#@liveumb.onmicrosoft.com::4f1a9b1a-3e22-4352-b9fb-534a4d9259bf" providerId="AD" clId="Web-{5E2B1F6E-25C5-4979-95AA-6DE90B12CB88}" dt="2023-09-21T16:16:10.596" v="117"/>
        <pc:sldMkLst>
          <pc:docMk/>
          <pc:sldMk cId="3936867961" sldId="281"/>
        </pc:sldMkLst>
        <pc:spChg chg="del">
          <ac:chgData name="Brian Begin" userId="S::b.c.begin_gmail.com#ext#@liveumb.onmicrosoft.com::4f1a9b1a-3e22-4352-b9fb-534a4d9259bf" providerId="AD" clId="Web-{5E2B1F6E-25C5-4979-95AA-6DE90B12CB88}" dt="2023-09-21T16:16:10.596" v="117"/>
          <ac:spMkLst>
            <pc:docMk/>
            <pc:sldMk cId="3936867961" sldId="281"/>
            <ac:spMk id="5" creationId="{89890C36-9E9C-CC1D-B4A9-AAD987E17E75}"/>
          </ac:spMkLst>
        </pc:spChg>
      </pc:sldChg>
      <pc:sldChg chg="addSp delSp modSp modNotes">
        <pc:chgData name="Brian Begin" userId="S::b.c.begin_gmail.com#ext#@liveumb.onmicrosoft.com::4f1a9b1a-3e22-4352-b9fb-534a4d9259bf" providerId="AD" clId="Web-{5E2B1F6E-25C5-4979-95AA-6DE90B12CB88}" dt="2023-09-21T16:17:20.863" v="123" actId="1076"/>
        <pc:sldMkLst>
          <pc:docMk/>
          <pc:sldMk cId="1315204643" sldId="283"/>
        </pc:sldMkLst>
        <pc:spChg chg="del">
          <ac:chgData name="Brian Begin" userId="S::b.c.begin_gmail.com#ext#@liveumb.onmicrosoft.com::4f1a9b1a-3e22-4352-b9fb-534a4d9259bf" providerId="AD" clId="Web-{5E2B1F6E-25C5-4979-95AA-6DE90B12CB88}" dt="2023-09-21T16:16:10.596" v="117"/>
          <ac:spMkLst>
            <pc:docMk/>
            <pc:sldMk cId="1315204643" sldId="283"/>
            <ac:spMk id="4" creationId="{FCEFE25C-4F3B-9D3F-EA65-C57FF446089E}"/>
          </ac:spMkLst>
        </pc:spChg>
        <pc:picChg chg="add mod">
          <ac:chgData name="Brian Begin" userId="S::b.c.begin_gmail.com#ext#@liveumb.onmicrosoft.com::4f1a9b1a-3e22-4352-b9fb-534a4d9259bf" providerId="AD" clId="Web-{5E2B1F6E-25C5-4979-95AA-6DE90B12CB88}" dt="2023-09-21T16:17:20.863" v="123" actId="1076"/>
          <ac:picMkLst>
            <pc:docMk/>
            <pc:sldMk cId="1315204643" sldId="283"/>
            <ac:picMk id="5" creationId="{16032122-68B9-9710-D687-7389169FBE5B}"/>
          </ac:picMkLst>
        </pc:picChg>
      </pc:sldChg>
      <pc:sldMasterChg chg="mod modSldLayout">
        <pc:chgData name="Brian Begin" userId="S::b.c.begin_gmail.com#ext#@liveumb.onmicrosoft.com::4f1a9b1a-3e22-4352-b9fb-534a4d9259bf" providerId="AD" clId="Web-{5E2B1F6E-25C5-4979-95AA-6DE90B12CB88}" dt="2023-09-21T16:16:10.596" v="117"/>
        <pc:sldMasterMkLst>
          <pc:docMk/>
          <pc:sldMasterMk cId="2956242486" sldId="2147483648"/>
        </pc:sldMasterMkLst>
        <pc:sldLayoutChg chg="mod">
          <pc:chgData name="Brian Begin" userId="S::b.c.begin_gmail.com#ext#@liveumb.onmicrosoft.com::4f1a9b1a-3e22-4352-b9fb-534a4d9259bf" providerId="AD" clId="Web-{5E2B1F6E-25C5-4979-95AA-6DE90B12CB88}" dt="2023-09-21T16:16:10.596" v="117"/>
          <pc:sldLayoutMkLst>
            <pc:docMk/>
            <pc:sldMasterMk cId="2956242486" sldId="2147483648"/>
            <pc:sldLayoutMk cId="785256503" sldId="2147483649"/>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956242486" sldId="2147483648"/>
            <pc:sldLayoutMk cId="2095265665" sldId="2147483650"/>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956242486" sldId="2147483648"/>
            <pc:sldLayoutMk cId="1861491190" sldId="2147483651"/>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956242486" sldId="2147483648"/>
            <pc:sldLayoutMk cId="2421421867" sldId="2147483652"/>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956242486" sldId="2147483648"/>
            <pc:sldLayoutMk cId="1309630463" sldId="2147483653"/>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956242486" sldId="2147483648"/>
            <pc:sldLayoutMk cId="1098852943" sldId="2147483654"/>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956242486" sldId="2147483648"/>
            <pc:sldLayoutMk cId="4238885789" sldId="2147483655"/>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956242486" sldId="2147483648"/>
            <pc:sldLayoutMk cId="2453339960" sldId="2147483656"/>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956242486" sldId="2147483648"/>
            <pc:sldLayoutMk cId="591336576" sldId="2147483657"/>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956242486" sldId="2147483648"/>
            <pc:sldLayoutMk cId="674885926" sldId="2147483658"/>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956242486" sldId="2147483648"/>
            <pc:sldLayoutMk cId="1163585757" sldId="2147483659"/>
          </pc:sldLayoutMkLst>
        </pc:sldLayoutChg>
      </pc:sldMasterChg>
      <pc:sldMasterChg chg="mod modSldLayout">
        <pc:chgData name="Brian Begin" userId="S::b.c.begin_gmail.com#ext#@liveumb.onmicrosoft.com::4f1a9b1a-3e22-4352-b9fb-534a4d9259bf" providerId="AD" clId="Web-{5E2B1F6E-25C5-4979-95AA-6DE90B12CB88}" dt="2023-09-21T16:16:10.596" v="117"/>
        <pc:sldMasterMkLst>
          <pc:docMk/>
          <pc:sldMasterMk cId="2694770734" sldId="2147483829"/>
        </pc:sldMasterMkLst>
        <pc:sldLayoutChg chg="mod">
          <pc:chgData name="Brian Begin" userId="S::b.c.begin_gmail.com#ext#@liveumb.onmicrosoft.com::4f1a9b1a-3e22-4352-b9fb-534a4d9259bf" providerId="AD" clId="Web-{5E2B1F6E-25C5-4979-95AA-6DE90B12CB88}" dt="2023-09-21T16:16:10.596" v="117"/>
          <pc:sldLayoutMkLst>
            <pc:docMk/>
            <pc:sldMasterMk cId="2694770734" sldId="2147483829"/>
            <pc:sldLayoutMk cId="108204154" sldId="2147483830"/>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694770734" sldId="2147483829"/>
            <pc:sldLayoutMk cId="3478108481" sldId="2147483831"/>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694770734" sldId="2147483829"/>
            <pc:sldLayoutMk cId="2797058131" sldId="2147483832"/>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694770734" sldId="2147483829"/>
            <pc:sldLayoutMk cId="3164439528" sldId="2147483833"/>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694770734" sldId="2147483829"/>
            <pc:sldLayoutMk cId="2249769346" sldId="2147483834"/>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694770734" sldId="2147483829"/>
            <pc:sldLayoutMk cId="2498657739" sldId="2147483835"/>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694770734" sldId="2147483829"/>
            <pc:sldLayoutMk cId="3504886864" sldId="2147483836"/>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694770734" sldId="2147483829"/>
            <pc:sldLayoutMk cId="3534413365" sldId="2147483837"/>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694770734" sldId="2147483829"/>
            <pc:sldLayoutMk cId="869115792" sldId="2147483838"/>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694770734" sldId="2147483829"/>
            <pc:sldLayoutMk cId="1335623872" sldId="2147483839"/>
          </pc:sldLayoutMkLst>
        </pc:sldLayoutChg>
        <pc:sldLayoutChg chg="mod">
          <pc:chgData name="Brian Begin" userId="S::b.c.begin_gmail.com#ext#@liveumb.onmicrosoft.com::4f1a9b1a-3e22-4352-b9fb-534a4d9259bf" providerId="AD" clId="Web-{5E2B1F6E-25C5-4979-95AA-6DE90B12CB88}" dt="2023-09-21T16:16:10.596" v="117"/>
          <pc:sldLayoutMkLst>
            <pc:docMk/>
            <pc:sldMasterMk cId="2694770734" sldId="2147483829"/>
            <pc:sldLayoutMk cId="3775981410" sldId="2147483840"/>
          </pc:sldLayoutMkLst>
        </pc:sldLayoutChg>
      </pc:sldMasterChg>
    </pc:docChg>
  </pc:docChgLst>
  <pc:docChgLst>
    <pc:chgData name="Amy C Gessert" userId="S::amy.gessert@umb.edu::959649af-45c5-487c-aa74-829e1b24d524" providerId="AD" clId="Web-{857C547B-CF25-482C-A7FB-5A01670DC25D}"/>
    <pc:docChg chg="modSld">
      <pc:chgData name="Amy C Gessert" userId="S::amy.gessert@umb.edu::959649af-45c5-487c-aa74-829e1b24d524" providerId="AD" clId="Web-{857C547B-CF25-482C-A7FB-5A01670DC25D}" dt="2023-09-17T19:06:07.869" v="3" actId="20577"/>
      <pc:docMkLst>
        <pc:docMk/>
      </pc:docMkLst>
      <pc:sldChg chg="modSp">
        <pc:chgData name="Amy C Gessert" userId="S::amy.gessert@umb.edu::959649af-45c5-487c-aa74-829e1b24d524" providerId="AD" clId="Web-{857C547B-CF25-482C-A7FB-5A01670DC25D}" dt="2023-09-17T19:06:07.869" v="3" actId="20577"/>
        <pc:sldMkLst>
          <pc:docMk/>
          <pc:sldMk cId="2228048978" sldId="269"/>
        </pc:sldMkLst>
        <pc:spChg chg="mod">
          <ac:chgData name="Amy C Gessert" userId="S::amy.gessert@umb.edu::959649af-45c5-487c-aa74-829e1b24d524" providerId="AD" clId="Web-{857C547B-CF25-482C-A7FB-5A01670DC25D}" dt="2023-09-17T19:06:07.869" v="3" actId="20577"/>
          <ac:spMkLst>
            <pc:docMk/>
            <pc:sldMk cId="2228048978" sldId="269"/>
            <ac:spMk id="4" creationId="{912D8AEA-6D3A-FD77-2B27-424BFE80D493}"/>
          </ac:spMkLst>
        </pc:spChg>
      </pc:sldChg>
    </pc:docChg>
  </pc:docChgLst>
  <pc:docChgLst>
    <pc:chgData name="Staci Jones" userId="S::staci.jones@umb.edu::8493031c-935c-4567-bcd9-185995e08a61" providerId="AD" clId="Web-{FD61E92C-397C-B59E-57C3-A5EB251C8D6C}"/>
    <pc:docChg chg="modSld">
      <pc:chgData name="Staci Jones" userId="S::staci.jones@umb.edu::8493031c-935c-4567-bcd9-185995e08a61" providerId="AD" clId="Web-{FD61E92C-397C-B59E-57C3-A5EB251C8D6C}" dt="2023-03-24T16:03:52.342" v="34" actId="1076"/>
      <pc:docMkLst>
        <pc:docMk/>
      </pc:docMkLst>
      <pc:sldChg chg="modSp">
        <pc:chgData name="Staci Jones" userId="S::staci.jones@umb.edu::8493031c-935c-4567-bcd9-185995e08a61" providerId="AD" clId="Web-{FD61E92C-397C-B59E-57C3-A5EB251C8D6C}" dt="2023-03-24T16:03:52.342" v="34" actId="1076"/>
        <pc:sldMkLst>
          <pc:docMk/>
          <pc:sldMk cId="1953551458" sldId="270"/>
        </pc:sldMkLst>
        <pc:spChg chg="mod">
          <ac:chgData name="Staci Jones" userId="S::staci.jones@umb.edu::8493031c-935c-4567-bcd9-185995e08a61" providerId="AD" clId="Web-{FD61E92C-397C-B59E-57C3-A5EB251C8D6C}" dt="2023-03-24T16:03:52.342" v="34" actId="1076"/>
          <ac:spMkLst>
            <pc:docMk/>
            <pc:sldMk cId="1953551458" sldId="270"/>
            <ac:spMk id="3" creationId="{158D61CD-35F6-BD3A-947E-F2CA8A93E751}"/>
          </ac:spMkLst>
        </pc:spChg>
      </pc:sldChg>
      <pc:sldChg chg="modNotes">
        <pc:chgData name="Staci Jones" userId="S::staci.jones@umb.edu::8493031c-935c-4567-bcd9-185995e08a61" providerId="AD" clId="Web-{FD61E92C-397C-B59E-57C3-A5EB251C8D6C}" dt="2023-03-24T16:01:38.432" v="3"/>
        <pc:sldMkLst>
          <pc:docMk/>
          <pc:sldMk cId="1250060114" sldId="273"/>
        </pc:sldMkLst>
      </pc:sldChg>
      <pc:sldChg chg="modNotes">
        <pc:chgData name="Staci Jones" userId="S::staci.jones@umb.edu::8493031c-935c-4567-bcd9-185995e08a61" providerId="AD" clId="Web-{FD61E92C-397C-B59E-57C3-A5EB251C8D6C}" dt="2023-03-24T16:01:47.729" v="7"/>
        <pc:sldMkLst>
          <pc:docMk/>
          <pc:sldMk cId="3494032026" sldId="275"/>
        </pc:sldMkLst>
      </pc:sldChg>
      <pc:sldChg chg="modNotes">
        <pc:chgData name="Staci Jones" userId="S::staci.jones@umb.edu::8493031c-935c-4567-bcd9-185995e08a61" providerId="AD" clId="Web-{FD61E92C-397C-B59E-57C3-A5EB251C8D6C}" dt="2023-03-24T16:01:52.010" v="13"/>
        <pc:sldMkLst>
          <pc:docMk/>
          <pc:sldMk cId="983417682" sldId="276"/>
        </pc:sldMkLst>
      </pc:sldChg>
      <pc:sldChg chg="modNotes">
        <pc:chgData name="Staci Jones" userId="S::staci.jones@umb.edu::8493031c-935c-4567-bcd9-185995e08a61" providerId="AD" clId="Web-{FD61E92C-397C-B59E-57C3-A5EB251C8D6C}" dt="2023-03-24T16:02:56.028" v="31"/>
        <pc:sldMkLst>
          <pc:docMk/>
          <pc:sldMk cId="1682115439" sldId="277"/>
        </pc:sldMkLst>
      </pc:sldChg>
      <pc:sldChg chg="modNotes">
        <pc:chgData name="Staci Jones" userId="S::staci.jones@umb.edu::8493031c-935c-4567-bcd9-185995e08a61" providerId="AD" clId="Web-{FD61E92C-397C-B59E-57C3-A5EB251C8D6C}" dt="2023-03-24T16:02:59.559" v="33"/>
        <pc:sldMkLst>
          <pc:docMk/>
          <pc:sldMk cId="245327849" sldId="278"/>
        </pc:sldMkLst>
      </pc:sldChg>
      <pc:sldChg chg="modNotes">
        <pc:chgData name="Staci Jones" userId="S::staci.jones@umb.edu::8493031c-935c-4567-bcd9-185995e08a61" providerId="AD" clId="Web-{FD61E92C-397C-B59E-57C3-A5EB251C8D6C}" dt="2023-03-24T16:02:24.464" v="23"/>
        <pc:sldMkLst>
          <pc:docMk/>
          <pc:sldMk cId="4238919515" sldId="279"/>
        </pc:sldMkLst>
      </pc:sldChg>
      <pc:sldChg chg="modNotes">
        <pc:chgData name="Staci Jones" userId="S::staci.jones@umb.edu::8493031c-935c-4567-bcd9-185995e08a61" providerId="AD" clId="Web-{FD61E92C-397C-B59E-57C3-A5EB251C8D6C}" dt="2023-03-24T16:02:48.293" v="27"/>
        <pc:sldMkLst>
          <pc:docMk/>
          <pc:sldMk cId="2574289266" sldId="280"/>
        </pc:sldMkLst>
      </pc:sldChg>
      <pc:sldChg chg="modNotes">
        <pc:chgData name="Staci Jones" userId="S::staci.jones@umb.edu::8493031c-935c-4567-bcd9-185995e08a61" providerId="AD" clId="Web-{FD61E92C-397C-B59E-57C3-A5EB251C8D6C}" dt="2023-03-24T16:01:44.744" v="5"/>
        <pc:sldMkLst>
          <pc:docMk/>
          <pc:sldMk cId="3936867961" sldId="281"/>
        </pc:sldMkLst>
      </pc:sldChg>
    </pc:docChg>
  </pc:docChgLst>
  <pc:docChgLst>
    <pc:chgData name="Staci Jones" userId="S::staci.jones@umb.edu::8493031c-935c-4567-bcd9-185995e08a61" providerId="AD" clId="Web-{BEB534E4-85B9-5C46-2597-D91ED4DEE560}"/>
    <pc:docChg chg="addSld modSld">
      <pc:chgData name="Staci Jones" userId="S::staci.jones@umb.edu::8493031c-935c-4567-bcd9-185995e08a61" providerId="AD" clId="Web-{BEB534E4-85B9-5C46-2597-D91ED4DEE560}" dt="2023-03-21T15:47:28.654" v="56" actId="20577"/>
      <pc:docMkLst>
        <pc:docMk/>
      </pc:docMkLst>
      <pc:sldChg chg="modSp new">
        <pc:chgData name="Staci Jones" userId="S::staci.jones@umb.edu::8493031c-935c-4567-bcd9-185995e08a61" providerId="AD" clId="Web-{BEB534E4-85B9-5C46-2597-D91ED4DEE560}" dt="2023-03-21T15:47:28.654" v="56" actId="20577"/>
        <pc:sldMkLst>
          <pc:docMk/>
          <pc:sldMk cId="709900640" sldId="282"/>
        </pc:sldMkLst>
        <pc:spChg chg="mod">
          <ac:chgData name="Staci Jones" userId="S::staci.jones@umb.edu::8493031c-935c-4567-bcd9-185995e08a61" providerId="AD" clId="Web-{BEB534E4-85B9-5C46-2597-D91ED4DEE560}" dt="2023-03-21T15:46:53.965" v="13" actId="20577"/>
          <ac:spMkLst>
            <pc:docMk/>
            <pc:sldMk cId="709900640" sldId="282"/>
            <ac:spMk id="2" creationId="{944A2DA6-837D-ECC8-C0EF-8411C4A586AE}"/>
          </ac:spMkLst>
        </pc:spChg>
        <pc:spChg chg="mod">
          <ac:chgData name="Staci Jones" userId="S::staci.jones@umb.edu::8493031c-935c-4567-bcd9-185995e08a61" providerId="AD" clId="Web-{BEB534E4-85B9-5C46-2597-D91ED4DEE560}" dt="2023-03-21T15:47:28.654" v="56" actId="20577"/>
          <ac:spMkLst>
            <pc:docMk/>
            <pc:sldMk cId="709900640" sldId="282"/>
            <ac:spMk id="3" creationId="{91D5D4F7-7D41-19CA-619C-A6C44917F043}"/>
          </ac:spMkLst>
        </pc:spChg>
      </pc:sldChg>
    </pc:docChg>
  </pc:docChgLst>
  <pc:docChgLst>
    <pc:chgData name="Sherry L Healey" userId="S::heale041_umn.edu#ext#@liveumb.onmicrosoft.com::429ef6f7-2da1-476d-a825-3d80b83ec84a" providerId="AD" clId="Web-{C4A0182F-52FD-41A5-B234-C3D3B1042A65}"/>
    <pc:docChg chg="modSld">
      <pc:chgData name="Sherry L Healey" userId="S::heale041_umn.edu#ext#@liveumb.onmicrosoft.com::429ef6f7-2da1-476d-a825-3d80b83ec84a" providerId="AD" clId="Web-{C4A0182F-52FD-41A5-B234-C3D3B1042A65}" dt="2023-03-24T14:35:20.419" v="0" actId="14100"/>
      <pc:docMkLst>
        <pc:docMk/>
      </pc:docMkLst>
      <pc:sldChg chg="modSp">
        <pc:chgData name="Sherry L Healey" userId="S::heale041_umn.edu#ext#@liveumb.onmicrosoft.com::429ef6f7-2da1-476d-a825-3d80b83ec84a" providerId="AD" clId="Web-{C4A0182F-52FD-41A5-B234-C3D3B1042A65}" dt="2023-03-24T14:35:20.419" v="0" actId="14100"/>
        <pc:sldMkLst>
          <pc:docMk/>
          <pc:sldMk cId="1531398379" sldId="274"/>
        </pc:sldMkLst>
        <pc:picChg chg="mod">
          <ac:chgData name="Sherry L Healey" userId="S::heale041_umn.edu#ext#@liveumb.onmicrosoft.com::429ef6f7-2da1-476d-a825-3d80b83ec84a" providerId="AD" clId="Web-{C4A0182F-52FD-41A5-B234-C3D3B1042A65}" dt="2023-03-24T14:35:20.419" v="0" actId="14100"/>
          <ac:picMkLst>
            <pc:docMk/>
            <pc:sldMk cId="1531398379" sldId="274"/>
            <ac:picMk id="18" creationId="{F6AEAAE0-F269-9C08-9982-ACDEE7BFE838}"/>
          </ac:picMkLst>
        </pc:picChg>
      </pc:sldChg>
    </pc:docChg>
  </pc:docChgLst>
  <pc:docChgLst>
    <pc:chgData name="Brian Begin" userId="S::b.c.begin_gmail.com#ext#@liveumb.onmicrosoft.com::4f1a9b1a-3e22-4352-b9fb-534a4d9259bf" providerId="AD" clId="Web-{ECC59008-E8F4-457F-8484-50761BF9777A}"/>
    <pc:docChg chg="modSld">
      <pc:chgData name="Brian Begin" userId="S::b.c.begin_gmail.com#ext#@liveumb.onmicrosoft.com::4f1a9b1a-3e22-4352-b9fb-534a4d9259bf" providerId="AD" clId="Web-{ECC59008-E8F4-457F-8484-50761BF9777A}" dt="2023-09-20T17:44:16.590" v="237"/>
      <pc:docMkLst>
        <pc:docMk/>
      </pc:docMkLst>
      <pc:sldChg chg="modSp">
        <pc:chgData name="Brian Begin" userId="S::b.c.begin_gmail.com#ext#@liveumb.onmicrosoft.com::4f1a9b1a-3e22-4352-b9fb-534a4d9259bf" providerId="AD" clId="Web-{ECC59008-E8F4-457F-8484-50761BF9777A}" dt="2023-09-20T16:46:25.356" v="51" actId="20577"/>
        <pc:sldMkLst>
          <pc:docMk/>
          <pc:sldMk cId="397768182" sldId="272"/>
        </pc:sldMkLst>
        <pc:spChg chg="mod">
          <ac:chgData name="Brian Begin" userId="S::b.c.begin_gmail.com#ext#@liveumb.onmicrosoft.com::4f1a9b1a-3e22-4352-b9fb-534a4d9259bf" providerId="AD" clId="Web-{ECC59008-E8F4-457F-8484-50761BF9777A}" dt="2023-09-20T16:44:12.354" v="19" actId="14100"/>
          <ac:spMkLst>
            <pc:docMk/>
            <pc:sldMk cId="397768182" sldId="272"/>
            <ac:spMk id="2" creationId="{C7A93CF2-98EF-D1F5-4422-A52BF64EB296}"/>
          </ac:spMkLst>
        </pc:spChg>
        <pc:spChg chg="mod">
          <ac:chgData name="Brian Begin" userId="S::b.c.begin_gmail.com#ext#@liveumb.onmicrosoft.com::4f1a9b1a-3e22-4352-b9fb-534a4d9259bf" providerId="AD" clId="Web-{ECC59008-E8F4-457F-8484-50761BF9777A}" dt="2023-09-20T16:46:25.356" v="51" actId="20577"/>
          <ac:spMkLst>
            <pc:docMk/>
            <pc:sldMk cId="397768182" sldId="272"/>
            <ac:spMk id="11" creationId="{B3AE9143-6544-BEBE-0432-553FD3B30BE6}"/>
          </ac:spMkLst>
        </pc:spChg>
      </pc:sldChg>
      <pc:sldChg chg="modNotes">
        <pc:chgData name="Brian Begin" userId="S::b.c.begin_gmail.com#ext#@liveumb.onmicrosoft.com::4f1a9b1a-3e22-4352-b9fb-534a4d9259bf" providerId="AD" clId="Web-{ECC59008-E8F4-457F-8484-50761BF9777A}" dt="2023-09-20T17:40:22.430" v="189"/>
        <pc:sldMkLst>
          <pc:docMk/>
          <pc:sldMk cId="3494032026" sldId="275"/>
        </pc:sldMkLst>
      </pc:sldChg>
      <pc:sldChg chg="modNotes">
        <pc:chgData name="Brian Begin" userId="S::b.c.begin_gmail.com#ext#@liveumb.onmicrosoft.com::4f1a9b1a-3e22-4352-b9fb-534a4d9259bf" providerId="AD" clId="Web-{ECC59008-E8F4-457F-8484-50761BF9777A}" dt="2023-09-20T17:44:16.590" v="237"/>
        <pc:sldMkLst>
          <pc:docMk/>
          <pc:sldMk cId="983417682" sldId="276"/>
        </pc:sldMkLst>
      </pc:sldChg>
    </pc:docChg>
  </pc:docChgLst>
  <pc:docChgLst>
    <pc:chgData name="Staci Jones" userId="S::staci.jones@umb.edu::8493031c-935c-4567-bcd9-185995e08a61" providerId="AD" clId="Web-{AF13DCF2-0ECE-683A-02FF-65996803AD69}"/>
    <pc:docChg chg="addSld delSld modSld sldOrd addMainMaster">
      <pc:chgData name="Staci Jones" userId="S::staci.jones@umb.edu::8493031c-935c-4567-bcd9-185995e08a61" providerId="AD" clId="Web-{AF13DCF2-0ECE-683A-02FF-65996803AD69}" dt="2023-03-20T14:19:46.214" v="1589" actId="14100"/>
      <pc:docMkLst>
        <pc:docMk/>
      </pc:docMkLst>
      <pc:sldChg chg="addSp delSp modSp">
        <pc:chgData name="Staci Jones" userId="S::staci.jones@umb.edu::8493031c-935c-4567-bcd9-185995e08a61" providerId="AD" clId="Web-{AF13DCF2-0ECE-683A-02FF-65996803AD69}" dt="2023-03-20T12:33:04.398" v="27" actId="20577"/>
        <pc:sldMkLst>
          <pc:docMk/>
          <pc:sldMk cId="3636252971" sldId="256"/>
        </pc:sldMkLst>
        <pc:spChg chg="mod">
          <ac:chgData name="Staci Jones" userId="S::staci.jones@umb.edu::8493031c-935c-4567-bcd9-185995e08a61" providerId="AD" clId="Web-{AF13DCF2-0ECE-683A-02FF-65996803AD69}" dt="2023-03-20T12:33:04.398" v="27" actId="20577"/>
          <ac:spMkLst>
            <pc:docMk/>
            <pc:sldMk cId="3636252971" sldId="256"/>
            <ac:spMk id="2" creationId="{C6B1D0B5-B6EE-02B9-E1F5-DAB7E0B45595}"/>
          </ac:spMkLst>
        </pc:spChg>
        <pc:spChg chg="mod">
          <ac:chgData name="Staci Jones" userId="S::staci.jones@umb.edu::8493031c-935c-4567-bcd9-185995e08a61" providerId="AD" clId="Web-{AF13DCF2-0ECE-683A-02FF-65996803AD69}" dt="2023-03-20T12:32:58.241" v="19" actId="20577"/>
          <ac:spMkLst>
            <pc:docMk/>
            <pc:sldMk cId="3636252971" sldId="256"/>
            <ac:spMk id="3" creationId="{15E865C5-6DFE-E043-4964-9286B6A278C5}"/>
          </ac:spMkLst>
        </pc:spChg>
        <pc:spChg chg="del">
          <ac:chgData name="Staci Jones" userId="S::staci.jones@umb.edu::8493031c-935c-4567-bcd9-185995e08a61" providerId="AD" clId="Web-{AF13DCF2-0ECE-683A-02FF-65996803AD69}" dt="2023-03-20T12:32:39.178" v="10"/>
          <ac:spMkLst>
            <pc:docMk/>
            <pc:sldMk cId="3636252971" sldId="256"/>
            <ac:spMk id="18" creationId="{6FD2B106-31C7-446F-B4D3-C9EE8CEB5BDB}"/>
          </ac:spMkLst>
        </pc:spChg>
        <pc:spChg chg="del">
          <ac:chgData name="Staci Jones" userId="S::staci.jones@umb.edu::8493031c-935c-4567-bcd9-185995e08a61" providerId="AD" clId="Web-{AF13DCF2-0ECE-683A-02FF-65996803AD69}" dt="2023-03-20T12:32:39.178" v="10"/>
          <ac:spMkLst>
            <pc:docMk/>
            <pc:sldMk cId="3636252971" sldId="256"/>
            <ac:spMk id="19" creationId="{1D7678B8-0AAC-460B-8CDB-C43156BBAA98}"/>
          </ac:spMkLst>
        </pc:spChg>
        <pc:spChg chg="del">
          <ac:chgData name="Staci Jones" userId="S::staci.jones@umb.edu::8493031c-935c-4567-bcd9-185995e08a61" providerId="AD" clId="Web-{AF13DCF2-0ECE-683A-02FF-65996803AD69}" dt="2023-03-20T12:32:39.178" v="10"/>
          <ac:spMkLst>
            <pc:docMk/>
            <pc:sldMk cId="3636252971" sldId="256"/>
            <ac:spMk id="20" creationId="{1F0D9B0E-E48B-450C-9134-0435D96D0BA6}"/>
          </ac:spMkLst>
        </pc:spChg>
        <pc:spChg chg="add">
          <ac:chgData name="Staci Jones" userId="S::staci.jones@umb.edu::8493031c-935c-4567-bcd9-185995e08a61" providerId="AD" clId="Web-{AF13DCF2-0ECE-683A-02FF-65996803AD69}" dt="2023-03-20T12:32:39.178" v="10"/>
          <ac:spMkLst>
            <pc:docMk/>
            <pc:sldMk cId="3636252971" sldId="256"/>
            <ac:spMk id="25" creationId="{5DCB5928-DC7D-4612-9922-441966E15627}"/>
          </ac:spMkLst>
        </pc:spChg>
        <pc:spChg chg="add">
          <ac:chgData name="Staci Jones" userId="S::staci.jones@umb.edu::8493031c-935c-4567-bcd9-185995e08a61" providerId="AD" clId="Web-{AF13DCF2-0ECE-683A-02FF-65996803AD69}" dt="2023-03-20T12:32:39.178" v="10"/>
          <ac:spMkLst>
            <pc:docMk/>
            <pc:sldMk cId="3636252971" sldId="256"/>
            <ac:spMk id="27" creationId="{682C1161-1736-45EC-99B7-33F3CAE9D517}"/>
          </ac:spMkLst>
        </pc:spChg>
        <pc:spChg chg="add">
          <ac:chgData name="Staci Jones" userId="S::staci.jones@umb.edu::8493031c-935c-4567-bcd9-185995e08a61" providerId="AD" clId="Web-{AF13DCF2-0ECE-683A-02FF-65996803AD69}" dt="2023-03-20T12:32:39.178" v="10"/>
          <ac:spMkLst>
            <pc:docMk/>
            <pc:sldMk cId="3636252971" sldId="256"/>
            <ac:spMk id="29" creationId="{84D4DDB8-B68F-45B0-9F62-C4279996F672}"/>
          </ac:spMkLst>
        </pc:spChg>
        <pc:spChg chg="add">
          <ac:chgData name="Staci Jones" userId="S::staci.jones@umb.edu::8493031c-935c-4567-bcd9-185995e08a61" providerId="AD" clId="Web-{AF13DCF2-0ECE-683A-02FF-65996803AD69}" dt="2023-03-20T12:32:39.178" v="10"/>
          <ac:spMkLst>
            <pc:docMk/>
            <pc:sldMk cId="3636252971" sldId="256"/>
            <ac:spMk id="31" creationId="{AF2F604E-43BE-4DC3-B983-E071523364F8}"/>
          </ac:spMkLst>
        </pc:spChg>
        <pc:spChg chg="add">
          <ac:chgData name="Staci Jones" userId="S::staci.jones@umb.edu::8493031c-935c-4567-bcd9-185995e08a61" providerId="AD" clId="Web-{AF13DCF2-0ECE-683A-02FF-65996803AD69}" dt="2023-03-20T12:32:39.178" v="10"/>
          <ac:spMkLst>
            <pc:docMk/>
            <pc:sldMk cId="3636252971" sldId="256"/>
            <ac:spMk id="33" creationId="{08C9B587-E65E-4B52-B37C-ABEBB6E87928}"/>
          </ac:spMkLst>
        </pc:spChg>
        <pc:picChg chg="mod">
          <ac:chgData name="Staci Jones" userId="S::staci.jones@umb.edu::8493031c-935c-4567-bcd9-185995e08a61" providerId="AD" clId="Web-{AF13DCF2-0ECE-683A-02FF-65996803AD69}" dt="2023-03-20T12:32:39.178" v="10"/>
          <ac:picMkLst>
            <pc:docMk/>
            <pc:sldMk cId="3636252971" sldId="256"/>
            <ac:picMk id="5" creationId="{6C098842-16A1-4559-0354-E2EDE2C6CE87}"/>
          </ac:picMkLst>
        </pc:picChg>
      </pc:sldChg>
      <pc:sldChg chg="del">
        <pc:chgData name="Staci Jones" userId="S::staci.jones@umb.edu::8493031c-935c-4567-bcd9-185995e08a61" providerId="AD" clId="Web-{AF13DCF2-0ECE-683A-02FF-65996803AD69}" dt="2023-03-20T12:34:29.212" v="59"/>
        <pc:sldMkLst>
          <pc:docMk/>
          <pc:sldMk cId="2576221730" sldId="266"/>
        </pc:sldMkLst>
      </pc:sldChg>
      <pc:sldChg chg="modSp">
        <pc:chgData name="Staci Jones" userId="S::staci.jones@umb.edu::8493031c-935c-4567-bcd9-185995e08a61" providerId="AD" clId="Web-{AF13DCF2-0ECE-683A-02FF-65996803AD69}" dt="2023-03-20T12:35:52.933" v="111" actId="20577"/>
        <pc:sldMkLst>
          <pc:docMk/>
          <pc:sldMk cId="483793093" sldId="268"/>
        </pc:sldMkLst>
        <pc:spChg chg="mod">
          <ac:chgData name="Staci Jones" userId="S::staci.jones@umb.edu::8493031c-935c-4567-bcd9-185995e08a61" providerId="AD" clId="Web-{AF13DCF2-0ECE-683A-02FF-65996803AD69}" dt="2023-03-20T12:35:52.933" v="111" actId="20577"/>
          <ac:spMkLst>
            <pc:docMk/>
            <pc:sldMk cId="483793093" sldId="268"/>
            <ac:spMk id="3" creationId="{158D61CD-35F6-BD3A-947E-F2CA8A93E751}"/>
          </ac:spMkLst>
        </pc:spChg>
        <pc:spChg chg="mod">
          <ac:chgData name="Staci Jones" userId="S::staci.jones@umb.edu::8493031c-935c-4567-bcd9-185995e08a61" providerId="AD" clId="Web-{AF13DCF2-0ECE-683A-02FF-65996803AD69}" dt="2023-03-20T12:35:28.698" v="101" actId="1076"/>
          <ac:spMkLst>
            <pc:docMk/>
            <pc:sldMk cId="483793093" sldId="268"/>
            <ac:spMk id="5" creationId="{BB79A384-ED03-1920-29EF-DDB48BB70D96}"/>
          </ac:spMkLst>
        </pc:spChg>
      </pc:sldChg>
      <pc:sldChg chg="addSp modSp">
        <pc:chgData name="Staci Jones" userId="S::staci.jones@umb.edu::8493031c-935c-4567-bcd9-185995e08a61" providerId="AD" clId="Web-{AF13DCF2-0ECE-683A-02FF-65996803AD69}" dt="2023-03-20T13:55:51.615" v="1087" actId="20577"/>
        <pc:sldMkLst>
          <pc:docMk/>
          <pc:sldMk cId="2228048978" sldId="269"/>
        </pc:sldMkLst>
        <pc:spChg chg="add mod">
          <ac:chgData name="Staci Jones" userId="S::staci.jones@umb.edu::8493031c-935c-4567-bcd9-185995e08a61" providerId="AD" clId="Web-{AF13DCF2-0ECE-683A-02FF-65996803AD69}" dt="2023-03-20T13:55:26.099" v="1070" actId="20577"/>
          <ac:spMkLst>
            <pc:docMk/>
            <pc:sldMk cId="2228048978" sldId="269"/>
            <ac:spMk id="3" creationId="{87E7B72B-3511-63EC-987C-A459D0E9E1E1}"/>
          </ac:spMkLst>
        </pc:spChg>
        <pc:spChg chg="add mod">
          <ac:chgData name="Staci Jones" userId="S::staci.jones@umb.edu::8493031c-935c-4567-bcd9-185995e08a61" providerId="AD" clId="Web-{AF13DCF2-0ECE-683A-02FF-65996803AD69}" dt="2023-03-20T13:55:51.615" v="1087" actId="20577"/>
          <ac:spMkLst>
            <pc:docMk/>
            <pc:sldMk cId="2228048978" sldId="269"/>
            <ac:spMk id="4" creationId="{912D8AEA-6D3A-FD77-2B27-424BFE80D493}"/>
          </ac:spMkLst>
        </pc:spChg>
        <pc:spChg chg="mod">
          <ac:chgData name="Staci Jones" userId="S::staci.jones@umb.edu::8493031c-935c-4567-bcd9-185995e08a61" providerId="AD" clId="Web-{AF13DCF2-0ECE-683A-02FF-65996803AD69}" dt="2023-03-20T12:36:01.840" v="115" actId="20577"/>
          <ac:spMkLst>
            <pc:docMk/>
            <pc:sldMk cId="2228048978" sldId="269"/>
            <ac:spMk id="5" creationId="{45FB8045-D9A9-9CE0-9258-49D96BC4B387}"/>
          </ac:spMkLst>
        </pc:spChg>
        <pc:picChg chg="mod">
          <ac:chgData name="Staci Jones" userId="S::staci.jones@umb.edu::8493031c-935c-4567-bcd9-185995e08a61" providerId="AD" clId="Web-{AF13DCF2-0ECE-683A-02FF-65996803AD69}" dt="2023-03-20T13:55:42.802" v="1081" actId="1076"/>
          <ac:picMkLst>
            <pc:docMk/>
            <pc:sldMk cId="2228048978" sldId="269"/>
            <ac:picMk id="7" creationId="{29045689-E20B-648A-2C84-7BD1EB6BBC56}"/>
          </ac:picMkLst>
        </pc:picChg>
      </pc:sldChg>
      <pc:sldChg chg="modSp">
        <pc:chgData name="Staci Jones" userId="S::staci.jones@umb.edu::8493031c-935c-4567-bcd9-185995e08a61" providerId="AD" clId="Web-{AF13DCF2-0ECE-683A-02FF-65996803AD69}" dt="2023-03-20T12:39:38.251" v="230" actId="20577"/>
        <pc:sldMkLst>
          <pc:docMk/>
          <pc:sldMk cId="1953551458" sldId="270"/>
        </pc:sldMkLst>
        <pc:spChg chg="mod">
          <ac:chgData name="Staci Jones" userId="S::staci.jones@umb.edu::8493031c-935c-4567-bcd9-185995e08a61" providerId="AD" clId="Web-{AF13DCF2-0ECE-683A-02FF-65996803AD69}" dt="2023-03-20T12:37:23.467" v="172" actId="1076"/>
          <ac:spMkLst>
            <pc:docMk/>
            <pc:sldMk cId="1953551458" sldId="270"/>
            <ac:spMk id="2" creationId="{7CC6962F-D6FB-5A2C-2B8A-553E19D9760D}"/>
          </ac:spMkLst>
        </pc:spChg>
        <pc:spChg chg="mod">
          <ac:chgData name="Staci Jones" userId="S::staci.jones@umb.edu::8493031c-935c-4567-bcd9-185995e08a61" providerId="AD" clId="Web-{AF13DCF2-0ECE-683A-02FF-65996803AD69}" dt="2023-03-20T12:39:38.251" v="230" actId="20577"/>
          <ac:spMkLst>
            <pc:docMk/>
            <pc:sldMk cId="1953551458" sldId="270"/>
            <ac:spMk id="3" creationId="{158D61CD-35F6-BD3A-947E-F2CA8A93E751}"/>
          </ac:spMkLst>
        </pc:spChg>
      </pc:sldChg>
      <pc:sldChg chg="add">
        <pc:chgData name="Staci Jones" userId="S::staci.jones@umb.edu::8493031c-935c-4567-bcd9-185995e08a61" providerId="AD" clId="Web-{AF13DCF2-0ECE-683A-02FF-65996803AD69}" dt="2023-03-20T12:54:05.335" v="232"/>
        <pc:sldMkLst>
          <pc:docMk/>
          <pc:sldMk cId="2845973995" sldId="271"/>
        </pc:sldMkLst>
      </pc:sldChg>
      <pc:sldChg chg="addSp delSp modSp new mod setBg">
        <pc:chgData name="Staci Jones" userId="S::staci.jones@umb.edu::8493031c-935c-4567-bcd9-185995e08a61" providerId="AD" clId="Web-{AF13DCF2-0ECE-683A-02FF-65996803AD69}" dt="2023-03-20T12:58:37.780" v="271" actId="20577"/>
        <pc:sldMkLst>
          <pc:docMk/>
          <pc:sldMk cId="397768182" sldId="272"/>
        </pc:sldMkLst>
        <pc:spChg chg="mod">
          <ac:chgData name="Staci Jones" userId="S::staci.jones@umb.edu::8493031c-935c-4567-bcd9-185995e08a61" providerId="AD" clId="Web-{AF13DCF2-0ECE-683A-02FF-65996803AD69}" dt="2023-03-20T12:55:56.932" v="248"/>
          <ac:spMkLst>
            <pc:docMk/>
            <pc:sldMk cId="397768182" sldId="272"/>
            <ac:spMk id="2" creationId="{C7A93CF2-98EF-D1F5-4422-A52BF64EB296}"/>
          </ac:spMkLst>
        </pc:spChg>
        <pc:spChg chg="del">
          <ac:chgData name="Staci Jones" userId="S::staci.jones@umb.edu::8493031c-935c-4567-bcd9-185995e08a61" providerId="AD" clId="Web-{AF13DCF2-0ECE-683A-02FF-65996803AD69}" dt="2023-03-20T12:55:52.885" v="247"/>
          <ac:spMkLst>
            <pc:docMk/>
            <pc:sldMk cId="397768182" sldId="272"/>
            <ac:spMk id="3" creationId="{242BC1E8-7E96-A3FB-B34A-D21FA2F3F662}"/>
          </ac:spMkLst>
        </pc:spChg>
        <pc:spChg chg="mod">
          <ac:chgData name="Staci Jones" userId="S::staci.jones@umb.edu::8493031c-935c-4567-bcd9-185995e08a61" providerId="AD" clId="Web-{AF13DCF2-0ECE-683A-02FF-65996803AD69}" dt="2023-03-20T12:55:56.932" v="248"/>
          <ac:spMkLst>
            <pc:docMk/>
            <pc:sldMk cId="397768182" sldId="272"/>
            <ac:spMk id="4" creationId="{69C7A62A-44B2-382B-E8B8-D65C984DE91F}"/>
          </ac:spMkLst>
        </pc:spChg>
        <pc:spChg chg="add del mod">
          <ac:chgData name="Staci Jones" userId="S::staci.jones@umb.edu::8493031c-935c-4567-bcd9-185995e08a61" providerId="AD" clId="Web-{AF13DCF2-0ECE-683A-02FF-65996803AD69}" dt="2023-03-20T12:58:05.919" v="253"/>
          <ac:spMkLst>
            <pc:docMk/>
            <pc:sldMk cId="397768182" sldId="272"/>
            <ac:spMk id="8" creationId="{7B8F52EE-2326-B580-3D26-6CC0AE243F51}"/>
          </ac:spMkLst>
        </pc:spChg>
        <pc:spChg chg="add del">
          <ac:chgData name="Staci Jones" userId="S::staci.jones@umb.edu::8493031c-935c-4567-bcd9-185995e08a61" providerId="AD" clId="Web-{AF13DCF2-0ECE-683A-02FF-65996803AD69}" dt="2023-03-20T12:57:04.746" v="250"/>
          <ac:spMkLst>
            <pc:docMk/>
            <pc:sldMk cId="397768182" sldId="272"/>
            <ac:spMk id="9" creationId="{BDD4914A-A2F7-1F46-19FA-2956931277D7}"/>
          </ac:spMkLst>
        </pc:spChg>
        <pc:spChg chg="add mod">
          <ac:chgData name="Staci Jones" userId="S::staci.jones@umb.edu::8493031c-935c-4567-bcd9-185995e08a61" providerId="AD" clId="Web-{AF13DCF2-0ECE-683A-02FF-65996803AD69}" dt="2023-03-20T12:58:37.780" v="271" actId="20577"/>
          <ac:spMkLst>
            <pc:docMk/>
            <pc:sldMk cId="397768182" sldId="272"/>
            <ac:spMk id="11" creationId="{B3AE9143-6544-BEBE-0432-553FD3B30BE6}"/>
          </ac:spMkLst>
        </pc:spChg>
        <pc:spChg chg="add">
          <ac:chgData name="Staci Jones" userId="S::staci.jones@umb.edu::8493031c-935c-4567-bcd9-185995e08a61" providerId="AD" clId="Web-{AF13DCF2-0ECE-683A-02FF-65996803AD69}" dt="2023-03-20T12:55:56.932" v="248"/>
          <ac:spMkLst>
            <pc:docMk/>
            <pc:sldMk cId="397768182" sldId="272"/>
            <ac:spMk id="12" creationId="{45D37F4E-DDB4-456B-97E0-9937730A039F}"/>
          </ac:spMkLst>
        </pc:spChg>
        <pc:spChg chg="add">
          <ac:chgData name="Staci Jones" userId="S::staci.jones@umb.edu::8493031c-935c-4567-bcd9-185995e08a61" providerId="AD" clId="Web-{AF13DCF2-0ECE-683A-02FF-65996803AD69}" dt="2023-03-20T12:55:56.932" v="248"/>
          <ac:spMkLst>
            <pc:docMk/>
            <pc:sldMk cId="397768182" sldId="272"/>
            <ac:spMk id="14" creationId="{B2DD41CD-8F47-4F56-AD12-4E2FF7696987}"/>
          </ac:spMkLst>
        </pc:spChg>
        <pc:picChg chg="add del mod ord">
          <ac:chgData name="Staci Jones" userId="S::staci.jones@umb.edu::8493031c-935c-4567-bcd9-185995e08a61" providerId="AD" clId="Web-{AF13DCF2-0ECE-683A-02FF-65996803AD69}" dt="2023-03-20T12:56:40.777" v="249"/>
          <ac:picMkLst>
            <pc:docMk/>
            <pc:sldMk cId="397768182" sldId="272"/>
            <ac:picMk id="5" creationId="{09B33EC0-C603-4AB7-F2FD-C565E39A053D}"/>
          </ac:picMkLst>
        </pc:picChg>
        <pc:picChg chg="add del mod ord">
          <ac:chgData name="Staci Jones" userId="S::staci.jones@umb.edu::8493031c-935c-4567-bcd9-185995e08a61" providerId="AD" clId="Web-{AF13DCF2-0ECE-683A-02FF-65996803AD69}" dt="2023-03-20T12:57:22.653" v="252"/>
          <ac:picMkLst>
            <pc:docMk/>
            <pc:sldMk cId="397768182" sldId="272"/>
            <ac:picMk id="6" creationId="{058F71D6-AA4D-008B-2D6C-C83EAE26C2CE}"/>
          </ac:picMkLst>
        </pc:picChg>
        <pc:picChg chg="add mod ord">
          <ac:chgData name="Staci Jones" userId="S::staci.jones@umb.edu::8493031c-935c-4567-bcd9-185995e08a61" providerId="AD" clId="Web-{AF13DCF2-0ECE-683A-02FF-65996803AD69}" dt="2023-03-20T12:58:14.232" v="254" actId="1076"/>
          <ac:picMkLst>
            <pc:docMk/>
            <pc:sldMk cId="397768182" sldId="272"/>
            <ac:picMk id="10" creationId="{0EE176C5-E6BB-BA4A-1B7D-E87957C5B076}"/>
          </ac:picMkLst>
        </pc:picChg>
      </pc:sldChg>
      <pc:sldChg chg="del">
        <pc:chgData name="Staci Jones" userId="S::staci.jones@umb.edu::8493031c-935c-4567-bcd9-185995e08a61" providerId="AD" clId="Web-{AF13DCF2-0ECE-683A-02FF-65996803AD69}" dt="2023-03-20T12:35:56.277" v="113"/>
        <pc:sldMkLst>
          <pc:docMk/>
          <pc:sldMk cId="2495971936" sldId="272"/>
        </pc:sldMkLst>
      </pc:sldChg>
      <pc:sldChg chg="del">
        <pc:chgData name="Staci Jones" userId="S::staci.jones@umb.edu::8493031c-935c-4567-bcd9-185995e08a61" providerId="AD" clId="Web-{AF13DCF2-0ECE-683A-02FF-65996803AD69}" dt="2023-03-20T12:35:54.527" v="112"/>
        <pc:sldMkLst>
          <pc:docMk/>
          <pc:sldMk cId="1157986838" sldId="273"/>
        </pc:sldMkLst>
      </pc:sldChg>
      <pc:sldChg chg="addSp delSp modSp new mod setBg">
        <pc:chgData name="Staci Jones" userId="S::staci.jones@umb.edu::8493031c-935c-4567-bcd9-185995e08a61" providerId="AD" clId="Web-{AF13DCF2-0ECE-683A-02FF-65996803AD69}" dt="2023-03-20T13:40:40.749" v="814" actId="14100"/>
        <pc:sldMkLst>
          <pc:docMk/>
          <pc:sldMk cId="1250060114" sldId="273"/>
        </pc:sldMkLst>
        <pc:spChg chg="mod">
          <ac:chgData name="Staci Jones" userId="S::staci.jones@umb.edu::8493031c-935c-4567-bcd9-185995e08a61" providerId="AD" clId="Web-{AF13DCF2-0ECE-683A-02FF-65996803AD69}" dt="2023-03-20T13:09:52.031" v="481"/>
          <ac:spMkLst>
            <pc:docMk/>
            <pc:sldMk cId="1250060114" sldId="273"/>
            <ac:spMk id="2" creationId="{31E93D5D-81D9-C50B-2EFF-10EACAEC88EF}"/>
          </ac:spMkLst>
        </pc:spChg>
        <pc:spChg chg="del mod">
          <ac:chgData name="Staci Jones" userId="S::staci.jones@umb.edu::8493031c-935c-4567-bcd9-185995e08a61" providerId="AD" clId="Web-{AF13DCF2-0ECE-683A-02FF-65996803AD69}" dt="2023-03-20T13:05:37.727" v="357"/>
          <ac:spMkLst>
            <pc:docMk/>
            <pc:sldMk cId="1250060114" sldId="273"/>
            <ac:spMk id="3" creationId="{24A9C492-89FE-CCD9-74AB-EAB77EE4191E}"/>
          </ac:spMkLst>
        </pc:spChg>
        <pc:spChg chg="mod">
          <ac:chgData name="Staci Jones" userId="S::staci.jones@umb.edu::8493031c-935c-4567-bcd9-185995e08a61" providerId="AD" clId="Web-{AF13DCF2-0ECE-683A-02FF-65996803AD69}" dt="2023-03-20T13:40:40.749" v="814" actId="14100"/>
          <ac:spMkLst>
            <pc:docMk/>
            <pc:sldMk cId="1250060114" sldId="273"/>
            <ac:spMk id="4" creationId="{012AB944-9E99-1741-D753-FBE82A33EC0B}"/>
          </ac:spMkLst>
        </pc:spChg>
        <pc:spChg chg="mod">
          <ac:chgData name="Staci Jones" userId="S::staci.jones@umb.edu::8493031c-935c-4567-bcd9-185995e08a61" providerId="AD" clId="Web-{AF13DCF2-0ECE-683A-02FF-65996803AD69}" dt="2023-03-20T13:09:52.031" v="481"/>
          <ac:spMkLst>
            <pc:docMk/>
            <pc:sldMk cId="1250060114" sldId="273"/>
            <ac:spMk id="5" creationId="{89890C36-9E9C-CC1D-B4A9-AAD987E17E75}"/>
          </ac:spMkLst>
        </pc:spChg>
        <pc:spChg chg="add mod">
          <ac:chgData name="Staci Jones" userId="S::staci.jones@umb.edu::8493031c-935c-4567-bcd9-185995e08a61" providerId="AD" clId="Web-{AF13DCF2-0ECE-683A-02FF-65996803AD69}" dt="2023-03-20T13:05:49.603" v="361"/>
          <ac:spMkLst>
            <pc:docMk/>
            <pc:sldMk cId="1250060114" sldId="273"/>
            <ac:spMk id="7" creationId="{66FA2670-D3A9-695D-E91A-86FA3AE62AC4}"/>
          </ac:spMkLst>
        </pc:spChg>
        <pc:spChg chg="add del">
          <ac:chgData name="Staci Jones" userId="S::staci.jones@umb.edu::8493031c-935c-4567-bcd9-185995e08a61" providerId="AD" clId="Web-{AF13DCF2-0ECE-683A-02FF-65996803AD69}" dt="2023-03-20T13:09:52.031" v="481"/>
          <ac:spMkLst>
            <pc:docMk/>
            <pc:sldMk cId="1250060114" sldId="273"/>
            <ac:spMk id="12" creationId="{0CCC4BA0-1298-4DBD-86F1-B51D8C9D3437}"/>
          </ac:spMkLst>
        </pc:spChg>
        <pc:spChg chg="add del">
          <ac:chgData name="Staci Jones" userId="S::staci.jones@umb.edu::8493031c-935c-4567-bcd9-185995e08a61" providerId="AD" clId="Web-{AF13DCF2-0ECE-683A-02FF-65996803AD69}" dt="2023-03-20T13:09:52.031" v="481"/>
          <ac:spMkLst>
            <pc:docMk/>
            <pc:sldMk cId="1250060114" sldId="273"/>
            <ac:spMk id="14" creationId="{EEBF1590-3B36-48EE-A89D-3B6F3CB256AB}"/>
          </ac:spMkLst>
        </pc:spChg>
        <pc:spChg chg="add del">
          <ac:chgData name="Staci Jones" userId="S::staci.jones@umb.edu::8493031c-935c-4567-bcd9-185995e08a61" providerId="AD" clId="Web-{AF13DCF2-0ECE-683A-02FF-65996803AD69}" dt="2023-03-20T13:09:52.031" v="481"/>
          <ac:spMkLst>
            <pc:docMk/>
            <pc:sldMk cId="1250060114" sldId="273"/>
            <ac:spMk id="16" creationId="{AC8F6C8C-AB5A-4548-942D-E3FD40ACBC49}"/>
          </ac:spMkLst>
        </pc:spChg>
        <pc:spChg chg="add">
          <ac:chgData name="Staci Jones" userId="S::staci.jones@umb.edu::8493031c-935c-4567-bcd9-185995e08a61" providerId="AD" clId="Web-{AF13DCF2-0ECE-683A-02FF-65996803AD69}" dt="2023-03-20T13:09:52.031" v="481"/>
          <ac:spMkLst>
            <pc:docMk/>
            <pc:sldMk cId="1250060114" sldId="273"/>
            <ac:spMk id="21" creationId="{D009D6D5-DAC2-4A8B-A17A-E206B9012D09}"/>
          </ac:spMkLst>
        </pc:spChg>
        <pc:picChg chg="add mod ord modCrop">
          <ac:chgData name="Staci Jones" userId="S::staci.jones@umb.edu::8493031c-935c-4567-bcd9-185995e08a61" providerId="AD" clId="Web-{AF13DCF2-0ECE-683A-02FF-65996803AD69}" dt="2023-03-20T13:09:52.031" v="481"/>
          <ac:picMkLst>
            <pc:docMk/>
            <pc:sldMk cId="1250060114" sldId="273"/>
            <ac:picMk id="6" creationId="{ECDEC1B3-CC57-CAC8-25D6-184F71944C06}"/>
          </ac:picMkLst>
        </pc:picChg>
      </pc:sldChg>
      <pc:sldChg chg="addSp delSp modSp add replId">
        <pc:chgData name="Staci Jones" userId="S::staci.jones@umb.edu::8493031c-935c-4567-bcd9-185995e08a61" providerId="AD" clId="Web-{AF13DCF2-0ECE-683A-02FF-65996803AD69}" dt="2023-03-20T13:47:04.039" v="894" actId="14100"/>
        <pc:sldMkLst>
          <pc:docMk/>
          <pc:sldMk cId="1531398379" sldId="274"/>
        </pc:sldMkLst>
        <pc:spChg chg="mod">
          <ac:chgData name="Staci Jones" userId="S::staci.jones@umb.edu::8493031c-935c-4567-bcd9-185995e08a61" providerId="AD" clId="Web-{AF13DCF2-0ECE-683A-02FF-65996803AD69}" dt="2023-03-20T13:18:30.012" v="592" actId="1076"/>
          <ac:spMkLst>
            <pc:docMk/>
            <pc:sldMk cId="1531398379" sldId="274"/>
            <ac:spMk id="2" creationId="{31E93D5D-81D9-C50B-2EFF-10EACAEC88EF}"/>
          </ac:spMkLst>
        </pc:spChg>
        <pc:spChg chg="mod">
          <ac:chgData name="Staci Jones" userId="S::staci.jones@umb.edu::8493031c-935c-4567-bcd9-185995e08a61" providerId="AD" clId="Web-{AF13DCF2-0ECE-683A-02FF-65996803AD69}" dt="2023-03-20T13:47:04.039" v="894" actId="14100"/>
          <ac:spMkLst>
            <pc:docMk/>
            <pc:sldMk cId="1531398379" sldId="274"/>
            <ac:spMk id="4" creationId="{012AB944-9E99-1741-D753-FBE82A33EC0B}"/>
          </ac:spMkLst>
        </pc:spChg>
        <pc:spChg chg="del">
          <ac:chgData name="Staci Jones" userId="S::staci.jones@umb.edu::8493031c-935c-4567-bcd9-185995e08a61" providerId="AD" clId="Web-{AF13DCF2-0ECE-683A-02FF-65996803AD69}" dt="2023-03-20T13:10:37.032" v="487"/>
          <ac:spMkLst>
            <pc:docMk/>
            <pc:sldMk cId="1531398379" sldId="274"/>
            <ac:spMk id="7" creationId="{66FA2670-D3A9-695D-E91A-86FA3AE62AC4}"/>
          </ac:spMkLst>
        </pc:spChg>
        <pc:spChg chg="add del mod">
          <ac:chgData name="Staci Jones" userId="S::staci.jones@umb.edu::8493031c-935c-4567-bcd9-185995e08a61" providerId="AD" clId="Web-{AF13DCF2-0ECE-683A-02FF-65996803AD69}" dt="2023-03-20T13:12:26.488" v="507"/>
          <ac:spMkLst>
            <pc:docMk/>
            <pc:sldMk cId="1531398379" sldId="274"/>
            <ac:spMk id="8" creationId="{56C295D0-81E7-3507-F6F4-7130B0EECC0C}"/>
          </ac:spMkLst>
        </pc:spChg>
        <pc:spChg chg="add del mod">
          <ac:chgData name="Staci Jones" userId="S::staci.jones@umb.edu::8493031c-935c-4567-bcd9-185995e08a61" providerId="AD" clId="Web-{AF13DCF2-0ECE-683A-02FF-65996803AD69}" dt="2023-03-20T13:15:23.867" v="573"/>
          <ac:spMkLst>
            <pc:docMk/>
            <pc:sldMk cId="1531398379" sldId="274"/>
            <ac:spMk id="11" creationId="{5AAC9877-878E-5B62-D301-C91BDFAB8482}"/>
          </ac:spMkLst>
        </pc:spChg>
        <pc:spChg chg="add del mod">
          <ac:chgData name="Staci Jones" userId="S::staci.jones@umb.edu::8493031c-935c-4567-bcd9-185995e08a61" providerId="AD" clId="Web-{AF13DCF2-0ECE-683A-02FF-65996803AD69}" dt="2023-03-20T13:16:12.399" v="576"/>
          <ac:spMkLst>
            <pc:docMk/>
            <pc:sldMk cId="1531398379" sldId="274"/>
            <ac:spMk id="14" creationId="{8BD5EA34-9A09-2223-9AF2-3378C6D7C763}"/>
          </ac:spMkLst>
        </pc:spChg>
        <pc:spChg chg="add del mod">
          <ac:chgData name="Staci Jones" userId="S::staci.jones@umb.edu::8493031c-935c-4567-bcd9-185995e08a61" providerId="AD" clId="Web-{AF13DCF2-0ECE-683A-02FF-65996803AD69}" dt="2023-03-20T13:17:11.057" v="578"/>
          <ac:spMkLst>
            <pc:docMk/>
            <pc:sldMk cId="1531398379" sldId="274"/>
            <ac:spMk id="17" creationId="{3DB4189E-240C-F100-EE21-A2F56E34E4D5}"/>
          </ac:spMkLst>
        </pc:spChg>
        <pc:spChg chg="add mod">
          <ac:chgData name="Staci Jones" userId="S::staci.jones@umb.edu::8493031c-935c-4567-bcd9-185995e08a61" providerId="AD" clId="Web-{AF13DCF2-0ECE-683A-02FF-65996803AD69}" dt="2023-03-20T13:18:04.558" v="586"/>
          <ac:spMkLst>
            <pc:docMk/>
            <pc:sldMk cId="1531398379" sldId="274"/>
            <ac:spMk id="19" creationId="{AEF2E76F-BB6A-2733-32ED-27F260EE59DA}"/>
          </ac:spMkLst>
        </pc:spChg>
        <pc:picChg chg="del">
          <ac:chgData name="Staci Jones" userId="S::staci.jones@umb.edu::8493031c-935c-4567-bcd9-185995e08a61" providerId="AD" clId="Web-{AF13DCF2-0ECE-683A-02FF-65996803AD69}" dt="2023-03-20T13:10:37.032" v="487"/>
          <ac:picMkLst>
            <pc:docMk/>
            <pc:sldMk cId="1531398379" sldId="274"/>
            <ac:picMk id="6" creationId="{ECDEC1B3-CC57-CAC8-25D6-184F71944C06}"/>
          </ac:picMkLst>
        </pc:picChg>
        <pc:picChg chg="add del mod ord modCrop">
          <ac:chgData name="Staci Jones" userId="S::staci.jones@umb.edu::8493031c-935c-4567-bcd9-185995e08a61" providerId="AD" clId="Web-{AF13DCF2-0ECE-683A-02FF-65996803AD69}" dt="2023-03-20T13:14:49.366" v="572"/>
          <ac:picMkLst>
            <pc:docMk/>
            <pc:sldMk cId="1531398379" sldId="274"/>
            <ac:picMk id="9" creationId="{928A11DB-FFA5-9E38-D726-3E6CB2C12E51}"/>
          </ac:picMkLst>
        </pc:picChg>
        <pc:picChg chg="add del mod ord modCrop">
          <ac:chgData name="Staci Jones" userId="S::staci.jones@umb.edu::8493031c-935c-4567-bcd9-185995e08a61" providerId="AD" clId="Web-{AF13DCF2-0ECE-683A-02FF-65996803AD69}" dt="2023-03-20T13:15:45.852" v="575"/>
          <ac:picMkLst>
            <pc:docMk/>
            <pc:sldMk cId="1531398379" sldId="274"/>
            <ac:picMk id="12" creationId="{E937E9E0-76A5-2F32-E645-3AB3F5FD0CFA}"/>
          </ac:picMkLst>
        </pc:picChg>
        <pc:picChg chg="add del mod ord modCrop">
          <ac:chgData name="Staci Jones" userId="S::staci.jones@umb.edu::8493031c-935c-4567-bcd9-185995e08a61" providerId="AD" clId="Web-{AF13DCF2-0ECE-683A-02FF-65996803AD69}" dt="2023-03-20T13:17:08.682" v="577"/>
          <ac:picMkLst>
            <pc:docMk/>
            <pc:sldMk cId="1531398379" sldId="274"/>
            <ac:picMk id="15" creationId="{061CF6C4-EBA1-12A0-E2F4-798591DFF240}"/>
          </ac:picMkLst>
        </pc:picChg>
        <pc:picChg chg="add mod ord modCrop">
          <ac:chgData name="Staci Jones" userId="S::staci.jones@umb.edu::8493031c-935c-4567-bcd9-185995e08a61" providerId="AD" clId="Web-{AF13DCF2-0ECE-683A-02FF-65996803AD69}" dt="2023-03-20T13:17:51.605" v="584" actId="1076"/>
          <ac:picMkLst>
            <pc:docMk/>
            <pc:sldMk cId="1531398379" sldId="274"/>
            <ac:picMk id="18" creationId="{F6AEAAE0-F269-9C08-9982-ACDEE7BFE838}"/>
          </ac:picMkLst>
        </pc:picChg>
      </pc:sldChg>
      <pc:sldChg chg="del">
        <pc:chgData name="Staci Jones" userId="S::staci.jones@umb.edu::8493031c-935c-4567-bcd9-185995e08a61" providerId="AD" clId="Web-{AF13DCF2-0ECE-683A-02FF-65996803AD69}" dt="2023-03-20T12:39:43.251" v="231"/>
        <pc:sldMkLst>
          <pc:docMk/>
          <pc:sldMk cId="3769492422" sldId="274"/>
        </pc:sldMkLst>
      </pc:sldChg>
      <pc:sldChg chg="addSp delSp modSp add ord replId">
        <pc:chgData name="Staci Jones" userId="S::staci.jones@umb.edu::8493031c-935c-4567-bcd9-185995e08a61" providerId="AD" clId="Web-{AF13DCF2-0ECE-683A-02FF-65996803AD69}" dt="2023-03-20T14:19:46.214" v="1589" actId="14100"/>
        <pc:sldMkLst>
          <pc:docMk/>
          <pc:sldMk cId="3494032026" sldId="275"/>
        </pc:sldMkLst>
        <pc:spChg chg="mod">
          <ac:chgData name="Staci Jones" userId="S::staci.jones@umb.edu::8493031c-935c-4567-bcd9-185995e08a61" providerId="AD" clId="Web-{AF13DCF2-0ECE-683A-02FF-65996803AD69}" dt="2023-03-20T14:19:42.323" v="1588" actId="1076"/>
          <ac:spMkLst>
            <pc:docMk/>
            <pc:sldMk cId="3494032026" sldId="275"/>
            <ac:spMk id="2" creationId="{31E93D5D-81D9-C50B-2EFF-10EACAEC88EF}"/>
          </ac:spMkLst>
        </pc:spChg>
        <pc:spChg chg="mod">
          <ac:chgData name="Staci Jones" userId="S::staci.jones@umb.edu::8493031c-935c-4567-bcd9-185995e08a61" providerId="AD" clId="Web-{AF13DCF2-0ECE-683A-02FF-65996803AD69}" dt="2023-03-20T14:19:32.948" v="1585" actId="20577"/>
          <ac:spMkLst>
            <pc:docMk/>
            <pc:sldMk cId="3494032026" sldId="275"/>
            <ac:spMk id="4" creationId="{012AB944-9E99-1741-D753-FBE82A33EC0B}"/>
          </ac:spMkLst>
        </pc:spChg>
        <pc:spChg chg="mod ord">
          <ac:chgData name="Staci Jones" userId="S::staci.jones@umb.edu::8493031c-935c-4567-bcd9-185995e08a61" providerId="AD" clId="Web-{AF13DCF2-0ECE-683A-02FF-65996803AD69}" dt="2023-03-20T13:25:24.476" v="778"/>
          <ac:spMkLst>
            <pc:docMk/>
            <pc:sldMk cId="3494032026" sldId="275"/>
            <ac:spMk id="5" creationId="{89890C36-9E9C-CC1D-B4A9-AAD987E17E75}"/>
          </ac:spMkLst>
        </pc:spChg>
        <pc:spChg chg="del">
          <ac:chgData name="Staci Jones" userId="S::staci.jones@umb.edu::8493031c-935c-4567-bcd9-185995e08a61" providerId="AD" clId="Web-{AF13DCF2-0ECE-683A-02FF-65996803AD69}" dt="2023-03-20T13:20:24.968" v="644"/>
          <ac:spMkLst>
            <pc:docMk/>
            <pc:sldMk cId="3494032026" sldId="275"/>
            <ac:spMk id="7" creationId="{66FA2670-D3A9-695D-E91A-86FA3AE62AC4}"/>
          </ac:spMkLst>
        </pc:spChg>
        <pc:spChg chg="add del mod">
          <ac:chgData name="Staci Jones" userId="S::staci.jones@umb.edu::8493031c-935c-4567-bcd9-185995e08a61" providerId="AD" clId="Web-{AF13DCF2-0ECE-683A-02FF-65996803AD69}" dt="2023-03-20T13:25:46.898" v="780"/>
          <ac:spMkLst>
            <pc:docMk/>
            <pc:sldMk cId="3494032026" sldId="275"/>
            <ac:spMk id="8" creationId="{DD40CF43-DDA2-C843-0B03-0790D88BBF64}"/>
          </ac:spMkLst>
        </pc:spChg>
        <pc:spChg chg="add del mod">
          <ac:chgData name="Staci Jones" userId="S::staci.jones@umb.edu::8493031c-935c-4567-bcd9-185995e08a61" providerId="AD" clId="Web-{AF13DCF2-0ECE-683A-02FF-65996803AD69}" dt="2023-03-20T13:20:31.812" v="646"/>
          <ac:spMkLst>
            <pc:docMk/>
            <pc:sldMk cId="3494032026" sldId="275"/>
            <ac:spMk id="11" creationId="{15444E52-0B56-DE3B-6EFB-A23B92D8213F}"/>
          </ac:spMkLst>
        </pc:spChg>
        <pc:spChg chg="del">
          <ac:chgData name="Staci Jones" userId="S::staci.jones@umb.edu::8493031c-935c-4567-bcd9-185995e08a61" providerId="AD" clId="Web-{AF13DCF2-0ECE-683A-02FF-65996803AD69}" dt="2023-03-20T13:20:31.812" v="646"/>
          <ac:spMkLst>
            <pc:docMk/>
            <pc:sldMk cId="3494032026" sldId="275"/>
            <ac:spMk id="21" creationId="{D009D6D5-DAC2-4A8B-A17A-E206B9012D09}"/>
          </ac:spMkLst>
        </pc:spChg>
        <pc:spChg chg="add del">
          <ac:chgData name="Staci Jones" userId="S::staci.jones@umb.edu::8493031c-935c-4567-bcd9-185995e08a61" providerId="AD" clId="Web-{AF13DCF2-0ECE-683A-02FF-65996803AD69}" dt="2023-03-20T13:25:24.476" v="778"/>
          <ac:spMkLst>
            <pc:docMk/>
            <pc:sldMk cId="3494032026" sldId="275"/>
            <ac:spMk id="26" creationId="{4F7EBAE4-9945-4473-9E34-B2C66EA0F03D}"/>
          </ac:spMkLst>
        </pc:spChg>
        <pc:spChg chg="add del">
          <ac:chgData name="Staci Jones" userId="S::staci.jones@umb.edu::8493031c-935c-4567-bcd9-185995e08a61" providerId="AD" clId="Web-{AF13DCF2-0ECE-683A-02FF-65996803AD69}" dt="2023-03-20T13:25:24.476" v="778"/>
          <ac:spMkLst>
            <pc:docMk/>
            <pc:sldMk cId="3494032026" sldId="275"/>
            <ac:spMk id="28" creationId="{70BEB1E7-2F88-40BC-B73D-42E5B6F80BFC}"/>
          </ac:spMkLst>
        </pc:spChg>
        <pc:spChg chg="add del">
          <ac:chgData name="Staci Jones" userId="S::staci.jones@umb.edu::8493031c-935c-4567-bcd9-185995e08a61" providerId="AD" clId="Web-{AF13DCF2-0ECE-683A-02FF-65996803AD69}" dt="2023-03-20T13:25:24.476" v="778"/>
          <ac:spMkLst>
            <pc:docMk/>
            <pc:sldMk cId="3494032026" sldId="275"/>
            <ac:spMk id="30" creationId="{A7B99495-F43F-4D80-A44F-2CB4764EB90B}"/>
          </ac:spMkLst>
        </pc:spChg>
        <pc:spChg chg="add del">
          <ac:chgData name="Staci Jones" userId="S::staci.jones@umb.edu::8493031c-935c-4567-bcd9-185995e08a61" providerId="AD" clId="Web-{AF13DCF2-0ECE-683A-02FF-65996803AD69}" dt="2023-03-20T13:25:53.664" v="782"/>
          <ac:spMkLst>
            <pc:docMk/>
            <pc:sldMk cId="3494032026" sldId="275"/>
            <ac:spMk id="35" creationId="{C3420C89-0B09-4632-A4AF-3971D08BF7A8}"/>
          </ac:spMkLst>
        </pc:spChg>
        <pc:spChg chg="add del">
          <ac:chgData name="Staci Jones" userId="S::staci.jones@umb.edu::8493031c-935c-4567-bcd9-185995e08a61" providerId="AD" clId="Web-{AF13DCF2-0ECE-683A-02FF-65996803AD69}" dt="2023-03-20T13:25:53.664" v="782"/>
          <ac:spMkLst>
            <pc:docMk/>
            <pc:sldMk cId="3494032026" sldId="275"/>
            <ac:spMk id="37" creationId="{4E5CBA61-BF74-40B4-A3A8-366BBA626CCF}"/>
          </ac:spMkLst>
        </pc:spChg>
        <pc:spChg chg="add">
          <ac:chgData name="Staci Jones" userId="S::staci.jones@umb.edu::8493031c-935c-4567-bcd9-185995e08a61" providerId="AD" clId="Web-{AF13DCF2-0ECE-683A-02FF-65996803AD69}" dt="2023-03-20T13:25:53.664" v="782"/>
          <ac:spMkLst>
            <pc:docMk/>
            <pc:sldMk cId="3494032026" sldId="275"/>
            <ac:spMk id="55" creationId="{C3420C89-0B09-4632-A4AF-3971D08BF7A8}"/>
          </ac:spMkLst>
        </pc:spChg>
        <pc:spChg chg="add">
          <ac:chgData name="Staci Jones" userId="S::staci.jones@umb.edu::8493031c-935c-4567-bcd9-185995e08a61" providerId="AD" clId="Web-{AF13DCF2-0ECE-683A-02FF-65996803AD69}" dt="2023-03-20T13:25:53.664" v="782"/>
          <ac:spMkLst>
            <pc:docMk/>
            <pc:sldMk cId="3494032026" sldId="275"/>
            <ac:spMk id="57" creationId="{4E5CBA61-BF74-40B4-A3A8-366BBA626CCF}"/>
          </ac:spMkLst>
        </pc:spChg>
        <pc:grpChg chg="add del">
          <ac:chgData name="Staci Jones" userId="S::staci.jones@umb.edu::8493031c-935c-4567-bcd9-185995e08a61" providerId="AD" clId="Web-{AF13DCF2-0ECE-683A-02FF-65996803AD69}" dt="2023-03-20T13:25:53.664" v="782"/>
          <ac:grpSpMkLst>
            <pc:docMk/>
            <pc:sldMk cId="3494032026" sldId="275"/>
            <ac:grpSpMk id="39" creationId="{AC27E70C-5470-4262-B9CE-AE52C51CF4C1}"/>
          </ac:grpSpMkLst>
        </pc:grpChg>
        <pc:grpChg chg="add del">
          <ac:chgData name="Staci Jones" userId="S::staci.jones@umb.edu::8493031c-935c-4567-bcd9-185995e08a61" providerId="AD" clId="Web-{AF13DCF2-0ECE-683A-02FF-65996803AD69}" dt="2023-03-20T13:25:53.664" v="782"/>
          <ac:grpSpMkLst>
            <pc:docMk/>
            <pc:sldMk cId="3494032026" sldId="275"/>
            <ac:grpSpMk id="43" creationId="{E27AF472-EAE3-4572-AB69-B92BD10DBC6D}"/>
          </ac:grpSpMkLst>
        </pc:grpChg>
        <pc:grpChg chg="add">
          <ac:chgData name="Staci Jones" userId="S::staci.jones@umb.edu::8493031c-935c-4567-bcd9-185995e08a61" providerId="AD" clId="Web-{AF13DCF2-0ECE-683A-02FF-65996803AD69}" dt="2023-03-20T13:25:53.664" v="782"/>
          <ac:grpSpMkLst>
            <pc:docMk/>
            <pc:sldMk cId="3494032026" sldId="275"/>
            <ac:grpSpMk id="59" creationId="{AC27E70C-5470-4262-B9CE-AE52C51CF4C1}"/>
          </ac:grpSpMkLst>
        </pc:grpChg>
        <pc:grpChg chg="add">
          <ac:chgData name="Staci Jones" userId="S::staci.jones@umb.edu::8493031c-935c-4567-bcd9-185995e08a61" providerId="AD" clId="Web-{AF13DCF2-0ECE-683A-02FF-65996803AD69}" dt="2023-03-20T13:25:53.664" v="782"/>
          <ac:grpSpMkLst>
            <pc:docMk/>
            <pc:sldMk cId="3494032026" sldId="275"/>
            <ac:grpSpMk id="63" creationId="{E27AF472-EAE3-4572-AB69-B92BD10DBC6D}"/>
          </ac:grpSpMkLst>
        </pc:grpChg>
        <pc:picChg chg="add del mod ord">
          <ac:chgData name="Staci Jones" userId="S::staci.jones@umb.edu::8493031c-935c-4567-bcd9-185995e08a61" providerId="AD" clId="Web-{AF13DCF2-0ECE-683A-02FF-65996803AD69}" dt="2023-03-20T13:25:46.898" v="780"/>
          <ac:picMkLst>
            <pc:docMk/>
            <pc:sldMk cId="3494032026" sldId="275"/>
            <ac:picMk id="3" creationId="{FC130BDF-DC81-9982-8CA5-DA13E8A90158}"/>
          </ac:picMkLst>
        </pc:picChg>
        <pc:picChg chg="del">
          <ac:chgData name="Staci Jones" userId="S::staci.jones@umb.edu::8493031c-935c-4567-bcd9-185995e08a61" providerId="AD" clId="Web-{AF13DCF2-0ECE-683A-02FF-65996803AD69}" dt="2023-03-20T13:20:24.968" v="644"/>
          <ac:picMkLst>
            <pc:docMk/>
            <pc:sldMk cId="3494032026" sldId="275"/>
            <ac:picMk id="6" creationId="{ECDEC1B3-CC57-CAC8-25D6-184F71944C06}"/>
          </ac:picMkLst>
        </pc:picChg>
        <pc:picChg chg="add mod ord">
          <ac:chgData name="Staci Jones" userId="S::staci.jones@umb.edu::8493031c-935c-4567-bcd9-185995e08a61" providerId="AD" clId="Web-{AF13DCF2-0ECE-683A-02FF-65996803AD69}" dt="2023-03-20T14:19:46.214" v="1589" actId="14100"/>
          <ac:picMkLst>
            <pc:docMk/>
            <pc:sldMk cId="3494032026" sldId="275"/>
            <ac:picMk id="12" creationId="{F753AA7C-F80B-4792-30AE-2470AFD541B6}"/>
          </ac:picMkLst>
        </pc:picChg>
      </pc:sldChg>
      <pc:sldChg chg="addSp delSp modSp new mod setBg">
        <pc:chgData name="Staci Jones" userId="S::staci.jones@umb.edu::8493031c-935c-4567-bcd9-185995e08a61" providerId="AD" clId="Web-{AF13DCF2-0ECE-683A-02FF-65996803AD69}" dt="2023-03-20T14:18:02.586" v="1570" actId="14100"/>
        <pc:sldMkLst>
          <pc:docMk/>
          <pc:sldMk cId="983417682" sldId="276"/>
        </pc:sldMkLst>
        <pc:spChg chg="mod">
          <ac:chgData name="Staci Jones" userId="S::staci.jones@umb.edu::8493031c-935c-4567-bcd9-185995e08a61" providerId="AD" clId="Web-{AF13DCF2-0ECE-683A-02FF-65996803AD69}" dt="2023-03-20T14:17:42.070" v="1564" actId="1076"/>
          <ac:spMkLst>
            <pc:docMk/>
            <pc:sldMk cId="983417682" sldId="276"/>
            <ac:spMk id="2" creationId="{F36E4F4B-7099-4589-5B90-5845A17EF0C5}"/>
          </ac:spMkLst>
        </pc:spChg>
        <pc:spChg chg="mod">
          <ac:chgData name="Staci Jones" userId="S::staci.jones@umb.edu::8493031c-935c-4567-bcd9-185995e08a61" providerId="AD" clId="Web-{AF13DCF2-0ECE-683A-02FF-65996803AD69}" dt="2023-03-20T14:18:02.586" v="1570" actId="14100"/>
          <ac:spMkLst>
            <pc:docMk/>
            <pc:sldMk cId="983417682" sldId="276"/>
            <ac:spMk id="3" creationId="{E2484B8F-63A1-EAC7-0E87-5005E86A152F}"/>
          </ac:spMkLst>
        </pc:spChg>
        <pc:spChg chg="mod">
          <ac:chgData name="Staci Jones" userId="S::staci.jones@umb.edu::8493031c-935c-4567-bcd9-185995e08a61" providerId="AD" clId="Web-{AF13DCF2-0ECE-683A-02FF-65996803AD69}" dt="2023-03-20T14:07:43.946" v="1353"/>
          <ac:spMkLst>
            <pc:docMk/>
            <pc:sldMk cId="983417682" sldId="276"/>
            <ac:spMk id="4" creationId="{393A7006-4F58-4595-D547-25839B32ECE2}"/>
          </ac:spMkLst>
        </pc:spChg>
        <pc:spChg chg="add del">
          <ac:chgData name="Staci Jones" userId="S::staci.jones@umb.edu::8493031c-935c-4567-bcd9-185995e08a61" providerId="AD" clId="Web-{AF13DCF2-0ECE-683A-02FF-65996803AD69}" dt="2023-03-20T14:07:43.946" v="1353"/>
          <ac:spMkLst>
            <pc:docMk/>
            <pc:sldMk cId="983417682" sldId="276"/>
            <ac:spMk id="10" creationId="{9D25F302-27C5-414F-97F8-6EA0A6C028BA}"/>
          </ac:spMkLst>
        </pc:spChg>
        <pc:spChg chg="add del">
          <ac:chgData name="Staci Jones" userId="S::staci.jones@umb.edu::8493031c-935c-4567-bcd9-185995e08a61" providerId="AD" clId="Web-{AF13DCF2-0ECE-683A-02FF-65996803AD69}" dt="2023-03-20T14:07:43.946" v="1353"/>
          <ac:spMkLst>
            <pc:docMk/>
            <pc:sldMk cId="983417682" sldId="276"/>
            <ac:spMk id="12" creationId="{830A36F8-48C2-4842-A87B-8CE8DF4E7FD2}"/>
          </ac:spMkLst>
        </pc:spChg>
        <pc:spChg chg="add del">
          <ac:chgData name="Staci Jones" userId="S::staci.jones@umb.edu::8493031c-935c-4567-bcd9-185995e08a61" providerId="AD" clId="Web-{AF13DCF2-0ECE-683A-02FF-65996803AD69}" dt="2023-03-20T14:07:43.946" v="1353"/>
          <ac:spMkLst>
            <pc:docMk/>
            <pc:sldMk cId="983417682" sldId="276"/>
            <ac:spMk id="14" creationId="{7F488E8B-4E1E-4402-8935-D4E6C02615C7}"/>
          </ac:spMkLst>
        </pc:spChg>
        <pc:spChg chg="add del">
          <ac:chgData name="Staci Jones" userId="S::staci.jones@umb.edu::8493031c-935c-4567-bcd9-185995e08a61" providerId="AD" clId="Web-{AF13DCF2-0ECE-683A-02FF-65996803AD69}" dt="2023-03-20T14:17:31.039" v="1561"/>
          <ac:spMkLst>
            <pc:docMk/>
            <pc:sldMk cId="983417682" sldId="276"/>
            <ac:spMk id="19" creationId="{8D1AA55E-40D5-461B-A5A8-4AE8AAB71B08}"/>
          </ac:spMkLst>
        </pc:spChg>
        <pc:spChg chg="add del">
          <ac:chgData name="Staci Jones" userId="S::staci.jones@umb.edu::8493031c-935c-4567-bcd9-185995e08a61" providerId="AD" clId="Web-{AF13DCF2-0ECE-683A-02FF-65996803AD69}" dt="2023-03-20T14:17:31.039" v="1561"/>
          <ac:spMkLst>
            <pc:docMk/>
            <pc:sldMk cId="983417682" sldId="276"/>
            <ac:spMk id="23" creationId="{6CB927A4-E432-4310-9CD5-E89FF5063179}"/>
          </ac:spMkLst>
        </pc:spChg>
        <pc:spChg chg="add del">
          <ac:chgData name="Staci Jones" userId="S::staci.jones@umb.edu::8493031c-935c-4567-bcd9-185995e08a61" providerId="AD" clId="Web-{AF13DCF2-0ECE-683A-02FF-65996803AD69}" dt="2023-03-20T14:17:31.039" v="1561"/>
          <ac:spMkLst>
            <pc:docMk/>
            <pc:sldMk cId="983417682" sldId="276"/>
            <ac:spMk id="25" creationId="{E3020543-B24B-4EC4-8FFC-8DD88EEA91A8}"/>
          </ac:spMkLst>
        </pc:spChg>
        <pc:spChg chg="add">
          <ac:chgData name="Staci Jones" userId="S::staci.jones@umb.edu::8493031c-935c-4567-bcd9-185995e08a61" providerId="AD" clId="Web-{AF13DCF2-0ECE-683A-02FF-65996803AD69}" dt="2023-03-20T14:17:31.039" v="1561"/>
          <ac:spMkLst>
            <pc:docMk/>
            <pc:sldMk cId="983417682" sldId="276"/>
            <ac:spMk id="30" creationId="{8D1AA55E-40D5-461B-A5A8-4AE8AAB71B08}"/>
          </ac:spMkLst>
        </pc:spChg>
        <pc:spChg chg="add">
          <ac:chgData name="Staci Jones" userId="S::staci.jones@umb.edu::8493031c-935c-4567-bcd9-185995e08a61" providerId="AD" clId="Web-{AF13DCF2-0ECE-683A-02FF-65996803AD69}" dt="2023-03-20T14:17:31.039" v="1561"/>
          <ac:spMkLst>
            <pc:docMk/>
            <pc:sldMk cId="983417682" sldId="276"/>
            <ac:spMk id="34" creationId="{6CB927A4-E432-4310-9CD5-E89FF5063179}"/>
          </ac:spMkLst>
        </pc:spChg>
        <pc:spChg chg="add">
          <ac:chgData name="Staci Jones" userId="S::staci.jones@umb.edu::8493031c-935c-4567-bcd9-185995e08a61" providerId="AD" clId="Web-{AF13DCF2-0ECE-683A-02FF-65996803AD69}" dt="2023-03-20T14:17:31.039" v="1561"/>
          <ac:spMkLst>
            <pc:docMk/>
            <pc:sldMk cId="983417682" sldId="276"/>
            <ac:spMk id="36" creationId="{E3020543-B24B-4EC4-8FFC-8DD88EEA91A8}"/>
          </ac:spMkLst>
        </pc:spChg>
        <pc:picChg chg="add mod ord">
          <ac:chgData name="Staci Jones" userId="S::staci.jones@umb.edu::8493031c-935c-4567-bcd9-185995e08a61" providerId="AD" clId="Web-{AF13DCF2-0ECE-683A-02FF-65996803AD69}" dt="2023-03-20T14:17:58.258" v="1569" actId="1076"/>
          <ac:picMkLst>
            <pc:docMk/>
            <pc:sldMk cId="983417682" sldId="276"/>
            <ac:picMk id="5" creationId="{110D8898-E88E-4C76-18C7-950FC7658A28}"/>
          </ac:picMkLst>
        </pc:picChg>
        <pc:cxnChg chg="add del">
          <ac:chgData name="Staci Jones" userId="S::staci.jones@umb.edu::8493031c-935c-4567-bcd9-185995e08a61" providerId="AD" clId="Web-{AF13DCF2-0ECE-683A-02FF-65996803AD69}" dt="2023-03-20T14:17:31.039" v="1561"/>
          <ac:cxnSpMkLst>
            <pc:docMk/>
            <pc:sldMk cId="983417682" sldId="276"/>
            <ac:cxnSpMk id="21" creationId="{7EB498BD-8089-4626-91EA-4978EBEF535E}"/>
          </ac:cxnSpMkLst>
        </pc:cxnChg>
        <pc:cxnChg chg="add">
          <ac:chgData name="Staci Jones" userId="S::staci.jones@umb.edu::8493031c-935c-4567-bcd9-185995e08a61" providerId="AD" clId="Web-{AF13DCF2-0ECE-683A-02FF-65996803AD69}" dt="2023-03-20T14:17:31.039" v="1561"/>
          <ac:cxnSpMkLst>
            <pc:docMk/>
            <pc:sldMk cId="983417682" sldId="276"/>
            <ac:cxnSpMk id="32" creationId="{7EB498BD-8089-4626-91EA-4978EBEF535E}"/>
          </ac:cxnSpMkLst>
        </pc:cxnChg>
      </pc:sldChg>
      <pc:sldChg chg="addSp modSp new mod setBg">
        <pc:chgData name="Staci Jones" userId="S::staci.jones@umb.edu::8493031c-935c-4567-bcd9-185995e08a61" providerId="AD" clId="Web-{AF13DCF2-0ECE-683A-02FF-65996803AD69}" dt="2023-03-20T13:50:44.873" v="1013" actId="20577"/>
        <pc:sldMkLst>
          <pc:docMk/>
          <pc:sldMk cId="1682115439" sldId="277"/>
        </pc:sldMkLst>
        <pc:spChg chg="mod">
          <ac:chgData name="Staci Jones" userId="S::staci.jones@umb.edu::8493031c-935c-4567-bcd9-185995e08a61" providerId="AD" clId="Web-{AF13DCF2-0ECE-683A-02FF-65996803AD69}" dt="2023-03-20T13:49:01.386" v="952" actId="20577"/>
          <ac:spMkLst>
            <pc:docMk/>
            <pc:sldMk cId="1682115439" sldId="277"/>
            <ac:spMk id="2" creationId="{63F24FE0-5CC2-EC76-1233-630328E22165}"/>
          </ac:spMkLst>
        </pc:spChg>
        <pc:spChg chg="mod">
          <ac:chgData name="Staci Jones" userId="S::staci.jones@umb.edu::8493031c-935c-4567-bcd9-185995e08a61" providerId="AD" clId="Web-{AF13DCF2-0ECE-683A-02FF-65996803AD69}" dt="2023-03-20T13:48:56.339" v="951"/>
          <ac:spMkLst>
            <pc:docMk/>
            <pc:sldMk cId="1682115439" sldId="277"/>
            <ac:spMk id="3" creationId="{C9C21870-3523-A2E5-2F3D-95303E0EB871}"/>
          </ac:spMkLst>
        </pc:spChg>
        <pc:spChg chg="mod">
          <ac:chgData name="Staci Jones" userId="S::staci.jones@umb.edu::8493031c-935c-4567-bcd9-185995e08a61" providerId="AD" clId="Web-{AF13DCF2-0ECE-683A-02FF-65996803AD69}" dt="2023-03-20T13:48:56.339" v="951"/>
          <ac:spMkLst>
            <pc:docMk/>
            <pc:sldMk cId="1682115439" sldId="277"/>
            <ac:spMk id="4" creationId="{EBD2FFDC-8F58-2D1E-CBE8-20C5877B14A5}"/>
          </ac:spMkLst>
        </pc:spChg>
        <pc:spChg chg="add mod">
          <ac:chgData name="Staci Jones" userId="S::staci.jones@umb.edu::8493031c-935c-4567-bcd9-185995e08a61" providerId="AD" clId="Web-{AF13DCF2-0ECE-683A-02FF-65996803AD69}" dt="2023-03-20T13:50:44.873" v="1013" actId="20577"/>
          <ac:spMkLst>
            <pc:docMk/>
            <pc:sldMk cId="1682115439" sldId="277"/>
            <ac:spMk id="5" creationId="{B87B1889-5CFF-A940-FCB1-99F10D788DCF}"/>
          </ac:spMkLst>
        </pc:spChg>
        <pc:spChg chg="add">
          <ac:chgData name="Staci Jones" userId="S::staci.jones@umb.edu::8493031c-935c-4567-bcd9-185995e08a61" providerId="AD" clId="Web-{AF13DCF2-0ECE-683A-02FF-65996803AD69}" dt="2023-03-20T13:48:56.339" v="951"/>
          <ac:spMkLst>
            <pc:docMk/>
            <pc:sldMk cId="1682115439" sldId="277"/>
            <ac:spMk id="9" creationId="{081EA652-8C6A-4E69-BEB9-170809474553}"/>
          </ac:spMkLst>
        </pc:spChg>
        <pc:spChg chg="add">
          <ac:chgData name="Staci Jones" userId="S::staci.jones@umb.edu::8493031c-935c-4567-bcd9-185995e08a61" providerId="AD" clId="Web-{AF13DCF2-0ECE-683A-02FF-65996803AD69}" dt="2023-03-20T13:48:56.339" v="951"/>
          <ac:spMkLst>
            <pc:docMk/>
            <pc:sldMk cId="1682115439" sldId="277"/>
            <ac:spMk id="11" creationId="{5298780A-33B9-4EA2-8F67-DE68AD62841B}"/>
          </ac:spMkLst>
        </pc:spChg>
        <pc:spChg chg="add">
          <ac:chgData name="Staci Jones" userId="S::staci.jones@umb.edu::8493031c-935c-4567-bcd9-185995e08a61" providerId="AD" clId="Web-{AF13DCF2-0ECE-683A-02FF-65996803AD69}" dt="2023-03-20T13:48:56.339" v="951"/>
          <ac:spMkLst>
            <pc:docMk/>
            <pc:sldMk cId="1682115439" sldId="277"/>
            <ac:spMk id="13" creationId="{7F488E8B-4E1E-4402-8935-D4E6C02615C7}"/>
          </ac:spMkLst>
        </pc:spChg>
        <pc:cxnChg chg="add">
          <ac:chgData name="Staci Jones" userId="S::staci.jones@umb.edu::8493031c-935c-4567-bcd9-185995e08a61" providerId="AD" clId="Web-{AF13DCF2-0ECE-683A-02FF-65996803AD69}" dt="2023-03-20T13:48:56.339" v="951"/>
          <ac:cxnSpMkLst>
            <pc:docMk/>
            <pc:sldMk cId="1682115439" sldId="277"/>
            <ac:cxnSpMk id="15" creationId="{23AAC9B5-8015-485C-ACF9-A750390E9A56}"/>
          </ac:cxnSpMkLst>
        </pc:cxnChg>
      </pc:sldChg>
      <pc:sldChg chg="modSp add replId">
        <pc:chgData name="Staci Jones" userId="S::staci.jones@umb.edu::8493031c-935c-4567-bcd9-185995e08a61" providerId="AD" clId="Web-{AF13DCF2-0ECE-683A-02FF-65996803AD69}" dt="2023-03-20T13:49:43.215" v="955" actId="20577"/>
        <pc:sldMkLst>
          <pc:docMk/>
          <pc:sldMk cId="245327849" sldId="278"/>
        </pc:sldMkLst>
        <pc:spChg chg="mod">
          <ac:chgData name="Staci Jones" userId="S::staci.jones@umb.edu::8493031c-935c-4567-bcd9-185995e08a61" providerId="AD" clId="Web-{AF13DCF2-0ECE-683A-02FF-65996803AD69}" dt="2023-03-20T13:49:08.652" v="954" actId="20577"/>
          <ac:spMkLst>
            <pc:docMk/>
            <pc:sldMk cId="245327849" sldId="278"/>
            <ac:spMk id="2" creationId="{63F24FE0-5CC2-EC76-1233-630328E22165}"/>
          </ac:spMkLst>
        </pc:spChg>
        <pc:spChg chg="mod">
          <ac:chgData name="Staci Jones" userId="S::staci.jones@umb.edu::8493031c-935c-4567-bcd9-185995e08a61" providerId="AD" clId="Web-{AF13DCF2-0ECE-683A-02FF-65996803AD69}" dt="2023-03-20T13:49:43.215" v="955" actId="20577"/>
          <ac:spMkLst>
            <pc:docMk/>
            <pc:sldMk cId="245327849" sldId="278"/>
            <ac:spMk id="3" creationId="{C9C21870-3523-A2E5-2F3D-95303E0EB871}"/>
          </ac:spMkLst>
        </pc:spChg>
      </pc:sldChg>
      <pc:sldChg chg="modSp add ord replId">
        <pc:chgData name="Staci Jones" userId="S::staci.jones@umb.edu::8493031c-935c-4567-bcd9-185995e08a61" providerId="AD" clId="Web-{AF13DCF2-0ECE-683A-02FF-65996803AD69}" dt="2023-03-20T14:17:05.241" v="1554" actId="14100"/>
        <pc:sldMkLst>
          <pc:docMk/>
          <pc:sldMk cId="4238919515" sldId="279"/>
        </pc:sldMkLst>
        <pc:spChg chg="mod">
          <ac:chgData name="Staci Jones" userId="S::staci.jones@umb.edu::8493031c-935c-4567-bcd9-185995e08a61" providerId="AD" clId="Web-{AF13DCF2-0ECE-683A-02FF-65996803AD69}" dt="2023-03-20T14:16:31.772" v="1538" actId="14100"/>
          <ac:spMkLst>
            <pc:docMk/>
            <pc:sldMk cId="4238919515" sldId="279"/>
            <ac:spMk id="2" creationId="{F36E4F4B-7099-4589-5B90-5845A17EF0C5}"/>
          </ac:spMkLst>
        </pc:spChg>
        <pc:spChg chg="mod">
          <ac:chgData name="Staci Jones" userId="S::staci.jones@umb.edu::8493031c-935c-4567-bcd9-185995e08a61" providerId="AD" clId="Web-{AF13DCF2-0ECE-683A-02FF-65996803AD69}" dt="2023-03-20T14:17:05.241" v="1554" actId="14100"/>
          <ac:spMkLst>
            <pc:docMk/>
            <pc:sldMk cId="4238919515" sldId="279"/>
            <ac:spMk id="3" creationId="{E2484B8F-63A1-EAC7-0E87-5005E86A152F}"/>
          </ac:spMkLst>
        </pc:spChg>
      </pc:sldChg>
      <pc:sldMasterChg chg="add addSldLayout">
        <pc:chgData name="Staci Jones" userId="S::staci.jones@umb.edu::8493031c-935c-4567-bcd9-185995e08a61" providerId="AD" clId="Web-{AF13DCF2-0ECE-683A-02FF-65996803AD69}" dt="2023-03-20T12:54:05.335" v="232"/>
        <pc:sldMasterMkLst>
          <pc:docMk/>
          <pc:sldMasterMk cId="2694770734" sldId="2147483829"/>
        </pc:sldMasterMkLst>
        <pc:sldLayoutChg chg="add">
          <pc:chgData name="Staci Jones" userId="S::staci.jones@umb.edu::8493031c-935c-4567-bcd9-185995e08a61" providerId="AD" clId="Web-{AF13DCF2-0ECE-683A-02FF-65996803AD69}" dt="2023-03-20T12:54:05.335" v="232"/>
          <pc:sldLayoutMkLst>
            <pc:docMk/>
            <pc:sldMasterMk cId="2694770734" sldId="2147483829"/>
            <pc:sldLayoutMk cId="108204154" sldId="2147483830"/>
          </pc:sldLayoutMkLst>
        </pc:sldLayoutChg>
        <pc:sldLayoutChg chg="add">
          <pc:chgData name="Staci Jones" userId="S::staci.jones@umb.edu::8493031c-935c-4567-bcd9-185995e08a61" providerId="AD" clId="Web-{AF13DCF2-0ECE-683A-02FF-65996803AD69}" dt="2023-03-20T12:54:05.335" v="232"/>
          <pc:sldLayoutMkLst>
            <pc:docMk/>
            <pc:sldMasterMk cId="2694770734" sldId="2147483829"/>
            <pc:sldLayoutMk cId="3478108481" sldId="2147483831"/>
          </pc:sldLayoutMkLst>
        </pc:sldLayoutChg>
        <pc:sldLayoutChg chg="add">
          <pc:chgData name="Staci Jones" userId="S::staci.jones@umb.edu::8493031c-935c-4567-bcd9-185995e08a61" providerId="AD" clId="Web-{AF13DCF2-0ECE-683A-02FF-65996803AD69}" dt="2023-03-20T12:54:05.335" v="232"/>
          <pc:sldLayoutMkLst>
            <pc:docMk/>
            <pc:sldMasterMk cId="2694770734" sldId="2147483829"/>
            <pc:sldLayoutMk cId="2797058131" sldId="2147483832"/>
          </pc:sldLayoutMkLst>
        </pc:sldLayoutChg>
        <pc:sldLayoutChg chg="add">
          <pc:chgData name="Staci Jones" userId="S::staci.jones@umb.edu::8493031c-935c-4567-bcd9-185995e08a61" providerId="AD" clId="Web-{AF13DCF2-0ECE-683A-02FF-65996803AD69}" dt="2023-03-20T12:54:05.335" v="232"/>
          <pc:sldLayoutMkLst>
            <pc:docMk/>
            <pc:sldMasterMk cId="2694770734" sldId="2147483829"/>
            <pc:sldLayoutMk cId="3164439528" sldId="2147483833"/>
          </pc:sldLayoutMkLst>
        </pc:sldLayoutChg>
        <pc:sldLayoutChg chg="add">
          <pc:chgData name="Staci Jones" userId="S::staci.jones@umb.edu::8493031c-935c-4567-bcd9-185995e08a61" providerId="AD" clId="Web-{AF13DCF2-0ECE-683A-02FF-65996803AD69}" dt="2023-03-20T12:54:05.335" v="232"/>
          <pc:sldLayoutMkLst>
            <pc:docMk/>
            <pc:sldMasterMk cId="2694770734" sldId="2147483829"/>
            <pc:sldLayoutMk cId="2249769346" sldId="2147483834"/>
          </pc:sldLayoutMkLst>
        </pc:sldLayoutChg>
        <pc:sldLayoutChg chg="add">
          <pc:chgData name="Staci Jones" userId="S::staci.jones@umb.edu::8493031c-935c-4567-bcd9-185995e08a61" providerId="AD" clId="Web-{AF13DCF2-0ECE-683A-02FF-65996803AD69}" dt="2023-03-20T12:54:05.335" v="232"/>
          <pc:sldLayoutMkLst>
            <pc:docMk/>
            <pc:sldMasterMk cId="2694770734" sldId="2147483829"/>
            <pc:sldLayoutMk cId="2498657739" sldId="2147483835"/>
          </pc:sldLayoutMkLst>
        </pc:sldLayoutChg>
        <pc:sldLayoutChg chg="add">
          <pc:chgData name="Staci Jones" userId="S::staci.jones@umb.edu::8493031c-935c-4567-bcd9-185995e08a61" providerId="AD" clId="Web-{AF13DCF2-0ECE-683A-02FF-65996803AD69}" dt="2023-03-20T12:54:05.335" v="232"/>
          <pc:sldLayoutMkLst>
            <pc:docMk/>
            <pc:sldMasterMk cId="2694770734" sldId="2147483829"/>
            <pc:sldLayoutMk cId="3504886864" sldId="2147483836"/>
          </pc:sldLayoutMkLst>
        </pc:sldLayoutChg>
        <pc:sldLayoutChg chg="add">
          <pc:chgData name="Staci Jones" userId="S::staci.jones@umb.edu::8493031c-935c-4567-bcd9-185995e08a61" providerId="AD" clId="Web-{AF13DCF2-0ECE-683A-02FF-65996803AD69}" dt="2023-03-20T12:54:05.335" v="232"/>
          <pc:sldLayoutMkLst>
            <pc:docMk/>
            <pc:sldMasterMk cId="2694770734" sldId="2147483829"/>
            <pc:sldLayoutMk cId="3534413365" sldId="2147483837"/>
          </pc:sldLayoutMkLst>
        </pc:sldLayoutChg>
        <pc:sldLayoutChg chg="add">
          <pc:chgData name="Staci Jones" userId="S::staci.jones@umb.edu::8493031c-935c-4567-bcd9-185995e08a61" providerId="AD" clId="Web-{AF13DCF2-0ECE-683A-02FF-65996803AD69}" dt="2023-03-20T12:54:05.335" v="232"/>
          <pc:sldLayoutMkLst>
            <pc:docMk/>
            <pc:sldMasterMk cId="2694770734" sldId="2147483829"/>
            <pc:sldLayoutMk cId="869115792" sldId="2147483838"/>
          </pc:sldLayoutMkLst>
        </pc:sldLayoutChg>
        <pc:sldLayoutChg chg="add">
          <pc:chgData name="Staci Jones" userId="S::staci.jones@umb.edu::8493031c-935c-4567-bcd9-185995e08a61" providerId="AD" clId="Web-{AF13DCF2-0ECE-683A-02FF-65996803AD69}" dt="2023-03-20T12:54:05.335" v="232"/>
          <pc:sldLayoutMkLst>
            <pc:docMk/>
            <pc:sldMasterMk cId="2694770734" sldId="2147483829"/>
            <pc:sldLayoutMk cId="1335623872" sldId="2147483839"/>
          </pc:sldLayoutMkLst>
        </pc:sldLayoutChg>
        <pc:sldLayoutChg chg="add">
          <pc:chgData name="Staci Jones" userId="S::staci.jones@umb.edu::8493031c-935c-4567-bcd9-185995e08a61" providerId="AD" clId="Web-{AF13DCF2-0ECE-683A-02FF-65996803AD69}" dt="2023-03-20T12:54:05.335" v="232"/>
          <pc:sldLayoutMkLst>
            <pc:docMk/>
            <pc:sldMasterMk cId="2694770734" sldId="2147483829"/>
            <pc:sldLayoutMk cId="3775981410" sldId="2147483840"/>
          </pc:sldLayoutMkLst>
        </pc:sldLayoutChg>
      </pc:sldMasterChg>
    </pc:docChg>
  </pc:docChgLst>
  <pc:docChgLst>
    <pc:chgData name="Danielle C Mahoehney" userId="S::mahoe001_umn.edu#ext#@liveumb.onmicrosoft.com::1eb211bf-ebaf-455b-9ed8-2a7838407f73" providerId="AD" clId="Web-{188A7FD4-8505-4E25-A786-876C5E783733}"/>
    <pc:docChg chg="modSld">
      <pc:chgData name="Danielle C Mahoehney" userId="S::mahoe001_umn.edu#ext#@liveumb.onmicrosoft.com::1eb211bf-ebaf-455b-9ed8-2a7838407f73" providerId="AD" clId="Web-{188A7FD4-8505-4E25-A786-876C5E783733}" dt="2023-03-27T17:53:38.470" v="1" actId="20577"/>
      <pc:docMkLst>
        <pc:docMk/>
      </pc:docMkLst>
      <pc:sldChg chg="modSp">
        <pc:chgData name="Danielle C Mahoehney" userId="S::mahoe001_umn.edu#ext#@liveumb.onmicrosoft.com::1eb211bf-ebaf-455b-9ed8-2a7838407f73" providerId="AD" clId="Web-{188A7FD4-8505-4E25-A786-876C5E783733}" dt="2023-03-27T17:53:38.470" v="1" actId="20577"/>
        <pc:sldMkLst>
          <pc:docMk/>
          <pc:sldMk cId="1682115439" sldId="277"/>
        </pc:sldMkLst>
        <pc:spChg chg="mod">
          <ac:chgData name="Danielle C Mahoehney" userId="S::mahoe001_umn.edu#ext#@liveumb.onmicrosoft.com::1eb211bf-ebaf-455b-9ed8-2a7838407f73" providerId="AD" clId="Web-{188A7FD4-8505-4E25-A786-876C5E783733}" dt="2023-03-27T17:53:38.470" v="1" actId="20577"/>
          <ac:spMkLst>
            <pc:docMk/>
            <pc:sldMk cId="1682115439" sldId="277"/>
            <ac:spMk id="3" creationId="{C9C21870-3523-A2E5-2F3D-95303E0EB871}"/>
          </ac:spMkLst>
        </pc:spChg>
      </pc:sldChg>
    </pc:docChg>
  </pc:docChgLst>
  <pc:docChgLst>
    <pc:chgData name="Amy C Gessert" userId="S::amy.gessert@umb.edu::959649af-45c5-487c-aa74-829e1b24d524" providerId="AD" clId="Web-{D9D48800-8A7F-4169-8F3B-FDB8E8708A57}"/>
    <pc:docChg chg="addSld delSld">
      <pc:chgData name="Amy C Gessert" userId="S::amy.gessert@umb.edu::959649af-45c5-487c-aa74-829e1b24d524" providerId="AD" clId="Web-{D9D48800-8A7F-4169-8F3B-FDB8E8708A57}" dt="2023-09-22T13:43:31.153" v="1"/>
      <pc:docMkLst>
        <pc:docMk/>
      </pc:docMkLst>
      <pc:sldChg chg="new del">
        <pc:chgData name="Amy C Gessert" userId="S::amy.gessert@umb.edu::959649af-45c5-487c-aa74-829e1b24d524" providerId="AD" clId="Web-{D9D48800-8A7F-4169-8F3B-FDB8E8708A57}" dt="2023-09-22T13:43:31.153" v="1"/>
        <pc:sldMkLst>
          <pc:docMk/>
          <pc:sldMk cId="1360057010" sldId="284"/>
        </pc:sldMkLst>
      </pc:sldChg>
    </pc:docChg>
  </pc:docChgLst>
  <pc:docChgLst>
    <pc:chgData name="Staci Jones" userId="S::staci.jones@umb.edu::8493031c-935c-4567-bcd9-185995e08a61" providerId="AD" clId="Web-{9A47B788-3F0F-808E-0855-6CAC7848AB67}"/>
    <pc:docChg chg="addSld modSld">
      <pc:chgData name="Staci Jones" userId="S::staci.jones@umb.edu::8493031c-935c-4567-bcd9-185995e08a61" providerId="AD" clId="Web-{9A47B788-3F0F-808E-0855-6CAC7848AB67}" dt="2023-03-28T14:22:58.530" v="27"/>
      <pc:docMkLst>
        <pc:docMk/>
      </pc:docMkLst>
      <pc:sldChg chg="modSp">
        <pc:chgData name="Staci Jones" userId="S::staci.jones@umb.edu::8493031c-935c-4567-bcd9-185995e08a61" providerId="AD" clId="Web-{9A47B788-3F0F-808E-0855-6CAC7848AB67}" dt="2023-03-28T13:40:24.862" v="21" actId="20577"/>
        <pc:sldMkLst>
          <pc:docMk/>
          <pc:sldMk cId="397768182" sldId="272"/>
        </pc:sldMkLst>
        <pc:spChg chg="mod">
          <ac:chgData name="Staci Jones" userId="S::staci.jones@umb.edu::8493031c-935c-4567-bcd9-185995e08a61" providerId="AD" clId="Web-{9A47B788-3F0F-808E-0855-6CAC7848AB67}" dt="2023-03-28T13:40:24.862" v="21" actId="20577"/>
          <ac:spMkLst>
            <pc:docMk/>
            <pc:sldMk cId="397768182" sldId="272"/>
            <ac:spMk id="11" creationId="{B3AE9143-6544-BEBE-0432-553FD3B30BE6}"/>
          </ac:spMkLst>
        </pc:spChg>
        <pc:picChg chg="mod">
          <ac:chgData name="Staci Jones" userId="S::staci.jones@umb.edu::8493031c-935c-4567-bcd9-185995e08a61" providerId="AD" clId="Web-{9A47B788-3F0F-808E-0855-6CAC7848AB67}" dt="2023-03-28T13:39:18.969" v="4" actId="14100"/>
          <ac:picMkLst>
            <pc:docMk/>
            <pc:sldMk cId="397768182" sldId="272"/>
            <ac:picMk id="10" creationId="{0EE176C5-E6BB-BA4A-1B7D-E87957C5B076}"/>
          </ac:picMkLst>
        </pc:picChg>
      </pc:sldChg>
      <pc:sldChg chg="add modNotes">
        <pc:chgData name="Staci Jones" userId="S::staci.jones@umb.edu::8493031c-935c-4567-bcd9-185995e08a61" providerId="AD" clId="Web-{9A47B788-3F0F-808E-0855-6CAC7848AB67}" dt="2023-03-28T14:22:58.530" v="27"/>
        <pc:sldMkLst>
          <pc:docMk/>
          <pc:sldMk cId="1315204643" sldId="283"/>
        </pc:sldMkLst>
      </pc:sldChg>
    </pc:docChg>
  </pc:docChgLst>
  <pc:docChgLst>
    <pc:chgData name="Amy C Gessert" userId="S::amy.gessert@umb.edu::959649af-45c5-487c-aa74-829e1b24d524" providerId="AD" clId="Web-{6BA07918-4C6B-4D94-BBAA-13303526E43B}"/>
    <pc:docChg chg="delSld modSld">
      <pc:chgData name="Amy C Gessert" userId="S::amy.gessert@umb.edu::959649af-45c5-487c-aa74-829e1b24d524" providerId="AD" clId="Web-{6BA07918-4C6B-4D94-BBAA-13303526E43B}" dt="2023-09-05T14:27:20.476" v="192"/>
      <pc:docMkLst>
        <pc:docMk/>
      </pc:docMkLst>
      <pc:sldChg chg="modSp modNotes">
        <pc:chgData name="Amy C Gessert" userId="S::amy.gessert@umb.edu::959649af-45c5-487c-aa74-829e1b24d524" providerId="AD" clId="Web-{6BA07918-4C6B-4D94-BBAA-13303526E43B}" dt="2023-09-05T14:24:30.375" v="77"/>
        <pc:sldMkLst>
          <pc:docMk/>
          <pc:sldMk cId="3636252971" sldId="256"/>
        </pc:sldMkLst>
        <pc:spChg chg="mod">
          <ac:chgData name="Amy C Gessert" userId="S::amy.gessert@umb.edu::959649af-45c5-487c-aa74-829e1b24d524" providerId="AD" clId="Web-{6BA07918-4C6B-4D94-BBAA-13303526E43B}" dt="2023-09-05T14:21:19.540" v="4" actId="20577"/>
          <ac:spMkLst>
            <pc:docMk/>
            <pc:sldMk cId="3636252971" sldId="256"/>
            <ac:spMk id="2" creationId="{C6B1D0B5-B6EE-02B9-E1F5-DAB7E0B45595}"/>
          </ac:spMkLst>
        </pc:spChg>
        <pc:spChg chg="mod">
          <ac:chgData name="Amy C Gessert" userId="S::amy.gessert@umb.edu::959649af-45c5-487c-aa74-829e1b24d524" providerId="AD" clId="Web-{6BA07918-4C6B-4D94-BBAA-13303526E43B}" dt="2023-09-05T14:21:36.931" v="8" actId="20577"/>
          <ac:spMkLst>
            <pc:docMk/>
            <pc:sldMk cId="3636252971" sldId="256"/>
            <ac:spMk id="3" creationId="{15E865C5-6DFE-E043-4964-9286B6A278C5}"/>
          </ac:spMkLst>
        </pc:spChg>
      </pc:sldChg>
      <pc:sldChg chg="modSp modNotes">
        <pc:chgData name="Amy C Gessert" userId="S::amy.gessert@umb.edu::959649af-45c5-487c-aa74-829e1b24d524" providerId="AD" clId="Web-{6BA07918-4C6B-4D94-BBAA-13303526E43B}" dt="2023-09-05T14:24:32.610" v="78"/>
        <pc:sldMkLst>
          <pc:docMk/>
          <pc:sldMk cId="483793093" sldId="268"/>
        </pc:sldMkLst>
        <pc:spChg chg="mod">
          <ac:chgData name="Amy C Gessert" userId="S::amy.gessert@umb.edu::959649af-45c5-487c-aa74-829e1b24d524" providerId="AD" clId="Web-{6BA07918-4C6B-4D94-BBAA-13303526E43B}" dt="2023-09-05T14:22:05.011" v="20" actId="20577"/>
          <ac:spMkLst>
            <pc:docMk/>
            <pc:sldMk cId="483793093" sldId="268"/>
            <ac:spMk id="3" creationId="{158D61CD-35F6-BD3A-947E-F2CA8A93E751}"/>
          </ac:spMkLst>
        </pc:spChg>
        <pc:spChg chg="mod">
          <ac:chgData name="Amy C Gessert" userId="S::amy.gessert@umb.edu::959649af-45c5-487c-aa74-829e1b24d524" providerId="AD" clId="Web-{6BA07918-4C6B-4D94-BBAA-13303526E43B}" dt="2023-09-05T14:21:55.729" v="12" actId="20577"/>
          <ac:spMkLst>
            <pc:docMk/>
            <pc:sldMk cId="483793093" sldId="268"/>
            <ac:spMk id="5" creationId="{BB79A384-ED03-1920-29EF-DDB48BB70D96}"/>
          </ac:spMkLst>
        </pc:spChg>
      </pc:sldChg>
      <pc:sldChg chg="modNotes">
        <pc:chgData name="Amy C Gessert" userId="S::amy.gessert@umb.edu::959649af-45c5-487c-aa74-829e1b24d524" providerId="AD" clId="Web-{6BA07918-4C6B-4D94-BBAA-13303526E43B}" dt="2023-09-05T14:27:20.476" v="192"/>
        <pc:sldMkLst>
          <pc:docMk/>
          <pc:sldMk cId="2228048978" sldId="269"/>
        </pc:sldMkLst>
      </pc:sldChg>
      <pc:sldChg chg="del">
        <pc:chgData name="Amy C Gessert" userId="S::amy.gessert@umb.edu::959649af-45c5-487c-aa74-829e1b24d524" providerId="AD" clId="Web-{6BA07918-4C6B-4D94-BBAA-13303526E43B}" dt="2023-09-05T14:27:10.835" v="181"/>
        <pc:sldMkLst>
          <pc:docMk/>
          <pc:sldMk cId="1953551458" sldId="270"/>
        </pc:sldMkLst>
      </pc:sldChg>
      <pc:sldChg chg="modNotes">
        <pc:chgData name="Amy C Gessert" userId="S::amy.gessert@umb.edu::959649af-45c5-487c-aa74-829e1b24d524" providerId="AD" clId="Web-{6BA07918-4C6B-4D94-BBAA-13303526E43B}" dt="2023-09-05T14:24:38.079" v="80"/>
        <pc:sldMkLst>
          <pc:docMk/>
          <pc:sldMk cId="2845973995" sldId="271"/>
        </pc:sldMkLst>
      </pc:sldChg>
      <pc:sldChg chg="modSp modNotes">
        <pc:chgData name="Amy C Gessert" userId="S::amy.gessert@umb.edu::959649af-45c5-487c-aa74-829e1b24d524" providerId="AD" clId="Web-{6BA07918-4C6B-4D94-BBAA-13303526E43B}" dt="2023-09-05T14:24:41.720" v="83"/>
        <pc:sldMkLst>
          <pc:docMk/>
          <pc:sldMk cId="397768182" sldId="272"/>
        </pc:sldMkLst>
        <pc:spChg chg="mod">
          <ac:chgData name="Amy C Gessert" userId="S::amy.gessert@umb.edu::959649af-45c5-487c-aa74-829e1b24d524" providerId="AD" clId="Web-{6BA07918-4C6B-4D94-BBAA-13303526E43B}" dt="2023-09-05T14:22:46.293" v="37" actId="20577"/>
          <ac:spMkLst>
            <pc:docMk/>
            <pc:sldMk cId="397768182" sldId="272"/>
            <ac:spMk id="11" creationId="{B3AE9143-6544-BEBE-0432-553FD3B30BE6}"/>
          </ac:spMkLst>
        </pc:spChg>
      </pc:sldChg>
      <pc:sldChg chg="modNotes">
        <pc:chgData name="Amy C Gessert" userId="S::amy.gessert@umb.edu::959649af-45c5-487c-aa74-829e1b24d524" providerId="AD" clId="Web-{6BA07918-4C6B-4D94-BBAA-13303526E43B}" dt="2023-09-05T14:24:04.078" v="75"/>
        <pc:sldMkLst>
          <pc:docMk/>
          <pc:sldMk cId="1250060114" sldId="273"/>
        </pc:sldMkLst>
      </pc:sldChg>
      <pc:sldChg chg="modNotes">
        <pc:chgData name="Amy C Gessert" userId="S::amy.gessert@umb.edu::959649af-45c5-487c-aa74-829e1b24d524" providerId="AD" clId="Web-{6BA07918-4C6B-4D94-BBAA-13303526E43B}" dt="2023-09-05T14:24:48.595" v="88"/>
        <pc:sldMkLst>
          <pc:docMk/>
          <pc:sldMk cId="1531398379" sldId="274"/>
        </pc:sldMkLst>
      </pc:sldChg>
      <pc:sldChg chg="modNotes">
        <pc:chgData name="Amy C Gessert" userId="S::amy.gessert@umb.edu::959649af-45c5-487c-aa74-829e1b24d524" providerId="AD" clId="Web-{6BA07918-4C6B-4D94-BBAA-13303526E43B}" dt="2023-09-05T14:24:56.861" v="90"/>
        <pc:sldMkLst>
          <pc:docMk/>
          <pc:sldMk cId="3494032026" sldId="275"/>
        </pc:sldMkLst>
      </pc:sldChg>
      <pc:sldChg chg="modNotes">
        <pc:chgData name="Amy C Gessert" userId="S::amy.gessert@umb.edu::959649af-45c5-487c-aa74-829e1b24d524" providerId="AD" clId="Web-{6BA07918-4C6B-4D94-BBAA-13303526E43B}" dt="2023-09-05T14:25:01.892" v="94"/>
        <pc:sldMkLst>
          <pc:docMk/>
          <pc:sldMk cId="983417682" sldId="276"/>
        </pc:sldMkLst>
      </pc:sldChg>
      <pc:sldChg chg="modNotes">
        <pc:chgData name="Amy C Gessert" userId="S::amy.gessert@umb.edu::959649af-45c5-487c-aa74-829e1b24d524" providerId="AD" clId="Web-{6BA07918-4C6B-4D94-BBAA-13303526E43B}" dt="2023-09-05T14:26:49.021" v="176"/>
        <pc:sldMkLst>
          <pc:docMk/>
          <pc:sldMk cId="1682115439" sldId="277"/>
        </pc:sldMkLst>
      </pc:sldChg>
      <pc:sldChg chg="modNotes">
        <pc:chgData name="Amy C Gessert" userId="S::amy.gessert@umb.edu::959649af-45c5-487c-aa74-829e1b24d524" providerId="AD" clId="Web-{6BA07918-4C6B-4D94-BBAA-13303526E43B}" dt="2023-09-05T14:26:52.865" v="178"/>
        <pc:sldMkLst>
          <pc:docMk/>
          <pc:sldMk cId="245327849" sldId="278"/>
        </pc:sldMkLst>
      </pc:sldChg>
      <pc:sldChg chg="modNotes">
        <pc:chgData name="Amy C Gessert" userId="S::amy.gessert@umb.edu::959649af-45c5-487c-aa74-829e1b24d524" providerId="AD" clId="Web-{6BA07918-4C6B-4D94-BBAA-13303526E43B}" dt="2023-09-05T14:25:09.080" v="97"/>
        <pc:sldMkLst>
          <pc:docMk/>
          <pc:sldMk cId="4238919515" sldId="279"/>
        </pc:sldMkLst>
      </pc:sldChg>
      <pc:sldChg chg="modNotes">
        <pc:chgData name="Amy C Gessert" userId="S::amy.gessert@umb.edu::959649af-45c5-487c-aa74-829e1b24d524" providerId="AD" clId="Web-{6BA07918-4C6B-4D94-BBAA-13303526E43B}" dt="2023-09-05T14:25:26.174" v="100"/>
        <pc:sldMkLst>
          <pc:docMk/>
          <pc:sldMk cId="2574289266" sldId="280"/>
        </pc:sldMkLst>
      </pc:sldChg>
      <pc:sldChg chg="modNotes">
        <pc:chgData name="Amy C Gessert" userId="S::amy.gessert@umb.edu::959649af-45c5-487c-aa74-829e1b24d524" providerId="AD" clId="Web-{6BA07918-4C6B-4D94-BBAA-13303526E43B}" dt="2023-09-05T14:24:19.297" v="76"/>
        <pc:sldMkLst>
          <pc:docMk/>
          <pc:sldMk cId="3936867961" sldId="281"/>
        </pc:sldMkLst>
      </pc:sldChg>
      <pc:sldChg chg="del">
        <pc:chgData name="Amy C Gessert" userId="S::amy.gessert@umb.edu::959649af-45c5-487c-aa74-829e1b24d524" providerId="AD" clId="Web-{6BA07918-4C6B-4D94-BBAA-13303526E43B}" dt="2023-09-05T14:22:33.512" v="33"/>
        <pc:sldMkLst>
          <pc:docMk/>
          <pc:sldMk cId="709900640" sldId="282"/>
        </pc:sldMkLst>
      </pc:sldChg>
      <pc:sldChg chg="modNotes">
        <pc:chgData name="Amy C Gessert" userId="S::amy.gessert@umb.edu::959649af-45c5-487c-aa74-829e1b24d524" providerId="AD" clId="Web-{6BA07918-4C6B-4D94-BBAA-13303526E43B}" dt="2023-09-05T14:26:43.896" v="174"/>
        <pc:sldMkLst>
          <pc:docMk/>
          <pc:sldMk cId="1315204643" sldId="283"/>
        </pc:sldMkLst>
      </pc:sldChg>
    </pc:docChg>
  </pc:docChgLst>
  <pc:docChgLst>
    <pc:chgData name="Sherry L Healey" userId="S::heale041_umn.edu#ext#@liveumb.onmicrosoft.com::429ef6f7-2da1-476d-a825-3d80b83ec84a" providerId="AD" clId="Web-{C0039A9E-0541-404E-B371-A7DCF6694944}"/>
    <pc:docChg chg="modSld">
      <pc:chgData name="Sherry L Healey" userId="S::heale041_umn.edu#ext#@liveumb.onmicrosoft.com::429ef6f7-2da1-476d-a825-3d80b83ec84a" providerId="AD" clId="Web-{C0039A9E-0541-404E-B371-A7DCF6694944}" dt="2023-03-24T20:31:19.553" v="0" actId="14100"/>
      <pc:docMkLst>
        <pc:docMk/>
      </pc:docMkLst>
      <pc:sldChg chg="modSp">
        <pc:chgData name="Sherry L Healey" userId="S::heale041_umn.edu#ext#@liveumb.onmicrosoft.com::429ef6f7-2da1-476d-a825-3d80b83ec84a" providerId="AD" clId="Web-{C0039A9E-0541-404E-B371-A7DCF6694944}" dt="2023-03-24T20:31:19.553" v="0" actId="14100"/>
        <pc:sldMkLst>
          <pc:docMk/>
          <pc:sldMk cId="1531398379" sldId="274"/>
        </pc:sldMkLst>
        <pc:picChg chg="mod">
          <ac:chgData name="Sherry L Healey" userId="S::heale041_umn.edu#ext#@liveumb.onmicrosoft.com::429ef6f7-2da1-476d-a825-3d80b83ec84a" providerId="AD" clId="Web-{C0039A9E-0541-404E-B371-A7DCF6694944}" dt="2023-03-24T20:31:19.553" v="0" actId="14100"/>
          <ac:picMkLst>
            <pc:docMk/>
            <pc:sldMk cId="1531398379" sldId="274"/>
            <ac:picMk id="18" creationId="{F6AEAAE0-F269-9C08-9982-ACDEE7BFE838}"/>
          </ac:picMkLst>
        </pc:picChg>
      </pc:sldChg>
    </pc:docChg>
  </pc:docChgLst>
  <pc:docChgLst>
    <pc:chgData name="Staci Jones" userId="S::staci.jones@umb.edu::8493031c-935c-4567-bcd9-185995e08a61" providerId="AD" clId="Web-{59CCE3C1-1A0B-31C2-5518-1C89F2CF0C01}"/>
    <pc:docChg chg="addSld modSld sldOrd">
      <pc:chgData name="Staci Jones" userId="S::staci.jones@umb.edu::8493031c-935c-4567-bcd9-185995e08a61" providerId="AD" clId="Web-{59CCE3C1-1A0B-31C2-5518-1C89F2CF0C01}" dt="2023-03-21T13:37:49.414" v="765" actId="20577"/>
      <pc:docMkLst>
        <pc:docMk/>
      </pc:docMkLst>
      <pc:sldChg chg="modSp">
        <pc:chgData name="Staci Jones" userId="S::staci.jones@umb.edu::8493031c-935c-4567-bcd9-185995e08a61" providerId="AD" clId="Web-{59CCE3C1-1A0B-31C2-5518-1C89F2CF0C01}" dt="2023-03-21T12:56:57.878" v="20" actId="14100"/>
        <pc:sldMkLst>
          <pc:docMk/>
          <pc:sldMk cId="3636252971" sldId="256"/>
        </pc:sldMkLst>
        <pc:spChg chg="mod">
          <ac:chgData name="Staci Jones" userId="S::staci.jones@umb.edu::8493031c-935c-4567-bcd9-185995e08a61" providerId="AD" clId="Web-{59CCE3C1-1A0B-31C2-5518-1C89F2CF0C01}" dt="2023-03-21T12:56:57.878" v="20" actId="14100"/>
          <ac:spMkLst>
            <pc:docMk/>
            <pc:sldMk cId="3636252971" sldId="256"/>
            <ac:spMk id="3" creationId="{15E865C5-6DFE-E043-4964-9286B6A278C5}"/>
          </ac:spMkLst>
        </pc:spChg>
      </pc:sldChg>
      <pc:sldChg chg="modSp">
        <pc:chgData name="Staci Jones" userId="S::staci.jones@umb.edu::8493031c-935c-4567-bcd9-185995e08a61" providerId="AD" clId="Web-{59CCE3C1-1A0B-31C2-5518-1C89F2CF0C01}" dt="2023-03-21T13:25:40.425" v="556" actId="20577"/>
        <pc:sldMkLst>
          <pc:docMk/>
          <pc:sldMk cId="483793093" sldId="268"/>
        </pc:sldMkLst>
        <pc:spChg chg="mod">
          <ac:chgData name="Staci Jones" userId="S::staci.jones@umb.edu::8493031c-935c-4567-bcd9-185995e08a61" providerId="AD" clId="Web-{59CCE3C1-1A0B-31C2-5518-1C89F2CF0C01}" dt="2023-03-21T13:25:40.425" v="556" actId="20577"/>
          <ac:spMkLst>
            <pc:docMk/>
            <pc:sldMk cId="483793093" sldId="268"/>
            <ac:spMk id="3" creationId="{158D61CD-35F6-BD3A-947E-F2CA8A93E751}"/>
          </ac:spMkLst>
        </pc:spChg>
      </pc:sldChg>
      <pc:sldChg chg="modSp">
        <pc:chgData name="Staci Jones" userId="S::staci.jones@umb.edu::8493031c-935c-4567-bcd9-185995e08a61" providerId="AD" clId="Web-{59CCE3C1-1A0B-31C2-5518-1C89F2CF0C01}" dt="2023-03-21T13:37:04.475" v="763" actId="20577"/>
        <pc:sldMkLst>
          <pc:docMk/>
          <pc:sldMk cId="2228048978" sldId="269"/>
        </pc:sldMkLst>
        <pc:spChg chg="mod">
          <ac:chgData name="Staci Jones" userId="S::staci.jones@umb.edu::8493031c-935c-4567-bcd9-185995e08a61" providerId="AD" clId="Web-{59CCE3C1-1A0B-31C2-5518-1C89F2CF0C01}" dt="2023-03-21T13:36:47.725" v="759" actId="20577"/>
          <ac:spMkLst>
            <pc:docMk/>
            <pc:sldMk cId="2228048978" sldId="269"/>
            <ac:spMk id="3" creationId="{87E7B72B-3511-63EC-987C-A459D0E9E1E1}"/>
          </ac:spMkLst>
        </pc:spChg>
        <pc:spChg chg="mod">
          <ac:chgData name="Staci Jones" userId="S::staci.jones@umb.edu::8493031c-935c-4567-bcd9-185995e08a61" providerId="AD" clId="Web-{59CCE3C1-1A0B-31C2-5518-1C89F2CF0C01}" dt="2023-03-21T13:37:04.475" v="763" actId="20577"/>
          <ac:spMkLst>
            <pc:docMk/>
            <pc:sldMk cId="2228048978" sldId="269"/>
            <ac:spMk id="4" creationId="{912D8AEA-6D3A-FD77-2B27-424BFE80D493}"/>
          </ac:spMkLst>
        </pc:spChg>
      </pc:sldChg>
      <pc:sldChg chg="modSp">
        <pc:chgData name="Staci Jones" userId="S::staci.jones@umb.edu::8493031c-935c-4567-bcd9-185995e08a61" providerId="AD" clId="Web-{59CCE3C1-1A0B-31C2-5518-1C89F2CF0C01}" dt="2023-03-21T13:25:58.348" v="558" actId="14100"/>
        <pc:sldMkLst>
          <pc:docMk/>
          <pc:sldMk cId="1250060114" sldId="273"/>
        </pc:sldMkLst>
        <pc:spChg chg="mod">
          <ac:chgData name="Staci Jones" userId="S::staci.jones@umb.edu::8493031c-935c-4567-bcd9-185995e08a61" providerId="AD" clId="Web-{59CCE3C1-1A0B-31C2-5518-1C89F2CF0C01}" dt="2023-03-21T13:25:58.348" v="558" actId="14100"/>
          <ac:spMkLst>
            <pc:docMk/>
            <pc:sldMk cId="1250060114" sldId="273"/>
            <ac:spMk id="2" creationId="{31E93D5D-81D9-C50B-2EFF-10EACAEC88EF}"/>
          </ac:spMkLst>
        </pc:spChg>
      </pc:sldChg>
      <pc:sldChg chg="modSp ord">
        <pc:chgData name="Staci Jones" userId="S::staci.jones@umb.edu::8493031c-935c-4567-bcd9-185995e08a61" providerId="AD" clId="Web-{59CCE3C1-1A0B-31C2-5518-1C89F2CF0C01}" dt="2023-03-21T13:08:23.209" v="251" actId="1076"/>
        <pc:sldMkLst>
          <pc:docMk/>
          <pc:sldMk cId="1531398379" sldId="274"/>
        </pc:sldMkLst>
        <pc:spChg chg="mod">
          <ac:chgData name="Staci Jones" userId="S::staci.jones@umb.edu::8493031c-935c-4567-bcd9-185995e08a61" providerId="AD" clId="Web-{59CCE3C1-1A0B-31C2-5518-1C89F2CF0C01}" dt="2023-03-21T13:08:23.209" v="251" actId="1076"/>
          <ac:spMkLst>
            <pc:docMk/>
            <pc:sldMk cId="1531398379" sldId="274"/>
            <ac:spMk id="2" creationId="{31E93D5D-81D9-C50B-2EFF-10EACAEC88EF}"/>
          </ac:spMkLst>
        </pc:spChg>
      </pc:sldChg>
      <pc:sldChg chg="modSp ord">
        <pc:chgData name="Staci Jones" userId="S::staci.jones@umb.edu::8493031c-935c-4567-bcd9-185995e08a61" providerId="AD" clId="Web-{59CCE3C1-1A0B-31C2-5518-1C89F2CF0C01}" dt="2023-03-21T13:29:29.791" v="589" actId="14100"/>
        <pc:sldMkLst>
          <pc:docMk/>
          <pc:sldMk cId="3494032026" sldId="275"/>
        </pc:sldMkLst>
        <pc:spChg chg="mod">
          <ac:chgData name="Staci Jones" userId="S::staci.jones@umb.edu::8493031c-935c-4567-bcd9-185995e08a61" providerId="AD" clId="Web-{59CCE3C1-1A0B-31C2-5518-1C89F2CF0C01}" dt="2023-03-21T13:29:29.791" v="589" actId="14100"/>
          <ac:spMkLst>
            <pc:docMk/>
            <pc:sldMk cId="3494032026" sldId="275"/>
            <ac:spMk id="4" creationId="{012AB944-9E99-1741-D753-FBE82A33EC0B}"/>
          </ac:spMkLst>
        </pc:spChg>
      </pc:sldChg>
      <pc:sldChg chg="modSp">
        <pc:chgData name="Staci Jones" userId="S::staci.jones@umb.edu::8493031c-935c-4567-bcd9-185995e08a61" providerId="AD" clId="Web-{59CCE3C1-1A0B-31C2-5518-1C89F2CF0C01}" dt="2023-03-21T13:30:41.433" v="612" actId="14100"/>
        <pc:sldMkLst>
          <pc:docMk/>
          <pc:sldMk cId="983417682" sldId="276"/>
        </pc:sldMkLst>
        <pc:spChg chg="mod">
          <ac:chgData name="Staci Jones" userId="S::staci.jones@umb.edu::8493031c-935c-4567-bcd9-185995e08a61" providerId="AD" clId="Web-{59CCE3C1-1A0B-31C2-5518-1C89F2CF0C01}" dt="2023-03-21T13:30:41.433" v="612" actId="14100"/>
          <ac:spMkLst>
            <pc:docMk/>
            <pc:sldMk cId="983417682" sldId="276"/>
            <ac:spMk id="3" creationId="{E2484B8F-63A1-EAC7-0E87-5005E86A152F}"/>
          </ac:spMkLst>
        </pc:spChg>
        <pc:picChg chg="mod">
          <ac:chgData name="Staci Jones" userId="S::staci.jones@umb.edu::8493031c-935c-4567-bcd9-185995e08a61" providerId="AD" clId="Web-{59CCE3C1-1A0B-31C2-5518-1C89F2CF0C01}" dt="2023-03-21T13:30:02.432" v="597" actId="14100"/>
          <ac:picMkLst>
            <pc:docMk/>
            <pc:sldMk cId="983417682" sldId="276"/>
            <ac:picMk id="5" creationId="{110D8898-E88E-4C76-18C7-950FC7658A28}"/>
          </ac:picMkLst>
        </pc:picChg>
      </pc:sldChg>
      <pc:sldChg chg="addSp modSp">
        <pc:chgData name="Staci Jones" userId="S::staci.jones@umb.edu::8493031c-935c-4567-bcd9-185995e08a61" providerId="AD" clId="Web-{59CCE3C1-1A0B-31C2-5518-1C89F2CF0C01}" dt="2023-03-21T13:24:26.439" v="535" actId="1076"/>
        <pc:sldMkLst>
          <pc:docMk/>
          <pc:sldMk cId="245327849" sldId="278"/>
        </pc:sldMkLst>
        <pc:spChg chg="add mod">
          <ac:chgData name="Staci Jones" userId="S::staci.jones@umb.edu::8493031c-935c-4567-bcd9-185995e08a61" providerId="AD" clId="Web-{59CCE3C1-1A0B-31C2-5518-1C89F2CF0C01}" dt="2023-03-21T13:24:26.439" v="535" actId="1076"/>
          <ac:spMkLst>
            <pc:docMk/>
            <pc:sldMk cId="245327849" sldId="278"/>
            <ac:spMk id="5" creationId="{1A2194E4-00CC-755D-6594-470D406EC528}"/>
          </ac:spMkLst>
        </pc:spChg>
      </pc:sldChg>
      <pc:sldChg chg="addSp delSp modSp">
        <pc:chgData name="Staci Jones" userId="S::staci.jones@umb.edu::8493031c-935c-4567-bcd9-185995e08a61" providerId="AD" clId="Web-{59CCE3C1-1A0B-31C2-5518-1C89F2CF0C01}" dt="2023-03-21T13:01:02.369" v="45"/>
        <pc:sldMkLst>
          <pc:docMk/>
          <pc:sldMk cId="4238919515" sldId="279"/>
        </pc:sldMkLst>
        <pc:spChg chg="mod">
          <ac:chgData name="Staci Jones" userId="S::staci.jones@umb.edu::8493031c-935c-4567-bcd9-185995e08a61" providerId="AD" clId="Web-{59CCE3C1-1A0B-31C2-5518-1C89F2CF0C01}" dt="2023-03-21T13:01:02.369" v="45"/>
          <ac:spMkLst>
            <pc:docMk/>
            <pc:sldMk cId="4238919515" sldId="279"/>
            <ac:spMk id="2" creationId="{F36E4F4B-7099-4589-5B90-5845A17EF0C5}"/>
          </ac:spMkLst>
        </pc:spChg>
        <pc:spChg chg="mod ord">
          <ac:chgData name="Staci Jones" userId="S::staci.jones@umb.edu::8493031c-935c-4567-bcd9-185995e08a61" providerId="AD" clId="Web-{59CCE3C1-1A0B-31C2-5518-1C89F2CF0C01}" dt="2023-03-21T13:01:02.369" v="45"/>
          <ac:spMkLst>
            <pc:docMk/>
            <pc:sldMk cId="4238919515" sldId="279"/>
            <ac:spMk id="3" creationId="{E2484B8F-63A1-EAC7-0E87-5005E86A152F}"/>
          </ac:spMkLst>
        </pc:spChg>
        <pc:spChg chg="mod">
          <ac:chgData name="Staci Jones" userId="S::staci.jones@umb.edu::8493031c-935c-4567-bcd9-185995e08a61" providerId="AD" clId="Web-{59CCE3C1-1A0B-31C2-5518-1C89F2CF0C01}" dt="2023-03-21T13:01:02.369" v="45"/>
          <ac:spMkLst>
            <pc:docMk/>
            <pc:sldMk cId="4238919515" sldId="279"/>
            <ac:spMk id="4" creationId="{393A7006-4F58-4595-D547-25839B32ECE2}"/>
          </ac:spMkLst>
        </pc:spChg>
        <pc:spChg chg="add del">
          <ac:chgData name="Staci Jones" userId="S::staci.jones@umb.edu::8493031c-935c-4567-bcd9-185995e08a61" providerId="AD" clId="Web-{59CCE3C1-1A0B-31C2-5518-1C89F2CF0C01}" dt="2023-03-21T13:01:02.369" v="45"/>
          <ac:spMkLst>
            <pc:docMk/>
            <pc:sldMk cId="4238919515" sldId="279"/>
            <ac:spMk id="19" creationId="{8D1AA55E-40D5-461B-A5A8-4AE8AAB71B08}"/>
          </ac:spMkLst>
        </pc:spChg>
        <pc:spChg chg="add del">
          <ac:chgData name="Staci Jones" userId="S::staci.jones@umb.edu::8493031c-935c-4567-bcd9-185995e08a61" providerId="AD" clId="Web-{59CCE3C1-1A0B-31C2-5518-1C89F2CF0C01}" dt="2023-03-21T13:01:02.369" v="45"/>
          <ac:spMkLst>
            <pc:docMk/>
            <pc:sldMk cId="4238919515" sldId="279"/>
            <ac:spMk id="23" creationId="{6CB927A4-E432-4310-9CD5-E89FF5063179}"/>
          </ac:spMkLst>
        </pc:spChg>
        <pc:spChg chg="add del">
          <ac:chgData name="Staci Jones" userId="S::staci.jones@umb.edu::8493031c-935c-4567-bcd9-185995e08a61" providerId="AD" clId="Web-{59CCE3C1-1A0B-31C2-5518-1C89F2CF0C01}" dt="2023-03-21T13:01:02.369" v="45"/>
          <ac:spMkLst>
            <pc:docMk/>
            <pc:sldMk cId="4238919515" sldId="279"/>
            <ac:spMk id="25" creationId="{E3020543-B24B-4EC4-8FFC-8DD88EEA91A8}"/>
          </ac:spMkLst>
        </pc:spChg>
        <pc:spChg chg="add del">
          <ac:chgData name="Staci Jones" userId="S::staci.jones@umb.edu::8493031c-935c-4567-bcd9-185995e08a61" providerId="AD" clId="Web-{59CCE3C1-1A0B-31C2-5518-1C89F2CF0C01}" dt="2023-03-21T13:01:02.353" v="44"/>
          <ac:spMkLst>
            <pc:docMk/>
            <pc:sldMk cId="4238919515" sldId="279"/>
            <ac:spMk id="30" creationId="{B6FACB3C-9069-4791-BC5C-0DB7CD19B853}"/>
          </ac:spMkLst>
        </pc:spChg>
        <pc:spChg chg="add del">
          <ac:chgData name="Staci Jones" userId="S::staci.jones@umb.edu::8493031c-935c-4567-bcd9-185995e08a61" providerId="AD" clId="Web-{59CCE3C1-1A0B-31C2-5518-1C89F2CF0C01}" dt="2023-03-21T13:01:02.353" v="44"/>
          <ac:spMkLst>
            <pc:docMk/>
            <pc:sldMk cId="4238919515" sldId="279"/>
            <ac:spMk id="32" creationId="{71F2038E-D777-4B76-81DD-DD13EE91B9DD}"/>
          </ac:spMkLst>
        </pc:spChg>
        <pc:spChg chg="add">
          <ac:chgData name="Staci Jones" userId="S::staci.jones@umb.edu::8493031c-935c-4567-bcd9-185995e08a61" providerId="AD" clId="Web-{59CCE3C1-1A0B-31C2-5518-1C89F2CF0C01}" dt="2023-03-21T13:01:02.369" v="45"/>
          <ac:spMkLst>
            <pc:docMk/>
            <pc:sldMk cId="4238919515" sldId="279"/>
            <ac:spMk id="40" creationId="{9D25F302-27C5-414F-97F8-6EA0A6C028BA}"/>
          </ac:spMkLst>
        </pc:spChg>
        <pc:spChg chg="add">
          <ac:chgData name="Staci Jones" userId="S::staci.jones@umb.edu::8493031c-935c-4567-bcd9-185995e08a61" providerId="AD" clId="Web-{59CCE3C1-1A0B-31C2-5518-1C89F2CF0C01}" dt="2023-03-21T13:01:02.369" v="45"/>
          <ac:spMkLst>
            <pc:docMk/>
            <pc:sldMk cId="4238919515" sldId="279"/>
            <ac:spMk id="41" creationId="{830A36F8-48C2-4842-A87B-8CE8DF4E7FD2}"/>
          </ac:spMkLst>
        </pc:spChg>
        <pc:spChg chg="add">
          <ac:chgData name="Staci Jones" userId="S::staci.jones@umb.edu::8493031c-935c-4567-bcd9-185995e08a61" providerId="AD" clId="Web-{59CCE3C1-1A0B-31C2-5518-1C89F2CF0C01}" dt="2023-03-21T13:01:02.369" v="45"/>
          <ac:spMkLst>
            <pc:docMk/>
            <pc:sldMk cId="4238919515" sldId="279"/>
            <ac:spMk id="42" creationId="{8F451A30-466B-4996-9BA5-CD6ABCC6D558}"/>
          </ac:spMkLst>
        </pc:spChg>
        <pc:grpChg chg="add del">
          <ac:chgData name="Staci Jones" userId="S::staci.jones@umb.edu::8493031c-935c-4567-bcd9-185995e08a61" providerId="AD" clId="Web-{59CCE3C1-1A0B-31C2-5518-1C89F2CF0C01}" dt="2023-03-21T13:01:02.353" v="44"/>
          <ac:grpSpMkLst>
            <pc:docMk/>
            <pc:sldMk cId="4238919515" sldId="279"/>
            <ac:grpSpMk id="34" creationId="{DD354807-230F-4402-B1B9-F733A8F1F190}"/>
          </ac:grpSpMkLst>
        </pc:grpChg>
        <pc:picChg chg="mod">
          <ac:chgData name="Staci Jones" userId="S::staci.jones@umb.edu::8493031c-935c-4567-bcd9-185995e08a61" providerId="AD" clId="Web-{59CCE3C1-1A0B-31C2-5518-1C89F2CF0C01}" dt="2023-03-21T13:01:02.369" v="45"/>
          <ac:picMkLst>
            <pc:docMk/>
            <pc:sldMk cId="4238919515" sldId="279"/>
            <ac:picMk id="5" creationId="{110D8898-E88E-4C76-18C7-950FC7658A28}"/>
          </ac:picMkLst>
        </pc:picChg>
        <pc:cxnChg chg="add del">
          <ac:chgData name="Staci Jones" userId="S::staci.jones@umb.edu::8493031c-935c-4567-bcd9-185995e08a61" providerId="AD" clId="Web-{59CCE3C1-1A0B-31C2-5518-1C89F2CF0C01}" dt="2023-03-21T13:01:02.369" v="45"/>
          <ac:cxnSpMkLst>
            <pc:docMk/>
            <pc:sldMk cId="4238919515" sldId="279"/>
            <ac:cxnSpMk id="21" creationId="{7EB498BD-8089-4626-91EA-4978EBEF535E}"/>
          </ac:cxnSpMkLst>
        </pc:cxnChg>
      </pc:sldChg>
      <pc:sldChg chg="addSp delSp modSp add replId">
        <pc:chgData name="Staci Jones" userId="S::staci.jones@umb.edu::8493031c-935c-4567-bcd9-185995e08a61" providerId="AD" clId="Web-{59CCE3C1-1A0B-31C2-5518-1C89F2CF0C01}" dt="2023-03-21T13:37:49.414" v="765" actId="20577"/>
        <pc:sldMkLst>
          <pc:docMk/>
          <pc:sldMk cId="2574289266" sldId="280"/>
        </pc:sldMkLst>
        <pc:spChg chg="mod">
          <ac:chgData name="Staci Jones" userId="S::staci.jones@umb.edu::8493031c-935c-4567-bcd9-185995e08a61" providerId="AD" clId="Web-{59CCE3C1-1A0B-31C2-5518-1C89F2CF0C01}" dt="2023-03-21T13:34:04.970" v="668" actId="20577"/>
          <ac:spMkLst>
            <pc:docMk/>
            <pc:sldMk cId="2574289266" sldId="280"/>
            <ac:spMk id="2" creationId="{F36E4F4B-7099-4589-5B90-5845A17EF0C5}"/>
          </ac:spMkLst>
        </pc:spChg>
        <pc:spChg chg="mod">
          <ac:chgData name="Staci Jones" userId="S::staci.jones@umb.edu::8493031c-935c-4567-bcd9-185995e08a61" providerId="AD" clId="Web-{59CCE3C1-1A0B-31C2-5518-1C89F2CF0C01}" dt="2023-03-21T13:37:49.414" v="765" actId="20577"/>
          <ac:spMkLst>
            <pc:docMk/>
            <pc:sldMk cId="2574289266" sldId="280"/>
            <ac:spMk id="3" creationId="{E2484B8F-63A1-EAC7-0E87-5005E86A152F}"/>
          </ac:spMkLst>
        </pc:spChg>
        <pc:spChg chg="mod">
          <ac:chgData name="Staci Jones" userId="S::staci.jones@umb.edu::8493031c-935c-4567-bcd9-185995e08a61" providerId="AD" clId="Web-{59CCE3C1-1A0B-31C2-5518-1C89F2CF0C01}" dt="2023-03-21T13:06:22.925" v="221"/>
          <ac:spMkLst>
            <pc:docMk/>
            <pc:sldMk cId="2574289266" sldId="280"/>
            <ac:spMk id="4" creationId="{393A7006-4F58-4595-D547-25839B32ECE2}"/>
          </ac:spMkLst>
        </pc:spChg>
        <pc:spChg chg="del">
          <ac:chgData name="Staci Jones" userId="S::staci.jones@umb.edu::8493031c-935c-4567-bcd9-185995e08a61" providerId="AD" clId="Web-{59CCE3C1-1A0B-31C2-5518-1C89F2CF0C01}" dt="2023-03-21T13:06:22.925" v="221"/>
          <ac:spMkLst>
            <pc:docMk/>
            <pc:sldMk cId="2574289266" sldId="280"/>
            <ac:spMk id="40" creationId="{9D25F302-27C5-414F-97F8-6EA0A6C028BA}"/>
          </ac:spMkLst>
        </pc:spChg>
        <pc:spChg chg="del">
          <ac:chgData name="Staci Jones" userId="S::staci.jones@umb.edu::8493031c-935c-4567-bcd9-185995e08a61" providerId="AD" clId="Web-{59CCE3C1-1A0B-31C2-5518-1C89F2CF0C01}" dt="2023-03-21T13:06:22.925" v="221"/>
          <ac:spMkLst>
            <pc:docMk/>
            <pc:sldMk cId="2574289266" sldId="280"/>
            <ac:spMk id="41" creationId="{830A36F8-48C2-4842-A87B-8CE8DF4E7FD2}"/>
          </ac:spMkLst>
        </pc:spChg>
        <pc:spChg chg="del">
          <ac:chgData name="Staci Jones" userId="S::staci.jones@umb.edu::8493031c-935c-4567-bcd9-185995e08a61" providerId="AD" clId="Web-{59CCE3C1-1A0B-31C2-5518-1C89F2CF0C01}" dt="2023-03-21T13:06:22.925" v="221"/>
          <ac:spMkLst>
            <pc:docMk/>
            <pc:sldMk cId="2574289266" sldId="280"/>
            <ac:spMk id="42" creationId="{8F451A30-466B-4996-9BA5-CD6ABCC6D558}"/>
          </ac:spMkLst>
        </pc:spChg>
        <pc:spChg chg="add">
          <ac:chgData name="Staci Jones" userId="S::staci.jones@umb.edu::8493031c-935c-4567-bcd9-185995e08a61" providerId="AD" clId="Web-{59CCE3C1-1A0B-31C2-5518-1C89F2CF0C01}" dt="2023-03-21T13:06:22.925" v="221"/>
          <ac:spMkLst>
            <pc:docMk/>
            <pc:sldMk cId="2574289266" sldId="280"/>
            <ac:spMk id="47" creationId="{79BB35BC-D5C2-4C8B-A22A-A71E6191913B}"/>
          </ac:spMkLst>
        </pc:spChg>
        <pc:picChg chg="mod">
          <ac:chgData name="Staci Jones" userId="S::staci.jones@umb.edu::8493031c-935c-4567-bcd9-185995e08a61" providerId="AD" clId="Web-{59CCE3C1-1A0B-31C2-5518-1C89F2CF0C01}" dt="2023-03-21T13:06:22.925" v="221"/>
          <ac:picMkLst>
            <pc:docMk/>
            <pc:sldMk cId="2574289266" sldId="280"/>
            <ac:picMk id="5" creationId="{110D8898-E88E-4C76-18C7-950FC7658A28}"/>
          </ac:picMkLst>
        </pc:picChg>
      </pc:sldChg>
      <pc:sldChg chg="addSp delSp modSp add replId">
        <pc:chgData name="Staci Jones" userId="S::staci.jones@umb.edu::8493031c-935c-4567-bcd9-185995e08a61" providerId="AD" clId="Web-{59CCE3C1-1A0B-31C2-5518-1C89F2CF0C01}" dt="2023-03-21T13:21:31.637" v="520" actId="14100"/>
        <pc:sldMkLst>
          <pc:docMk/>
          <pc:sldMk cId="3936867961" sldId="281"/>
        </pc:sldMkLst>
        <pc:spChg chg="mod">
          <ac:chgData name="Staci Jones" userId="S::staci.jones@umb.edu::8493031c-935c-4567-bcd9-185995e08a61" providerId="AD" clId="Web-{59CCE3C1-1A0B-31C2-5518-1C89F2CF0C01}" dt="2023-03-21T13:21:31.637" v="520" actId="14100"/>
          <ac:spMkLst>
            <pc:docMk/>
            <pc:sldMk cId="3936867961" sldId="281"/>
            <ac:spMk id="2" creationId="{31E93D5D-81D9-C50B-2EFF-10EACAEC88EF}"/>
          </ac:spMkLst>
        </pc:spChg>
        <pc:spChg chg="mod ord">
          <ac:chgData name="Staci Jones" userId="S::staci.jones@umb.edu::8493031c-935c-4567-bcd9-185995e08a61" providerId="AD" clId="Web-{59CCE3C1-1A0B-31C2-5518-1C89F2CF0C01}" dt="2023-03-21T13:21:20.059" v="517" actId="14100"/>
          <ac:spMkLst>
            <pc:docMk/>
            <pc:sldMk cId="3936867961" sldId="281"/>
            <ac:spMk id="4" creationId="{012AB944-9E99-1741-D753-FBE82A33EC0B}"/>
          </ac:spMkLst>
        </pc:spChg>
        <pc:spChg chg="mod">
          <ac:chgData name="Staci Jones" userId="S::staci.jones@umb.edu::8493031c-935c-4567-bcd9-185995e08a61" providerId="AD" clId="Web-{59CCE3C1-1A0B-31C2-5518-1C89F2CF0C01}" dt="2023-03-21T13:20:43.292" v="500"/>
          <ac:spMkLst>
            <pc:docMk/>
            <pc:sldMk cId="3936867961" sldId="281"/>
            <ac:spMk id="5" creationId="{89890C36-9E9C-CC1D-B4A9-AAD987E17E75}"/>
          </ac:spMkLst>
        </pc:spChg>
        <pc:spChg chg="del mod">
          <ac:chgData name="Staci Jones" userId="S::staci.jones@umb.edu::8493031c-935c-4567-bcd9-185995e08a61" providerId="AD" clId="Web-{59CCE3C1-1A0B-31C2-5518-1C89F2CF0C01}" dt="2023-03-21T13:16:33.535" v="443"/>
          <ac:spMkLst>
            <pc:docMk/>
            <pc:sldMk cId="3936867961" sldId="281"/>
            <ac:spMk id="7" creationId="{66FA2670-D3A9-695D-E91A-86FA3AE62AC4}"/>
          </ac:spMkLst>
        </pc:spChg>
        <pc:spChg chg="del">
          <ac:chgData name="Staci Jones" userId="S::staci.jones@umb.edu::8493031c-935c-4567-bcd9-185995e08a61" providerId="AD" clId="Web-{59CCE3C1-1A0B-31C2-5518-1C89F2CF0C01}" dt="2023-03-21T13:13:29.733" v="428"/>
          <ac:spMkLst>
            <pc:docMk/>
            <pc:sldMk cId="3936867961" sldId="281"/>
            <ac:spMk id="21" creationId="{D009D6D5-DAC2-4A8B-A17A-E206B9012D09}"/>
          </ac:spMkLst>
        </pc:spChg>
        <pc:spChg chg="add del">
          <ac:chgData name="Staci Jones" userId="S::staci.jones@umb.edu::8493031c-935c-4567-bcd9-185995e08a61" providerId="AD" clId="Web-{59CCE3C1-1A0B-31C2-5518-1C89F2CF0C01}" dt="2023-03-21T13:16:39.176" v="444"/>
          <ac:spMkLst>
            <pc:docMk/>
            <pc:sldMk cId="3936867961" sldId="281"/>
            <ac:spMk id="26" creationId="{9D25F302-27C5-414F-97F8-6EA0A6C028BA}"/>
          </ac:spMkLst>
        </pc:spChg>
        <pc:spChg chg="add del">
          <ac:chgData name="Staci Jones" userId="S::staci.jones@umb.edu::8493031c-935c-4567-bcd9-185995e08a61" providerId="AD" clId="Web-{59CCE3C1-1A0B-31C2-5518-1C89F2CF0C01}" dt="2023-03-21T13:16:39.176" v="444"/>
          <ac:spMkLst>
            <pc:docMk/>
            <pc:sldMk cId="3936867961" sldId="281"/>
            <ac:spMk id="28" creationId="{830A36F8-48C2-4842-A87B-8CE8DF4E7FD2}"/>
          </ac:spMkLst>
        </pc:spChg>
        <pc:spChg chg="add del">
          <ac:chgData name="Staci Jones" userId="S::staci.jones@umb.edu::8493031c-935c-4567-bcd9-185995e08a61" providerId="AD" clId="Web-{59CCE3C1-1A0B-31C2-5518-1C89F2CF0C01}" dt="2023-03-21T13:16:39.176" v="444"/>
          <ac:spMkLst>
            <pc:docMk/>
            <pc:sldMk cId="3936867961" sldId="281"/>
            <ac:spMk id="30" creationId="{8F451A30-466B-4996-9BA5-CD6ABCC6D558}"/>
          </ac:spMkLst>
        </pc:spChg>
        <pc:spChg chg="add del">
          <ac:chgData name="Staci Jones" userId="S::staci.jones@umb.edu::8493031c-935c-4567-bcd9-185995e08a61" providerId="AD" clId="Web-{59CCE3C1-1A0B-31C2-5518-1C89F2CF0C01}" dt="2023-03-21T13:18:34.492" v="474"/>
          <ac:spMkLst>
            <pc:docMk/>
            <pc:sldMk cId="3936867961" sldId="281"/>
            <ac:spMk id="35" creationId="{2C61293E-6EBE-43EF-A52C-9BEBFD7679D4}"/>
          </ac:spMkLst>
        </pc:spChg>
        <pc:spChg chg="add del">
          <ac:chgData name="Staci Jones" userId="S::staci.jones@umb.edu::8493031c-935c-4567-bcd9-185995e08a61" providerId="AD" clId="Web-{59CCE3C1-1A0B-31C2-5518-1C89F2CF0C01}" dt="2023-03-21T13:18:34.492" v="474"/>
          <ac:spMkLst>
            <pc:docMk/>
            <pc:sldMk cId="3936867961" sldId="281"/>
            <ac:spMk id="37" creationId="{21540236-BFD5-4A9D-8840-4703E7F76825}"/>
          </ac:spMkLst>
        </pc:spChg>
        <pc:spChg chg="add del">
          <ac:chgData name="Staci Jones" userId="S::staci.jones@umb.edu::8493031c-935c-4567-bcd9-185995e08a61" providerId="AD" clId="Web-{59CCE3C1-1A0B-31C2-5518-1C89F2CF0C01}" dt="2023-03-21T13:20:43.292" v="500"/>
          <ac:spMkLst>
            <pc:docMk/>
            <pc:sldMk cId="3936867961" sldId="281"/>
            <ac:spMk id="42" creationId="{9D25F302-27C5-414F-97F8-6EA0A6C028BA}"/>
          </ac:spMkLst>
        </pc:spChg>
        <pc:spChg chg="add del">
          <ac:chgData name="Staci Jones" userId="S::staci.jones@umb.edu::8493031c-935c-4567-bcd9-185995e08a61" providerId="AD" clId="Web-{59CCE3C1-1A0B-31C2-5518-1C89F2CF0C01}" dt="2023-03-21T13:20:43.292" v="500"/>
          <ac:spMkLst>
            <pc:docMk/>
            <pc:sldMk cId="3936867961" sldId="281"/>
            <ac:spMk id="44" creationId="{830A36F8-48C2-4842-A87B-8CE8DF4E7FD2}"/>
          </ac:spMkLst>
        </pc:spChg>
        <pc:spChg chg="add del">
          <ac:chgData name="Staci Jones" userId="S::staci.jones@umb.edu::8493031c-935c-4567-bcd9-185995e08a61" providerId="AD" clId="Web-{59CCE3C1-1A0B-31C2-5518-1C89F2CF0C01}" dt="2023-03-21T13:20:43.292" v="500"/>
          <ac:spMkLst>
            <pc:docMk/>
            <pc:sldMk cId="3936867961" sldId="281"/>
            <ac:spMk id="46" creationId="{8F451A30-466B-4996-9BA5-CD6ABCC6D558}"/>
          </ac:spMkLst>
        </pc:spChg>
        <pc:spChg chg="add">
          <ac:chgData name="Staci Jones" userId="S::staci.jones@umb.edu::8493031c-935c-4567-bcd9-185995e08a61" providerId="AD" clId="Web-{59CCE3C1-1A0B-31C2-5518-1C89F2CF0C01}" dt="2023-03-21T13:20:43.292" v="500"/>
          <ac:spMkLst>
            <pc:docMk/>
            <pc:sldMk cId="3936867961" sldId="281"/>
            <ac:spMk id="48" creationId="{117AB3D3-3C9C-4DED-809A-78734805B895}"/>
          </ac:spMkLst>
        </pc:spChg>
        <pc:spChg chg="add">
          <ac:chgData name="Staci Jones" userId="S::staci.jones@umb.edu::8493031c-935c-4567-bcd9-185995e08a61" providerId="AD" clId="Web-{59CCE3C1-1A0B-31C2-5518-1C89F2CF0C01}" dt="2023-03-21T13:20:43.292" v="500"/>
          <ac:spMkLst>
            <pc:docMk/>
            <pc:sldMk cId="3936867961" sldId="281"/>
            <ac:spMk id="49" creationId="{3A9A4357-BD1D-4622-A4FE-766E6AB8DE84}"/>
          </ac:spMkLst>
        </pc:spChg>
        <pc:spChg chg="add">
          <ac:chgData name="Staci Jones" userId="S::staci.jones@umb.edu::8493031c-935c-4567-bcd9-185995e08a61" providerId="AD" clId="Web-{59CCE3C1-1A0B-31C2-5518-1C89F2CF0C01}" dt="2023-03-21T13:20:43.292" v="500"/>
          <ac:spMkLst>
            <pc:docMk/>
            <pc:sldMk cId="3936867961" sldId="281"/>
            <ac:spMk id="50" creationId="{E659831F-0D9A-4C63-9EBB-8435B85A440F}"/>
          </ac:spMkLst>
        </pc:spChg>
        <pc:spChg chg="add del">
          <ac:chgData name="Staci Jones" userId="S::staci.jones@umb.edu::8493031c-935c-4567-bcd9-185995e08a61" providerId="AD" clId="Web-{59CCE3C1-1A0B-31C2-5518-1C89F2CF0C01}" dt="2023-03-21T13:20:12.822" v="498"/>
          <ac:spMkLst>
            <pc:docMk/>
            <pc:sldMk cId="3936867961" sldId="281"/>
            <ac:spMk id="51" creationId="{F2148B94-829B-4D06-81FB-D8797E1EC88D}"/>
          </ac:spMkLst>
        </pc:spChg>
        <pc:spChg chg="add del">
          <ac:chgData name="Staci Jones" userId="S::staci.jones@umb.edu::8493031c-935c-4567-bcd9-185995e08a61" providerId="AD" clId="Web-{59CCE3C1-1A0B-31C2-5518-1C89F2CF0C01}" dt="2023-03-21T13:20:12.822" v="498"/>
          <ac:spMkLst>
            <pc:docMk/>
            <pc:sldMk cId="3936867961" sldId="281"/>
            <ac:spMk id="53" creationId="{CD84038B-4A56-439B-A184-79B2D4506692}"/>
          </ac:spMkLst>
        </pc:spChg>
        <pc:spChg chg="add del">
          <ac:chgData name="Staci Jones" userId="S::staci.jones@umb.edu::8493031c-935c-4567-bcd9-185995e08a61" providerId="AD" clId="Web-{59CCE3C1-1A0B-31C2-5518-1C89F2CF0C01}" dt="2023-03-21T13:20:12.822" v="498"/>
          <ac:spMkLst>
            <pc:docMk/>
            <pc:sldMk cId="3936867961" sldId="281"/>
            <ac:spMk id="55" creationId="{4F96EE13-2C4D-4262-812E-DDE5FC35F0AD}"/>
          </ac:spMkLst>
        </pc:spChg>
        <pc:spChg chg="add">
          <ac:chgData name="Staci Jones" userId="S::staci.jones@umb.edu::8493031c-935c-4567-bcd9-185995e08a61" providerId="AD" clId="Web-{59CCE3C1-1A0B-31C2-5518-1C89F2CF0C01}" dt="2023-03-21T13:20:43.292" v="500"/>
          <ac:spMkLst>
            <pc:docMk/>
            <pc:sldMk cId="3936867961" sldId="281"/>
            <ac:spMk id="57" creationId="{E6995CE5-F890-4ABA-82A2-26507CE8D2A3}"/>
          </ac:spMkLst>
        </pc:spChg>
        <pc:picChg chg="mod ord">
          <ac:chgData name="Staci Jones" userId="S::staci.jones@umb.edu::8493031c-935c-4567-bcd9-185995e08a61" providerId="AD" clId="Web-{59CCE3C1-1A0B-31C2-5518-1C89F2CF0C01}" dt="2023-03-21T13:21:15.293" v="515" actId="14100"/>
          <ac:picMkLst>
            <pc:docMk/>
            <pc:sldMk cId="3936867961" sldId="281"/>
            <ac:picMk id="6" creationId="{ECDEC1B3-CC57-CAC8-25D6-184F71944C0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750F7-D774-1448-AFCB-5063DB576504}" type="datetimeFigureOut">
              <a:rPr lang="en-US" smtClean="0"/>
              <a:t>9/22/2023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7C0A9C-8EB1-2944-91B3-96D63BF1E2CF}" type="slidenum">
              <a:rPr lang="en-US" smtClean="0"/>
              <a:t>‹#›</a:t>
            </a:fld>
            <a:endParaRPr lang="en-US"/>
          </a:p>
        </p:txBody>
      </p:sp>
    </p:spTree>
    <p:extLst>
      <p:ext uri="{BB962C8B-B14F-4D97-AF65-F5344CB8AC3E}">
        <p14:creationId xmlns:p14="http://schemas.microsoft.com/office/powerpoint/2010/main" val="2460197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Amy</a:t>
            </a:r>
            <a:endParaRPr lang="en-US" dirty="0"/>
          </a:p>
        </p:txBody>
      </p:sp>
      <p:sp>
        <p:nvSpPr>
          <p:cNvPr id="4" name="Slide Number Placeholder 3"/>
          <p:cNvSpPr>
            <a:spLocks noGrp="1"/>
          </p:cNvSpPr>
          <p:nvPr>
            <p:ph type="sldNum" sz="quarter" idx="5"/>
          </p:nvPr>
        </p:nvSpPr>
        <p:spPr/>
        <p:txBody>
          <a:bodyPr/>
          <a:lstStyle/>
          <a:p>
            <a:fld id="{FF7C0A9C-8EB1-2944-91B3-96D63BF1E2CF}" type="slidenum">
              <a:rPr lang="en-US" smtClean="0"/>
              <a:t>1</a:t>
            </a:fld>
            <a:endParaRPr lang="en-US"/>
          </a:p>
        </p:txBody>
      </p:sp>
    </p:spTree>
    <p:extLst>
      <p:ext uri="{BB962C8B-B14F-4D97-AF65-F5344CB8AC3E}">
        <p14:creationId xmlns:p14="http://schemas.microsoft.com/office/powerpoint/2010/main" val="3006337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Amy</a:t>
            </a:r>
            <a:endParaRPr lang="en-US" dirty="0"/>
          </a:p>
        </p:txBody>
      </p:sp>
      <p:sp>
        <p:nvSpPr>
          <p:cNvPr id="4" name="Slide Number Placeholder 3"/>
          <p:cNvSpPr>
            <a:spLocks noGrp="1"/>
          </p:cNvSpPr>
          <p:nvPr>
            <p:ph type="sldNum" sz="quarter" idx="5"/>
          </p:nvPr>
        </p:nvSpPr>
        <p:spPr/>
        <p:txBody>
          <a:bodyPr/>
          <a:lstStyle/>
          <a:p>
            <a:fld id="{FF7C0A9C-8EB1-2944-91B3-96D63BF1E2CF}" type="slidenum">
              <a:rPr lang="en-US" smtClean="0"/>
              <a:t>2</a:t>
            </a:fld>
            <a:endParaRPr lang="en-US"/>
          </a:p>
        </p:txBody>
      </p:sp>
    </p:spTree>
    <p:extLst>
      <p:ext uri="{BB962C8B-B14F-4D97-AF65-F5344CB8AC3E}">
        <p14:creationId xmlns:p14="http://schemas.microsoft.com/office/powerpoint/2010/main" val="155143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3aeb6740f1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g13aeb6740f1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a:buSzPts val="1400"/>
            </a:pPr>
            <a:r>
              <a:rPr lang="en-US">
                <a:cs typeface="Calibri"/>
              </a:rPr>
              <a:t>Amy</a:t>
            </a:r>
            <a:endParaRPr lang="en-US"/>
          </a:p>
          <a:p>
            <a:pPr>
              <a:buSzPts val="1400"/>
            </a:pPr>
            <a:r>
              <a:rPr lang="en-US" dirty="0">
                <a:cs typeface="Calibri"/>
              </a:rPr>
              <a:t>This is the project, here's where we fit in...</a:t>
            </a:r>
            <a:endParaRPr lang="en-US" dirty="0"/>
          </a:p>
        </p:txBody>
      </p:sp>
      <p:sp>
        <p:nvSpPr>
          <p:cNvPr id="106" name="Google Shape;106;g13aeb6740f1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Amy</a:t>
            </a:r>
          </a:p>
        </p:txBody>
      </p:sp>
      <p:sp>
        <p:nvSpPr>
          <p:cNvPr id="4" name="Slide Number Placeholder 3"/>
          <p:cNvSpPr>
            <a:spLocks noGrp="1"/>
          </p:cNvSpPr>
          <p:nvPr>
            <p:ph type="sldNum" sz="quarter" idx="5"/>
          </p:nvPr>
        </p:nvSpPr>
        <p:spPr/>
        <p:txBody>
          <a:bodyPr/>
          <a:lstStyle/>
          <a:p>
            <a:fld id="{FF7C0A9C-8EB1-2944-91B3-96D63BF1E2CF}" type="slidenum">
              <a:rPr lang="en-US" smtClean="0"/>
              <a:t>4</a:t>
            </a:fld>
            <a:endParaRPr lang="en-US"/>
          </a:p>
        </p:txBody>
      </p:sp>
    </p:spTree>
    <p:extLst>
      <p:ext uri="{BB962C8B-B14F-4D97-AF65-F5344CB8AC3E}">
        <p14:creationId xmlns:p14="http://schemas.microsoft.com/office/powerpoint/2010/main" val="3918117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Amy</a:t>
            </a:r>
            <a:endParaRPr lang="en-US" dirty="0"/>
          </a:p>
          <a:p>
            <a:r>
              <a:rPr lang="en-US" dirty="0">
                <a:cs typeface="Calibri"/>
              </a:rPr>
              <a:t>We have a whole toolkit focused on CLE at ICI.  Here's where you can find it and what's in there...</a:t>
            </a:r>
            <a:endParaRPr lang="en-US" dirty="0"/>
          </a:p>
        </p:txBody>
      </p:sp>
      <p:sp>
        <p:nvSpPr>
          <p:cNvPr id="4" name="Slide Number Placeholder 3"/>
          <p:cNvSpPr>
            <a:spLocks noGrp="1"/>
          </p:cNvSpPr>
          <p:nvPr>
            <p:ph type="sldNum" sz="quarter" idx="5"/>
          </p:nvPr>
        </p:nvSpPr>
        <p:spPr/>
        <p:txBody>
          <a:bodyPr/>
          <a:lstStyle/>
          <a:p>
            <a:fld id="{FF7C0A9C-8EB1-2944-91B3-96D63BF1E2CF}" type="slidenum">
              <a:rPr lang="en-US" smtClean="0"/>
              <a:t>5</a:t>
            </a:fld>
            <a:endParaRPr lang="en-US"/>
          </a:p>
        </p:txBody>
      </p:sp>
    </p:spTree>
    <p:extLst>
      <p:ext uri="{BB962C8B-B14F-4D97-AF65-F5344CB8AC3E}">
        <p14:creationId xmlns:p14="http://schemas.microsoft.com/office/powerpoint/2010/main" val="742280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Brian</a:t>
            </a:r>
          </a:p>
        </p:txBody>
      </p:sp>
      <p:sp>
        <p:nvSpPr>
          <p:cNvPr id="4" name="Slide Number Placeholder 3"/>
          <p:cNvSpPr>
            <a:spLocks noGrp="1"/>
          </p:cNvSpPr>
          <p:nvPr>
            <p:ph type="sldNum" sz="quarter" idx="5"/>
          </p:nvPr>
        </p:nvSpPr>
        <p:spPr/>
        <p:txBody>
          <a:bodyPr/>
          <a:lstStyle/>
          <a:p>
            <a:fld id="{FF7C0A9C-8EB1-2944-91B3-96D63BF1E2CF}" type="slidenum">
              <a:rPr lang="en-US" smtClean="0"/>
              <a:t>6</a:t>
            </a:fld>
            <a:endParaRPr lang="en-US"/>
          </a:p>
        </p:txBody>
      </p:sp>
    </p:spTree>
    <p:extLst>
      <p:ext uri="{BB962C8B-B14F-4D97-AF65-F5344CB8AC3E}">
        <p14:creationId xmlns:p14="http://schemas.microsoft.com/office/powerpoint/2010/main" val="29023030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Brian</a:t>
            </a:r>
          </a:p>
        </p:txBody>
      </p:sp>
      <p:sp>
        <p:nvSpPr>
          <p:cNvPr id="4" name="Slide Number Placeholder 3"/>
          <p:cNvSpPr>
            <a:spLocks noGrp="1"/>
          </p:cNvSpPr>
          <p:nvPr>
            <p:ph type="sldNum" sz="quarter" idx="5"/>
          </p:nvPr>
        </p:nvSpPr>
        <p:spPr/>
        <p:txBody>
          <a:bodyPr/>
          <a:lstStyle/>
          <a:p>
            <a:fld id="{FF7C0A9C-8EB1-2944-91B3-96D63BF1E2CF}" type="slidenum">
              <a:rPr lang="en-US" smtClean="0"/>
              <a:t>7</a:t>
            </a:fld>
            <a:endParaRPr lang="en-US"/>
          </a:p>
        </p:txBody>
      </p:sp>
    </p:spTree>
    <p:extLst>
      <p:ext uri="{BB962C8B-B14F-4D97-AF65-F5344CB8AC3E}">
        <p14:creationId xmlns:p14="http://schemas.microsoft.com/office/powerpoint/2010/main" val="2900424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Brian</a:t>
            </a:r>
          </a:p>
          <a:p>
            <a:endParaRPr lang="en-US" dirty="0">
              <a:cs typeface="Calibri"/>
            </a:endParaRPr>
          </a:p>
          <a:p>
            <a:r>
              <a:rPr lang="en-US" dirty="0">
                <a:cs typeface="Calibri"/>
              </a:rPr>
              <a:t>Questions for the group:</a:t>
            </a:r>
          </a:p>
          <a:p>
            <a:pPr marL="171450" indent="-171450">
              <a:buFont typeface="Arial"/>
              <a:buChar char="•"/>
            </a:pPr>
            <a:r>
              <a:rPr lang="en-US" dirty="0">
                <a:cs typeface="Calibri"/>
              </a:rPr>
              <a:t>What are your current practices to understand individual's preferences, interests, and skills? </a:t>
            </a:r>
          </a:p>
          <a:p>
            <a:pPr marL="171450" indent="-171450">
              <a:buFont typeface="Arial"/>
              <a:buChar char="•"/>
            </a:pPr>
            <a:r>
              <a:rPr lang="en-US" dirty="0">
                <a:cs typeface="Calibri"/>
              </a:rPr>
              <a:t>Are individuals setting their goal for DSS, or is it a member of their team?</a:t>
            </a:r>
          </a:p>
          <a:p>
            <a:pPr marL="171450" indent="-171450">
              <a:buFont typeface="Arial"/>
              <a:buChar char="•"/>
            </a:pPr>
            <a:r>
              <a:rPr lang="en-US" dirty="0">
                <a:cs typeface="Calibri"/>
              </a:rPr>
              <a:t>What is your staffing model for DSS? Do you deliver this service in a group setting, 1:1, or both?</a:t>
            </a:r>
          </a:p>
        </p:txBody>
      </p:sp>
      <p:sp>
        <p:nvSpPr>
          <p:cNvPr id="4" name="Slide Number Placeholder 3"/>
          <p:cNvSpPr>
            <a:spLocks noGrp="1"/>
          </p:cNvSpPr>
          <p:nvPr>
            <p:ph type="sldNum" sz="quarter" idx="5"/>
          </p:nvPr>
        </p:nvSpPr>
        <p:spPr/>
        <p:txBody>
          <a:bodyPr/>
          <a:lstStyle/>
          <a:p>
            <a:fld id="{FF7C0A9C-8EB1-2944-91B3-96D63BF1E2CF}" type="slidenum">
              <a:rPr lang="en-US" smtClean="0"/>
              <a:t>8</a:t>
            </a:fld>
            <a:endParaRPr lang="en-US"/>
          </a:p>
        </p:txBody>
      </p:sp>
    </p:spTree>
    <p:extLst>
      <p:ext uri="{BB962C8B-B14F-4D97-AF65-F5344CB8AC3E}">
        <p14:creationId xmlns:p14="http://schemas.microsoft.com/office/powerpoint/2010/main" val="822556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Brian</a:t>
            </a:r>
          </a:p>
          <a:p>
            <a:endParaRPr lang="en-US" dirty="0">
              <a:cs typeface="Calibri"/>
            </a:endParaRPr>
          </a:p>
          <a:p>
            <a:r>
              <a:rPr lang="en-US" dirty="0">
                <a:cs typeface="Calibri"/>
              </a:rPr>
              <a:t>Knowing your community is crucial to providing quality DSS. Questions for the group:</a:t>
            </a:r>
          </a:p>
          <a:p>
            <a:pPr marL="171450" indent="-171450">
              <a:buFont typeface="Arial"/>
              <a:buChar char="•"/>
            </a:pPr>
            <a:r>
              <a:rPr lang="en-US" dirty="0">
                <a:cs typeface="Calibri"/>
              </a:rPr>
              <a:t>What are some places in the community that you can deliver DSS?</a:t>
            </a:r>
          </a:p>
          <a:p>
            <a:pPr marL="171450" indent="-171450">
              <a:buFont typeface="Arial"/>
              <a:buChar char="•"/>
            </a:pPr>
            <a:r>
              <a:rPr lang="en-US" dirty="0">
                <a:cs typeface="Calibri"/>
              </a:rPr>
              <a:t>What are some places in the community individuals have suggested?</a:t>
            </a:r>
          </a:p>
          <a:p>
            <a:pPr marL="171450" indent="-171450">
              <a:buFont typeface="Arial"/>
              <a:buChar char="•"/>
            </a:pPr>
            <a:r>
              <a:rPr lang="en-US" dirty="0">
                <a:cs typeface="Calibri"/>
              </a:rPr>
              <a:t>What are some community activities individuals have expressed interest in?</a:t>
            </a:r>
          </a:p>
          <a:p>
            <a:pPr marL="171450" indent="-171450">
              <a:buFont typeface="Arial"/>
              <a:buChar char="•"/>
            </a:pPr>
            <a:endParaRPr lang="en-US" dirty="0">
              <a:cs typeface="Calibri"/>
            </a:endParaRPr>
          </a:p>
        </p:txBody>
      </p:sp>
      <p:sp>
        <p:nvSpPr>
          <p:cNvPr id="4" name="Slide Number Placeholder 3"/>
          <p:cNvSpPr>
            <a:spLocks noGrp="1"/>
          </p:cNvSpPr>
          <p:nvPr>
            <p:ph type="sldNum" sz="quarter" idx="5"/>
          </p:nvPr>
        </p:nvSpPr>
        <p:spPr/>
        <p:txBody>
          <a:bodyPr/>
          <a:lstStyle/>
          <a:p>
            <a:fld id="{FF7C0A9C-8EB1-2944-91B3-96D63BF1E2CF}" type="slidenum">
              <a:rPr lang="en-US" smtClean="0"/>
              <a:t>9</a:t>
            </a:fld>
            <a:endParaRPr lang="en-US"/>
          </a:p>
        </p:txBody>
      </p:sp>
    </p:spTree>
    <p:extLst>
      <p:ext uri="{BB962C8B-B14F-4D97-AF65-F5344CB8AC3E}">
        <p14:creationId xmlns:p14="http://schemas.microsoft.com/office/powerpoint/2010/main" val="1718149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Brian</a:t>
            </a:r>
          </a:p>
          <a:p>
            <a:endParaRPr lang="en-US">
              <a:cs typeface="Calibri"/>
            </a:endParaRPr>
          </a:p>
          <a:p>
            <a:r>
              <a:rPr lang="en-US" dirty="0">
                <a:cs typeface="Calibri"/>
              </a:rPr>
              <a:t>Don't worry if some or all of these are in place now at your organization....there are ways to shift this </a:t>
            </a:r>
            <a:endParaRPr lang="en-US" dirty="0"/>
          </a:p>
        </p:txBody>
      </p:sp>
      <p:sp>
        <p:nvSpPr>
          <p:cNvPr id="4" name="Slide Number Placeholder 3"/>
          <p:cNvSpPr>
            <a:spLocks noGrp="1"/>
          </p:cNvSpPr>
          <p:nvPr>
            <p:ph type="sldNum" sz="quarter" idx="5"/>
          </p:nvPr>
        </p:nvSpPr>
        <p:spPr/>
        <p:txBody>
          <a:bodyPr/>
          <a:lstStyle/>
          <a:p>
            <a:fld id="{FF7C0A9C-8EB1-2944-91B3-96D63BF1E2CF}" type="slidenum">
              <a:rPr lang="en-US" smtClean="0"/>
              <a:t>10</a:t>
            </a:fld>
            <a:endParaRPr lang="en-US"/>
          </a:p>
        </p:txBody>
      </p:sp>
    </p:spTree>
    <p:extLst>
      <p:ext uri="{BB962C8B-B14F-4D97-AF65-F5344CB8AC3E}">
        <p14:creationId xmlns:p14="http://schemas.microsoft.com/office/powerpoint/2010/main" val="843269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Brian</a:t>
            </a:r>
          </a:p>
        </p:txBody>
      </p:sp>
      <p:sp>
        <p:nvSpPr>
          <p:cNvPr id="4" name="Slide Number Placeholder 3"/>
          <p:cNvSpPr>
            <a:spLocks noGrp="1"/>
          </p:cNvSpPr>
          <p:nvPr>
            <p:ph type="sldNum" sz="quarter" idx="5"/>
          </p:nvPr>
        </p:nvSpPr>
        <p:spPr/>
        <p:txBody>
          <a:bodyPr/>
          <a:lstStyle/>
          <a:p>
            <a:fld id="{FF7C0A9C-8EB1-2944-91B3-96D63BF1E2CF}" type="slidenum">
              <a:rPr lang="en-US" smtClean="0"/>
              <a:t>11</a:t>
            </a:fld>
            <a:endParaRPr lang="en-US"/>
          </a:p>
        </p:txBody>
      </p:sp>
    </p:spTree>
    <p:extLst>
      <p:ext uri="{BB962C8B-B14F-4D97-AF65-F5344CB8AC3E}">
        <p14:creationId xmlns:p14="http://schemas.microsoft.com/office/powerpoint/2010/main" val="1340571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cs typeface="Calibri"/>
              </a:rPr>
              <a:t>Amy </a:t>
            </a:r>
          </a:p>
          <a:p>
            <a:pPr>
              <a:defRPr/>
            </a:pPr>
            <a:r>
              <a:rPr lang="en-US" dirty="0">
                <a:cs typeface="Calibri"/>
              </a:rPr>
              <a:t>Thank you, Brian.  In just a minute we’re going to do 2 quick poll questions, just to get a sense of where you all are on a few areas that Brian just mentioned.  The 2 poll questions that come directly from the Community Life Engagement Fidelity scale.  Again, the link to the fidelity scale is in the PPT Kathy can email to you.  On the right you see a screenshot of what it looks like.  It is an 18 question survey that is designed to be used as a self-assessment tool for non-work service providers so that you can determine your strengths and potential areas for improvement in supporting people in community life engagement. We would encourage all of you to take some time and complete the survey for your organization. The tool includes instructions on how to score and how to read your results, as well as where to get more information related to each section. </a:t>
            </a:r>
            <a:endParaRPr lang="en-US" dirty="0"/>
          </a:p>
          <a:p>
            <a:endParaRPr lang="en-US" dirty="0"/>
          </a:p>
        </p:txBody>
      </p:sp>
      <p:sp>
        <p:nvSpPr>
          <p:cNvPr id="4" name="Slide Number Placeholder 3"/>
          <p:cNvSpPr>
            <a:spLocks noGrp="1"/>
          </p:cNvSpPr>
          <p:nvPr>
            <p:ph type="sldNum" sz="quarter" idx="5"/>
          </p:nvPr>
        </p:nvSpPr>
        <p:spPr/>
        <p:txBody>
          <a:bodyPr/>
          <a:lstStyle/>
          <a:p>
            <a:fld id="{FF7C0A9C-8EB1-2944-91B3-96D63BF1E2CF}" type="slidenum">
              <a:rPr lang="en-US" smtClean="0"/>
              <a:t>12</a:t>
            </a:fld>
            <a:endParaRPr lang="en-US"/>
          </a:p>
        </p:txBody>
      </p:sp>
    </p:spTree>
    <p:extLst>
      <p:ext uri="{BB962C8B-B14F-4D97-AF65-F5344CB8AC3E}">
        <p14:creationId xmlns:p14="http://schemas.microsoft.com/office/powerpoint/2010/main" val="1902049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Amy</a:t>
            </a:r>
          </a:p>
        </p:txBody>
      </p:sp>
      <p:sp>
        <p:nvSpPr>
          <p:cNvPr id="4" name="Slide Number Placeholder 3"/>
          <p:cNvSpPr>
            <a:spLocks noGrp="1"/>
          </p:cNvSpPr>
          <p:nvPr>
            <p:ph type="sldNum" sz="quarter" idx="5"/>
          </p:nvPr>
        </p:nvSpPr>
        <p:spPr/>
        <p:txBody>
          <a:bodyPr/>
          <a:lstStyle/>
          <a:p>
            <a:fld id="{FF7C0A9C-8EB1-2944-91B3-96D63BF1E2CF}" type="slidenum">
              <a:rPr lang="en-US" smtClean="0"/>
              <a:t>13</a:t>
            </a:fld>
            <a:endParaRPr lang="en-US"/>
          </a:p>
        </p:txBody>
      </p:sp>
    </p:spTree>
    <p:extLst>
      <p:ext uri="{BB962C8B-B14F-4D97-AF65-F5344CB8AC3E}">
        <p14:creationId xmlns:p14="http://schemas.microsoft.com/office/powerpoint/2010/main" val="4387985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Amy</a:t>
            </a:r>
          </a:p>
        </p:txBody>
      </p:sp>
      <p:sp>
        <p:nvSpPr>
          <p:cNvPr id="4" name="Slide Number Placeholder 3"/>
          <p:cNvSpPr>
            <a:spLocks noGrp="1"/>
          </p:cNvSpPr>
          <p:nvPr>
            <p:ph type="sldNum" sz="quarter" idx="5"/>
          </p:nvPr>
        </p:nvSpPr>
        <p:spPr/>
        <p:txBody>
          <a:bodyPr/>
          <a:lstStyle/>
          <a:p>
            <a:fld id="{FF7C0A9C-8EB1-2944-91B3-96D63BF1E2CF}" type="slidenum">
              <a:rPr lang="en-US" smtClean="0"/>
              <a:t>14</a:t>
            </a:fld>
            <a:endParaRPr lang="en-US"/>
          </a:p>
        </p:txBody>
      </p:sp>
    </p:spTree>
    <p:extLst>
      <p:ext uri="{BB962C8B-B14F-4D97-AF65-F5344CB8AC3E}">
        <p14:creationId xmlns:p14="http://schemas.microsoft.com/office/powerpoint/2010/main" val="31382579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Amy (15 minutes) then debrief</a:t>
            </a:r>
            <a:endParaRPr lang="en-US" dirty="0"/>
          </a:p>
        </p:txBody>
      </p:sp>
      <p:sp>
        <p:nvSpPr>
          <p:cNvPr id="4" name="Slide Number Placeholder 3"/>
          <p:cNvSpPr>
            <a:spLocks noGrp="1"/>
          </p:cNvSpPr>
          <p:nvPr>
            <p:ph type="sldNum" sz="quarter" idx="5"/>
          </p:nvPr>
        </p:nvSpPr>
        <p:spPr/>
        <p:txBody>
          <a:bodyPr/>
          <a:lstStyle/>
          <a:p>
            <a:fld id="{FF7C0A9C-8EB1-2944-91B3-96D63BF1E2CF}" type="slidenum">
              <a:rPr lang="en-US" smtClean="0"/>
              <a:t>15</a:t>
            </a:fld>
            <a:endParaRPr lang="en-US"/>
          </a:p>
        </p:txBody>
      </p:sp>
    </p:spTree>
    <p:extLst>
      <p:ext uri="{BB962C8B-B14F-4D97-AF65-F5344CB8AC3E}">
        <p14:creationId xmlns:p14="http://schemas.microsoft.com/office/powerpoint/2010/main" val="2985848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034DB-E3F7-0296-A507-642A9BA70F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09E0D0-A1B6-BE86-8417-3C51898C3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8D5974-B041-254A-DF1B-99896D10D7AA}"/>
              </a:ext>
            </a:extLst>
          </p:cNvPr>
          <p:cNvSpPr>
            <a:spLocks noGrp="1"/>
          </p:cNvSpPr>
          <p:nvPr>
            <p:ph type="dt" sz="half" idx="10"/>
          </p:nvPr>
        </p:nvSpPr>
        <p:spPr/>
        <p:txBody>
          <a:bodyPr/>
          <a:lstStyle/>
          <a:p>
            <a:fld id="{776DC261-C390-1645-94CE-0C58977D651F}" type="datetimeFigureOut">
              <a:rPr lang="en-US" smtClean="0"/>
              <a:t>9/22/2023</a:t>
            </a:fld>
            <a:endParaRPr lang="en-US"/>
          </a:p>
        </p:txBody>
      </p:sp>
      <p:sp>
        <p:nvSpPr>
          <p:cNvPr id="5" name="Footer Placeholder 4">
            <a:extLst>
              <a:ext uri="{FF2B5EF4-FFF2-40B4-BE49-F238E27FC236}">
                <a16:creationId xmlns:a16="http://schemas.microsoft.com/office/drawing/2014/main" id="{C753E78D-9AB1-7DCE-94DA-B041C5FFA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D2B39E-4925-373B-534E-553867279E99}"/>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78525650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5CE95-7CA9-3500-2974-644C8D41DC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D19DAE-8A07-5795-3535-91B19D3E5B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61D0C3-A51A-D994-3A25-1D16C8B9EFE6}"/>
              </a:ext>
            </a:extLst>
          </p:cNvPr>
          <p:cNvSpPr>
            <a:spLocks noGrp="1"/>
          </p:cNvSpPr>
          <p:nvPr>
            <p:ph type="dt" sz="half" idx="10"/>
          </p:nvPr>
        </p:nvSpPr>
        <p:spPr/>
        <p:txBody>
          <a:bodyPr/>
          <a:lstStyle/>
          <a:p>
            <a:fld id="{776DC261-C390-1645-94CE-0C58977D651F}" type="datetimeFigureOut">
              <a:rPr lang="en-US" smtClean="0"/>
              <a:t>9/22/2023</a:t>
            </a:fld>
            <a:endParaRPr lang="en-US"/>
          </a:p>
        </p:txBody>
      </p:sp>
      <p:sp>
        <p:nvSpPr>
          <p:cNvPr id="5" name="Footer Placeholder 4">
            <a:extLst>
              <a:ext uri="{FF2B5EF4-FFF2-40B4-BE49-F238E27FC236}">
                <a16:creationId xmlns:a16="http://schemas.microsoft.com/office/drawing/2014/main" id="{9600C2EE-6AEC-B06E-3BFA-42F2578EFA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65E7B5-721A-4315-3C8B-50641A76109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209526566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84375-EAD2-B0DE-E8FB-23E1F77983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862338-4C32-8214-631B-0715CEF209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CA2AB5-E745-BFCE-0DFB-652E4FCC6C75}"/>
              </a:ext>
            </a:extLst>
          </p:cNvPr>
          <p:cNvSpPr>
            <a:spLocks noGrp="1"/>
          </p:cNvSpPr>
          <p:nvPr>
            <p:ph type="dt" sz="half" idx="10"/>
          </p:nvPr>
        </p:nvSpPr>
        <p:spPr/>
        <p:txBody>
          <a:bodyPr/>
          <a:lstStyle/>
          <a:p>
            <a:fld id="{776DC261-C390-1645-94CE-0C58977D651F}" type="datetimeFigureOut">
              <a:rPr lang="en-US" smtClean="0"/>
              <a:t>9/22/2023</a:t>
            </a:fld>
            <a:endParaRPr lang="en-US"/>
          </a:p>
        </p:txBody>
      </p:sp>
      <p:sp>
        <p:nvSpPr>
          <p:cNvPr id="5" name="Footer Placeholder 4">
            <a:extLst>
              <a:ext uri="{FF2B5EF4-FFF2-40B4-BE49-F238E27FC236}">
                <a16:creationId xmlns:a16="http://schemas.microsoft.com/office/drawing/2014/main" id="{E0A2B1D9-28F4-D8F6-3180-B5544D8FD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5ED8-1370-9A02-509F-703055ECC5C4}"/>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186149119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E62DE-AAB4-3C42-10E8-D9A482FBA8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21DDAF-6D4E-216F-7D43-8DA6A51B40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6C7A28-7845-6658-3EEE-DD4DB51F5D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65AA39-0CDB-6A71-1EA1-54ECB601D483}"/>
              </a:ext>
            </a:extLst>
          </p:cNvPr>
          <p:cNvSpPr>
            <a:spLocks noGrp="1"/>
          </p:cNvSpPr>
          <p:nvPr>
            <p:ph type="dt" sz="half" idx="10"/>
          </p:nvPr>
        </p:nvSpPr>
        <p:spPr/>
        <p:txBody>
          <a:bodyPr/>
          <a:lstStyle/>
          <a:p>
            <a:fld id="{776DC261-C390-1645-94CE-0C58977D651F}" type="datetimeFigureOut">
              <a:rPr lang="en-US" smtClean="0"/>
              <a:t>9/22/2023</a:t>
            </a:fld>
            <a:endParaRPr lang="en-US"/>
          </a:p>
        </p:txBody>
      </p:sp>
      <p:sp>
        <p:nvSpPr>
          <p:cNvPr id="6" name="Footer Placeholder 5">
            <a:extLst>
              <a:ext uri="{FF2B5EF4-FFF2-40B4-BE49-F238E27FC236}">
                <a16:creationId xmlns:a16="http://schemas.microsoft.com/office/drawing/2014/main" id="{D62B0B6F-E7C2-944E-1C7E-9D256BE68C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07A67D-5617-AB2A-3BA5-68C7B9FB3A6E}"/>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242142186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3FA5B-004E-4258-3D93-9FC3134778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1ABC08-73F7-C783-DBE6-59D2140F0F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BADFAB-D7B3-44FA-D8F4-27A7F7F673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CF6222-5B25-D3DB-6D2D-AB18DAC7FC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50F3FD-D096-3EC5-829E-6F7D603837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D35459-7799-298A-C14A-1D2497312D2D}"/>
              </a:ext>
            </a:extLst>
          </p:cNvPr>
          <p:cNvSpPr>
            <a:spLocks noGrp="1"/>
          </p:cNvSpPr>
          <p:nvPr>
            <p:ph type="dt" sz="half" idx="10"/>
          </p:nvPr>
        </p:nvSpPr>
        <p:spPr/>
        <p:txBody>
          <a:bodyPr/>
          <a:lstStyle/>
          <a:p>
            <a:fld id="{776DC261-C390-1645-94CE-0C58977D651F}" type="datetimeFigureOut">
              <a:rPr lang="en-US" smtClean="0"/>
              <a:t>9/22/2023</a:t>
            </a:fld>
            <a:endParaRPr lang="en-US"/>
          </a:p>
        </p:txBody>
      </p:sp>
      <p:sp>
        <p:nvSpPr>
          <p:cNvPr id="8" name="Footer Placeholder 7">
            <a:extLst>
              <a:ext uri="{FF2B5EF4-FFF2-40B4-BE49-F238E27FC236}">
                <a16:creationId xmlns:a16="http://schemas.microsoft.com/office/drawing/2014/main" id="{15EC77DA-298F-61F8-4ACD-6855426005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BE2D29-1AD3-FDB5-07A6-E4312539D260}"/>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130963046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62844-C555-0D15-B685-5323633139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1C2D36-D183-5A60-3602-66BC23A6F0BB}"/>
              </a:ext>
            </a:extLst>
          </p:cNvPr>
          <p:cNvSpPr>
            <a:spLocks noGrp="1"/>
          </p:cNvSpPr>
          <p:nvPr>
            <p:ph type="dt" sz="half" idx="10"/>
          </p:nvPr>
        </p:nvSpPr>
        <p:spPr/>
        <p:txBody>
          <a:bodyPr/>
          <a:lstStyle/>
          <a:p>
            <a:fld id="{776DC261-C390-1645-94CE-0C58977D651F}" type="datetimeFigureOut">
              <a:rPr lang="en-US" smtClean="0"/>
              <a:t>9/22/2023</a:t>
            </a:fld>
            <a:endParaRPr lang="en-US"/>
          </a:p>
        </p:txBody>
      </p:sp>
      <p:sp>
        <p:nvSpPr>
          <p:cNvPr id="4" name="Footer Placeholder 3">
            <a:extLst>
              <a:ext uri="{FF2B5EF4-FFF2-40B4-BE49-F238E27FC236}">
                <a16:creationId xmlns:a16="http://schemas.microsoft.com/office/drawing/2014/main" id="{A923A211-C5CF-949A-7B44-CF4CE3D399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DDBD10-DDAB-6162-E206-33BCEFC19DFC}"/>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109885294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D205F5-24F0-255F-859B-FF7998FB557F}"/>
              </a:ext>
            </a:extLst>
          </p:cNvPr>
          <p:cNvSpPr>
            <a:spLocks noGrp="1"/>
          </p:cNvSpPr>
          <p:nvPr>
            <p:ph type="dt" sz="half" idx="10"/>
          </p:nvPr>
        </p:nvSpPr>
        <p:spPr/>
        <p:txBody>
          <a:bodyPr/>
          <a:lstStyle/>
          <a:p>
            <a:fld id="{776DC261-C390-1645-94CE-0C58977D651F}" type="datetimeFigureOut">
              <a:rPr lang="en-US" smtClean="0"/>
              <a:t>9/22/2023</a:t>
            </a:fld>
            <a:endParaRPr lang="en-US"/>
          </a:p>
        </p:txBody>
      </p:sp>
      <p:sp>
        <p:nvSpPr>
          <p:cNvPr id="3" name="Footer Placeholder 2">
            <a:extLst>
              <a:ext uri="{FF2B5EF4-FFF2-40B4-BE49-F238E27FC236}">
                <a16:creationId xmlns:a16="http://schemas.microsoft.com/office/drawing/2014/main" id="{9072AB1F-B8BF-35D4-4E1C-0B1756D366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100493-F9A1-AC76-40F2-ED45BF04BDD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423888578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CDBC6-8157-79B6-7892-06EA7793A6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0D5BD7-99EC-4E9C-11AC-8E31A069FF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D397D6-3B66-093A-DAB3-57CFE2591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EF0157-CFFC-FA71-E7AA-57F49001BBDF}"/>
              </a:ext>
            </a:extLst>
          </p:cNvPr>
          <p:cNvSpPr>
            <a:spLocks noGrp="1"/>
          </p:cNvSpPr>
          <p:nvPr>
            <p:ph type="dt" sz="half" idx="10"/>
          </p:nvPr>
        </p:nvSpPr>
        <p:spPr/>
        <p:txBody>
          <a:bodyPr/>
          <a:lstStyle/>
          <a:p>
            <a:fld id="{776DC261-C390-1645-94CE-0C58977D651F}" type="datetimeFigureOut">
              <a:rPr lang="en-US" smtClean="0"/>
              <a:t>9/22/2023</a:t>
            </a:fld>
            <a:endParaRPr lang="en-US"/>
          </a:p>
        </p:txBody>
      </p:sp>
      <p:sp>
        <p:nvSpPr>
          <p:cNvPr id="6" name="Footer Placeholder 5">
            <a:extLst>
              <a:ext uri="{FF2B5EF4-FFF2-40B4-BE49-F238E27FC236}">
                <a16:creationId xmlns:a16="http://schemas.microsoft.com/office/drawing/2014/main" id="{1505D853-16E1-DD2D-5733-4B924FEF91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E57595-CCF3-0810-60EC-6F7A74895AA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245333996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2B5D2-36E8-678A-A0B0-80FF14E0C9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F2B91C-AEBA-944C-9821-0294FA786B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EC38A7-88EA-70C6-6E75-37E4F5A4E6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2EFB63-D7E6-23B1-6979-6F8CD3719481}"/>
              </a:ext>
            </a:extLst>
          </p:cNvPr>
          <p:cNvSpPr>
            <a:spLocks noGrp="1"/>
          </p:cNvSpPr>
          <p:nvPr>
            <p:ph type="dt" sz="half" idx="10"/>
          </p:nvPr>
        </p:nvSpPr>
        <p:spPr/>
        <p:txBody>
          <a:bodyPr/>
          <a:lstStyle/>
          <a:p>
            <a:fld id="{776DC261-C390-1645-94CE-0C58977D651F}" type="datetimeFigureOut">
              <a:rPr lang="en-US" smtClean="0"/>
              <a:t>9/22/2023</a:t>
            </a:fld>
            <a:endParaRPr lang="en-US"/>
          </a:p>
        </p:txBody>
      </p:sp>
      <p:sp>
        <p:nvSpPr>
          <p:cNvPr id="6" name="Footer Placeholder 5">
            <a:extLst>
              <a:ext uri="{FF2B5EF4-FFF2-40B4-BE49-F238E27FC236}">
                <a16:creationId xmlns:a16="http://schemas.microsoft.com/office/drawing/2014/main" id="{DDE75B4C-AA3F-F0EE-DCA5-D8C496BE2B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EEF2D4-DF91-ACDE-BCEA-57B38C5480F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59133657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543D5-E31E-D8CA-D561-825BC4D5A0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854423-2662-85BF-D9A1-4B46239DC3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CF0B84-B1DB-D609-F801-903B712756C9}"/>
              </a:ext>
            </a:extLst>
          </p:cNvPr>
          <p:cNvSpPr>
            <a:spLocks noGrp="1"/>
          </p:cNvSpPr>
          <p:nvPr>
            <p:ph type="dt" sz="half" idx="10"/>
          </p:nvPr>
        </p:nvSpPr>
        <p:spPr/>
        <p:txBody>
          <a:bodyPr/>
          <a:lstStyle/>
          <a:p>
            <a:fld id="{776DC261-C390-1645-94CE-0C58977D651F}" type="datetimeFigureOut">
              <a:rPr lang="en-US" smtClean="0"/>
              <a:t>9/22/2023</a:t>
            </a:fld>
            <a:endParaRPr lang="en-US"/>
          </a:p>
        </p:txBody>
      </p:sp>
      <p:sp>
        <p:nvSpPr>
          <p:cNvPr id="5" name="Footer Placeholder 4">
            <a:extLst>
              <a:ext uri="{FF2B5EF4-FFF2-40B4-BE49-F238E27FC236}">
                <a16:creationId xmlns:a16="http://schemas.microsoft.com/office/drawing/2014/main" id="{7B19BAFF-C543-95A7-0B66-F028146654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EC1945-4C65-019F-90C5-87FD697C4467}"/>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67488592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D9F404-61B2-75F0-6F77-9380BC4F99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125A70-3775-0EF6-E2DA-C4FAA89AF8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DE6C2-BC9B-4F60-D179-F775EB67244B}"/>
              </a:ext>
            </a:extLst>
          </p:cNvPr>
          <p:cNvSpPr>
            <a:spLocks noGrp="1"/>
          </p:cNvSpPr>
          <p:nvPr>
            <p:ph type="dt" sz="half" idx="10"/>
          </p:nvPr>
        </p:nvSpPr>
        <p:spPr/>
        <p:txBody>
          <a:bodyPr/>
          <a:lstStyle/>
          <a:p>
            <a:fld id="{776DC261-C390-1645-94CE-0C58977D651F}" type="datetimeFigureOut">
              <a:rPr lang="en-US" smtClean="0"/>
              <a:t>9/22/2023</a:t>
            </a:fld>
            <a:endParaRPr lang="en-US"/>
          </a:p>
        </p:txBody>
      </p:sp>
      <p:sp>
        <p:nvSpPr>
          <p:cNvPr id="5" name="Footer Placeholder 4">
            <a:extLst>
              <a:ext uri="{FF2B5EF4-FFF2-40B4-BE49-F238E27FC236}">
                <a16:creationId xmlns:a16="http://schemas.microsoft.com/office/drawing/2014/main" id="{49807B19-447C-BCB2-CB35-243BA6C6E3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45A2E-05F6-6E15-A201-EC23E62C294C}"/>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116358575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F8888-A42A-10AF-5398-635905D1C974}"/>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C18961D-A2C2-DDCC-74CA-D3CAD36DFCD7}"/>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FEEDCD8-3F7F-AD97-D191-1928504ABE1A}"/>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477AC8CA-05B6-FD4D-7610-F16A54E7D35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EBA71C7-C877-E06E-610A-3769E267EF76}"/>
              </a:ext>
            </a:extLst>
          </p:cNvPr>
          <p:cNvSpPr>
            <a:spLocks noGrp="1"/>
          </p:cNvSpPr>
          <p:nvPr>
            <p:ph type="sldNum" sz="quarter" idx="12"/>
          </p:nvPr>
        </p:nvSpPr>
        <p:spPr/>
        <p:txBody>
          <a:bodyPr/>
          <a:lstStyle/>
          <a:p>
            <a:fld id="{308C5664-C89A-1D4F-962E-558376A4545B}" type="slidenum">
              <a:rPr lang="en-US" smtClean="0"/>
              <a:pPr/>
              <a:t>‹#›</a:t>
            </a:fld>
            <a:endParaRPr lang="en-US"/>
          </a:p>
        </p:txBody>
      </p:sp>
    </p:spTree>
    <p:extLst>
      <p:ext uri="{BB962C8B-B14F-4D97-AF65-F5344CB8AC3E}">
        <p14:creationId xmlns:p14="http://schemas.microsoft.com/office/powerpoint/2010/main" val="10820415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634DD-10BC-38F4-8272-3FC35BBAEA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B2240C-C9FB-E8F1-4C85-E8CC6F2F76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372E73-60D6-72D6-926C-1581E4C0B09E}"/>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AC4B869F-0F0D-7F20-05CB-79A175F1C199}"/>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E101D62-5252-1997-206D-63B65D8802BD}"/>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47810848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9DCAE-2C10-C764-A2FF-139DE9C015D4}"/>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CF6B4767-9110-D4C7-F44E-7D8AC5705E14}"/>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50A545-DB71-9B62-665C-94A39AC3D92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11326A4A-A690-490D-4395-82F32062486F}"/>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FDB9D8B7-1823-A716-0E05-C1EF47662B8C}"/>
              </a:ext>
            </a:extLst>
          </p:cNvPr>
          <p:cNvSpPr>
            <a:spLocks noGrp="1"/>
          </p:cNvSpPr>
          <p:nvPr>
            <p:ph type="sldNum" sz="quarter" idx="12"/>
          </p:nvPr>
        </p:nvSpPr>
        <p:spPr/>
        <p:txBody>
          <a:bodyPr/>
          <a:lstStyle/>
          <a:p>
            <a:fld id="{6C260E92-1CB0-4649-B042-6EA86B54D02A}" type="slidenum">
              <a:rPr lang="en-US" smtClean="0"/>
              <a:pPr/>
              <a:t>‹#›</a:t>
            </a:fld>
            <a:endParaRPr lang="en-US"/>
          </a:p>
        </p:txBody>
      </p:sp>
    </p:spTree>
    <p:extLst>
      <p:ext uri="{BB962C8B-B14F-4D97-AF65-F5344CB8AC3E}">
        <p14:creationId xmlns:p14="http://schemas.microsoft.com/office/powerpoint/2010/main" val="279705813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840D7-55B2-FDCB-FBE7-62BFC4955A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2B2411-F0B0-AEB5-E46F-C0E5171564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8D1A1A-FEDA-6627-9ACF-1E19C8B4A1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1ABAD8-90E2-9197-7FAB-69419D304BE6}"/>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C5EBFC9-7633-C722-66B2-C4EE551260A5}"/>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BE44148E-5612-A6FC-859C-D7C1D857DD83}"/>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16443952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1A40E-25F7-862F-D5B8-4E71AB53B270}"/>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E8D0E1-F09A-9D26-56B9-9E2E6A84CF21}"/>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CCCDE3D-9D12-7568-B902-18B92C0DE1D3}"/>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2A8000-3D3A-F58C-938D-A7BA82A4EDEC}"/>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B3DB15B-B9FA-FF88-E0CC-A19340F3613C}"/>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A4E6CD-D6C5-C300-3126-614AE2DA8004}"/>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B45815D4-C8BD-8909-54DC-FC15FAA59FBE}"/>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4E2E3438-7B52-815A-D9A8-A4C581E33B3D}"/>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224976934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EC046-E063-E4A4-10E5-B11A13B0F6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F68D09-6F80-C61D-F19C-66FF96B1D95E}"/>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55B96ED8-0CA8-DC31-0996-C3A35471698A}"/>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1AFB8B04-1A4A-FEC1-9149-57DEBD6AD6D3}"/>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249865773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F8AA6B-5E71-4F69-D470-54A7582D3D56}"/>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468A06A1-E037-6942-FBCA-305021387BA4}"/>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AE5DA8CD-F7B5-622A-ADDC-B9728985527D}"/>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504886864"/>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ADC6B-CB65-3A94-C287-7FC8C469A838}"/>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281EA2C9-E001-2557-15D5-3B08DF66D278}"/>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4DB92C-730D-F75C-6A01-F5E7E044B832}"/>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AB2374F-7B41-5010-70A8-CBED33A1D243}"/>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A1CE970A-0BD8-E22A-FC9A-C64E442DCE06}"/>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36EDB4EB-7833-B006-3807-CE22EF619CDC}"/>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534413365"/>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D11C2-3544-33E8-8BF0-E1567E75B6BF}"/>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F8221DD-9CAE-F4AF-34C7-93DEDD415F8E}"/>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EA3521D-6885-E11F-E8EF-D48B3A10C416}"/>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724328-5BE0-5C9C-7948-E814CD21B524}"/>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F8DD2C42-3964-D4C1-19CD-6C1FDDD89143}"/>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CACE3B32-A011-00EA-CFDF-E24D17B69D00}"/>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869115792"/>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AF418-488C-E058-1858-48C243BE87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FE500F-0146-CF9F-4DF4-4928610C5D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19372B-DF23-50DB-5593-47453A6FF219}"/>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04C41AB-48D8-9785-39CC-44037C9DFCE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884B8F29-83D6-6A5E-1D50-0775B0EABAFE}"/>
              </a:ext>
            </a:extLst>
          </p:cNvPr>
          <p:cNvSpPr>
            <a:spLocks noGrp="1"/>
          </p:cNvSpPr>
          <p:nvPr>
            <p:ph type="sldNum" sz="quarter" idx="12"/>
          </p:nvPr>
        </p:nvSpPr>
        <p:spPr/>
        <p:txBody>
          <a:bodyPr/>
          <a:lstStyle/>
          <a:p>
            <a:fld id="{5CA3EE8A-D467-1E43-9BF1-BA74D447CC7B}" type="slidenum">
              <a:rPr lang="en-US" smtClean="0"/>
              <a:pPr/>
              <a:t>‹#›</a:t>
            </a:fld>
            <a:endParaRPr lang="en-US"/>
          </a:p>
        </p:txBody>
      </p:sp>
    </p:spTree>
    <p:extLst>
      <p:ext uri="{BB962C8B-B14F-4D97-AF65-F5344CB8AC3E}">
        <p14:creationId xmlns:p14="http://schemas.microsoft.com/office/powerpoint/2010/main" val="1335623872"/>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CAFF7F-E323-7090-3747-B260810139D1}"/>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351B57-F253-ED6F-141E-2490BE35E4E1}"/>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4807A9-369A-BFCE-2B8D-B9744472BB47}"/>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2B1481EB-7D30-5E58-17AB-F925619D0740}"/>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4C2E476-7CF3-A498-6D73-2C6AF40AF33C}"/>
              </a:ext>
            </a:extLst>
          </p:cNvPr>
          <p:cNvSpPr>
            <a:spLocks noGrp="1"/>
          </p:cNvSpPr>
          <p:nvPr>
            <p:ph type="sldNum" sz="quarter" idx="12"/>
          </p:nvPr>
        </p:nvSpPr>
        <p:spPr/>
        <p:txBody>
          <a:bodyPr/>
          <a:lstStyle/>
          <a:p>
            <a:fld id="{8C454890-8C81-D642-A868-18D33ADD9ED7}" type="slidenum">
              <a:rPr lang="en-US" smtClean="0"/>
              <a:pPr/>
              <a:t>‹#›</a:t>
            </a:fld>
            <a:endParaRPr lang="en-US"/>
          </a:p>
        </p:txBody>
      </p:sp>
    </p:spTree>
    <p:extLst>
      <p:ext uri="{BB962C8B-B14F-4D97-AF65-F5344CB8AC3E}">
        <p14:creationId xmlns:p14="http://schemas.microsoft.com/office/powerpoint/2010/main" val="377598141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994799-D5B1-D8FB-28E8-48D9F9D536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900CFC-F2D2-0432-F27E-A2B69885D0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DF17AC-A749-3273-CAB4-032BA0255B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6DC261-C390-1645-94CE-0C58977D651F}" type="datetimeFigureOut">
              <a:rPr lang="en-US" smtClean="0"/>
              <a:t>9/22/2023</a:t>
            </a:fld>
            <a:endParaRPr lang="en-US"/>
          </a:p>
        </p:txBody>
      </p:sp>
      <p:sp>
        <p:nvSpPr>
          <p:cNvPr id="5" name="Footer Placeholder 4">
            <a:extLst>
              <a:ext uri="{FF2B5EF4-FFF2-40B4-BE49-F238E27FC236}">
                <a16:creationId xmlns:a16="http://schemas.microsoft.com/office/drawing/2014/main" id="{E556420E-F277-CA8F-2306-963C8327A2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E5201BE-2B4C-FA6B-4BCB-88404CAB8F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47CC22-2B9F-664B-9972-D3B52C865247}" type="slidenum">
              <a:rPr lang="en-US" smtClean="0"/>
              <a:t>‹#›</a:t>
            </a:fld>
            <a:endParaRPr lang="en-US"/>
          </a:p>
        </p:txBody>
      </p:sp>
    </p:spTree>
    <p:extLst>
      <p:ext uri="{BB962C8B-B14F-4D97-AF65-F5344CB8AC3E}">
        <p14:creationId xmlns:p14="http://schemas.microsoft.com/office/powerpoint/2010/main" val="29562424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59D20E-7A7F-54FD-AD17-38C4874E9D15}"/>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AFD75F-7CB4-1010-FA5F-82A29DA451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F7EBF7-BCE2-6349-3CF1-EE42512A1012}"/>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040AFBE2-3D8D-5FF0-A4CE-66D4CACEC458}"/>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345B8627-7E0E-530C-FB87-7A70CDC3331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15FAA45-AC5B-014B-9F74-53D558B73BE0}" type="slidenum">
              <a:rPr lang="en-US" smtClean="0"/>
              <a:pPr/>
              <a:t>‹#›</a:t>
            </a:fld>
            <a:endParaRPr lang="en-US"/>
          </a:p>
        </p:txBody>
      </p:sp>
    </p:spTree>
    <p:extLst>
      <p:ext uri="{BB962C8B-B14F-4D97-AF65-F5344CB8AC3E}">
        <p14:creationId xmlns:p14="http://schemas.microsoft.com/office/powerpoint/2010/main" val="2694770734"/>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mti.ici.umn.edu/"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nam10.safelinks.protection.outlook.com/?url=https%3A%2F%2Fcletoolkit.communityinclusion.org%2F&amp;data=05%7C01%7CStaci.Jones%40umb.edu%7Ceb3a4163ad5f4fbd3f5f08db2f8cd4e6%7Cb97188711ee94425953c1ace1373eb38%7C0%7C0%7C638156054197183785%7CUnknown%7CTWFpbGZsb3d8eyJWIjoiMC4wLjAwMDAiLCJQIjoiV2luMzIiLCJBTiI6Ik1haWwiLCJXVCI6Mn0%3D%7C3000%7C%7C%7C&amp;sdata=cTputWYDGOC4Wj07yNDHDztEmvXmLtLEgQJf6QaAi%2B8%3D&amp;reserved=0"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hyperlink" Target="https://www.communityinclusion.org/files/cle-toolkit/guideposts_assessment.pdf" TargetMode="External"/><Relationship Id="rId2" Type="http://schemas.openxmlformats.org/officeDocument/2006/relationships/notesSlide" Target="../notesSlides/notesSlide5.xml"/><Relationship Id="rId1" Type="http://schemas.openxmlformats.org/officeDocument/2006/relationships/slideLayout" Target="../slideLayouts/slideLayout20.xml"/><Relationship Id="rId6" Type="http://schemas.openxmlformats.org/officeDocument/2006/relationships/image" Target="../media/image9.png"/><Relationship Id="rId5" Type="http://schemas.openxmlformats.org/officeDocument/2006/relationships/image" Target="../media/image1.png"/><Relationship Id="rId4" Type="http://schemas.openxmlformats.org/officeDocument/2006/relationships/hyperlink" Target="https://cletoolkit.communityinclusion.org/"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0.xml"/><Relationship Id="rId5" Type="http://schemas.openxmlformats.org/officeDocument/2006/relationships/hyperlink" Target="https://creativecommons.org/licenses/by-nc/3.0/" TargetMode="External"/><Relationship Id="rId4" Type="http://schemas.openxmlformats.org/officeDocument/2006/relationships/hyperlink" Target="https://kboo.fm/media/77404-creating-livable-communities-all-ages-age-inclusive-advocate-gil-penalosa"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0.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hyperlink" Target="https://www.communityinclusion.org/files/cle-toolkit/guideposts_assessment.pdf"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Freeform: Shape 26">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9" name="Freeform: Shape 28">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B1D0B5-B6EE-02B9-E1F5-DAB7E0B45595}"/>
              </a:ext>
            </a:extLst>
          </p:cNvPr>
          <p:cNvSpPr>
            <a:spLocks noGrp="1"/>
          </p:cNvSpPr>
          <p:nvPr>
            <p:ph type="ctrTitle"/>
          </p:nvPr>
        </p:nvSpPr>
        <p:spPr>
          <a:xfrm>
            <a:off x="477981" y="1122363"/>
            <a:ext cx="4023360" cy="3204134"/>
          </a:xfrm>
        </p:spPr>
        <p:txBody>
          <a:bodyPr anchor="b">
            <a:normAutofit/>
          </a:bodyPr>
          <a:lstStyle/>
          <a:p>
            <a:pPr algn="l"/>
            <a:r>
              <a:rPr lang="en-US" sz="4400" dirty="0"/>
              <a:t>Community Life Engagement (CLE)</a:t>
            </a:r>
            <a:br>
              <a:rPr lang="en-US" sz="4400" dirty="0"/>
            </a:br>
            <a:r>
              <a:rPr lang="en-US" sz="4400" dirty="0"/>
              <a:t> </a:t>
            </a:r>
          </a:p>
        </p:txBody>
      </p:sp>
      <p:sp>
        <p:nvSpPr>
          <p:cNvPr id="3" name="Subtitle 2">
            <a:extLst>
              <a:ext uri="{FF2B5EF4-FFF2-40B4-BE49-F238E27FC236}">
                <a16:creationId xmlns:a16="http://schemas.microsoft.com/office/drawing/2014/main" id="{15E865C5-6DFE-E043-4964-9286B6A278C5}"/>
              </a:ext>
            </a:extLst>
          </p:cNvPr>
          <p:cNvSpPr>
            <a:spLocks noGrp="1"/>
          </p:cNvSpPr>
          <p:nvPr>
            <p:ph type="subTitle" idx="1"/>
          </p:nvPr>
        </p:nvSpPr>
        <p:spPr>
          <a:xfrm>
            <a:off x="477981" y="4872922"/>
            <a:ext cx="4123806" cy="1208141"/>
          </a:xfrm>
        </p:spPr>
        <p:txBody>
          <a:bodyPr vert="horz" lIns="91440" tIns="45720" rIns="91440" bIns="45720" rtlCol="0" anchor="t">
            <a:normAutofit lnSpcReduction="10000"/>
          </a:bodyPr>
          <a:lstStyle/>
          <a:p>
            <a:pPr algn="l"/>
            <a:r>
              <a:rPr lang="en-US" sz="2000" i="1" dirty="0">
                <a:cs typeface="Calibri"/>
              </a:rPr>
              <a:t>Setting A Vision for Day Support Services in Minnesota and an Introduction to the CLE Guideposts </a:t>
            </a:r>
            <a:endParaRPr lang="en-US" dirty="0">
              <a:cs typeface="Calibri"/>
            </a:endParaRPr>
          </a:p>
          <a:p>
            <a:pPr algn="l"/>
            <a:r>
              <a:rPr lang="en-US" sz="2000" i="1" dirty="0">
                <a:cs typeface="Calibri"/>
              </a:rPr>
              <a:t>September 22, 2023</a:t>
            </a:r>
          </a:p>
        </p:txBody>
      </p:sp>
      <p:sp>
        <p:nvSpPr>
          <p:cNvPr id="31" name="Rectangle 3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3" name="Rectangle 3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Logo&#10;&#10;Description automatically generated with medium confidence">
            <a:extLst>
              <a:ext uri="{FF2B5EF4-FFF2-40B4-BE49-F238E27FC236}">
                <a16:creationId xmlns:a16="http://schemas.microsoft.com/office/drawing/2014/main" id="{6C098842-16A1-4559-0354-E2EDE2C6CE87}"/>
              </a:ext>
            </a:extLst>
          </p:cNvPr>
          <p:cNvPicPr>
            <a:picLocks noChangeAspect="1"/>
          </p:cNvPicPr>
          <p:nvPr/>
        </p:nvPicPr>
        <p:blipFill>
          <a:blip r:embed="rId3"/>
          <a:stretch>
            <a:fillRect/>
          </a:stretch>
        </p:blipFill>
        <p:spPr>
          <a:xfrm>
            <a:off x="5414356" y="1766328"/>
            <a:ext cx="6408836" cy="3174092"/>
          </a:xfrm>
          <a:prstGeom prst="rect">
            <a:avLst/>
          </a:prstGeom>
        </p:spPr>
      </p:pic>
    </p:spTree>
    <p:extLst>
      <p:ext uri="{BB962C8B-B14F-4D97-AF65-F5344CB8AC3E}">
        <p14:creationId xmlns:p14="http://schemas.microsoft.com/office/powerpoint/2010/main" val="3636252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7">
            <a:extLst>
              <a:ext uri="{FF2B5EF4-FFF2-40B4-BE49-F238E27FC236}">
                <a16:creationId xmlns:a16="http://schemas.microsoft.com/office/drawing/2014/main" id="{E8BF0C67-DF85-430A-B677-74D959439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rgbClr val="FFFFFF"/>
          </a:solidFill>
          <a:ln w="0">
            <a:noFill/>
            <a:prstDash val="solid"/>
            <a:round/>
            <a:headEnd/>
            <a:tailEnd/>
          </a:ln>
        </p:spPr>
        <p:txBody>
          <a:bodyPr rtlCol="0" anchor="ctr"/>
          <a:lstStyle/>
          <a:p>
            <a:pPr algn="ctr" defTabSz="457200"/>
            <a:endParaRPr lang="en-US">
              <a:solidFill>
                <a:schemeClr val="tx1"/>
              </a:solidFill>
            </a:endParaRPr>
          </a:p>
        </p:txBody>
      </p:sp>
      <p:sp>
        <p:nvSpPr>
          <p:cNvPr id="19" name="Rectangle 9">
            <a:extLst>
              <a:ext uri="{FF2B5EF4-FFF2-40B4-BE49-F238E27FC236}">
                <a16:creationId xmlns:a16="http://schemas.microsoft.com/office/drawing/2014/main" id="{751BAC80-2398-422A-9AA2-2489F01EF9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wrap="square" rtlCol="0" anchor="ctr">
            <a:noAutofit/>
          </a:bodyPr>
          <a:lstStyle/>
          <a:p>
            <a:pPr algn="ctr"/>
            <a:endParaRPr lang="en-US"/>
          </a:p>
        </p:txBody>
      </p:sp>
      <p:sp useBgFill="1">
        <p:nvSpPr>
          <p:cNvPr id="20" name="Freeform: Shape 11">
            <a:extLst>
              <a:ext uri="{FF2B5EF4-FFF2-40B4-BE49-F238E27FC236}">
                <a16:creationId xmlns:a16="http://schemas.microsoft.com/office/drawing/2014/main" id="{34A3EF12-7620-4D66-ACFC-B9F71BAD8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96401" y="0"/>
            <a:ext cx="10095599" cy="6858000"/>
          </a:xfrm>
          <a:custGeom>
            <a:avLst/>
            <a:gdLst>
              <a:gd name="connsiteX0" fmla="*/ 0 w 10095599"/>
              <a:gd name="connsiteY0" fmla="*/ 0 h 6858000"/>
              <a:gd name="connsiteX1" fmla="*/ 7448352 w 10095599"/>
              <a:gd name="connsiteY1" fmla="*/ 0 h 6858000"/>
              <a:gd name="connsiteX2" fmla="*/ 9446485 w 10095599"/>
              <a:gd name="connsiteY2" fmla="*/ 0 h 6858000"/>
              <a:gd name="connsiteX3" fmla="*/ 10095599 w 10095599"/>
              <a:gd name="connsiteY3" fmla="*/ 0 h 6858000"/>
              <a:gd name="connsiteX4" fmla="*/ 10095599 w 10095599"/>
              <a:gd name="connsiteY4" fmla="*/ 6858000 h 6858000"/>
              <a:gd name="connsiteX5" fmla="*/ 9446485 w 10095599"/>
              <a:gd name="connsiteY5" fmla="*/ 6858000 h 6858000"/>
              <a:gd name="connsiteX6" fmla="*/ 7448352 w 10095599"/>
              <a:gd name="connsiteY6" fmla="*/ 6858000 h 6858000"/>
              <a:gd name="connsiteX7" fmla="*/ 0 w 10095599"/>
              <a:gd name="connsiteY7" fmla="*/ 6858000 h 6858000"/>
              <a:gd name="connsiteX8" fmla="*/ 1587 w 10095599"/>
              <a:gd name="connsiteY8" fmla="*/ 6789738 h 6858000"/>
              <a:gd name="connsiteX9" fmla="*/ 9525 w 10095599"/>
              <a:gd name="connsiteY9" fmla="*/ 6729413 h 6858000"/>
              <a:gd name="connsiteX10" fmla="*/ 20637 w 10095599"/>
              <a:gd name="connsiteY10" fmla="*/ 6677025 h 6858000"/>
              <a:gd name="connsiteX11" fmla="*/ 34925 w 10095599"/>
              <a:gd name="connsiteY11" fmla="*/ 6630988 h 6858000"/>
              <a:gd name="connsiteX12" fmla="*/ 50800 w 10095599"/>
              <a:gd name="connsiteY12" fmla="*/ 6589713 h 6858000"/>
              <a:gd name="connsiteX13" fmla="*/ 69850 w 10095599"/>
              <a:gd name="connsiteY13" fmla="*/ 6553200 h 6858000"/>
              <a:gd name="connsiteX14" fmla="*/ 88900 w 10095599"/>
              <a:gd name="connsiteY14" fmla="*/ 6515100 h 6858000"/>
              <a:gd name="connsiteX15" fmla="*/ 107950 w 10095599"/>
              <a:gd name="connsiteY15" fmla="*/ 6477000 h 6858000"/>
              <a:gd name="connsiteX16" fmla="*/ 123825 w 10095599"/>
              <a:gd name="connsiteY16" fmla="*/ 6440488 h 6858000"/>
              <a:gd name="connsiteX17" fmla="*/ 139700 w 10095599"/>
              <a:gd name="connsiteY17" fmla="*/ 6399213 h 6858000"/>
              <a:gd name="connsiteX18" fmla="*/ 155575 w 10095599"/>
              <a:gd name="connsiteY18" fmla="*/ 6353175 h 6858000"/>
              <a:gd name="connsiteX19" fmla="*/ 166687 w 10095599"/>
              <a:gd name="connsiteY19" fmla="*/ 6300788 h 6858000"/>
              <a:gd name="connsiteX20" fmla="*/ 173037 w 10095599"/>
              <a:gd name="connsiteY20" fmla="*/ 6240463 h 6858000"/>
              <a:gd name="connsiteX21" fmla="*/ 176212 w 10095599"/>
              <a:gd name="connsiteY21" fmla="*/ 6172200 h 6858000"/>
              <a:gd name="connsiteX22" fmla="*/ 173037 w 10095599"/>
              <a:gd name="connsiteY22" fmla="*/ 6103938 h 6858000"/>
              <a:gd name="connsiteX23" fmla="*/ 166687 w 10095599"/>
              <a:gd name="connsiteY23" fmla="*/ 6043613 h 6858000"/>
              <a:gd name="connsiteX24" fmla="*/ 155575 w 10095599"/>
              <a:gd name="connsiteY24" fmla="*/ 5991225 h 6858000"/>
              <a:gd name="connsiteX25" fmla="*/ 139700 w 10095599"/>
              <a:gd name="connsiteY25" fmla="*/ 5945188 h 6858000"/>
              <a:gd name="connsiteX26" fmla="*/ 123825 w 10095599"/>
              <a:gd name="connsiteY26" fmla="*/ 5903913 h 6858000"/>
              <a:gd name="connsiteX27" fmla="*/ 107950 w 10095599"/>
              <a:gd name="connsiteY27" fmla="*/ 5867400 h 6858000"/>
              <a:gd name="connsiteX28" fmla="*/ 88900 w 10095599"/>
              <a:gd name="connsiteY28" fmla="*/ 5829300 h 6858000"/>
              <a:gd name="connsiteX29" fmla="*/ 69850 w 10095599"/>
              <a:gd name="connsiteY29" fmla="*/ 5791200 h 6858000"/>
              <a:gd name="connsiteX30" fmla="*/ 50800 w 10095599"/>
              <a:gd name="connsiteY30" fmla="*/ 5754688 h 6858000"/>
              <a:gd name="connsiteX31" fmla="*/ 34925 w 10095599"/>
              <a:gd name="connsiteY31" fmla="*/ 5713413 h 6858000"/>
              <a:gd name="connsiteX32" fmla="*/ 20637 w 10095599"/>
              <a:gd name="connsiteY32" fmla="*/ 5667375 h 6858000"/>
              <a:gd name="connsiteX33" fmla="*/ 9525 w 10095599"/>
              <a:gd name="connsiteY33" fmla="*/ 5614988 h 6858000"/>
              <a:gd name="connsiteX34" fmla="*/ 1587 w 10095599"/>
              <a:gd name="connsiteY34" fmla="*/ 5554663 h 6858000"/>
              <a:gd name="connsiteX35" fmla="*/ 0 w 10095599"/>
              <a:gd name="connsiteY35" fmla="*/ 5486400 h 6858000"/>
              <a:gd name="connsiteX36" fmla="*/ 1587 w 10095599"/>
              <a:gd name="connsiteY36" fmla="*/ 5418138 h 6858000"/>
              <a:gd name="connsiteX37" fmla="*/ 9525 w 10095599"/>
              <a:gd name="connsiteY37" fmla="*/ 5357813 h 6858000"/>
              <a:gd name="connsiteX38" fmla="*/ 20637 w 10095599"/>
              <a:gd name="connsiteY38" fmla="*/ 5305425 h 6858000"/>
              <a:gd name="connsiteX39" fmla="*/ 34925 w 10095599"/>
              <a:gd name="connsiteY39" fmla="*/ 5259388 h 6858000"/>
              <a:gd name="connsiteX40" fmla="*/ 50800 w 10095599"/>
              <a:gd name="connsiteY40" fmla="*/ 5218113 h 6858000"/>
              <a:gd name="connsiteX41" fmla="*/ 69850 w 10095599"/>
              <a:gd name="connsiteY41" fmla="*/ 5181600 h 6858000"/>
              <a:gd name="connsiteX42" fmla="*/ 88900 w 10095599"/>
              <a:gd name="connsiteY42" fmla="*/ 5143500 h 6858000"/>
              <a:gd name="connsiteX43" fmla="*/ 107950 w 10095599"/>
              <a:gd name="connsiteY43" fmla="*/ 5105400 h 6858000"/>
              <a:gd name="connsiteX44" fmla="*/ 123825 w 10095599"/>
              <a:gd name="connsiteY44" fmla="*/ 5068888 h 6858000"/>
              <a:gd name="connsiteX45" fmla="*/ 139700 w 10095599"/>
              <a:gd name="connsiteY45" fmla="*/ 5027613 h 6858000"/>
              <a:gd name="connsiteX46" fmla="*/ 155575 w 10095599"/>
              <a:gd name="connsiteY46" fmla="*/ 4981575 h 6858000"/>
              <a:gd name="connsiteX47" fmla="*/ 166687 w 10095599"/>
              <a:gd name="connsiteY47" fmla="*/ 4929188 h 6858000"/>
              <a:gd name="connsiteX48" fmla="*/ 173037 w 10095599"/>
              <a:gd name="connsiteY48" fmla="*/ 4868863 h 6858000"/>
              <a:gd name="connsiteX49" fmla="*/ 176212 w 10095599"/>
              <a:gd name="connsiteY49" fmla="*/ 4800600 h 6858000"/>
              <a:gd name="connsiteX50" fmla="*/ 173037 w 10095599"/>
              <a:gd name="connsiteY50" fmla="*/ 4732338 h 6858000"/>
              <a:gd name="connsiteX51" fmla="*/ 166687 w 10095599"/>
              <a:gd name="connsiteY51" fmla="*/ 4672013 h 6858000"/>
              <a:gd name="connsiteX52" fmla="*/ 155575 w 10095599"/>
              <a:gd name="connsiteY52" fmla="*/ 4619625 h 6858000"/>
              <a:gd name="connsiteX53" fmla="*/ 139700 w 10095599"/>
              <a:gd name="connsiteY53" fmla="*/ 4573588 h 6858000"/>
              <a:gd name="connsiteX54" fmla="*/ 123825 w 10095599"/>
              <a:gd name="connsiteY54" fmla="*/ 4532313 h 6858000"/>
              <a:gd name="connsiteX55" fmla="*/ 107950 w 10095599"/>
              <a:gd name="connsiteY55" fmla="*/ 4495800 h 6858000"/>
              <a:gd name="connsiteX56" fmla="*/ 69850 w 10095599"/>
              <a:gd name="connsiteY56" fmla="*/ 4419600 h 6858000"/>
              <a:gd name="connsiteX57" fmla="*/ 50800 w 10095599"/>
              <a:gd name="connsiteY57" fmla="*/ 4383088 h 6858000"/>
              <a:gd name="connsiteX58" fmla="*/ 34925 w 10095599"/>
              <a:gd name="connsiteY58" fmla="*/ 4341813 h 6858000"/>
              <a:gd name="connsiteX59" fmla="*/ 20637 w 10095599"/>
              <a:gd name="connsiteY59" fmla="*/ 4295775 h 6858000"/>
              <a:gd name="connsiteX60" fmla="*/ 9525 w 10095599"/>
              <a:gd name="connsiteY60" fmla="*/ 4243388 h 6858000"/>
              <a:gd name="connsiteX61" fmla="*/ 1587 w 10095599"/>
              <a:gd name="connsiteY61" fmla="*/ 4183063 h 6858000"/>
              <a:gd name="connsiteX62" fmla="*/ 0 w 10095599"/>
              <a:gd name="connsiteY62" fmla="*/ 4114800 h 6858000"/>
              <a:gd name="connsiteX63" fmla="*/ 1587 w 10095599"/>
              <a:gd name="connsiteY63" fmla="*/ 4046538 h 6858000"/>
              <a:gd name="connsiteX64" fmla="*/ 9525 w 10095599"/>
              <a:gd name="connsiteY64" fmla="*/ 3986213 h 6858000"/>
              <a:gd name="connsiteX65" fmla="*/ 20637 w 10095599"/>
              <a:gd name="connsiteY65" fmla="*/ 3933825 h 6858000"/>
              <a:gd name="connsiteX66" fmla="*/ 34925 w 10095599"/>
              <a:gd name="connsiteY66" fmla="*/ 3887788 h 6858000"/>
              <a:gd name="connsiteX67" fmla="*/ 50800 w 10095599"/>
              <a:gd name="connsiteY67" fmla="*/ 3846513 h 6858000"/>
              <a:gd name="connsiteX68" fmla="*/ 69850 w 10095599"/>
              <a:gd name="connsiteY68" fmla="*/ 3810000 h 6858000"/>
              <a:gd name="connsiteX69" fmla="*/ 88900 w 10095599"/>
              <a:gd name="connsiteY69" fmla="*/ 3771900 h 6858000"/>
              <a:gd name="connsiteX70" fmla="*/ 107950 w 10095599"/>
              <a:gd name="connsiteY70" fmla="*/ 3733800 h 6858000"/>
              <a:gd name="connsiteX71" fmla="*/ 123825 w 10095599"/>
              <a:gd name="connsiteY71" fmla="*/ 3697288 h 6858000"/>
              <a:gd name="connsiteX72" fmla="*/ 139700 w 10095599"/>
              <a:gd name="connsiteY72" fmla="*/ 3656013 h 6858000"/>
              <a:gd name="connsiteX73" fmla="*/ 155575 w 10095599"/>
              <a:gd name="connsiteY73" fmla="*/ 3609975 h 6858000"/>
              <a:gd name="connsiteX74" fmla="*/ 166687 w 10095599"/>
              <a:gd name="connsiteY74" fmla="*/ 3557588 h 6858000"/>
              <a:gd name="connsiteX75" fmla="*/ 173037 w 10095599"/>
              <a:gd name="connsiteY75" fmla="*/ 3497263 h 6858000"/>
              <a:gd name="connsiteX76" fmla="*/ 176212 w 10095599"/>
              <a:gd name="connsiteY76" fmla="*/ 3427413 h 6858000"/>
              <a:gd name="connsiteX77" fmla="*/ 173037 w 10095599"/>
              <a:gd name="connsiteY77" fmla="*/ 3360738 h 6858000"/>
              <a:gd name="connsiteX78" fmla="*/ 166687 w 10095599"/>
              <a:gd name="connsiteY78" fmla="*/ 3300413 h 6858000"/>
              <a:gd name="connsiteX79" fmla="*/ 155575 w 10095599"/>
              <a:gd name="connsiteY79" fmla="*/ 3248025 h 6858000"/>
              <a:gd name="connsiteX80" fmla="*/ 139700 w 10095599"/>
              <a:gd name="connsiteY80" fmla="*/ 3201988 h 6858000"/>
              <a:gd name="connsiteX81" fmla="*/ 123825 w 10095599"/>
              <a:gd name="connsiteY81" fmla="*/ 3160713 h 6858000"/>
              <a:gd name="connsiteX82" fmla="*/ 107950 w 10095599"/>
              <a:gd name="connsiteY82" fmla="*/ 3124200 h 6858000"/>
              <a:gd name="connsiteX83" fmla="*/ 88900 w 10095599"/>
              <a:gd name="connsiteY83" fmla="*/ 3086100 h 6858000"/>
              <a:gd name="connsiteX84" fmla="*/ 69850 w 10095599"/>
              <a:gd name="connsiteY84" fmla="*/ 3048000 h 6858000"/>
              <a:gd name="connsiteX85" fmla="*/ 50800 w 10095599"/>
              <a:gd name="connsiteY85" fmla="*/ 3011488 h 6858000"/>
              <a:gd name="connsiteX86" fmla="*/ 34925 w 10095599"/>
              <a:gd name="connsiteY86" fmla="*/ 2970213 h 6858000"/>
              <a:gd name="connsiteX87" fmla="*/ 20637 w 10095599"/>
              <a:gd name="connsiteY87" fmla="*/ 2924175 h 6858000"/>
              <a:gd name="connsiteX88" fmla="*/ 9525 w 10095599"/>
              <a:gd name="connsiteY88" fmla="*/ 2871788 h 6858000"/>
              <a:gd name="connsiteX89" fmla="*/ 1587 w 10095599"/>
              <a:gd name="connsiteY89" fmla="*/ 2811463 h 6858000"/>
              <a:gd name="connsiteX90" fmla="*/ 0 w 10095599"/>
              <a:gd name="connsiteY90" fmla="*/ 2743200 h 6858000"/>
              <a:gd name="connsiteX91" fmla="*/ 1587 w 10095599"/>
              <a:gd name="connsiteY91" fmla="*/ 2674938 h 6858000"/>
              <a:gd name="connsiteX92" fmla="*/ 9525 w 10095599"/>
              <a:gd name="connsiteY92" fmla="*/ 2614613 h 6858000"/>
              <a:gd name="connsiteX93" fmla="*/ 20637 w 10095599"/>
              <a:gd name="connsiteY93" fmla="*/ 2562225 h 6858000"/>
              <a:gd name="connsiteX94" fmla="*/ 34925 w 10095599"/>
              <a:gd name="connsiteY94" fmla="*/ 2516188 h 6858000"/>
              <a:gd name="connsiteX95" fmla="*/ 50800 w 10095599"/>
              <a:gd name="connsiteY95" fmla="*/ 2474913 h 6858000"/>
              <a:gd name="connsiteX96" fmla="*/ 69850 w 10095599"/>
              <a:gd name="connsiteY96" fmla="*/ 2438400 h 6858000"/>
              <a:gd name="connsiteX97" fmla="*/ 88900 w 10095599"/>
              <a:gd name="connsiteY97" fmla="*/ 2400300 h 6858000"/>
              <a:gd name="connsiteX98" fmla="*/ 107950 w 10095599"/>
              <a:gd name="connsiteY98" fmla="*/ 2362200 h 6858000"/>
              <a:gd name="connsiteX99" fmla="*/ 123825 w 10095599"/>
              <a:gd name="connsiteY99" fmla="*/ 2325688 h 6858000"/>
              <a:gd name="connsiteX100" fmla="*/ 139700 w 10095599"/>
              <a:gd name="connsiteY100" fmla="*/ 2284413 h 6858000"/>
              <a:gd name="connsiteX101" fmla="*/ 155575 w 10095599"/>
              <a:gd name="connsiteY101" fmla="*/ 2238375 h 6858000"/>
              <a:gd name="connsiteX102" fmla="*/ 166687 w 10095599"/>
              <a:gd name="connsiteY102" fmla="*/ 2185988 h 6858000"/>
              <a:gd name="connsiteX103" fmla="*/ 173037 w 10095599"/>
              <a:gd name="connsiteY103" fmla="*/ 2125663 h 6858000"/>
              <a:gd name="connsiteX104" fmla="*/ 176212 w 10095599"/>
              <a:gd name="connsiteY104" fmla="*/ 2057400 h 6858000"/>
              <a:gd name="connsiteX105" fmla="*/ 173037 w 10095599"/>
              <a:gd name="connsiteY105" fmla="*/ 1989138 h 6858000"/>
              <a:gd name="connsiteX106" fmla="*/ 166687 w 10095599"/>
              <a:gd name="connsiteY106" fmla="*/ 1928813 h 6858000"/>
              <a:gd name="connsiteX107" fmla="*/ 155575 w 10095599"/>
              <a:gd name="connsiteY107" fmla="*/ 1876425 h 6858000"/>
              <a:gd name="connsiteX108" fmla="*/ 139700 w 10095599"/>
              <a:gd name="connsiteY108" fmla="*/ 1830388 h 6858000"/>
              <a:gd name="connsiteX109" fmla="*/ 123825 w 10095599"/>
              <a:gd name="connsiteY109" fmla="*/ 1789113 h 6858000"/>
              <a:gd name="connsiteX110" fmla="*/ 107950 w 10095599"/>
              <a:gd name="connsiteY110" fmla="*/ 1752600 h 6858000"/>
              <a:gd name="connsiteX111" fmla="*/ 88900 w 10095599"/>
              <a:gd name="connsiteY111" fmla="*/ 1714500 h 6858000"/>
              <a:gd name="connsiteX112" fmla="*/ 69850 w 10095599"/>
              <a:gd name="connsiteY112" fmla="*/ 1676400 h 6858000"/>
              <a:gd name="connsiteX113" fmla="*/ 50800 w 10095599"/>
              <a:gd name="connsiteY113" fmla="*/ 1639888 h 6858000"/>
              <a:gd name="connsiteX114" fmla="*/ 34925 w 10095599"/>
              <a:gd name="connsiteY114" fmla="*/ 1598613 h 6858000"/>
              <a:gd name="connsiteX115" fmla="*/ 20637 w 10095599"/>
              <a:gd name="connsiteY115" fmla="*/ 1552575 h 6858000"/>
              <a:gd name="connsiteX116" fmla="*/ 9525 w 10095599"/>
              <a:gd name="connsiteY116" fmla="*/ 1500188 h 6858000"/>
              <a:gd name="connsiteX117" fmla="*/ 1587 w 10095599"/>
              <a:gd name="connsiteY117" fmla="*/ 1439863 h 6858000"/>
              <a:gd name="connsiteX118" fmla="*/ 0 w 10095599"/>
              <a:gd name="connsiteY118" fmla="*/ 1371600 h 6858000"/>
              <a:gd name="connsiteX119" fmla="*/ 1587 w 10095599"/>
              <a:gd name="connsiteY119" fmla="*/ 1303338 h 6858000"/>
              <a:gd name="connsiteX120" fmla="*/ 9525 w 10095599"/>
              <a:gd name="connsiteY120" fmla="*/ 1243013 h 6858000"/>
              <a:gd name="connsiteX121" fmla="*/ 20637 w 10095599"/>
              <a:gd name="connsiteY121" fmla="*/ 1190625 h 6858000"/>
              <a:gd name="connsiteX122" fmla="*/ 34925 w 10095599"/>
              <a:gd name="connsiteY122" fmla="*/ 1144588 h 6858000"/>
              <a:gd name="connsiteX123" fmla="*/ 50800 w 10095599"/>
              <a:gd name="connsiteY123" fmla="*/ 1103313 h 6858000"/>
              <a:gd name="connsiteX124" fmla="*/ 69850 w 10095599"/>
              <a:gd name="connsiteY124" fmla="*/ 1066800 h 6858000"/>
              <a:gd name="connsiteX125" fmla="*/ 88900 w 10095599"/>
              <a:gd name="connsiteY125" fmla="*/ 1028700 h 6858000"/>
              <a:gd name="connsiteX126" fmla="*/ 107950 w 10095599"/>
              <a:gd name="connsiteY126" fmla="*/ 990600 h 6858000"/>
              <a:gd name="connsiteX127" fmla="*/ 123825 w 10095599"/>
              <a:gd name="connsiteY127" fmla="*/ 954088 h 6858000"/>
              <a:gd name="connsiteX128" fmla="*/ 139700 w 10095599"/>
              <a:gd name="connsiteY128" fmla="*/ 912813 h 6858000"/>
              <a:gd name="connsiteX129" fmla="*/ 155575 w 10095599"/>
              <a:gd name="connsiteY129" fmla="*/ 866775 h 6858000"/>
              <a:gd name="connsiteX130" fmla="*/ 166687 w 10095599"/>
              <a:gd name="connsiteY130" fmla="*/ 814388 h 6858000"/>
              <a:gd name="connsiteX131" fmla="*/ 173037 w 10095599"/>
              <a:gd name="connsiteY131" fmla="*/ 754063 h 6858000"/>
              <a:gd name="connsiteX132" fmla="*/ 176212 w 10095599"/>
              <a:gd name="connsiteY132" fmla="*/ 685800 h 6858000"/>
              <a:gd name="connsiteX133" fmla="*/ 173037 w 10095599"/>
              <a:gd name="connsiteY133" fmla="*/ 617538 h 6858000"/>
              <a:gd name="connsiteX134" fmla="*/ 166687 w 10095599"/>
              <a:gd name="connsiteY134" fmla="*/ 557213 h 6858000"/>
              <a:gd name="connsiteX135" fmla="*/ 155575 w 10095599"/>
              <a:gd name="connsiteY135" fmla="*/ 504825 h 6858000"/>
              <a:gd name="connsiteX136" fmla="*/ 139700 w 10095599"/>
              <a:gd name="connsiteY136" fmla="*/ 458788 h 6858000"/>
              <a:gd name="connsiteX137" fmla="*/ 123825 w 10095599"/>
              <a:gd name="connsiteY137" fmla="*/ 417513 h 6858000"/>
              <a:gd name="connsiteX138" fmla="*/ 107950 w 10095599"/>
              <a:gd name="connsiteY138" fmla="*/ 381000 h 6858000"/>
              <a:gd name="connsiteX139" fmla="*/ 88900 w 10095599"/>
              <a:gd name="connsiteY139" fmla="*/ 342900 h 6858000"/>
              <a:gd name="connsiteX140" fmla="*/ 69850 w 10095599"/>
              <a:gd name="connsiteY140" fmla="*/ 304800 h 6858000"/>
              <a:gd name="connsiteX141" fmla="*/ 50800 w 10095599"/>
              <a:gd name="connsiteY141" fmla="*/ 268288 h 6858000"/>
              <a:gd name="connsiteX142" fmla="*/ 34925 w 10095599"/>
              <a:gd name="connsiteY142" fmla="*/ 227013 h 6858000"/>
              <a:gd name="connsiteX143" fmla="*/ 20637 w 10095599"/>
              <a:gd name="connsiteY143" fmla="*/ 180975 h 6858000"/>
              <a:gd name="connsiteX144" fmla="*/ 9525 w 10095599"/>
              <a:gd name="connsiteY144" fmla="*/ 128588 h 6858000"/>
              <a:gd name="connsiteX145" fmla="*/ 1587 w 10095599"/>
              <a:gd name="connsiteY145" fmla="*/ 682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0095599" h="6858000">
                <a:moveTo>
                  <a:pt x="0" y="0"/>
                </a:moveTo>
                <a:lnTo>
                  <a:pt x="7448352" y="0"/>
                </a:lnTo>
                <a:lnTo>
                  <a:pt x="9446485" y="0"/>
                </a:lnTo>
                <a:lnTo>
                  <a:pt x="10095599" y="0"/>
                </a:lnTo>
                <a:lnTo>
                  <a:pt x="10095599" y="6858000"/>
                </a:lnTo>
                <a:lnTo>
                  <a:pt x="9446485" y="6858000"/>
                </a:lnTo>
                <a:lnTo>
                  <a:pt x="7448352" y="6858000"/>
                </a:lnTo>
                <a:lnTo>
                  <a:pt x="0" y="6858000"/>
                </a:lnTo>
                <a:lnTo>
                  <a:pt x="1587" y="6789738"/>
                </a:lnTo>
                <a:lnTo>
                  <a:pt x="9525" y="6729413"/>
                </a:lnTo>
                <a:lnTo>
                  <a:pt x="20637" y="6677025"/>
                </a:lnTo>
                <a:lnTo>
                  <a:pt x="34925" y="6630988"/>
                </a:lnTo>
                <a:lnTo>
                  <a:pt x="50800" y="6589713"/>
                </a:lnTo>
                <a:lnTo>
                  <a:pt x="69850" y="6553200"/>
                </a:lnTo>
                <a:lnTo>
                  <a:pt x="88900" y="6515100"/>
                </a:lnTo>
                <a:lnTo>
                  <a:pt x="107950" y="6477000"/>
                </a:lnTo>
                <a:lnTo>
                  <a:pt x="123825" y="6440488"/>
                </a:lnTo>
                <a:lnTo>
                  <a:pt x="139700" y="6399213"/>
                </a:lnTo>
                <a:lnTo>
                  <a:pt x="155575" y="6353175"/>
                </a:lnTo>
                <a:lnTo>
                  <a:pt x="166687" y="6300788"/>
                </a:lnTo>
                <a:lnTo>
                  <a:pt x="173037" y="6240463"/>
                </a:lnTo>
                <a:lnTo>
                  <a:pt x="176212" y="6172200"/>
                </a:lnTo>
                <a:lnTo>
                  <a:pt x="173037" y="6103938"/>
                </a:lnTo>
                <a:lnTo>
                  <a:pt x="166687" y="6043613"/>
                </a:lnTo>
                <a:lnTo>
                  <a:pt x="155575" y="5991225"/>
                </a:lnTo>
                <a:lnTo>
                  <a:pt x="139700" y="5945188"/>
                </a:lnTo>
                <a:lnTo>
                  <a:pt x="123825" y="5903913"/>
                </a:lnTo>
                <a:lnTo>
                  <a:pt x="107950" y="5867400"/>
                </a:lnTo>
                <a:lnTo>
                  <a:pt x="88900" y="5829300"/>
                </a:lnTo>
                <a:lnTo>
                  <a:pt x="69850" y="5791200"/>
                </a:lnTo>
                <a:lnTo>
                  <a:pt x="50800" y="5754688"/>
                </a:lnTo>
                <a:lnTo>
                  <a:pt x="34925" y="5713413"/>
                </a:lnTo>
                <a:lnTo>
                  <a:pt x="20637" y="5667375"/>
                </a:lnTo>
                <a:lnTo>
                  <a:pt x="9525" y="5614988"/>
                </a:lnTo>
                <a:lnTo>
                  <a:pt x="1587" y="5554663"/>
                </a:lnTo>
                <a:lnTo>
                  <a:pt x="0" y="5486400"/>
                </a:lnTo>
                <a:lnTo>
                  <a:pt x="1587" y="5418138"/>
                </a:lnTo>
                <a:lnTo>
                  <a:pt x="9525" y="5357813"/>
                </a:lnTo>
                <a:lnTo>
                  <a:pt x="20637" y="5305425"/>
                </a:lnTo>
                <a:lnTo>
                  <a:pt x="34925" y="5259388"/>
                </a:lnTo>
                <a:lnTo>
                  <a:pt x="50800" y="5218113"/>
                </a:lnTo>
                <a:lnTo>
                  <a:pt x="69850" y="5181600"/>
                </a:lnTo>
                <a:lnTo>
                  <a:pt x="88900" y="5143500"/>
                </a:lnTo>
                <a:lnTo>
                  <a:pt x="107950" y="5105400"/>
                </a:lnTo>
                <a:lnTo>
                  <a:pt x="123825" y="5068888"/>
                </a:lnTo>
                <a:lnTo>
                  <a:pt x="139700" y="5027613"/>
                </a:lnTo>
                <a:lnTo>
                  <a:pt x="155575" y="4981575"/>
                </a:lnTo>
                <a:lnTo>
                  <a:pt x="166687" y="4929188"/>
                </a:lnTo>
                <a:lnTo>
                  <a:pt x="173037" y="4868863"/>
                </a:lnTo>
                <a:lnTo>
                  <a:pt x="176212" y="4800600"/>
                </a:lnTo>
                <a:lnTo>
                  <a:pt x="173037" y="4732338"/>
                </a:lnTo>
                <a:lnTo>
                  <a:pt x="166687" y="4672013"/>
                </a:lnTo>
                <a:lnTo>
                  <a:pt x="155575" y="4619625"/>
                </a:lnTo>
                <a:lnTo>
                  <a:pt x="139700" y="4573588"/>
                </a:lnTo>
                <a:lnTo>
                  <a:pt x="123825" y="4532313"/>
                </a:lnTo>
                <a:lnTo>
                  <a:pt x="107950" y="4495800"/>
                </a:lnTo>
                <a:lnTo>
                  <a:pt x="69850" y="4419600"/>
                </a:lnTo>
                <a:lnTo>
                  <a:pt x="50800" y="4383088"/>
                </a:lnTo>
                <a:lnTo>
                  <a:pt x="34925" y="4341813"/>
                </a:lnTo>
                <a:lnTo>
                  <a:pt x="20637" y="4295775"/>
                </a:lnTo>
                <a:lnTo>
                  <a:pt x="9525" y="4243388"/>
                </a:lnTo>
                <a:lnTo>
                  <a:pt x="1587" y="4183063"/>
                </a:lnTo>
                <a:lnTo>
                  <a:pt x="0" y="4114800"/>
                </a:lnTo>
                <a:lnTo>
                  <a:pt x="1587" y="4046538"/>
                </a:lnTo>
                <a:lnTo>
                  <a:pt x="9525" y="3986213"/>
                </a:lnTo>
                <a:lnTo>
                  <a:pt x="20637" y="3933825"/>
                </a:lnTo>
                <a:lnTo>
                  <a:pt x="34925" y="3887788"/>
                </a:lnTo>
                <a:lnTo>
                  <a:pt x="50800" y="3846513"/>
                </a:lnTo>
                <a:lnTo>
                  <a:pt x="69850" y="3810000"/>
                </a:lnTo>
                <a:lnTo>
                  <a:pt x="88900" y="3771900"/>
                </a:lnTo>
                <a:lnTo>
                  <a:pt x="107950" y="3733800"/>
                </a:lnTo>
                <a:lnTo>
                  <a:pt x="123825" y="3697288"/>
                </a:lnTo>
                <a:lnTo>
                  <a:pt x="139700" y="3656013"/>
                </a:lnTo>
                <a:lnTo>
                  <a:pt x="155575" y="3609975"/>
                </a:lnTo>
                <a:lnTo>
                  <a:pt x="166687" y="3557588"/>
                </a:lnTo>
                <a:lnTo>
                  <a:pt x="173037" y="3497263"/>
                </a:lnTo>
                <a:lnTo>
                  <a:pt x="176212" y="3427413"/>
                </a:lnTo>
                <a:lnTo>
                  <a:pt x="173037" y="3360738"/>
                </a:lnTo>
                <a:lnTo>
                  <a:pt x="166687" y="3300413"/>
                </a:lnTo>
                <a:lnTo>
                  <a:pt x="155575" y="3248025"/>
                </a:lnTo>
                <a:lnTo>
                  <a:pt x="139700" y="3201988"/>
                </a:lnTo>
                <a:lnTo>
                  <a:pt x="123825" y="3160713"/>
                </a:lnTo>
                <a:lnTo>
                  <a:pt x="107950" y="3124200"/>
                </a:lnTo>
                <a:lnTo>
                  <a:pt x="88900" y="3086100"/>
                </a:lnTo>
                <a:lnTo>
                  <a:pt x="69850" y="3048000"/>
                </a:lnTo>
                <a:lnTo>
                  <a:pt x="50800" y="3011488"/>
                </a:lnTo>
                <a:lnTo>
                  <a:pt x="34925" y="2970213"/>
                </a:lnTo>
                <a:lnTo>
                  <a:pt x="20637" y="2924175"/>
                </a:lnTo>
                <a:lnTo>
                  <a:pt x="9525" y="2871788"/>
                </a:lnTo>
                <a:lnTo>
                  <a:pt x="1587" y="2811463"/>
                </a:lnTo>
                <a:lnTo>
                  <a:pt x="0" y="2743200"/>
                </a:lnTo>
                <a:lnTo>
                  <a:pt x="1587" y="2674938"/>
                </a:lnTo>
                <a:lnTo>
                  <a:pt x="9525" y="2614613"/>
                </a:lnTo>
                <a:lnTo>
                  <a:pt x="20637" y="2562225"/>
                </a:lnTo>
                <a:lnTo>
                  <a:pt x="34925" y="2516188"/>
                </a:lnTo>
                <a:lnTo>
                  <a:pt x="50800" y="2474913"/>
                </a:lnTo>
                <a:lnTo>
                  <a:pt x="69850" y="2438400"/>
                </a:lnTo>
                <a:lnTo>
                  <a:pt x="88900" y="2400300"/>
                </a:lnTo>
                <a:lnTo>
                  <a:pt x="107950" y="2362200"/>
                </a:lnTo>
                <a:lnTo>
                  <a:pt x="123825" y="2325688"/>
                </a:lnTo>
                <a:lnTo>
                  <a:pt x="139700" y="2284413"/>
                </a:lnTo>
                <a:lnTo>
                  <a:pt x="155575" y="2238375"/>
                </a:lnTo>
                <a:lnTo>
                  <a:pt x="166687" y="2185988"/>
                </a:lnTo>
                <a:lnTo>
                  <a:pt x="173037" y="2125663"/>
                </a:lnTo>
                <a:lnTo>
                  <a:pt x="176212" y="2057400"/>
                </a:lnTo>
                <a:lnTo>
                  <a:pt x="173037" y="1989138"/>
                </a:lnTo>
                <a:lnTo>
                  <a:pt x="166687" y="1928813"/>
                </a:lnTo>
                <a:lnTo>
                  <a:pt x="155575" y="1876425"/>
                </a:lnTo>
                <a:lnTo>
                  <a:pt x="139700" y="1830388"/>
                </a:lnTo>
                <a:lnTo>
                  <a:pt x="123825" y="1789113"/>
                </a:lnTo>
                <a:lnTo>
                  <a:pt x="107950" y="1752600"/>
                </a:lnTo>
                <a:lnTo>
                  <a:pt x="88900" y="1714500"/>
                </a:lnTo>
                <a:lnTo>
                  <a:pt x="69850" y="1676400"/>
                </a:lnTo>
                <a:lnTo>
                  <a:pt x="50800" y="1639888"/>
                </a:lnTo>
                <a:lnTo>
                  <a:pt x="34925" y="1598613"/>
                </a:lnTo>
                <a:lnTo>
                  <a:pt x="20637" y="1552575"/>
                </a:lnTo>
                <a:lnTo>
                  <a:pt x="9525" y="1500188"/>
                </a:lnTo>
                <a:lnTo>
                  <a:pt x="1587" y="1439863"/>
                </a:lnTo>
                <a:lnTo>
                  <a:pt x="0" y="1371600"/>
                </a:lnTo>
                <a:lnTo>
                  <a:pt x="1587" y="1303338"/>
                </a:lnTo>
                <a:lnTo>
                  <a:pt x="9525" y="1243013"/>
                </a:lnTo>
                <a:lnTo>
                  <a:pt x="20637" y="1190625"/>
                </a:lnTo>
                <a:lnTo>
                  <a:pt x="34925" y="1144588"/>
                </a:lnTo>
                <a:lnTo>
                  <a:pt x="50800" y="1103313"/>
                </a:lnTo>
                <a:lnTo>
                  <a:pt x="69850" y="1066800"/>
                </a:lnTo>
                <a:lnTo>
                  <a:pt x="88900" y="1028700"/>
                </a:lnTo>
                <a:lnTo>
                  <a:pt x="107950" y="990600"/>
                </a:lnTo>
                <a:lnTo>
                  <a:pt x="123825" y="954088"/>
                </a:lnTo>
                <a:lnTo>
                  <a:pt x="139700" y="912813"/>
                </a:lnTo>
                <a:lnTo>
                  <a:pt x="155575" y="866775"/>
                </a:lnTo>
                <a:lnTo>
                  <a:pt x="166687" y="814388"/>
                </a:lnTo>
                <a:lnTo>
                  <a:pt x="173037" y="754063"/>
                </a:lnTo>
                <a:lnTo>
                  <a:pt x="176212" y="685800"/>
                </a:lnTo>
                <a:lnTo>
                  <a:pt x="173037" y="617538"/>
                </a:lnTo>
                <a:lnTo>
                  <a:pt x="166687" y="557213"/>
                </a:lnTo>
                <a:lnTo>
                  <a:pt x="155575" y="504825"/>
                </a:lnTo>
                <a:lnTo>
                  <a:pt x="139700" y="458788"/>
                </a:lnTo>
                <a:lnTo>
                  <a:pt x="123825" y="417513"/>
                </a:lnTo>
                <a:lnTo>
                  <a:pt x="107950" y="381000"/>
                </a:lnTo>
                <a:lnTo>
                  <a:pt x="88900" y="342900"/>
                </a:lnTo>
                <a:lnTo>
                  <a:pt x="69850" y="304800"/>
                </a:lnTo>
                <a:lnTo>
                  <a:pt x="50800" y="268288"/>
                </a:lnTo>
                <a:lnTo>
                  <a:pt x="34925" y="227013"/>
                </a:lnTo>
                <a:lnTo>
                  <a:pt x="20637" y="180975"/>
                </a:lnTo>
                <a:lnTo>
                  <a:pt x="9525" y="128588"/>
                </a:lnTo>
                <a:lnTo>
                  <a:pt x="1587" y="6826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158D61CD-35F6-BD3A-947E-F2CA8A93E751}"/>
              </a:ext>
            </a:extLst>
          </p:cNvPr>
          <p:cNvSpPr>
            <a:spLocks noGrp="1"/>
          </p:cNvSpPr>
          <p:nvPr>
            <p:ph idx="1"/>
          </p:nvPr>
        </p:nvSpPr>
        <p:spPr>
          <a:xfrm>
            <a:off x="2362199" y="137394"/>
            <a:ext cx="9535182" cy="5265966"/>
          </a:xfrm>
        </p:spPr>
        <p:txBody>
          <a:bodyPr vert="horz" lIns="91440" tIns="45720" rIns="91440" bIns="45720" rtlCol="0" anchor="t">
            <a:noAutofit/>
          </a:bodyPr>
          <a:lstStyle/>
          <a:p>
            <a:pPr marL="0" indent="0">
              <a:buNone/>
            </a:pPr>
            <a:r>
              <a:rPr lang="en-US" sz="4400" b="1" dirty="0">
                <a:latin typeface="+mj-lt"/>
                <a:ea typeface="+mj-ea"/>
                <a:cs typeface="+mj-cs"/>
              </a:rPr>
              <a:t>Today's Agenda</a:t>
            </a:r>
            <a:endParaRPr lang="en-US" dirty="0">
              <a:cs typeface="Calibri" panose="020F0502020204030204"/>
            </a:endParaRPr>
          </a:p>
          <a:p>
            <a:pPr marL="0" indent="0">
              <a:buNone/>
            </a:pPr>
            <a:endParaRPr lang="en-US" sz="4400" b="1">
              <a:solidFill>
                <a:srgbClr val="000000"/>
              </a:solidFill>
              <a:latin typeface="Calibri Light"/>
              <a:cs typeface="Calibri Light"/>
            </a:endParaRPr>
          </a:p>
          <a:p>
            <a:r>
              <a:rPr lang="en-US" b="1" dirty="0">
                <a:solidFill>
                  <a:srgbClr val="000000"/>
                </a:solidFill>
              </a:rPr>
              <a:t>About MTI</a:t>
            </a:r>
            <a:endParaRPr lang="en-US" b="1" dirty="0">
              <a:cs typeface="Calibri"/>
            </a:endParaRPr>
          </a:p>
          <a:p>
            <a:r>
              <a:rPr lang="en-US" b="1" dirty="0">
                <a:ea typeface="+mn-lt"/>
                <a:cs typeface="+mn-lt"/>
              </a:rPr>
              <a:t>DHS' Vision for Day Support Services</a:t>
            </a:r>
            <a:endParaRPr lang="en-US" dirty="0">
              <a:ea typeface="+mn-lt"/>
              <a:cs typeface="+mn-lt"/>
            </a:endParaRPr>
          </a:p>
          <a:p>
            <a:r>
              <a:rPr lang="en-US" b="1" dirty="0">
                <a:cs typeface="Calibri"/>
              </a:rPr>
              <a:t>What is Community Life Engagement? </a:t>
            </a:r>
            <a:endParaRPr lang="en-US" dirty="0">
              <a:cs typeface="Calibri"/>
            </a:endParaRPr>
          </a:p>
          <a:p>
            <a:pPr lvl="1"/>
            <a:r>
              <a:rPr lang="en-US" dirty="0">
                <a:cs typeface="Calibri"/>
              </a:rPr>
              <a:t>The guideposts</a:t>
            </a:r>
          </a:p>
          <a:p>
            <a:pPr lvl="1"/>
            <a:r>
              <a:rPr lang="en-US" dirty="0">
                <a:cs typeface="Calibri"/>
              </a:rPr>
              <a:t>Values of quality day services</a:t>
            </a:r>
          </a:p>
          <a:p>
            <a:r>
              <a:rPr lang="en-US" b="1" dirty="0">
                <a:cs typeface="Calibri"/>
              </a:rPr>
              <a:t>Highlight guidepost #1</a:t>
            </a:r>
          </a:p>
          <a:p>
            <a:r>
              <a:rPr lang="en-US" b="1" dirty="0">
                <a:cs typeface="Calibri"/>
              </a:rPr>
              <a:t>Group polls </a:t>
            </a:r>
          </a:p>
          <a:p>
            <a:r>
              <a:rPr lang="en-US" b="1" dirty="0">
                <a:cs typeface="Calibri"/>
              </a:rPr>
              <a:t>Discussion and sharing </a:t>
            </a:r>
          </a:p>
          <a:p>
            <a:pPr marL="0" indent="0">
              <a:buNone/>
            </a:pPr>
            <a:endParaRPr lang="en-US">
              <a:solidFill>
                <a:srgbClr val="000000">
                  <a:alpha val="60000"/>
                </a:srgbClr>
              </a:solidFill>
              <a:cs typeface="Calibri"/>
            </a:endParaRPr>
          </a:p>
        </p:txBody>
      </p:sp>
      <p:pic>
        <p:nvPicPr>
          <p:cNvPr id="4" name="Picture 3" descr="Logo&#10;&#10;Description automatically generated with medium confidence">
            <a:extLst>
              <a:ext uri="{FF2B5EF4-FFF2-40B4-BE49-F238E27FC236}">
                <a16:creationId xmlns:a16="http://schemas.microsoft.com/office/drawing/2014/main" id="{5F903BC0-EBD6-FDF7-22E3-1096C4EC6901}"/>
              </a:ext>
            </a:extLst>
          </p:cNvPr>
          <p:cNvPicPr>
            <a:picLocks noChangeAspect="1"/>
          </p:cNvPicPr>
          <p:nvPr/>
        </p:nvPicPr>
        <p:blipFill>
          <a:blip r:embed="rId3"/>
          <a:stretch>
            <a:fillRect/>
          </a:stretch>
        </p:blipFill>
        <p:spPr>
          <a:xfrm>
            <a:off x="10708712" y="5961266"/>
            <a:ext cx="1253389" cy="620763"/>
          </a:xfrm>
          <a:prstGeom prst="rect">
            <a:avLst/>
          </a:prstGeom>
        </p:spPr>
      </p:pic>
      <p:sp>
        <p:nvSpPr>
          <p:cNvPr id="5" name="TextBox 4">
            <a:extLst>
              <a:ext uri="{FF2B5EF4-FFF2-40B4-BE49-F238E27FC236}">
                <a16:creationId xmlns:a16="http://schemas.microsoft.com/office/drawing/2014/main" id="{BB79A384-ED03-1920-29EF-DDB48BB70D96}"/>
              </a:ext>
            </a:extLst>
          </p:cNvPr>
          <p:cNvSpPr txBox="1"/>
          <p:nvPr/>
        </p:nvSpPr>
        <p:spPr>
          <a:xfrm>
            <a:off x="9028967" y="656737"/>
            <a:ext cx="2486025" cy="1477328"/>
          </a:xfrm>
          <a:prstGeom prst="rect">
            <a:avLst/>
          </a:prstGeom>
          <a:solidFill>
            <a:schemeClr val="bg1"/>
          </a:solidFill>
          <a:ln w="57150">
            <a:solidFill>
              <a:srgbClr val="C0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MTI Landing Page: </a:t>
            </a:r>
            <a:r>
              <a:rPr lang="en-US" dirty="0">
                <a:hlinkClick r:id="rId4"/>
              </a:rPr>
              <a:t>https://mti.ici.umn.edu/</a:t>
            </a:r>
            <a:endParaRPr lang="en-US" dirty="0"/>
          </a:p>
          <a:p>
            <a:r>
              <a:rPr lang="en-US" dirty="0"/>
              <a:t>• About the project </a:t>
            </a:r>
            <a:endParaRPr lang="en-US" dirty="0">
              <a:cs typeface="Calibri"/>
            </a:endParaRPr>
          </a:p>
          <a:p>
            <a:r>
              <a:rPr lang="en-US" dirty="0"/>
              <a:t>• Recorded trainings</a:t>
            </a:r>
            <a:endParaRPr lang="en-US" dirty="0">
              <a:cs typeface="Calibri"/>
            </a:endParaRPr>
          </a:p>
          <a:p>
            <a:r>
              <a:rPr lang="en-US" dirty="0">
                <a:ea typeface="+mn-lt"/>
                <a:cs typeface="+mn-lt"/>
              </a:rPr>
              <a:t>• Resources</a:t>
            </a:r>
            <a:r>
              <a:rPr lang="en-US" dirty="0"/>
              <a:t>  </a:t>
            </a:r>
            <a:endParaRPr lang="en-US" dirty="0">
              <a:cs typeface="Calibri"/>
            </a:endParaRPr>
          </a:p>
        </p:txBody>
      </p:sp>
    </p:spTree>
    <p:extLst>
      <p:ext uri="{BB962C8B-B14F-4D97-AF65-F5344CB8AC3E}">
        <p14:creationId xmlns:p14="http://schemas.microsoft.com/office/powerpoint/2010/main" val="483793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10" name="Google Shape;110;g13aeb6740f1_0_7"/>
          <p:cNvPicPr preferRelativeResize="0"/>
          <p:nvPr/>
        </p:nvPicPr>
        <p:blipFill rotWithShape="1">
          <a:blip r:embed="rId3">
            <a:alphaModFix/>
          </a:blip>
          <a:srcRect/>
          <a:stretch/>
        </p:blipFill>
        <p:spPr>
          <a:xfrm>
            <a:off x="5387656" y="651836"/>
            <a:ext cx="2084563" cy="1362000"/>
          </a:xfrm>
          <a:prstGeom prst="rect">
            <a:avLst/>
          </a:prstGeom>
          <a:noFill/>
          <a:ln>
            <a:noFill/>
          </a:ln>
        </p:spPr>
      </p:pic>
      <p:pic>
        <p:nvPicPr>
          <p:cNvPr id="111" name="Google Shape;111;g13aeb6740f1_0_7"/>
          <p:cNvPicPr preferRelativeResize="0"/>
          <p:nvPr/>
        </p:nvPicPr>
        <p:blipFill rotWithShape="1">
          <a:blip r:embed="rId4">
            <a:alphaModFix/>
          </a:blip>
          <a:srcRect/>
          <a:stretch/>
        </p:blipFill>
        <p:spPr>
          <a:xfrm>
            <a:off x="2031668" y="1005540"/>
            <a:ext cx="1819897" cy="1809516"/>
          </a:xfrm>
          <a:prstGeom prst="rect">
            <a:avLst/>
          </a:prstGeom>
          <a:noFill/>
          <a:ln>
            <a:noFill/>
          </a:ln>
        </p:spPr>
      </p:pic>
      <p:pic>
        <p:nvPicPr>
          <p:cNvPr id="112" name="Google Shape;112;g13aeb6740f1_0_7"/>
          <p:cNvPicPr preferRelativeResize="0"/>
          <p:nvPr/>
        </p:nvPicPr>
        <p:blipFill rotWithShape="1">
          <a:blip r:embed="rId5">
            <a:alphaModFix/>
          </a:blip>
          <a:srcRect/>
          <a:stretch/>
        </p:blipFill>
        <p:spPr>
          <a:xfrm>
            <a:off x="6300881" y="4866641"/>
            <a:ext cx="3892962" cy="677504"/>
          </a:xfrm>
          <a:prstGeom prst="rect">
            <a:avLst/>
          </a:prstGeom>
          <a:noFill/>
          <a:ln>
            <a:noFill/>
          </a:ln>
        </p:spPr>
      </p:pic>
      <p:pic>
        <p:nvPicPr>
          <p:cNvPr id="3" name="Picture 2" descr="Logo, company name&#10;&#10;Description automatically generated">
            <a:extLst>
              <a:ext uri="{FF2B5EF4-FFF2-40B4-BE49-F238E27FC236}">
                <a16:creationId xmlns:a16="http://schemas.microsoft.com/office/drawing/2014/main" id="{8003BDFD-4826-C58E-9477-C97AE5045F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40437" y="961650"/>
            <a:ext cx="1853407" cy="1853407"/>
          </a:xfrm>
          <a:prstGeom prst="rect">
            <a:avLst/>
          </a:prstGeom>
        </p:spPr>
      </p:pic>
      <p:pic>
        <p:nvPicPr>
          <p:cNvPr id="5" name="Picture 4" descr="A screenshot of a video game&#10;&#10;Description automatically generated with medium confidence">
            <a:extLst>
              <a:ext uri="{FF2B5EF4-FFF2-40B4-BE49-F238E27FC236}">
                <a16:creationId xmlns:a16="http://schemas.microsoft.com/office/drawing/2014/main" id="{E52DA050-F673-0D47-0670-9AE86977D2C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98158" y="4948527"/>
            <a:ext cx="3565771" cy="595618"/>
          </a:xfrm>
          <a:prstGeom prst="rect">
            <a:avLst/>
          </a:prstGeom>
        </p:spPr>
      </p:pic>
      <p:pic>
        <p:nvPicPr>
          <p:cNvPr id="7" name="Picture 6" descr="Logo&#10;&#10;Description automatically generated with medium confidence">
            <a:extLst>
              <a:ext uri="{FF2B5EF4-FFF2-40B4-BE49-F238E27FC236}">
                <a16:creationId xmlns:a16="http://schemas.microsoft.com/office/drawing/2014/main" id="{74BC3221-34CD-1169-8D72-6CE43BA7675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95495" y="2673059"/>
            <a:ext cx="3344545" cy="1656447"/>
          </a:xfrm>
          <a:prstGeom prst="rect">
            <a:avLst/>
          </a:prstGeom>
        </p:spPr>
      </p:pic>
    </p:spTree>
    <p:extLst>
      <p:ext uri="{BB962C8B-B14F-4D97-AF65-F5344CB8AC3E}">
        <p14:creationId xmlns:p14="http://schemas.microsoft.com/office/powerpoint/2010/main" val="2845973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A93CF2-98EF-D1F5-4422-A52BF64EB296}"/>
              </a:ext>
            </a:extLst>
          </p:cNvPr>
          <p:cNvSpPr>
            <a:spLocks noGrp="1"/>
          </p:cNvSpPr>
          <p:nvPr>
            <p:ph type="title"/>
          </p:nvPr>
        </p:nvSpPr>
        <p:spPr>
          <a:xfrm>
            <a:off x="572493" y="238539"/>
            <a:ext cx="11018520" cy="1287877"/>
          </a:xfrm>
        </p:spPr>
        <p:txBody>
          <a:bodyPr vert="horz" lIns="91440" tIns="45720" rIns="91440" bIns="45720" rtlCol="0" anchor="b">
            <a:normAutofit/>
          </a:bodyPr>
          <a:lstStyle/>
          <a:p>
            <a:pPr defTabSz="914400"/>
            <a:r>
              <a:rPr lang="en-US" sz="4100" b="1" dirty="0"/>
              <a:t>DHS' Vision for Day Support Services in Minnesota</a:t>
            </a:r>
            <a:r>
              <a:rPr lang="en-US" sz="4600" dirty="0"/>
              <a:t> </a:t>
            </a:r>
          </a:p>
        </p:txBody>
      </p:sp>
      <p:sp>
        <p:nvSpPr>
          <p:cNvPr id="2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C073CA7F-9905-A91B-9F68-96DFFAA890E1}"/>
              </a:ext>
            </a:extLst>
          </p:cNvPr>
          <p:cNvSpPr>
            <a:spLocks noGrp="1"/>
          </p:cNvSpPr>
          <p:nvPr>
            <p:ph idx="1"/>
          </p:nvPr>
        </p:nvSpPr>
        <p:spPr>
          <a:xfrm>
            <a:off x="572493" y="2071316"/>
            <a:ext cx="6713552" cy="4119172"/>
          </a:xfrm>
        </p:spPr>
        <p:txBody>
          <a:bodyPr vert="horz" lIns="91440" tIns="45720" rIns="91440" bIns="45720" rtlCol="0" anchor="t">
            <a:noAutofit/>
          </a:bodyPr>
          <a:lstStyle/>
          <a:p>
            <a:pPr marL="0" indent="0" defTabSz="914400">
              <a:buNone/>
            </a:pPr>
            <a:r>
              <a:rPr lang="en-US" sz="1800" i="1" dirty="0"/>
              <a:t>"DHS is in the process of developing a vision statement for Minnesota’s HCBS providers so they understand how Day Support Services create meaningful Community Life Engagement (CLE) outcomes which support MTI’s technical assistance work.  We will share this statement with MTI when it is ready, but generally support the four </a:t>
            </a:r>
            <a:r>
              <a:rPr lang="en-US" sz="1800" i="1" u="sng" dirty="0">
                <a:hlinkClick r:id="rId3"/>
              </a:rPr>
              <a:t>Community Life Engagement Toolkit Guideposts</a:t>
            </a:r>
            <a:r>
              <a:rPr lang="en-US" sz="1800" i="1" dirty="0"/>
              <a:t> as components of high-quality supports for CLE."  </a:t>
            </a:r>
            <a:endParaRPr lang="en-US" sz="1800" dirty="0">
              <a:cs typeface="Calibri" panose="020F0502020204030204"/>
            </a:endParaRPr>
          </a:p>
          <a:p>
            <a:pPr indent="-228600" defTabSz="914400"/>
            <a:endParaRPr lang="en-US" sz="1800" i="1" dirty="0">
              <a:cs typeface="Calibri"/>
            </a:endParaRPr>
          </a:p>
          <a:p>
            <a:pPr marL="0" indent="0" defTabSz="914400">
              <a:buNone/>
            </a:pPr>
            <a:r>
              <a:rPr lang="en-US" sz="1800" i="1" dirty="0"/>
              <a:t>These guideposts that CLE supports:</a:t>
            </a:r>
            <a:endParaRPr lang="en-US" sz="1800" dirty="0">
              <a:cs typeface="Calibri"/>
            </a:endParaRPr>
          </a:p>
          <a:p>
            <a:pPr indent="-228600" defTabSz="914400"/>
            <a:endParaRPr lang="en-US" sz="1800" i="1" dirty="0">
              <a:cs typeface="Calibri"/>
            </a:endParaRPr>
          </a:p>
          <a:p>
            <a:pPr marL="285750" indent="-228600" defTabSz="914400"/>
            <a:r>
              <a:rPr lang="en-US" sz="1800" i="1" dirty="0"/>
              <a:t>are person-centered,</a:t>
            </a:r>
            <a:endParaRPr lang="en-US" sz="1800" dirty="0">
              <a:cs typeface="Calibri"/>
            </a:endParaRPr>
          </a:p>
          <a:p>
            <a:pPr marL="285750" indent="-228600" defTabSz="914400"/>
            <a:r>
              <a:rPr lang="en-US" sz="1800" i="1" dirty="0"/>
              <a:t>promote community membership and participation,</a:t>
            </a:r>
            <a:endParaRPr lang="en-US" sz="1800" dirty="0">
              <a:cs typeface="Calibri"/>
            </a:endParaRPr>
          </a:p>
          <a:p>
            <a:pPr marL="285750" indent="-228600" defTabSz="914400"/>
            <a:r>
              <a:rPr lang="en-US" sz="1800" i="1" dirty="0"/>
              <a:t>facilitate skill building and relationships,</a:t>
            </a:r>
            <a:endParaRPr lang="en-US" sz="1800" dirty="0">
              <a:cs typeface="Calibri"/>
            </a:endParaRPr>
          </a:p>
          <a:p>
            <a:pPr marL="285750" indent="-228600" defTabSz="914400"/>
            <a:r>
              <a:rPr lang="en-US" sz="1800" i="1" dirty="0"/>
              <a:t>are outcome-oriented.</a:t>
            </a:r>
            <a:endParaRPr lang="en-US" sz="1800" dirty="0"/>
          </a:p>
          <a:p>
            <a:pPr indent="-228600" defTabSz="914400"/>
            <a:endParaRPr lang="en-US" sz="1700"/>
          </a:p>
        </p:txBody>
      </p:sp>
      <p:pic>
        <p:nvPicPr>
          <p:cNvPr id="3" name="Picture 2" descr="A blue and white logo&#10;&#10;Description automatically generated">
            <a:extLst>
              <a:ext uri="{FF2B5EF4-FFF2-40B4-BE49-F238E27FC236}">
                <a16:creationId xmlns:a16="http://schemas.microsoft.com/office/drawing/2014/main" id="{82159ABF-BB43-2A1A-E8A8-485F91A2423D}"/>
              </a:ext>
            </a:extLst>
          </p:cNvPr>
          <p:cNvPicPr>
            <a:picLocks noChangeAspect="1"/>
          </p:cNvPicPr>
          <p:nvPr/>
        </p:nvPicPr>
        <p:blipFill rotWithShape="1">
          <a:blip r:embed="rId4"/>
          <a:srcRect l="1195" r="2357" b="-3"/>
          <a:stretch/>
        </p:blipFill>
        <p:spPr>
          <a:xfrm>
            <a:off x="8847965" y="2357745"/>
            <a:ext cx="3022757" cy="2748359"/>
          </a:xfrm>
          <a:prstGeom prst="rect">
            <a:avLst/>
          </a:prstGeom>
        </p:spPr>
      </p:pic>
      <p:pic>
        <p:nvPicPr>
          <p:cNvPr id="5" name="Picture 4" descr="Logo&#10;&#10;Description automatically generated with medium confidence">
            <a:extLst>
              <a:ext uri="{FF2B5EF4-FFF2-40B4-BE49-F238E27FC236}">
                <a16:creationId xmlns:a16="http://schemas.microsoft.com/office/drawing/2014/main" id="{1D0BF829-758B-8D3C-2248-346D67250A6A}"/>
              </a:ext>
            </a:extLst>
          </p:cNvPr>
          <p:cNvPicPr>
            <a:picLocks noChangeAspect="1"/>
          </p:cNvPicPr>
          <p:nvPr/>
        </p:nvPicPr>
        <p:blipFill>
          <a:blip r:embed="rId5"/>
          <a:stretch>
            <a:fillRect/>
          </a:stretch>
        </p:blipFill>
        <p:spPr>
          <a:xfrm>
            <a:off x="10708712" y="5961266"/>
            <a:ext cx="1253389" cy="620763"/>
          </a:xfrm>
          <a:prstGeom prst="rect">
            <a:avLst/>
          </a:prstGeom>
        </p:spPr>
      </p:pic>
    </p:spTree>
    <p:extLst>
      <p:ext uri="{BB962C8B-B14F-4D97-AF65-F5344CB8AC3E}">
        <p14:creationId xmlns:p14="http://schemas.microsoft.com/office/powerpoint/2010/main" val="397768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E93D5D-81D9-C50B-2EFF-10EACAEC88EF}"/>
              </a:ext>
            </a:extLst>
          </p:cNvPr>
          <p:cNvSpPr>
            <a:spLocks noGrp="1"/>
          </p:cNvSpPr>
          <p:nvPr>
            <p:ph type="title"/>
          </p:nvPr>
        </p:nvSpPr>
        <p:spPr>
          <a:xfrm>
            <a:off x="281355" y="94713"/>
            <a:ext cx="6937709" cy="1807305"/>
          </a:xfrm>
        </p:spPr>
        <p:txBody>
          <a:bodyPr vert="horz" lIns="91440" tIns="45720" rIns="91440" bIns="45720" rtlCol="0" anchor="ctr">
            <a:normAutofit/>
          </a:bodyPr>
          <a:lstStyle/>
          <a:p>
            <a:pPr defTabSz="914400"/>
            <a:r>
              <a:rPr lang="en-US" sz="4100" b="1"/>
              <a:t>Community Life Engagement (CLE) Toolkit and Resources</a:t>
            </a:r>
            <a:endParaRPr lang="en-US" sz="4100" b="1">
              <a:cs typeface="Calibri Light"/>
            </a:endParaRPr>
          </a:p>
        </p:txBody>
      </p:sp>
      <p:sp>
        <p:nvSpPr>
          <p:cNvPr id="4" name="Text Placeholder 3">
            <a:extLst>
              <a:ext uri="{FF2B5EF4-FFF2-40B4-BE49-F238E27FC236}">
                <a16:creationId xmlns:a16="http://schemas.microsoft.com/office/drawing/2014/main" id="{012AB944-9E99-1741-D753-FBE82A33EC0B}"/>
              </a:ext>
            </a:extLst>
          </p:cNvPr>
          <p:cNvSpPr>
            <a:spLocks noGrp="1"/>
          </p:cNvSpPr>
          <p:nvPr>
            <p:ph type="body" sz="half" idx="2"/>
          </p:nvPr>
        </p:nvSpPr>
        <p:spPr>
          <a:xfrm>
            <a:off x="523286" y="1787322"/>
            <a:ext cx="5765823" cy="3843666"/>
          </a:xfrm>
        </p:spPr>
        <p:txBody>
          <a:bodyPr vert="horz" lIns="91440" tIns="45720" rIns="91440" bIns="45720" rtlCol="0" anchor="t">
            <a:normAutofit/>
          </a:bodyPr>
          <a:lstStyle/>
          <a:p>
            <a:pPr defTabSz="914400"/>
            <a:r>
              <a:rPr lang="en-US" sz="1900" b="1">
                <a:cs typeface="Calibri"/>
              </a:rPr>
              <a:t>R</a:t>
            </a:r>
            <a:r>
              <a:rPr lang="en-US" sz="2400" b="1">
                <a:cs typeface="Calibri"/>
              </a:rPr>
              <a:t>esources:</a:t>
            </a:r>
            <a:endParaRPr lang="en-US" sz="1900" b="1">
              <a:cs typeface="Calibri"/>
            </a:endParaRPr>
          </a:p>
          <a:p>
            <a:pPr marL="342900" indent="-342900" defTabSz="914400">
              <a:buChar char="•"/>
            </a:pPr>
            <a:r>
              <a:rPr lang="en-US" sz="2400">
                <a:cs typeface="Calibri"/>
              </a:rPr>
              <a:t>About CLE</a:t>
            </a:r>
          </a:p>
          <a:p>
            <a:pPr marL="342900" indent="-342900" defTabSz="914400">
              <a:buChar char="•"/>
            </a:pPr>
            <a:r>
              <a:rPr lang="en-US" sz="2400">
                <a:cs typeface="Calibri"/>
              </a:rPr>
              <a:t>About the research</a:t>
            </a:r>
          </a:p>
          <a:p>
            <a:pPr marL="342900" indent="-342900" defTabSz="914400">
              <a:buChar char="•"/>
            </a:pPr>
            <a:r>
              <a:rPr lang="en-US" sz="2400">
                <a:cs typeface="Calibri"/>
              </a:rPr>
              <a:t>About the Guideposts</a:t>
            </a:r>
          </a:p>
          <a:p>
            <a:pPr marL="342900" indent="-342900" defTabSz="914400">
              <a:buChar char="•"/>
            </a:pPr>
            <a:r>
              <a:rPr lang="en-US" sz="2400">
                <a:cs typeface="Calibri"/>
              </a:rPr>
              <a:t>Case studies </a:t>
            </a:r>
          </a:p>
          <a:p>
            <a:pPr marL="342900" indent="-342900" defTabSz="914400">
              <a:buChar char="•"/>
            </a:pPr>
            <a:r>
              <a:rPr lang="en-US" sz="2400">
                <a:cs typeface="Calibri"/>
              </a:rPr>
              <a:t>Self-assessment tool</a:t>
            </a:r>
          </a:p>
          <a:p>
            <a:pPr marL="342900" indent="-342900" defTabSz="914400">
              <a:buChar char="•"/>
            </a:pPr>
            <a:r>
              <a:rPr lang="en-US" sz="2400">
                <a:cs typeface="Calibri"/>
              </a:rPr>
              <a:t>Fidelity Scale</a:t>
            </a:r>
          </a:p>
          <a:p>
            <a:pPr defTabSz="914400"/>
            <a:r>
              <a:rPr lang="en-US" sz="2000">
                <a:ea typeface="+mn-lt"/>
                <a:cs typeface="+mn-lt"/>
                <a:hlinkClick r:id="rId3"/>
              </a:rPr>
              <a:t>guideposts_assessment.pdf(communityinclusion.org) </a:t>
            </a:r>
            <a:endParaRPr lang="en-US" sz="2000"/>
          </a:p>
        </p:txBody>
      </p:sp>
      <p:sp>
        <p:nvSpPr>
          <p:cNvPr id="19" name="TextBox 18">
            <a:extLst>
              <a:ext uri="{FF2B5EF4-FFF2-40B4-BE49-F238E27FC236}">
                <a16:creationId xmlns:a16="http://schemas.microsoft.com/office/drawing/2014/main" id="{AEF2E76F-BB6A-2733-32ED-27F260EE59DA}"/>
              </a:ext>
            </a:extLst>
          </p:cNvPr>
          <p:cNvSpPr txBox="1"/>
          <p:nvPr/>
        </p:nvSpPr>
        <p:spPr>
          <a:xfrm>
            <a:off x="6985000" y="5436382"/>
            <a:ext cx="44805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rgbClr val="0563C1"/>
                </a:solidFill>
                <a:latin typeface="Calibri"/>
                <a:ea typeface="Segoe UI"/>
                <a:cs typeface="Segoe UI"/>
                <a:hlinkClick r:id="rId4"/>
              </a:rPr>
              <a:t>https://cletoolkit.communityinclusion.org</a:t>
            </a:r>
            <a:r>
              <a:rPr lang="en-US">
                <a:latin typeface="Calibri"/>
              </a:rPr>
              <a:t> </a:t>
            </a:r>
            <a:endParaRPr lang="en-US"/>
          </a:p>
        </p:txBody>
      </p:sp>
      <p:pic>
        <p:nvPicPr>
          <p:cNvPr id="6" name="Picture 5" descr="Logo&#10;&#10;Description automatically generated with medium confidence">
            <a:extLst>
              <a:ext uri="{FF2B5EF4-FFF2-40B4-BE49-F238E27FC236}">
                <a16:creationId xmlns:a16="http://schemas.microsoft.com/office/drawing/2014/main" id="{2303082B-F203-5CAB-43B8-0378B8B280FC}"/>
              </a:ext>
            </a:extLst>
          </p:cNvPr>
          <p:cNvPicPr>
            <a:picLocks noChangeAspect="1"/>
          </p:cNvPicPr>
          <p:nvPr/>
        </p:nvPicPr>
        <p:blipFill>
          <a:blip r:embed="rId5"/>
          <a:stretch>
            <a:fillRect/>
          </a:stretch>
        </p:blipFill>
        <p:spPr>
          <a:xfrm>
            <a:off x="10708712" y="5961266"/>
            <a:ext cx="1253389" cy="620763"/>
          </a:xfrm>
          <a:prstGeom prst="rect">
            <a:avLst/>
          </a:prstGeom>
        </p:spPr>
      </p:pic>
      <p:pic>
        <p:nvPicPr>
          <p:cNvPr id="14" name="Picture 14" descr="Graphical user interface, application&#10;&#10;Description automatically generated">
            <a:extLst>
              <a:ext uri="{FF2B5EF4-FFF2-40B4-BE49-F238E27FC236}">
                <a16:creationId xmlns:a16="http://schemas.microsoft.com/office/drawing/2014/main" id="{245755E7-C7DA-554E-761B-849AD4F8805E}"/>
              </a:ext>
            </a:extLst>
          </p:cNvPr>
          <p:cNvPicPr>
            <a:picLocks noGrp="1" noChangeAspect="1"/>
          </p:cNvPicPr>
          <p:nvPr>
            <p:ph type="pic" idx="1"/>
          </p:nvPr>
        </p:nvPicPr>
        <p:blipFill rotWithShape="1">
          <a:blip r:embed="rId6"/>
          <a:srcRect t="2149" b="2149"/>
          <a:stretch/>
        </p:blipFill>
        <p:spPr>
          <a:xfrm>
            <a:off x="6556514" y="645504"/>
            <a:ext cx="5506393" cy="4541472"/>
          </a:xfrm>
        </p:spPr>
      </p:pic>
    </p:spTree>
    <p:extLst>
      <p:ext uri="{BB962C8B-B14F-4D97-AF65-F5344CB8AC3E}">
        <p14:creationId xmlns:p14="http://schemas.microsoft.com/office/powerpoint/2010/main" val="1531398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E93D5D-81D9-C50B-2EFF-10EACAEC88EF}"/>
              </a:ext>
            </a:extLst>
          </p:cNvPr>
          <p:cNvSpPr>
            <a:spLocks noGrp="1"/>
          </p:cNvSpPr>
          <p:nvPr>
            <p:ph type="title"/>
          </p:nvPr>
        </p:nvSpPr>
        <p:spPr>
          <a:xfrm>
            <a:off x="390526" y="365125"/>
            <a:ext cx="6089516" cy="1807305"/>
          </a:xfrm>
        </p:spPr>
        <p:txBody>
          <a:bodyPr vert="horz" lIns="91440" tIns="45720" rIns="91440" bIns="45720" rtlCol="0" anchor="ctr">
            <a:normAutofit/>
          </a:bodyPr>
          <a:lstStyle/>
          <a:p>
            <a:pPr defTabSz="914400"/>
            <a:r>
              <a:rPr lang="en-US" sz="4100" b="1"/>
              <a:t>What is Community Life Engagement (CLE)? </a:t>
            </a:r>
          </a:p>
        </p:txBody>
      </p:sp>
      <p:sp>
        <p:nvSpPr>
          <p:cNvPr id="4" name="Text Placeholder 3">
            <a:extLst>
              <a:ext uri="{FF2B5EF4-FFF2-40B4-BE49-F238E27FC236}">
                <a16:creationId xmlns:a16="http://schemas.microsoft.com/office/drawing/2014/main" id="{012AB944-9E99-1741-D753-FBE82A33EC0B}"/>
              </a:ext>
            </a:extLst>
          </p:cNvPr>
          <p:cNvSpPr>
            <a:spLocks noGrp="1"/>
          </p:cNvSpPr>
          <p:nvPr>
            <p:ph type="body" sz="half" idx="2"/>
          </p:nvPr>
        </p:nvSpPr>
        <p:spPr>
          <a:xfrm>
            <a:off x="838200" y="2333297"/>
            <a:ext cx="5254619" cy="3843666"/>
          </a:xfrm>
        </p:spPr>
        <p:txBody>
          <a:bodyPr vert="horz" lIns="91440" tIns="45720" rIns="91440" bIns="45720" rtlCol="0" anchor="t">
            <a:normAutofit fontScale="92500" lnSpcReduction="10000"/>
          </a:bodyPr>
          <a:lstStyle/>
          <a:p>
            <a:pPr defTabSz="914400"/>
            <a:r>
              <a:rPr lang="en-US" sz="1900" dirty="0"/>
              <a:t>All the ways that people access and participate in their communities, outside of employment, as part of a meaningful day. </a:t>
            </a:r>
            <a:endParaRPr lang="en-US" dirty="0"/>
          </a:p>
          <a:p>
            <a:pPr indent="-228600" defTabSz="914400">
              <a:buFont typeface="Arial" panose="020B0604020202020204" pitchFamily="34" charset="0"/>
              <a:buChar char="•"/>
            </a:pPr>
            <a:endParaRPr lang="en-US" sz="1900"/>
          </a:p>
          <a:p>
            <a:pPr marL="342900" indent="-228600" defTabSz="914400">
              <a:buFont typeface="Arial" panose="020B0604020202020204" pitchFamily="34" charset="0"/>
              <a:buChar char="•"/>
            </a:pPr>
            <a:r>
              <a:rPr lang="en-US" sz="1900" dirty="0"/>
              <a:t>Non-work</a:t>
            </a:r>
            <a:endParaRPr lang="en-US" sz="1900" dirty="0">
              <a:cs typeface="Calibri"/>
            </a:endParaRPr>
          </a:p>
          <a:p>
            <a:pPr marL="342900" indent="-228600" defTabSz="914400">
              <a:buFont typeface="Arial" panose="020B0604020202020204" pitchFamily="34" charset="0"/>
              <a:buChar char="•"/>
            </a:pPr>
            <a:r>
              <a:rPr lang="en-US" sz="1900" dirty="0"/>
              <a:t>Accessing typical community facilities (library, gym, rec center, etc.)</a:t>
            </a:r>
            <a:endParaRPr lang="en-US" sz="1900" dirty="0">
              <a:cs typeface="Calibri"/>
            </a:endParaRPr>
          </a:p>
          <a:p>
            <a:pPr marL="342900" indent="-228600" defTabSz="914400">
              <a:buFont typeface="Arial" panose="020B0604020202020204" pitchFamily="34" charset="0"/>
              <a:buChar char="•"/>
            </a:pPr>
            <a:r>
              <a:rPr lang="en-US" sz="1900" dirty="0"/>
              <a:t>Volunteerism </a:t>
            </a:r>
            <a:endParaRPr lang="en-US" sz="1900" dirty="0">
              <a:cs typeface="Calibri"/>
            </a:endParaRPr>
          </a:p>
          <a:p>
            <a:pPr marL="342900" indent="-228600" defTabSz="914400">
              <a:buFont typeface="Arial" panose="020B0604020202020204" pitchFamily="34" charset="0"/>
              <a:buChar char="•"/>
            </a:pPr>
            <a:r>
              <a:rPr lang="en-US" sz="1900" dirty="0"/>
              <a:t>Post-secondary &amp;/or continuing education</a:t>
            </a:r>
            <a:endParaRPr lang="en-US" sz="1900" dirty="0">
              <a:cs typeface="Calibri"/>
            </a:endParaRPr>
          </a:p>
          <a:p>
            <a:pPr marL="342900" indent="-228600" defTabSz="914400">
              <a:buFont typeface="Arial" panose="020B0604020202020204" pitchFamily="34" charset="0"/>
              <a:buChar char="•"/>
            </a:pPr>
            <a:r>
              <a:rPr lang="en-US" sz="1900" dirty="0">
                <a:cs typeface="Calibri"/>
              </a:rPr>
              <a:t>Wrap-around to work</a:t>
            </a:r>
          </a:p>
          <a:p>
            <a:pPr marL="342900" indent="-228600" defTabSz="914400">
              <a:buFont typeface="Arial" panose="020B0604020202020204" pitchFamily="34" charset="0"/>
              <a:buChar char="•"/>
            </a:pPr>
            <a:r>
              <a:rPr lang="en-US" sz="1900" dirty="0">
                <a:cs typeface="Calibri"/>
              </a:rPr>
              <a:t>Pathway to work </a:t>
            </a:r>
          </a:p>
          <a:p>
            <a:pPr marL="342900" indent="-228600" defTabSz="914400">
              <a:buFont typeface="Arial" panose="020B0604020202020204" pitchFamily="34" charset="0"/>
              <a:buChar char="•"/>
            </a:pPr>
            <a:r>
              <a:rPr lang="en-US" sz="1900" dirty="0">
                <a:ea typeface="+mn-lt"/>
                <a:cs typeface="+mn-lt"/>
              </a:rPr>
              <a:t>Retirement activities </a:t>
            </a:r>
            <a:endParaRPr lang="en-US" sz="1900" dirty="0">
              <a:cs typeface="Calibri"/>
            </a:endParaRPr>
          </a:p>
        </p:txBody>
      </p:sp>
      <p:pic>
        <p:nvPicPr>
          <p:cNvPr id="6" name="Picture 6" descr="A picture containing diagram&#10;&#10;Description automatically generated">
            <a:extLst>
              <a:ext uri="{FF2B5EF4-FFF2-40B4-BE49-F238E27FC236}">
                <a16:creationId xmlns:a16="http://schemas.microsoft.com/office/drawing/2014/main" id="{ECDEC1B3-CC57-CAC8-25D6-184F71944C06}"/>
              </a:ext>
            </a:extLst>
          </p:cNvPr>
          <p:cNvPicPr>
            <a:picLocks noGrp="1" noChangeAspect="1"/>
          </p:cNvPicPr>
          <p:nvPr>
            <p:ph type="pic" idx="1"/>
          </p:nvPr>
        </p:nvPicPr>
        <p:blipFill rotWithShape="1">
          <a:blip r:embed="rId3">
            <a:extLst>
              <a:ext uri="{837473B0-CC2E-450A-ABE3-18F120FF3D39}">
                <a1611:picAttrSrcUrl xmlns:a1611="http://schemas.microsoft.com/office/drawing/2016/11/main" r:id="rId4"/>
              </a:ext>
            </a:extLst>
          </a:blip>
          <a:srcRect l="13053"/>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7" name="TextBox 6">
            <a:extLst>
              <a:ext uri="{FF2B5EF4-FFF2-40B4-BE49-F238E27FC236}">
                <a16:creationId xmlns:a16="http://schemas.microsoft.com/office/drawing/2014/main" id="{66FA2670-D3A9-695D-E91A-86FA3AE62AC4}"/>
              </a:ext>
            </a:extLst>
          </p:cNvPr>
          <p:cNvSpPr txBox="1"/>
          <p:nvPr/>
        </p:nvSpPr>
        <p:spPr>
          <a:xfrm>
            <a:off x="9857708" y="6657945"/>
            <a:ext cx="2334292"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4">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a:extLst>
                    <a:ext uri="{A12FA001-AC4F-418D-AE19-62706E023703}">
                      <ahyp:hlinkClr xmlns:ahyp="http://schemas.microsoft.com/office/drawing/2018/hyperlinkcolor" val="tx"/>
                    </a:ext>
                  </a:extLst>
                </a:hlinkClick>
              </a:rPr>
              <a:t>CC BY-NC</a:t>
            </a:r>
            <a:r>
              <a:rPr lang="en-US" sz="700">
                <a:solidFill>
                  <a:srgbClr val="FFFFFF"/>
                </a:solidFill>
              </a:rPr>
              <a:t>.</a:t>
            </a:r>
          </a:p>
        </p:txBody>
      </p:sp>
    </p:spTree>
    <p:extLst>
      <p:ext uri="{BB962C8B-B14F-4D97-AF65-F5344CB8AC3E}">
        <p14:creationId xmlns:p14="http://schemas.microsoft.com/office/powerpoint/2010/main" val="1250060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50">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E93D5D-81D9-C50B-2EFF-10EACAEC88EF}"/>
              </a:ext>
            </a:extLst>
          </p:cNvPr>
          <p:cNvSpPr>
            <a:spLocks noGrp="1"/>
          </p:cNvSpPr>
          <p:nvPr>
            <p:ph type="title"/>
          </p:nvPr>
        </p:nvSpPr>
        <p:spPr>
          <a:xfrm>
            <a:off x="422432" y="386930"/>
            <a:ext cx="10437352" cy="1298448"/>
          </a:xfrm>
        </p:spPr>
        <p:txBody>
          <a:bodyPr vert="horz" lIns="91440" tIns="45720" rIns="91440" bIns="45720" rtlCol="0" anchor="b">
            <a:normAutofit fontScale="90000"/>
          </a:bodyPr>
          <a:lstStyle/>
          <a:p>
            <a:pPr marL="114300" defTabSz="914400"/>
            <a:r>
              <a:rPr lang="en-US" sz="4000" b="1"/>
              <a:t>The 4 Guideposts of CLE</a:t>
            </a:r>
            <a:br>
              <a:rPr lang="en-US" sz="1900" b="1"/>
            </a:br>
            <a:br>
              <a:rPr lang="en-US" sz="1900" b="1"/>
            </a:br>
            <a:r>
              <a:rPr lang="en-US" sz="1900"/>
              <a:t>~Came from case studies and expert interviews</a:t>
            </a:r>
          </a:p>
          <a:p>
            <a:pPr marL="342900" indent="-228600" defTabSz="914400"/>
            <a:r>
              <a:rPr lang="en-US" sz="1900"/>
              <a:t>~Became a set of key principles (guideposts) providers can use to move their CLE efforts forward</a:t>
            </a:r>
          </a:p>
        </p:txBody>
      </p:sp>
      <p:sp>
        <p:nvSpPr>
          <p:cNvPr id="49" name="Rectangle 5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5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012AB944-9E99-1741-D753-FBE82A33EC0B}"/>
              </a:ext>
            </a:extLst>
          </p:cNvPr>
          <p:cNvSpPr>
            <a:spLocks noGrp="1"/>
          </p:cNvSpPr>
          <p:nvPr>
            <p:ph type="body" sz="half" idx="2"/>
          </p:nvPr>
        </p:nvSpPr>
        <p:spPr>
          <a:xfrm>
            <a:off x="227046" y="2140355"/>
            <a:ext cx="8145512" cy="3639450"/>
          </a:xfrm>
        </p:spPr>
        <p:txBody>
          <a:bodyPr vert="horz" lIns="91440" tIns="45720" rIns="91440" bIns="45720" rtlCol="0" anchor="ctr">
            <a:noAutofit/>
          </a:bodyPr>
          <a:lstStyle/>
          <a:p>
            <a:pPr marL="342900" indent="-228600" defTabSz="914400">
              <a:buFont typeface="Arial" panose="020B0604020202020204" pitchFamily="34" charset="0"/>
              <a:buChar char="•"/>
            </a:pPr>
            <a:endParaRPr lang="en-US" sz="2400"/>
          </a:p>
          <a:p>
            <a:pPr marL="114300" indent="-228600" defTabSz="914400">
              <a:buFont typeface="Arial" panose="020B0604020202020204" pitchFamily="34" charset="0"/>
              <a:buChar char="•"/>
            </a:pPr>
            <a:endParaRPr lang="en-US" sz="2400"/>
          </a:p>
          <a:p>
            <a:pPr defTabSz="914400"/>
            <a:r>
              <a:rPr lang="en-US" sz="2400" b="1"/>
              <a:t>Guidepost 1</a:t>
            </a:r>
            <a:r>
              <a:rPr lang="en-US" sz="2400"/>
              <a:t>: Individualized supports for each person</a:t>
            </a:r>
            <a:endParaRPr lang="en-US" sz="2400">
              <a:cs typeface="Calibri" panose="020F0502020204030204"/>
            </a:endParaRPr>
          </a:p>
          <a:p>
            <a:pPr marL="114300" indent="-228600" defTabSz="914400">
              <a:buFont typeface="Arial" panose="020B0604020202020204" pitchFamily="34" charset="0"/>
              <a:buChar char="•"/>
            </a:pPr>
            <a:endParaRPr lang="en-US" sz="2400"/>
          </a:p>
          <a:p>
            <a:pPr defTabSz="914400"/>
            <a:r>
              <a:rPr lang="en-US" sz="2400" b="1"/>
              <a:t>Guidepost 2:</a:t>
            </a:r>
            <a:r>
              <a:rPr lang="en-US" sz="2400"/>
              <a:t> Promote community membership and contribution</a:t>
            </a:r>
            <a:endParaRPr lang="en-US" sz="2400">
              <a:cs typeface="Calibri" panose="020F0502020204030204"/>
            </a:endParaRPr>
          </a:p>
          <a:p>
            <a:pPr marL="114300" indent="-228600" defTabSz="914400">
              <a:buFont typeface="Arial" panose="020B0604020202020204" pitchFamily="34" charset="0"/>
              <a:buChar char="•"/>
            </a:pPr>
            <a:endParaRPr lang="en-US" sz="2400"/>
          </a:p>
          <a:p>
            <a:pPr defTabSz="914400"/>
            <a:r>
              <a:rPr lang="en-US" sz="2400" b="1"/>
              <a:t>Guidepost 3:</a:t>
            </a:r>
            <a:r>
              <a:rPr lang="en-US" sz="2400"/>
              <a:t> Facilitate relationships and skill building to decrease dependence on paid supports</a:t>
            </a:r>
            <a:endParaRPr lang="en-US" sz="2400">
              <a:cs typeface="Calibri" panose="020F0502020204030204"/>
            </a:endParaRPr>
          </a:p>
          <a:p>
            <a:pPr marL="114300" indent="-228600" defTabSz="914400">
              <a:buFont typeface="Arial" panose="020B0604020202020204" pitchFamily="34" charset="0"/>
              <a:buChar char="•"/>
            </a:pPr>
            <a:endParaRPr lang="en-US" sz="2400"/>
          </a:p>
          <a:p>
            <a:pPr defTabSz="914400"/>
            <a:r>
              <a:rPr lang="en-US" sz="2400" b="1"/>
              <a:t>Guidepost 4</a:t>
            </a:r>
            <a:r>
              <a:rPr lang="en-US" sz="2400"/>
              <a:t>: Ensure supports are outcome-oriented and regularly monitored </a:t>
            </a:r>
            <a:endParaRPr lang="en-US" sz="2400">
              <a:cs typeface="Calibri" panose="020F0502020204030204"/>
            </a:endParaRPr>
          </a:p>
        </p:txBody>
      </p:sp>
      <p:pic>
        <p:nvPicPr>
          <p:cNvPr id="6" name="Picture 6" descr="A picture containing text, sky, outdoor, sign&#10;&#10;Description automatically generated">
            <a:extLst>
              <a:ext uri="{FF2B5EF4-FFF2-40B4-BE49-F238E27FC236}">
                <a16:creationId xmlns:a16="http://schemas.microsoft.com/office/drawing/2014/main" id="{ECDEC1B3-CC57-CAC8-25D6-184F71944C06}"/>
              </a:ext>
            </a:extLst>
          </p:cNvPr>
          <p:cNvPicPr>
            <a:picLocks noGrp="1" noChangeAspect="1"/>
          </p:cNvPicPr>
          <p:nvPr>
            <p:ph type="pic" idx="1"/>
          </p:nvPr>
        </p:nvPicPr>
        <p:blipFill rotWithShape="1">
          <a:blip r:embed="rId3"/>
          <a:srcRect r="7442"/>
          <a:stretch/>
        </p:blipFill>
        <p:spPr>
          <a:xfrm>
            <a:off x="8471069" y="2875024"/>
            <a:ext cx="2727509" cy="1965553"/>
          </a:xfrm>
          <a:prstGeom prst="rect">
            <a:avLst/>
          </a:prstGeom>
        </p:spPr>
      </p:pic>
      <p:sp>
        <p:nvSpPr>
          <p:cNvPr id="57" name="Rectangle 5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6867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60"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Picture 12" descr="Person Centred · Free image on Pixabay">
            <a:extLst>
              <a:ext uri="{FF2B5EF4-FFF2-40B4-BE49-F238E27FC236}">
                <a16:creationId xmlns:a16="http://schemas.microsoft.com/office/drawing/2014/main" id="{F753AA7C-F80B-4792-30AE-2470AFD541B6}"/>
              </a:ext>
            </a:extLst>
          </p:cNvPr>
          <p:cNvPicPr>
            <a:picLocks noChangeAspect="1"/>
          </p:cNvPicPr>
          <p:nvPr/>
        </p:nvPicPr>
        <p:blipFill>
          <a:blip r:embed="rId3"/>
          <a:stretch>
            <a:fillRect/>
          </a:stretch>
        </p:blipFill>
        <p:spPr>
          <a:xfrm>
            <a:off x="8570805" y="22540"/>
            <a:ext cx="3063363" cy="3417342"/>
          </a:xfrm>
          <a:prstGeom prst="rect">
            <a:avLst/>
          </a:prstGeom>
        </p:spPr>
      </p:pic>
      <p:grpSp>
        <p:nvGrpSpPr>
          <p:cNvPr id="63" name="Group 62">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64" name="Freeform: Shape 63">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5" name="Freeform: Shape 64">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6" name="Freeform: Shape 65">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7" name="Freeform: Shape 66">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8" name="Freeform: Shape 67">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9" name="Freeform: Shape 68">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70" name="Freeform: Shape 69">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31E93D5D-81D9-C50B-2EFF-10EACAEC88EF}"/>
              </a:ext>
            </a:extLst>
          </p:cNvPr>
          <p:cNvSpPr>
            <a:spLocks noGrp="1"/>
          </p:cNvSpPr>
          <p:nvPr>
            <p:ph type="title"/>
          </p:nvPr>
        </p:nvSpPr>
        <p:spPr>
          <a:xfrm>
            <a:off x="211542" y="-134646"/>
            <a:ext cx="6775795" cy="2587131"/>
          </a:xfrm>
        </p:spPr>
        <p:txBody>
          <a:bodyPr vert="horz" lIns="91440" tIns="45720" rIns="91440" bIns="45720" rtlCol="0" anchor="b">
            <a:normAutofit/>
          </a:bodyPr>
          <a:lstStyle/>
          <a:p>
            <a:pPr defTabSz="914400"/>
            <a:r>
              <a:rPr lang="en-US" sz="4400" b="1" kern="1200">
                <a:solidFill>
                  <a:schemeClr val="bg1"/>
                </a:solidFill>
                <a:latin typeface="+mj-lt"/>
                <a:ea typeface="+mj-ea"/>
                <a:cs typeface="+mj-cs"/>
              </a:rPr>
              <a:t>CLE Guidepost #1:</a:t>
            </a:r>
            <a:br>
              <a:rPr lang="en-US" sz="4400" b="1" kern="1200">
                <a:solidFill>
                  <a:schemeClr val="bg1"/>
                </a:solidFill>
                <a:latin typeface="+mj-lt"/>
                <a:ea typeface="+mj-ea"/>
                <a:cs typeface="+mj-cs"/>
              </a:rPr>
            </a:br>
            <a:r>
              <a:rPr lang="en-US" sz="4400" b="1" kern="1200">
                <a:solidFill>
                  <a:schemeClr val="bg1"/>
                </a:solidFill>
                <a:latin typeface="+mj-lt"/>
                <a:ea typeface="+mj-ea"/>
                <a:cs typeface="+mj-cs"/>
              </a:rPr>
              <a:t>Individualized Supports for Each Person  </a:t>
            </a:r>
          </a:p>
        </p:txBody>
      </p:sp>
      <p:sp>
        <p:nvSpPr>
          <p:cNvPr id="4" name="Text Placeholder 3">
            <a:extLst>
              <a:ext uri="{FF2B5EF4-FFF2-40B4-BE49-F238E27FC236}">
                <a16:creationId xmlns:a16="http://schemas.microsoft.com/office/drawing/2014/main" id="{012AB944-9E99-1741-D753-FBE82A33EC0B}"/>
              </a:ext>
            </a:extLst>
          </p:cNvPr>
          <p:cNvSpPr>
            <a:spLocks noGrp="1"/>
          </p:cNvSpPr>
          <p:nvPr>
            <p:ph type="body" sz="half" idx="2"/>
          </p:nvPr>
        </p:nvSpPr>
        <p:spPr>
          <a:xfrm>
            <a:off x="117963" y="3593547"/>
            <a:ext cx="11952882" cy="2677846"/>
          </a:xfrm>
        </p:spPr>
        <p:txBody>
          <a:bodyPr vert="horz" lIns="91440" tIns="45720" rIns="91440" bIns="45720" rtlCol="0" anchor="ctr">
            <a:noAutofit/>
          </a:bodyPr>
          <a:lstStyle/>
          <a:p>
            <a:pPr indent="-228600" defTabSz="914400">
              <a:buFont typeface="Arial" panose="020B0604020202020204" pitchFamily="34" charset="0"/>
              <a:buChar char="•"/>
            </a:pPr>
            <a:r>
              <a:rPr lang="en-US" sz="2800">
                <a:solidFill>
                  <a:schemeClr val="tx2"/>
                </a:solidFill>
              </a:rPr>
              <a:t>Starts with understanding personal preferences, goals, interests and skills</a:t>
            </a:r>
            <a:endParaRPr lang="en-US" sz="2800">
              <a:solidFill>
                <a:schemeClr val="tx2"/>
              </a:solidFill>
              <a:cs typeface="Calibri"/>
            </a:endParaRPr>
          </a:p>
          <a:p>
            <a:pPr indent="-228600" defTabSz="914400">
              <a:buFont typeface="Arial" panose="020B0604020202020204" pitchFamily="34" charset="0"/>
              <a:buChar char="•"/>
            </a:pPr>
            <a:endParaRPr lang="en-US" sz="2800">
              <a:solidFill>
                <a:schemeClr val="tx2"/>
              </a:solidFill>
            </a:endParaRPr>
          </a:p>
          <a:p>
            <a:pPr indent="-228600" defTabSz="914400">
              <a:buFont typeface="Arial" panose="020B0604020202020204" pitchFamily="34" charset="0"/>
              <a:buChar char="•"/>
            </a:pPr>
            <a:r>
              <a:rPr lang="en-US" sz="2800">
                <a:solidFill>
                  <a:schemeClr val="tx2"/>
                </a:solidFill>
              </a:rPr>
              <a:t>Emphasizes person-centered planning and discovery, and</a:t>
            </a:r>
            <a:endParaRPr lang="en-US" sz="2800">
              <a:solidFill>
                <a:schemeClr val="tx2"/>
              </a:solidFill>
              <a:cs typeface="Calibri"/>
            </a:endParaRPr>
          </a:p>
          <a:p>
            <a:pPr indent="-228600" defTabSz="914400">
              <a:buFont typeface="Arial" panose="020B0604020202020204" pitchFamily="34" charset="0"/>
              <a:buChar char="•"/>
            </a:pPr>
            <a:endParaRPr lang="en-US" sz="2800">
              <a:solidFill>
                <a:schemeClr val="tx2"/>
              </a:solidFill>
            </a:endParaRPr>
          </a:p>
          <a:p>
            <a:pPr indent="-228600" defTabSz="914400">
              <a:buFont typeface="Arial" panose="020B0604020202020204" pitchFamily="34" charset="0"/>
              <a:buChar char="•"/>
            </a:pPr>
            <a:r>
              <a:rPr lang="en-US" sz="2800">
                <a:solidFill>
                  <a:schemeClr val="tx2"/>
                </a:solidFill>
              </a:rPr>
              <a:t>Requires creating staffing, intentional grouping, and at times additional funding (not always 1:1 support)</a:t>
            </a:r>
            <a:endParaRPr lang="en-US" sz="2800">
              <a:solidFill>
                <a:schemeClr val="tx2"/>
              </a:solidFill>
              <a:cs typeface="Calibri"/>
            </a:endParaRPr>
          </a:p>
        </p:txBody>
      </p:sp>
      <p:pic>
        <p:nvPicPr>
          <p:cNvPr id="6" name="Picture 5" descr="Logo&#10;&#10;Description automatically generated with medium confidence">
            <a:extLst>
              <a:ext uri="{FF2B5EF4-FFF2-40B4-BE49-F238E27FC236}">
                <a16:creationId xmlns:a16="http://schemas.microsoft.com/office/drawing/2014/main" id="{7DE5E523-767D-C5B7-3ACF-67F324742BCE}"/>
              </a:ext>
            </a:extLst>
          </p:cNvPr>
          <p:cNvPicPr>
            <a:picLocks noChangeAspect="1"/>
          </p:cNvPicPr>
          <p:nvPr/>
        </p:nvPicPr>
        <p:blipFill>
          <a:blip r:embed="rId4"/>
          <a:stretch>
            <a:fillRect/>
          </a:stretch>
        </p:blipFill>
        <p:spPr>
          <a:xfrm>
            <a:off x="10855764" y="6028108"/>
            <a:ext cx="1106337" cy="527185"/>
          </a:xfrm>
          <a:prstGeom prst="rect">
            <a:avLst/>
          </a:prstGeom>
        </p:spPr>
      </p:pic>
    </p:spTree>
    <p:extLst>
      <p:ext uri="{BB962C8B-B14F-4D97-AF65-F5344CB8AC3E}">
        <p14:creationId xmlns:p14="http://schemas.microsoft.com/office/powerpoint/2010/main" val="3494032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6E4F4B-7099-4589-5B90-5845A17EF0C5}"/>
              </a:ext>
            </a:extLst>
          </p:cNvPr>
          <p:cNvSpPr>
            <a:spLocks noGrp="1"/>
          </p:cNvSpPr>
          <p:nvPr>
            <p:ph type="title"/>
          </p:nvPr>
        </p:nvSpPr>
        <p:spPr>
          <a:xfrm>
            <a:off x="658726" y="-498816"/>
            <a:ext cx="7200281" cy="1642970"/>
          </a:xfrm>
        </p:spPr>
        <p:txBody>
          <a:bodyPr anchor="b">
            <a:normAutofit/>
          </a:bodyPr>
          <a:lstStyle/>
          <a:p>
            <a:r>
              <a:rPr lang="en-US" sz="4000" b="1">
                <a:cs typeface="Calibri Light"/>
              </a:rPr>
              <a:t>Provider Strategies Guidepost #1</a:t>
            </a:r>
            <a:endParaRPr lang="en-US" sz="4000" b="1"/>
          </a:p>
        </p:txBody>
      </p:sp>
      <p:sp>
        <p:nvSpPr>
          <p:cNvPr id="3" name="Content Placeholder 2">
            <a:extLst>
              <a:ext uri="{FF2B5EF4-FFF2-40B4-BE49-F238E27FC236}">
                <a16:creationId xmlns:a16="http://schemas.microsoft.com/office/drawing/2014/main" id="{E2484B8F-63A1-EAC7-0E87-5005E86A152F}"/>
              </a:ext>
            </a:extLst>
          </p:cNvPr>
          <p:cNvSpPr>
            <a:spLocks noGrp="1"/>
          </p:cNvSpPr>
          <p:nvPr>
            <p:ph idx="1"/>
          </p:nvPr>
        </p:nvSpPr>
        <p:spPr>
          <a:xfrm>
            <a:off x="394296" y="1632521"/>
            <a:ext cx="5861099" cy="3535083"/>
          </a:xfrm>
        </p:spPr>
        <p:txBody>
          <a:bodyPr vert="horz" lIns="91440" tIns="45720" rIns="91440" bIns="45720" rtlCol="0" anchor="t">
            <a:normAutofit fontScale="85000" lnSpcReduction="10000"/>
          </a:bodyPr>
          <a:lstStyle/>
          <a:p>
            <a:pPr marL="0" indent="0">
              <a:buNone/>
            </a:pPr>
            <a:r>
              <a:rPr lang="en-US" sz="1900" b="1">
                <a:cs typeface="Calibri"/>
              </a:rPr>
              <a:t>Get to know people differently </a:t>
            </a:r>
            <a:endParaRPr lang="en-US" sz="1900">
              <a:cs typeface="Calibri"/>
            </a:endParaRPr>
          </a:p>
          <a:p>
            <a:pPr lvl="1"/>
            <a:r>
              <a:rPr lang="en-US" sz="1900">
                <a:cs typeface="Calibri"/>
              </a:rPr>
              <a:t>Supporting people to explore and continually get new experiences in typical community settings</a:t>
            </a:r>
          </a:p>
          <a:p>
            <a:pPr lvl="1"/>
            <a:endParaRPr lang="en-US" sz="1900">
              <a:cs typeface="Calibri"/>
            </a:endParaRPr>
          </a:p>
          <a:p>
            <a:pPr lvl="1"/>
            <a:r>
              <a:rPr lang="en-US" sz="1900">
                <a:cs typeface="Calibri"/>
              </a:rPr>
              <a:t>Help identify who the person is </a:t>
            </a:r>
          </a:p>
          <a:p>
            <a:pPr lvl="1"/>
            <a:endParaRPr lang="en-US" sz="1900">
              <a:cs typeface="Calibri"/>
            </a:endParaRPr>
          </a:p>
          <a:p>
            <a:pPr lvl="1"/>
            <a:r>
              <a:rPr lang="en-US" sz="1900">
                <a:cs typeface="Calibri"/>
              </a:rPr>
              <a:t>Identify who is important in the person's life (</a:t>
            </a:r>
            <a:r>
              <a:rPr lang="en-US" sz="1900" i="1">
                <a:cs typeface="Calibri"/>
              </a:rPr>
              <a:t>is it mostly paid staff and people with disabilities?</a:t>
            </a:r>
            <a:r>
              <a:rPr lang="en-US" sz="1900">
                <a:cs typeface="Calibri"/>
              </a:rPr>
              <a:t>)</a:t>
            </a:r>
          </a:p>
          <a:p>
            <a:pPr lvl="1"/>
            <a:endParaRPr lang="en-US" sz="1900">
              <a:cs typeface="Calibri"/>
            </a:endParaRPr>
          </a:p>
          <a:p>
            <a:pPr lvl="1"/>
            <a:r>
              <a:rPr lang="en-US" sz="1900">
                <a:cs typeface="Calibri"/>
              </a:rPr>
              <a:t>Identify skills/abilities </a:t>
            </a:r>
          </a:p>
          <a:p>
            <a:pPr lvl="1"/>
            <a:endParaRPr lang="en-US" sz="1900">
              <a:cs typeface="Calibri"/>
            </a:endParaRPr>
          </a:p>
          <a:p>
            <a:pPr lvl="1"/>
            <a:r>
              <a:rPr lang="en-US" sz="1900">
                <a:cs typeface="Calibri"/>
              </a:rPr>
              <a:t>Identify interests, likes/dislikes </a:t>
            </a:r>
          </a:p>
          <a:p>
            <a:pPr lvl="1"/>
            <a:endParaRPr lang="en-US" sz="1900">
              <a:cs typeface="Calibri"/>
            </a:endParaRPr>
          </a:p>
          <a:p>
            <a:pPr lvl="1"/>
            <a:r>
              <a:rPr lang="en-US" sz="1900">
                <a:cs typeface="Calibri"/>
              </a:rPr>
              <a:t>Fold the information we learn back into service delivery </a:t>
            </a:r>
          </a:p>
        </p:txBody>
      </p:sp>
      <p:sp>
        <p:nvSpPr>
          <p:cNvPr id="43" name="Rectangle 4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5" descr="Woman in a wheelchair">
            <a:extLst>
              <a:ext uri="{FF2B5EF4-FFF2-40B4-BE49-F238E27FC236}">
                <a16:creationId xmlns:a16="http://schemas.microsoft.com/office/drawing/2014/main" id="{110D8898-E88E-4C76-18C7-950FC7658A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8882" y="909081"/>
            <a:ext cx="3844699" cy="5071731"/>
          </a:xfrm>
          <a:prstGeom prst="rect">
            <a:avLst/>
          </a:prstGeom>
        </p:spPr>
      </p:pic>
      <p:pic>
        <p:nvPicPr>
          <p:cNvPr id="7" name="Picture 6" descr="Logo&#10;&#10;Description automatically generated with medium confidence">
            <a:extLst>
              <a:ext uri="{FF2B5EF4-FFF2-40B4-BE49-F238E27FC236}">
                <a16:creationId xmlns:a16="http://schemas.microsoft.com/office/drawing/2014/main" id="{08DA584E-4A18-1899-3508-F1FCCE95FEFB}"/>
              </a:ext>
            </a:extLst>
          </p:cNvPr>
          <p:cNvPicPr>
            <a:picLocks noChangeAspect="1"/>
          </p:cNvPicPr>
          <p:nvPr/>
        </p:nvPicPr>
        <p:blipFill>
          <a:blip r:embed="rId5"/>
          <a:stretch>
            <a:fillRect/>
          </a:stretch>
        </p:blipFill>
        <p:spPr>
          <a:xfrm>
            <a:off x="324020" y="5980804"/>
            <a:ext cx="1253389" cy="620763"/>
          </a:xfrm>
          <a:prstGeom prst="rect">
            <a:avLst/>
          </a:prstGeom>
        </p:spPr>
      </p:pic>
    </p:spTree>
    <p:extLst>
      <p:ext uri="{BB962C8B-B14F-4D97-AF65-F5344CB8AC3E}">
        <p14:creationId xmlns:p14="http://schemas.microsoft.com/office/powerpoint/2010/main" val="983417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29">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ight Triangle 31">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33">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6E4F4B-7099-4589-5B90-5845A17EF0C5}"/>
              </a:ext>
            </a:extLst>
          </p:cNvPr>
          <p:cNvSpPr>
            <a:spLocks noGrp="1"/>
          </p:cNvSpPr>
          <p:nvPr>
            <p:ph type="title"/>
          </p:nvPr>
        </p:nvSpPr>
        <p:spPr>
          <a:xfrm>
            <a:off x="5255260" y="1188637"/>
            <a:ext cx="5852711" cy="1597228"/>
          </a:xfrm>
        </p:spPr>
        <p:txBody>
          <a:bodyPr>
            <a:normAutofit/>
          </a:bodyPr>
          <a:lstStyle/>
          <a:p>
            <a:r>
              <a:rPr lang="en-US" sz="4200" b="1">
                <a:cs typeface="Calibri Light"/>
              </a:rPr>
              <a:t>Quality Day Services that Support CLE Outcomes</a:t>
            </a:r>
            <a:endParaRPr lang="en-US" sz="4200" b="1"/>
          </a:p>
        </p:txBody>
      </p:sp>
      <p:pic>
        <p:nvPicPr>
          <p:cNvPr id="5" name="Graphic 5" descr="Woman in a wheelchair">
            <a:extLst>
              <a:ext uri="{FF2B5EF4-FFF2-40B4-BE49-F238E27FC236}">
                <a16:creationId xmlns:a16="http://schemas.microsoft.com/office/drawing/2014/main" id="{110D8898-E88E-4C76-18C7-950FC7658A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2763" y="1188637"/>
            <a:ext cx="3455173" cy="4557888"/>
          </a:xfrm>
          <a:prstGeom prst="rect">
            <a:avLst/>
          </a:prstGeom>
        </p:spPr>
      </p:pic>
      <p:sp>
        <p:nvSpPr>
          <p:cNvPr id="3" name="Content Placeholder 2">
            <a:extLst>
              <a:ext uri="{FF2B5EF4-FFF2-40B4-BE49-F238E27FC236}">
                <a16:creationId xmlns:a16="http://schemas.microsoft.com/office/drawing/2014/main" id="{E2484B8F-63A1-EAC7-0E87-5005E86A152F}"/>
              </a:ext>
            </a:extLst>
          </p:cNvPr>
          <p:cNvSpPr>
            <a:spLocks noGrp="1"/>
          </p:cNvSpPr>
          <p:nvPr>
            <p:ph idx="1"/>
          </p:nvPr>
        </p:nvSpPr>
        <p:spPr>
          <a:xfrm>
            <a:off x="5255260" y="2998278"/>
            <a:ext cx="4428236" cy="2728198"/>
          </a:xfrm>
        </p:spPr>
        <p:txBody>
          <a:bodyPr vert="horz" lIns="91440" tIns="45720" rIns="91440" bIns="45720" rtlCol="0" anchor="t">
            <a:normAutofit/>
          </a:bodyPr>
          <a:lstStyle/>
          <a:p>
            <a:pPr marL="0" indent="0">
              <a:buNone/>
            </a:pPr>
            <a:r>
              <a:rPr lang="en-US" sz="1700">
                <a:cs typeface="Calibri"/>
              </a:rPr>
              <a:t>What they are </a:t>
            </a:r>
            <a:r>
              <a:rPr lang="en-US" sz="1700" b="1" i="1">
                <a:cs typeface="Calibri"/>
              </a:rPr>
              <a:t>not</a:t>
            </a:r>
            <a:r>
              <a:rPr lang="en-US" sz="1700">
                <a:cs typeface="Calibri"/>
              </a:rPr>
              <a:t>:</a:t>
            </a:r>
          </a:p>
          <a:p>
            <a:r>
              <a:rPr lang="en-US" sz="1700">
                <a:ea typeface="+mn-lt"/>
                <a:cs typeface="+mn-lt"/>
              </a:rPr>
              <a:t>A substitute for paid employment</a:t>
            </a:r>
          </a:p>
          <a:p>
            <a:r>
              <a:rPr lang="en-US" sz="1700">
                <a:ea typeface="+mn-lt"/>
                <a:cs typeface="+mn-lt"/>
              </a:rPr>
              <a:t>A prerequisite for employment</a:t>
            </a:r>
          </a:p>
          <a:p>
            <a:r>
              <a:rPr lang="en-US" sz="1700">
                <a:ea typeface="+mn-lt"/>
                <a:cs typeface="+mn-lt"/>
              </a:rPr>
              <a:t>Activities just to fill time</a:t>
            </a:r>
          </a:p>
          <a:p>
            <a:r>
              <a:rPr lang="en-US" sz="1700">
                <a:ea typeface="+mn-lt"/>
                <a:cs typeface="+mn-lt"/>
              </a:rPr>
              <a:t>Activities that individuals are “plugged” into</a:t>
            </a:r>
          </a:p>
          <a:p>
            <a:r>
              <a:rPr lang="en-US" sz="1700">
                <a:ea typeface="+mn-lt"/>
                <a:cs typeface="+mn-lt"/>
              </a:rPr>
              <a:t>Random activities just to keep people busy</a:t>
            </a:r>
          </a:p>
          <a:p>
            <a:r>
              <a:rPr lang="en-US" sz="1700">
                <a:ea typeface="+mn-lt"/>
                <a:cs typeface="+mn-lt"/>
              </a:rPr>
              <a:t>Simply fun, recreational activities</a:t>
            </a:r>
          </a:p>
          <a:p>
            <a:endParaRPr lang="en-US" sz="1700">
              <a:cs typeface="Calibri"/>
            </a:endParaRPr>
          </a:p>
          <a:p>
            <a:endParaRPr lang="en-US" sz="1700">
              <a:cs typeface="Calibri"/>
            </a:endParaRPr>
          </a:p>
          <a:p>
            <a:endParaRPr lang="en-US" sz="1700">
              <a:cs typeface="Calibri"/>
            </a:endParaRPr>
          </a:p>
        </p:txBody>
      </p:sp>
    </p:spTree>
    <p:extLst>
      <p:ext uri="{BB962C8B-B14F-4D97-AF65-F5344CB8AC3E}">
        <p14:creationId xmlns:p14="http://schemas.microsoft.com/office/powerpoint/2010/main" val="4238919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6E4F4B-7099-4589-5B90-5845A17EF0C5}"/>
              </a:ext>
            </a:extLst>
          </p:cNvPr>
          <p:cNvSpPr>
            <a:spLocks noGrp="1"/>
          </p:cNvSpPr>
          <p:nvPr>
            <p:ph type="title"/>
          </p:nvPr>
        </p:nvSpPr>
        <p:spPr>
          <a:xfrm>
            <a:off x="6093711" y="443279"/>
            <a:ext cx="5357779" cy="1807305"/>
          </a:xfrm>
        </p:spPr>
        <p:txBody>
          <a:bodyPr>
            <a:normAutofit/>
          </a:bodyPr>
          <a:lstStyle/>
          <a:p>
            <a:r>
              <a:rPr lang="en-US" b="1">
                <a:cs typeface="Calibri Light"/>
              </a:rPr>
              <a:t>Values and Practices of Quality Day Services </a:t>
            </a:r>
          </a:p>
        </p:txBody>
      </p:sp>
      <p:pic>
        <p:nvPicPr>
          <p:cNvPr id="5" name="Graphic 5" descr="People holding flowers in florist shop">
            <a:extLst>
              <a:ext uri="{FF2B5EF4-FFF2-40B4-BE49-F238E27FC236}">
                <a16:creationId xmlns:a16="http://schemas.microsoft.com/office/drawing/2014/main" id="{110D8898-E88E-4C76-18C7-950FC7658A28}"/>
              </a:ext>
            </a:extLst>
          </p:cNvPr>
          <p:cNvPicPr>
            <a:picLocks noChangeAspect="1"/>
          </p:cNvPicPr>
          <p:nvPr/>
        </p:nvPicPr>
        <p:blipFill rotWithShape="1">
          <a:blip r:embed="rId3"/>
          <a:srcRect l="20446" r="20020" b="-1"/>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E2484B8F-63A1-EAC7-0E87-5005E86A152F}"/>
              </a:ext>
            </a:extLst>
          </p:cNvPr>
          <p:cNvSpPr>
            <a:spLocks noGrp="1"/>
          </p:cNvSpPr>
          <p:nvPr>
            <p:ph idx="1"/>
          </p:nvPr>
        </p:nvSpPr>
        <p:spPr>
          <a:xfrm>
            <a:off x="5908096" y="1984047"/>
            <a:ext cx="5963471" cy="4338966"/>
          </a:xfrm>
        </p:spPr>
        <p:txBody>
          <a:bodyPr vert="horz" lIns="91440" tIns="45720" rIns="91440" bIns="45720" rtlCol="0" anchor="t">
            <a:normAutofit/>
          </a:bodyPr>
          <a:lstStyle/>
          <a:p>
            <a:pPr marL="0" indent="0">
              <a:buNone/>
            </a:pPr>
            <a:endParaRPr lang="en-US" sz="1700">
              <a:cs typeface="Calibri"/>
            </a:endParaRPr>
          </a:p>
          <a:p>
            <a:r>
              <a:rPr lang="en-US" sz="1700">
                <a:ea typeface="+mn-lt"/>
                <a:cs typeface="+mn-lt"/>
              </a:rPr>
              <a:t>A belief that people with IDD can fully participate in typical valued social roles, side-by-side with their fellow citizens without disabilities, including competitive integrated employment</a:t>
            </a:r>
          </a:p>
          <a:p>
            <a:r>
              <a:rPr lang="en-US" sz="1700">
                <a:cs typeface="Calibri"/>
              </a:rPr>
              <a:t>Using generic, typical resources available to all</a:t>
            </a:r>
          </a:p>
          <a:p>
            <a:r>
              <a:rPr lang="en-US" sz="1700">
                <a:cs typeface="Calibri"/>
              </a:rPr>
              <a:t>Occur in typical community settings, in small groups (no more than 3-4)</a:t>
            </a:r>
          </a:p>
          <a:p>
            <a:r>
              <a:rPr lang="en-US" sz="1700">
                <a:cs typeface="Calibri"/>
              </a:rPr>
              <a:t>View staff role as facilitators of inclusion </a:t>
            </a:r>
          </a:p>
          <a:p>
            <a:r>
              <a:rPr lang="en-US" sz="1700">
                <a:cs typeface="Calibri"/>
              </a:rPr>
              <a:t>Avoiding activities that reinforce stereotypes and stigma </a:t>
            </a:r>
          </a:p>
          <a:p>
            <a:r>
              <a:rPr lang="en-US" sz="1700">
                <a:cs typeface="Calibri"/>
              </a:rPr>
              <a:t>Avoiding activities that unnecessarily segregate</a:t>
            </a:r>
          </a:p>
          <a:p>
            <a:r>
              <a:rPr lang="en-US" sz="1700">
                <a:cs typeface="Calibri"/>
              </a:rPr>
              <a:t>Supports the development of self-advocacy skills </a:t>
            </a:r>
          </a:p>
          <a:p>
            <a:r>
              <a:rPr lang="en-US" sz="1700">
                <a:cs typeface="Calibri"/>
              </a:rPr>
              <a:t>Support a path to employment (Employment First values)</a:t>
            </a:r>
          </a:p>
          <a:p>
            <a:endParaRPr lang="en-US" sz="1700">
              <a:cs typeface="Calibri"/>
            </a:endParaRPr>
          </a:p>
          <a:p>
            <a:endParaRPr lang="en-US" sz="1700">
              <a:cs typeface="Calibri"/>
            </a:endParaRPr>
          </a:p>
          <a:p>
            <a:endParaRPr lang="en-US" sz="1700">
              <a:cs typeface="Calibri"/>
            </a:endParaRPr>
          </a:p>
        </p:txBody>
      </p:sp>
      <p:pic>
        <p:nvPicPr>
          <p:cNvPr id="7" name="Picture 6" descr="Logo&#10;&#10;Description automatically generated with medium confidence">
            <a:extLst>
              <a:ext uri="{FF2B5EF4-FFF2-40B4-BE49-F238E27FC236}">
                <a16:creationId xmlns:a16="http://schemas.microsoft.com/office/drawing/2014/main" id="{0C560581-DFF7-1128-2870-64F60DB44FD7}"/>
              </a:ext>
            </a:extLst>
          </p:cNvPr>
          <p:cNvPicPr>
            <a:picLocks noChangeAspect="1"/>
          </p:cNvPicPr>
          <p:nvPr/>
        </p:nvPicPr>
        <p:blipFill>
          <a:blip r:embed="rId4"/>
          <a:stretch>
            <a:fillRect/>
          </a:stretch>
        </p:blipFill>
        <p:spPr>
          <a:xfrm>
            <a:off x="10708712" y="5961266"/>
            <a:ext cx="1253389" cy="620763"/>
          </a:xfrm>
          <a:prstGeom prst="rect">
            <a:avLst/>
          </a:prstGeom>
        </p:spPr>
      </p:pic>
    </p:spTree>
    <p:extLst>
      <p:ext uri="{BB962C8B-B14F-4D97-AF65-F5344CB8AC3E}">
        <p14:creationId xmlns:p14="http://schemas.microsoft.com/office/powerpoint/2010/main" val="2574289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800AB9-1A52-14C0-5637-AF2BEE18F9FC}"/>
              </a:ext>
            </a:extLst>
          </p:cNvPr>
          <p:cNvSpPr>
            <a:spLocks noGrp="1"/>
          </p:cNvSpPr>
          <p:nvPr>
            <p:ph idx="1"/>
          </p:nvPr>
        </p:nvSpPr>
        <p:spPr>
          <a:xfrm>
            <a:off x="133350" y="-176778"/>
            <a:ext cx="6329516" cy="915530"/>
          </a:xfrm>
        </p:spPr>
        <p:txBody>
          <a:bodyPr>
            <a:normAutofit fontScale="25000" lnSpcReduction="20000"/>
          </a:bodyPr>
          <a:lstStyle/>
          <a:p>
            <a:pPr marL="0" indent="0">
              <a:buNone/>
            </a:pPr>
            <a:endParaRPr lang="en-US" dirty="0"/>
          </a:p>
          <a:p>
            <a:pPr marL="0" indent="0">
              <a:buNone/>
            </a:pPr>
            <a:endParaRPr lang="en-US" sz="3200" dirty="0"/>
          </a:p>
          <a:p>
            <a:pPr marL="0" indent="0">
              <a:buNone/>
            </a:pPr>
            <a:endParaRPr lang="en-US" sz="3200" dirty="0"/>
          </a:p>
          <a:p>
            <a:pPr marL="0" indent="0">
              <a:buNone/>
            </a:pPr>
            <a:r>
              <a:rPr lang="en-US" sz="12800" b="1" dirty="0">
                <a:latin typeface="+mj-lt"/>
                <a:ea typeface="+mj-ea"/>
                <a:cs typeface="Calibri Light"/>
              </a:rPr>
              <a:t>Community Life Engagement </a:t>
            </a:r>
          </a:p>
          <a:p>
            <a:pPr marL="0" indent="0">
              <a:buNone/>
            </a:pPr>
            <a:r>
              <a:rPr lang="en-US" sz="12800" b="1" dirty="0">
                <a:latin typeface="+mj-lt"/>
                <a:ea typeface="+mj-ea"/>
                <a:cs typeface="Calibri Light"/>
              </a:rPr>
              <a:t>Fidelity Scale</a:t>
            </a:r>
          </a:p>
          <a:p>
            <a:pPr marL="0" indent="0">
              <a:buNone/>
            </a:pPr>
            <a:endParaRPr lang="en-US" sz="3200" b="1" dirty="0">
              <a:latin typeface="+mj-lt"/>
              <a:ea typeface="+mj-ea"/>
              <a:cs typeface="Calibri Light"/>
              <a:hlinkClick r:id="rId3">
                <a:extLst>
                  <a:ext uri="{A12FA001-AC4F-418D-AE19-62706E023703}">
                    <ahyp:hlinkClr xmlns:ahyp="http://schemas.microsoft.com/office/drawing/2018/hyperlinkcolor" val="tx"/>
                  </a:ext>
                </a:extLst>
              </a:hlinkClick>
            </a:endParaRPr>
          </a:p>
          <a:p>
            <a:endParaRPr lang="en-US" sz="3200" b="1" dirty="0">
              <a:latin typeface="+mj-lt"/>
              <a:ea typeface="+mj-ea"/>
              <a:cs typeface="Calibri Light"/>
              <a:hlinkClick r:id="rId3">
                <a:extLst>
                  <a:ext uri="{A12FA001-AC4F-418D-AE19-62706E023703}">
                    <ahyp:hlinkClr xmlns:ahyp="http://schemas.microsoft.com/office/drawing/2018/hyperlinkcolor" val="tx"/>
                  </a:ext>
                </a:extLst>
              </a:hlinkClick>
            </a:endParaRPr>
          </a:p>
          <a:p>
            <a:pPr marL="0" indent="0">
              <a:buNone/>
            </a:pPr>
            <a:endParaRPr lang="en-US" sz="3200" b="1" dirty="0">
              <a:latin typeface="+mj-lt"/>
              <a:ea typeface="+mj-ea"/>
              <a:cs typeface="Calibri Light"/>
              <a:hlinkClick r:id="rId3">
                <a:extLst>
                  <a:ext uri="{A12FA001-AC4F-418D-AE19-62706E023703}">
                    <ahyp:hlinkClr xmlns:ahyp="http://schemas.microsoft.com/office/drawing/2018/hyperlinkcolor" val="tx"/>
                  </a:ext>
                </a:extLst>
              </a:hlinkClick>
            </a:endParaRPr>
          </a:p>
          <a:p>
            <a:pPr marL="0" indent="0">
              <a:buNone/>
            </a:pPr>
            <a:endParaRPr lang="en-US" dirty="0">
              <a:hlinkClick r:id="rId3"/>
            </a:endParaRPr>
          </a:p>
          <a:p>
            <a:pPr marL="0" indent="0">
              <a:buNone/>
            </a:pPr>
            <a:endParaRPr lang="en-US" dirty="0">
              <a:hlinkClick r:id="rId3"/>
            </a:endParaRPr>
          </a:p>
          <a:p>
            <a:pPr marL="0" indent="0">
              <a:buNone/>
            </a:pPr>
            <a:endParaRPr lang="en-US" dirty="0">
              <a:hlinkClick r:id="rId3"/>
            </a:endParaRPr>
          </a:p>
          <a:p>
            <a:pPr marL="0" indent="0">
              <a:buNone/>
            </a:pPr>
            <a:endParaRPr lang="en-US" dirty="0">
              <a:hlinkClick r:id="rId3"/>
            </a:endParaRPr>
          </a:p>
        </p:txBody>
      </p:sp>
      <p:pic>
        <p:nvPicPr>
          <p:cNvPr id="6" name="Picture 5">
            <a:extLst>
              <a:ext uri="{FF2B5EF4-FFF2-40B4-BE49-F238E27FC236}">
                <a16:creationId xmlns:a16="http://schemas.microsoft.com/office/drawing/2014/main" id="{910EBAAA-3852-6E25-5B70-A198E3D7334A}"/>
              </a:ext>
            </a:extLst>
          </p:cNvPr>
          <p:cNvPicPr>
            <a:picLocks noChangeAspect="1"/>
          </p:cNvPicPr>
          <p:nvPr/>
        </p:nvPicPr>
        <p:blipFill>
          <a:blip r:embed="rId4"/>
          <a:stretch>
            <a:fillRect/>
          </a:stretch>
        </p:blipFill>
        <p:spPr>
          <a:xfrm>
            <a:off x="6510184" y="280987"/>
            <a:ext cx="4953000" cy="6296025"/>
          </a:xfrm>
          <a:prstGeom prst="rect">
            <a:avLst/>
          </a:prstGeom>
        </p:spPr>
      </p:pic>
      <p:sp>
        <p:nvSpPr>
          <p:cNvPr id="7" name="TextBox 6">
            <a:extLst>
              <a:ext uri="{FF2B5EF4-FFF2-40B4-BE49-F238E27FC236}">
                <a16:creationId xmlns:a16="http://schemas.microsoft.com/office/drawing/2014/main" id="{248DCA55-5E0C-DDD6-3288-7F1057CB8D7B}"/>
              </a:ext>
            </a:extLst>
          </p:cNvPr>
          <p:cNvSpPr txBox="1"/>
          <p:nvPr/>
        </p:nvSpPr>
        <p:spPr>
          <a:xfrm>
            <a:off x="287593" y="1745226"/>
            <a:ext cx="5631425" cy="2308324"/>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mj-lt"/>
                <a:ea typeface="+mj-ea"/>
                <a:cs typeface="Calibri Light"/>
              </a:rPr>
              <a:t>Use as a self- assessment tool </a:t>
            </a:r>
          </a:p>
          <a:p>
            <a:pPr marL="285750" indent="-285750">
              <a:buFont typeface="Arial" panose="020B0604020202020204" pitchFamily="34" charset="0"/>
              <a:buChar char="•"/>
            </a:pPr>
            <a:r>
              <a:rPr lang="en-US" sz="1800" dirty="0">
                <a:latin typeface="+mj-lt"/>
                <a:ea typeface="+mj-ea"/>
                <a:cs typeface="Calibri Light"/>
              </a:rPr>
              <a:t>Completed by staff and management</a:t>
            </a:r>
          </a:p>
          <a:p>
            <a:pPr marL="285750" indent="-285750">
              <a:buFont typeface="Arial" panose="020B0604020202020204" pitchFamily="34" charset="0"/>
              <a:buChar char="•"/>
            </a:pPr>
            <a:r>
              <a:rPr lang="en-US" sz="1800" dirty="0">
                <a:latin typeface="+mj-lt"/>
                <a:ea typeface="+mj-ea"/>
                <a:cs typeface="Calibri Light"/>
              </a:rPr>
              <a:t>Answer based on how your day services are currently structured</a:t>
            </a:r>
          </a:p>
          <a:p>
            <a:endParaRPr lang="en-US" dirty="0">
              <a:latin typeface="+mj-lt"/>
              <a:ea typeface="+mj-ea"/>
              <a:cs typeface="Calibri Light"/>
              <a:hlinkClick r:id="rId3">
                <a:extLst>
                  <a:ext uri="{A12FA001-AC4F-418D-AE19-62706E023703}">
                    <ahyp:hlinkClr xmlns:ahyp="http://schemas.microsoft.com/office/drawing/2018/hyperlinkcolor" val="tx"/>
                  </a:ext>
                </a:extLst>
              </a:hlinkClick>
            </a:endParaRPr>
          </a:p>
          <a:p>
            <a:endParaRPr lang="en-US" sz="1800" dirty="0">
              <a:latin typeface="+mj-lt"/>
              <a:ea typeface="+mj-ea"/>
              <a:cs typeface="Calibri Light"/>
              <a:hlinkClick r:id="rId3">
                <a:extLst>
                  <a:ext uri="{A12FA001-AC4F-418D-AE19-62706E023703}">
                    <ahyp:hlinkClr xmlns:ahyp="http://schemas.microsoft.com/office/drawing/2018/hyperlinkcolor" val="tx"/>
                  </a:ext>
                </a:extLst>
              </a:hlinkClick>
            </a:endParaRPr>
          </a:p>
          <a:p>
            <a:r>
              <a:rPr lang="en-US" dirty="0">
                <a:hlinkClick r:id="rId3"/>
              </a:rPr>
              <a:t>guideposts_assessment.pdf (communityinclusion.org)</a:t>
            </a:r>
            <a:endParaRPr lang="en-US" dirty="0"/>
          </a:p>
          <a:p>
            <a:endParaRPr lang="en-US" sz="1800" dirty="0">
              <a:latin typeface="+mj-lt"/>
              <a:ea typeface="+mj-ea"/>
              <a:cs typeface="Calibri Light"/>
              <a:hlinkClick r:id="rId3">
                <a:extLst>
                  <a:ext uri="{A12FA001-AC4F-418D-AE19-62706E023703}">
                    <ahyp:hlinkClr xmlns:ahyp="http://schemas.microsoft.com/office/drawing/2018/hyperlinkcolor" val="tx"/>
                  </a:ext>
                </a:extLst>
              </a:hlinkClick>
            </a:endParaRPr>
          </a:p>
        </p:txBody>
      </p:sp>
      <p:pic>
        <p:nvPicPr>
          <p:cNvPr id="5" name="Picture 4" descr="Logo&#10;&#10;Description automatically generated with medium confidence">
            <a:extLst>
              <a:ext uri="{FF2B5EF4-FFF2-40B4-BE49-F238E27FC236}">
                <a16:creationId xmlns:a16="http://schemas.microsoft.com/office/drawing/2014/main" id="{16032122-68B9-9710-D687-7389169FBE5B}"/>
              </a:ext>
            </a:extLst>
          </p:cNvPr>
          <p:cNvPicPr>
            <a:picLocks noChangeAspect="1"/>
          </p:cNvPicPr>
          <p:nvPr/>
        </p:nvPicPr>
        <p:blipFill>
          <a:blip r:embed="rId5"/>
          <a:stretch>
            <a:fillRect/>
          </a:stretch>
        </p:blipFill>
        <p:spPr>
          <a:xfrm>
            <a:off x="353327" y="5980804"/>
            <a:ext cx="1253389" cy="620763"/>
          </a:xfrm>
          <a:prstGeom prst="rect">
            <a:avLst/>
          </a:prstGeom>
        </p:spPr>
      </p:pic>
    </p:spTree>
    <p:extLst>
      <p:ext uri="{BB962C8B-B14F-4D97-AF65-F5344CB8AC3E}">
        <p14:creationId xmlns:p14="http://schemas.microsoft.com/office/powerpoint/2010/main" val="1315204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F24FE0-5CC2-EC76-1233-630328E22165}"/>
              </a:ext>
            </a:extLst>
          </p:cNvPr>
          <p:cNvSpPr>
            <a:spLocks noGrp="1"/>
          </p:cNvSpPr>
          <p:nvPr>
            <p:ph type="title"/>
          </p:nvPr>
        </p:nvSpPr>
        <p:spPr>
          <a:xfrm>
            <a:off x="1075767" y="1188637"/>
            <a:ext cx="2988234" cy="4480726"/>
          </a:xfrm>
        </p:spPr>
        <p:txBody>
          <a:bodyPr>
            <a:normAutofit/>
          </a:bodyPr>
          <a:lstStyle/>
          <a:p>
            <a:r>
              <a:rPr lang="en-US" sz="6600">
                <a:cs typeface="Calibri Light"/>
              </a:rPr>
              <a:t>Group Poll #1 </a:t>
            </a:r>
          </a:p>
        </p:txBody>
      </p:sp>
      <p:cxnSp>
        <p:nvCxnSpPr>
          <p:cNvPr id="15" name="Straight Connector 14">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9C21870-3523-A2E5-2F3D-95303E0EB871}"/>
              </a:ext>
            </a:extLst>
          </p:cNvPr>
          <p:cNvSpPr>
            <a:spLocks noGrp="1"/>
          </p:cNvSpPr>
          <p:nvPr>
            <p:ph idx="1"/>
          </p:nvPr>
        </p:nvSpPr>
        <p:spPr>
          <a:xfrm>
            <a:off x="5255260" y="1648870"/>
            <a:ext cx="4702848" cy="3560260"/>
          </a:xfrm>
        </p:spPr>
        <p:txBody>
          <a:bodyPr vert="horz" lIns="91440" tIns="45720" rIns="91440" bIns="45720" rtlCol="0" anchor="ctr">
            <a:normAutofit/>
          </a:bodyPr>
          <a:lstStyle/>
          <a:p>
            <a:pPr marL="0" indent="0">
              <a:buNone/>
            </a:pPr>
            <a:r>
              <a:rPr lang="en-US" sz="2400">
                <a:cs typeface="Calibri"/>
              </a:rPr>
              <a:t>Does your organization provide training to staff in person-centered planning/thinking values and strategies? </a:t>
            </a:r>
            <a:endParaRPr lang="en-US" sz="2400"/>
          </a:p>
          <a:p>
            <a:pPr lvl="2"/>
            <a:r>
              <a:rPr lang="en-US" sz="2400">
                <a:cs typeface="Calibri"/>
              </a:rPr>
              <a:t>Strongly Disagree</a:t>
            </a:r>
          </a:p>
          <a:p>
            <a:pPr lvl="2"/>
            <a:r>
              <a:rPr lang="en-US" sz="2400">
                <a:cs typeface="Calibri"/>
              </a:rPr>
              <a:t>Disagree</a:t>
            </a:r>
          </a:p>
          <a:p>
            <a:pPr lvl="2"/>
            <a:r>
              <a:rPr lang="en-US" sz="2400">
                <a:cs typeface="Calibri"/>
              </a:rPr>
              <a:t>Neither Disagree nor Agree</a:t>
            </a:r>
          </a:p>
          <a:p>
            <a:pPr lvl="2"/>
            <a:r>
              <a:rPr lang="en-US" sz="2400">
                <a:cs typeface="Calibri"/>
              </a:rPr>
              <a:t>Agree</a:t>
            </a:r>
          </a:p>
          <a:p>
            <a:pPr lvl="2"/>
            <a:r>
              <a:rPr lang="en-US" sz="2400">
                <a:cs typeface="Calibri"/>
              </a:rPr>
              <a:t>Strongly Agree</a:t>
            </a:r>
          </a:p>
          <a:p>
            <a:pPr lvl="1"/>
            <a:endParaRPr lang="en-US" sz="2400">
              <a:cs typeface="Calibri"/>
            </a:endParaRPr>
          </a:p>
        </p:txBody>
      </p:sp>
      <p:sp>
        <p:nvSpPr>
          <p:cNvPr id="5" name="TextBox 4">
            <a:extLst>
              <a:ext uri="{FF2B5EF4-FFF2-40B4-BE49-F238E27FC236}">
                <a16:creationId xmlns:a16="http://schemas.microsoft.com/office/drawing/2014/main" id="{B87B1889-5CFF-A940-FCB1-99F10D788DCF}"/>
              </a:ext>
            </a:extLst>
          </p:cNvPr>
          <p:cNvSpPr txBox="1"/>
          <p:nvPr/>
        </p:nvSpPr>
        <p:spPr>
          <a:xfrm>
            <a:off x="762000" y="5855368"/>
            <a:ext cx="479257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*poll questions are taken from fidelity scale </a:t>
            </a:r>
            <a:endParaRPr lang="en-US"/>
          </a:p>
        </p:txBody>
      </p:sp>
    </p:spTree>
    <p:extLst>
      <p:ext uri="{BB962C8B-B14F-4D97-AF65-F5344CB8AC3E}">
        <p14:creationId xmlns:p14="http://schemas.microsoft.com/office/powerpoint/2010/main" val="1682115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F24FE0-5CC2-EC76-1233-630328E22165}"/>
              </a:ext>
            </a:extLst>
          </p:cNvPr>
          <p:cNvSpPr>
            <a:spLocks noGrp="1"/>
          </p:cNvSpPr>
          <p:nvPr>
            <p:ph type="title"/>
          </p:nvPr>
        </p:nvSpPr>
        <p:spPr>
          <a:xfrm>
            <a:off x="1075767" y="1188637"/>
            <a:ext cx="2988234" cy="4480726"/>
          </a:xfrm>
        </p:spPr>
        <p:txBody>
          <a:bodyPr>
            <a:normAutofit/>
          </a:bodyPr>
          <a:lstStyle/>
          <a:p>
            <a:r>
              <a:rPr lang="en-US" sz="6600">
                <a:cs typeface="Calibri Light"/>
              </a:rPr>
              <a:t>Group Poll #2 </a:t>
            </a:r>
          </a:p>
        </p:txBody>
      </p:sp>
      <p:cxnSp>
        <p:nvCxnSpPr>
          <p:cNvPr id="15" name="Straight Connector 14">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9C21870-3523-A2E5-2F3D-95303E0EB871}"/>
              </a:ext>
            </a:extLst>
          </p:cNvPr>
          <p:cNvSpPr>
            <a:spLocks noGrp="1"/>
          </p:cNvSpPr>
          <p:nvPr>
            <p:ph idx="1"/>
          </p:nvPr>
        </p:nvSpPr>
        <p:spPr>
          <a:xfrm>
            <a:off x="5255260" y="1648870"/>
            <a:ext cx="4702848" cy="3560260"/>
          </a:xfrm>
        </p:spPr>
        <p:txBody>
          <a:bodyPr vert="horz" lIns="91440" tIns="45720" rIns="91440" bIns="45720" rtlCol="0" anchor="ctr">
            <a:normAutofit/>
          </a:bodyPr>
          <a:lstStyle/>
          <a:p>
            <a:pPr marL="0" indent="0">
              <a:buNone/>
            </a:pPr>
            <a:r>
              <a:rPr lang="en-US" sz="2400">
                <a:ea typeface="+mn-lt"/>
                <a:cs typeface="+mn-lt"/>
              </a:rPr>
              <a:t>Does your organization offer training to individuals on self-advocacy and self-determination skills? </a:t>
            </a:r>
          </a:p>
          <a:p>
            <a:pPr lvl="2"/>
            <a:r>
              <a:rPr lang="en-US" sz="2400">
                <a:cs typeface="Calibri"/>
              </a:rPr>
              <a:t>Strongly Disagree</a:t>
            </a:r>
          </a:p>
          <a:p>
            <a:pPr lvl="2"/>
            <a:r>
              <a:rPr lang="en-US" sz="2400">
                <a:cs typeface="Calibri"/>
              </a:rPr>
              <a:t>Disagree</a:t>
            </a:r>
          </a:p>
          <a:p>
            <a:pPr lvl="2"/>
            <a:r>
              <a:rPr lang="en-US" sz="2400">
                <a:cs typeface="Calibri"/>
              </a:rPr>
              <a:t>Neither Disagree nor Agree</a:t>
            </a:r>
          </a:p>
          <a:p>
            <a:pPr lvl="2"/>
            <a:r>
              <a:rPr lang="en-US" sz="2400">
                <a:cs typeface="Calibri"/>
              </a:rPr>
              <a:t>Agree</a:t>
            </a:r>
          </a:p>
          <a:p>
            <a:pPr lvl="2"/>
            <a:r>
              <a:rPr lang="en-US" sz="2400">
                <a:cs typeface="Calibri"/>
              </a:rPr>
              <a:t>Strongly Agee</a:t>
            </a:r>
          </a:p>
          <a:p>
            <a:pPr lvl="1"/>
            <a:endParaRPr lang="en-US" sz="2400">
              <a:cs typeface="Calibri"/>
            </a:endParaRPr>
          </a:p>
        </p:txBody>
      </p:sp>
      <p:sp>
        <p:nvSpPr>
          <p:cNvPr id="5" name="TextBox 4">
            <a:extLst>
              <a:ext uri="{FF2B5EF4-FFF2-40B4-BE49-F238E27FC236}">
                <a16:creationId xmlns:a16="http://schemas.microsoft.com/office/drawing/2014/main" id="{1A2194E4-00CC-755D-6594-470D406EC528}"/>
              </a:ext>
            </a:extLst>
          </p:cNvPr>
          <p:cNvSpPr txBox="1"/>
          <p:nvPr/>
        </p:nvSpPr>
        <p:spPr>
          <a:xfrm>
            <a:off x="699477" y="5808785"/>
            <a:ext cx="470681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*poll questions are taken from fidelity scale</a:t>
            </a:r>
            <a:endParaRPr lang="en-US"/>
          </a:p>
        </p:txBody>
      </p:sp>
    </p:spTree>
    <p:extLst>
      <p:ext uri="{BB962C8B-B14F-4D97-AF65-F5344CB8AC3E}">
        <p14:creationId xmlns:p14="http://schemas.microsoft.com/office/powerpoint/2010/main" val="245327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11B5F3B-08E8-47E2-95C3-6C7223C7D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FA71C3DC-E030-4EF6-A946-F51F03D9BD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6173" y="0"/>
            <a:ext cx="5425826" cy="6858000"/>
          </a:xfrm>
          <a:custGeom>
            <a:avLst/>
            <a:gdLst>
              <a:gd name="connsiteX0" fmla="*/ 189795 w 5425826"/>
              <a:gd name="connsiteY0" fmla="*/ 0 h 6858000"/>
              <a:gd name="connsiteX1" fmla="*/ 189796 w 5425826"/>
              <a:gd name="connsiteY1" fmla="*/ 0 h 6858000"/>
              <a:gd name="connsiteX2" fmla="*/ 334175 w 5425826"/>
              <a:gd name="connsiteY2" fmla="*/ 0 h 6858000"/>
              <a:gd name="connsiteX3" fmla="*/ 4653887 w 5425826"/>
              <a:gd name="connsiteY3" fmla="*/ 0 h 6858000"/>
              <a:gd name="connsiteX4" fmla="*/ 5282519 w 5425826"/>
              <a:gd name="connsiteY4" fmla="*/ 0 h 6858000"/>
              <a:gd name="connsiteX5" fmla="*/ 5425826 w 5425826"/>
              <a:gd name="connsiteY5" fmla="*/ 0 h 6858000"/>
              <a:gd name="connsiteX6" fmla="*/ 5425826 w 5425826"/>
              <a:gd name="connsiteY6" fmla="*/ 6858000 h 6858000"/>
              <a:gd name="connsiteX7" fmla="*/ 5282519 w 5425826"/>
              <a:gd name="connsiteY7" fmla="*/ 6858000 h 6858000"/>
              <a:gd name="connsiteX8" fmla="*/ 4653887 w 5425826"/>
              <a:gd name="connsiteY8" fmla="*/ 6858000 h 6858000"/>
              <a:gd name="connsiteX9" fmla="*/ 334175 w 5425826"/>
              <a:gd name="connsiteY9" fmla="*/ 6858000 h 6858000"/>
              <a:gd name="connsiteX10" fmla="*/ 189796 w 5425826"/>
              <a:gd name="connsiteY10" fmla="*/ 6858000 h 6858000"/>
              <a:gd name="connsiteX11" fmla="*/ 189795 w 5425826"/>
              <a:gd name="connsiteY11" fmla="*/ 6858000 h 6858000"/>
              <a:gd name="connsiteX12" fmla="*/ 184756 w 5425826"/>
              <a:gd name="connsiteY12" fmla="*/ 6791325 h 6858000"/>
              <a:gd name="connsiteX13" fmla="*/ 176358 w 5425826"/>
              <a:gd name="connsiteY13" fmla="*/ 6735762 h 6858000"/>
              <a:gd name="connsiteX14" fmla="*/ 166281 w 5425826"/>
              <a:gd name="connsiteY14" fmla="*/ 6683375 h 6858000"/>
              <a:gd name="connsiteX15" fmla="*/ 149485 w 5425826"/>
              <a:gd name="connsiteY15" fmla="*/ 6640512 h 6858000"/>
              <a:gd name="connsiteX16" fmla="*/ 132689 w 5425826"/>
              <a:gd name="connsiteY16" fmla="*/ 6597650 h 6858000"/>
              <a:gd name="connsiteX17" fmla="*/ 112534 w 5425826"/>
              <a:gd name="connsiteY17" fmla="*/ 6561137 h 6858000"/>
              <a:gd name="connsiteX18" fmla="*/ 92379 w 5425826"/>
              <a:gd name="connsiteY18" fmla="*/ 6523037 h 6858000"/>
              <a:gd name="connsiteX19" fmla="*/ 73903 w 5425826"/>
              <a:gd name="connsiteY19" fmla="*/ 6488112 h 6858000"/>
              <a:gd name="connsiteX20" fmla="*/ 55427 w 5425826"/>
              <a:gd name="connsiteY20" fmla="*/ 6448425 h 6858000"/>
              <a:gd name="connsiteX21" fmla="*/ 38632 w 5425826"/>
              <a:gd name="connsiteY21" fmla="*/ 6407150 h 6858000"/>
              <a:gd name="connsiteX22" fmla="*/ 23515 w 5425826"/>
              <a:gd name="connsiteY22" fmla="*/ 6361112 h 6858000"/>
              <a:gd name="connsiteX23" fmla="*/ 11758 w 5425826"/>
              <a:gd name="connsiteY23" fmla="*/ 6311900 h 6858000"/>
              <a:gd name="connsiteX24" fmla="*/ 3359 w 5425826"/>
              <a:gd name="connsiteY24" fmla="*/ 6251575 h 6858000"/>
              <a:gd name="connsiteX25" fmla="*/ 0 w 5425826"/>
              <a:gd name="connsiteY25" fmla="*/ 6183312 h 6858000"/>
              <a:gd name="connsiteX26" fmla="*/ 3359 w 5425826"/>
              <a:gd name="connsiteY26" fmla="*/ 6113462 h 6858000"/>
              <a:gd name="connsiteX27" fmla="*/ 11758 w 5425826"/>
              <a:gd name="connsiteY27" fmla="*/ 6056312 h 6858000"/>
              <a:gd name="connsiteX28" fmla="*/ 23515 w 5425826"/>
              <a:gd name="connsiteY28" fmla="*/ 6003925 h 6858000"/>
              <a:gd name="connsiteX29" fmla="*/ 38632 w 5425826"/>
              <a:gd name="connsiteY29" fmla="*/ 5956300 h 6858000"/>
              <a:gd name="connsiteX30" fmla="*/ 55427 w 5425826"/>
              <a:gd name="connsiteY30" fmla="*/ 5915025 h 6858000"/>
              <a:gd name="connsiteX31" fmla="*/ 75583 w 5425826"/>
              <a:gd name="connsiteY31" fmla="*/ 5876925 h 6858000"/>
              <a:gd name="connsiteX32" fmla="*/ 95738 w 5425826"/>
              <a:gd name="connsiteY32" fmla="*/ 5840412 h 6858000"/>
              <a:gd name="connsiteX33" fmla="*/ 115893 w 5425826"/>
              <a:gd name="connsiteY33" fmla="*/ 5802312 h 6858000"/>
              <a:gd name="connsiteX34" fmla="*/ 134368 w 5425826"/>
              <a:gd name="connsiteY34" fmla="*/ 5762625 h 6858000"/>
              <a:gd name="connsiteX35" fmla="*/ 152844 w 5425826"/>
              <a:gd name="connsiteY35" fmla="*/ 5721350 h 6858000"/>
              <a:gd name="connsiteX36" fmla="*/ 167960 w 5425826"/>
              <a:gd name="connsiteY36" fmla="*/ 5675312 h 6858000"/>
              <a:gd name="connsiteX37" fmla="*/ 178038 w 5425826"/>
              <a:gd name="connsiteY37" fmla="*/ 5622925 h 6858000"/>
              <a:gd name="connsiteX38" fmla="*/ 188115 w 5425826"/>
              <a:gd name="connsiteY38" fmla="*/ 5562600 h 6858000"/>
              <a:gd name="connsiteX39" fmla="*/ 189795 w 5425826"/>
              <a:gd name="connsiteY39" fmla="*/ 5494337 h 6858000"/>
              <a:gd name="connsiteX40" fmla="*/ 188115 w 5425826"/>
              <a:gd name="connsiteY40" fmla="*/ 5426075 h 6858000"/>
              <a:gd name="connsiteX41" fmla="*/ 178038 w 5425826"/>
              <a:gd name="connsiteY41" fmla="*/ 5365750 h 6858000"/>
              <a:gd name="connsiteX42" fmla="*/ 167960 w 5425826"/>
              <a:gd name="connsiteY42" fmla="*/ 5313362 h 6858000"/>
              <a:gd name="connsiteX43" fmla="*/ 152844 w 5425826"/>
              <a:gd name="connsiteY43" fmla="*/ 5268912 h 6858000"/>
              <a:gd name="connsiteX44" fmla="*/ 134368 w 5425826"/>
              <a:gd name="connsiteY44" fmla="*/ 5226050 h 6858000"/>
              <a:gd name="connsiteX45" fmla="*/ 115893 w 5425826"/>
              <a:gd name="connsiteY45" fmla="*/ 5186362 h 6858000"/>
              <a:gd name="connsiteX46" fmla="*/ 95738 w 5425826"/>
              <a:gd name="connsiteY46" fmla="*/ 5149850 h 6858000"/>
              <a:gd name="connsiteX47" fmla="*/ 75583 w 5425826"/>
              <a:gd name="connsiteY47" fmla="*/ 5114925 h 6858000"/>
              <a:gd name="connsiteX48" fmla="*/ 55427 w 5425826"/>
              <a:gd name="connsiteY48" fmla="*/ 5075237 h 6858000"/>
              <a:gd name="connsiteX49" fmla="*/ 38632 w 5425826"/>
              <a:gd name="connsiteY49" fmla="*/ 5033962 h 6858000"/>
              <a:gd name="connsiteX50" fmla="*/ 23515 w 5425826"/>
              <a:gd name="connsiteY50" fmla="*/ 4987925 h 6858000"/>
              <a:gd name="connsiteX51" fmla="*/ 11758 w 5425826"/>
              <a:gd name="connsiteY51" fmla="*/ 4935537 h 6858000"/>
              <a:gd name="connsiteX52" fmla="*/ 3359 w 5425826"/>
              <a:gd name="connsiteY52" fmla="*/ 4875212 h 6858000"/>
              <a:gd name="connsiteX53" fmla="*/ 0 w 5425826"/>
              <a:gd name="connsiteY53" fmla="*/ 4806950 h 6858000"/>
              <a:gd name="connsiteX54" fmla="*/ 3359 w 5425826"/>
              <a:gd name="connsiteY54" fmla="*/ 4738687 h 6858000"/>
              <a:gd name="connsiteX55" fmla="*/ 11758 w 5425826"/>
              <a:gd name="connsiteY55" fmla="*/ 4678362 h 6858000"/>
              <a:gd name="connsiteX56" fmla="*/ 23515 w 5425826"/>
              <a:gd name="connsiteY56" fmla="*/ 4625975 h 6858000"/>
              <a:gd name="connsiteX57" fmla="*/ 38632 w 5425826"/>
              <a:gd name="connsiteY57" fmla="*/ 4579937 h 6858000"/>
              <a:gd name="connsiteX58" fmla="*/ 55427 w 5425826"/>
              <a:gd name="connsiteY58" fmla="*/ 4537075 h 6858000"/>
              <a:gd name="connsiteX59" fmla="*/ 75583 w 5425826"/>
              <a:gd name="connsiteY59" fmla="*/ 4498975 h 6858000"/>
              <a:gd name="connsiteX60" fmla="*/ 115893 w 5425826"/>
              <a:gd name="connsiteY60" fmla="*/ 4424362 h 6858000"/>
              <a:gd name="connsiteX61" fmla="*/ 134368 w 5425826"/>
              <a:gd name="connsiteY61" fmla="*/ 4386262 h 6858000"/>
              <a:gd name="connsiteX62" fmla="*/ 152844 w 5425826"/>
              <a:gd name="connsiteY62" fmla="*/ 4343400 h 6858000"/>
              <a:gd name="connsiteX63" fmla="*/ 167960 w 5425826"/>
              <a:gd name="connsiteY63" fmla="*/ 4297362 h 6858000"/>
              <a:gd name="connsiteX64" fmla="*/ 178038 w 5425826"/>
              <a:gd name="connsiteY64" fmla="*/ 4244975 h 6858000"/>
              <a:gd name="connsiteX65" fmla="*/ 188115 w 5425826"/>
              <a:gd name="connsiteY65" fmla="*/ 4186237 h 6858000"/>
              <a:gd name="connsiteX66" fmla="*/ 189795 w 5425826"/>
              <a:gd name="connsiteY66" fmla="*/ 4116387 h 6858000"/>
              <a:gd name="connsiteX67" fmla="*/ 188115 w 5425826"/>
              <a:gd name="connsiteY67" fmla="*/ 4048125 h 6858000"/>
              <a:gd name="connsiteX68" fmla="*/ 178038 w 5425826"/>
              <a:gd name="connsiteY68" fmla="*/ 3987800 h 6858000"/>
              <a:gd name="connsiteX69" fmla="*/ 167960 w 5425826"/>
              <a:gd name="connsiteY69" fmla="*/ 3935412 h 6858000"/>
              <a:gd name="connsiteX70" fmla="*/ 152844 w 5425826"/>
              <a:gd name="connsiteY70" fmla="*/ 3890962 h 6858000"/>
              <a:gd name="connsiteX71" fmla="*/ 134368 w 5425826"/>
              <a:gd name="connsiteY71" fmla="*/ 3848100 h 6858000"/>
              <a:gd name="connsiteX72" fmla="*/ 115893 w 5425826"/>
              <a:gd name="connsiteY72" fmla="*/ 3811587 h 6858000"/>
              <a:gd name="connsiteX73" fmla="*/ 75583 w 5425826"/>
              <a:gd name="connsiteY73" fmla="*/ 3736975 h 6858000"/>
              <a:gd name="connsiteX74" fmla="*/ 55427 w 5425826"/>
              <a:gd name="connsiteY74" fmla="*/ 3697287 h 6858000"/>
              <a:gd name="connsiteX75" fmla="*/ 38632 w 5425826"/>
              <a:gd name="connsiteY75" fmla="*/ 3656012 h 6858000"/>
              <a:gd name="connsiteX76" fmla="*/ 23515 w 5425826"/>
              <a:gd name="connsiteY76" fmla="*/ 3609975 h 6858000"/>
              <a:gd name="connsiteX77" fmla="*/ 11758 w 5425826"/>
              <a:gd name="connsiteY77" fmla="*/ 3557587 h 6858000"/>
              <a:gd name="connsiteX78" fmla="*/ 3359 w 5425826"/>
              <a:gd name="connsiteY78" fmla="*/ 3497262 h 6858000"/>
              <a:gd name="connsiteX79" fmla="*/ 0 w 5425826"/>
              <a:gd name="connsiteY79" fmla="*/ 3427412 h 6858000"/>
              <a:gd name="connsiteX80" fmla="*/ 3359 w 5425826"/>
              <a:gd name="connsiteY80" fmla="*/ 3360737 h 6858000"/>
              <a:gd name="connsiteX81" fmla="*/ 11758 w 5425826"/>
              <a:gd name="connsiteY81" fmla="*/ 3300412 h 6858000"/>
              <a:gd name="connsiteX82" fmla="*/ 23515 w 5425826"/>
              <a:gd name="connsiteY82" fmla="*/ 3248025 h 6858000"/>
              <a:gd name="connsiteX83" fmla="*/ 38632 w 5425826"/>
              <a:gd name="connsiteY83" fmla="*/ 3201987 h 6858000"/>
              <a:gd name="connsiteX84" fmla="*/ 55427 w 5425826"/>
              <a:gd name="connsiteY84" fmla="*/ 3160712 h 6858000"/>
              <a:gd name="connsiteX85" fmla="*/ 75583 w 5425826"/>
              <a:gd name="connsiteY85" fmla="*/ 3121025 h 6858000"/>
              <a:gd name="connsiteX86" fmla="*/ 95738 w 5425826"/>
              <a:gd name="connsiteY86" fmla="*/ 3084512 h 6858000"/>
              <a:gd name="connsiteX87" fmla="*/ 115893 w 5425826"/>
              <a:gd name="connsiteY87" fmla="*/ 3046412 h 6858000"/>
              <a:gd name="connsiteX88" fmla="*/ 134368 w 5425826"/>
              <a:gd name="connsiteY88" fmla="*/ 3009900 h 6858000"/>
              <a:gd name="connsiteX89" fmla="*/ 152844 w 5425826"/>
              <a:gd name="connsiteY89" fmla="*/ 2967037 h 6858000"/>
              <a:gd name="connsiteX90" fmla="*/ 167960 w 5425826"/>
              <a:gd name="connsiteY90" fmla="*/ 2922587 h 6858000"/>
              <a:gd name="connsiteX91" fmla="*/ 178038 w 5425826"/>
              <a:gd name="connsiteY91" fmla="*/ 2868612 h 6858000"/>
              <a:gd name="connsiteX92" fmla="*/ 188115 w 5425826"/>
              <a:gd name="connsiteY92" fmla="*/ 2809875 h 6858000"/>
              <a:gd name="connsiteX93" fmla="*/ 189795 w 5425826"/>
              <a:gd name="connsiteY93" fmla="*/ 2741612 h 6858000"/>
              <a:gd name="connsiteX94" fmla="*/ 188115 w 5425826"/>
              <a:gd name="connsiteY94" fmla="*/ 2671762 h 6858000"/>
              <a:gd name="connsiteX95" fmla="*/ 178038 w 5425826"/>
              <a:gd name="connsiteY95" fmla="*/ 2613025 h 6858000"/>
              <a:gd name="connsiteX96" fmla="*/ 167960 w 5425826"/>
              <a:gd name="connsiteY96" fmla="*/ 2560637 h 6858000"/>
              <a:gd name="connsiteX97" fmla="*/ 152844 w 5425826"/>
              <a:gd name="connsiteY97" fmla="*/ 2513012 h 6858000"/>
              <a:gd name="connsiteX98" fmla="*/ 134368 w 5425826"/>
              <a:gd name="connsiteY98" fmla="*/ 2471737 h 6858000"/>
              <a:gd name="connsiteX99" fmla="*/ 115893 w 5425826"/>
              <a:gd name="connsiteY99" fmla="*/ 2433637 h 6858000"/>
              <a:gd name="connsiteX100" fmla="*/ 95738 w 5425826"/>
              <a:gd name="connsiteY100" fmla="*/ 2395537 h 6858000"/>
              <a:gd name="connsiteX101" fmla="*/ 75583 w 5425826"/>
              <a:gd name="connsiteY101" fmla="*/ 2359025 h 6858000"/>
              <a:gd name="connsiteX102" fmla="*/ 55427 w 5425826"/>
              <a:gd name="connsiteY102" fmla="*/ 2319337 h 6858000"/>
              <a:gd name="connsiteX103" fmla="*/ 38632 w 5425826"/>
              <a:gd name="connsiteY103" fmla="*/ 2278062 h 6858000"/>
              <a:gd name="connsiteX104" fmla="*/ 23515 w 5425826"/>
              <a:gd name="connsiteY104" fmla="*/ 2232025 h 6858000"/>
              <a:gd name="connsiteX105" fmla="*/ 11758 w 5425826"/>
              <a:gd name="connsiteY105" fmla="*/ 2179637 h 6858000"/>
              <a:gd name="connsiteX106" fmla="*/ 3359 w 5425826"/>
              <a:gd name="connsiteY106" fmla="*/ 2119312 h 6858000"/>
              <a:gd name="connsiteX107" fmla="*/ 0 w 5425826"/>
              <a:gd name="connsiteY107" fmla="*/ 2051050 h 6858000"/>
              <a:gd name="connsiteX108" fmla="*/ 3359 w 5425826"/>
              <a:gd name="connsiteY108" fmla="*/ 1982787 h 6858000"/>
              <a:gd name="connsiteX109" fmla="*/ 11758 w 5425826"/>
              <a:gd name="connsiteY109" fmla="*/ 1922462 h 6858000"/>
              <a:gd name="connsiteX110" fmla="*/ 23515 w 5425826"/>
              <a:gd name="connsiteY110" fmla="*/ 1870075 h 6858000"/>
              <a:gd name="connsiteX111" fmla="*/ 38632 w 5425826"/>
              <a:gd name="connsiteY111" fmla="*/ 1824037 h 6858000"/>
              <a:gd name="connsiteX112" fmla="*/ 55427 w 5425826"/>
              <a:gd name="connsiteY112" fmla="*/ 1782762 h 6858000"/>
              <a:gd name="connsiteX113" fmla="*/ 75583 w 5425826"/>
              <a:gd name="connsiteY113" fmla="*/ 1743075 h 6858000"/>
              <a:gd name="connsiteX114" fmla="*/ 95738 w 5425826"/>
              <a:gd name="connsiteY114" fmla="*/ 1708150 h 6858000"/>
              <a:gd name="connsiteX115" fmla="*/ 115893 w 5425826"/>
              <a:gd name="connsiteY115" fmla="*/ 1671637 h 6858000"/>
              <a:gd name="connsiteX116" fmla="*/ 134368 w 5425826"/>
              <a:gd name="connsiteY116" fmla="*/ 1631950 h 6858000"/>
              <a:gd name="connsiteX117" fmla="*/ 152844 w 5425826"/>
              <a:gd name="connsiteY117" fmla="*/ 1589087 h 6858000"/>
              <a:gd name="connsiteX118" fmla="*/ 167960 w 5425826"/>
              <a:gd name="connsiteY118" fmla="*/ 1544637 h 6858000"/>
              <a:gd name="connsiteX119" fmla="*/ 178038 w 5425826"/>
              <a:gd name="connsiteY119" fmla="*/ 1492250 h 6858000"/>
              <a:gd name="connsiteX120" fmla="*/ 188115 w 5425826"/>
              <a:gd name="connsiteY120" fmla="*/ 1431925 h 6858000"/>
              <a:gd name="connsiteX121" fmla="*/ 189795 w 5425826"/>
              <a:gd name="connsiteY121" fmla="*/ 1363662 h 6858000"/>
              <a:gd name="connsiteX122" fmla="*/ 188115 w 5425826"/>
              <a:gd name="connsiteY122" fmla="*/ 1295400 h 6858000"/>
              <a:gd name="connsiteX123" fmla="*/ 178038 w 5425826"/>
              <a:gd name="connsiteY123" fmla="*/ 1235075 h 6858000"/>
              <a:gd name="connsiteX124" fmla="*/ 167960 w 5425826"/>
              <a:gd name="connsiteY124" fmla="*/ 1182687 h 6858000"/>
              <a:gd name="connsiteX125" fmla="*/ 152844 w 5425826"/>
              <a:gd name="connsiteY125" fmla="*/ 1136650 h 6858000"/>
              <a:gd name="connsiteX126" fmla="*/ 134368 w 5425826"/>
              <a:gd name="connsiteY126" fmla="*/ 1095375 h 6858000"/>
              <a:gd name="connsiteX127" fmla="*/ 115893 w 5425826"/>
              <a:gd name="connsiteY127" fmla="*/ 1055687 h 6858000"/>
              <a:gd name="connsiteX128" fmla="*/ 95738 w 5425826"/>
              <a:gd name="connsiteY128" fmla="*/ 1017587 h 6858000"/>
              <a:gd name="connsiteX129" fmla="*/ 75583 w 5425826"/>
              <a:gd name="connsiteY129" fmla="*/ 981075 h 6858000"/>
              <a:gd name="connsiteX130" fmla="*/ 55427 w 5425826"/>
              <a:gd name="connsiteY130" fmla="*/ 942975 h 6858000"/>
              <a:gd name="connsiteX131" fmla="*/ 38632 w 5425826"/>
              <a:gd name="connsiteY131" fmla="*/ 901700 h 6858000"/>
              <a:gd name="connsiteX132" fmla="*/ 23515 w 5425826"/>
              <a:gd name="connsiteY132" fmla="*/ 854075 h 6858000"/>
              <a:gd name="connsiteX133" fmla="*/ 11758 w 5425826"/>
              <a:gd name="connsiteY133" fmla="*/ 801687 h 6858000"/>
              <a:gd name="connsiteX134" fmla="*/ 3359 w 5425826"/>
              <a:gd name="connsiteY134" fmla="*/ 744537 h 6858000"/>
              <a:gd name="connsiteX135" fmla="*/ 0 w 5425826"/>
              <a:gd name="connsiteY135" fmla="*/ 673100 h 6858000"/>
              <a:gd name="connsiteX136" fmla="*/ 3359 w 5425826"/>
              <a:gd name="connsiteY136" fmla="*/ 606425 h 6858000"/>
              <a:gd name="connsiteX137" fmla="*/ 11758 w 5425826"/>
              <a:gd name="connsiteY137" fmla="*/ 546100 h 6858000"/>
              <a:gd name="connsiteX138" fmla="*/ 23515 w 5425826"/>
              <a:gd name="connsiteY138" fmla="*/ 496887 h 6858000"/>
              <a:gd name="connsiteX139" fmla="*/ 38632 w 5425826"/>
              <a:gd name="connsiteY139" fmla="*/ 450850 h 6858000"/>
              <a:gd name="connsiteX140" fmla="*/ 55427 w 5425826"/>
              <a:gd name="connsiteY140" fmla="*/ 409575 h 6858000"/>
              <a:gd name="connsiteX141" fmla="*/ 73903 w 5425826"/>
              <a:gd name="connsiteY141" fmla="*/ 369887 h 6858000"/>
              <a:gd name="connsiteX142" fmla="*/ 92379 w 5425826"/>
              <a:gd name="connsiteY142" fmla="*/ 334962 h 6858000"/>
              <a:gd name="connsiteX143" fmla="*/ 112534 w 5425826"/>
              <a:gd name="connsiteY143" fmla="*/ 296862 h 6858000"/>
              <a:gd name="connsiteX144" fmla="*/ 132689 w 5425826"/>
              <a:gd name="connsiteY144" fmla="*/ 260350 h 6858000"/>
              <a:gd name="connsiteX145" fmla="*/ 149485 w 5425826"/>
              <a:gd name="connsiteY145" fmla="*/ 217487 h 6858000"/>
              <a:gd name="connsiteX146" fmla="*/ 166281 w 5425826"/>
              <a:gd name="connsiteY146" fmla="*/ 174625 h 6858000"/>
              <a:gd name="connsiteX147" fmla="*/ 176358 w 5425826"/>
              <a:gd name="connsiteY147" fmla="*/ 122237 h 6858000"/>
              <a:gd name="connsiteX148" fmla="*/ 184756 w 5425826"/>
              <a:gd name="connsiteY148" fmla="*/ 666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5425826" h="6858000">
                <a:moveTo>
                  <a:pt x="189795" y="0"/>
                </a:moveTo>
                <a:lnTo>
                  <a:pt x="189796" y="0"/>
                </a:lnTo>
                <a:lnTo>
                  <a:pt x="334175" y="0"/>
                </a:lnTo>
                <a:lnTo>
                  <a:pt x="4653887" y="0"/>
                </a:lnTo>
                <a:lnTo>
                  <a:pt x="5282519" y="0"/>
                </a:lnTo>
                <a:lnTo>
                  <a:pt x="5425826" y="0"/>
                </a:lnTo>
                <a:lnTo>
                  <a:pt x="5425826" y="6858000"/>
                </a:lnTo>
                <a:lnTo>
                  <a:pt x="5282519" y="6858000"/>
                </a:lnTo>
                <a:lnTo>
                  <a:pt x="4653887" y="6858000"/>
                </a:lnTo>
                <a:lnTo>
                  <a:pt x="334175" y="6858000"/>
                </a:lnTo>
                <a:lnTo>
                  <a:pt x="189796" y="6858000"/>
                </a:lnTo>
                <a:lnTo>
                  <a:pt x="189795" y="6858000"/>
                </a:lnTo>
                <a:lnTo>
                  <a:pt x="184756" y="6791325"/>
                </a:lnTo>
                <a:lnTo>
                  <a:pt x="176358" y="6735762"/>
                </a:lnTo>
                <a:lnTo>
                  <a:pt x="166281" y="6683375"/>
                </a:lnTo>
                <a:lnTo>
                  <a:pt x="149485" y="6640512"/>
                </a:lnTo>
                <a:lnTo>
                  <a:pt x="132689" y="6597650"/>
                </a:lnTo>
                <a:lnTo>
                  <a:pt x="112534" y="6561137"/>
                </a:lnTo>
                <a:lnTo>
                  <a:pt x="92379" y="6523037"/>
                </a:lnTo>
                <a:lnTo>
                  <a:pt x="73903" y="6488112"/>
                </a:lnTo>
                <a:lnTo>
                  <a:pt x="55427" y="6448425"/>
                </a:lnTo>
                <a:lnTo>
                  <a:pt x="38632" y="6407150"/>
                </a:lnTo>
                <a:lnTo>
                  <a:pt x="23515" y="6361112"/>
                </a:lnTo>
                <a:lnTo>
                  <a:pt x="11758" y="6311900"/>
                </a:lnTo>
                <a:lnTo>
                  <a:pt x="3359" y="6251575"/>
                </a:lnTo>
                <a:lnTo>
                  <a:pt x="0" y="6183312"/>
                </a:lnTo>
                <a:lnTo>
                  <a:pt x="3359" y="6113462"/>
                </a:lnTo>
                <a:lnTo>
                  <a:pt x="11758" y="6056312"/>
                </a:lnTo>
                <a:lnTo>
                  <a:pt x="23515" y="6003925"/>
                </a:lnTo>
                <a:lnTo>
                  <a:pt x="38632" y="5956300"/>
                </a:lnTo>
                <a:lnTo>
                  <a:pt x="55427" y="5915025"/>
                </a:lnTo>
                <a:lnTo>
                  <a:pt x="75583" y="5876925"/>
                </a:lnTo>
                <a:lnTo>
                  <a:pt x="95738" y="5840412"/>
                </a:lnTo>
                <a:lnTo>
                  <a:pt x="115893" y="5802312"/>
                </a:lnTo>
                <a:lnTo>
                  <a:pt x="134368" y="5762625"/>
                </a:lnTo>
                <a:lnTo>
                  <a:pt x="152844" y="5721350"/>
                </a:lnTo>
                <a:lnTo>
                  <a:pt x="167960" y="5675312"/>
                </a:lnTo>
                <a:lnTo>
                  <a:pt x="178038" y="5622925"/>
                </a:lnTo>
                <a:lnTo>
                  <a:pt x="188115" y="5562600"/>
                </a:lnTo>
                <a:lnTo>
                  <a:pt x="189795" y="5494337"/>
                </a:lnTo>
                <a:lnTo>
                  <a:pt x="188115" y="5426075"/>
                </a:lnTo>
                <a:lnTo>
                  <a:pt x="178038" y="5365750"/>
                </a:lnTo>
                <a:lnTo>
                  <a:pt x="167960" y="5313362"/>
                </a:lnTo>
                <a:lnTo>
                  <a:pt x="152844" y="5268912"/>
                </a:lnTo>
                <a:lnTo>
                  <a:pt x="134368" y="5226050"/>
                </a:lnTo>
                <a:lnTo>
                  <a:pt x="115893" y="5186362"/>
                </a:lnTo>
                <a:lnTo>
                  <a:pt x="95738" y="5149850"/>
                </a:lnTo>
                <a:lnTo>
                  <a:pt x="75583" y="5114925"/>
                </a:lnTo>
                <a:lnTo>
                  <a:pt x="55427" y="5075237"/>
                </a:lnTo>
                <a:lnTo>
                  <a:pt x="38632" y="5033962"/>
                </a:lnTo>
                <a:lnTo>
                  <a:pt x="23515" y="4987925"/>
                </a:lnTo>
                <a:lnTo>
                  <a:pt x="11758" y="4935537"/>
                </a:lnTo>
                <a:lnTo>
                  <a:pt x="3359" y="4875212"/>
                </a:lnTo>
                <a:lnTo>
                  <a:pt x="0" y="4806950"/>
                </a:lnTo>
                <a:lnTo>
                  <a:pt x="3359" y="4738687"/>
                </a:lnTo>
                <a:lnTo>
                  <a:pt x="11758" y="4678362"/>
                </a:lnTo>
                <a:lnTo>
                  <a:pt x="23515" y="4625975"/>
                </a:lnTo>
                <a:lnTo>
                  <a:pt x="38632" y="4579937"/>
                </a:lnTo>
                <a:lnTo>
                  <a:pt x="55427" y="4537075"/>
                </a:lnTo>
                <a:lnTo>
                  <a:pt x="75583" y="4498975"/>
                </a:lnTo>
                <a:lnTo>
                  <a:pt x="115893" y="4424362"/>
                </a:lnTo>
                <a:lnTo>
                  <a:pt x="134368" y="4386262"/>
                </a:lnTo>
                <a:lnTo>
                  <a:pt x="152844" y="4343400"/>
                </a:lnTo>
                <a:lnTo>
                  <a:pt x="167960" y="4297362"/>
                </a:lnTo>
                <a:lnTo>
                  <a:pt x="178038" y="4244975"/>
                </a:lnTo>
                <a:lnTo>
                  <a:pt x="188115" y="4186237"/>
                </a:lnTo>
                <a:lnTo>
                  <a:pt x="189795" y="4116387"/>
                </a:lnTo>
                <a:lnTo>
                  <a:pt x="188115" y="4048125"/>
                </a:lnTo>
                <a:lnTo>
                  <a:pt x="178038" y="3987800"/>
                </a:lnTo>
                <a:lnTo>
                  <a:pt x="167960" y="3935412"/>
                </a:lnTo>
                <a:lnTo>
                  <a:pt x="152844" y="3890962"/>
                </a:lnTo>
                <a:lnTo>
                  <a:pt x="134368" y="3848100"/>
                </a:lnTo>
                <a:lnTo>
                  <a:pt x="115893" y="3811587"/>
                </a:lnTo>
                <a:lnTo>
                  <a:pt x="75583" y="3736975"/>
                </a:lnTo>
                <a:lnTo>
                  <a:pt x="55427" y="3697287"/>
                </a:lnTo>
                <a:lnTo>
                  <a:pt x="38632" y="3656012"/>
                </a:lnTo>
                <a:lnTo>
                  <a:pt x="23515" y="3609975"/>
                </a:lnTo>
                <a:lnTo>
                  <a:pt x="11758" y="3557587"/>
                </a:lnTo>
                <a:lnTo>
                  <a:pt x="3359" y="3497262"/>
                </a:lnTo>
                <a:lnTo>
                  <a:pt x="0" y="3427412"/>
                </a:lnTo>
                <a:lnTo>
                  <a:pt x="3359" y="3360737"/>
                </a:lnTo>
                <a:lnTo>
                  <a:pt x="11758" y="3300412"/>
                </a:lnTo>
                <a:lnTo>
                  <a:pt x="23515" y="3248025"/>
                </a:lnTo>
                <a:lnTo>
                  <a:pt x="38632" y="3201987"/>
                </a:lnTo>
                <a:lnTo>
                  <a:pt x="55427" y="3160712"/>
                </a:lnTo>
                <a:lnTo>
                  <a:pt x="75583" y="3121025"/>
                </a:lnTo>
                <a:lnTo>
                  <a:pt x="95738" y="3084512"/>
                </a:lnTo>
                <a:lnTo>
                  <a:pt x="115893" y="3046412"/>
                </a:lnTo>
                <a:lnTo>
                  <a:pt x="134368" y="3009900"/>
                </a:lnTo>
                <a:lnTo>
                  <a:pt x="152844" y="2967037"/>
                </a:lnTo>
                <a:lnTo>
                  <a:pt x="167960" y="2922587"/>
                </a:lnTo>
                <a:lnTo>
                  <a:pt x="178038" y="2868612"/>
                </a:lnTo>
                <a:lnTo>
                  <a:pt x="188115" y="2809875"/>
                </a:lnTo>
                <a:lnTo>
                  <a:pt x="189795" y="2741612"/>
                </a:lnTo>
                <a:lnTo>
                  <a:pt x="188115" y="2671762"/>
                </a:lnTo>
                <a:lnTo>
                  <a:pt x="178038" y="2613025"/>
                </a:lnTo>
                <a:lnTo>
                  <a:pt x="167960" y="2560637"/>
                </a:lnTo>
                <a:lnTo>
                  <a:pt x="152844" y="2513012"/>
                </a:lnTo>
                <a:lnTo>
                  <a:pt x="134368" y="2471737"/>
                </a:lnTo>
                <a:lnTo>
                  <a:pt x="115893" y="2433637"/>
                </a:lnTo>
                <a:lnTo>
                  <a:pt x="95738" y="2395537"/>
                </a:lnTo>
                <a:lnTo>
                  <a:pt x="75583" y="2359025"/>
                </a:lnTo>
                <a:lnTo>
                  <a:pt x="55427" y="2319337"/>
                </a:lnTo>
                <a:lnTo>
                  <a:pt x="38632" y="2278062"/>
                </a:lnTo>
                <a:lnTo>
                  <a:pt x="23515" y="2232025"/>
                </a:lnTo>
                <a:lnTo>
                  <a:pt x="11758" y="2179637"/>
                </a:lnTo>
                <a:lnTo>
                  <a:pt x="3359" y="2119312"/>
                </a:lnTo>
                <a:lnTo>
                  <a:pt x="0" y="2051050"/>
                </a:lnTo>
                <a:lnTo>
                  <a:pt x="3359" y="1982787"/>
                </a:lnTo>
                <a:lnTo>
                  <a:pt x="11758" y="1922462"/>
                </a:lnTo>
                <a:lnTo>
                  <a:pt x="23515" y="1870075"/>
                </a:lnTo>
                <a:lnTo>
                  <a:pt x="38632" y="1824037"/>
                </a:lnTo>
                <a:lnTo>
                  <a:pt x="55427" y="1782762"/>
                </a:lnTo>
                <a:lnTo>
                  <a:pt x="75583" y="1743075"/>
                </a:lnTo>
                <a:lnTo>
                  <a:pt x="95738" y="1708150"/>
                </a:lnTo>
                <a:lnTo>
                  <a:pt x="115893" y="1671637"/>
                </a:lnTo>
                <a:lnTo>
                  <a:pt x="134368" y="1631950"/>
                </a:lnTo>
                <a:lnTo>
                  <a:pt x="152844" y="1589087"/>
                </a:lnTo>
                <a:lnTo>
                  <a:pt x="167960" y="1544637"/>
                </a:lnTo>
                <a:lnTo>
                  <a:pt x="178038" y="1492250"/>
                </a:lnTo>
                <a:lnTo>
                  <a:pt x="188115" y="1431925"/>
                </a:lnTo>
                <a:lnTo>
                  <a:pt x="189795" y="1363662"/>
                </a:lnTo>
                <a:lnTo>
                  <a:pt x="188115" y="1295400"/>
                </a:lnTo>
                <a:lnTo>
                  <a:pt x="178038" y="1235075"/>
                </a:lnTo>
                <a:lnTo>
                  <a:pt x="167960" y="1182687"/>
                </a:lnTo>
                <a:lnTo>
                  <a:pt x="152844" y="1136650"/>
                </a:lnTo>
                <a:lnTo>
                  <a:pt x="134368" y="1095375"/>
                </a:lnTo>
                <a:lnTo>
                  <a:pt x="115893" y="1055687"/>
                </a:lnTo>
                <a:lnTo>
                  <a:pt x="95738" y="1017587"/>
                </a:lnTo>
                <a:lnTo>
                  <a:pt x="75583" y="981075"/>
                </a:lnTo>
                <a:lnTo>
                  <a:pt x="55427" y="942975"/>
                </a:lnTo>
                <a:lnTo>
                  <a:pt x="38632" y="901700"/>
                </a:lnTo>
                <a:lnTo>
                  <a:pt x="23515" y="854075"/>
                </a:lnTo>
                <a:lnTo>
                  <a:pt x="11758" y="801687"/>
                </a:lnTo>
                <a:lnTo>
                  <a:pt x="3359" y="744537"/>
                </a:lnTo>
                <a:lnTo>
                  <a:pt x="0" y="673100"/>
                </a:lnTo>
                <a:lnTo>
                  <a:pt x="3359" y="606425"/>
                </a:lnTo>
                <a:lnTo>
                  <a:pt x="11758" y="546100"/>
                </a:lnTo>
                <a:lnTo>
                  <a:pt x="23515" y="496887"/>
                </a:lnTo>
                <a:lnTo>
                  <a:pt x="38632" y="450850"/>
                </a:lnTo>
                <a:lnTo>
                  <a:pt x="55427" y="409575"/>
                </a:lnTo>
                <a:lnTo>
                  <a:pt x="73903" y="369887"/>
                </a:lnTo>
                <a:lnTo>
                  <a:pt x="92379" y="334962"/>
                </a:lnTo>
                <a:lnTo>
                  <a:pt x="112534" y="296862"/>
                </a:lnTo>
                <a:lnTo>
                  <a:pt x="132689" y="260350"/>
                </a:lnTo>
                <a:lnTo>
                  <a:pt x="149485" y="217487"/>
                </a:lnTo>
                <a:lnTo>
                  <a:pt x="166281" y="174625"/>
                </a:lnTo>
                <a:lnTo>
                  <a:pt x="176358" y="122237"/>
                </a:lnTo>
                <a:lnTo>
                  <a:pt x="184756" y="66675"/>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3" name="Freeform: Shape 22">
            <a:extLst>
              <a:ext uri="{FF2B5EF4-FFF2-40B4-BE49-F238E27FC236}">
                <a16:creationId xmlns:a16="http://schemas.microsoft.com/office/drawing/2014/main" id="{BD9D725B-1ED5-4368-89B7-6DB5C1B3EB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100346" cy="6858000"/>
          </a:xfrm>
          <a:custGeom>
            <a:avLst/>
            <a:gdLst>
              <a:gd name="connsiteX0" fmla="*/ 0 w 7100346"/>
              <a:gd name="connsiteY0" fmla="*/ 0 h 6858000"/>
              <a:gd name="connsiteX1" fmla="*/ 6955967 w 7100346"/>
              <a:gd name="connsiteY1" fmla="*/ 0 h 6858000"/>
              <a:gd name="connsiteX2" fmla="*/ 7100346 w 7100346"/>
              <a:gd name="connsiteY2" fmla="*/ 0 h 6858000"/>
              <a:gd name="connsiteX3" fmla="*/ 7095307 w 7100346"/>
              <a:gd name="connsiteY3" fmla="*/ 66675 h 6858000"/>
              <a:gd name="connsiteX4" fmla="*/ 7086909 w 7100346"/>
              <a:gd name="connsiteY4" fmla="*/ 122237 h 6858000"/>
              <a:gd name="connsiteX5" fmla="*/ 7076832 w 7100346"/>
              <a:gd name="connsiteY5" fmla="*/ 174625 h 6858000"/>
              <a:gd name="connsiteX6" fmla="*/ 7060036 w 7100346"/>
              <a:gd name="connsiteY6" fmla="*/ 217487 h 6858000"/>
              <a:gd name="connsiteX7" fmla="*/ 7043240 w 7100346"/>
              <a:gd name="connsiteY7" fmla="*/ 260350 h 6858000"/>
              <a:gd name="connsiteX8" fmla="*/ 7023085 w 7100346"/>
              <a:gd name="connsiteY8" fmla="*/ 296862 h 6858000"/>
              <a:gd name="connsiteX9" fmla="*/ 7002930 w 7100346"/>
              <a:gd name="connsiteY9" fmla="*/ 334962 h 6858000"/>
              <a:gd name="connsiteX10" fmla="*/ 6984454 w 7100346"/>
              <a:gd name="connsiteY10" fmla="*/ 369887 h 6858000"/>
              <a:gd name="connsiteX11" fmla="*/ 6965978 w 7100346"/>
              <a:gd name="connsiteY11" fmla="*/ 409575 h 6858000"/>
              <a:gd name="connsiteX12" fmla="*/ 6949183 w 7100346"/>
              <a:gd name="connsiteY12" fmla="*/ 450850 h 6858000"/>
              <a:gd name="connsiteX13" fmla="*/ 6934066 w 7100346"/>
              <a:gd name="connsiteY13" fmla="*/ 496887 h 6858000"/>
              <a:gd name="connsiteX14" fmla="*/ 6922309 w 7100346"/>
              <a:gd name="connsiteY14" fmla="*/ 546100 h 6858000"/>
              <a:gd name="connsiteX15" fmla="*/ 6913910 w 7100346"/>
              <a:gd name="connsiteY15" fmla="*/ 606425 h 6858000"/>
              <a:gd name="connsiteX16" fmla="*/ 6910551 w 7100346"/>
              <a:gd name="connsiteY16" fmla="*/ 673100 h 6858000"/>
              <a:gd name="connsiteX17" fmla="*/ 6913910 w 7100346"/>
              <a:gd name="connsiteY17" fmla="*/ 744537 h 6858000"/>
              <a:gd name="connsiteX18" fmla="*/ 6922309 w 7100346"/>
              <a:gd name="connsiteY18" fmla="*/ 801687 h 6858000"/>
              <a:gd name="connsiteX19" fmla="*/ 6934066 w 7100346"/>
              <a:gd name="connsiteY19" fmla="*/ 854075 h 6858000"/>
              <a:gd name="connsiteX20" fmla="*/ 6949183 w 7100346"/>
              <a:gd name="connsiteY20" fmla="*/ 901700 h 6858000"/>
              <a:gd name="connsiteX21" fmla="*/ 6965978 w 7100346"/>
              <a:gd name="connsiteY21" fmla="*/ 942975 h 6858000"/>
              <a:gd name="connsiteX22" fmla="*/ 6986134 w 7100346"/>
              <a:gd name="connsiteY22" fmla="*/ 981075 h 6858000"/>
              <a:gd name="connsiteX23" fmla="*/ 7006289 w 7100346"/>
              <a:gd name="connsiteY23" fmla="*/ 1017587 h 6858000"/>
              <a:gd name="connsiteX24" fmla="*/ 7026444 w 7100346"/>
              <a:gd name="connsiteY24" fmla="*/ 1055687 h 6858000"/>
              <a:gd name="connsiteX25" fmla="*/ 7044919 w 7100346"/>
              <a:gd name="connsiteY25" fmla="*/ 1095375 h 6858000"/>
              <a:gd name="connsiteX26" fmla="*/ 7063395 w 7100346"/>
              <a:gd name="connsiteY26" fmla="*/ 1136650 h 6858000"/>
              <a:gd name="connsiteX27" fmla="*/ 7078511 w 7100346"/>
              <a:gd name="connsiteY27" fmla="*/ 1182687 h 6858000"/>
              <a:gd name="connsiteX28" fmla="*/ 7088589 w 7100346"/>
              <a:gd name="connsiteY28" fmla="*/ 1235075 h 6858000"/>
              <a:gd name="connsiteX29" fmla="*/ 7098666 w 7100346"/>
              <a:gd name="connsiteY29" fmla="*/ 1295400 h 6858000"/>
              <a:gd name="connsiteX30" fmla="*/ 7100346 w 7100346"/>
              <a:gd name="connsiteY30" fmla="*/ 1363662 h 6858000"/>
              <a:gd name="connsiteX31" fmla="*/ 7098666 w 7100346"/>
              <a:gd name="connsiteY31" fmla="*/ 1431925 h 6858000"/>
              <a:gd name="connsiteX32" fmla="*/ 7088589 w 7100346"/>
              <a:gd name="connsiteY32" fmla="*/ 1492250 h 6858000"/>
              <a:gd name="connsiteX33" fmla="*/ 7078511 w 7100346"/>
              <a:gd name="connsiteY33" fmla="*/ 1544637 h 6858000"/>
              <a:gd name="connsiteX34" fmla="*/ 7063395 w 7100346"/>
              <a:gd name="connsiteY34" fmla="*/ 1589087 h 6858000"/>
              <a:gd name="connsiteX35" fmla="*/ 7044919 w 7100346"/>
              <a:gd name="connsiteY35" fmla="*/ 1631950 h 6858000"/>
              <a:gd name="connsiteX36" fmla="*/ 7026444 w 7100346"/>
              <a:gd name="connsiteY36" fmla="*/ 1671637 h 6858000"/>
              <a:gd name="connsiteX37" fmla="*/ 7006289 w 7100346"/>
              <a:gd name="connsiteY37" fmla="*/ 1708150 h 6858000"/>
              <a:gd name="connsiteX38" fmla="*/ 6986134 w 7100346"/>
              <a:gd name="connsiteY38" fmla="*/ 1743075 h 6858000"/>
              <a:gd name="connsiteX39" fmla="*/ 6965978 w 7100346"/>
              <a:gd name="connsiteY39" fmla="*/ 1782762 h 6858000"/>
              <a:gd name="connsiteX40" fmla="*/ 6949183 w 7100346"/>
              <a:gd name="connsiteY40" fmla="*/ 1824037 h 6858000"/>
              <a:gd name="connsiteX41" fmla="*/ 6934066 w 7100346"/>
              <a:gd name="connsiteY41" fmla="*/ 1870075 h 6858000"/>
              <a:gd name="connsiteX42" fmla="*/ 6922309 w 7100346"/>
              <a:gd name="connsiteY42" fmla="*/ 1922462 h 6858000"/>
              <a:gd name="connsiteX43" fmla="*/ 6913910 w 7100346"/>
              <a:gd name="connsiteY43" fmla="*/ 1982787 h 6858000"/>
              <a:gd name="connsiteX44" fmla="*/ 6910551 w 7100346"/>
              <a:gd name="connsiteY44" fmla="*/ 2051050 h 6858000"/>
              <a:gd name="connsiteX45" fmla="*/ 6913910 w 7100346"/>
              <a:gd name="connsiteY45" fmla="*/ 2119312 h 6858000"/>
              <a:gd name="connsiteX46" fmla="*/ 6922309 w 7100346"/>
              <a:gd name="connsiteY46" fmla="*/ 2179637 h 6858000"/>
              <a:gd name="connsiteX47" fmla="*/ 6934066 w 7100346"/>
              <a:gd name="connsiteY47" fmla="*/ 2232025 h 6858000"/>
              <a:gd name="connsiteX48" fmla="*/ 6949183 w 7100346"/>
              <a:gd name="connsiteY48" fmla="*/ 2278062 h 6858000"/>
              <a:gd name="connsiteX49" fmla="*/ 6965978 w 7100346"/>
              <a:gd name="connsiteY49" fmla="*/ 2319337 h 6858000"/>
              <a:gd name="connsiteX50" fmla="*/ 6986134 w 7100346"/>
              <a:gd name="connsiteY50" fmla="*/ 2359025 h 6858000"/>
              <a:gd name="connsiteX51" fmla="*/ 7006289 w 7100346"/>
              <a:gd name="connsiteY51" fmla="*/ 2395537 h 6858000"/>
              <a:gd name="connsiteX52" fmla="*/ 7026444 w 7100346"/>
              <a:gd name="connsiteY52" fmla="*/ 2433637 h 6858000"/>
              <a:gd name="connsiteX53" fmla="*/ 7044919 w 7100346"/>
              <a:gd name="connsiteY53" fmla="*/ 2471737 h 6858000"/>
              <a:gd name="connsiteX54" fmla="*/ 7063395 w 7100346"/>
              <a:gd name="connsiteY54" fmla="*/ 2513012 h 6858000"/>
              <a:gd name="connsiteX55" fmla="*/ 7078511 w 7100346"/>
              <a:gd name="connsiteY55" fmla="*/ 2560637 h 6858000"/>
              <a:gd name="connsiteX56" fmla="*/ 7088589 w 7100346"/>
              <a:gd name="connsiteY56" fmla="*/ 2613025 h 6858000"/>
              <a:gd name="connsiteX57" fmla="*/ 7098666 w 7100346"/>
              <a:gd name="connsiteY57" fmla="*/ 2671762 h 6858000"/>
              <a:gd name="connsiteX58" fmla="*/ 7100346 w 7100346"/>
              <a:gd name="connsiteY58" fmla="*/ 2741612 h 6858000"/>
              <a:gd name="connsiteX59" fmla="*/ 7098666 w 7100346"/>
              <a:gd name="connsiteY59" fmla="*/ 2809875 h 6858000"/>
              <a:gd name="connsiteX60" fmla="*/ 7088589 w 7100346"/>
              <a:gd name="connsiteY60" fmla="*/ 2868612 h 6858000"/>
              <a:gd name="connsiteX61" fmla="*/ 7078511 w 7100346"/>
              <a:gd name="connsiteY61" fmla="*/ 2922587 h 6858000"/>
              <a:gd name="connsiteX62" fmla="*/ 7063395 w 7100346"/>
              <a:gd name="connsiteY62" fmla="*/ 2967037 h 6858000"/>
              <a:gd name="connsiteX63" fmla="*/ 7044919 w 7100346"/>
              <a:gd name="connsiteY63" fmla="*/ 3009900 h 6858000"/>
              <a:gd name="connsiteX64" fmla="*/ 7026444 w 7100346"/>
              <a:gd name="connsiteY64" fmla="*/ 3046412 h 6858000"/>
              <a:gd name="connsiteX65" fmla="*/ 7006289 w 7100346"/>
              <a:gd name="connsiteY65" fmla="*/ 3084512 h 6858000"/>
              <a:gd name="connsiteX66" fmla="*/ 6986134 w 7100346"/>
              <a:gd name="connsiteY66" fmla="*/ 3121025 h 6858000"/>
              <a:gd name="connsiteX67" fmla="*/ 6965978 w 7100346"/>
              <a:gd name="connsiteY67" fmla="*/ 3160712 h 6858000"/>
              <a:gd name="connsiteX68" fmla="*/ 6949183 w 7100346"/>
              <a:gd name="connsiteY68" fmla="*/ 3201987 h 6858000"/>
              <a:gd name="connsiteX69" fmla="*/ 6934066 w 7100346"/>
              <a:gd name="connsiteY69" fmla="*/ 3248025 h 6858000"/>
              <a:gd name="connsiteX70" fmla="*/ 6922309 w 7100346"/>
              <a:gd name="connsiteY70" fmla="*/ 3300412 h 6858000"/>
              <a:gd name="connsiteX71" fmla="*/ 6913910 w 7100346"/>
              <a:gd name="connsiteY71" fmla="*/ 3360737 h 6858000"/>
              <a:gd name="connsiteX72" fmla="*/ 6910551 w 7100346"/>
              <a:gd name="connsiteY72" fmla="*/ 3427412 h 6858000"/>
              <a:gd name="connsiteX73" fmla="*/ 6913910 w 7100346"/>
              <a:gd name="connsiteY73" fmla="*/ 3497262 h 6858000"/>
              <a:gd name="connsiteX74" fmla="*/ 6922309 w 7100346"/>
              <a:gd name="connsiteY74" fmla="*/ 3557587 h 6858000"/>
              <a:gd name="connsiteX75" fmla="*/ 6934066 w 7100346"/>
              <a:gd name="connsiteY75" fmla="*/ 3609975 h 6858000"/>
              <a:gd name="connsiteX76" fmla="*/ 6949183 w 7100346"/>
              <a:gd name="connsiteY76" fmla="*/ 3656012 h 6858000"/>
              <a:gd name="connsiteX77" fmla="*/ 6965978 w 7100346"/>
              <a:gd name="connsiteY77" fmla="*/ 3697287 h 6858000"/>
              <a:gd name="connsiteX78" fmla="*/ 6986134 w 7100346"/>
              <a:gd name="connsiteY78" fmla="*/ 3736975 h 6858000"/>
              <a:gd name="connsiteX79" fmla="*/ 7026444 w 7100346"/>
              <a:gd name="connsiteY79" fmla="*/ 3811587 h 6858000"/>
              <a:gd name="connsiteX80" fmla="*/ 7044919 w 7100346"/>
              <a:gd name="connsiteY80" fmla="*/ 3848100 h 6858000"/>
              <a:gd name="connsiteX81" fmla="*/ 7063395 w 7100346"/>
              <a:gd name="connsiteY81" fmla="*/ 3890962 h 6858000"/>
              <a:gd name="connsiteX82" fmla="*/ 7078511 w 7100346"/>
              <a:gd name="connsiteY82" fmla="*/ 3935412 h 6858000"/>
              <a:gd name="connsiteX83" fmla="*/ 7088589 w 7100346"/>
              <a:gd name="connsiteY83" fmla="*/ 3987800 h 6858000"/>
              <a:gd name="connsiteX84" fmla="*/ 7098666 w 7100346"/>
              <a:gd name="connsiteY84" fmla="*/ 4048125 h 6858000"/>
              <a:gd name="connsiteX85" fmla="*/ 7100346 w 7100346"/>
              <a:gd name="connsiteY85" fmla="*/ 4116387 h 6858000"/>
              <a:gd name="connsiteX86" fmla="*/ 7098666 w 7100346"/>
              <a:gd name="connsiteY86" fmla="*/ 4186237 h 6858000"/>
              <a:gd name="connsiteX87" fmla="*/ 7088589 w 7100346"/>
              <a:gd name="connsiteY87" fmla="*/ 4244975 h 6858000"/>
              <a:gd name="connsiteX88" fmla="*/ 7078511 w 7100346"/>
              <a:gd name="connsiteY88" fmla="*/ 4297362 h 6858000"/>
              <a:gd name="connsiteX89" fmla="*/ 7063395 w 7100346"/>
              <a:gd name="connsiteY89" fmla="*/ 4343400 h 6858000"/>
              <a:gd name="connsiteX90" fmla="*/ 7044919 w 7100346"/>
              <a:gd name="connsiteY90" fmla="*/ 4386262 h 6858000"/>
              <a:gd name="connsiteX91" fmla="*/ 7026444 w 7100346"/>
              <a:gd name="connsiteY91" fmla="*/ 4424362 h 6858000"/>
              <a:gd name="connsiteX92" fmla="*/ 6986134 w 7100346"/>
              <a:gd name="connsiteY92" fmla="*/ 4498975 h 6858000"/>
              <a:gd name="connsiteX93" fmla="*/ 6965978 w 7100346"/>
              <a:gd name="connsiteY93" fmla="*/ 4537075 h 6858000"/>
              <a:gd name="connsiteX94" fmla="*/ 6949183 w 7100346"/>
              <a:gd name="connsiteY94" fmla="*/ 4579937 h 6858000"/>
              <a:gd name="connsiteX95" fmla="*/ 6934066 w 7100346"/>
              <a:gd name="connsiteY95" fmla="*/ 4625975 h 6858000"/>
              <a:gd name="connsiteX96" fmla="*/ 6922309 w 7100346"/>
              <a:gd name="connsiteY96" fmla="*/ 4678362 h 6858000"/>
              <a:gd name="connsiteX97" fmla="*/ 6913910 w 7100346"/>
              <a:gd name="connsiteY97" fmla="*/ 4738687 h 6858000"/>
              <a:gd name="connsiteX98" fmla="*/ 6910551 w 7100346"/>
              <a:gd name="connsiteY98" fmla="*/ 4806950 h 6858000"/>
              <a:gd name="connsiteX99" fmla="*/ 6913910 w 7100346"/>
              <a:gd name="connsiteY99" fmla="*/ 4875212 h 6858000"/>
              <a:gd name="connsiteX100" fmla="*/ 6922309 w 7100346"/>
              <a:gd name="connsiteY100" fmla="*/ 4935537 h 6858000"/>
              <a:gd name="connsiteX101" fmla="*/ 6934066 w 7100346"/>
              <a:gd name="connsiteY101" fmla="*/ 4987925 h 6858000"/>
              <a:gd name="connsiteX102" fmla="*/ 6949183 w 7100346"/>
              <a:gd name="connsiteY102" fmla="*/ 5033962 h 6858000"/>
              <a:gd name="connsiteX103" fmla="*/ 6965978 w 7100346"/>
              <a:gd name="connsiteY103" fmla="*/ 5075237 h 6858000"/>
              <a:gd name="connsiteX104" fmla="*/ 6986134 w 7100346"/>
              <a:gd name="connsiteY104" fmla="*/ 5114925 h 6858000"/>
              <a:gd name="connsiteX105" fmla="*/ 7006289 w 7100346"/>
              <a:gd name="connsiteY105" fmla="*/ 5149850 h 6858000"/>
              <a:gd name="connsiteX106" fmla="*/ 7026444 w 7100346"/>
              <a:gd name="connsiteY106" fmla="*/ 5186362 h 6858000"/>
              <a:gd name="connsiteX107" fmla="*/ 7044919 w 7100346"/>
              <a:gd name="connsiteY107" fmla="*/ 5226050 h 6858000"/>
              <a:gd name="connsiteX108" fmla="*/ 7063395 w 7100346"/>
              <a:gd name="connsiteY108" fmla="*/ 5268912 h 6858000"/>
              <a:gd name="connsiteX109" fmla="*/ 7078511 w 7100346"/>
              <a:gd name="connsiteY109" fmla="*/ 5313362 h 6858000"/>
              <a:gd name="connsiteX110" fmla="*/ 7088589 w 7100346"/>
              <a:gd name="connsiteY110" fmla="*/ 5365750 h 6858000"/>
              <a:gd name="connsiteX111" fmla="*/ 7098666 w 7100346"/>
              <a:gd name="connsiteY111" fmla="*/ 5426075 h 6858000"/>
              <a:gd name="connsiteX112" fmla="*/ 7100346 w 7100346"/>
              <a:gd name="connsiteY112" fmla="*/ 5494337 h 6858000"/>
              <a:gd name="connsiteX113" fmla="*/ 7098666 w 7100346"/>
              <a:gd name="connsiteY113" fmla="*/ 5562600 h 6858000"/>
              <a:gd name="connsiteX114" fmla="*/ 7088589 w 7100346"/>
              <a:gd name="connsiteY114" fmla="*/ 5622925 h 6858000"/>
              <a:gd name="connsiteX115" fmla="*/ 7078511 w 7100346"/>
              <a:gd name="connsiteY115" fmla="*/ 5675312 h 6858000"/>
              <a:gd name="connsiteX116" fmla="*/ 7063395 w 7100346"/>
              <a:gd name="connsiteY116" fmla="*/ 5721350 h 6858000"/>
              <a:gd name="connsiteX117" fmla="*/ 7044919 w 7100346"/>
              <a:gd name="connsiteY117" fmla="*/ 5762625 h 6858000"/>
              <a:gd name="connsiteX118" fmla="*/ 7026444 w 7100346"/>
              <a:gd name="connsiteY118" fmla="*/ 5802312 h 6858000"/>
              <a:gd name="connsiteX119" fmla="*/ 7006289 w 7100346"/>
              <a:gd name="connsiteY119" fmla="*/ 5840412 h 6858000"/>
              <a:gd name="connsiteX120" fmla="*/ 6986134 w 7100346"/>
              <a:gd name="connsiteY120" fmla="*/ 5876925 h 6858000"/>
              <a:gd name="connsiteX121" fmla="*/ 6965978 w 7100346"/>
              <a:gd name="connsiteY121" fmla="*/ 5915025 h 6858000"/>
              <a:gd name="connsiteX122" fmla="*/ 6949183 w 7100346"/>
              <a:gd name="connsiteY122" fmla="*/ 5956300 h 6858000"/>
              <a:gd name="connsiteX123" fmla="*/ 6934066 w 7100346"/>
              <a:gd name="connsiteY123" fmla="*/ 6003925 h 6858000"/>
              <a:gd name="connsiteX124" fmla="*/ 6922309 w 7100346"/>
              <a:gd name="connsiteY124" fmla="*/ 6056312 h 6858000"/>
              <a:gd name="connsiteX125" fmla="*/ 6913910 w 7100346"/>
              <a:gd name="connsiteY125" fmla="*/ 6113462 h 6858000"/>
              <a:gd name="connsiteX126" fmla="*/ 6910551 w 7100346"/>
              <a:gd name="connsiteY126" fmla="*/ 6183312 h 6858000"/>
              <a:gd name="connsiteX127" fmla="*/ 6913910 w 7100346"/>
              <a:gd name="connsiteY127" fmla="*/ 6251575 h 6858000"/>
              <a:gd name="connsiteX128" fmla="*/ 6922309 w 7100346"/>
              <a:gd name="connsiteY128" fmla="*/ 6311900 h 6858000"/>
              <a:gd name="connsiteX129" fmla="*/ 6934066 w 7100346"/>
              <a:gd name="connsiteY129" fmla="*/ 6361112 h 6858000"/>
              <a:gd name="connsiteX130" fmla="*/ 6949183 w 7100346"/>
              <a:gd name="connsiteY130" fmla="*/ 6407150 h 6858000"/>
              <a:gd name="connsiteX131" fmla="*/ 6965978 w 7100346"/>
              <a:gd name="connsiteY131" fmla="*/ 6448425 h 6858000"/>
              <a:gd name="connsiteX132" fmla="*/ 6984454 w 7100346"/>
              <a:gd name="connsiteY132" fmla="*/ 6488112 h 6858000"/>
              <a:gd name="connsiteX133" fmla="*/ 7002930 w 7100346"/>
              <a:gd name="connsiteY133" fmla="*/ 6523037 h 6858000"/>
              <a:gd name="connsiteX134" fmla="*/ 7023085 w 7100346"/>
              <a:gd name="connsiteY134" fmla="*/ 6561137 h 6858000"/>
              <a:gd name="connsiteX135" fmla="*/ 7043240 w 7100346"/>
              <a:gd name="connsiteY135" fmla="*/ 6597650 h 6858000"/>
              <a:gd name="connsiteX136" fmla="*/ 7060036 w 7100346"/>
              <a:gd name="connsiteY136" fmla="*/ 6640512 h 6858000"/>
              <a:gd name="connsiteX137" fmla="*/ 7076832 w 7100346"/>
              <a:gd name="connsiteY137" fmla="*/ 6683375 h 6858000"/>
              <a:gd name="connsiteX138" fmla="*/ 7086909 w 7100346"/>
              <a:gd name="connsiteY138" fmla="*/ 6735762 h 6858000"/>
              <a:gd name="connsiteX139" fmla="*/ 7095307 w 7100346"/>
              <a:gd name="connsiteY139" fmla="*/ 6791325 h 6858000"/>
              <a:gd name="connsiteX140" fmla="*/ 7100346 w 7100346"/>
              <a:gd name="connsiteY140" fmla="*/ 6858000 h 6858000"/>
              <a:gd name="connsiteX141" fmla="*/ 6955967 w 7100346"/>
              <a:gd name="connsiteY141" fmla="*/ 6858000 h 6858000"/>
              <a:gd name="connsiteX142" fmla="*/ 0 w 7100346"/>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7100346" h="6858000">
                <a:moveTo>
                  <a:pt x="0" y="0"/>
                </a:moveTo>
                <a:lnTo>
                  <a:pt x="6955967" y="0"/>
                </a:lnTo>
                <a:lnTo>
                  <a:pt x="7100346" y="0"/>
                </a:lnTo>
                <a:lnTo>
                  <a:pt x="7095307" y="66675"/>
                </a:lnTo>
                <a:lnTo>
                  <a:pt x="7086909" y="122237"/>
                </a:lnTo>
                <a:lnTo>
                  <a:pt x="7076832" y="174625"/>
                </a:lnTo>
                <a:lnTo>
                  <a:pt x="7060036" y="217487"/>
                </a:lnTo>
                <a:lnTo>
                  <a:pt x="7043240" y="260350"/>
                </a:lnTo>
                <a:lnTo>
                  <a:pt x="7023085" y="296862"/>
                </a:lnTo>
                <a:lnTo>
                  <a:pt x="7002930" y="334962"/>
                </a:lnTo>
                <a:lnTo>
                  <a:pt x="6984454" y="369887"/>
                </a:lnTo>
                <a:lnTo>
                  <a:pt x="6965978" y="409575"/>
                </a:lnTo>
                <a:lnTo>
                  <a:pt x="6949183" y="450850"/>
                </a:lnTo>
                <a:lnTo>
                  <a:pt x="6934066" y="496887"/>
                </a:lnTo>
                <a:lnTo>
                  <a:pt x="6922309" y="546100"/>
                </a:lnTo>
                <a:lnTo>
                  <a:pt x="6913910" y="606425"/>
                </a:lnTo>
                <a:lnTo>
                  <a:pt x="6910551" y="673100"/>
                </a:lnTo>
                <a:lnTo>
                  <a:pt x="6913910" y="744537"/>
                </a:lnTo>
                <a:lnTo>
                  <a:pt x="6922309" y="801687"/>
                </a:lnTo>
                <a:lnTo>
                  <a:pt x="6934066" y="854075"/>
                </a:lnTo>
                <a:lnTo>
                  <a:pt x="6949183" y="901700"/>
                </a:lnTo>
                <a:lnTo>
                  <a:pt x="6965978" y="942975"/>
                </a:lnTo>
                <a:lnTo>
                  <a:pt x="6986134" y="981075"/>
                </a:lnTo>
                <a:lnTo>
                  <a:pt x="7006289" y="1017587"/>
                </a:lnTo>
                <a:lnTo>
                  <a:pt x="7026444" y="1055687"/>
                </a:lnTo>
                <a:lnTo>
                  <a:pt x="7044919" y="1095375"/>
                </a:lnTo>
                <a:lnTo>
                  <a:pt x="7063395" y="1136650"/>
                </a:lnTo>
                <a:lnTo>
                  <a:pt x="7078511" y="1182687"/>
                </a:lnTo>
                <a:lnTo>
                  <a:pt x="7088589" y="1235075"/>
                </a:lnTo>
                <a:lnTo>
                  <a:pt x="7098666" y="1295400"/>
                </a:lnTo>
                <a:lnTo>
                  <a:pt x="7100346" y="1363662"/>
                </a:lnTo>
                <a:lnTo>
                  <a:pt x="7098666" y="1431925"/>
                </a:lnTo>
                <a:lnTo>
                  <a:pt x="7088589" y="1492250"/>
                </a:lnTo>
                <a:lnTo>
                  <a:pt x="7078511" y="1544637"/>
                </a:lnTo>
                <a:lnTo>
                  <a:pt x="7063395" y="1589087"/>
                </a:lnTo>
                <a:lnTo>
                  <a:pt x="7044919" y="1631950"/>
                </a:lnTo>
                <a:lnTo>
                  <a:pt x="7026444" y="1671637"/>
                </a:lnTo>
                <a:lnTo>
                  <a:pt x="7006289" y="1708150"/>
                </a:lnTo>
                <a:lnTo>
                  <a:pt x="6986134" y="1743075"/>
                </a:lnTo>
                <a:lnTo>
                  <a:pt x="6965978" y="1782762"/>
                </a:lnTo>
                <a:lnTo>
                  <a:pt x="6949183" y="1824037"/>
                </a:lnTo>
                <a:lnTo>
                  <a:pt x="6934066" y="1870075"/>
                </a:lnTo>
                <a:lnTo>
                  <a:pt x="6922309" y="1922462"/>
                </a:lnTo>
                <a:lnTo>
                  <a:pt x="6913910" y="1982787"/>
                </a:lnTo>
                <a:lnTo>
                  <a:pt x="6910551" y="2051050"/>
                </a:lnTo>
                <a:lnTo>
                  <a:pt x="6913910" y="2119312"/>
                </a:lnTo>
                <a:lnTo>
                  <a:pt x="6922309" y="2179637"/>
                </a:lnTo>
                <a:lnTo>
                  <a:pt x="6934066" y="2232025"/>
                </a:lnTo>
                <a:lnTo>
                  <a:pt x="6949183" y="2278062"/>
                </a:lnTo>
                <a:lnTo>
                  <a:pt x="6965978" y="2319337"/>
                </a:lnTo>
                <a:lnTo>
                  <a:pt x="6986134" y="2359025"/>
                </a:lnTo>
                <a:lnTo>
                  <a:pt x="7006289" y="2395537"/>
                </a:lnTo>
                <a:lnTo>
                  <a:pt x="7026444" y="2433637"/>
                </a:lnTo>
                <a:lnTo>
                  <a:pt x="7044919" y="2471737"/>
                </a:lnTo>
                <a:lnTo>
                  <a:pt x="7063395" y="2513012"/>
                </a:lnTo>
                <a:lnTo>
                  <a:pt x="7078511" y="2560637"/>
                </a:lnTo>
                <a:lnTo>
                  <a:pt x="7088589" y="2613025"/>
                </a:lnTo>
                <a:lnTo>
                  <a:pt x="7098666" y="2671762"/>
                </a:lnTo>
                <a:lnTo>
                  <a:pt x="7100346" y="2741612"/>
                </a:lnTo>
                <a:lnTo>
                  <a:pt x="7098666" y="2809875"/>
                </a:lnTo>
                <a:lnTo>
                  <a:pt x="7088589" y="2868612"/>
                </a:lnTo>
                <a:lnTo>
                  <a:pt x="7078511" y="2922587"/>
                </a:lnTo>
                <a:lnTo>
                  <a:pt x="7063395" y="2967037"/>
                </a:lnTo>
                <a:lnTo>
                  <a:pt x="7044919" y="3009900"/>
                </a:lnTo>
                <a:lnTo>
                  <a:pt x="7026444" y="3046412"/>
                </a:lnTo>
                <a:lnTo>
                  <a:pt x="7006289" y="3084512"/>
                </a:lnTo>
                <a:lnTo>
                  <a:pt x="6986134" y="3121025"/>
                </a:lnTo>
                <a:lnTo>
                  <a:pt x="6965978" y="3160712"/>
                </a:lnTo>
                <a:lnTo>
                  <a:pt x="6949183" y="3201987"/>
                </a:lnTo>
                <a:lnTo>
                  <a:pt x="6934066" y="3248025"/>
                </a:lnTo>
                <a:lnTo>
                  <a:pt x="6922309" y="3300412"/>
                </a:lnTo>
                <a:lnTo>
                  <a:pt x="6913910" y="3360737"/>
                </a:lnTo>
                <a:lnTo>
                  <a:pt x="6910551" y="3427412"/>
                </a:lnTo>
                <a:lnTo>
                  <a:pt x="6913910" y="3497262"/>
                </a:lnTo>
                <a:lnTo>
                  <a:pt x="6922309" y="3557587"/>
                </a:lnTo>
                <a:lnTo>
                  <a:pt x="6934066" y="3609975"/>
                </a:lnTo>
                <a:lnTo>
                  <a:pt x="6949183" y="3656012"/>
                </a:lnTo>
                <a:lnTo>
                  <a:pt x="6965978" y="3697287"/>
                </a:lnTo>
                <a:lnTo>
                  <a:pt x="6986134" y="3736975"/>
                </a:lnTo>
                <a:lnTo>
                  <a:pt x="7026444" y="3811587"/>
                </a:lnTo>
                <a:lnTo>
                  <a:pt x="7044919" y="3848100"/>
                </a:lnTo>
                <a:lnTo>
                  <a:pt x="7063395" y="3890962"/>
                </a:lnTo>
                <a:lnTo>
                  <a:pt x="7078511" y="3935412"/>
                </a:lnTo>
                <a:lnTo>
                  <a:pt x="7088589" y="3987800"/>
                </a:lnTo>
                <a:lnTo>
                  <a:pt x="7098666" y="4048125"/>
                </a:lnTo>
                <a:lnTo>
                  <a:pt x="7100346" y="4116387"/>
                </a:lnTo>
                <a:lnTo>
                  <a:pt x="7098666" y="4186237"/>
                </a:lnTo>
                <a:lnTo>
                  <a:pt x="7088589" y="4244975"/>
                </a:lnTo>
                <a:lnTo>
                  <a:pt x="7078511" y="4297362"/>
                </a:lnTo>
                <a:lnTo>
                  <a:pt x="7063395" y="4343400"/>
                </a:lnTo>
                <a:lnTo>
                  <a:pt x="7044919" y="4386262"/>
                </a:lnTo>
                <a:lnTo>
                  <a:pt x="7026444" y="4424362"/>
                </a:lnTo>
                <a:lnTo>
                  <a:pt x="6986134" y="4498975"/>
                </a:lnTo>
                <a:lnTo>
                  <a:pt x="6965978" y="4537075"/>
                </a:lnTo>
                <a:lnTo>
                  <a:pt x="6949183" y="4579937"/>
                </a:lnTo>
                <a:lnTo>
                  <a:pt x="6934066" y="4625975"/>
                </a:lnTo>
                <a:lnTo>
                  <a:pt x="6922309" y="4678362"/>
                </a:lnTo>
                <a:lnTo>
                  <a:pt x="6913910" y="4738687"/>
                </a:lnTo>
                <a:lnTo>
                  <a:pt x="6910551" y="4806950"/>
                </a:lnTo>
                <a:lnTo>
                  <a:pt x="6913910" y="4875212"/>
                </a:lnTo>
                <a:lnTo>
                  <a:pt x="6922309" y="4935537"/>
                </a:lnTo>
                <a:lnTo>
                  <a:pt x="6934066" y="4987925"/>
                </a:lnTo>
                <a:lnTo>
                  <a:pt x="6949183" y="5033962"/>
                </a:lnTo>
                <a:lnTo>
                  <a:pt x="6965978" y="5075237"/>
                </a:lnTo>
                <a:lnTo>
                  <a:pt x="6986134" y="5114925"/>
                </a:lnTo>
                <a:lnTo>
                  <a:pt x="7006289" y="5149850"/>
                </a:lnTo>
                <a:lnTo>
                  <a:pt x="7026444" y="5186362"/>
                </a:lnTo>
                <a:lnTo>
                  <a:pt x="7044919" y="5226050"/>
                </a:lnTo>
                <a:lnTo>
                  <a:pt x="7063395" y="5268912"/>
                </a:lnTo>
                <a:lnTo>
                  <a:pt x="7078511" y="5313362"/>
                </a:lnTo>
                <a:lnTo>
                  <a:pt x="7088589" y="5365750"/>
                </a:lnTo>
                <a:lnTo>
                  <a:pt x="7098666" y="5426075"/>
                </a:lnTo>
                <a:lnTo>
                  <a:pt x="7100346" y="5494337"/>
                </a:lnTo>
                <a:lnTo>
                  <a:pt x="7098666" y="5562600"/>
                </a:lnTo>
                <a:lnTo>
                  <a:pt x="7088589" y="5622925"/>
                </a:lnTo>
                <a:lnTo>
                  <a:pt x="7078511" y="5675312"/>
                </a:lnTo>
                <a:lnTo>
                  <a:pt x="7063395" y="5721350"/>
                </a:lnTo>
                <a:lnTo>
                  <a:pt x="7044919" y="5762625"/>
                </a:lnTo>
                <a:lnTo>
                  <a:pt x="7026444" y="5802312"/>
                </a:lnTo>
                <a:lnTo>
                  <a:pt x="7006289" y="5840412"/>
                </a:lnTo>
                <a:lnTo>
                  <a:pt x="6986134" y="5876925"/>
                </a:lnTo>
                <a:lnTo>
                  <a:pt x="6965978" y="5915025"/>
                </a:lnTo>
                <a:lnTo>
                  <a:pt x="6949183" y="5956300"/>
                </a:lnTo>
                <a:lnTo>
                  <a:pt x="6934066" y="6003925"/>
                </a:lnTo>
                <a:lnTo>
                  <a:pt x="6922309" y="6056312"/>
                </a:lnTo>
                <a:lnTo>
                  <a:pt x="6913910" y="6113462"/>
                </a:lnTo>
                <a:lnTo>
                  <a:pt x="6910551" y="6183312"/>
                </a:lnTo>
                <a:lnTo>
                  <a:pt x="6913910" y="6251575"/>
                </a:lnTo>
                <a:lnTo>
                  <a:pt x="6922309" y="6311900"/>
                </a:lnTo>
                <a:lnTo>
                  <a:pt x="6934066" y="6361112"/>
                </a:lnTo>
                <a:lnTo>
                  <a:pt x="6949183" y="6407150"/>
                </a:lnTo>
                <a:lnTo>
                  <a:pt x="6965978" y="6448425"/>
                </a:lnTo>
                <a:lnTo>
                  <a:pt x="6984454" y="6488112"/>
                </a:lnTo>
                <a:lnTo>
                  <a:pt x="7002930" y="6523037"/>
                </a:lnTo>
                <a:lnTo>
                  <a:pt x="7023085" y="6561137"/>
                </a:lnTo>
                <a:lnTo>
                  <a:pt x="7043240" y="6597650"/>
                </a:lnTo>
                <a:lnTo>
                  <a:pt x="7060036" y="6640512"/>
                </a:lnTo>
                <a:lnTo>
                  <a:pt x="7076832" y="6683375"/>
                </a:lnTo>
                <a:lnTo>
                  <a:pt x="7086909" y="6735762"/>
                </a:lnTo>
                <a:lnTo>
                  <a:pt x="7095307" y="6791325"/>
                </a:lnTo>
                <a:lnTo>
                  <a:pt x="7100346" y="6858000"/>
                </a:lnTo>
                <a:lnTo>
                  <a:pt x="6955967" y="6858000"/>
                </a:lnTo>
                <a:lnTo>
                  <a:pt x="0" y="6858000"/>
                </a:lnTo>
                <a:close/>
              </a:path>
            </a:pathLst>
          </a:custGeom>
          <a:solidFill>
            <a:schemeClr val="accent1">
              <a:lumMod val="50000"/>
              <a:alpha val="25000"/>
            </a:schemeClr>
          </a:solidFill>
          <a:ln w="0">
            <a:noFill/>
            <a:prstDash val="solid"/>
            <a:round/>
            <a:headEnd/>
            <a:tailEnd/>
          </a:ln>
        </p:spPr>
        <p:txBody>
          <a:bodyPr wrap="square" rtlCol="0" anchor="ctr">
            <a:noAutofit/>
          </a:bodyPr>
          <a:lstStyle/>
          <a:p>
            <a:pPr algn="ctr" defTabSz="457200"/>
            <a:endParaRPr lang="en-US">
              <a:solidFill>
                <a:schemeClr val="tx1"/>
              </a:solidFill>
            </a:endParaRPr>
          </a:p>
        </p:txBody>
      </p:sp>
      <p:pic>
        <p:nvPicPr>
          <p:cNvPr id="7" name="Content Placeholder 6" descr="Headphones">
            <a:extLst>
              <a:ext uri="{FF2B5EF4-FFF2-40B4-BE49-F238E27FC236}">
                <a16:creationId xmlns:a16="http://schemas.microsoft.com/office/drawing/2014/main" id="{29045689-E20B-648A-2C84-7BD1EB6BBC56}"/>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199" y="3659946"/>
            <a:ext cx="2612406" cy="2612406"/>
          </a:xfrm>
          <a:prstGeom prst="rect">
            <a:avLst/>
          </a:prstGeom>
        </p:spPr>
      </p:pic>
      <p:sp>
        <p:nvSpPr>
          <p:cNvPr id="5" name="TextBox 4">
            <a:extLst>
              <a:ext uri="{FF2B5EF4-FFF2-40B4-BE49-F238E27FC236}">
                <a16:creationId xmlns:a16="http://schemas.microsoft.com/office/drawing/2014/main" id="{45FB8045-D9A9-9CE0-9258-49D96BC4B387}"/>
              </a:ext>
            </a:extLst>
          </p:cNvPr>
          <p:cNvSpPr txBox="1"/>
          <p:nvPr/>
        </p:nvSpPr>
        <p:spPr>
          <a:xfrm>
            <a:off x="333375" y="1523999"/>
            <a:ext cx="64293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endParaRPr lang="en-US" sz="2400">
              <a:cs typeface="Calibri"/>
            </a:endParaRPr>
          </a:p>
        </p:txBody>
      </p:sp>
      <p:pic>
        <p:nvPicPr>
          <p:cNvPr id="2" name="Picture 1" descr="Logo&#10;&#10;Description automatically generated with medium confidence">
            <a:extLst>
              <a:ext uri="{FF2B5EF4-FFF2-40B4-BE49-F238E27FC236}">
                <a16:creationId xmlns:a16="http://schemas.microsoft.com/office/drawing/2014/main" id="{B657FA04-76F0-27E8-608A-6A5D702E2D62}"/>
              </a:ext>
            </a:extLst>
          </p:cNvPr>
          <p:cNvPicPr>
            <a:picLocks noChangeAspect="1"/>
          </p:cNvPicPr>
          <p:nvPr/>
        </p:nvPicPr>
        <p:blipFill>
          <a:blip r:embed="rId5"/>
          <a:stretch>
            <a:fillRect/>
          </a:stretch>
        </p:blipFill>
        <p:spPr>
          <a:xfrm>
            <a:off x="10708712" y="5961266"/>
            <a:ext cx="1253389" cy="620763"/>
          </a:xfrm>
          <a:prstGeom prst="rect">
            <a:avLst/>
          </a:prstGeom>
        </p:spPr>
      </p:pic>
      <p:sp>
        <p:nvSpPr>
          <p:cNvPr id="3" name="TextBox 2">
            <a:extLst>
              <a:ext uri="{FF2B5EF4-FFF2-40B4-BE49-F238E27FC236}">
                <a16:creationId xmlns:a16="http://schemas.microsoft.com/office/drawing/2014/main" id="{87E7B72B-3511-63EC-987C-A459D0E9E1E1}"/>
              </a:ext>
            </a:extLst>
          </p:cNvPr>
          <p:cNvSpPr txBox="1"/>
          <p:nvPr/>
        </p:nvSpPr>
        <p:spPr>
          <a:xfrm>
            <a:off x="231419" y="401979"/>
            <a:ext cx="6768263" cy="80945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cs typeface="Calibri" panose="020F0502020204030204"/>
              </a:rPr>
              <a:t>Small Group Discussion:</a:t>
            </a:r>
          </a:p>
          <a:p>
            <a:endParaRPr lang="en-US" sz="4000">
              <a:cs typeface="Calibri" panose="020F0502020204030204"/>
            </a:endParaRPr>
          </a:p>
          <a:p>
            <a:pPr marL="285750" indent="-285750">
              <a:buFont typeface="Symbol"/>
              <a:buChar char="•"/>
            </a:pPr>
            <a:r>
              <a:rPr lang="en-US" sz="4000">
                <a:ea typeface="+mn-lt"/>
                <a:cs typeface="+mn-lt"/>
              </a:rPr>
              <a:t>What tools/strategies do you currently use to get to know people you support?  </a:t>
            </a:r>
          </a:p>
          <a:p>
            <a:endParaRPr lang="en-US" sz="4000">
              <a:cs typeface="Calibri" panose="020F0502020204030204"/>
            </a:endParaRPr>
          </a:p>
          <a:p>
            <a:pPr marL="285750" indent="-285750">
              <a:buFont typeface="Symbol"/>
              <a:buChar char="•"/>
            </a:pPr>
            <a:r>
              <a:rPr lang="en-US" sz="4000">
                <a:cs typeface="Calibri" panose="020F0502020204030204"/>
              </a:rPr>
              <a:t>What are your greatest challenges related to providing individualized supports to people? </a:t>
            </a:r>
          </a:p>
          <a:p>
            <a:endParaRPr lang="en-US" sz="4000">
              <a:cs typeface="Calibri" panose="020F0502020204030204"/>
            </a:endParaRPr>
          </a:p>
          <a:p>
            <a:endParaRPr lang="en-US" sz="4000">
              <a:cs typeface="Calibri" panose="020F0502020204030204"/>
            </a:endParaRPr>
          </a:p>
          <a:p>
            <a:endParaRPr lang="en-US" sz="4000">
              <a:cs typeface="Calibri" panose="020F0502020204030204"/>
            </a:endParaRPr>
          </a:p>
        </p:txBody>
      </p:sp>
      <p:sp>
        <p:nvSpPr>
          <p:cNvPr id="4" name="TextBox 3">
            <a:extLst>
              <a:ext uri="{FF2B5EF4-FFF2-40B4-BE49-F238E27FC236}">
                <a16:creationId xmlns:a16="http://schemas.microsoft.com/office/drawing/2014/main" id="{912D8AEA-6D3A-FD77-2B27-424BFE80D493}"/>
              </a:ext>
            </a:extLst>
          </p:cNvPr>
          <p:cNvSpPr txBox="1"/>
          <p:nvPr/>
        </p:nvSpPr>
        <p:spPr>
          <a:xfrm>
            <a:off x="7219068" y="600191"/>
            <a:ext cx="453189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3600" b="1" dirty="0">
                <a:cs typeface="Calibri" panose="020F0502020204030204"/>
              </a:rPr>
              <a:t>15 minutes</a:t>
            </a:r>
          </a:p>
          <a:p>
            <a:pPr marL="285750" indent="-285750">
              <a:buFont typeface="Arial"/>
              <a:buChar char="•"/>
            </a:pPr>
            <a:r>
              <a:rPr lang="en-US" sz="3600" b="1" dirty="0">
                <a:cs typeface="Calibri" panose="020F0502020204030204"/>
              </a:rPr>
              <a:t>Recorder take notes for group </a:t>
            </a:r>
          </a:p>
          <a:p>
            <a:pPr marL="285750" indent="-285750">
              <a:buFont typeface="Arial"/>
              <a:buChar char="•"/>
            </a:pPr>
            <a:r>
              <a:rPr lang="en-US" sz="3600" b="1" dirty="0">
                <a:cs typeface="Calibri" panose="020F0502020204030204"/>
              </a:rPr>
              <a:t>Report out highlights</a:t>
            </a:r>
          </a:p>
        </p:txBody>
      </p:sp>
    </p:spTree>
    <p:extLst>
      <p:ext uri="{BB962C8B-B14F-4D97-AF65-F5344CB8AC3E}">
        <p14:creationId xmlns:p14="http://schemas.microsoft.com/office/powerpoint/2010/main" val="22280489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97ef7c57-f98b-4bbf-abe5-0dccd9ed8267">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270A6BDCF9EDE429F30368D7F34C74C" ma:contentTypeVersion="8" ma:contentTypeDescription="Create a new document." ma:contentTypeScope="" ma:versionID="90e2959f7ede8bf6ad6e7ec9bccdd909">
  <xsd:schema xmlns:xsd="http://www.w3.org/2001/XMLSchema" xmlns:xs="http://www.w3.org/2001/XMLSchema" xmlns:p="http://schemas.microsoft.com/office/2006/metadata/properties" xmlns:ns2="2ba670d5-100b-44a8-b60c-b9ae61acdd03" xmlns:ns3="97ef7c57-f98b-4bbf-abe5-0dccd9ed8267" targetNamespace="http://schemas.microsoft.com/office/2006/metadata/properties" ma:root="true" ma:fieldsID="c7705e0506eb033bd23cd490c837d094" ns2:_="" ns3:_="">
    <xsd:import namespace="2ba670d5-100b-44a8-b60c-b9ae61acdd03"/>
    <xsd:import namespace="97ef7c57-f98b-4bbf-abe5-0dccd9ed826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a670d5-100b-44a8-b60c-b9ae61acdd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ef7c57-f98b-4bbf-abe5-0dccd9ed826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B30D09-539C-4BE8-A98F-3CB64E164A29}">
  <ds:schemaRefs>
    <ds:schemaRef ds:uri="http://schemas.microsoft.com/sharepoint/v3/contenttype/forms"/>
  </ds:schemaRefs>
</ds:datastoreItem>
</file>

<file path=customXml/itemProps2.xml><?xml version="1.0" encoding="utf-8"?>
<ds:datastoreItem xmlns:ds="http://schemas.openxmlformats.org/officeDocument/2006/customXml" ds:itemID="{73E9593D-B61E-4065-AC17-822E6629BE77}">
  <ds:schemaRefs>
    <ds:schemaRef ds:uri="13a59ec9-72ae-4468-8b69-a6fc079d6534"/>
    <ds:schemaRef ds:uri="f6e3e907-bc34-45f2-9bd0-9583dc1f18f1"/>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9F083CE-2768-4B16-B2B6-48928AF2AE00}"/>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15</Notes>
  <HiddenSlides>0</HiddenSlide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Office Theme</vt:lpstr>
      <vt:lpstr>Office Theme</vt:lpstr>
      <vt:lpstr>Community Life Engagement (CLE)  </vt:lpstr>
      <vt:lpstr>PowerPoint Presentation</vt:lpstr>
      <vt:lpstr>PowerPoint Presentation</vt:lpstr>
      <vt:lpstr>DHS' Vision for Day Support Services in Minnesota </vt:lpstr>
      <vt:lpstr>Community Life Engagement (CLE) Toolkit and Resources</vt:lpstr>
      <vt:lpstr>What is Community Life Engagement (CLE)? </vt:lpstr>
      <vt:lpstr>The 4 Guideposts of CLE  ~Came from case studies and expert interviews ~Became a set of key principles (guideposts) providers can use to move their CLE efforts forward</vt:lpstr>
      <vt:lpstr>CLE Guidepost #1: Individualized Supports for Each Person  </vt:lpstr>
      <vt:lpstr>Provider Strategies Guidepost #1</vt:lpstr>
      <vt:lpstr>Quality Day Services that Support CLE Outcomes</vt:lpstr>
      <vt:lpstr>Values and Practices of Quality Day Services </vt:lpstr>
      <vt:lpstr>PowerPoint Presentation</vt:lpstr>
      <vt:lpstr>Group Poll #1 </vt:lpstr>
      <vt:lpstr>Group Poll #2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MTI Community of Practice</dc:title>
  <dc:creator>Cindy Thomas</dc:creator>
  <cp:revision>170</cp:revision>
  <dcterms:created xsi:type="dcterms:W3CDTF">2022-10-25T02:34:59Z</dcterms:created>
  <dcterms:modified xsi:type="dcterms:W3CDTF">2023-09-22T14:04:31Z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0x0101008270A6BDCF9EDE429F30368D7F34C74C</vt:lpwstr>
  </property>
  <property fmtid="{D5CDD505-2E9C-101B-9397-08002B2CF9AE}" pid="3" name="MediaServiceImageTags">
    <vt:lpwstr/>
  </property>
  <property fmtid="{D5CDD505-2E9C-101B-9397-08002B2CF9AE}" pid="4" name="Order">
    <vt:r8>28500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