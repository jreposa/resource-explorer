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9" r:id="rId3"/>
    <p:sldId id="260" r:id="rId4"/>
    <p:sldId id="258" r:id="rId5"/>
    <p:sldId id="264" r:id="rId6"/>
    <p:sldId id="262" r:id="rId7"/>
    <p:sldId id="261"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DA0D4A-A44A-8DBE-CCA8-64E249EABD9D}" v="74" dt="2025-05-04T21:12:58.9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il M Godwin" userId="S::gail.godwin@umb.edu::b4e9705e-3fab-47a4-8955-a968c32a973e" providerId="AD" clId="Web-{66DA0D4A-A44A-8DBE-CCA8-64E249EABD9D}"/>
    <pc:docChg chg="addSld modSld">
      <pc:chgData name="Gail M Godwin" userId="S::gail.godwin@umb.edu::b4e9705e-3fab-47a4-8955-a968c32a973e" providerId="AD" clId="Web-{66DA0D4A-A44A-8DBE-CCA8-64E249EABD9D}" dt="2025-05-04T21:12:58.976" v="59" actId="20577"/>
      <pc:docMkLst>
        <pc:docMk/>
      </pc:docMkLst>
      <pc:sldChg chg="modSp">
        <pc:chgData name="Gail M Godwin" userId="S::gail.godwin@umb.edu::b4e9705e-3fab-47a4-8955-a968c32a973e" providerId="AD" clId="Web-{66DA0D4A-A44A-8DBE-CCA8-64E249EABD9D}" dt="2025-05-04T21:12:58.976" v="59" actId="20577"/>
        <pc:sldMkLst>
          <pc:docMk/>
          <pc:sldMk cId="2209774561" sldId="261"/>
        </pc:sldMkLst>
        <pc:spChg chg="mod">
          <ac:chgData name="Gail M Godwin" userId="S::gail.godwin@umb.edu::b4e9705e-3fab-47a4-8955-a968c32a973e" providerId="AD" clId="Web-{66DA0D4A-A44A-8DBE-CCA8-64E249EABD9D}" dt="2025-05-04T21:12:58.976" v="59" actId="20577"/>
          <ac:spMkLst>
            <pc:docMk/>
            <pc:sldMk cId="2209774561" sldId="261"/>
            <ac:spMk id="3" creationId="{8489FB91-88D7-0E44-0CBA-5EB42EC33C18}"/>
          </ac:spMkLst>
        </pc:spChg>
      </pc:sldChg>
      <pc:sldChg chg="modSp">
        <pc:chgData name="Gail M Godwin" userId="S::gail.godwin@umb.edu::b4e9705e-3fab-47a4-8955-a968c32a973e" providerId="AD" clId="Web-{66DA0D4A-A44A-8DBE-CCA8-64E249EABD9D}" dt="2025-05-04T21:09:33.587" v="30" actId="20577"/>
        <pc:sldMkLst>
          <pc:docMk/>
          <pc:sldMk cId="899157031" sldId="262"/>
        </pc:sldMkLst>
        <pc:spChg chg="mod">
          <ac:chgData name="Gail M Godwin" userId="S::gail.godwin@umb.edu::b4e9705e-3fab-47a4-8955-a968c32a973e" providerId="AD" clId="Web-{66DA0D4A-A44A-8DBE-CCA8-64E249EABD9D}" dt="2025-05-04T21:09:33.587" v="30" actId="20577"/>
          <ac:spMkLst>
            <pc:docMk/>
            <pc:sldMk cId="899157031" sldId="262"/>
            <ac:spMk id="3" creationId="{B4A007DB-809E-4C77-B8C4-5414AF4A145C}"/>
          </ac:spMkLst>
        </pc:spChg>
      </pc:sldChg>
      <pc:sldChg chg="addSp modSp new">
        <pc:chgData name="Gail M Godwin" userId="S::gail.godwin@umb.edu::b4e9705e-3fab-47a4-8955-a968c32a973e" providerId="AD" clId="Web-{66DA0D4A-A44A-8DBE-CCA8-64E249EABD9D}" dt="2025-05-04T21:11:54.784" v="57" actId="20577"/>
        <pc:sldMkLst>
          <pc:docMk/>
          <pc:sldMk cId="379289699" sldId="264"/>
        </pc:sldMkLst>
        <pc:spChg chg="add mod">
          <ac:chgData name="Gail M Godwin" userId="S::gail.godwin@umb.edu::b4e9705e-3fab-47a4-8955-a968c32a973e" providerId="AD" clId="Web-{66DA0D4A-A44A-8DBE-CCA8-64E249EABD9D}" dt="2025-05-04T21:11:54.784" v="57" actId="20577"/>
          <ac:spMkLst>
            <pc:docMk/>
            <pc:sldMk cId="379289699" sldId="264"/>
            <ac:spMk id="2" creationId="{1B9BE40E-5902-654E-DBA8-C142CCEF4CE3}"/>
          </ac:spMkLst>
        </pc:spChg>
      </pc:sldChg>
    </pc:docChg>
  </pc:docChgLst>
  <pc:docChgLst>
    <pc:chgData name="Gail M Godwin" userId="S::gail.godwin@umb.edu::b4e9705e-3fab-47a4-8955-a968c32a973e" providerId="AD" clId="Web-{AEAE37C9-CF46-E4AA-6807-E1A795E497E7}"/>
    <pc:docChg chg="addSld modSld">
      <pc:chgData name="Gail M Godwin" userId="S::gail.godwin@umb.edu::b4e9705e-3fab-47a4-8955-a968c32a973e" providerId="AD" clId="Web-{AEAE37C9-CF46-E4AA-6807-E1A795E497E7}" dt="2025-03-26T22:14:52.026" v="62" actId="1076"/>
      <pc:docMkLst>
        <pc:docMk/>
      </pc:docMkLst>
      <pc:sldChg chg="modSp">
        <pc:chgData name="Gail M Godwin" userId="S::gail.godwin@umb.edu::b4e9705e-3fab-47a4-8955-a968c32a973e" providerId="AD" clId="Web-{AEAE37C9-CF46-E4AA-6807-E1A795E497E7}" dt="2025-03-26T22:11:11.737" v="31" actId="20577"/>
        <pc:sldMkLst>
          <pc:docMk/>
          <pc:sldMk cId="2209774561" sldId="261"/>
        </pc:sldMkLst>
        <pc:spChg chg="mod">
          <ac:chgData name="Gail M Godwin" userId="S::gail.godwin@umb.edu::b4e9705e-3fab-47a4-8955-a968c32a973e" providerId="AD" clId="Web-{AEAE37C9-CF46-E4AA-6807-E1A795E497E7}" dt="2025-03-26T22:11:11.737" v="31" actId="20577"/>
          <ac:spMkLst>
            <pc:docMk/>
            <pc:sldMk cId="2209774561" sldId="261"/>
            <ac:spMk id="3" creationId="{8489FB91-88D7-0E44-0CBA-5EB42EC33C18}"/>
          </ac:spMkLst>
        </pc:spChg>
      </pc:sldChg>
      <pc:sldChg chg="modSp">
        <pc:chgData name="Gail M Godwin" userId="S::gail.godwin@umb.edu::b4e9705e-3fab-47a4-8955-a968c32a973e" providerId="AD" clId="Web-{AEAE37C9-CF46-E4AA-6807-E1A795E497E7}" dt="2025-03-26T22:14:52.026" v="62" actId="1076"/>
        <pc:sldMkLst>
          <pc:docMk/>
          <pc:sldMk cId="899157031" sldId="262"/>
        </pc:sldMkLst>
        <pc:spChg chg="mod">
          <ac:chgData name="Gail M Godwin" userId="S::gail.godwin@umb.edu::b4e9705e-3fab-47a4-8955-a968c32a973e" providerId="AD" clId="Web-{AEAE37C9-CF46-E4AA-6807-E1A795E497E7}" dt="2025-03-26T22:10:43.408" v="17" actId="20577"/>
          <ac:spMkLst>
            <pc:docMk/>
            <pc:sldMk cId="899157031" sldId="262"/>
            <ac:spMk id="2" creationId="{BE29206E-DE54-05B6-ECCA-9AF18121433F}"/>
          </ac:spMkLst>
        </pc:spChg>
        <pc:spChg chg="mod">
          <ac:chgData name="Gail M Godwin" userId="S::gail.godwin@umb.edu::b4e9705e-3fab-47a4-8955-a968c32a973e" providerId="AD" clId="Web-{AEAE37C9-CF46-E4AA-6807-E1A795E497E7}" dt="2025-03-26T22:14:52.026" v="62" actId="1076"/>
          <ac:spMkLst>
            <pc:docMk/>
            <pc:sldMk cId="899157031" sldId="262"/>
            <ac:spMk id="3" creationId="{B4A007DB-809E-4C77-B8C4-5414AF4A145C}"/>
          </ac:spMkLst>
        </pc:spChg>
      </pc:sldChg>
      <pc:sldChg chg="modSp new">
        <pc:chgData name="Gail M Godwin" userId="S::gail.godwin@umb.edu::b4e9705e-3fab-47a4-8955-a968c32a973e" providerId="AD" clId="Web-{AEAE37C9-CF46-E4AA-6807-E1A795E497E7}" dt="2025-03-26T22:14:43.869" v="61" actId="20577"/>
        <pc:sldMkLst>
          <pc:docMk/>
          <pc:sldMk cId="2458406527" sldId="263"/>
        </pc:sldMkLst>
        <pc:spChg chg="mod">
          <ac:chgData name="Gail M Godwin" userId="S::gail.godwin@umb.edu::b4e9705e-3fab-47a4-8955-a968c32a973e" providerId="AD" clId="Web-{AEAE37C9-CF46-E4AA-6807-E1A795E497E7}" dt="2025-03-26T22:14:43.869" v="61" actId="20577"/>
          <ac:spMkLst>
            <pc:docMk/>
            <pc:sldMk cId="2458406527" sldId="263"/>
            <ac:spMk id="2" creationId="{3ADFDBEF-CA9B-DDF6-C0A0-259FC5348BD0}"/>
          </ac:spMkLst>
        </pc:spChg>
        <pc:spChg chg="mod">
          <ac:chgData name="Gail M Godwin" userId="S::gail.godwin@umb.edu::b4e9705e-3fab-47a4-8955-a968c32a973e" providerId="AD" clId="Web-{AEAE37C9-CF46-E4AA-6807-E1A795E497E7}" dt="2025-03-26T22:12:21.646" v="54" actId="20577"/>
          <ac:spMkLst>
            <pc:docMk/>
            <pc:sldMk cId="2458406527" sldId="263"/>
            <ac:spMk id="3" creationId="{2C209171-F92E-228A-1B0F-FBA8D216FD00}"/>
          </ac:spMkLst>
        </pc:spChg>
      </pc:sldChg>
    </pc:docChg>
  </pc:docChgLst>
  <pc:docChgLst>
    <pc:chgData name="Gail M Godwin" userId="S::gail.godwin@umb.edu::b4e9705e-3fab-47a4-8955-a968c32a973e" providerId="AD" clId="Web-{BE5E6E93-D7C5-DD45-C0E7-136D5BA76300}"/>
    <pc:docChg chg="addSld delSld modSld sldOrd">
      <pc:chgData name="Gail M Godwin" userId="S::gail.godwin@umb.edu::b4e9705e-3fab-47a4-8955-a968c32a973e" providerId="AD" clId="Web-{BE5E6E93-D7C5-DD45-C0E7-136D5BA76300}" dt="2025-03-25T13:54:25.233" v="410" actId="20577"/>
      <pc:docMkLst>
        <pc:docMk/>
      </pc:docMkLst>
      <pc:sldChg chg="modSp">
        <pc:chgData name="Gail M Godwin" userId="S::gail.godwin@umb.edu::b4e9705e-3fab-47a4-8955-a968c32a973e" providerId="AD" clId="Web-{BE5E6E93-D7C5-DD45-C0E7-136D5BA76300}" dt="2025-03-24T18:35:16.022" v="143" actId="1076"/>
        <pc:sldMkLst>
          <pc:docMk/>
          <pc:sldMk cId="109857222" sldId="256"/>
        </pc:sldMkLst>
        <pc:spChg chg="mod">
          <ac:chgData name="Gail M Godwin" userId="S::gail.godwin@umb.edu::b4e9705e-3fab-47a4-8955-a968c32a973e" providerId="AD" clId="Web-{BE5E6E93-D7C5-DD45-C0E7-136D5BA76300}" dt="2025-03-24T18:35:16.022" v="143" actId="1076"/>
          <ac:spMkLst>
            <pc:docMk/>
            <pc:sldMk cId="109857222" sldId="256"/>
            <ac:spMk id="2" creationId="{00000000-0000-0000-0000-000000000000}"/>
          </ac:spMkLst>
        </pc:spChg>
        <pc:spChg chg="mod">
          <ac:chgData name="Gail M Godwin" userId="S::gail.godwin@umb.edu::b4e9705e-3fab-47a4-8955-a968c32a973e" providerId="AD" clId="Web-{BE5E6E93-D7C5-DD45-C0E7-136D5BA76300}" dt="2025-03-24T18:35:11.412" v="142" actId="14100"/>
          <ac:spMkLst>
            <pc:docMk/>
            <pc:sldMk cId="109857222" sldId="256"/>
            <ac:spMk id="3" creationId="{00000000-0000-0000-0000-000000000000}"/>
          </ac:spMkLst>
        </pc:spChg>
      </pc:sldChg>
      <pc:sldChg chg="modSp del">
        <pc:chgData name="Gail M Godwin" userId="S::gail.godwin@umb.edu::b4e9705e-3fab-47a4-8955-a968c32a973e" providerId="AD" clId="Web-{BE5E6E93-D7C5-DD45-C0E7-136D5BA76300}" dt="2025-03-25T13:53:30.295" v="399"/>
        <pc:sldMkLst>
          <pc:docMk/>
          <pc:sldMk cId="4238309884" sldId="257"/>
        </pc:sldMkLst>
        <pc:spChg chg="mod">
          <ac:chgData name="Gail M Godwin" userId="S::gail.godwin@umb.edu::b4e9705e-3fab-47a4-8955-a968c32a973e" providerId="AD" clId="Web-{BE5E6E93-D7C5-DD45-C0E7-136D5BA76300}" dt="2025-03-25T13:51:54.214" v="381" actId="20577"/>
          <ac:spMkLst>
            <pc:docMk/>
            <pc:sldMk cId="4238309884" sldId="257"/>
            <ac:spMk id="3" creationId="{D371BD2C-C57C-A687-A400-63F86DD87E31}"/>
          </ac:spMkLst>
        </pc:spChg>
      </pc:sldChg>
      <pc:sldChg chg="modSp new ord">
        <pc:chgData name="Gail M Godwin" userId="S::gail.godwin@umb.edu::b4e9705e-3fab-47a4-8955-a968c32a973e" providerId="AD" clId="Web-{BE5E6E93-D7C5-DD45-C0E7-136D5BA76300}" dt="2025-03-25T13:32:07.161" v="346" actId="20577"/>
        <pc:sldMkLst>
          <pc:docMk/>
          <pc:sldMk cId="1184608710" sldId="258"/>
        </pc:sldMkLst>
        <pc:spChg chg="mod">
          <ac:chgData name="Gail M Godwin" userId="S::gail.godwin@umb.edu::b4e9705e-3fab-47a4-8955-a968c32a973e" providerId="AD" clId="Web-{BE5E6E93-D7C5-DD45-C0E7-136D5BA76300}" dt="2025-03-19T12:55:35.458" v="46" actId="20577"/>
          <ac:spMkLst>
            <pc:docMk/>
            <pc:sldMk cId="1184608710" sldId="258"/>
            <ac:spMk id="2" creationId="{1F0DCCF7-4A1C-F195-5956-F264C4B145A1}"/>
          </ac:spMkLst>
        </pc:spChg>
        <pc:spChg chg="mod">
          <ac:chgData name="Gail M Godwin" userId="S::gail.godwin@umb.edu::b4e9705e-3fab-47a4-8955-a968c32a973e" providerId="AD" clId="Web-{BE5E6E93-D7C5-DD45-C0E7-136D5BA76300}" dt="2025-03-25T13:32:07.161" v="346" actId="20577"/>
          <ac:spMkLst>
            <pc:docMk/>
            <pc:sldMk cId="1184608710" sldId="258"/>
            <ac:spMk id="3" creationId="{121D89B1-2A14-84CE-9366-D28176C9D016}"/>
          </ac:spMkLst>
        </pc:spChg>
      </pc:sldChg>
      <pc:sldChg chg="modSp new">
        <pc:chgData name="Gail M Godwin" userId="S::gail.godwin@umb.edu::b4e9705e-3fab-47a4-8955-a968c32a973e" providerId="AD" clId="Web-{BE5E6E93-D7C5-DD45-C0E7-136D5BA76300}" dt="2025-03-24T18:34:16.520" v="135" actId="20577"/>
        <pc:sldMkLst>
          <pc:docMk/>
          <pc:sldMk cId="2531574386" sldId="259"/>
        </pc:sldMkLst>
        <pc:spChg chg="mod">
          <ac:chgData name="Gail M Godwin" userId="S::gail.godwin@umb.edu::b4e9705e-3fab-47a4-8955-a968c32a973e" providerId="AD" clId="Web-{BE5E6E93-D7C5-DD45-C0E7-136D5BA76300}" dt="2025-03-24T18:33:47.473" v="126" actId="1076"/>
          <ac:spMkLst>
            <pc:docMk/>
            <pc:sldMk cId="2531574386" sldId="259"/>
            <ac:spMk id="2" creationId="{95994674-BA8A-86D1-F56F-0A5E4713F6F8}"/>
          </ac:spMkLst>
        </pc:spChg>
        <pc:spChg chg="mod">
          <ac:chgData name="Gail M Godwin" userId="S::gail.godwin@umb.edu::b4e9705e-3fab-47a4-8955-a968c32a973e" providerId="AD" clId="Web-{BE5E6E93-D7C5-DD45-C0E7-136D5BA76300}" dt="2025-03-24T18:34:16.520" v="135" actId="20577"/>
          <ac:spMkLst>
            <pc:docMk/>
            <pc:sldMk cId="2531574386" sldId="259"/>
            <ac:spMk id="3" creationId="{798FF39D-DB50-7423-1495-0360C44C4654}"/>
          </ac:spMkLst>
        </pc:spChg>
      </pc:sldChg>
      <pc:sldChg chg="modSp new">
        <pc:chgData name="Gail M Godwin" userId="S::gail.godwin@umb.edu::b4e9705e-3fab-47a4-8955-a968c32a973e" providerId="AD" clId="Web-{BE5E6E93-D7C5-DD45-C0E7-136D5BA76300}" dt="2025-03-24T18:35:02.162" v="141" actId="20577"/>
        <pc:sldMkLst>
          <pc:docMk/>
          <pc:sldMk cId="46564608" sldId="260"/>
        </pc:sldMkLst>
        <pc:spChg chg="mod">
          <ac:chgData name="Gail M Godwin" userId="S::gail.godwin@umb.edu::b4e9705e-3fab-47a4-8955-a968c32a973e" providerId="AD" clId="Web-{BE5E6E93-D7C5-DD45-C0E7-136D5BA76300}" dt="2025-03-24T18:34:53.428" v="139" actId="20577"/>
          <ac:spMkLst>
            <pc:docMk/>
            <pc:sldMk cId="46564608" sldId="260"/>
            <ac:spMk id="2" creationId="{A9066786-9065-6B6F-4AE3-A5CC7697C826}"/>
          </ac:spMkLst>
        </pc:spChg>
        <pc:spChg chg="mod">
          <ac:chgData name="Gail M Godwin" userId="S::gail.godwin@umb.edu::b4e9705e-3fab-47a4-8955-a968c32a973e" providerId="AD" clId="Web-{BE5E6E93-D7C5-DD45-C0E7-136D5BA76300}" dt="2025-03-24T18:35:02.162" v="141" actId="20577"/>
          <ac:spMkLst>
            <pc:docMk/>
            <pc:sldMk cId="46564608" sldId="260"/>
            <ac:spMk id="3" creationId="{97B63C5F-B8B9-82AE-15A3-4E48AEF310B5}"/>
          </ac:spMkLst>
        </pc:spChg>
      </pc:sldChg>
      <pc:sldChg chg="modSp new">
        <pc:chgData name="Gail M Godwin" userId="S::gail.godwin@umb.edu::b4e9705e-3fab-47a4-8955-a968c32a973e" providerId="AD" clId="Web-{BE5E6E93-D7C5-DD45-C0E7-136D5BA76300}" dt="2025-03-25T13:54:25.233" v="410" actId="20577"/>
        <pc:sldMkLst>
          <pc:docMk/>
          <pc:sldMk cId="2209774561" sldId="261"/>
        </pc:sldMkLst>
        <pc:spChg chg="mod">
          <ac:chgData name="Gail M Godwin" userId="S::gail.godwin@umb.edu::b4e9705e-3fab-47a4-8955-a968c32a973e" providerId="AD" clId="Web-{BE5E6E93-D7C5-DD45-C0E7-136D5BA76300}" dt="2025-03-25T13:49:01.648" v="366" actId="20577"/>
          <ac:spMkLst>
            <pc:docMk/>
            <pc:sldMk cId="2209774561" sldId="261"/>
            <ac:spMk id="2" creationId="{6F4953AA-638A-6609-1244-A894B1D0BA87}"/>
          </ac:spMkLst>
        </pc:spChg>
        <pc:spChg chg="mod">
          <ac:chgData name="Gail M Godwin" userId="S::gail.godwin@umb.edu::b4e9705e-3fab-47a4-8955-a968c32a973e" providerId="AD" clId="Web-{BE5E6E93-D7C5-DD45-C0E7-136D5BA76300}" dt="2025-03-25T13:54:25.233" v="410" actId="20577"/>
          <ac:spMkLst>
            <pc:docMk/>
            <pc:sldMk cId="2209774561" sldId="261"/>
            <ac:spMk id="3" creationId="{8489FB91-88D7-0E44-0CBA-5EB42EC33C18}"/>
          </ac:spMkLst>
        </pc:spChg>
      </pc:sldChg>
      <pc:sldChg chg="modSp new">
        <pc:chgData name="Gail M Godwin" userId="S::gail.godwin@umb.edu::b4e9705e-3fab-47a4-8955-a968c32a973e" providerId="AD" clId="Web-{BE5E6E93-D7C5-DD45-C0E7-136D5BA76300}" dt="2025-03-25T13:53:06.028" v="395" actId="20577"/>
        <pc:sldMkLst>
          <pc:docMk/>
          <pc:sldMk cId="899157031" sldId="262"/>
        </pc:sldMkLst>
        <pc:spChg chg="mod">
          <ac:chgData name="Gail M Godwin" userId="S::gail.godwin@umb.edu::b4e9705e-3fab-47a4-8955-a968c32a973e" providerId="AD" clId="Web-{BE5E6E93-D7C5-DD45-C0E7-136D5BA76300}" dt="2025-03-25T13:50:22.072" v="380" actId="20577"/>
          <ac:spMkLst>
            <pc:docMk/>
            <pc:sldMk cId="899157031" sldId="262"/>
            <ac:spMk id="2" creationId="{BE29206E-DE54-05B6-ECCA-9AF18121433F}"/>
          </ac:spMkLst>
        </pc:spChg>
        <pc:spChg chg="mod">
          <ac:chgData name="Gail M Godwin" userId="S::gail.godwin@umb.edu::b4e9705e-3fab-47a4-8955-a968c32a973e" providerId="AD" clId="Web-{BE5E6E93-D7C5-DD45-C0E7-136D5BA76300}" dt="2025-03-25T13:53:06.028" v="395" actId="20577"/>
          <ac:spMkLst>
            <pc:docMk/>
            <pc:sldMk cId="899157031" sldId="262"/>
            <ac:spMk id="3" creationId="{B4A007DB-809E-4C77-B8C4-5414AF4A145C}"/>
          </ac:spMkLst>
        </pc:spChg>
      </pc:sldChg>
    </pc:docChg>
  </pc:docChgLst>
  <pc:docChgLst>
    <pc:chgData name="Gail M Godwin" userId="S::gail.godwin@umb.edu::b4e9705e-3fab-47a4-8955-a968c32a973e" providerId="AD" clId="Web-{1EA259FD-92A1-F931-B63E-1C3B5D0EFFCA}"/>
    <pc:docChg chg="addSld modSld">
      <pc:chgData name="Gail M Godwin" userId="S::gail.godwin@umb.edu::b4e9705e-3fab-47a4-8955-a968c32a973e" providerId="AD" clId="Web-{1EA259FD-92A1-F931-B63E-1C3B5D0EFFCA}" dt="2025-03-17T11:58:09.061" v="131" actId="20577"/>
      <pc:docMkLst>
        <pc:docMk/>
      </pc:docMkLst>
      <pc:sldChg chg="modSp new">
        <pc:chgData name="Gail M Godwin" userId="S::gail.godwin@umb.edu::b4e9705e-3fab-47a4-8955-a968c32a973e" providerId="AD" clId="Web-{1EA259FD-92A1-F931-B63E-1C3B5D0EFFCA}" dt="2025-03-17T11:58:09.061" v="131" actId="20577"/>
        <pc:sldMkLst>
          <pc:docMk/>
          <pc:sldMk cId="4238309884" sldId="257"/>
        </pc:sldMkLst>
        <pc:spChg chg="mod">
          <ac:chgData name="Gail M Godwin" userId="S::gail.godwin@umb.edu::b4e9705e-3fab-47a4-8955-a968c32a973e" providerId="AD" clId="Web-{1EA259FD-92A1-F931-B63E-1C3B5D0EFFCA}" dt="2025-03-17T11:58:09.061" v="131" actId="20577"/>
          <ac:spMkLst>
            <pc:docMk/>
            <pc:sldMk cId="4238309884" sldId="257"/>
            <ac:spMk id="2" creationId="{A8C22CA5-AA84-F8C5-ACE3-71F8B7008310}"/>
          </ac:spMkLst>
        </pc:spChg>
        <pc:spChg chg="mod">
          <ac:chgData name="Gail M Godwin" userId="S::gail.godwin@umb.edu::b4e9705e-3fab-47a4-8955-a968c32a973e" providerId="AD" clId="Web-{1EA259FD-92A1-F931-B63E-1C3B5D0EFFCA}" dt="2025-03-15T19:56:51.621" v="117" actId="20577"/>
          <ac:spMkLst>
            <pc:docMk/>
            <pc:sldMk cId="4238309884" sldId="257"/>
            <ac:spMk id="3" creationId="{D371BD2C-C57C-A687-A400-63F86DD87E31}"/>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5/4/2025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5/4/2025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5/4/2025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5/4/2025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5/4/2025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5/4/2025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dol.gov/agencies/odep/program-areas/integrated-employment" TargetMode="External"/><Relationship Id="rId2" Type="http://schemas.openxmlformats.org/officeDocument/2006/relationships/hyperlink" Target="https://www.dol.gov/agencies/odep/initiatives/employment-first" TargetMode="External"/><Relationship Id="rId1" Type="http://schemas.openxmlformats.org/officeDocument/2006/relationships/slideLayout" Target="../slideLayouts/slideLayout7.xml"/><Relationship Id="rId4" Type="http://schemas.openxmlformats.org/officeDocument/2006/relationships/hyperlink" Target="https://publications.ici.umn.edu/impact/37-2/cover"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hbr.org/2023/07/disability-as-a-source-of-competitive-advantage" TargetMode="External"/><Relationship Id="rId2" Type="http://schemas.openxmlformats.org/officeDocument/2006/relationships/hyperlink" Target="https://case.edu/provost/sites/default/files/2022-09/Aichner%20%20-%20Brian%20Gran.pdf" TargetMode="External"/><Relationship Id="rId1" Type="http://schemas.openxmlformats.org/officeDocument/2006/relationships/slideLayout" Target="../slideLayouts/slideLayout2.xml"/><Relationship Id="rId6" Type="http://schemas.openxmlformats.org/officeDocument/2006/relationships/hyperlink" Target="https://www.sba.gov/blog/supporting-entrepreneurs-workers-disabilities" TargetMode="External"/><Relationship Id="rId5" Type="http://schemas.openxmlformats.org/officeDocument/2006/relationships/hyperlink" Target="https://www.dol.gov/agencies/odep/publications/success-stories" TargetMode="External"/><Relationship Id="rId4" Type="http://schemas.openxmlformats.org/officeDocument/2006/relationships/hyperlink" Target="https://www.forbes.com/councils/forbesbusinesscouncil/2021/12/03/seven-reasons-why-hiring-people-with-disabilities-is-good-for-business/"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leadcenter.org/" TargetMode="External"/><Relationship Id="rId2" Type="http://schemas.openxmlformats.org/officeDocument/2006/relationships/hyperlink" Target="https://inclusion-international.org/key-issue/employment/" TargetMode="External"/><Relationship Id="rId1" Type="http://schemas.openxmlformats.org/officeDocument/2006/relationships/slideLayout" Target="../slideLayouts/slideLayout2.xml"/><Relationship Id="rId5" Type="http://schemas.openxmlformats.org/officeDocument/2006/relationships/hyperlink" Target="https://www.communityinclusion.org/" TargetMode="External"/><Relationship Id="rId4" Type="http://schemas.openxmlformats.org/officeDocument/2006/relationships/hyperlink" Target="https://apse.org/"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inclusion-international.org/resource/inclusive-workplaces-toolkit/" TargetMode="External"/><Relationship Id="rId2" Type="http://schemas.openxmlformats.org/officeDocument/2006/relationships/hyperlink" Target="https://disabilityin.org/who-we-are/about/"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41911"/>
            <a:ext cx="9144000" cy="2387600"/>
          </a:xfrm>
        </p:spPr>
        <p:txBody>
          <a:bodyPr/>
          <a:lstStyle/>
          <a:p>
            <a:r>
              <a:rPr lang="en-US" dirty="0"/>
              <a:t>Strategic Integrated Supports, Inc.</a:t>
            </a:r>
          </a:p>
        </p:txBody>
      </p:sp>
      <p:sp>
        <p:nvSpPr>
          <p:cNvPr id="3" name="Subtitle 2"/>
          <p:cNvSpPr>
            <a:spLocks noGrp="1"/>
          </p:cNvSpPr>
          <p:nvPr>
            <p:ph type="subTitle" idx="1"/>
          </p:nvPr>
        </p:nvSpPr>
        <p:spPr>
          <a:xfrm>
            <a:off x="1524000" y="3983037"/>
            <a:ext cx="9144000" cy="1274763"/>
          </a:xfrm>
        </p:spPr>
        <p:txBody>
          <a:bodyPr vert="horz" lIns="91440" tIns="45720" rIns="91440" bIns="45720" rtlCol="0" anchor="t">
            <a:normAutofit/>
          </a:bodyPr>
          <a:lstStyle/>
          <a:p>
            <a:r>
              <a:rPr lang="en-US" dirty="0"/>
              <a:t>On People with Disabilities and Employment</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94674-BA8A-86D1-F56F-0A5E4713F6F8}"/>
              </a:ext>
            </a:extLst>
          </p:cNvPr>
          <p:cNvSpPr>
            <a:spLocks noGrp="1"/>
          </p:cNvSpPr>
          <p:nvPr>
            <p:ph type="title"/>
          </p:nvPr>
        </p:nvSpPr>
        <p:spPr>
          <a:xfrm>
            <a:off x="530942" y="193061"/>
            <a:ext cx="10515600" cy="1325563"/>
          </a:xfrm>
        </p:spPr>
        <p:txBody>
          <a:bodyPr/>
          <a:lstStyle/>
          <a:p>
            <a:r>
              <a:rPr lang="en-US" dirty="0"/>
              <a:t>Mission</a:t>
            </a:r>
          </a:p>
        </p:txBody>
      </p:sp>
      <p:sp>
        <p:nvSpPr>
          <p:cNvPr id="3" name="Content Placeholder 2">
            <a:extLst>
              <a:ext uri="{FF2B5EF4-FFF2-40B4-BE49-F238E27FC236}">
                <a16:creationId xmlns:a16="http://schemas.microsoft.com/office/drawing/2014/main" id="{798FF39D-DB50-7423-1495-0360C44C4654}"/>
              </a:ext>
            </a:extLst>
          </p:cNvPr>
          <p:cNvSpPr>
            <a:spLocks noGrp="1"/>
          </p:cNvSpPr>
          <p:nvPr>
            <p:ph idx="1"/>
          </p:nvPr>
        </p:nvSpPr>
        <p:spPr>
          <a:xfrm>
            <a:off x="838200" y="1254125"/>
            <a:ext cx="10515600" cy="5260821"/>
          </a:xfrm>
        </p:spPr>
        <p:txBody>
          <a:bodyPr vert="horz" lIns="91440" tIns="45720" rIns="91440" bIns="45720" rtlCol="0" anchor="t">
            <a:normAutofit lnSpcReduction="10000"/>
          </a:bodyPr>
          <a:lstStyle/>
          <a:p>
            <a:r>
              <a:rPr lang="en-US" sz="2400" dirty="0">
                <a:solidFill>
                  <a:srgbClr val="434856"/>
                </a:solidFill>
                <a:latin typeface="Roboto"/>
                <a:ea typeface="Roboto"/>
                <a:cs typeface="Roboto"/>
              </a:rPr>
              <a:t>Standard Integrated Supports, Inc. is dedicated to enhancing the abilities of individuals with intellectual and developmental disabilities, chronic illness or medical condition, aging adults, or other individuals with special needs by promoting and protecting their human rights, and actively supporting their full inclusion in decision-making and participation in the community throughout their lifespan.</a:t>
            </a:r>
          </a:p>
          <a:p>
            <a:endParaRPr lang="en-US" dirty="0">
              <a:solidFill>
                <a:srgbClr val="434856"/>
              </a:solidFill>
              <a:latin typeface="Roboto"/>
              <a:ea typeface="Roboto"/>
              <a:cs typeface="Roboto"/>
            </a:endParaRPr>
          </a:p>
          <a:p>
            <a:pPr marL="0" indent="0">
              <a:buNone/>
            </a:pPr>
            <a:r>
              <a:rPr lang="en-US" dirty="0">
                <a:solidFill>
                  <a:srgbClr val="434856"/>
                </a:solidFill>
                <a:latin typeface="Roboto"/>
                <a:ea typeface="Roboto"/>
                <a:cs typeface="Roboto"/>
              </a:rPr>
              <a:t>Vision</a:t>
            </a:r>
          </a:p>
          <a:p>
            <a:r>
              <a:rPr lang="en-US" sz="2400" dirty="0">
                <a:solidFill>
                  <a:srgbClr val="434856"/>
                </a:solidFill>
                <a:latin typeface="Roboto"/>
                <a:ea typeface="Roboto"/>
                <a:cs typeface="Roboto"/>
              </a:rPr>
              <a:t>The founders of Standard Integrated Supports, Inc. believed that individuals with medical conditions, special needs, or disabilities can reach their maximum potentials given the proper supports. Each individual has the same basic rights as any other non-disabled or non-medically compromised individual. To this end, SIS, Inc. will equip individuals with information, so they can be afforded the opportunity to make informed decisions about every aspect of their care.</a:t>
            </a:r>
          </a:p>
        </p:txBody>
      </p:sp>
    </p:spTree>
    <p:extLst>
      <p:ext uri="{BB962C8B-B14F-4D97-AF65-F5344CB8AC3E}">
        <p14:creationId xmlns:p14="http://schemas.microsoft.com/office/powerpoint/2010/main" val="25315743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66786-9065-6B6F-4AE3-A5CC7697C826}"/>
              </a:ext>
            </a:extLst>
          </p:cNvPr>
          <p:cNvSpPr>
            <a:spLocks noGrp="1"/>
          </p:cNvSpPr>
          <p:nvPr>
            <p:ph type="title"/>
          </p:nvPr>
        </p:nvSpPr>
        <p:spPr/>
        <p:txBody>
          <a:bodyPr/>
          <a:lstStyle/>
          <a:p>
            <a:r>
              <a:rPr lang="en-US" dirty="0"/>
              <a:t>Values</a:t>
            </a:r>
          </a:p>
        </p:txBody>
      </p:sp>
      <p:sp>
        <p:nvSpPr>
          <p:cNvPr id="3" name="Content Placeholder 2">
            <a:extLst>
              <a:ext uri="{FF2B5EF4-FFF2-40B4-BE49-F238E27FC236}">
                <a16:creationId xmlns:a16="http://schemas.microsoft.com/office/drawing/2014/main" id="{97B63C5F-B8B9-82AE-15A3-4E48AEF310B5}"/>
              </a:ext>
            </a:extLst>
          </p:cNvPr>
          <p:cNvSpPr>
            <a:spLocks noGrp="1"/>
          </p:cNvSpPr>
          <p:nvPr>
            <p:ph idx="1"/>
          </p:nvPr>
        </p:nvSpPr>
        <p:spPr/>
        <p:txBody>
          <a:bodyPr vert="horz" lIns="91440" tIns="45720" rIns="91440" bIns="45720" rtlCol="0" anchor="t">
            <a:normAutofit/>
          </a:bodyPr>
          <a:lstStyle/>
          <a:p>
            <a:r>
              <a:rPr lang="en-US" dirty="0">
                <a:solidFill>
                  <a:srgbClr val="434856"/>
                </a:solidFill>
                <a:latin typeface="Roboto"/>
                <a:ea typeface="Roboto"/>
                <a:cs typeface="Roboto"/>
              </a:rPr>
              <a:t>The administrators of </a:t>
            </a:r>
            <a:r>
              <a:rPr lang="en-US" b="1" dirty="0">
                <a:solidFill>
                  <a:srgbClr val="434856"/>
                </a:solidFill>
                <a:latin typeface="Roboto"/>
                <a:ea typeface="Roboto"/>
                <a:cs typeface="Roboto"/>
              </a:rPr>
              <a:t>Standard Integrated Supports, Inc.</a:t>
            </a:r>
            <a:r>
              <a:rPr lang="en-US" dirty="0">
                <a:solidFill>
                  <a:srgbClr val="434856"/>
                </a:solidFill>
                <a:latin typeface="Roboto"/>
                <a:ea typeface="Roboto"/>
                <a:cs typeface="Roboto"/>
              </a:rPr>
              <a:t>, as a part of the leadership and management efforts to build a company of like-minded persons to ensure that the best quality of care and services are provided to the individuals served, have adopted a list of values to help develop a clearer sense of what’s most important to successfully fulfill the company goals.</a:t>
            </a:r>
            <a:endParaRPr lang="en-US" dirty="0"/>
          </a:p>
        </p:txBody>
      </p:sp>
    </p:spTree>
    <p:extLst>
      <p:ext uri="{BB962C8B-B14F-4D97-AF65-F5344CB8AC3E}">
        <p14:creationId xmlns:p14="http://schemas.microsoft.com/office/powerpoint/2010/main" val="465646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DCCF7-4A1C-F195-5956-F264C4B145A1}"/>
              </a:ext>
            </a:extLst>
          </p:cNvPr>
          <p:cNvSpPr>
            <a:spLocks noGrp="1"/>
          </p:cNvSpPr>
          <p:nvPr>
            <p:ph type="title"/>
          </p:nvPr>
        </p:nvSpPr>
        <p:spPr/>
        <p:txBody>
          <a:bodyPr/>
          <a:lstStyle/>
          <a:p>
            <a:r>
              <a:rPr lang="en-US" dirty="0"/>
              <a:t>Strategic Integrated Supports, Inc.</a:t>
            </a:r>
          </a:p>
        </p:txBody>
      </p:sp>
      <p:sp>
        <p:nvSpPr>
          <p:cNvPr id="3" name="Content Placeholder 2">
            <a:extLst>
              <a:ext uri="{FF2B5EF4-FFF2-40B4-BE49-F238E27FC236}">
                <a16:creationId xmlns:a16="http://schemas.microsoft.com/office/drawing/2014/main" id="{121D89B1-2A14-84CE-9366-D28176C9D016}"/>
              </a:ext>
            </a:extLst>
          </p:cNvPr>
          <p:cNvSpPr>
            <a:spLocks noGrp="1"/>
          </p:cNvSpPr>
          <p:nvPr>
            <p:ph idx="1"/>
          </p:nvPr>
        </p:nvSpPr>
        <p:spPr/>
        <p:txBody>
          <a:bodyPr vert="horz" lIns="91440" tIns="45720" rIns="91440" bIns="45720" rtlCol="0" anchor="t">
            <a:normAutofit/>
          </a:bodyPr>
          <a:lstStyle/>
          <a:p>
            <a:r>
              <a:rPr lang="en-US"/>
              <a:t>Introduction Strategic Integrated Supports, Inc. on a more personal and concrete level ~ how does SIS enact their mission, vision and values.</a:t>
            </a:r>
          </a:p>
          <a:p>
            <a:pPr lvl="1">
              <a:buFont typeface="Courier New" panose="020B0604020202020204" pitchFamily="34" charset="0"/>
              <a:buChar char="o"/>
            </a:pPr>
            <a:r>
              <a:rPr lang="en-US" dirty="0"/>
              <a:t>Experience, years working for people with disabilities</a:t>
            </a:r>
          </a:p>
          <a:p>
            <a:pPr lvl="1">
              <a:buFont typeface="Courier New" panose="020B0604020202020204" pitchFamily="34" charset="0"/>
              <a:buChar char="o"/>
            </a:pPr>
            <a:r>
              <a:rPr lang="en-US" dirty="0"/>
              <a:t>Specific to employment</a:t>
            </a:r>
          </a:p>
          <a:p>
            <a:pPr lvl="2"/>
            <a:r>
              <a:rPr lang="en-US" dirty="0"/>
              <a:t>How people work ~ </a:t>
            </a:r>
          </a:p>
          <a:p>
            <a:pPr lvl="3"/>
            <a:r>
              <a:rPr lang="en-US" dirty="0"/>
              <a:t>Autonomously</a:t>
            </a:r>
          </a:p>
          <a:p>
            <a:pPr lvl="3"/>
            <a:r>
              <a:rPr lang="en-US" dirty="0"/>
              <a:t>Accommodations</a:t>
            </a:r>
            <a:r>
              <a:rPr lang="en-US" sz="1800" dirty="0"/>
              <a:t> (team, person, coach, workplace, DDA, DORS</a:t>
            </a:r>
            <a:endParaRPr lang="en-US" dirty="0"/>
          </a:p>
          <a:p>
            <a:pPr lvl="4">
              <a:buFont typeface="Courier New" panose="020B0604020202020204" pitchFamily="34" charset="0"/>
              <a:buChar char="o"/>
            </a:pPr>
            <a:r>
              <a:rPr lang="en-US"/>
              <a:t>Job Coaches (DDA, DORS)</a:t>
            </a:r>
          </a:p>
          <a:p>
            <a:pPr lvl="4">
              <a:buFont typeface="Courier New" panose="020B0604020202020204" pitchFamily="34" charset="0"/>
              <a:buChar char="o"/>
            </a:pPr>
            <a:r>
              <a:rPr lang="en-US"/>
              <a:t>Co-worker supports (DDA)</a:t>
            </a:r>
            <a:endParaRPr lang="en-US" dirty="0"/>
          </a:p>
          <a:p>
            <a:pPr lvl="4">
              <a:buFont typeface="Courier New" panose="020B0604020202020204" pitchFamily="34" charset="0"/>
              <a:buChar char="o"/>
            </a:pPr>
            <a:r>
              <a:rPr lang="en-US"/>
              <a:t>Technology (DDA, DORS)</a:t>
            </a:r>
            <a:endParaRPr lang="en-US" dirty="0"/>
          </a:p>
          <a:p>
            <a:pPr lvl="1">
              <a:buFont typeface="Courier New" panose="020B0604020202020204" pitchFamily="34" charset="0"/>
              <a:buChar char="o"/>
            </a:pPr>
            <a:r>
              <a:rPr lang="en-US" dirty="0"/>
              <a:t>Anything else</a:t>
            </a:r>
          </a:p>
        </p:txBody>
      </p:sp>
    </p:spTree>
    <p:extLst>
      <p:ext uri="{BB962C8B-B14F-4D97-AF65-F5344CB8AC3E}">
        <p14:creationId xmlns:p14="http://schemas.microsoft.com/office/powerpoint/2010/main" val="11846087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B9BE40E-5902-654E-DBA8-C142CCEF4CE3}"/>
              </a:ext>
            </a:extLst>
          </p:cNvPr>
          <p:cNvSpPr txBox="1"/>
          <p:nvPr/>
        </p:nvSpPr>
        <p:spPr>
          <a:xfrm>
            <a:off x="333828" y="206828"/>
            <a:ext cx="11637735" cy="68018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dirty="0">
                <a:latin typeface="Verdana"/>
                <a:ea typeface="Verdana"/>
              </a:rPr>
              <a:t>Maryland ~ An Employment First State</a:t>
            </a:r>
          </a:p>
          <a:p>
            <a:endParaRPr lang="en-US"/>
          </a:p>
          <a:p>
            <a:pPr marL="228600" indent="-228600">
              <a:buFont typeface=""/>
              <a:buChar char="•"/>
            </a:pPr>
            <a:r>
              <a:rPr lang="en-US" sz="2400" dirty="0">
                <a:solidFill>
                  <a:srgbClr val="073763"/>
                </a:solidFill>
                <a:latin typeface="Verdana"/>
                <a:ea typeface="Verdana"/>
              </a:rPr>
              <a:t>Maryland is an </a:t>
            </a:r>
            <a:r>
              <a:rPr lang="en-US" sz="2400" u="sng" dirty="0">
                <a:solidFill>
                  <a:srgbClr val="0097A7"/>
                </a:solidFill>
                <a:latin typeface="Verdana"/>
                <a:ea typeface="Verdana"/>
                <a:hlinkClick r:id="rId2"/>
              </a:rPr>
              <a:t>Employment First State</a:t>
            </a:r>
            <a:r>
              <a:rPr lang="en-US" sz="2400" dirty="0">
                <a:solidFill>
                  <a:srgbClr val="073763"/>
                </a:solidFill>
                <a:latin typeface="Verdana"/>
                <a:ea typeface="Verdana"/>
              </a:rPr>
              <a:t> ~ Department of Labor</a:t>
            </a:r>
          </a:p>
          <a:p>
            <a:pPr marL="685800" lvl="2" indent="-228600">
              <a:buFont typeface="Wingdings"/>
              <a:buChar char="§"/>
            </a:pPr>
            <a:r>
              <a:rPr lang="en-US" sz="2400" dirty="0">
                <a:solidFill>
                  <a:srgbClr val="073763"/>
                </a:solidFill>
                <a:latin typeface="Verdana"/>
                <a:ea typeface="Verdana"/>
              </a:rPr>
              <a:t>Employment First is a national systems-change framework centered on the premise that all individuals, including those individuals with the most significant disabilities, are capable of full participation in</a:t>
            </a:r>
            <a:r>
              <a:rPr lang="en-US" sz="2400" dirty="0">
                <a:solidFill>
                  <a:srgbClr val="212121"/>
                </a:solidFill>
                <a:latin typeface="Verdana"/>
                <a:ea typeface="Verdana"/>
              </a:rPr>
              <a:t> </a:t>
            </a:r>
            <a:r>
              <a:rPr lang="en-US" sz="2400" u="sng" dirty="0">
                <a:solidFill>
                  <a:srgbClr val="981B1E"/>
                </a:solidFill>
                <a:latin typeface="Verdana"/>
                <a:ea typeface="Verdana"/>
                <a:hlinkClick r:id="rId3"/>
              </a:rPr>
              <a:t>Competitive Integrated Employment (CIE)</a:t>
            </a:r>
            <a:r>
              <a:rPr lang="en-US" sz="2400" dirty="0">
                <a:solidFill>
                  <a:srgbClr val="212121"/>
                </a:solidFill>
                <a:latin typeface="Verdana"/>
                <a:ea typeface="Verdana"/>
              </a:rPr>
              <a:t> </a:t>
            </a:r>
            <a:r>
              <a:rPr lang="en-US" sz="2400" dirty="0">
                <a:solidFill>
                  <a:srgbClr val="073763"/>
                </a:solidFill>
                <a:latin typeface="Verdana"/>
                <a:ea typeface="Verdana"/>
              </a:rPr>
              <a:t>and community life. Under this approach, publicly financed systems are urged to align policies, regulatory guidance, and reimbursement structures to commit to CIE as the priority goal of day and employment services for youth and adults with significant disabilities.</a:t>
            </a:r>
          </a:p>
          <a:p>
            <a:pPr marL="685800" lvl="2" indent="-228600">
              <a:buFont typeface="Wingdings"/>
              <a:buChar char="§"/>
            </a:pPr>
            <a:r>
              <a:rPr lang="en-US" sz="2400" dirty="0">
                <a:solidFill>
                  <a:srgbClr val="073763"/>
                </a:solidFill>
                <a:latin typeface="Verdana"/>
                <a:ea typeface="Verdana"/>
              </a:rPr>
              <a:t>Many states have formally committed to the Employment First framework through official executive proclamation or formal legislative action.</a:t>
            </a:r>
          </a:p>
          <a:p>
            <a:pPr marL="457200" lvl="2"/>
            <a:endParaRPr lang="en-US" sz="2400" dirty="0">
              <a:solidFill>
                <a:srgbClr val="073763"/>
              </a:solidFill>
              <a:latin typeface="Verdana"/>
              <a:ea typeface="Verdana"/>
            </a:endParaRPr>
          </a:p>
          <a:p>
            <a:pPr marL="228600" indent="-228600">
              <a:buFont typeface=""/>
              <a:buChar char="•"/>
            </a:pPr>
            <a:r>
              <a:rPr lang="en-US" sz="2400" u="sng" dirty="0">
                <a:solidFill>
                  <a:srgbClr val="0097A7"/>
                </a:solidFill>
                <a:latin typeface="Verdana"/>
                <a:ea typeface="Verdana"/>
                <a:hlinkClick r:id="rId4">
                  <a:extLst>
                    <a:ext uri="{A12FA001-AC4F-418D-AE19-62706E023703}">
                      <ahyp:hlinkClr xmlns:ahyp="http://schemas.microsoft.com/office/drawing/2018/hyperlinkcolor" val="tx"/>
                    </a:ext>
                  </a:extLst>
                </a:hlinkClick>
              </a:rPr>
              <a:t>IMPACT Magazine</a:t>
            </a:r>
          </a:p>
          <a:p>
            <a:pPr algn="r"/>
            <a:br>
              <a:rPr lang="en-US" dirty="0"/>
            </a:br>
            <a:br>
              <a:rPr lang="en-US" dirty="0"/>
            </a:br>
            <a:endParaRPr lang="en-US"/>
          </a:p>
        </p:txBody>
      </p:sp>
    </p:spTree>
    <p:extLst>
      <p:ext uri="{BB962C8B-B14F-4D97-AF65-F5344CB8AC3E}">
        <p14:creationId xmlns:p14="http://schemas.microsoft.com/office/powerpoint/2010/main" val="3792896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9206E-DE54-05B6-ECCA-9AF18121433F}"/>
              </a:ext>
            </a:extLst>
          </p:cNvPr>
          <p:cNvSpPr>
            <a:spLocks noGrp="1"/>
          </p:cNvSpPr>
          <p:nvPr>
            <p:ph type="title"/>
          </p:nvPr>
        </p:nvSpPr>
        <p:spPr/>
        <p:txBody>
          <a:bodyPr/>
          <a:lstStyle/>
          <a:p>
            <a:r>
              <a:rPr lang="en-US" dirty="0"/>
              <a:t>The reasons and benefits are infinite</a:t>
            </a:r>
          </a:p>
        </p:txBody>
      </p:sp>
      <p:sp>
        <p:nvSpPr>
          <p:cNvPr id="3" name="Content Placeholder 2">
            <a:extLst>
              <a:ext uri="{FF2B5EF4-FFF2-40B4-BE49-F238E27FC236}">
                <a16:creationId xmlns:a16="http://schemas.microsoft.com/office/drawing/2014/main" id="{B4A007DB-809E-4C77-B8C4-5414AF4A145C}"/>
              </a:ext>
            </a:extLst>
          </p:cNvPr>
          <p:cNvSpPr>
            <a:spLocks noGrp="1"/>
          </p:cNvSpPr>
          <p:nvPr>
            <p:ph idx="1"/>
          </p:nvPr>
        </p:nvSpPr>
        <p:spPr>
          <a:xfrm>
            <a:off x="469491" y="1611509"/>
            <a:ext cx="11154696" cy="4892112"/>
          </a:xfrm>
        </p:spPr>
        <p:txBody>
          <a:bodyPr vert="horz" lIns="91440" tIns="45720" rIns="91440" bIns="45720" rtlCol="0" anchor="t">
            <a:noAutofit/>
          </a:bodyPr>
          <a:lstStyle/>
          <a:p>
            <a:r>
              <a:rPr lang="en-US" sz="2200" dirty="0">
                <a:solidFill>
                  <a:srgbClr val="282828"/>
                </a:solidFill>
              </a:rPr>
              <a:t>The Economic Argument for hiring people with disabilities</a:t>
            </a:r>
            <a:endParaRPr lang="en-US" sz="2200"/>
          </a:p>
          <a:p>
            <a:pPr lvl="1">
              <a:buFont typeface="Courier New,monospace" panose="020B0604020202020204" pitchFamily="34" charset="0"/>
              <a:buChar char="o"/>
            </a:pPr>
            <a:r>
              <a:rPr lang="en-US" sz="2200" dirty="0">
                <a:solidFill>
                  <a:srgbClr val="0070C0"/>
                </a:solidFill>
                <a:hlinkClick r:id="rId2">
                  <a:extLst>
                    <a:ext uri="{A12FA001-AC4F-418D-AE19-62706E023703}">
                      <ahyp:hlinkClr xmlns:ahyp="http://schemas.microsoft.com/office/drawing/2018/hyperlinkcolor" val="tx"/>
                    </a:ext>
                  </a:extLst>
                </a:hlinkClick>
              </a:rPr>
              <a:t>https://case.edu/provost/sites/default/files/2022-09/Aichner%20%20-%20Brian%20Gran.pdf</a:t>
            </a:r>
            <a:endParaRPr lang="en-US" sz="2200" dirty="0">
              <a:solidFill>
                <a:srgbClr val="0070C0"/>
              </a:solidFill>
            </a:endParaRPr>
          </a:p>
          <a:p>
            <a:pPr>
              <a:buFont typeface="Courier New,monospace" panose="020B0604020202020204" pitchFamily="34" charset="0"/>
              <a:buChar char="o"/>
            </a:pPr>
            <a:r>
              <a:rPr lang="en-US" sz="2200" dirty="0">
                <a:solidFill>
                  <a:srgbClr val="282828"/>
                </a:solidFill>
              </a:rPr>
              <a:t>Disability as a Source of Competitive Advantage ~ Harvard Review</a:t>
            </a:r>
            <a:endParaRPr lang="en-US" sz="2200"/>
          </a:p>
          <a:p>
            <a:pPr lvl="1">
              <a:buFont typeface="Courier New,monospace" panose="020B0604020202020204" pitchFamily="34" charset="0"/>
              <a:buChar char="o"/>
            </a:pPr>
            <a:r>
              <a:rPr lang="en-US" sz="2200" dirty="0">
                <a:solidFill>
                  <a:srgbClr val="0070C0"/>
                </a:solidFill>
                <a:hlinkClick r:id="rId3">
                  <a:extLst>
                    <a:ext uri="{A12FA001-AC4F-418D-AE19-62706E023703}">
                      <ahyp:hlinkClr xmlns:ahyp="http://schemas.microsoft.com/office/drawing/2018/hyperlinkcolor" val="tx"/>
                    </a:ext>
                  </a:extLst>
                </a:hlinkClick>
              </a:rPr>
              <a:t>https://hbr.org/2023/07/disability-as-a-source-of-competitive-advantage</a:t>
            </a:r>
            <a:endParaRPr lang="en-US" sz="2200" dirty="0">
              <a:solidFill>
                <a:srgbClr val="0070C0"/>
              </a:solidFill>
            </a:endParaRPr>
          </a:p>
          <a:p>
            <a:pPr>
              <a:buFont typeface="Courier New,monospace" panose="020B0604020202020204" pitchFamily="34" charset="0"/>
              <a:buChar char="o"/>
            </a:pPr>
            <a:r>
              <a:rPr lang="en-US" sz="2200" dirty="0">
                <a:solidFill>
                  <a:srgbClr val="333333"/>
                </a:solidFill>
              </a:rPr>
              <a:t>Seven Reasons Why Hiring People With Disabilities Is Good For Business - Forbes</a:t>
            </a:r>
            <a:endParaRPr lang="en-US" sz="2200"/>
          </a:p>
          <a:p>
            <a:pPr lvl="1">
              <a:buFont typeface="Courier New,monospace" panose="020B0604020202020204" pitchFamily="34" charset="0"/>
              <a:buChar char="o"/>
            </a:pPr>
            <a:r>
              <a:rPr lang="en-US" sz="2200" dirty="0">
                <a:solidFill>
                  <a:srgbClr val="0070C0"/>
                </a:solidFill>
                <a:hlinkClick r:id="rId4">
                  <a:extLst>
                    <a:ext uri="{A12FA001-AC4F-418D-AE19-62706E023703}">
                      <ahyp:hlinkClr xmlns:ahyp="http://schemas.microsoft.com/office/drawing/2018/hyperlinkcolor" val="tx"/>
                    </a:ext>
                  </a:extLst>
                </a:hlinkClick>
              </a:rPr>
              <a:t>https://www.forbes.com/councils/forbesbusinesscouncil/2021/12/03/seven-reasons-why-hiring-people-with-disabilities-is-good-for-business/</a:t>
            </a:r>
            <a:r>
              <a:rPr lang="en-US" sz="2200" dirty="0">
                <a:solidFill>
                  <a:srgbClr val="0070C0"/>
                </a:solidFill>
              </a:rPr>
              <a:t> </a:t>
            </a:r>
          </a:p>
          <a:p>
            <a:r>
              <a:rPr lang="en-US" sz="2200" dirty="0">
                <a:solidFill>
                  <a:srgbClr val="282828"/>
                </a:solidFill>
              </a:rPr>
              <a:t>US Department of Labor Office of Disability Employment Policy</a:t>
            </a:r>
            <a:endParaRPr lang="en-US" sz="2200" dirty="0">
              <a:solidFill>
                <a:srgbClr val="0070C0"/>
              </a:solidFill>
            </a:endParaRPr>
          </a:p>
          <a:p>
            <a:pPr lvl="1">
              <a:buFont typeface="Courier New,monospace" panose="020B0604020202020204" pitchFamily="34" charset="0"/>
              <a:buChar char="o"/>
            </a:pPr>
            <a:r>
              <a:rPr lang="en-US" sz="1800" dirty="0">
                <a:solidFill>
                  <a:srgbClr val="0070C0"/>
                </a:solidFill>
                <a:ea typeface="+mn-lt"/>
                <a:cs typeface="+mn-lt"/>
                <a:hlinkClick r:id="rId5"/>
              </a:rPr>
              <a:t>https://www.dol.gov/agencies/odep/publications/success-stories</a:t>
            </a:r>
          </a:p>
          <a:p>
            <a:pPr>
              <a:buFont typeface="Courier New,monospace" panose="020B0604020202020204" pitchFamily="34" charset="0"/>
              <a:buChar char="o"/>
            </a:pPr>
            <a:r>
              <a:rPr lang="en-US" sz="2200" dirty="0">
                <a:solidFill>
                  <a:srgbClr val="282828"/>
                </a:solidFill>
              </a:rPr>
              <a:t>US Small Business Administration</a:t>
            </a:r>
            <a:endParaRPr lang="en-US" sz="2200" dirty="0">
              <a:solidFill>
                <a:srgbClr val="0070C0"/>
              </a:solidFill>
            </a:endParaRPr>
          </a:p>
          <a:p>
            <a:pPr lvl="1">
              <a:buFont typeface="Courier New,monospace" panose="020B0604020202020204" pitchFamily="34" charset="0"/>
              <a:buChar char="o"/>
            </a:pPr>
            <a:r>
              <a:rPr lang="en-US" sz="1800" dirty="0">
                <a:solidFill>
                  <a:srgbClr val="0070C0"/>
                </a:solidFill>
                <a:ea typeface="+mn-lt"/>
                <a:cs typeface="+mn-lt"/>
                <a:hlinkClick r:id="rId6"/>
              </a:rPr>
              <a:t>https://www.sba.gov/blog/supporting-entrepreneurs-workers-disabilities</a:t>
            </a:r>
            <a:endParaRPr lang="en-US" sz="1800">
              <a:solidFill>
                <a:srgbClr val="000000"/>
              </a:solidFill>
              <a:hlinkClick r:id="">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8991570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953AA-638A-6609-1244-A894B1D0BA87}"/>
              </a:ext>
            </a:extLst>
          </p:cNvPr>
          <p:cNvSpPr>
            <a:spLocks noGrp="1"/>
          </p:cNvSpPr>
          <p:nvPr>
            <p:ph type="title"/>
          </p:nvPr>
        </p:nvSpPr>
        <p:spPr/>
        <p:txBody>
          <a:bodyPr/>
          <a:lstStyle/>
          <a:p>
            <a:r>
              <a:rPr lang="en-US" dirty="0"/>
              <a:t>Nationally and Worldwide</a:t>
            </a:r>
          </a:p>
        </p:txBody>
      </p:sp>
      <p:sp>
        <p:nvSpPr>
          <p:cNvPr id="3" name="Content Placeholder 2">
            <a:extLst>
              <a:ext uri="{FF2B5EF4-FFF2-40B4-BE49-F238E27FC236}">
                <a16:creationId xmlns:a16="http://schemas.microsoft.com/office/drawing/2014/main" id="{8489FB91-88D7-0E44-0CBA-5EB42EC33C18}"/>
              </a:ext>
            </a:extLst>
          </p:cNvPr>
          <p:cNvSpPr>
            <a:spLocks noGrp="1"/>
          </p:cNvSpPr>
          <p:nvPr>
            <p:ph idx="1"/>
          </p:nvPr>
        </p:nvSpPr>
        <p:spPr/>
        <p:txBody>
          <a:bodyPr vert="horz" lIns="91440" tIns="45720" rIns="91440" bIns="45720" rtlCol="0" anchor="t">
            <a:normAutofit/>
          </a:bodyPr>
          <a:lstStyle/>
          <a:p>
            <a:r>
              <a:rPr lang="en-US" sz="4400" dirty="0">
                <a:latin typeface="Aptos Display"/>
              </a:rPr>
              <a:t>Inclusion International - </a:t>
            </a:r>
            <a:r>
              <a:rPr lang="en-US" sz="4400" dirty="0">
                <a:ea typeface="+mn-lt"/>
                <a:cs typeface="+mn-lt"/>
                <a:hlinkClick r:id="rId2"/>
              </a:rPr>
              <a:t>https://inclusion-international.org/key-issue/employment/</a:t>
            </a:r>
            <a:endParaRPr lang="en-US">
              <a:ea typeface="+mn-lt"/>
              <a:cs typeface="+mn-lt"/>
            </a:endParaRPr>
          </a:p>
          <a:p>
            <a:r>
              <a:rPr lang="en-US" sz="4400" dirty="0">
                <a:latin typeface="Aptos Display"/>
              </a:rPr>
              <a:t>LEAD Center - </a:t>
            </a:r>
            <a:r>
              <a:rPr lang="en-US" sz="4400" dirty="0">
                <a:ea typeface="+mn-lt"/>
                <a:cs typeface="+mn-lt"/>
                <a:hlinkClick r:id="rId3"/>
              </a:rPr>
              <a:t>https://leadcenter.org/</a:t>
            </a:r>
            <a:endParaRPr lang="en-US">
              <a:ea typeface="+mn-lt"/>
              <a:cs typeface="+mn-lt"/>
            </a:endParaRPr>
          </a:p>
          <a:p>
            <a:r>
              <a:rPr lang="en-US" sz="4400" dirty="0">
                <a:latin typeface="Aptos Display"/>
              </a:rPr>
              <a:t>APSE - </a:t>
            </a:r>
            <a:r>
              <a:rPr lang="en-US" sz="4400" dirty="0">
                <a:latin typeface="Aptos Display"/>
                <a:hlinkClick r:id="rId4"/>
              </a:rPr>
              <a:t>https://apse.org/</a:t>
            </a:r>
            <a:r>
              <a:rPr lang="en-US" sz="4400" dirty="0">
                <a:latin typeface="Aptos Display"/>
              </a:rPr>
              <a:t> </a:t>
            </a:r>
            <a:endParaRPr lang="en-US">
              <a:latin typeface="Aptos" panose="020B0004020202020204"/>
            </a:endParaRPr>
          </a:p>
          <a:p>
            <a:r>
              <a:rPr lang="en-US" sz="4400" dirty="0">
                <a:latin typeface="Aptos Display"/>
              </a:rPr>
              <a:t>ICI - </a:t>
            </a:r>
            <a:r>
              <a:rPr lang="en-US" sz="4400" dirty="0">
                <a:latin typeface="Aptos Display"/>
                <a:hlinkClick r:id="rId5"/>
              </a:rPr>
              <a:t>https://www.communityinclusion.org/</a:t>
            </a:r>
            <a:endParaRPr lang="en-US"/>
          </a:p>
        </p:txBody>
      </p:sp>
    </p:spTree>
    <p:extLst>
      <p:ext uri="{BB962C8B-B14F-4D97-AF65-F5344CB8AC3E}">
        <p14:creationId xmlns:p14="http://schemas.microsoft.com/office/powerpoint/2010/main" val="22097745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FDBEF-CA9B-DDF6-C0A0-259FC5348BD0}"/>
              </a:ext>
            </a:extLst>
          </p:cNvPr>
          <p:cNvSpPr>
            <a:spLocks noGrp="1"/>
          </p:cNvSpPr>
          <p:nvPr>
            <p:ph type="title"/>
          </p:nvPr>
        </p:nvSpPr>
        <p:spPr/>
        <p:txBody>
          <a:bodyPr/>
          <a:lstStyle/>
          <a:p>
            <a:r>
              <a:rPr lang="en-US" dirty="0"/>
              <a:t>Quick How To's and Support</a:t>
            </a:r>
          </a:p>
        </p:txBody>
      </p:sp>
      <p:sp>
        <p:nvSpPr>
          <p:cNvPr id="3" name="Content Placeholder 2">
            <a:extLst>
              <a:ext uri="{FF2B5EF4-FFF2-40B4-BE49-F238E27FC236}">
                <a16:creationId xmlns:a16="http://schemas.microsoft.com/office/drawing/2014/main" id="{2C209171-F92E-228A-1B0F-FBA8D216FD00}"/>
              </a:ext>
            </a:extLst>
          </p:cNvPr>
          <p:cNvSpPr>
            <a:spLocks noGrp="1"/>
          </p:cNvSpPr>
          <p:nvPr>
            <p:ph idx="1"/>
          </p:nvPr>
        </p:nvSpPr>
        <p:spPr/>
        <p:txBody>
          <a:bodyPr vert="horz" lIns="91440" tIns="45720" rIns="91440" bIns="45720" rtlCol="0" anchor="t">
            <a:normAutofit/>
          </a:bodyPr>
          <a:lstStyle/>
          <a:p>
            <a:endParaRPr lang="en-US" dirty="0">
              <a:ea typeface="+mn-lt"/>
              <a:cs typeface="+mn-lt"/>
            </a:endParaRPr>
          </a:p>
          <a:p>
            <a:r>
              <a:rPr lang="en-US" dirty="0">
                <a:ea typeface="+mn-lt"/>
                <a:cs typeface="+mn-lt"/>
              </a:rPr>
              <a:t>Disability IN </a:t>
            </a:r>
            <a:r>
              <a:rPr lang="en-US" dirty="0">
                <a:ea typeface="+mn-lt"/>
                <a:cs typeface="+mn-lt"/>
                <a:hlinkClick r:id="rId2"/>
              </a:rPr>
              <a:t>https://disabilityin.org/who-we-are/about/</a:t>
            </a:r>
            <a:endParaRPr lang="en-US" dirty="0">
              <a:ea typeface="+mn-lt"/>
              <a:cs typeface="+mn-lt"/>
            </a:endParaRPr>
          </a:p>
          <a:p>
            <a:r>
              <a:rPr lang="en-US" dirty="0">
                <a:ea typeface="+mn-lt"/>
                <a:cs typeface="+mn-lt"/>
              </a:rPr>
              <a:t>Toolkit </a:t>
            </a:r>
            <a:r>
              <a:rPr lang="en-US" dirty="0">
                <a:ea typeface="+mn-lt"/>
                <a:cs typeface="+mn-lt"/>
                <a:hlinkClick r:id="rId3"/>
              </a:rPr>
              <a:t>https://inclusion-international.org/resource/inclusive-workplaces-toolkit/</a:t>
            </a:r>
            <a:r>
              <a:rPr lang="en-US" dirty="0">
                <a:ea typeface="+mn-lt"/>
                <a:cs typeface="+mn-lt"/>
              </a:rPr>
              <a:t> </a:t>
            </a:r>
          </a:p>
        </p:txBody>
      </p:sp>
    </p:spTree>
    <p:extLst>
      <p:ext uri="{BB962C8B-B14F-4D97-AF65-F5344CB8AC3E}">
        <p14:creationId xmlns:p14="http://schemas.microsoft.com/office/powerpoint/2010/main" val="24584065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Strategic Integrated Supports, Inc.</vt:lpstr>
      <vt:lpstr>Mission</vt:lpstr>
      <vt:lpstr>Values</vt:lpstr>
      <vt:lpstr>Strategic Integrated Supports, Inc.</vt:lpstr>
      <vt:lpstr>PowerPoint Presentation</vt:lpstr>
      <vt:lpstr>The reasons and benefits are infinite</vt:lpstr>
      <vt:lpstr>Nationally and Worldwide</vt:lpstr>
      <vt:lpstr>Quick How To's and Support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154</cp:revision>
  <dcterms:created xsi:type="dcterms:W3CDTF">2025-03-15T19:50:21Z</dcterms:created>
  <dcterms:modified xsi:type="dcterms:W3CDTF">2025-05-04T21:13:41Z</dcterms:modified>
</cp:coreProperties>
</file>