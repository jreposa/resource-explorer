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0" r:id="rId1"/>
    <p:sldMasterId id="2147484032" r:id="rId2"/>
  </p:sldMasterIdLst>
  <p:notesMasterIdLst>
    <p:notesMasterId r:id="rId53"/>
  </p:notesMasterIdLst>
  <p:sldIdLst>
    <p:sldId id="257" r:id="rId3"/>
    <p:sldId id="258" r:id="rId4"/>
    <p:sldId id="1215" r:id="rId5"/>
    <p:sldId id="1219" r:id="rId6"/>
    <p:sldId id="1109" r:id="rId7"/>
    <p:sldId id="1113" r:id="rId8"/>
    <p:sldId id="259" r:id="rId9"/>
    <p:sldId id="1187" r:id="rId10"/>
    <p:sldId id="1216" r:id="rId11"/>
    <p:sldId id="260" r:id="rId12"/>
    <p:sldId id="1102" r:id="rId13"/>
    <p:sldId id="1213" r:id="rId14"/>
    <p:sldId id="900" r:id="rId15"/>
    <p:sldId id="1184" r:id="rId16"/>
    <p:sldId id="1112" r:id="rId17"/>
    <p:sldId id="1100" r:id="rId18"/>
    <p:sldId id="1189" r:id="rId19"/>
    <p:sldId id="1111" r:id="rId20"/>
    <p:sldId id="1188" r:id="rId21"/>
    <p:sldId id="1206" r:id="rId22"/>
    <p:sldId id="1207" r:id="rId23"/>
    <p:sldId id="1104" r:id="rId24"/>
    <p:sldId id="1103" r:id="rId25"/>
    <p:sldId id="1190" r:id="rId26"/>
    <p:sldId id="1191" r:id="rId27"/>
    <p:sldId id="1192" r:id="rId28"/>
    <p:sldId id="1193" r:id="rId29"/>
    <p:sldId id="1194" r:id="rId30"/>
    <p:sldId id="1196" r:id="rId31"/>
    <p:sldId id="1208" r:id="rId32"/>
    <p:sldId id="1217" r:id="rId33"/>
    <p:sldId id="1108" r:id="rId34"/>
    <p:sldId id="1197" r:id="rId35"/>
    <p:sldId id="1107" r:id="rId36"/>
    <p:sldId id="1199" r:id="rId37"/>
    <p:sldId id="1204" r:id="rId38"/>
    <p:sldId id="1185" r:id="rId39"/>
    <p:sldId id="1186" r:id="rId40"/>
    <p:sldId id="1106" r:id="rId41"/>
    <p:sldId id="1105" r:id="rId42"/>
    <p:sldId id="1195" r:id="rId43"/>
    <p:sldId id="1200" r:id="rId44"/>
    <p:sldId id="1218" r:id="rId45"/>
    <p:sldId id="570" r:id="rId46"/>
    <p:sldId id="1201" r:id="rId47"/>
    <p:sldId id="1203" r:id="rId48"/>
    <p:sldId id="1205" r:id="rId49"/>
    <p:sldId id="1202" r:id="rId50"/>
    <p:sldId id="1214" r:id="rId51"/>
    <p:sldId id="1110"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993"/>
  </p:normalViewPr>
  <p:slideViewPr>
    <p:cSldViewPr snapToGrid="0" snapToObjects="1">
      <p:cViewPr varScale="1">
        <p:scale>
          <a:sx n="115" d="100"/>
          <a:sy n="115" d="100"/>
        </p:scale>
        <p:origin x="288"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ata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ata8.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50.png"/><Relationship Id="rId7" Type="http://schemas.openxmlformats.org/officeDocument/2006/relationships/image" Target="../media/image77.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6.sv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51.svg"/><Relationship Id="rId9" Type="http://schemas.openxmlformats.org/officeDocument/2006/relationships/image" Target="../media/image7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rawing8.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50.png"/><Relationship Id="rId7" Type="http://schemas.openxmlformats.org/officeDocument/2006/relationships/image" Target="../media/image77.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6.sv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51.svg"/><Relationship Id="rId9" Type="http://schemas.openxmlformats.org/officeDocument/2006/relationships/image" Target="../media/image79.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2EBDDA-B540-4B31-9EC4-358FC76C4467}"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E2F0B814-626B-40EB-8749-4731ABE76976}">
      <dgm:prSet/>
      <dgm:spPr>
        <a:scene3d>
          <a:camera prst="orthographicFront"/>
          <a:lightRig rig="threePt" dir="t"/>
        </a:scene3d>
        <a:sp3d>
          <a:bevelT prst="angle"/>
        </a:sp3d>
      </dgm:spPr>
      <dgm:t>
        <a:bodyPr/>
        <a:lstStyle/>
        <a:p>
          <a:r>
            <a:rPr lang="en-US" dirty="0"/>
            <a:t>Professionals always believe they are facilitating informed choice.</a:t>
          </a:r>
        </a:p>
      </dgm:t>
    </dgm:pt>
    <dgm:pt modelId="{FEF70F86-AB57-44AA-BAF6-7A834F823082}" type="parTrans" cxnId="{8AEE7E75-AB27-44F6-A986-02A077B7A590}">
      <dgm:prSet/>
      <dgm:spPr/>
      <dgm:t>
        <a:bodyPr/>
        <a:lstStyle/>
        <a:p>
          <a:endParaRPr lang="en-US"/>
        </a:p>
      </dgm:t>
    </dgm:pt>
    <dgm:pt modelId="{EFDC7941-9602-47A2-AF10-B7B7B56CB889}" type="sibTrans" cxnId="{8AEE7E75-AB27-44F6-A986-02A077B7A590}">
      <dgm:prSet/>
      <dgm:spPr/>
      <dgm:t>
        <a:bodyPr/>
        <a:lstStyle/>
        <a:p>
          <a:endParaRPr lang="en-US"/>
        </a:p>
      </dgm:t>
    </dgm:pt>
    <dgm:pt modelId="{B8C163CE-A11F-43C9-8153-C3FABE9E2E18}">
      <dgm:prSet/>
      <dgm:spPr>
        <a:solidFill>
          <a:schemeClr val="accent3">
            <a:lumMod val="50000"/>
          </a:schemeClr>
        </a:solidFill>
        <a:scene3d>
          <a:camera prst="orthographicFront"/>
          <a:lightRig rig="threePt" dir="t"/>
        </a:scene3d>
        <a:sp3d>
          <a:bevelT prst="angle"/>
        </a:sp3d>
      </dgm:spPr>
      <dgm:t>
        <a:bodyPr/>
        <a:lstStyle/>
        <a:p>
          <a:r>
            <a:rPr lang="en-US" dirty="0"/>
            <a:t>Informed choice is a much more complex and nuanced process, than typically recognized.</a:t>
          </a:r>
        </a:p>
      </dgm:t>
    </dgm:pt>
    <dgm:pt modelId="{C7F2C321-04CB-4090-9721-C8BA942E56E8}" type="parTrans" cxnId="{B73825A8-866A-4F92-AB5F-85A66C680BB4}">
      <dgm:prSet/>
      <dgm:spPr/>
      <dgm:t>
        <a:bodyPr/>
        <a:lstStyle/>
        <a:p>
          <a:endParaRPr lang="en-US"/>
        </a:p>
      </dgm:t>
    </dgm:pt>
    <dgm:pt modelId="{3F1AF5A9-41B2-4AEA-97B0-39DD88241D71}" type="sibTrans" cxnId="{B73825A8-866A-4F92-AB5F-85A66C680BB4}">
      <dgm:prSet/>
      <dgm:spPr/>
      <dgm:t>
        <a:bodyPr/>
        <a:lstStyle/>
        <a:p>
          <a:endParaRPr lang="en-US"/>
        </a:p>
      </dgm:t>
    </dgm:pt>
    <dgm:pt modelId="{94A02223-03DA-474E-A7A7-A8741C7D2566}">
      <dgm:prSet/>
      <dgm:spPr>
        <a:solidFill>
          <a:srgbClr val="0070C0"/>
        </a:solidFill>
        <a:scene3d>
          <a:camera prst="orthographicFront"/>
          <a:lightRig rig="threePt" dir="t"/>
        </a:scene3d>
        <a:sp3d>
          <a:bevelT prst="angle"/>
        </a:sp3d>
      </dgm:spPr>
      <dgm:t>
        <a:bodyPr/>
        <a:lstStyle/>
        <a:p>
          <a:r>
            <a:rPr lang="en-US" dirty="0"/>
            <a:t>Informed choice is mentioned throughout federal law, </a:t>
          </a:r>
        </a:p>
        <a:p>
          <a:r>
            <a:rPr lang="en-US" i="1" dirty="0"/>
            <a:t>but is not defined.</a:t>
          </a:r>
        </a:p>
      </dgm:t>
    </dgm:pt>
    <dgm:pt modelId="{41498A3A-7570-44F4-94A6-2268D282D92A}" type="parTrans" cxnId="{A53CEAA9-0BD2-4BD2-8E65-37116B672F17}">
      <dgm:prSet/>
      <dgm:spPr/>
      <dgm:t>
        <a:bodyPr/>
        <a:lstStyle/>
        <a:p>
          <a:endParaRPr lang="en-US"/>
        </a:p>
      </dgm:t>
    </dgm:pt>
    <dgm:pt modelId="{2B4605F9-BD2F-444A-96DF-5673AB7E1FBF}" type="sibTrans" cxnId="{A53CEAA9-0BD2-4BD2-8E65-37116B672F17}">
      <dgm:prSet/>
      <dgm:spPr/>
      <dgm:t>
        <a:bodyPr/>
        <a:lstStyle/>
        <a:p>
          <a:endParaRPr lang="en-US"/>
        </a:p>
      </dgm:t>
    </dgm:pt>
    <dgm:pt modelId="{AB4D5C86-9238-864E-A6EF-41509F8A7D30}" type="pres">
      <dgm:prSet presAssocID="{4E2EBDDA-B540-4B31-9EC4-358FC76C4467}" presName="diagram" presStyleCnt="0">
        <dgm:presLayoutVars>
          <dgm:dir/>
          <dgm:resizeHandles val="exact"/>
        </dgm:presLayoutVars>
      </dgm:prSet>
      <dgm:spPr/>
    </dgm:pt>
    <dgm:pt modelId="{3C0096BF-88B7-2641-B717-BDF8DA19BE62}" type="pres">
      <dgm:prSet presAssocID="{E2F0B814-626B-40EB-8749-4731ABE76976}" presName="node" presStyleLbl="node1" presStyleIdx="0" presStyleCnt="3">
        <dgm:presLayoutVars>
          <dgm:bulletEnabled val="1"/>
        </dgm:presLayoutVars>
      </dgm:prSet>
      <dgm:spPr/>
    </dgm:pt>
    <dgm:pt modelId="{4AE26456-C5AA-6847-BB8D-569CE7EDE252}" type="pres">
      <dgm:prSet presAssocID="{EFDC7941-9602-47A2-AF10-B7B7B56CB889}" presName="sibTrans" presStyleCnt="0"/>
      <dgm:spPr/>
    </dgm:pt>
    <dgm:pt modelId="{FA209B92-DC61-8B44-BE4C-53C6612ED2F2}" type="pres">
      <dgm:prSet presAssocID="{B8C163CE-A11F-43C9-8153-C3FABE9E2E18}" presName="node" presStyleLbl="node1" presStyleIdx="1" presStyleCnt="3">
        <dgm:presLayoutVars>
          <dgm:bulletEnabled val="1"/>
        </dgm:presLayoutVars>
      </dgm:prSet>
      <dgm:spPr/>
    </dgm:pt>
    <dgm:pt modelId="{717D454F-C467-124F-9113-1F7BBC712FCE}" type="pres">
      <dgm:prSet presAssocID="{3F1AF5A9-41B2-4AEA-97B0-39DD88241D71}" presName="sibTrans" presStyleCnt="0"/>
      <dgm:spPr/>
    </dgm:pt>
    <dgm:pt modelId="{D57995F5-5E15-7549-A1B9-BDF332876174}" type="pres">
      <dgm:prSet presAssocID="{94A02223-03DA-474E-A7A7-A8741C7D2566}" presName="node" presStyleLbl="node1" presStyleIdx="2" presStyleCnt="3">
        <dgm:presLayoutVars>
          <dgm:bulletEnabled val="1"/>
        </dgm:presLayoutVars>
      </dgm:prSet>
      <dgm:spPr/>
    </dgm:pt>
  </dgm:ptLst>
  <dgm:cxnLst>
    <dgm:cxn modelId="{EA44760A-9A09-DC4F-B741-3CEC5414A29D}" type="presOf" srcId="{4E2EBDDA-B540-4B31-9EC4-358FC76C4467}" destId="{AB4D5C86-9238-864E-A6EF-41509F8A7D30}" srcOrd="0" destOrd="0" presId="urn:microsoft.com/office/officeart/2005/8/layout/default"/>
    <dgm:cxn modelId="{0AFE9D4E-B3D6-0F45-8BFE-F25B59884490}" type="presOf" srcId="{B8C163CE-A11F-43C9-8153-C3FABE9E2E18}" destId="{FA209B92-DC61-8B44-BE4C-53C6612ED2F2}" srcOrd="0" destOrd="0" presId="urn:microsoft.com/office/officeart/2005/8/layout/default"/>
    <dgm:cxn modelId="{8AEE7E75-AB27-44F6-A986-02A077B7A590}" srcId="{4E2EBDDA-B540-4B31-9EC4-358FC76C4467}" destId="{E2F0B814-626B-40EB-8749-4731ABE76976}" srcOrd="0" destOrd="0" parTransId="{FEF70F86-AB57-44AA-BAF6-7A834F823082}" sibTransId="{EFDC7941-9602-47A2-AF10-B7B7B56CB889}"/>
    <dgm:cxn modelId="{01A4FE85-0DE7-0041-B7F8-D3B5C28B93F8}" type="presOf" srcId="{E2F0B814-626B-40EB-8749-4731ABE76976}" destId="{3C0096BF-88B7-2641-B717-BDF8DA19BE62}" srcOrd="0" destOrd="0" presId="urn:microsoft.com/office/officeart/2005/8/layout/default"/>
    <dgm:cxn modelId="{890DC491-4A2B-8344-8DA5-BF1CA3A5847F}" type="presOf" srcId="{94A02223-03DA-474E-A7A7-A8741C7D2566}" destId="{D57995F5-5E15-7549-A1B9-BDF332876174}" srcOrd="0" destOrd="0" presId="urn:microsoft.com/office/officeart/2005/8/layout/default"/>
    <dgm:cxn modelId="{B73825A8-866A-4F92-AB5F-85A66C680BB4}" srcId="{4E2EBDDA-B540-4B31-9EC4-358FC76C4467}" destId="{B8C163CE-A11F-43C9-8153-C3FABE9E2E18}" srcOrd="1" destOrd="0" parTransId="{C7F2C321-04CB-4090-9721-C8BA942E56E8}" sibTransId="{3F1AF5A9-41B2-4AEA-97B0-39DD88241D71}"/>
    <dgm:cxn modelId="{A53CEAA9-0BD2-4BD2-8E65-37116B672F17}" srcId="{4E2EBDDA-B540-4B31-9EC4-358FC76C4467}" destId="{94A02223-03DA-474E-A7A7-A8741C7D2566}" srcOrd="2" destOrd="0" parTransId="{41498A3A-7570-44F4-94A6-2268D282D92A}" sibTransId="{2B4605F9-BD2F-444A-96DF-5673AB7E1FBF}"/>
    <dgm:cxn modelId="{30537EC8-100F-4B4D-B4B6-B5E83AA87AA3}" type="presParOf" srcId="{AB4D5C86-9238-864E-A6EF-41509F8A7D30}" destId="{3C0096BF-88B7-2641-B717-BDF8DA19BE62}" srcOrd="0" destOrd="0" presId="urn:microsoft.com/office/officeart/2005/8/layout/default"/>
    <dgm:cxn modelId="{AE4689A7-2621-C34A-BBD5-BB67552B42DF}" type="presParOf" srcId="{AB4D5C86-9238-864E-A6EF-41509F8A7D30}" destId="{4AE26456-C5AA-6847-BB8D-569CE7EDE252}" srcOrd="1" destOrd="0" presId="urn:microsoft.com/office/officeart/2005/8/layout/default"/>
    <dgm:cxn modelId="{2CB04E59-155A-3A4A-A448-C856467FBE82}" type="presParOf" srcId="{AB4D5C86-9238-864E-A6EF-41509F8A7D30}" destId="{FA209B92-DC61-8B44-BE4C-53C6612ED2F2}" srcOrd="2" destOrd="0" presId="urn:microsoft.com/office/officeart/2005/8/layout/default"/>
    <dgm:cxn modelId="{D0F962E6-4447-584B-8387-40733E1DC088}" type="presParOf" srcId="{AB4D5C86-9238-864E-A6EF-41509F8A7D30}" destId="{717D454F-C467-124F-9113-1F7BBC712FCE}" srcOrd="3" destOrd="0" presId="urn:microsoft.com/office/officeart/2005/8/layout/default"/>
    <dgm:cxn modelId="{8772C9FB-C71F-7340-8ED2-76AD9308F078}" type="presParOf" srcId="{AB4D5C86-9238-864E-A6EF-41509F8A7D30}" destId="{D57995F5-5E15-7549-A1B9-BDF332876174}"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1C9FD2-4FE7-4C2A-A761-E655D87A99F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CE168F2-F674-4D8C-BF61-1216D218E304}">
      <dgm:prSet custT="1"/>
      <dgm:spPr/>
      <dgm:t>
        <a:bodyPr/>
        <a:lstStyle/>
        <a:p>
          <a:pPr>
            <a:defRPr cap="all"/>
          </a:pPr>
          <a:r>
            <a:rPr lang="en-US" sz="2000" dirty="0"/>
            <a:t>skills and experience in making choices</a:t>
          </a:r>
        </a:p>
      </dgm:t>
    </dgm:pt>
    <dgm:pt modelId="{A8CEB814-05A5-4667-8EBC-0E99E9E3A004}" type="parTrans" cxnId="{88309667-9691-40D8-A4BA-A5CFA2D34BDB}">
      <dgm:prSet/>
      <dgm:spPr/>
      <dgm:t>
        <a:bodyPr/>
        <a:lstStyle/>
        <a:p>
          <a:endParaRPr lang="en-US"/>
        </a:p>
      </dgm:t>
    </dgm:pt>
    <dgm:pt modelId="{2B32C5EA-BB0C-46B4-9522-E020DCE65027}" type="sibTrans" cxnId="{88309667-9691-40D8-A4BA-A5CFA2D34BDB}">
      <dgm:prSet/>
      <dgm:spPr/>
      <dgm:t>
        <a:bodyPr/>
        <a:lstStyle/>
        <a:p>
          <a:endParaRPr lang="en-US"/>
        </a:p>
      </dgm:t>
    </dgm:pt>
    <dgm:pt modelId="{9A5C8CA0-0DC8-4CDB-B433-34CC232696F9}">
      <dgm:prSet/>
      <dgm:spPr/>
      <dgm:t>
        <a:bodyPr/>
        <a:lstStyle/>
        <a:p>
          <a:pPr>
            <a:defRPr cap="all"/>
          </a:pPr>
          <a:r>
            <a:rPr lang="en-US" dirty="0"/>
            <a:t>experience that we can draw on</a:t>
          </a:r>
        </a:p>
      </dgm:t>
    </dgm:pt>
    <dgm:pt modelId="{A01E3C8C-C063-46F5-A875-7510D104CF76}" type="parTrans" cxnId="{AD115C62-21C0-4260-972D-1BBA80A8AF18}">
      <dgm:prSet/>
      <dgm:spPr/>
      <dgm:t>
        <a:bodyPr/>
        <a:lstStyle/>
        <a:p>
          <a:endParaRPr lang="en-US"/>
        </a:p>
      </dgm:t>
    </dgm:pt>
    <dgm:pt modelId="{DDC97401-E586-465B-A87A-61DC730225F9}" type="sibTrans" cxnId="{AD115C62-21C0-4260-972D-1BBA80A8AF18}">
      <dgm:prSet/>
      <dgm:spPr/>
      <dgm:t>
        <a:bodyPr/>
        <a:lstStyle/>
        <a:p>
          <a:endParaRPr lang="en-US"/>
        </a:p>
      </dgm:t>
    </dgm:pt>
    <dgm:pt modelId="{1F55DC89-5003-47AD-AC82-6B514DA07A47}">
      <dgm:prSet/>
      <dgm:spPr/>
      <dgm:t>
        <a:bodyPr/>
        <a:lstStyle/>
        <a:p>
          <a:pPr>
            <a:defRPr cap="all"/>
          </a:pPr>
          <a:r>
            <a:rPr lang="en-US"/>
            <a:t>a culture that embraces informed choice</a:t>
          </a:r>
        </a:p>
      </dgm:t>
    </dgm:pt>
    <dgm:pt modelId="{BE5C5C7A-ECD5-4867-ABD1-1D74CDEC1B52}" type="parTrans" cxnId="{FA2AC20D-92C8-4F4E-B0B8-E30FCBCBAEA5}">
      <dgm:prSet/>
      <dgm:spPr/>
      <dgm:t>
        <a:bodyPr/>
        <a:lstStyle/>
        <a:p>
          <a:endParaRPr lang="en-US"/>
        </a:p>
      </dgm:t>
    </dgm:pt>
    <dgm:pt modelId="{C27B7191-2E0A-410B-9B9B-95980A291400}" type="sibTrans" cxnId="{FA2AC20D-92C8-4F4E-B0B8-E30FCBCBAEA5}">
      <dgm:prSet/>
      <dgm:spPr/>
      <dgm:t>
        <a:bodyPr/>
        <a:lstStyle/>
        <a:p>
          <a:endParaRPr lang="en-US"/>
        </a:p>
      </dgm:t>
    </dgm:pt>
    <dgm:pt modelId="{EA15955F-816D-4FD2-A795-C58434F2493C}">
      <dgm:prSet/>
      <dgm:spPr/>
      <dgm:t>
        <a:bodyPr/>
        <a:lstStyle/>
        <a:p>
          <a:pPr>
            <a:defRPr cap="all"/>
          </a:pPr>
          <a:r>
            <a:rPr lang="en-US" dirty="0"/>
            <a:t>a tolerance for reasonable risks and failure</a:t>
          </a:r>
        </a:p>
      </dgm:t>
    </dgm:pt>
    <dgm:pt modelId="{59AE149F-599E-4A43-B9B8-EE7D3D525846}" type="parTrans" cxnId="{BC48E756-19B1-4010-8F7A-A4D6AD7AEAA8}">
      <dgm:prSet/>
      <dgm:spPr/>
      <dgm:t>
        <a:bodyPr/>
        <a:lstStyle/>
        <a:p>
          <a:endParaRPr lang="en-US"/>
        </a:p>
      </dgm:t>
    </dgm:pt>
    <dgm:pt modelId="{7DEEC2C3-9E32-4108-8EB2-9FAB4CD47427}" type="sibTrans" cxnId="{BC48E756-19B1-4010-8F7A-A4D6AD7AEAA8}">
      <dgm:prSet/>
      <dgm:spPr/>
      <dgm:t>
        <a:bodyPr/>
        <a:lstStyle/>
        <a:p>
          <a:endParaRPr lang="en-US"/>
        </a:p>
      </dgm:t>
    </dgm:pt>
    <dgm:pt modelId="{89A5051D-05AB-43B7-9620-796039C51892}" type="pres">
      <dgm:prSet presAssocID="{981C9FD2-4FE7-4C2A-A761-E655D87A99FA}" presName="root" presStyleCnt="0">
        <dgm:presLayoutVars>
          <dgm:dir/>
          <dgm:resizeHandles val="exact"/>
        </dgm:presLayoutVars>
      </dgm:prSet>
      <dgm:spPr/>
    </dgm:pt>
    <dgm:pt modelId="{0C7CE394-8AE6-4DD0-A76A-0EF7B2F22D96}" type="pres">
      <dgm:prSet presAssocID="{3CE168F2-F674-4D8C-BF61-1216D218E304}" presName="compNode" presStyleCnt="0"/>
      <dgm:spPr/>
    </dgm:pt>
    <dgm:pt modelId="{E26E9505-7B61-444D-AAF8-65CAFA3BE004}" type="pres">
      <dgm:prSet presAssocID="{3CE168F2-F674-4D8C-BF61-1216D218E304}" presName="iconBgRect" presStyleLbl="bgShp" presStyleIdx="0" presStyleCnt="4"/>
      <dgm:spPr/>
    </dgm:pt>
    <dgm:pt modelId="{89D7CA00-B88B-46E9-8386-2CC830AF9069}" type="pres">
      <dgm:prSet presAssocID="{3CE168F2-F674-4D8C-BF61-1216D218E30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83CD1B72-DB92-4072-9301-660A13F6CFF2}" type="pres">
      <dgm:prSet presAssocID="{3CE168F2-F674-4D8C-BF61-1216D218E304}" presName="spaceRect" presStyleCnt="0"/>
      <dgm:spPr/>
    </dgm:pt>
    <dgm:pt modelId="{CB42E5CA-8B1D-4E34-9444-E1584090B54F}" type="pres">
      <dgm:prSet presAssocID="{3CE168F2-F674-4D8C-BF61-1216D218E304}" presName="textRect" presStyleLbl="revTx" presStyleIdx="0" presStyleCnt="4">
        <dgm:presLayoutVars>
          <dgm:chMax val="1"/>
          <dgm:chPref val="1"/>
        </dgm:presLayoutVars>
      </dgm:prSet>
      <dgm:spPr/>
    </dgm:pt>
    <dgm:pt modelId="{AFE59147-0F17-401A-8F71-EC3DDB21260C}" type="pres">
      <dgm:prSet presAssocID="{2B32C5EA-BB0C-46B4-9522-E020DCE65027}" presName="sibTrans" presStyleCnt="0"/>
      <dgm:spPr/>
    </dgm:pt>
    <dgm:pt modelId="{EF8B4AFE-2788-4E8A-BF91-5003A10A4A09}" type="pres">
      <dgm:prSet presAssocID="{9A5C8CA0-0DC8-4CDB-B433-34CC232696F9}" presName="compNode" presStyleCnt="0"/>
      <dgm:spPr/>
    </dgm:pt>
    <dgm:pt modelId="{D3F6F29F-8892-442D-90DE-2596A5D16D0F}" type="pres">
      <dgm:prSet presAssocID="{9A5C8CA0-0DC8-4CDB-B433-34CC232696F9}" presName="iconBgRect" presStyleLbl="bgShp" presStyleIdx="1" presStyleCnt="4"/>
      <dgm:spPr/>
    </dgm:pt>
    <dgm:pt modelId="{5441D038-2406-4728-A6AC-AE10C247C3ED}" type="pres">
      <dgm:prSet presAssocID="{9A5C8CA0-0DC8-4CDB-B433-34CC232696F9}"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onstruction worker"/>
        </a:ext>
      </dgm:extLst>
    </dgm:pt>
    <dgm:pt modelId="{F8CC8663-3471-4A26-BEAA-49D99768EE99}" type="pres">
      <dgm:prSet presAssocID="{9A5C8CA0-0DC8-4CDB-B433-34CC232696F9}" presName="spaceRect" presStyleCnt="0"/>
      <dgm:spPr/>
    </dgm:pt>
    <dgm:pt modelId="{4EA00314-D189-4D10-8F05-DE7C76F90656}" type="pres">
      <dgm:prSet presAssocID="{9A5C8CA0-0DC8-4CDB-B433-34CC232696F9}" presName="textRect" presStyleLbl="revTx" presStyleIdx="1" presStyleCnt="4">
        <dgm:presLayoutVars>
          <dgm:chMax val="1"/>
          <dgm:chPref val="1"/>
        </dgm:presLayoutVars>
      </dgm:prSet>
      <dgm:spPr/>
    </dgm:pt>
    <dgm:pt modelId="{7F655BFC-CCE1-4DB9-9752-01A64F8F6F4C}" type="pres">
      <dgm:prSet presAssocID="{DDC97401-E586-465B-A87A-61DC730225F9}" presName="sibTrans" presStyleCnt="0"/>
      <dgm:spPr/>
    </dgm:pt>
    <dgm:pt modelId="{0C16382B-0430-4C73-94E2-B95F12A69ED8}" type="pres">
      <dgm:prSet presAssocID="{1F55DC89-5003-47AD-AC82-6B514DA07A47}" presName="compNode" presStyleCnt="0"/>
      <dgm:spPr/>
    </dgm:pt>
    <dgm:pt modelId="{AD3AD084-831E-43E1-A671-29F149C95B30}" type="pres">
      <dgm:prSet presAssocID="{1F55DC89-5003-47AD-AC82-6B514DA07A47}" presName="iconBgRect" presStyleLbl="bgShp" presStyleIdx="2" presStyleCnt="4"/>
      <dgm:spPr/>
    </dgm:pt>
    <dgm:pt modelId="{BEA754EB-306C-4FC6-8658-158BC46713E2}" type="pres">
      <dgm:prSet presAssocID="{1F55DC89-5003-47AD-AC82-6B514DA07A4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a:ext>
      </dgm:extLst>
    </dgm:pt>
    <dgm:pt modelId="{EFED4090-0CE6-4156-B101-35B63549AA29}" type="pres">
      <dgm:prSet presAssocID="{1F55DC89-5003-47AD-AC82-6B514DA07A47}" presName="spaceRect" presStyleCnt="0"/>
      <dgm:spPr/>
    </dgm:pt>
    <dgm:pt modelId="{73827F71-D72C-4066-85E8-CBDCDCD317E8}" type="pres">
      <dgm:prSet presAssocID="{1F55DC89-5003-47AD-AC82-6B514DA07A47}" presName="textRect" presStyleLbl="revTx" presStyleIdx="2" presStyleCnt="4">
        <dgm:presLayoutVars>
          <dgm:chMax val="1"/>
          <dgm:chPref val="1"/>
        </dgm:presLayoutVars>
      </dgm:prSet>
      <dgm:spPr/>
    </dgm:pt>
    <dgm:pt modelId="{E2EDFAAB-BA8E-4549-87FC-0FB82743DC83}" type="pres">
      <dgm:prSet presAssocID="{C27B7191-2E0A-410B-9B9B-95980A291400}" presName="sibTrans" presStyleCnt="0"/>
      <dgm:spPr/>
    </dgm:pt>
    <dgm:pt modelId="{659A53B5-6DDF-4F85-BAFC-D7889589A1E1}" type="pres">
      <dgm:prSet presAssocID="{EA15955F-816D-4FD2-A795-C58434F2493C}" presName="compNode" presStyleCnt="0"/>
      <dgm:spPr/>
    </dgm:pt>
    <dgm:pt modelId="{7C201A9F-1110-4815-A0A9-16ACDA0D2FFC}" type="pres">
      <dgm:prSet presAssocID="{EA15955F-816D-4FD2-A795-C58434F2493C}" presName="iconBgRect" presStyleLbl="bgShp" presStyleIdx="3" presStyleCnt="4"/>
      <dgm:spPr/>
    </dgm:pt>
    <dgm:pt modelId="{C41F18C4-222B-4ADE-8350-E35717A0F507}" type="pres">
      <dgm:prSet presAssocID="{EA15955F-816D-4FD2-A795-C58434F249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44B336B7-D20F-41D6-9A6A-351A4441422E}" type="pres">
      <dgm:prSet presAssocID="{EA15955F-816D-4FD2-A795-C58434F2493C}" presName="spaceRect" presStyleCnt="0"/>
      <dgm:spPr/>
    </dgm:pt>
    <dgm:pt modelId="{1B4505D2-C731-4872-9FEF-6E209B1F3822}" type="pres">
      <dgm:prSet presAssocID="{EA15955F-816D-4FD2-A795-C58434F2493C}" presName="textRect" presStyleLbl="revTx" presStyleIdx="3" presStyleCnt="4">
        <dgm:presLayoutVars>
          <dgm:chMax val="1"/>
          <dgm:chPref val="1"/>
        </dgm:presLayoutVars>
      </dgm:prSet>
      <dgm:spPr/>
    </dgm:pt>
  </dgm:ptLst>
  <dgm:cxnLst>
    <dgm:cxn modelId="{FA2AC20D-92C8-4F4E-B0B8-E30FCBCBAEA5}" srcId="{981C9FD2-4FE7-4C2A-A761-E655D87A99FA}" destId="{1F55DC89-5003-47AD-AC82-6B514DA07A47}" srcOrd="2" destOrd="0" parTransId="{BE5C5C7A-ECD5-4867-ABD1-1D74CDEC1B52}" sibTransId="{C27B7191-2E0A-410B-9B9B-95980A291400}"/>
    <dgm:cxn modelId="{0E343351-22D4-498A-A21F-851636AED3C8}" type="presOf" srcId="{981C9FD2-4FE7-4C2A-A761-E655D87A99FA}" destId="{89A5051D-05AB-43B7-9620-796039C51892}" srcOrd="0" destOrd="0" presId="urn:microsoft.com/office/officeart/2018/5/layout/IconCircleLabelList"/>
    <dgm:cxn modelId="{BC48E756-19B1-4010-8F7A-A4D6AD7AEAA8}" srcId="{981C9FD2-4FE7-4C2A-A761-E655D87A99FA}" destId="{EA15955F-816D-4FD2-A795-C58434F2493C}" srcOrd="3" destOrd="0" parTransId="{59AE149F-599E-4A43-B9B8-EE7D3D525846}" sibTransId="{7DEEC2C3-9E32-4108-8EB2-9FAB4CD47427}"/>
    <dgm:cxn modelId="{AD115C62-21C0-4260-972D-1BBA80A8AF18}" srcId="{981C9FD2-4FE7-4C2A-A761-E655D87A99FA}" destId="{9A5C8CA0-0DC8-4CDB-B433-34CC232696F9}" srcOrd="1" destOrd="0" parTransId="{A01E3C8C-C063-46F5-A875-7510D104CF76}" sibTransId="{DDC97401-E586-465B-A87A-61DC730225F9}"/>
    <dgm:cxn modelId="{88309667-9691-40D8-A4BA-A5CFA2D34BDB}" srcId="{981C9FD2-4FE7-4C2A-A761-E655D87A99FA}" destId="{3CE168F2-F674-4D8C-BF61-1216D218E304}" srcOrd="0" destOrd="0" parTransId="{A8CEB814-05A5-4667-8EBC-0E99E9E3A004}" sibTransId="{2B32C5EA-BB0C-46B4-9522-E020DCE65027}"/>
    <dgm:cxn modelId="{8D63ED95-265E-4A48-878E-DD5AA6163959}" type="presOf" srcId="{3CE168F2-F674-4D8C-BF61-1216D218E304}" destId="{CB42E5CA-8B1D-4E34-9444-E1584090B54F}" srcOrd="0" destOrd="0" presId="urn:microsoft.com/office/officeart/2018/5/layout/IconCircleLabelList"/>
    <dgm:cxn modelId="{9EF712AC-3960-4E7E-B507-89F7BB34E0E5}" type="presOf" srcId="{9A5C8CA0-0DC8-4CDB-B433-34CC232696F9}" destId="{4EA00314-D189-4D10-8F05-DE7C76F90656}" srcOrd="0" destOrd="0" presId="urn:microsoft.com/office/officeart/2018/5/layout/IconCircleLabelList"/>
    <dgm:cxn modelId="{69B7B0D6-244E-4C9D-B0F3-4D8E790AAFAF}" type="presOf" srcId="{1F55DC89-5003-47AD-AC82-6B514DA07A47}" destId="{73827F71-D72C-4066-85E8-CBDCDCD317E8}" srcOrd="0" destOrd="0" presId="urn:microsoft.com/office/officeart/2018/5/layout/IconCircleLabelList"/>
    <dgm:cxn modelId="{A52826EE-180F-498A-A988-6BEFE3140AC0}" type="presOf" srcId="{EA15955F-816D-4FD2-A795-C58434F2493C}" destId="{1B4505D2-C731-4872-9FEF-6E209B1F3822}" srcOrd="0" destOrd="0" presId="urn:microsoft.com/office/officeart/2018/5/layout/IconCircleLabelList"/>
    <dgm:cxn modelId="{76246C1D-6BCD-4D51-930E-67B12C4E85B3}" type="presParOf" srcId="{89A5051D-05AB-43B7-9620-796039C51892}" destId="{0C7CE394-8AE6-4DD0-A76A-0EF7B2F22D96}" srcOrd="0" destOrd="0" presId="urn:microsoft.com/office/officeart/2018/5/layout/IconCircleLabelList"/>
    <dgm:cxn modelId="{849000BA-CBA0-44E4-AE22-B022E924594F}" type="presParOf" srcId="{0C7CE394-8AE6-4DD0-A76A-0EF7B2F22D96}" destId="{E26E9505-7B61-444D-AAF8-65CAFA3BE004}" srcOrd="0" destOrd="0" presId="urn:microsoft.com/office/officeart/2018/5/layout/IconCircleLabelList"/>
    <dgm:cxn modelId="{41C8F902-7339-4FEC-8BA7-BBB2B67A1AC0}" type="presParOf" srcId="{0C7CE394-8AE6-4DD0-A76A-0EF7B2F22D96}" destId="{89D7CA00-B88B-46E9-8386-2CC830AF9069}" srcOrd="1" destOrd="0" presId="urn:microsoft.com/office/officeart/2018/5/layout/IconCircleLabelList"/>
    <dgm:cxn modelId="{8225F877-BB2A-4E3F-9E12-8FC22F8563F8}" type="presParOf" srcId="{0C7CE394-8AE6-4DD0-A76A-0EF7B2F22D96}" destId="{83CD1B72-DB92-4072-9301-660A13F6CFF2}" srcOrd="2" destOrd="0" presId="urn:microsoft.com/office/officeart/2018/5/layout/IconCircleLabelList"/>
    <dgm:cxn modelId="{EA022891-1E87-4FDF-AA95-D2EAD2ECF3A8}" type="presParOf" srcId="{0C7CE394-8AE6-4DD0-A76A-0EF7B2F22D96}" destId="{CB42E5CA-8B1D-4E34-9444-E1584090B54F}" srcOrd="3" destOrd="0" presId="urn:microsoft.com/office/officeart/2018/5/layout/IconCircleLabelList"/>
    <dgm:cxn modelId="{50A92CF7-7510-48DA-BCA1-883DECC4DCAE}" type="presParOf" srcId="{89A5051D-05AB-43B7-9620-796039C51892}" destId="{AFE59147-0F17-401A-8F71-EC3DDB21260C}" srcOrd="1" destOrd="0" presId="urn:microsoft.com/office/officeart/2018/5/layout/IconCircleLabelList"/>
    <dgm:cxn modelId="{B0A86448-4CC9-4D63-B1BE-84914474C547}" type="presParOf" srcId="{89A5051D-05AB-43B7-9620-796039C51892}" destId="{EF8B4AFE-2788-4E8A-BF91-5003A10A4A09}" srcOrd="2" destOrd="0" presId="urn:microsoft.com/office/officeart/2018/5/layout/IconCircleLabelList"/>
    <dgm:cxn modelId="{CA38F579-F793-4DE9-9CC9-635E11FC1B16}" type="presParOf" srcId="{EF8B4AFE-2788-4E8A-BF91-5003A10A4A09}" destId="{D3F6F29F-8892-442D-90DE-2596A5D16D0F}" srcOrd="0" destOrd="0" presId="urn:microsoft.com/office/officeart/2018/5/layout/IconCircleLabelList"/>
    <dgm:cxn modelId="{7FE3274A-C729-456B-8A02-71E7BF56A821}" type="presParOf" srcId="{EF8B4AFE-2788-4E8A-BF91-5003A10A4A09}" destId="{5441D038-2406-4728-A6AC-AE10C247C3ED}" srcOrd="1" destOrd="0" presId="urn:microsoft.com/office/officeart/2018/5/layout/IconCircleLabelList"/>
    <dgm:cxn modelId="{824F1ACA-AE7F-4D8D-B6BF-5B0A529D8C06}" type="presParOf" srcId="{EF8B4AFE-2788-4E8A-BF91-5003A10A4A09}" destId="{F8CC8663-3471-4A26-BEAA-49D99768EE99}" srcOrd="2" destOrd="0" presId="urn:microsoft.com/office/officeart/2018/5/layout/IconCircleLabelList"/>
    <dgm:cxn modelId="{F38A8AA0-B8E4-4D15-9BB1-8C1B453B0E45}" type="presParOf" srcId="{EF8B4AFE-2788-4E8A-BF91-5003A10A4A09}" destId="{4EA00314-D189-4D10-8F05-DE7C76F90656}" srcOrd="3" destOrd="0" presId="urn:microsoft.com/office/officeart/2018/5/layout/IconCircleLabelList"/>
    <dgm:cxn modelId="{5BA74875-7A68-420C-8A57-12D70F02A16D}" type="presParOf" srcId="{89A5051D-05AB-43B7-9620-796039C51892}" destId="{7F655BFC-CCE1-4DB9-9752-01A64F8F6F4C}" srcOrd="3" destOrd="0" presId="urn:microsoft.com/office/officeart/2018/5/layout/IconCircleLabelList"/>
    <dgm:cxn modelId="{AC82DA23-5C8F-4AFE-AA5D-EF1EB851A63B}" type="presParOf" srcId="{89A5051D-05AB-43B7-9620-796039C51892}" destId="{0C16382B-0430-4C73-94E2-B95F12A69ED8}" srcOrd="4" destOrd="0" presId="urn:microsoft.com/office/officeart/2018/5/layout/IconCircleLabelList"/>
    <dgm:cxn modelId="{AC18B98F-D808-4C6B-8072-3061428BF87A}" type="presParOf" srcId="{0C16382B-0430-4C73-94E2-B95F12A69ED8}" destId="{AD3AD084-831E-43E1-A671-29F149C95B30}" srcOrd="0" destOrd="0" presId="urn:microsoft.com/office/officeart/2018/5/layout/IconCircleLabelList"/>
    <dgm:cxn modelId="{DE8D5504-AB60-47EF-9ED3-E53F6327E4C8}" type="presParOf" srcId="{0C16382B-0430-4C73-94E2-B95F12A69ED8}" destId="{BEA754EB-306C-4FC6-8658-158BC46713E2}" srcOrd="1" destOrd="0" presId="urn:microsoft.com/office/officeart/2018/5/layout/IconCircleLabelList"/>
    <dgm:cxn modelId="{95E589A5-65B8-4674-8805-F4ACFFCD2F9B}" type="presParOf" srcId="{0C16382B-0430-4C73-94E2-B95F12A69ED8}" destId="{EFED4090-0CE6-4156-B101-35B63549AA29}" srcOrd="2" destOrd="0" presId="urn:microsoft.com/office/officeart/2018/5/layout/IconCircleLabelList"/>
    <dgm:cxn modelId="{31F41202-001C-4A69-9F06-4A03AB7AED62}" type="presParOf" srcId="{0C16382B-0430-4C73-94E2-B95F12A69ED8}" destId="{73827F71-D72C-4066-85E8-CBDCDCD317E8}" srcOrd="3" destOrd="0" presId="urn:microsoft.com/office/officeart/2018/5/layout/IconCircleLabelList"/>
    <dgm:cxn modelId="{6184A090-1F52-45B0-8E8F-A92C8C956339}" type="presParOf" srcId="{89A5051D-05AB-43B7-9620-796039C51892}" destId="{E2EDFAAB-BA8E-4549-87FC-0FB82743DC83}" srcOrd="5" destOrd="0" presId="urn:microsoft.com/office/officeart/2018/5/layout/IconCircleLabelList"/>
    <dgm:cxn modelId="{410EE6BD-27A4-421B-95B6-9472EA181726}" type="presParOf" srcId="{89A5051D-05AB-43B7-9620-796039C51892}" destId="{659A53B5-6DDF-4F85-BAFC-D7889589A1E1}" srcOrd="6" destOrd="0" presId="urn:microsoft.com/office/officeart/2018/5/layout/IconCircleLabelList"/>
    <dgm:cxn modelId="{298F0CE7-7E35-40A4-9EAC-DDC1F04BC33E}" type="presParOf" srcId="{659A53B5-6DDF-4F85-BAFC-D7889589A1E1}" destId="{7C201A9F-1110-4815-A0A9-16ACDA0D2FFC}" srcOrd="0" destOrd="0" presId="urn:microsoft.com/office/officeart/2018/5/layout/IconCircleLabelList"/>
    <dgm:cxn modelId="{89F916E5-5FC8-49A9-8CC7-640D5DEFB52A}" type="presParOf" srcId="{659A53B5-6DDF-4F85-BAFC-D7889589A1E1}" destId="{C41F18C4-222B-4ADE-8350-E35717A0F507}" srcOrd="1" destOrd="0" presId="urn:microsoft.com/office/officeart/2018/5/layout/IconCircleLabelList"/>
    <dgm:cxn modelId="{A098F802-B19C-48C1-834C-B262CDA86861}" type="presParOf" srcId="{659A53B5-6DDF-4F85-BAFC-D7889589A1E1}" destId="{44B336B7-D20F-41D6-9A6A-351A4441422E}" srcOrd="2" destOrd="0" presId="urn:microsoft.com/office/officeart/2018/5/layout/IconCircleLabelList"/>
    <dgm:cxn modelId="{9503A684-42FC-44E7-B7A8-5794792E6C82}" type="presParOf" srcId="{659A53B5-6DDF-4F85-BAFC-D7889589A1E1}" destId="{1B4505D2-C731-4872-9FEF-6E209B1F382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91F0BE-E7A6-3C4B-8E49-BA5337B52FFD}" type="doc">
      <dgm:prSet loTypeId="urn:microsoft.com/office/officeart/2005/8/layout/cycle6" loCatId="" qsTypeId="urn:microsoft.com/office/officeart/2005/8/quickstyle/simple1" qsCatId="simple" csTypeId="urn:microsoft.com/office/officeart/2005/8/colors/accent1_2" csCatId="accent1" phldr="1"/>
      <dgm:spPr/>
      <dgm:t>
        <a:bodyPr/>
        <a:lstStyle/>
        <a:p>
          <a:endParaRPr lang="en-US"/>
        </a:p>
      </dgm:t>
    </dgm:pt>
    <dgm:pt modelId="{FD103691-CB8B-3B46-A668-A8A2CBCAC3D9}">
      <dgm:prSet phldrT="[Text]" custT="1"/>
      <dgm:spPr>
        <a:scene3d>
          <a:camera prst="orthographicFront"/>
          <a:lightRig rig="threePt" dir="t"/>
        </a:scene3d>
        <a:sp3d>
          <a:bevelT prst="angle"/>
        </a:sp3d>
      </dgm:spPr>
      <dgm:t>
        <a:bodyPr/>
        <a:lstStyle/>
        <a:p>
          <a:r>
            <a:rPr lang="en-US" sz="2400" b="1" dirty="0"/>
            <a:t>Experience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4FCE4AE-65C5-F64C-B3EF-4EAB9A835F74}" type="parTrans" cxnId="{2B28937F-38B3-2444-A127-D2044A5DE3CE}">
      <dgm:prSet/>
      <dgm:spPr/>
      <dgm:t>
        <a:bodyPr/>
        <a:lstStyle/>
        <a:p>
          <a:endParaRPr lang="en-US" sz="2000"/>
        </a:p>
      </dgm:t>
    </dgm:pt>
    <dgm:pt modelId="{43D4A1E1-44BD-C248-A516-210B99F16E29}" type="sibTrans" cxnId="{2B28937F-38B3-2444-A127-D2044A5DE3CE}">
      <dgm:prSet/>
      <dgm:spPr/>
      <dgm:t>
        <a:bodyPr/>
        <a:lstStyle/>
        <a:p>
          <a:endParaRPr lang="en-US" sz="2000"/>
        </a:p>
      </dgm:t>
    </dgm:pt>
    <dgm:pt modelId="{6B3AE2C8-75AD-5D4B-9DF2-F2D3843B79B0}">
      <dgm:prSet phldrT="[Text]" custT="1"/>
      <dgm:spPr>
        <a:solidFill>
          <a:srgbClr val="FFC000"/>
        </a:solidFill>
        <a:scene3d>
          <a:camera prst="orthographicFront"/>
          <a:lightRig rig="threePt" dir="t"/>
        </a:scene3d>
        <a:sp3d>
          <a:bevelT prst="angle"/>
        </a:sp3d>
      </dgm:spPr>
      <dgm:t>
        <a:bodyPr/>
        <a:lstStyle/>
        <a:p>
          <a:r>
            <a:rPr lang="en-US" sz="2400" b="1" dirty="0">
              <a:solidFill>
                <a:schemeClr val="tx1"/>
              </a:solidFill>
            </a:rPr>
            <a:t>Social </a:t>
          </a:r>
        </a:p>
        <a:p>
          <a:r>
            <a:rPr lang="en-US" sz="2400" b="1" dirty="0">
              <a:solidFill>
                <a:schemeClr val="tx1"/>
              </a:solidFill>
            </a:rPr>
            <a:t>Expectations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FDDB8A2-5E4E-574F-849C-0414DF0E0CDE}" type="parTrans" cxnId="{D364D889-1A16-E546-A20B-59F6FE8F7BD4}">
      <dgm:prSet/>
      <dgm:spPr/>
      <dgm:t>
        <a:bodyPr/>
        <a:lstStyle/>
        <a:p>
          <a:endParaRPr lang="en-US" sz="2000"/>
        </a:p>
      </dgm:t>
    </dgm:pt>
    <dgm:pt modelId="{1B77CF2C-E46E-0647-8A56-5D5BAF073336}" type="sibTrans" cxnId="{D364D889-1A16-E546-A20B-59F6FE8F7BD4}">
      <dgm:prSet/>
      <dgm:spPr/>
      <dgm:t>
        <a:bodyPr/>
        <a:lstStyle/>
        <a:p>
          <a:endParaRPr lang="en-US" sz="2000"/>
        </a:p>
      </dgm:t>
    </dgm:pt>
    <dgm:pt modelId="{3A25014B-A203-1649-A4DA-33CF73C3C1EB}">
      <dgm:prSet phldrT="[Text]" custT="1"/>
      <dgm:spPr>
        <a:solidFill>
          <a:srgbClr val="7030A0"/>
        </a:solidFill>
        <a:scene3d>
          <a:camera prst="orthographicFront"/>
          <a:lightRig rig="threePt" dir="t"/>
        </a:scene3d>
        <a:sp3d>
          <a:bevelT prst="angle"/>
        </a:sp3d>
      </dgm:spPr>
      <dgm:t>
        <a:bodyPr/>
        <a:lstStyle/>
        <a:p>
          <a:r>
            <a:rPr lang="en-US" sz="2400" b="1" dirty="0"/>
            <a:t>Societal Expectations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74135E6-5C02-3B4E-BB05-AF031378823F}" type="parTrans" cxnId="{78C5FEA7-496C-3F4E-98F3-6E60CAB0266F}">
      <dgm:prSet/>
      <dgm:spPr/>
      <dgm:t>
        <a:bodyPr/>
        <a:lstStyle/>
        <a:p>
          <a:endParaRPr lang="en-US" sz="2000"/>
        </a:p>
      </dgm:t>
    </dgm:pt>
    <dgm:pt modelId="{A5A57639-5583-FB49-8029-85160B4792E1}" type="sibTrans" cxnId="{78C5FEA7-496C-3F4E-98F3-6E60CAB0266F}">
      <dgm:prSet/>
      <dgm:spPr/>
      <dgm:t>
        <a:bodyPr/>
        <a:lstStyle/>
        <a:p>
          <a:endParaRPr lang="en-US" sz="2000"/>
        </a:p>
      </dgm:t>
    </dgm:pt>
    <dgm:pt modelId="{B48D6674-752A-9546-9087-03F62FE01B3F}">
      <dgm:prSet phldrT="[Text]" custT="1"/>
      <dgm:spPr>
        <a:solidFill>
          <a:srgbClr val="C00000"/>
        </a:solidFill>
        <a:scene3d>
          <a:camera prst="orthographicFront"/>
          <a:lightRig rig="threePt" dir="t"/>
        </a:scene3d>
        <a:sp3d>
          <a:bevelT prst="angle"/>
        </a:sp3d>
      </dgm:spPr>
      <dgm:t>
        <a:bodyPr/>
        <a:lstStyle/>
        <a:p>
          <a:r>
            <a:rPr lang="en-US" sz="2400" b="1" dirty="0"/>
            <a:t>Peers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DCD4686-45F6-5045-A248-7380E3DC8FA9}" type="parTrans" cxnId="{C8A031D6-143A-954F-BD34-5FA19E419DDD}">
      <dgm:prSet/>
      <dgm:spPr/>
      <dgm:t>
        <a:bodyPr/>
        <a:lstStyle/>
        <a:p>
          <a:endParaRPr lang="en-US" sz="2000"/>
        </a:p>
      </dgm:t>
    </dgm:pt>
    <dgm:pt modelId="{4E00E239-8EEE-154E-8ED7-F509E72E9198}" type="sibTrans" cxnId="{C8A031D6-143A-954F-BD34-5FA19E419DDD}">
      <dgm:prSet/>
      <dgm:spPr/>
      <dgm:t>
        <a:bodyPr/>
        <a:lstStyle/>
        <a:p>
          <a:endParaRPr lang="en-US" sz="2000"/>
        </a:p>
      </dgm:t>
    </dgm:pt>
    <dgm:pt modelId="{82943F14-E655-8548-AB85-0918B4F2226F}">
      <dgm:prSet phldrT="[Text]" custT="1"/>
      <dgm:spPr>
        <a:solidFill>
          <a:srgbClr val="002060"/>
        </a:solidFill>
        <a:scene3d>
          <a:camera prst="orthographicFront"/>
          <a:lightRig rig="threePt" dir="t"/>
        </a:scene3d>
        <a:sp3d>
          <a:bevelT prst="angle"/>
        </a:sp3d>
      </dgm:spPr>
      <dgm:t>
        <a:bodyPr/>
        <a:lstStyle/>
        <a:p>
          <a:r>
            <a:rPr lang="en-US" sz="2400" b="1" dirty="0"/>
            <a:t>Authority Figures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58DC961-034F-4D48-BCCF-55EA50CDDD61}" type="parTrans" cxnId="{08016F50-AE39-394D-A8CC-E1F4AC152383}">
      <dgm:prSet/>
      <dgm:spPr/>
      <dgm:t>
        <a:bodyPr/>
        <a:lstStyle/>
        <a:p>
          <a:endParaRPr lang="en-US" sz="2000"/>
        </a:p>
      </dgm:t>
    </dgm:pt>
    <dgm:pt modelId="{852CB784-D77E-8F43-9E0C-6E267F5720E6}" type="sibTrans" cxnId="{08016F50-AE39-394D-A8CC-E1F4AC152383}">
      <dgm:prSet/>
      <dgm:spPr/>
      <dgm:t>
        <a:bodyPr/>
        <a:lstStyle/>
        <a:p>
          <a:endParaRPr lang="en-US" sz="2000"/>
        </a:p>
      </dgm:t>
    </dgm:pt>
    <dgm:pt modelId="{1330933E-2F4C-0E43-BB56-3D2E5656DCFF}">
      <dgm:prSet custT="1"/>
      <dgm:spPr>
        <a:solidFill>
          <a:srgbClr val="00B050"/>
        </a:solidFill>
        <a:scene3d>
          <a:camera prst="orthographicFront"/>
          <a:lightRig rig="threePt" dir="t"/>
        </a:scene3d>
        <a:sp3d>
          <a:bevelT prst="angle"/>
        </a:sp3d>
      </dgm:spPr>
      <dgm:t>
        <a:bodyPr/>
        <a:lstStyle/>
        <a:p>
          <a:r>
            <a:rPr lang="en-US" sz="2800" dirty="0"/>
            <a:t>Culture</a:t>
          </a:r>
        </a:p>
      </dgm:t>
    </dgm:pt>
    <dgm:pt modelId="{FD11DADF-3395-924C-B89C-A9BB7BED08FF}" type="parTrans" cxnId="{92EFB740-2B5E-944A-9106-C9773EB471B5}">
      <dgm:prSet/>
      <dgm:spPr/>
      <dgm:t>
        <a:bodyPr/>
        <a:lstStyle/>
        <a:p>
          <a:endParaRPr lang="en-US"/>
        </a:p>
      </dgm:t>
    </dgm:pt>
    <dgm:pt modelId="{FC47E264-97A8-3F43-8A61-28AB62E57581}" type="sibTrans" cxnId="{92EFB740-2B5E-944A-9106-C9773EB471B5}">
      <dgm:prSet/>
      <dgm:spPr/>
      <dgm:t>
        <a:bodyPr/>
        <a:lstStyle/>
        <a:p>
          <a:endParaRPr lang="en-US"/>
        </a:p>
      </dgm:t>
    </dgm:pt>
    <dgm:pt modelId="{3E701364-E88D-844E-B02C-17361E5DA7C2}" type="pres">
      <dgm:prSet presAssocID="{FB91F0BE-E7A6-3C4B-8E49-BA5337B52FFD}" presName="cycle" presStyleCnt="0">
        <dgm:presLayoutVars>
          <dgm:dir/>
          <dgm:resizeHandles val="exact"/>
        </dgm:presLayoutVars>
      </dgm:prSet>
      <dgm:spPr/>
    </dgm:pt>
    <dgm:pt modelId="{6E850CF3-5224-4643-957D-53E03E1EE7D0}" type="pres">
      <dgm:prSet presAssocID="{FD103691-CB8B-3B46-A668-A8A2CBCAC3D9}" presName="node" presStyleLbl="node1" presStyleIdx="0" presStyleCnt="6" custScaleX="137521" custScaleY="85126">
        <dgm:presLayoutVars>
          <dgm:bulletEnabled val="1"/>
        </dgm:presLayoutVars>
      </dgm:prSet>
      <dgm:spPr/>
    </dgm:pt>
    <dgm:pt modelId="{DD85E40B-1434-BD48-8E6C-9CED8BA300F8}" type="pres">
      <dgm:prSet presAssocID="{FD103691-CB8B-3B46-A668-A8A2CBCAC3D9}" presName="spNode" presStyleCnt="0"/>
      <dgm:spPr/>
    </dgm:pt>
    <dgm:pt modelId="{77811A70-D3AE-0C41-8D6A-1D07D32ADEBA}" type="pres">
      <dgm:prSet presAssocID="{43D4A1E1-44BD-C248-A516-210B99F16E29}" presName="sibTrans" presStyleLbl="sibTrans1D1" presStyleIdx="0" presStyleCnt="6"/>
      <dgm:spPr/>
    </dgm:pt>
    <dgm:pt modelId="{BFA542A5-C28D-0B43-B7BF-3857B76FC18C}" type="pres">
      <dgm:prSet presAssocID="{6B3AE2C8-75AD-5D4B-9DF2-F2D3843B79B0}" presName="node" presStyleLbl="node1" presStyleIdx="1" presStyleCnt="6" custScaleX="107311" custScaleY="87232" custRadScaleRad="105452" custRadScaleInc="13441">
        <dgm:presLayoutVars>
          <dgm:bulletEnabled val="1"/>
        </dgm:presLayoutVars>
      </dgm:prSet>
      <dgm:spPr/>
    </dgm:pt>
    <dgm:pt modelId="{1A0D2687-9E6A-DA43-B78D-58AFB5825E8D}" type="pres">
      <dgm:prSet presAssocID="{6B3AE2C8-75AD-5D4B-9DF2-F2D3843B79B0}" presName="spNode" presStyleCnt="0"/>
      <dgm:spPr/>
    </dgm:pt>
    <dgm:pt modelId="{DE1333E7-AE3C-E446-9982-63466BCD8846}" type="pres">
      <dgm:prSet presAssocID="{1B77CF2C-E46E-0647-8A56-5D5BAF073336}" presName="sibTrans" presStyleLbl="sibTrans1D1" presStyleIdx="1" presStyleCnt="6"/>
      <dgm:spPr/>
    </dgm:pt>
    <dgm:pt modelId="{E505CE0C-A16C-2E44-B33A-31F184E7897D}" type="pres">
      <dgm:prSet presAssocID="{3A25014B-A203-1649-A4DA-33CF73C3C1EB}" presName="node" presStyleLbl="node1" presStyleIdx="2" presStyleCnt="6" custScaleX="108994">
        <dgm:presLayoutVars>
          <dgm:bulletEnabled val="1"/>
        </dgm:presLayoutVars>
      </dgm:prSet>
      <dgm:spPr/>
    </dgm:pt>
    <dgm:pt modelId="{6050E01C-68A2-DC49-8F8C-A2535160F820}" type="pres">
      <dgm:prSet presAssocID="{3A25014B-A203-1649-A4DA-33CF73C3C1EB}" presName="spNode" presStyleCnt="0"/>
      <dgm:spPr/>
    </dgm:pt>
    <dgm:pt modelId="{2E320D0A-8826-A146-8D82-2F1027EF1FBC}" type="pres">
      <dgm:prSet presAssocID="{A5A57639-5583-FB49-8029-85160B4792E1}" presName="sibTrans" presStyleLbl="sibTrans1D1" presStyleIdx="2" presStyleCnt="6"/>
      <dgm:spPr/>
    </dgm:pt>
    <dgm:pt modelId="{E1E2F9C0-F9CF-9245-9927-EC71104EAC4D}" type="pres">
      <dgm:prSet presAssocID="{B48D6674-752A-9546-9087-03F62FE01B3F}" presName="node" presStyleLbl="node1" presStyleIdx="3" presStyleCnt="6">
        <dgm:presLayoutVars>
          <dgm:bulletEnabled val="1"/>
        </dgm:presLayoutVars>
      </dgm:prSet>
      <dgm:spPr/>
    </dgm:pt>
    <dgm:pt modelId="{0471B209-199B-864C-BCE2-35102CD08647}" type="pres">
      <dgm:prSet presAssocID="{B48D6674-752A-9546-9087-03F62FE01B3F}" presName="spNode" presStyleCnt="0"/>
      <dgm:spPr/>
    </dgm:pt>
    <dgm:pt modelId="{AA19C0B5-7F8E-974A-BF9D-E0ED8C6DFB9D}" type="pres">
      <dgm:prSet presAssocID="{4E00E239-8EEE-154E-8ED7-F509E72E9198}" presName="sibTrans" presStyleLbl="sibTrans1D1" presStyleIdx="3" presStyleCnt="6"/>
      <dgm:spPr/>
    </dgm:pt>
    <dgm:pt modelId="{F4ED4812-BED9-E64A-AF8B-B841C13632DC}" type="pres">
      <dgm:prSet presAssocID="{82943F14-E655-8548-AB85-0918B4F2226F}" presName="node" presStyleLbl="node1" presStyleIdx="4" presStyleCnt="6">
        <dgm:presLayoutVars>
          <dgm:bulletEnabled val="1"/>
        </dgm:presLayoutVars>
      </dgm:prSet>
      <dgm:spPr/>
    </dgm:pt>
    <dgm:pt modelId="{E4D0421B-A6AC-E14A-9A58-40FA1665D6E5}" type="pres">
      <dgm:prSet presAssocID="{82943F14-E655-8548-AB85-0918B4F2226F}" presName="spNode" presStyleCnt="0"/>
      <dgm:spPr/>
    </dgm:pt>
    <dgm:pt modelId="{75A3F0E0-CFD0-F840-BF0E-42D54E35DE33}" type="pres">
      <dgm:prSet presAssocID="{852CB784-D77E-8F43-9E0C-6E267F5720E6}" presName="sibTrans" presStyleLbl="sibTrans1D1" presStyleIdx="4" presStyleCnt="6"/>
      <dgm:spPr/>
    </dgm:pt>
    <dgm:pt modelId="{641B4FB8-F210-1A4A-8B14-8F0B6711CC03}" type="pres">
      <dgm:prSet presAssocID="{1330933E-2F4C-0E43-BB56-3D2E5656DCFF}" presName="node" presStyleLbl="node1" presStyleIdx="5" presStyleCnt="6" custScaleX="95344" custScaleY="83760">
        <dgm:presLayoutVars>
          <dgm:bulletEnabled val="1"/>
        </dgm:presLayoutVars>
      </dgm:prSet>
      <dgm:spPr/>
    </dgm:pt>
    <dgm:pt modelId="{7C4D2DDC-3553-8643-A17A-B3B5C2CABE8F}" type="pres">
      <dgm:prSet presAssocID="{1330933E-2F4C-0E43-BB56-3D2E5656DCFF}" presName="spNode" presStyleCnt="0"/>
      <dgm:spPr/>
    </dgm:pt>
    <dgm:pt modelId="{5B442DD5-943D-7A40-8E2E-37682C4A4694}" type="pres">
      <dgm:prSet presAssocID="{FC47E264-97A8-3F43-8A61-28AB62E57581}" presName="sibTrans" presStyleLbl="sibTrans1D1" presStyleIdx="5" presStyleCnt="6"/>
      <dgm:spPr/>
    </dgm:pt>
  </dgm:ptLst>
  <dgm:cxnLst>
    <dgm:cxn modelId="{C4ADE610-F441-BB4A-ABEF-01BA94B8139A}" type="presOf" srcId="{6B3AE2C8-75AD-5D4B-9DF2-F2D3843B79B0}" destId="{BFA542A5-C28D-0B43-B7BF-3857B76FC18C}" srcOrd="0" destOrd="0" presId="urn:microsoft.com/office/officeart/2005/8/layout/cycle6"/>
    <dgm:cxn modelId="{E93C742A-6DB4-594B-A678-DE49E6690567}" type="presOf" srcId="{4E00E239-8EEE-154E-8ED7-F509E72E9198}" destId="{AA19C0B5-7F8E-974A-BF9D-E0ED8C6DFB9D}" srcOrd="0" destOrd="0" presId="urn:microsoft.com/office/officeart/2005/8/layout/cycle6"/>
    <dgm:cxn modelId="{D81E5930-837A-074F-BDC7-3434034B2F41}" type="presOf" srcId="{82943F14-E655-8548-AB85-0918B4F2226F}" destId="{F4ED4812-BED9-E64A-AF8B-B841C13632DC}" srcOrd="0" destOrd="0" presId="urn:microsoft.com/office/officeart/2005/8/layout/cycle6"/>
    <dgm:cxn modelId="{3C90DA31-0C2A-084C-A251-D3F09FCC76FF}" type="presOf" srcId="{852CB784-D77E-8F43-9E0C-6E267F5720E6}" destId="{75A3F0E0-CFD0-F840-BF0E-42D54E35DE33}" srcOrd="0" destOrd="0" presId="urn:microsoft.com/office/officeart/2005/8/layout/cycle6"/>
    <dgm:cxn modelId="{43310640-6000-5F4B-80A1-716A857C3B34}" type="presOf" srcId="{1B77CF2C-E46E-0647-8A56-5D5BAF073336}" destId="{DE1333E7-AE3C-E446-9982-63466BCD8846}" srcOrd="0" destOrd="0" presId="urn:microsoft.com/office/officeart/2005/8/layout/cycle6"/>
    <dgm:cxn modelId="{92EFB740-2B5E-944A-9106-C9773EB471B5}" srcId="{FB91F0BE-E7A6-3C4B-8E49-BA5337B52FFD}" destId="{1330933E-2F4C-0E43-BB56-3D2E5656DCFF}" srcOrd="5" destOrd="0" parTransId="{FD11DADF-3395-924C-B89C-A9BB7BED08FF}" sibTransId="{FC47E264-97A8-3F43-8A61-28AB62E57581}"/>
    <dgm:cxn modelId="{5C5A1A42-567B-534A-B5CF-F65E2A5EC9AD}" type="presOf" srcId="{A5A57639-5583-FB49-8029-85160B4792E1}" destId="{2E320D0A-8826-A146-8D82-2F1027EF1FBC}" srcOrd="0" destOrd="0" presId="urn:microsoft.com/office/officeart/2005/8/layout/cycle6"/>
    <dgm:cxn modelId="{08016F50-AE39-394D-A8CC-E1F4AC152383}" srcId="{FB91F0BE-E7A6-3C4B-8E49-BA5337B52FFD}" destId="{82943F14-E655-8548-AB85-0918B4F2226F}" srcOrd="4" destOrd="0" parTransId="{458DC961-034F-4D48-BCCF-55EA50CDDD61}" sibTransId="{852CB784-D77E-8F43-9E0C-6E267F5720E6}"/>
    <dgm:cxn modelId="{5CA64571-47DB-3C48-A3A7-B8AE79D6DDC7}" type="presOf" srcId="{FD103691-CB8B-3B46-A668-A8A2CBCAC3D9}" destId="{6E850CF3-5224-4643-957D-53E03E1EE7D0}" srcOrd="0" destOrd="0" presId="urn:microsoft.com/office/officeart/2005/8/layout/cycle6"/>
    <dgm:cxn modelId="{2B28937F-38B3-2444-A127-D2044A5DE3CE}" srcId="{FB91F0BE-E7A6-3C4B-8E49-BA5337B52FFD}" destId="{FD103691-CB8B-3B46-A668-A8A2CBCAC3D9}" srcOrd="0" destOrd="0" parTransId="{44FCE4AE-65C5-F64C-B3EF-4EAB9A835F74}" sibTransId="{43D4A1E1-44BD-C248-A516-210B99F16E29}"/>
    <dgm:cxn modelId="{D364D889-1A16-E546-A20B-59F6FE8F7BD4}" srcId="{FB91F0BE-E7A6-3C4B-8E49-BA5337B52FFD}" destId="{6B3AE2C8-75AD-5D4B-9DF2-F2D3843B79B0}" srcOrd="1" destOrd="0" parTransId="{CFDDB8A2-5E4E-574F-849C-0414DF0E0CDE}" sibTransId="{1B77CF2C-E46E-0647-8A56-5D5BAF073336}"/>
    <dgm:cxn modelId="{DDD9F48D-2E2B-B94D-8B54-A63A7FB59C3A}" type="presOf" srcId="{1330933E-2F4C-0E43-BB56-3D2E5656DCFF}" destId="{641B4FB8-F210-1A4A-8B14-8F0B6711CC03}" srcOrd="0" destOrd="0" presId="urn:microsoft.com/office/officeart/2005/8/layout/cycle6"/>
    <dgm:cxn modelId="{9574AE96-D061-5D44-8906-B16E30005C92}" type="presOf" srcId="{B48D6674-752A-9546-9087-03F62FE01B3F}" destId="{E1E2F9C0-F9CF-9245-9927-EC71104EAC4D}" srcOrd="0" destOrd="0" presId="urn:microsoft.com/office/officeart/2005/8/layout/cycle6"/>
    <dgm:cxn modelId="{78C5FEA7-496C-3F4E-98F3-6E60CAB0266F}" srcId="{FB91F0BE-E7A6-3C4B-8E49-BA5337B52FFD}" destId="{3A25014B-A203-1649-A4DA-33CF73C3C1EB}" srcOrd="2" destOrd="0" parTransId="{074135E6-5C02-3B4E-BB05-AF031378823F}" sibTransId="{A5A57639-5583-FB49-8029-85160B4792E1}"/>
    <dgm:cxn modelId="{7B7994C1-EF90-6249-BCED-C0E628294FF9}" type="presOf" srcId="{3A25014B-A203-1649-A4DA-33CF73C3C1EB}" destId="{E505CE0C-A16C-2E44-B33A-31F184E7897D}" srcOrd="0" destOrd="0" presId="urn:microsoft.com/office/officeart/2005/8/layout/cycle6"/>
    <dgm:cxn modelId="{FE80E1C4-9A5E-B245-BF7C-590CE8618867}" type="presOf" srcId="{FB91F0BE-E7A6-3C4B-8E49-BA5337B52FFD}" destId="{3E701364-E88D-844E-B02C-17361E5DA7C2}" srcOrd="0" destOrd="0" presId="urn:microsoft.com/office/officeart/2005/8/layout/cycle6"/>
    <dgm:cxn modelId="{5C0A64D1-FFF8-124F-A740-A1E6D2D9B898}" type="presOf" srcId="{FC47E264-97A8-3F43-8A61-28AB62E57581}" destId="{5B442DD5-943D-7A40-8E2E-37682C4A4694}" srcOrd="0" destOrd="0" presId="urn:microsoft.com/office/officeart/2005/8/layout/cycle6"/>
    <dgm:cxn modelId="{C8A031D6-143A-954F-BD34-5FA19E419DDD}" srcId="{FB91F0BE-E7A6-3C4B-8E49-BA5337B52FFD}" destId="{B48D6674-752A-9546-9087-03F62FE01B3F}" srcOrd="3" destOrd="0" parTransId="{7DCD4686-45F6-5045-A248-7380E3DC8FA9}" sibTransId="{4E00E239-8EEE-154E-8ED7-F509E72E9198}"/>
    <dgm:cxn modelId="{5480DEEB-7443-884E-BCDA-B2C16F73626E}" type="presOf" srcId="{43D4A1E1-44BD-C248-A516-210B99F16E29}" destId="{77811A70-D3AE-0C41-8D6A-1D07D32ADEBA}" srcOrd="0" destOrd="0" presId="urn:microsoft.com/office/officeart/2005/8/layout/cycle6"/>
    <dgm:cxn modelId="{FB604979-7FBA-874A-AA73-A2D4B914863E}" type="presParOf" srcId="{3E701364-E88D-844E-B02C-17361E5DA7C2}" destId="{6E850CF3-5224-4643-957D-53E03E1EE7D0}" srcOrd="0" destOrd="0" presId="urn:microsoft.com/office/officeart/2005/8/layout/cycle6"/>
    <dgm:cxn modelId="{45CF6815-5FEE-994B-ABF6-20144E38298C}" type="presParOf" srcId="{3E701364-E88D-844E-B02C-17361E5DA7C2}" destId="{DD85E40B-1434-BD48-8E6C-9CED8BA300F8}" srcOrd="1" destOrd="0" presId="urn:microsoft.com/office/officeart/2005/8/layout/cycle6"/>
    <dgm:cxn modelId="{85CD1BE3-FA5A-8F4B-B7B2-AFEDC59F4A82}" type="presParOf" srcId="{3E701364-E88D-844E-B02C-17361E5DA7C2}" destId="{77811A70-D3AE-0C41-8D6A-1D07D32ADEBA}" srcOrd="2" destOrd="0" presId="urn:microsoft.com/office/officeart/2005/8/layout/cycle6"/>
    <dgm:cxn modelId="{823D9C8B-A507-114A-9DBE-1B7441CED016}" type="presParOf" srcId="{3E701364-E88D-844E-B02C-17361E5DA7C2}" destId="{BFA542A5-C28D-0B43-B7BF-3857B76FC18C}" srcOrd="3" destOrd="0" presId="urn:microsoft.com/office/officeart/2005/8/layout/cycle6"/>
    <dgm:cxn modelId="{FDC175A6-03D5-654D-9668-736F9E97BB3D}" type="presParOf" srcId="{3E701364-E88D-844E-B02C-17361E5DA7C2}" destId="{1A0D2687-9E6A-DA43-B78D-58AFB5825E8D}" srcOrd="4" destOrd="0" presId="urn:microsoft.com/office/officeart/2005/8/layout/cycle6"/>
    <dgm:cxn modelId="{D655FB38-DCE4-D447-B765-3367BCBCE793}" type="presParOf" srcId="{3E701364-E88D-844E-B02C-17361E5DA7C2}" destId="{DE1333E7-AE3C-E446-9982-63466BCD8846}" srcOrd="5" destOrd="0" presId="urn:microsoft.com/office/officeart/2005/8/layout/cycle6"/>
    <dgm:cxn modelId="{7AA906C2-D8E4-CA4B-8072-03477FAC2157}" type="presParOf" srcId="{3E701364-E88D-844E-B02C-17361E5DA7C2}" destId="{E505CE0C-A16C-2E44-B33A-31F184E7897D}" srcOrd="6" destOrd="0" presId="urn:microsoft.com/office/officeart/2005/8/layout/cycle6"/>
    <dgm:cxn modelId="{0E0D33D5-B2CF-7B46-9020-A71E0BE0E8D4}" type="presParOf" srcId="{3E701364-E88D-844E-B02C-17361E5DA7C2}" destId="{6050E01C-68A2-DC49-8F8C-A2535160F820}" srcOrd="7" destOrd="0" presId="urn:microsoft.com/office/officeart/2005/8/layout/cycle6"/>
    <dgm:cxn modelId="{1545CBEB-2EBC-8B44-8AA7-394149845CE8}" type="presParOf" srcId="{3E701364-E88D-844E-B02C-17361E5DA7C2}" destId="{2E320D0A-8826-A146-8D82-2F1027EF1FBC}" srcOrd="8" destOrd="0" presId="urn:microsoft.com/office/officeart/2005/8/layout/cycle6"/>
    <dgm:cxn modelId="{EA8BB2DA-7E34-4446-AA6A-3692517CED16}" type="presParOf" srcId="{3E701364-E88D-844E-B02C-17361E5DA7C2}" destId="{E1E2F9C0-F9CF-9245-9927-EC71104EAC4D}" srcOrd="9" destOrd="0" presId="urn:microsoft.com/office/officeart/2005/8/layout/cycle6"/>
    <dgm:cxn modelId="{964D41A4-A90C-4543-A8F0-8F8DA260A8A9}" type="presParOf" srcId="{3E701364-E88D-844E-B02C-17361E5DA7C2}" destId="{0471B209-199B-864C-BCE2-35102CD08647}" srcOrd="10" destOrd="0" presId="urn:microsoft.com/office/officeart/2005/8/layout/cycle6"/>
    <dgm:cxn modelId="{9956EB34-F42F-A047-A9FA-11EB6AE54A35}" type="presParOf" srcId="{3E701364-E88D-844E-B02C-17361E5DA7C2}" destId="{AA19C0B5-7F8E-974A-BF9D-E0ED8C6DFB9D}" srcOrd="11" destOrd="0" presId="urn:microsoft.com/office/officeart/2005/8/layout/cycle6"/>
    <dgm:cxn modelId="{C4925FC5-53AB-314B-832C-B6120BF05CF7}" type="presParOf" srcId="{3E701364-E88D-844E-B02C-17361E5DA7C2}" destId="{F4ED4812-BED9-E64A-AF8B-B841C13632DC}" srcOrd="12" destOrd="0" presId="urn:microsoft.com/office/officeart/2005/8/layout/cycle6"/>
    <dgm:cxn modelId="{70A1F6A3-9BAA-A549-8643-016B27F0472F}" type="presParOf" srcId="{3E701364-E88D-844E-B02C-17361E5DA7C2}" destId="{E4D0421B-A6AC-E14A-9A58-40FA1665D6E5}" srcOrd="13" destOrd="0" presId="urn:microsoft.com/office/officeart/2005/8/layout/cycle6"/>
    <dgm:cxn modelId="{A8664996-C520-3542-87D8-05238DE106FF}" type="presParOf" srcId="{3E701364-E88D-844E-B02C-17361E5DA7C2}" destId="{75A3F0E0-CFD0-F840-BF0E-42D54E35DE33}" srcOrd="14" destOrd="0" presId="urn:microsoft.com/office/officeart/2005/8/layout/cycle6"/>
    <dgm:cxn modelId="{11CAFA1D-5659-9E4D-95E4-683A0BEF4415}" type="presParOf" srcId="{3E701364-E88D-844E-B02C-17361E5DA7C2}" destId="{641B4FB8-F210-1A4A-8B14-8F0B6711CC03}" srcOrd="15" destOrd="0" presId="urn:microsoft.com/office/officeart/2005/8/layout/cycle6"/>
    <dgm:cxn modelId="{92113A8C-6604-4342-94C1-13D124F566BD}" type="presParOf" srcId="{3E701364-E88D-844E-B02C-17361E5DA7C2}" destId="{7C4D2DDC-3553-8643-A17A-B3B5C2CABE8F}" srcOrd="16" destOrd="0" presId="urn:microsoft.com/office/officeart/2005/8/layout/cycle6"/>
    <dgm:cxn modelId="{30DE0022-0715-834A-8350-8A4057E1A3B6}" type="presParOf" srcId="{3E701364-E88D-844E-B02C-17361E5DA7C2}" destId="{5B442DD5-943D-7A40-8E2E-37682C4A4694}"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E94DEB-D5EB-4A8D-A20C-08E76D64F79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3E55F23-F04A-445C-9AEE-9EE09F5726F6}">
      <dgm:prSet custT="1"/>
      <dgm:spPr/>
      <dgm:t>
        <a:bodyPr anchor="t" anchorCtr="0"/>
        <a:lstStyle/>
        <a:p>
          <a:r>
            <a:rPr lang="en-US" sz="2400" dirty="0"/>
            <a:t>1. Provide information about benefits of working in the community</a:t>
          </a:r>
        </a:p>
      </dgm:t>
    </dgm:pt>
    <dgm:pt modelId="{BC48EB45-793C-451C-8142-238184B73ADB}" type="parTrans" cxnId="{1B662FBE-7430-4897-B80C-9F3508AE8AC4}">
      <dgm:prSet/>
      <dgm:spPr/>
      <dgm:t>
        <a:bodyPr/>
        <a:lstStyle/>
        <a:p>
          <a:endParaRPr lang="en-US"/>
        </a:p>
      </dgm:t>
    </dgm:pt>
    <dgm:pt modelId="{F8A92A17-BE33-4A18-B74F-456E09A6029A}" type="sibTrans" cxnId="{1B662FBE-7430-4897-B80C-9F3508AE8AC4}">
      <dgm:prSet/>
      <dgm:spPr/>
      <dgm:t>
        <a:bodyPr/>
        <a:lstStyle/>
        <a:p>
          <a:endParaRPr lang="en-US"/>
        </a:p>
      </dgm:t>
    </dgm:pt>
    <dgm:pt modelId="{1325BE50-6957-4E0A-A60A-EA9BC73A92CA}">
      <dgm:prSet custT="1"/>
      <dgm:spPr/>
      <dgm:t>
        <a:bodyPr/>
        <a:lstStyle/>
        <a:p>
          <a:r>
            <a:rPr lang="en-US" sz="2400" dirty="0"/>
            <a:t>2. Facilitate visits to employment settings &amp; similar experiences</a:t>
          </a:r>
          <a:br>
            <a:rPr lang="en-US" sz="2400" dirty="0"/>
          </a:br>
          <a:r>
            <a:rPr lang="en-US" sz="2400" dirty="0"/>
            <a:t>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23ABDC7-C102-40A1-8694-A0EFA8EE1FED}" type="parTrans" cxnId="{6DECC078-F4BF-477D-B8E5-1349DF992B65}">
      <dgm:prSet/>
      <dgm:spPr/>
      <dgm:t>
        <a:bodyPr/>
        <a:lstStyle/>
        <a:p>
          <a:endParaRPr lang="en-US"/>
        </a:p>
      </dgm:t>
    </dgm:pt>
    <dgm:pt modelId="{D89E923E-50FC-46A5-B95C-BEAC6E6E2F66}" type="sibTrans" cxnId="{6DECC078-F4BF-477D-B8E5-1349DF992B65}">
      <dgm:prSet/>
      <dgm:spPr/>
      <dgm:t>
        <a:bodyPr/>
        <a:lstStyle/>
        <a:p>
          <a:endParaRPr lang="en-US"/>
        </a:p>
      </dgm:t>
    </dgm:pt>
    <dgm:pt modelId="{29A5DF26-00A8-4CAB-9F7C-0A68F96CF3C7}">
      <dgm:prSet custT="1"/>
      <dgm:spPr/>
      <dgm:t>
        <a:bodyPr anchor="t" anchorCtr="0"/>
        <a:lstStyle/>
        <a:p>
          <a:r>
            <a:rPr lang="en-US" sz="2400" dirty="0"/>
            <a:t>3. Peer-to-peer discussions</a:t>
          </a:r>
        </a:p>
      </dgm:t>
    </dgm:pt>
    <dgm:pt modelId="{BB81B8D6-DD09-4997-846E-A1D50FD5DEC4}" type="parTrans" cxnId="{982A16CF-B0C5-4FAC-A3C1-0F1A4CDD221B}">
      <dgm:prSet/>
      <dgm:spPr/>
      <dgm:t>
        <a:bodyPr/>
        <a:lstStyle/>
        <a:p>
          <a:endParaRPr lang="en-US"/>
        </a:p>
      </dgm:t>
    </dgm:pt>
    <dgm:pt modelId="{06791DF5-A527-4FDC-9968-B5EA5FA73F3E}" type="sibTrans" cxnId="{982A16CF-B0C5-4FAC-A3C1-0F1A4CDD221B}">
      <dgm:prSet/>
      <dgm:spPr/>
      <dgm:t>
        <a:bodyPr/>
        <a:lstStyle/>
        <a:p>
          <a:endParaRPr lang="en-US"/>
        </a:p>
      </dgm:t>
    </dgm:pt>
    <dgm:pt modelId="{56FFF24E-5932-4A27-951E-93EBC9FEB111}">
      <dgm:prSet custT="1"/>
      <dgm:spPr/>
      <dgm:t>
        <a:bodyPr anchor="t" anchorCtr="0"/>
        <a:lstStyle/>
        <a:p>
          <a:r>
            <a:rPr lang="en-US" sz="2000" dirty="0"/>
            <a:t>4. Identify &amp; address any concerns or objections raised by individual or relevant decision maker</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F0ED9CF1-446C-49B1-8C0C-8AD159E1B37D}" type="parTrans" cxnId="{DAB2908D-5764-4D7B-BD25-91AC4626E7AE}">
      <dgm:prSet/>
      <dgm:spPr/>
      <dgm:t>
        <a:bodyPr/>
        <a:lstStyle/>
        <a:p>
          <a:endParaRPr lang="en-US"/>
        </a:p>
      </dgm:t>
    </dgm:pt>
    <dgm:pt modelId="{71128CEB-1343-476F-A327-2F52D90FB04B}" type="sibTrans" cxnId="{DAB2908D-5764-4D7B-BD25-91AC4626E7AE}">
      <dgm:prSet/>
      <dgm:spPr/>
      <dgm:t>
        <a:bodyPr/>
        <a:lstStyle/>
        <a:p>
          <a:endParaRPr lang="en-US"/>
        </a:p>
      </dgm:t>
    </dgm:pt>
    <dgm:pt modelId="{5D62F274-FE75-4408-9D8F-5FAD8B9C8CA3}">
      <dgm:prSet custT="1"/>
      <dgm:spPr/>
      <dgm:t>
        <a:bodyPr anchor="t" anchorCtr="0"/>
        <a:lstStyle/>
        <a:p>
          <a:r>
            <a:rPr lang="en-US" sz="2400" dirty="0"/>
            <a:t>5. Regularly revisit a decision about not working in the community</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6C50457-2D62-4B0F-BDBA-D2A7EA0F4686}" type="parTrans" cxnId="{D2CEA39B-8264-46E5-BAE1-2D322C9B2882}">
      <dgm:prSet/>
      <dgm:spPr/>
      <dgm:t>
        <a:bodyPr/>
        <a:lstStyle/>
        <a:p>
          <a:endParaRPr lang="en-US"/>
        </a:p>
      </dgm:t>
    </dgm:pt>
    <dgm:pt modelId="{A9355FDD-96F3-42B0-A887-01011C6EE422}" type="sibTrans" cxnId="{D2CEA39B-8264-46E5-BAE1-2D322C9B2882}">
      <dgm:prSet/>
      <dgm:spPr/>
      <dgm:t>
        <a:bodyPr/>
        <a:lstStyle/>
        <a:p>
          <a:endParaRPr lang="en-US"/>
        </a:p>
      </dgm:t>
    </dgm:pt>
    <dgm:pt modelId="{80A2D192-A137-4E27-9ADE-912B9BA59E8B}" type="pres">
      <dgm:prSet presAssocID="{14E94DEB-D5EB-4A8D-A20C-08E76D64F796}" presName="root" presStyleCnt="0">
        <dgm:presLayoutVars>
          <dgm:dir/>
          <dgm:resizeHandles val="exact"/>
        </dgm:presLayoutVars>
      </dgm:prSet>
      <dgm:spPr/>
    </dgm:pt>
    <dgm:pt modelId="{6942106F-564D-4B8B-8D8F-6AC597D4C694}" type="pres">
      <dgm:prSet presAssocID="{B3E55F23-F04A-445C-9AEE-9EE09F5726F6}" presName="compNode" presStyleCnt="0"/>
      <dgm:spPr/>
    </dgm:pt>
    <dgm:pt modelId="{0B2652A9-20B2-4780-9FCD-EC3F762F72A6}" type="pres">
      <dgm:prSet presAssocID="{B3E55F23-F04A-445C-9AEE-9EE09F5726F6}" presName="bgRect" presStyleLbl="bgShp" presStyleIdx="0"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AE97A6C-7F3F-48FC-9674-76BA7B7E8A82}" type="pres">
      <dgm:prSet presAssocID="{B3E55F23-F04A-445C-9AEE-9EE09F5726F6}"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cument"/>
        </a:ext>
      </dgm:extLst>
    </dgm:pt>
    <dgm:pt modelId="{3232DFD8-16DA-45F9-A482-4E11993ABE05}" type="pres">
      <dgm:prSet presAssocID="{B3E55F23-F04A-445C-9AEE-9EE09F5726F6}" presName="spaceRect" presStyleCnt="0"/>
      <dgm:spPr/>
    </dgm:pt>
    <dgm:pt modelId="{8EF2FF7B-1ACE-41E6-A1FD-E1D2B2F742C1}" type="pres">
      <dgm:prSet presAssocID="{B3E55F23-F04A-445C-9AEE-9EE09F5726F6}" presName="parTx" presStyleLbl="revTx" presStyleIdx="0" presStyleCnt="5" custLinFactNeighborX="789" custLinFactNeighborY="-16202">
        <dgm:presLayoutVars>
          <dgm:chMax val="0"/>
          <dgm:chPref val="0"/>
        </dgm:presLayoutVars>
      </dgm:prSet>
      <dgm:spPr/>
    </dgm:pt>
    <dgm:pt modelId="{CF533803-0C25-405E-83B4-987F24212D3C}" type="pres">
      <dgm:prSet presAssocID="{F8A92A17-BE33-4A18-B74F-456E09A6029A}" presName="sibTrans" presStyleCnt="0"/>
      <dgm:spPr/>
    </dgm:pt>
    <dgm:pt modelId="{DEB2DBD5-8316-4442-8C94-563E91575428}" type="pres">
      <dgm:prSet presAssocID="{1325BE50-6957-4E0A-A60A-EA9BC73A92CA}" presName="compNode" presStyleCnt="0"/>
      <dgm:spPr/>
    </dgm:pt>
    <dgm:pt modelId="{8F9EBA6B-93CB-45E3-87F8-82DDDBCD66CF}" type="pres">
      <dgm:prSet presAssocID="{1325BE50-6957-4E0A-A60A-EA9BC73A92CA}" presName="bgRect" presStyleLbl="bgShp" presStyleIdx="1" presStyleCnt="5"/>
      <dgm:spPr>
        <a:solidFill>
          <a:schemeClr val="accent3">
            <a:lumMod val="50000"/>
          </a:schemeClr>
        </a:solidFill>
      </dgm:spPr>
    </dgm:pt>
    <dgm:pt modelId="{29FFEF88-12E5-4AB5-A7BC-87D69AFCCFF3}" type="pres">
      <dgm:prSet presAssocID="{1325BE50-6957-4E0A-A60A-EA9BC73A92CA}"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iosk"/>
        </a:ext>
      </dgm:extLst>
    </dgm:pt>
    <dgm:pt modelId="{A53021DE-5359-4B77-8E9A-CC7B9A9302D3}" type="pres">
      <dgm:prSet presAssocID="{1325BE50-6957-4E0A-A60A-EA9BC73A92CA}" presName="spaceRect" presStyleCnt="0"/>
      <dgm:spPr/>
    </dgm:pt>
    <dgm:pt modelId="{54287581-AB4B-405F-9245-0BC4C6CEE6B5}" type="pres">
      <dgm:prSet presAssocID="{1325BE50-6957-4E0A-A60A-EA9BC73A92CA}" presName="parTx" presStyleLbl="revTx" presStyleIdx="1" presStyleCnt="5" custLinFactNeighborX="789" custLinFactNeighborY="5614">
        <dgm:presLayoutVars>
          <dgm:chMax val="0"/>
          <dgm:chPref val="0"/>
        </dgm:presLayoutVars>
      </dgm:prSet>
      <dgm:spPr/>
    </dgm:pt>
    <dgm:pt modelId="{C90938FF-57C5-4F65-AC10-19D75DC02660}" type="pres">
      <dgm:prSet presAssocID="{D89E923E-50FC-46A5-B95C-BEAC6E6E2F66}" presName="sibTrans" presStyleCnt="0"/>
      <dgm:spPr/>
    </dgm:pt>
    <dgm:pt modelId="{0CAA048D-EBD0-49B2-A530-5AC854CF2F49}" type="pres">
      <dgm:prSet presAssocID="{29A5DF26-00A8-4CAB-9F7C-0A68F96CF3C7}" presName="compNode" presStyleCnt="0"/>
      <dgm:spPr/>
    </dgm:pt>
    <dgm:pt modelId="{C330D5CF-D226-4994-8FAE-F42D375A1740}" type="pres">
      <dgm:prSet presAssocID="{29A5DF26-00A8-4CAB-9F7C-0A68F96CF3C7}" presName="bgRect" presStyleLbl="bgShp" presStyleIdx="2" presStyleCnt="5"/>
      <dgm:spPr>
        <a:solidFill>
          <a:schemeClr val="accent4">
            <a:lumMod val="50000"/>
          </a:schemeClr>
        </a:solid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E2E5F161-F76D-49C4-A1DB-45DC4B3D0D7F}" type="pres">
      <dgm:prSet presAssocID="{29A5DF26-00A8-4CAB-9F7C-0A68F96CF3C7}"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630FCAFB-A4BB-42CA-A14A-A57C0CFE4627}" type="pres">
      <dgm:prSet presAssocID="{29A5DF26-00A8-4CAB-9F7C-0A68F96CF3C7}" presName="spaceRect" presStyleCnt="0"/>
      <dgm:spPr/>
    </dgm:pt>
    <dgm:pt modelId="{3B60CA07-74F8-4404-ADE3-D31924A899AB}" type="pres">
      <dgm:prSet presAssocID="{29A5DF26-00A8-4CAB-9F7C-0A68F96CF3C7}" presName="parTx" presStyleLbl="revTx" presStyleIdx="2" presStyleCnt="5" custLinFactNeighborY="11232">
        <dgm:presLayoutVars>
          <dgm:chMax val="0"/>
          <dgm:chPref val="0"/>
        </dgm:presLayoutVars>
      </dgm:prSet>
      <dgm:spPr/>
    </dgm:pt>
    <dgm:pt modelId="{DE5C9566-DCB9-4F8C-AB5A-3A4415527C79}" type="pres">
      <dgm:prSet presAssocID="{06791DF5-A527-4FDC-9968-B5EA5FA73F3E}" presName="sibTrans" presStyleCnt="0"/>
      <dgm:spPr/>
    </dgm:pt>
    <dgm:pt modelId="{368D9F26-461B-4191-974C-5378A1EBC914}" type="pres">
      <dgm:prSet presAssocID="{56FFF24E-5932-4A27-951E-93EBC9FEB111}" presName="compNode" presStyleCnt="0"/>
      <dgm:spPr/>
    </dgm:pt>
    <dgm:pt modelId="{80AED3A0-2644-4B14-B924-8B299400031D}" type="pres">
      <dgm:prSet presAssocID="{56FFF24E-5932-4A27-951E-93EBC9FEB111}" presName="bgRect" presStyleLbl="bgShp" presStyleIdx="3" presStyleCnt="5"/>
      <dgm:spPr/>
    </dgm:pt>
    <dgm:pt modelId="{8C5D0BDB-3EB0-4921-8A0F-60B6F67C577F}" type="pres">
      <dgm:prSet presAssocID="{56FFF24E-5932-4A27-951E-93EBC9FEB111}"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604DE2A7-6D3B-4408-A9FF-1421BB306515}" type="pres">
      <dgm:prSet presAssocID="{56FFF24E-5932-4A27-951E-93EBC9FEB111}" presName="spaceRect" presStyleCnt="0"/>
      <dgm:spPr/>
    </dgm:pt>
    <dgm:pt modelId="{BE885D77-55F0-4030-A500-25C6006888BB}" type="pres">
      <dgm:prSet presAssocID="{56FFF24E-5932-4A27-951E-93EBC9FEB111}" presName="parTx" presStyleLbl="revTx" presStyleIdx="3" presStyleCnt="5">
        <dgm:presLayoutVars>
          <dgm:chMax val="0"/>
          <dgm:chPref val="0"/>
        </dgm:presLayoutVars>
      </dgm:prSet>
      <dgm:spPr/>
    </dgm:pt>
    <dgm:pt modelId="{13F30BE6-669E-4403-99F9-D28767079EC0}" type="pres">
      <dgm:prSet presAssocID="{71128CEB-1343-476F-A327-2F52D90FB04B}" presName="sibTrans" presStyleCnt="0"/>
      <dgm:spPr/>
    </dgm:pt>
    <dgm:pt modelId="{08F36383-22DC-4029-950C-39A791B8643A}" type="pres">
      <dgm:prSet presAssocID="{5D62F274-FE75-4408-9D8F-5FAD8B9C8CA3}" presName="compNode" presStyleCnt="0"/>
      <dgm:spPr/>
    </dgm:pt>
    <dgm:pt modelId="{5DDA1544-088B-432C-AB71-F8D79894D074}" type="pres">
      <dgm:prSet presAssocID="{5D62F274-FE75-4408-9D8F-5FAD8B9C8CA3}" presName="bgRect" presStyleLbl="bgShp" presStyleIdx="4" presStyleCnt="5"/>
      <dgm:spPr/>
    </dgm:pt>
    <dgm:pt modelId="{AEDB3F82-6BDE-4E66-B4ED-8E1087D7904D}" type="pres">
      <dgm:prSet presAssocID="{5D62F274-FE75-4408-9D8F-5FAD8B9C8CA3}"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ustomer review"/>
        </a:ext>
      </dgm:extLst>
    </dgm:pt>
    <dgm:pt modelId="{BDD983E7-CE18-441F-ADCA-BE2F18BB0C4E}" type="pres">
      <dgm:prSet presAssocID="{5D62F274-FE75-4408-9D8F-5FAD8B9C8CA3}" presName="spaceRect" presStyleCnt="0"/>
      <dgm:spPr/>
    </dgm:pt>
    <dgm:pt modelId="{3468D67A-8108-4793-B70B-F244D774569A}" type="pres">
      <dgm:prSet presAssocID="{5D62F274-FE75-4408-9D8F-5FAD8B9C8CA3}" presName="parTx" presStyleLbl="revTx" presStyleIdx="4" presStyleCnt="5">
        <dgm:presLayoutVars>
          <dgm:chMax val="0"/>
          <dgm:chPref val="0"/>
        </dgm:presLayoutVars>
      </dgm:prSet>
      <dgm:spPr/>
    </dgm:pt>
  </dgm:ptLst>
  <dgm:cxnLst>
    <dgm:cxn modelId="{78BA1613-6D41-49FD-9CEC-AD275362DF1D}" type="presOf" srcId="{B3E55F23-F04A-445C-9AEE-9EE09F5726F6}" destId="{8EF2FF7B-1ACE-41E6-A1FD-E1D2B2F742C1}" srcOrd="0" destOrd="0" presId="urn:microsoft.com/office/officeart/2018/2/layout/IconVerticalSolidList"/>
    <dgm:cxn modelId="{B2560145-7A3B-44EF-B063-601FE6A32F98}" type="presOf" srcId="{14E94DEB-D5EB-4A8D-A20C-08E76D64F796}" destId="{80A2D192-A137-4E27-9ADE-912B9BA59E8B}" srcOrd="0" destOrd="0" presId="urn:microsoft.com/office/officeart/2018/2/layout/IconVerticalSolidList"/>
    <dgm:cxn modelId="{D32D5949-C5D9-4FD9-BAC6-FFFA8E5039E3}" type="presOf" srcId="{5D62F274-FE75-4408-9D8F-5FAD8B9C8CA3}" destId="{3468D67A-8108-4793-B70B-F244D774569A}" srcOrd="0" destOrd="0" presId="urn:microsoft.com/office/officeart/2018/2/layout/IconVerticalSolidList"/>
    <dgm:cxn modelId="{6DECC078-F4BF-477D-B8E5-1349DF992B65}" srcId="{14E94DEB-D5EB-4A8D-A20C-08E76D64F796}" destId="{1325BE50-6957-4E0A-A60A-EA9BC73A92CA}" srcOrd="1" destOrd="0" parTransId="{323ABDC7-C102-40A1-8694-A0EFA8EE1FED}" sibTransId="{D89E923E-50FC-46A5-B95C-BEAC6E6E2F66}"/>
    <dgm:cxn modelId="{DAB2908D-5764-4D7B-BD25-91AC4626E7AE}" srcId="{14E94DEB-D5EB-4A8D-A20C-08E76D64F796}" destId="{56FFF24E-5932-4A27-951E-93EBC9FEB111}" srcOrd="3" destOrd="0" parTransId="{F0ED9CF1-446C-49B1-8C0C-8AD159E1B37D}" sibTransId="{71128CEB-1343-476F-A327-2F52D90FB04B}"/>
    <dgm:cxn modelId="{D2CEA39B-8264-46E5-BAE1-2D322C9B2882}" srcId="{14E94DEB-D5EB-4A8D-A20C-08E76D64F796}" destId="{5D62F274-FE75-4408-9D8F-5FAD8B9C8CA3}" srcOrd="4" destOrd="0" parTransId="{D6C50457-2D62-4B0F-BDBA-D2A7EA0F4686}" sibTransId="{A9355FDD-96F3-42B0-A887-01011C6EE422}"/>
    <dgm:cxn modelId="{5DFA61BB-B703-45C6-9CED-C87251450EBB}" type="presOf" srcId="{29A5DF26-00A8-4CAB-9F7C-0A68F96CF3C7}" destId="{3B60CA07-74F8-4404-ADE3-D31924A899AB}" srcOrd="0" destOrd="0" presId="urn:microsoft.com/office/officeart/2018/2/layout/IconVerticalSolidList"/>
    <dgm:cxn modelId="{1B662FBE-7430-4897-B80C-9F3508AE8AC4}" srcId="{14E94DEB-D5EB-4A8D-A20C-08E76D64F796}" destId="{B3E55F23-F04A-445C-9AEE-9EE09F5726F6}" srcOrd="0" destOrd="0" parTransId="{BC48EB45-793C-451C-8142-238184B73ADB}" sibTransId="{F8A92A17-BE33-4A18-B74F-456E09A6029A}"/>
    <dgm:cxn modelId="{982A16CF-B0C5-4FAC-A3C1-0F1A4CDD221B}" srcId="{14E94DEB-D5EB-4A8D-A20C-08E76D64F796}" destId="{29A5DF26-00A8-4CAB-9F7C-0A68F96CF3C7}" srcOrd="2" destOrd="0" parTransId="{BB81B8D6-DD09-4997-846E-A1D50FD5DEC4}" sibTransId="{06791DF5-A527-4FDC-9968-B5EA5FA73F3E}"/>
    <dgm:cxn modelId="{7A756DD2-2A04-4BC8-95A5-0FB90B254277}" type="presOf" srcId="{1325BE50-6957-4E0A-A60A-EA9BC73A92CA}" destId="{54287581-AB4B-405F-9245-0BC4C6CEE6B5}" srcOrd="0" destOrd="0" presId="urn:microsoft.com/office/officeart/2018/2/layout/IconVerticalSolidList"/>
    <dgm:cxn modelId="{4B0900FD-2560-4EDE-B86A-B1B8E555CA85}" type="presOf" srcId="{56FFF24E-5932-4A27-951E-93EBC9FEB111}" destId="{BE885D77-55F0-4030-A500-25C6006888BB}" srcOrd="0" destOrd="0" presId="urn:microsoft.com/office/officeart/2018/2/layout/IconVerticalSolidList"/>
    <dgm:cxn modelId="{CF7B0B44-D687-48B3-B8B5-64C23B951407}" type="presParOf" srcId="{80A2D192-A137-4E27-9ADE-912B9BA59E8B}" destId="{6942106F-564D-4B8B-8D8F-6AC597D4C694}" srcOrd="0" destOrd="0" presId="urn:microsoft.com/office/officeart/2018/2/layout/IconVerticalSolidList"/>
    <dgm:cxn modelId="{EA2623C3-0A3C-46B9-ADB2-FB3B337EA2E9}" type="presParOf" srcId="{6942106F-564D-4B8B-8D8F-6AC597D4C694}" destId="{0B2652A9-20B2-4780-9FCD-EC3F762F72A6}" srcOrd="0" destOrd="0" presId="urn:microsoft.com/office/officeart/2018/2/layout/IconVerticalSolidList"/>
    <dgm:cxn modelId="{026F286E-99C0-43D5-8AFF-DC0788B2688C}" type="presParOf" srcId="{6942106F-564D-4B8B-8D8F-6AC597D4C694}" destId="{4AE97A6C-7F3F-48FC-9674-76BA7B7E8A82}" srcOrd="1" destOrd="0" presId="urn:microsoft.com/office/officeart/2018/2/layout/IconVerticalSolidList"/>
    <dgm:cxn modelId="{E8803D90-CE70-46AE-ADF6-D4D666EA472B}" type="presParOf" srcId="{6942106F-564D-4B8B-8D8F-6AC597D4C694}" destId="{3232DFD8-16DA-45F9-A482-4E11993ABE05}" srcOrd="2" destOrd="0" presId="urn:microsoft.com/office/officeart/2018/2/layout/IconVerticalSolidList"/>
    <dgm:cxn modelId="{B70FC4BC-B684-41EE-B5E3-5060AC6E8263}" type="presParOf" srcId="{6942106F-564D-4B8B-8D8F-6AC597D4C694}" destId="{8EF2FF7B-1ACE-41E6-A1FD-E1D2B2F742C1}" srcOrd="3" destOrd="0" presId="urn:microsoft.com/office/officeart/2018/2/layout/IconVerticalSolidList"/>
    <dgm:cxn modelId="{35B365DF-BBE1-46AD-9797-70835A006B04}" type="presParOf" srcId="{80A2D192-A137-4E27-9ADE-912B9BA59E8B}" destId="{CF533803-0C25-405E-83B4-987F24212D3C}" srcOrd="1" destOrd="0" presId="urn:microsoft.com/office/officeart/2018/2/layout/IconVerticalSolidList"/>
    <dgm:cxn modelId="{459BA196-C6F8-463F-9CF1-A6E6012429B2}" type="presParOf" srcId="{80A2D192-A137-4E27-9ADE-912B9BA59E8B}" destId="{DEB2DBD5-8316-4442-8C94-563E91575428}" srcOrd="2" destOrd="0" presId="urn:microsoft.com/office/officeart/2018/2/layout/IconVerticalSolidList"/>
    <dgm:cxn modelId="{9841F5F8-125A-43CF-8613-0AC39A71CA32}" type="presParOf" srcId="{DEB2DBD5-8316-4442-8C94-563E91575428}" destId="{8F9EBA6B-93CB-45E3-87F8-82DDDBCD66CF}" srcOrd="0" destOrd="0" presId="urn:microsoft.com/office/officeart/2018/2/layout/IconVerticalSolidList"/>
    <dgm:cxn modelId="{7D2E0534-334E-47DE-83BE-88119EF893D8}" type="presParOf" srcId="{DEB2DBD5-8316-4442-8C94-563E91575428}" destId="{29FFEF88-12E5-4AB5-A7BC-87D69AFCCFF3}" srcOrd="1" destOrd="0" presId="urn:microsoft.com/office/officeart/2018/2/layout/IconVerticalSolidList"/>
    <dgm:cxn modelId="{176128EC-543F-4B18-A14E-A555408D4052}" type="presParOf" srcId="{DEB2DBD5-8316-4442-8C94-563E91575428}" destId="{A53021DE-5359-4B77-8E9A-CC7B9A9302D3}" srcOrd="2" destOrd="0" presId="urn:microsoft.com/office/officeart/2018/2/layout/IconVerticalSolidList"/>
    <dgm:cxn modelId="{03D47C96-5FE1-4EC1-AF64-C8A21315603B}" type="presParOf" srcId="{DEB2DBD5-8316-4442-8C94-563E91575428}" destId="{54287581-AB4B-405F-9245-0BC4C6CEE6B5}" srcOrd="3" destOrd="0" presId="urn:microsoft.com/office/officeart/2018/2/layout/IconVerticalSolidList"/>
    <dgm:cxn modelId="{0910A4D5-0E89-4F03-8D2B-6A34F4C11DAA}" type="presParOf" srcId="{80A2D192-A137-4E27-9ADE-912B9BA59E8B}" destId="{C90938FF-57C5-4F65-AC10-19D75DC02660}" srcOrd="3" destOrd="0" presId="urn:microsoft.com/office/officeart/2018/2/layout/IconVerticalSolidList"/>
    <dgm:cxn modelId="{D714DC88-A1C9-47EA-B23B-E5DB09A4C050}" type="presParOf" srcId="{80A2D192-A137-4E27-9ADE-912B9BA59E8B}" destId="{0CAA048D-EBD0-49B2-A530-5AC854CF2F49}" srcOrd="4" destOrd="0" presId="urn:microsoft.com/office/officeart/2018/2/layout/IconVerticalSolidList"/>
    <dgm:cxn modelId="{34369969-43F9-42E9-8520-F91E3CE5CFDD}" type="presParOf" srcId="{0CAA048D-EBD0-49B2-A530-5AC854CF2F49}" destId="{C330D5CF-D226-4994-8FAE-F42D375A1740}" srcOrd="0" destOrd="0" presId="urn:microsoft.com/office/officeart/2018/2/layout/IconVerticalSolidList"/>
    <dgm:cxn modelId="{F12F0B41-CD12-4353-835D-0D8499AF3989}" type="presParOf" srcId="{0CAA048D-EBD0-49B2-A530-5AC854CF2F49}" destId="{E2E5F161-F76D-49C4-A1DB-45DC4B3D0D7F}" srcOrd="1" destOrd="0" presId="urn:microsoft.com/office/officeart/2018/2/layout/IconVerticalSolidList"/>
    <dgm:cxn modelId="{64CB1E05-0A26-41B4-880C-726F64191B58}" type="presParOf" srcId="{0CAA048D-EBD0-49B2-A530-5AC854CF2F49}" destId="{630FCAFB-A4BB-42CA-A14A-A57C0CFE4627}" srcOrd="2" destOrd="0" presId="urn:microsoft.com/office/officeart/2018/2/layout/IconVerticalSolidList"/>
    <dgm:cxn modelId="{02C41B3E-5F7B-4680-8199-2E3B8A4F14B0}" type="presParOf" srcId="{0CAA048D-EBD0-49B2-A530-5AC854CF2F49}" destId="{3B60CA07-74F8-4404-ADE3-D31924A899AB}" srcOrd="3" destOrd="0" presId="urn:microsoft.com/office/officeart/2018/2/layout/IconVerticalSolidList"/>
    <dgm:cxn modelId="{C6920774-A1C7-4027-B785-4F3300B8D301}" type="presParOf" srcId="{80A2D192-A137-4E27-9ADE-912B9BA59E8B}" destId="{DE5C9566-DCB9-4F8C-AB5A-3A4415527C79}" srcOrd="5" destOrd="0" presId="urn:microsoft.com/office/officeart/2018/2/layout/IconVerticalSolidList"/>
    <dgm:cxn modelId="{933620EA-4BDE-4A8B-9098-322A7FCD7C80}" type="presParOf" srcId="{80A2D192-A137-4E27-9ADE-912B9BA59E8B}" destId="{368D9F26-461B-4191-974C-5378A1EBC914}" srcOrd="6" destOrd="0" presId="urn:microsoft.com/office/officeart/2018/2/layout/IconVerticalSolidList"/>
    <dgm:cxn modelId="{BB61744F-1C89-4E5F-897E-03EEDB8E16DD}" type="presParOf" srcId="{368D9F26-461B-4191-974C-5378A1EBC914}" destId="{80AED3A0-2644-4B14-B924-8B299400031D}" srcOrd="0" destOrd="0" presId="urn:microsoft.com/office/officeart/2018/2/layout/IconVerticalSolidList"/>
    <dgm:cxn modelId="{8DD7B14A-61F3-47F0-8E53-5B37B5503581}" type="presParOf" srcId="{368D9F26-461B-4191-974C-5378A1EBC914}" destId="{8C5D0BDB-3EB0-4921-8A0F-60B6F67C577F}" srcOrd="1" destOrd="0" presId="urn:microsoft.com/office/officeart/2018/2/layout/IconVerticalSolidList"/>
    <dgm:cxn modelId="{33C4E621-B0C5-4000-9CE7-8F610CC4107F}" type="presParOf" srcId="{368D9F26-461B-4191-974C-5378A1EBC914}" destId="{604DE2A7-6D3B-4408-A9FF-1421BB306515}" srcOrd="2" destOrd="0" presId="urn:microsoft.com/office/officeart/2018/2/layout/IconVerticalSolidList"/>
    <dgm:cxn modelId="{3C2402B1-0A7C-4885-9C45-2AF7135D1570}" type="presParOf" srcId="{368D9F26-461B-4191-974C-5378A1EBC914}" destId="{BE885D77-55F0-4030-A500-25C6006888BB}" srcOrd="3" destOrd="0" presId="urn:microsoft.com/office/officeart/2018/2/layout/IconVerticalSolidList"/>
    <dgm:cxn modelId="{68D4CD50-04E2-4851-BE23-0652E9C8EA14}" type="presParOf" srcId="{80A2D192-A137-4E27-9ADE-912B9BA59E8B}" destId="{13F30BE6-669E-4403-99F9-D28767079EC0}" srcOrd="7" destOrd="0" presId="urn:microsoft.com/office/officeart/2018/2/layout/IconVerticalSolidList"/>
    <dgm:cxn modelId="{0ED7D924-BF5F-48C9-B3B2-7B09F3FD2B86}" type="presParOf" srcId="{80A2D192-A137-4E27-9ADE-912B9BA59E8B}" destId="{08F36383-22DC-4029-950C-39A791B8643A}" srcOrd="8" destOrd="0" presId="urn:microsoft.com/office/officeart/2018/2/layout/IconVerticalSolidList"/>
    <dgm:cxn modelId="{D98E637E-E26A-4520-97F1-475AF79B459E}" type="presParOf" srcId="{08F36383-22DC-4029-950C-39A791B8643A}" destId="{5DDA1544-088B-432C-AB71-F8D79894D074}" srcOrd="0" destOrd="0" presId="urn:microsoft.com/office/officeart/2018/2/layout/IconVerticalSolidList"/>
    <dgm:cxn modelId="{2B555C44-AF4D-4369-839A-B1ED6F0884DF}" type="presParOf" srcId="{08F36383-22DC-4029-950C-39A791B8643A}" destId="{AEDB3F82-6BDE-4E66-B4ED-8E1087D7904D}" srcOrd="1" destOrd="0" presId="urn:microsoft.com/office/officeart/2018/2/layout/IconVerticalSolidList"/>
    <dgm:cxn modelId="{38C117C0-504D-492B-B3E5-87F98CE547F6}" type="presParOf" srcId="{08F36383-22DC-4029-950C-39A791B8643A}" destId="{BDD983E7-CE18-441F-ADCA-BE2F18BB0C4E}" srcOrd="2" destOrd="0" presId="urn:microsoft.com/office/officeart/2018/2/layout/IconVerticalSolidList"/>
    <dgm:cxn modelId="{890FE77F-3FDC-4531-B05F-8A6E9CB02D58}" type="presParOf" srcId="{08F36383-22DC-4029-950C-39A791B8643A}" destId="{3468D67A-8108-4793-B70B-F244D77456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1E6D34-D559-41F5-844B-6BA58A1F262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108813-B44F-463E-91C9-7EC04C6A7E97}">
      <dgm:prSet/>
      <dgm:spPr/>
      <dgm:t>
        <a:bodyPr/>
        <a:lstStyle/>
        <a:p>
          <a:r>
            <a:rPr lang="en-US" dirty="0"/>
            <a:t>Common concerns &amp; objections</a:t>
          </a:r>
        </a:p>
      </dgm:t>
    </dgm:pt>
    <dgm:pt modelId="{653E10FD-182C-4C11-B7BF-D7F5C39BBC37}" type="parTrans" cxnId="{0EA33510-9C59-4779-89F2-D14DE8309FAA}">
      <dgm:prSet/>
      <dgm:spPr/>
      <dgm:t>
        <a:bodyPr/>
        <a:lstStyle/>
        <a:p>
          <a:endParaRPr lang="en-US"/>
        </a:p>
      </dgm:t>
    </dgm:pt>
    <dgm:pt modelId="{466BF430-8059-48DB-8AF6-921CA13DCE49}" type="sibTrans" cxnId="{0EA33510-9C59-4779-89F2-D14DE8309FAA}">
      <dgm:prSet/>
      <dgm:spPr/>
      <dgm:t>
        <a:bodyPr/>
        <a:lstStyle/>
        <a:p>
          <a:endParaRPr lang="en-US"/>
        </a:p>
      </dgm:t>
    </dgm:pt>
    <dgm:pt modelId="{A6948837-A57D-4A3F-915E-AF5E419BEB9C}">
      <dgm:prSet/>
      <dgm:spPr/>
      <dgm:t>
        <a:bodyPr/>
        <a:lstStyle/>
        <a:p>
          <a:r>
            <a:rPr lang="en-US" dirty="0"/>
            <a:t>Responses</a:t>
          </a:r>
        </a:p>
      </dgm:t>
    </dgm:pt>
    <dgm:pt modelId="{C5D10A0F-F92C-4D31-802E-E899CFE77E37}" type="parTrans" cxnId="{5AEECA1A-0B73-4DF9-BB2B-2288F2A22E74}">
      <dgm:prSet/>
      <dgm:spPr/>
      <dgm:t>
        <a:bodyPr/>
        <a:lstStyle/>
        <a:p>
          <a:endParaRPr lang="en-US"/>
        </a:p>
      </dgm:t>
    </dgm:pt>
    <dgm:pt modelId="{0F952376-AC89-41E6-B840-3CF423B35DD8}" type="sibTrans" cxnId="{5AEECA1A-0B73-4DF9-BB2B-2288F2A22E74}">
      <dgm:prSet/>
      <dgm:spPr/>
      <dgm:t>
        <a:bodyPr/>
        <a:lstStyle/>
        <a:p>
          <a:endParaRPr lang="en-US"/>
        </a:p>
      </dgm:t>
    </dgm:pt>
    <dgm:pt modelId="{D746DBB5-CDEF-422E-B91C-805C7D50100B}" type="pres">
      <dgm:prSet presAssocID="{631E6D34-D559-41F5-844B-6BA58A1F2626}" presName="root" presStyleCnt="0">
        <dgm:presLayoutVars>
          <dgm:dir/>
          <dgm:resizeHandles val="exact"/>
        </dgm:presLayoutVars>
      </dgm:prSet>
      <dgm:spPr/>
    </dgm:pt>
    <dgm:pt modelId="{20AAB9F5-8359-4BB5-B520-FC863C5DFB6D}" type="pres">
      <dgm:prSet presAssocID="{DB108813-B44F-463E-91C9-7EC04C6A7E97}" presName="compNode" presStyleCnt="0"/>
      <dgm:spPr/>
    </dgm:pt>
    <dgm:pt modelId="{DCAA84E4-5C67-45A9-A9B8-1454AC148880}" type="pres">
      <dgm:prSet presAssocID="{DB108813-B44F-463E-91C9-7EC04C6A7E97}" presName="iconRect" presStyleLbl="node1" presStyleIdx="0" presStyleCnt="2" custScaleX="89650" custScaleY="83777" custLinFactNeighborX="-11403" custLinFactNeighborY="-2559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5ECD274B-D2E6-4B10-A8D3-499BBF447D70}" type="pres">
      <dgm:prSet presAssocID="{DB108813-B44F-463E-91C9-7EC04C6A7E97}" presName="spaceRect" presStyleCnt="0"/>
      <dgm:spPr/>
    </dgm:pt>
    <dgm:pt modelId="{298B06CF-54F0-4135-8F9D-359D75CA7E8D}" type="pres">
      <dgm:prSet presAssocID="{DB108813-B44F-463E-91C9-7EC04C6A7E97}" presName="textRect" presStyleLbl="revTx" presStyleIdx="0" presStyleCnt="2" custLinFactY="-6742" custLinFactNeighborX="-321" custLinFactNeighborY="-100000">
        <dgm:presLayoutVars>
          <dgm:chMax val="1"/>
          <dgm:chPref val="1"/>
        </dgm:presLayoutVars>
      </dgm:prSet>
      <dgm:spPr/>
    </dgm:pt>
    <dgm:pt modelId="{EDCA5BF1-24C6-4334-95FE-301B06C5D252}" type="pres">
      <dgm:prSet presAssocID="{466BF430-8059-48DB-8AF6-921CA13DCE49}" presName="sibTrans" presStyleCnt="0"/>
      <dgm:spPr/>
    </dgm:pt>
    <dgm:pt modelId="{2FD99D9F-2C9E-425C-9944-171A32C05AB4}" type="pres">
      <dgm:prSet presAssocID="{A6948837-A57D-4A3F-915E-AF5E419BEB9C}" presName="compNode" presStyleCnt="0"/>
      <dgm:spPr/>
    </dgm:pt>
    <dgm:pt modelId="{BFA87A40-D685-4E36-A439-9F929F055AD4}" type="pres">
      <dgm:prSet presAssocID="{A6948837-A57D-4A3F-915E-AF5E419BEB9C}" presName="iconRect" presStyleLbl="node1" presStyleIdx="1" presStyleCnt="2" custLinFactNeighborX="-9265" custLinFactNeighborY="-25590"/>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72CECD06-21A1-493F-B627-08AE1C132DB7}" type="pres">
      <dgm:prSet presAssocID="{A6948837-A57D-4A3F-915E-AF5E419BEB9C}" presName="spaceRect" presStyleCnt="0"/>
      <dgm:spPr/>
    </dgm:pt>
    <dgm:pt modelId="{671E7763-C112-454C-8E00-7830A9CEDFD5}" type="pres">
      <dgm:prSet presAssocID="{A6948837-A57D-4A3F-915E-AF5E419BEB9C}" presName="textRect" presStyleLbl="revTx" presStyleIdx="1" presStyleCnt="2" custLinFactY="-35199" custLinFactNeighborX="-3350" custLinFactNeighborY="-100000">
        <dgm:presLayoutVars>
          <dgm:chMax val="1"/>
          <dgm:chPref val="1"/>
        </dgm:presLayoutVars>
      </dgm:prSet>
      <dgm:spPr/>
    </dgm:pt>
  </dgm:ptLst>
  <dgm:cxnLst>
    <dgm:cxn modelId="{0EA33510-9C59-4779-89F2-D14DE8309FAA}" srcId="{631E6D34-D559-41F5-844B-6BA58A1F2626}" destId="{DB108813-B44F-463E-91C9-7EC04C6A7E97}" srcOrd="0" destOrd="0" parTransId="{653E10FD-182C-4C11-B7BF-D7F5C39BBC37}" sibTransId="{466BF430-8059-48DB-8AF6-921CA13DCE49}"/>
    <dgm:cxn modelId="{5AEECA1A-0B73-4DF9-BB2B-2288F2A22E74}" srcId="{631E6D34-D559-41F5-844B-6BA58A1F2626}" destId="{A6948837-A57D-4A3F-915E-AF5E419BEB9C}" srcOrd="1" destOrd="0" parTransId="{C5D10A0F-F92C-4D31-802E-E899CFE77E37}" sibTransId="{0F952376-AC89-41E6-B840-3CF423B35DD8}"/>
    <dgm:cxn modelId="{453D314D-D8F6-4D44-B9FB-BCB0456FA3A0}" type="presOf" srcId="{631E6D34-D559-41F5-844B-6BA58A1F2626}" destId="{D746DBB5-CDEF-422E-B91C-805C7D50100B}" srcOrd="0" destOrd="0" presId="urn:microsoft.com/office/officeart/2018/2/layout/IconLabelList"/>
    <dgm:cxn modelId="{4FFEB0B3-4EFD-4D7F-B44F-2C7BCB0F0094}" type="presOf" srcId="{A6948837-A57D-4A3F-915E-AF5E419BEB9C}" destId="{671E7763-C112-454C-8E00-7830A9CEDFD5}" srcOrd="0" destOrd="0" presId="urn:microsoft.com/office/officeart/2018/2/layout/IconLabelList"/>
    <dgm:cxn modelId="{764588B8-C769-4710-8AF9-634CC26B54BD}" type="presOf" srcId="{DB108813-B44F-463E-91C9-7EC04C6A7E97}" destId="{298B06CF-54F0-4135-8F9D-359D75CA7E8D}" srcOrd="0" destOrd="0" presId="urn:microsoft.com/office/officeart/2018/2/layout/IconLabelList"/>
    <dgm:cxn modelId="{76553B66-E313-4189-874A-2761BACB8193}" type="presParOf" srcId="{D746DBB5-CDEF-422E-B91C-805C7D50100B}" destId="{20AAB9F5-8359-4BB5-B520-FC863C5DFB6D}" srcOrd="0" destOrd="0" presId="urn:microsoft.com/office/officeart/2018/2/layout/IconLabelList"/>
    <dgm:cxn modelId="{39FF33DE-8DB4-4516-B711-F19CA8F0B993}" type="presParOf" srcId="{20AAB9F5-8359-4BB5-B520-FC863C5DFB6D}" destId="{DCAA84E4-5C67-45A9-A9B8-1454AC148880}" srcOrd="0" destOrd="0" presId="urn:microsoft.com/office/officeart/2018/2/layout/IconLabelList"/>
    <dgm:cxn modelId="{18033CA2-B3D4-4C15-A532-723278D758D5}" type="presParOf" srcId="{20AAB9F5-8359-4BB5-B520-FC863C5DFB6D}" destId="{5ECD274B-D2E6-4B10-A8D3-499BBF447D70}" srcOrd="1" destOrd="0" presId="urn:microsoft.com/office/officeart/2018/2/layout/IconLabelList"/>
    <dgm:cxn modelId="{34FB31C3-90E7-464A-BA3B-652251D67B1C}" type="presParOf" srcId="{20AAB9F5-8359-4BB5-B520-FC863C5DFB6D}" destId="{298B06CF-54F0-4135-8F9D-359D75CA7E8D}" srcOrd="2" destOrd="0" presId="urn:microsoft.com/office/officeart/2018/2/layout/IconLabelList"/>
    <dgm:cxn modelId="{BEE8589C-C649-43A2-96AF-45CDB6F1DCF8}" type="presParOf" srcId="{D746DBB5-CDEF-422E-B91C-805C7D50100B}" destId="{EDCA5BF1-24C6-4334-95FE-301B06C5D252}" srcOrd="1" destOrd="0" presId="urn:microsoft.com/office/officeart/2018/2/layout/IconLabelList"/>
    <dgm:cxn modelId="{2BA5E0A4-7313-4F80-B1FF-B4A7FC37B922}" type="presParOf" srcId="{D746DBB5-CDEF-422E-B91C-805C7D50100B}" destId="{2FD99D9F-2C9E-425C-9944-171A32C05AB4}" srcOrd="2" destOrd="0" presId="urn:microsoft.com/office/officeart/2018/2/layout/IconLabelList"/>
    <dgm:cxn modelId="{C9740182-E9A8-49FE-948E-17CA4143FA94}" type="presParOf" srcId="{2FD99D9F-2C9E-425C-9944-171A32C05AB4}" destId="{BFA87A40-D685-4E36-A439-9F929F055AD4}" srcOrd="0" destOrd="0" presId="urn:microsoft.com/office/officeart/2018/2/layout/IconLabelList"/>
    <dgm:cxn modelId="{496476C4-5B79-4252-ACE3-352F7D25068D}" type="presParOf" srcId="{2FD99D9F-2C9E-425C-9944-171A32C05AB4}" destId="{72CECD06-21A1-493F-B627-08AE1C132DB7}" srcOrd="1" destOrd="0" presId="urn:microsoft.com/office/officeart/2018/2/layout/IconLabelList"/>
    <dgm:cxn modelId="{F63A2C22-FA0C-4CE9-AB58-2ED19F1A60A1}" type="presParOf" srcId="{2FD99D9F-2C9E-425C-9944-171A32C05AB4}" destId="{671E7763-C112-454C-8E00-7830A9CEDFD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8B3504-17CF-1543-B4C5-AC8FCD8A5E1B}" type="doc">
      <dgm:prSet loTypeId="urn:microsoft.com/office/officeart/2005/8/layout/pyramid1" loCatId="" qsTypeId="urn:microsoft.com/office/officeart/2005/8/quickstyle/simple1" qsCatId="simple" csTypeId="urn:microsoft.com/office/officeart/2005/8/colors/accent1_2" csCatId="accent1" phldr="1"/>
      <dgm:spPr/>
    </dgm:pt>
    <dgm:pt modelId="{E0DE21BE-ED56-7A4E-BDDB-4DAD21F502A3}">
      <dgm:prSet phldrT="[Text]" custT="1"/>
      <dgm:spPr>
        <a:solidFill>
          <a:schemeClr val="bg1">
            <a:lumMod val="65000"/>
          </a:schemeClr>
        </a:solidFill>
      </dgm:spPr>
      <dgm:t>
        <a:bodyPr/>
        <a:lstStyle/>
        <a:p>
          <a:endParaRPr lang="en-US" sz="2000" dirty="0"/>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1F7FB14-C41E-C849-B91B-067C4AA4C792}" type="parTrans" cxnId="{15D49412-FE4A-144A-AAEA-583595F5CA0C}">
      <dgm:prSet/>
      <dgm:spPr/>
      <dgm:t>
        <a:bodyPr/>
        <a:lstStyle/>
        <a:p>
          <a:endParaRPr lang="en-US"/>
        </a:p>
      </dgm:t>
    </dgm:pt>
    <dgm:pt modelId="{2D5404B3-0509-454F-A4C4-755D2307488D}" type="sibTrans" cxnId="{15D49412-FE4A-144A-AAEA-583595F5CA0C}">
      <dgm:prSet/>
      <dgm:spPr/>
      <dgm:t>
        <a:bodyPr/>
        <a:lstStyle/>
        <a:p>
          <a:endParaRPr lang="en-US"/>
        </a:p>
      </dgm:t>
    </dgm:pt>
    <dgm:pt modelId="{26ADA526-D0F8-6A4A-9D26-A200AEC3B12E}">
      <dgm:prSet phldrT="[Text]"/>
      <dgm:spPr/>
      <dgm:t>
        <a:bodyPr/>
        <a:lstStyle/>
        <a:p>
          <a:r>
            <a:rPr lang="en-US" dirty="0"/>
            <a:t>Work Change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5C7B850-CCC4-C340-BF94-D26BF3D06B62}" type="parTrans" cxnId="{9487DCC2-E7D3-BC42-BDF0-5C0855D2AFB1}">
      <dgm:prSet/>
      <dgm:spPr/>
      <dgm:t>
        <a:bodyPr/>
        <a:lstStyle/>
        <a:p>
          <a:endParaRPr lang="en-US"/>
        </a:p>
      </dgm:t>
    </dgm:pt>
    <dgm:pt modelId="{CFBCFAA2-ABA1-EA4D-8941-6B9EFA1CBD26}" type="sibTrans" cxnId="{9487DCC2-E7D3-BC42-BDF0-5C0855D2AFB1}">
      <dgm:prSet/>
      <dgm:spPr/>
      <dgm:t>
        <a:bodyPr/>
        <a:lstStyle/>
        <a:p>
          <a:endParaRPr lang="en-US"/>
        </a:p>
      </dgm:t>
    </dgm:pt>
    <dgm:pt modelId="{1BD7D013-41A5-3F4E-BD97-9A6A4EC2F3B2}">
      <dgm:prSet phldrT="[Text]"/>
      <dgm:spPr>
        <a:solidFill>
          <a:schemeClr val="bg1">
            <a:lumMod val="65000"/>
          </a:schemeClr>
        </a:solidFill>
      </dgm:spPr>
      <dgm:t>
        <a:bodyPr/>
        <a:lstStyle/>
        <a:p>
          <a:r>
            <a:rPr lang="en-US" dirty="0"/>
            <a:t>Searching</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2E9FE4B9-C307-774C-A211-66E46497A003}" type="parTrans" cxnId="{79F879D8-DF41-1144-82B0-B70D28E3B828}">
      <dgm:prSet/>
      <dgm:spPr/>
      <dgm:t>
        <a:bodyPr/>
        <a:lstStyle/>
        <a:p>
          <a:endParaRPr lang="en-US"/>
        </a:p>
      </dgm:t>
    </dgm:pt>
    <dgm:pt modelId="{0F75A5F5-2738-E044-8F9D-9351ABA8CA28}" type="sibTrans" cxnId="{79F879D8-DF41-1144-82B0-B70D28E3B828}">
      <dgm:prSet/>
      <dgm:spPr/>
      <dgm:t>
        <a:bodyPr/>
        <a:lstStyle/>
        <a:p>
          <a:endParaRPr lang="en-US"/>
        </a:p>
      </dgm:t>
    </dgm:pt>
    <dgm:pt modelId="{467C9357-7DA6-8F45-AEA3-90FF8A271301}">
      <dgm:prSet/>
      <dgm:spPr/>
      <dgm:t>
        <a:bodyPr/>
        <a:lstStyle/>
        <a:p>
          <a:r>
            <a:rPr lang="en-US" dirty="0"/>
            <a:t>Preparatory</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FD7F228-C0EA-4942-BA98-1C2A6F14AD3E}" type="parTrans" cxnId="{BCF4708B-55C7-834F-9F6B-B6BD4D725FE7}">
      <dgm:prSet/>
      <dgm:spPr/>
      <dgm:t>
        <a:bodyPr/>
        <a:lstStyle/>
        <a:p>
          <a:endParaRPr lang="en-US"/>
        </a:p>
      </dgm:t>
    </dgm:pt>
    <dgm:pt modelId="{09680253-23F7-704F-ACF0-42C56BE24C8C}" type="sibTrans" cxnId="{BCF4708B-55C7-834F-9F6B-B6BD4D725FE7}">
      <dgm:prSet/>
      <dgm:spPr/>
      <dgm:t>
        <a:bodyPr/>
        <a:lstStyle/>
        <a:p>
          <a:endParaRPr lang="en-US"/>
        </a:p>
      </dgm:t>
    </dgm:pt>
    <dgm:pt modelId="{2C9ECC17-137D-C446-ABCE-0EDC553742E1}">
      <dgm:prSet/>
      <dgm:spPr>
        <a:solidFill>
          <a:schemeClr val="bg1">
            <a:lumMod val="65000"/>
          </a:schemeClr>
        </a:solidFill>
      </dgm:spPr>
      <dgm:t>
        <a:bodyPr/>
        <a:lstStyle/>
        <a:p>
          <a:r>
            <a:rPr lang="en-US" dirty="0"/>
            <a:t>Contemplative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E929B58-ACCC-A14B-861F-9BC47DCDC9D2}" type="parTrans" cxnId="{87A854B8-786F-394F-A121-756EF3C6CB87}">
      <dgm:prSet/>
      <dgm:spPr/>
      <dgm:t>
        <a:bodyPr/>
        <a:lstStyle/>
        <a:p>
          <a:endParaRPr lang="en-US"/>
        </a:p>
      </dgm:t>
    </dgm:pt>
    <dgm:pt modelId="{A2BCC77B-6528-A04B-8C75-FD76429E7565}" type="sibTrans" cxnId="{87A854B8-786F-394F-A121-756EF3C6CB87}">
      <dgm:prSet/>
      <dgm:spPr/>
      <dgm:t>
        <a:bodyPr/>
        <a:lstStyle/>
        <a:p>
          <a:endParaRPr lang="en-US"/>
        </a:p>
      </dgm:t>
    </dgm:pt>
    <dgm:pt modelId="{89FA6C9C-24AF-704A-96F6-17AD45788118}">
      <dgm:prSet/>
      <dgm:spPr/>
      <dgm:t>
        <a:bodyPr/>
        <a:lstStyle/>
        <a:p>
          <a:r>
            <a:rPr lang="en-US" dirty="0"/>
            <a:t>Pre-Contemplative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68CDD83-015E-E042-910D-DFDE08DE1444}" type="parTrans" cxnId="{AFB20C71-795F-6B4C-95BC-4BA17F57953E}">
      <dgm:prSet/>
      <dgm:spPr/>
      <dgm:t>
        <a:bodyPr/>
        <a:lstStyle/>
        <a:p>
          <a:endParaRPr lang="en-US"/>
        </a:p>
      </dgm:t>
    </dgm:pt>
    <dgm:pt modelId="{29FF364B-5DAD-8E40-B12C-5CD28F87019C}" type="sibTrans" cxnId="{AFB20C71-795F-6B4C-95BC-4BA17F57953E}">
      <dgm:prSet/>
      <dgm:spPr/>
      <dgm:t>
        <a:bodyPr/>
        <a:lstStyle/>
        <a:p>
          <a:endParaRPr lang="en-US"/>
        </a:p>
      </dgm:t>
    </dgm:pt>
    <dgm:pt modelId="{6E25DE2A-ED5A-B949-8A2A-E7A17E7C6798}" type="pres">
      <dgm:prSet presAssocID="{3E8B3504-17CF-1543-B4C5-AC8FCD8A5E1B}" presName="Name0" presStyleCnt="0">
        <dgm:presLayoutVars>
          <dgm:dir/>
          <dgm:animLvl val="lvl"/>
          <dgm:resizeHandles val="exact"/>
        </dgm:presLayoutVars>
      </dgm:prSet>
      <dgm:spPr/>
    </dgm:pt>
    <dgm:pt modelId="{D3891C00-3B99-7840-AC21-BFCD5560C421}" type="pres">
      <dgm:prSet presAssocID="{E0DE21BE-ED56-7A4E-BDDB-4DAD21F502A3}" presName="Name8" presStyleCnt="0"/>
      <dgm:spPr/>
    </dgm:pt>
    <dgm:pt modelId="{4A287743-B65F-3A42-A34B-9CAF9CDEA0F0}" type="pres">
      <dgm:prSet presAssocID="{E0DE21BE-ED56-7A4E-BDDB-4DAD21F502A3}" presName="level" presStyleLbl="node1" presStyleIdx="0" presStyleCnt="6">
        <dgm:presLayoutVars>
          <dgm:chMax val="1"/>
          <dgm:bulletEnabled val="1"/>
        </dgm:presLayoutVars>
      </dgm:prSet>
      <dgm:spPr/>
    </dgm:pt>
    <dgm:pt modelId="{0105F201-FEF4-0240-A38C-9C8EB58F282B}" type="pres">
      <dgm:prSet presAssocID="{E0DE21BE-ED56-7A4E-BDDB-4DAD21F502A3}" presName="levelTx" presStyleLbl="revTx" presStyleIdx="0" presStyleCnt="0">
        <dgm:presLayoutVars>
          <dgm:chMax val="1"/>
          <dgm:bulletEnabled val="1"/>
        </dgm:presLayoutVars>
      </dgm:prSet>
      <dgm:spPr/>
    </dgm:pt>
    <dgm:pt modelId="{74A74937-43A5-9544-969E-27673ACE65F7}" type="pres">
      <dgm:prSet presAssocID="{26ADA526-D0F8-6A4A-9D26-A200AEC3B12E}" presName="Name8" presStyleCnt="0"/>
      <dgm:spPr/>
    </dgm:pt>
    <dgm:pt modelId="{AD13CE8D-80F4-314B-94CF-DD9A5B9E6B0D}" type="pres">
      <dgm:prSet presAssocID="{26ADA526-D0F8-6A4A-9D26-A200AEC3B12E}" presName="level" presStyleLbl="node1" presStyleIdx="1" presStyleCnt="6">
        <dgm:presLayoutVars>
          <dgm:chMax val="1"/>
          <dgm:bulletEnabled val="1"/>
        </dgm:presLayoutVars>
      </dgm:prSet>
      <dgm:spPr/>
    </dgm:pt>
    <dgm:pt modelId="{EAF99E1E-B760-9342-8897-538427E657B5}" type="pres">
      <dgm:prSet presAssocID="{26ADA526-D0F8-6A4A-9D26-A200AEC3B12E}" presName="levelTx" presStyleLbl="revTx" presStyleIdx="0" presStyleCnt="0">
        <dgm:presLayoutVars>
          <dgm:chMax val="1"/>
          <dgm:bulletEnabled val="1"/>
        </dgm:presLayoutVars>
      </dgm:prSet>
      <dgm:spPr/>
    </dgm:pt>
    <dgm:pt modelId="{04EF7EA9-22CD-9147-9777-C92E47E34C6E}" type="pres">
      <dgm:prSet presAssocID="{1BD7D013-41A5-3F4E-BD97-9A6A4EC2F3B2}" presName="Name8" presStyleCnt="0"/>
      <dgm:spPr/>
    </dgm:pt>
    <dgm:pt modelId="{6263D990-E8D5-2741-9790-957D46305EFE}" type="pres">
      <dgm:prSet presAssocID="{1BD7D013-41A5-3F4E-BD97-9A6A4EC2F3B2}" presName="level" presStyleLbl="node1" presStyleIdx="2" presStyleCnt="6">
        <dgm:presLayoutVars>
          <dgm:chMax val="1"/>
          <dgm:bulletEnabled val="1"/>
        </dgm:presLayoutVars>
      </dgm:prSet>
      <dgm:spPr/>
    </dgm:pt>
    <dgm:pt modelId="{45CA0AD4-6FDF-AA40-9558-96A180B2420C}" type="pres">
      <dgm:prSet presAssocID="{1BD7D013-41A5-3F4E-BD97-9A6A4EC2F3B2}" presName="levelTx" presStyleLbl="revTx" presStyleIdx="0" presStyleCnt="0">
        <dgm:presLayoutVars>
          <dgm:chMax val="1"/>
          <dgm:bulletEnabled val="1"/>
        </dgm:presLayoutVars>
      </dgm:prSet>
      <dgm:spPr/>
    </dgm:pt>
    <dgm:pt modelId="{7714EB98-043D-364F-AC5D-0DCC1F2855DB}" type="pres">
      <dgm:prSet presAssocID="{467C9357-7DA6-8F45-AEA3-90FF8A271301}" presName="Name8" presStyleCnt="0"/>
      <dgm:spPr/>
    </dgm:pt>
    <dgm:pt modelId="{C30B7ADE-BDDA-E546-9507-AA519A5380F0}" type="pres">
      <dgm:prSet presAssocID="{467C9357-7DA6-8F45-AEA3-90FF8A271301}" presName="level" presStyleLbl="node1" presStyleIdx="3" presStyleCnt="6">
        <dgm:presLayoutVars>
          <dgm:chMax val="1"/>
          <dgm:bulletEnabled val="1"/>
        </dgm:presLayoutVars>
      </dgm:prSet>
      <dgm:spPr/>
    </dgm:pt>
    <dgm:pt modelId="{E83B8189-0DF4-DD41-BBE2-82F6631B08E9}" type="pres">
      <dgm:prSet presAssocID="{467C9357-7DA6-8F45-AEA3-90FF8A271301}" presName="levelTx" presStyleLbl="revTx" presStyleIdx="0" presStyleCnt="0">
        <dgm:presLayoutVars>
          <dgm:chMax val="1"/>
          <dgm:bulletEnabled val="1"/>
        </dgm:presLayoutVars>
      </dgm:prSet>
      <dgm:spPr/>
    </dgm:pt>
    <dgm:pt modelId="{8332B344-6BF0-0448-9BD9-EFA5AF31CDB9}" type="pres">
      <dgm:prSet presAssocID="{2C9ECC17-137D-C446-ABCE-0EDC553742E1}" presName="Name8" presStyleCnt="0"/>
      <dgm:spPr/>
    </dgm:pt>
    <dgm:pt modelId="{14FD2F1B-4F47-E44A-A7BE-5FF1BD6606F5}" type="pres">
      <dgm:prSet presAssocID="{2C9ECC17-137D-C446-ABCE-0EDC553742E1}" presName="level" presStyleLbl="node1" presStyleIdx="4" presStyleCnt="6">
        <dgm:presLayoutVars>
          <dgm:chMax val="1"/>
          <dgm:bulletEnabled val="1"/>
        </dgm:presLayoutVars>
      </dgm:prSet>
      <dgm:spPr/>
    </dgm:pt>
    <dgm:pt modelId="{0DD423DD-0DC7-4442-A950-1905B48E1306}" type="pres">
      <dgm:prSet presAssocID="{2C9ECC17-137D-C446-ABCE-0EDC553742E1}" presName="levelTx" presStyleLbl="revTx" presStyleIdx="0" presStyleCnt="0">
        <dgm:presLayoutVars>
          <dgm:chMax val="1"/>
          <dgm:bulletEnabled val="1"/>
        </dgm:presLayoutVars>
      </dgm:prSet>
      <dgm:spPr/>
    </dgm:pt>
    <dgm:pt modelId="{10A1CF17-318F-0F48-9CC6-EF36891E2EA5}" type="pres">
      <dgm:prSet presAssocID="{89FA6C9C-24AF-704A-96F6-17AD45788118}" presName="Name8" presStyleCnt="0"/>
      <dgm:spPr/>
    </dgm:pt>
    <dgm:pt modelId="{BE4434D6-FB77-E647-B1AB-836CDD39316E}" type="pres">
      <dgm:prSet presAssocID="{89FA6C9C-24AF-704A-96F6-17AD45788118}" presName="level" presStyleLbl="node1" presStyleIdx="5" presStyleCnt="6">
        <dgm:presLayoutVars>
          <dgm:chMax val="1"/>
          <dgm:bulletEnabled val="1"/>
        </dgm:presLayoutVars>
      </dgm:prSet>
      <dgm:spPr/>
    </dgm:pt>
    <dgm:pt modelId="{8997D99B-CEC3-5E4A-AB46-431729F6D7B2}" type="pres">
      <dgm:prSet presAssocID="{89FA6C9C-24AF-704A-96F6-17AD45788118}" presName="levelTx" presStyleLbl="revTx" presStyleIdx="0" presStyleCnt="0">
        <dgm:presLayoutVars>
          <dgm:chMax val="1"/>
          <dgm:bulletEnabled val="1"/>
        </dgm:presLayoutVars>
      </dgm:prSet>
      <dgm:spPr/>
    </dgm:pt>
  </dgm:ptLst>
  <dgm:cxnLst>
    <dgm:cxn modelId="{85F71109-8EEC-2A4D-A973-CBB551E39566}" type="presOf" srcId="{26ADA526-D0F8-6A4A-9D26-A200AEC3B12E}" destId="{AD13CE8D-80F4-314B-94CF-DD9A5B9E6B0D}" srcOrd="0" destOrd="0" presId="urn:microsoft.com/office/officeart/2005/8/layout/pyramid1"/>
    <dgm:cxn modelId="{15D49412-FE4A-144A-AAEA-583595F5CA0C}" srcId="{3E8B3504-17CF-1543-B4C5-AC8FCD8A5E1B}" destId="{E0DE21BE-ED56-7A4E-BDDB-4DAD21F502A3}" srcOrd="0" destOrd="0" parTransId="{11F7FB14-C41E-C849-B91B-067C4AA4C792}" sibTransId="{2D5404B3-0509-454F-A4C4-755D2307488D}"/>
    <dgm:cxn modelId="{C70BC427-C4CC-4942-9915-6393E4B5BC9B}" type="presOf" srcId="{2C9ECC17-137D-C446-ABCE-0EDC553742E1}" destId="{14FD2F1B-4F47-E44A-A7BE-5FF1BD6606F5}" srcOrd="0" destOrd="0" presId="urn:microsoft.com/office/officeart/2005/8/layout/pyramid1"/>
    <dgm:cxn modelId="{0DB47D2A-CAC4-8C47-9427-9316E0329AEF}" type="presOf" srcId="{1BD7D013-41A5-3F4E-BD97-9A6A4EC2F3B2}" destId="{6263D990-E8D5-2741-9790-957D46305EFE}" srcOrd="0" destOrd="0" presId="urn:microsoft.com/office/officeart/2005/8/layout/pyramid1"/>
    <dgm:cxn modelId="{C7E8D430-2166-E544-BC13-B5FD02C98997}" type="presOf" srcId="{1BD7D013-41A5-3F4E-BD97-9A6A4EC2F3B2}" destId="{45CA0AD4-6FDF-AA40-9558-96A180B2420C}" srcOrd="1" destOrd="0" presId="urn:microsoft.com/office/officeart/2005/8/layout/pyramid1"/>
    <dgm:cxn modelId="{7A5ABA3B-8062-6E4D-8B3B-9E563DB684B8}" type="presOf" srcId="{E0DE21BE-ED56-7A4E-BDDB-4DAD21F502A3}" destId="{0105F201-FEF4-0240-A38C-9C8EB58F282B}" srcOrd="1" destOrd="0" presId="urn:microsoft.com/office/officeart/2005/8/layout/pyramid1"/>
    <dgm:cxn modelId="{7D181347-B796-EC42-94E4-B04EFEECF9D5}" type="presOf" srcId="{89FA6C9C-24AF-704A-96F6-17AD45788118}" destId="{BE4434D6-FB77-E647-B1AB-836CDD39316E}" srcOrd="0" destOrd="0" presId="urn:microsoft.com/office/officeart/2005/8/layout/pyramid1"/>
    <dgm:cxn modelId="{91569658-229B-F148-AE31-7EDD8DDBD80A}" type="presOf" srcId="{2C9ECC17-137D-C446-ABCE-0EDC553742E1}" destId="{0DD423DD-0DC7-4442-A950-1905B48E1306}" srcOrd="1" destOrd="0" presId="urn:microsoft.com/office/officeart/2005/8/layout/pyramid1"/>
    <dgm:cxn modelId="{AFB20C71-795F-6B4C-95BC-4BA17F57953E}" srcId="{3E8B3504-17CF-1543-B4C5-AC8FCD8A5E1B}" destId="{89FA6C9C-24AF-704A-96F6-17AD45788118}" srcOrd="5" destOrd="0" parTransId="{668CDD83-015E-E042-910D-DFDE08DE1444}" sibTransId="{29FF364B-5DAD-8E40-B12C-5CD28F87019C}"/>
    <dgm:cxn modelId="{E59D9675-40BF-0840-8829-592F05503F9F}" type="presOf" srcId="{467C9357-7DA6-8F45-AEA3-90FF8A271301}" destId="{E83B8189-0DF4-DD41-BBE2-82F6631B08E9}" srcOrd="1" destOrd="0" presId="urn:microsoft.com/office/officeart/2005/8/layout/pyramid1"/>
    <dgm:cxn modelId="{BCF4708B-55C7-834F-9F6B-B6BD4D725FE7}" srcId="{3E8B3504-17CF-1543-B4C5-AC8FCD8A5E1B}" destId="{467C9357-7DA6-8F45-AEA3-90FF8A271301}" srcOrd="3" destOrd="0" parTransId="{AFD7F228-C0EA-4942-BA98-1C2A6F14AD3E}" sibTransId="{09680253-23F7-704F-ACF0-42C56BE24C8C}"/>
    <dgm:cxn modelId="{57A45790-EAD3-D545-99E2-F28AFE5697D3}" type="presOf" srcId="{467C9357-7DA6-8F45-AEA3-90FF8A271301}" destId="{C30B7ADE-BDDA-E546-9507-AA519A5380F0}" srcOrd="0" destOrd="0" presId="urn:microsoft.com/office/officeart/2005/8/layout/pyramid1"/>
    <dgm:cxn modelId="{4E19F192-C41B-9B41-BE79-24FC9F24E3E3}" type="presOf" srcId="{3E8B3504-17CF-1543-B4C5-AC8FCD8A5E1B}" destId="{6E25DE2A-ED5A-B949-8A2A-E7A17E7C6798}" srcOrd="0" destOrd="0" presId="urn:microsoft.com/office/officeart/2005/8/layout/pyramid1"/>
    <dgm:cxn modelId="{87A854B8-786F-394F-A121-756EF3C6CB87}" srcId="{3E8B3504-17CF-1543-B4C5-AC8FCD8A5E1B}" destId="{2C9ECC17-137D-C446-ABCE-0EDC553742E1}" srcOrd="4" destOrd="0" parTransId="{4E929B58-ACCC-A14B-861F-9BC47DCDC9D2}" sibTransId="{A2BCC77B-6528-A04B-8C75-FD76429E7565}"/>
    <dgm:cxn modelId="{98B6DEBD-B87E-1D42-963F-E1464FDE5272}" type="presOf" srcId="{26ADA526-D0F8-6A4A-9D26-A200AEC3B12E}" destId="{EAF99E1E-B760-9342-8897-538427E657B5}" srcOrd="1" destOrd="0" presId="urn:microsoft.com/office/officeart/2005/8/layout/pyramid1"/>
    <dgm:cxn modelId="{9487DCC2-E7D3-BC42-BDF0-5C0855D2AFB1}" srcId="{3E8B3504-17CF-1543-B4C5-AC8FCD8A5E1B}" destId="{26ADA526-D0F8-6A4A-9D26-A200AEC3B12E}" srcOrd="1" destOrd="0" parTransId="{D5C7B850-CCC4-C340-BF94-D26BF3D06B62}" sibTransId="{CFBCFAA2-ABA1-EA4D-8941-6B9EFA1CBD26}"/>
    <dgm:cxn modelId="{79F879D8-DF41-1144-82B0-B70D28E3B828}" srcId="{3E8B3504-17CF-1543-B4C5-AC8FCD8A5E1B}" destId="{1BD7D013-41A5-3F4E-BD97-9A6A4EC2F3B2}" srcOrd="2" destOrd="0" parTransId="{2E9FE4B9-C307-774C-A211-66E46497A003}" sibTransId="{0F75A5F5-2738-E044-8F9D-9351ABA8CA28}"/>
    <dgm:cxn modelId="{9E11A1E3-3D71-0B4E-ABD5-6F1609E9BC62}" type="presOf" srcId="{89FA6C9C-24AF-704A-96F6-17AD45788118}" destId="{8997D99B-CEC3-5E4A-AB46-431729F6D7B2}" srcOrd="1" destOrd="0" presId="urn:microsoft.com/office/officeart/2005/8/layout/pyramid1"/>
    <dgm:cxn modelId="{4B35EEF3-5AB6-4D41-9FA0-4C520482155C}" type="presOf" srcId="{E0DE21BE-ED56-7A4E-BDDB-4DAD21F502A3}" destId="{4A287743-B65F-3A42-A34B-9CAF9CDEA0F0}" srcOrd="0" destOrd="0" presId="urn:microsoft.com/office/officeart/2005/8/layout/pyramid1"/>
    <dgm:cxn modelId="{525F6F70-BC1D-564F-9205-A634FC170475}" type="presParOf" srcId="{6E25DE2A-ED5A-B949-8A2A-E7A17E7C6798}" destId="{D3891C00-3B99-7840-AC21-BFCD5560C421}" srcOrd="0" destOrd="0" presId="urn:microsoft.com/office/officeart/2005/8/layout/pyramid1"/>
    <dgm:cxn modelId="{A4DE8DAF-00FD-C641-AFA7-D0212A3D7F8B}" type="presParOf" srcId="{D3891C00-3B99-7840-AC21-BFCD5560C421}" destId="{4A287743-B65F-3A42-A34B-9CAF9CDEA0F0}" srcOrd="0" destOrd="0" presId="urn:microsoft.com/office/officeart/2005/8/layout/pyramid1"/>
    <dgm:cxn modelId="{CA4C1CB0-4160-394E-A9B4-9A2193F01A4F}" type="presParOf" srcId="{D3891C00-3B99-7840-AC21-BFCD5560C421}" destId="{0105F201-FEF4-0240-A38C-9C8EB58F282B}" srcOrd="1" destOrd="0" presId="urn:microsoft.com/office/officeart/2005/8/layout/pyramid1"/>
    <dgm:cxn modelId="{E6485D7E-C7A5-A944-A5A1-0DB11050728F}" type="presParOf" srcId="{6E25DE2A-ED5A-B949-8A2A-E7A17E7C6798}" destId="{74A74937-43A5-9544-969E-27673ACE65F7}" srcOrd="1" destOrd="0" presId="urn:microsoft.com/office/officeart/2005/8/layout/pyramid1"/>
    <dgm:cxn modelId="{2E1A4396-F86A-204D-8FCB-A302E1BB50A7}" type="presParOf" srcId="{74A74937-43A5-9544-969E-27673ACE65F7}" destId="{AD13CE8D-80F4-314B-94CF-DD9A5B9E6B0D}" srcOrd="0" destOrd="0" presId="urn:microsoft.com/office/officeart/2005/8/layout/pyramid1"/>
    <dgm:cxn modelId="{2A0B4DB0-F05B-1045-84F5-4EEC61E6CE1D}" type="presParOf" srcId="{74A74937-43A5-9544-969E-27673ACE65F7}" destId="{EAF99E1E-B760-9342-8897-538427E657B5}" srcOrd="1" destOrd="0" presId="urn:microsoft.com/office/officeart/2005/8/layout/pyramid1"/>
    <dgm:cxn modelId="{ED29EDF4-EC1C-D14F-9685-D646B9CC39F3}" type="presParOf" srcId="{6E25DE2A-ED5A-B949-8A2A-E7A17E7C6798}" destId="{04EF7EA9-22CD-9147-9777-C92E47E34C6E}" srcOrd="2" destOrd="0" presId="urn:microsoft.com/office/officeart/2005/8/layout/pyramid1"/>
    <dgm:cxn modelId="{BD7EF89E-D35E-3943-9335-81CF77B85D6C}" type="presParOf" srcId="{04EF7EA9-22CD-9147-9777-C92E47E34C6E}" destId="{6263D990-E8D5-2741-9790-957D46305EFE}" srcOrd="0" destOrd="0" presId="urn:microsoft.com/office/officeart/2005/8/layout/pyramid1"/>
    <dgm:cxn modelId="{AC8C645C-1038-564E-8942-5C62D3D47766}" type="presParOf" srcId="{04EF7EA9-22CD-9147-9777-C92E47E34C6E}" destId="{45CA0AD4-6FDF-AA40-9558-96A180B2420C}" srcOrd="1" destOrd="0" presId="urn:microsoft.com/office/officeart/2005/8/layout/pyramid1"/>
    <dgm:cxn modelId="{489FB1E2-B539-B947-BCC2-01B235639D27}" type="presParOf" srcId="{6E25DE2A-ED5A-B949-8A2A-E7A17E7C6798}" destId="{7714EB98-043D-364F-AC5D-0DCC1F2855DB}" srcOrd="3" destOrd="0" presId="urn:microsoft.com/office/officeart/2005/8/layout/pyramid1"/>
    <dgm:cxn modelId="{1DDB7D98-3F5A-2849-98E6-21FC7D0BDD25}" type="presParOf" srcId="{7714EB98-043D-364F-AC5D-0DCC1F2855DB}" destId="{C30B7ADE-BDDA-E546-9507-AA519A5380F0}" srcOrd="0" destOrd="0" presId="urn:microsoft.com/office/officeart/2005/8/layout/pyramid1"/>
    <dgm:cxn modelId="{E641D64E-0897-274C-BCB7-DD4A59C79A55}" type="presParOf" srcId="{7714EB98-043D-364F-AC5D-0DCC1F2855DB}" destId="{E83B8189-0DF4-DD41-BBE2-82F6631B08E9}" srcOrd="1" destOrd="0" presId="urn:microsoft.com/office/officeart/2005/8/layout/pyramid1"/>
    <dgm:cxn modelId="{1D58ADA0-F83E-C14B-85E3-03EB6C2CE946}" type="presParOf" srcId="{6E25DE2A-ED5A-B949-8A2A-E7A17E7C6798}" destId="{8332B344-6BF0-0448-9BD9-EFA5AF31CDB9}" srcOrd="4" destOrd="0" presId="urn:microsoft.com/office/officeart/2005/8/layout/pyramid1"/>
    <dgm:cxn modelId="{A73C9822-97F4-CD44-B2DF-1111FCE2F831}" type="presParOf" srcId="{8332B344-6BF0-0448-9BD9-EFA5AF31CDB9}" destId="{14FD2F1B-4F47-E44A-A7BE-5FF1BD6606F5}" srcOrd="0" destOrd="0" presId="urn:microsoft.com/office/officeart/2005/8/layout/pyramid1"/>
    <dgm:cxn modelId="{E098B35A-5286-554B-9BD5-9D390DA18245}" type="presParOf" srcId="{8332B344-6BF0-0448-9BD9-EFA5AF31CDB9}" destId="{0DD423DD-0DC7-4442-A950-1905B48E1306}" srcOrd="1" destOrd="0" presId="urn:microsoft.com/office/officeart/2005/8/layout/pyramid1"/>
    <dgm:cxn modelId="{0296A992-7AC2-4344-873F-91965D5FB628}" type="presParOf" srcId="{6E25DE2A-ED5A-B949-8A2A-E7A17E7C6798}" destId="{10A1CF17-318F-0F48-9CC6-EF36891E2EA5}" srcOrd="5" destOrd="0" presId="urn:microsoft.com/office/officeart/2005/8/layout/pyramid1"/>
    <dgm:cxn modelId="{4FD5B26D-AA91-FB4C-A359-3148C78D1F8F}" type="presParOf" srcId="{10A1CF17-318F-0F48-9CC6-EF36891E2EA5}" destId="{BE4434D6-FB77-E647-B1AB-836CDD39316E}" srcOrd="0" destOrd="0" presId="urn:microsoft.com/office/officeart/2005/8/layout/pyramid1"/>
    <dgm:cxn modelId="{74AEEBA0-076E-8F46-98CF-336BF7BC03F3}" type="presParOf" srcId="{10A1CF17-318F-0F48-9CC6-EF36891E2EA5}" destId="{8997D99B-CEC3-5E4A-AB46-431729F6D7B2}"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9270160-B901-493A-B99D-21773715CDB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C64CFA4D-A640-4658-9AAB-D9CD6AD1A808}">
      <dgm:prSet/>
      <dgm:spPr/>
      <dgm:t>
        <a:bodyPr/>
        <a:lstStyle/>
        <a:p>
          <a:r>
            <a:rPr lang="en-US"/>
            <a:t>What are the parameters of the guardianship?</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D9BEFCE-E607-4B53-9372-89ADBE901048}" type="parTrans" cxnId="{7BDD97AE-62EA-42B8-9230-907AE05444C2}">
      <dgm:prSet/>
      <dgm:spPr/>
      <dgm:t>
        <a:bodyPr/>
        <a:lstStyle/>
        <a:p>
          <a:endParaRPr lang="en-US"/>
        </a:p>
      </dgm:t>
    </dgm:pt>
    <dgm:pt modelId="{85F40CCB-5DEF-429B-BA43-41974DCEF067}" type="sibTrans" cxnId="{7BDD97AE-62EA-42B8-9230-907AE05444C2}">
      <dgm:prSet/>
      <dgm:spPr/>
      <dgm:t>
        <a:bodyPr/>
        <a:lstStyle/>
        <a:p>
          <a:endParaRPr lang="en-US"/>
        </a:p>
      </dgm:t>
    </dgm:pt>
    <dgm:pt modelId="{6DA00239-82FE-45F1-AAA1-AD7415998350}">
      <dgm:prSet/>
      <dgm:spPr/>
      <dgm:t>
        <a:bodyPr/>
        <a:lstStyle/>
        <a:p>
          <a:r>
            <a:rPr lang="en-US"/>
            <a:t>Type and level of relationship with individual?</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9B5D21E-6D8A-44B3-AF10-CEA2DA63EFE8}" type="parTrans" cxnId="{9BCBA824-9052-4D1C-AC41-B4579922548C}">
      <dgm:prSet/>
      <dgm:spPr/>
      <dgm:t>
        <a:bodyPr/>
        <a:lstStyle/>
        <a:p>
          <a:endParaRPr lang="en-US"/>
        </a:p>
      </dgm:t>
    </dgm:pt>
    <dgm:pt modelId="{9CFED19E-E16C-4CB7-9D52-238FC7A53A1B}" type="sibTrans" cxnId="{9BCBA824-9052-4D1C-AC41-B4579922548C}">
      <dgm:prSet/>
      <dgm:spPr/>
      <dgm:t>
        <a:bodyPr/>
        <a:lstStyle/>
        <a:p>
          <a:endParaRPr lang="en-US"/>
        </a:p>
      </dgm:t>
    </dgm:pt>
    <dgm:pt modelId="{E5B82F82-1FB4-4A42-82C2-DC326911A976}">
      <dgm:prSet/>
      <dgm:spPr/>
      <dgm:t>
        <a:bodyPr/>
        <a:lstStyle/>
        <a:p>
          <a:r>
            <a:rPr lang="en-US" dirty="0"/>
            <a:t>Involve guardian, and advocate for support of informed choice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A6B22CE-91E5-4134-B9A6-1325DC014592}" type="parTrans" cxnId="{50F97B4A-83FE-4194-B1D9-25E973BA6084}">
      <dgm:prSet/>
      <dgm:spPr/>
      <dgm:t>
        <a:bodyPr/>
        <a:lstStyle/>
        <a:p>
          <a:endParaRPr lang="en-US"/>
        </a:p>
      </dgm:t>
    </dgm:pt>
    <dgm:pt modelId="{EDF125C3-6232-4F70-B117-FFA29FDD0D14}" type="sibTrans" cxnId="{50F97B4A-83FE-4194-B1D9-25E973BA6084}">
      <dgm:prSet/>
      <dgm:spPr/>
      <dgm:t>
        <a:bodyPr/>
        <a:lstStyle/>
        <a:p>
          <a:endParaRPr lang="en-US"/>
        </a:p>
      </dgm:t>
    </dgm:pt>
    <dgm:pt modelId="{21E4C579-EEC7-B44E-89A5-EE45C79E07CA}" type="pres">
      <dgm:prSet presAssocID="{C9270160-B901-493A-B99D-21773715CDB4}" presName="hierChild1" presStyleCnt="0">
        <dgm:presLayoutVars>
          <dgm:chPref val="1"/>
          <dgm:dir/>
          <dgm:animOne val="branch"/>
          <dgm:animLvl val="lvl"/>
          <dgm:resizeHandles/>
        </dgm:presLayoutVars>
      </dgm:prSet>
      <dgm:spPr/>
    </dgm:pt>
    <dgm:pt modelId="{FE77352E-C2CE-4541-B678-7233833A14DE}" type="pres">
      <dgm:prSet presAssocID="{C64CFA4D-A640-4658-9AAB-D9CD6AD1A808}" presName="hierRoot1" presStyleCnt="0"/>
      <dgm:spPr/>
    </dgm:pt>
    <dgm:pt modelId="{2A40029D-E38E-9445-9E9F-3A1FF03F8DA5}" type="pres">
      <dgm:prSet presAssocID="{C64CFA4D-A640-4658-9AAB-D9CD6AD1A808}" presName="composite" presStyleCnt="0"/>
      <dgm:spPr/>
    </dgm:pt>
    <dgm:pt modelId="{EDFCD7C5-67E0-8842-A261-27F343C8DA66}" type="pres">
      <dgm:prSet presAssocID="{C64CFA4D-A640-4658-9AAB-D9CD6AD1A808}" presName="background" presStyleLbl="node0" presStyleIdx="0" presStyleCnt="3"/>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ACF4BC3-D18A-8846-A0E9-C296B696CFFC}" type="pres">
      <dgm:prSet presAssocID="{C64CFA4D-A640-4658-9AAB-D9CD6AD1A808}" presName="text" presStyleLbl="fgAcc0" presStyleIdx="0" presStyleCnt="3">
        <dgm:presLayoutVars>
          <dgm:chPref val="3"/>
        </dgm:presLayoutVars>
      </dgm:prSet>
      <dgm:spPr/>
    </dgm:pt>
    <dgm:pt modelId="{4722EA92-ACA3-6F46-BA27-FC15FF74C6F2}" type="pres">
      <dgm:prSet presAssocID="{C64CFA4D-A640-4658-9AAB-D9CD6AD1A808}" presName="hierChild2" presStyleCnt="0"/>
      <dgm:spPr/>
    </dgm:pt>
    <dgm:pt modelId="{161E2FCD-2B77-FD4C-9F73-5EC17696EF5A}" type="pres">
      <dgm:prSet presAssocID="{6DA00239-82FE-45F1-AAA1-AD7415998350}" presName="hierRoot1" presStyleCnt="0"/>
      <dgm:spPr/>
    </dgm:pt>
    <dgm:pt modelId="{8A2559C7-9604-6D4D-BA29-3F3E2FC281AC}" type="pres">
      <dgm:prSet presAssocID="{6DA00239-82FE-45F1-AAA1-AD7415998350}" presName="composite" presStyleCnt="0"/>
      <dgm:spPr/>
    </dgm:pt>
    <dgm:pt modelId="{BB68A0FF-97E4-3943-AC49-1D8D7743C358}" type="pres">
      <dgm:prSet presAssocID="{6DA00239-82FE-45F1-AAA1-AD7415998350}" presName="background" presStyleLbl="node0" presStyleIdx="1" presStyleCnt="3"/>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F514BE2-A2E2-594C-B498-E9FF90B6B8DC}" type="pres">
      <dgm:prSet presAssocID="{6DA00239-82FE-45F1-AAA1-AD7415998350}" presName="text" presStyleLbl="fgAcc0" presStyleIdx="1" presStyleCnt="3">
        <dgm:presLayoutVars>
          <dgm:chPref val="3"/>
        </dgm:presLayoutVars>
      </dgm:prSet>
      <dgm:spPr/>
    </dgm:pt>
    <dgm:pt modelId="{67D44DF3-8DF8-2C44-AE11-B67B88D2F793}" type="pres">
      <dgm:prSet presAssocID="{6DA00239-82FE-45F1-AAA1-AD7415998350}" presName="hierChild2" presStyleCnt="0"/>
      <dgm:spPr/>
    </dgm:pt>
    <dgm:pt modelId="{CEA83DDF-7437-CA4B-BBE2-3EAA5DC4AC3A}" type="pres">
      <dgm:prSet presAssocID="{E5B82F82-1FB4-4A42-82C2-DC326911A976}" presName="hierRoot1" presStyleCnt="0"/>
      <dgm:spPr/>
    </dgm:pt>
    <dgm:pt modelId="{5942EA17-4F8E-304E-A0B9-E1F01F9B41B5}" type="pres">
      <dgm:prSet presAssocID="{E5B82F82-1FB4-4A42-82C2-DC326911A976}" presName="composite" presStyleCnt="0"/>
      <dgm:spPr/>
    </dgm:pt>
    <dgm:pt modelId="{93AFE344-C542-0045-BF8A-0F1F2277844C}" type="pres">
      <dgm:prSet presAssocID="{E5B82F82-1FB4-4A42-82C2-DC326911A976}" presName="background" presStyleLbl="node0" presStyleIdx="2" presStyleCnt="3"/>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16878C2-1732-9242-9A4A-3C3E48DAE744}" type="pres">
      <dgm:prSet presAssocID="{E5B82F82-1FB4-4A42-82C2-DC326911A976}" presName="text" presStyleLbl="fgAcc0" presStyleIdx="2" presStyleCnt="3">
        <dgm:presLayoutVars>
          <dgm:chPref val="3"/>
        </dgm:presLayoutVars>
      </dgm:prSet>
      <dgm:spPr/>
    </dgm:pt>
    <dgm:pt modelId="{2DC744A0-B927-994C-998C-2E605A6C138C}" type="pres">
      <dgm:prSet presAssocID="{E5B82F82-1FB4-4A42-82C2-DC326911A976}" presName="hierChild2" presStyleCnt="0"/>
      <dgm:spPr/>
    </dgm:pt>
  </dgm:ptLst>
  <dgm:cxnLst>
    <dgm:cxn modelId="{1A6DB602-75F7-AF4F-A0B9-465D7EE90417}" type="presOf" srcId="{6DA00239-82FE-45F1-AAA1-AD7415998350}" destId="{AF514BE2-A2E2-594C-B498-E9FF90B6B8DC}" srcOrd="0" destOrd="0" presId="urn:microsoft.com/office/officeart/2005/8/layout/hierarchy1"/>
    <dgm:cxn modelId="{3CC2891B-6A34-7844-9F83-C17931458019}" type="presOf" srcId="{C9270160-B901-493A-B99D-21773715CDB4}" destId="{21E4C579-EEC7-B44E-89A5-EE45C79E07CA}" srcOrd="0" destOrd="0" presId="urn:microsoft.com/office/officeart/2005/8/layout/hierarchy1"/>
    <dgm:cxn modelId="{9BCBA824-9052-4D1C-AC41-B4579922548C}" srcId="{C9270160-B901-493A-B99D-21773715CDB4}" destId="{6DA00239-82FE-45F1-AAA1-AD7415998350}" srcOrd="1" destOrd="0" parTransId="{C9B5D21E-6D8A-44B3-AF10-CEA2DA63EFE8}" sibTransId="{9CFED19E-E16C-4CB7-9D52-238FC7A53A1B}"/>
    <dgm:cxn modelId="{6211A245-E0BF-DB44-8E4C-4929775CEA14}" type="presOf" srcId="{C64CFA4D-A640-4658-9AAB-D9CD6AD1A808}" destId="{5ACF4BC3-D18A-8846-A0E9-C296B696CFFC}" srcOrd="0" destOrd="0" presId="urn:microsoft.com/office/officeart/2005/8/layout/hierarchy1"/>
    <dgm:cxn modelId="{50F97B4A-83FE-4194-B1D9-25E973BA6084}" srcId="{C9270160-B901-493A-B99D-21773715CDB4}" destId="{E5B82F82-1FB4-4A42-82C2-DC326911A976}" srcOrd="2" destOrd="0" parTransId="{3A6B22CE-91E5-4134-B9A6-1325DC014592}" sibTransId="{EDF125C3-6232-4F70-B117-FFA29FDD0D14}"/>
    <dgm:cxn modelId="{5EDDD25A-BBDD-B149-96CF-1FFC48ECBB7E}" type="presOf" srcId="{E5B82F82-1FB4-4A42-82C2-DC326911A976}" destId="{D16878C2-1732-9242-9A4A-3C3E48DAE744}" srcOrd="0" destOrd="0" presId="urn:microsoft.com/office/officeart/2005/8/layout/hierarchy1"/>
    <dgm:cxn modelId="{7BDD97AE-62EA-42B8-9230-907AE05444C2}" srcId="{C9270160-B901-493A-B99D-21773715CDB4}" destId="{C64CFA4D-A640-4658-9AAB-D9CD6AD1A808}" srcOrd="0" destOrd="0" parTransId="{1D9BEFCE-E607-4B53-9372-89ADBE901048}" sibTransId="{85F40CCB-5DEF-429B-BA43-41974DCEF067}"/>
    <dgm:cxn modelId="{9A648EE6-EE62-E048-9B96-C13794A8F76F}" type="presParOf" srcId="{21E4C579-EEC7-B44E-89A5-EE45C79E07CA}" destId="{FE77352E-C2CE-4541-B678-7233833A14DE}" srcOrd="0" destOrd="0" presId="urn:microsoft.com/office/officeart/2005/8/layout/hierarchy1"/>
    <dgm:cxn modelId="{1DDD478B-0145-C449-A790-C86CE6254BD9}" type="presParOf" srcId="{FE77352E-C2CE-4541-B678-7233833A14DE}" destId="{2A40029D-E38E-9445-9E9F-3A1FF03F8DA5}" srcOrd="0" destOrd="0" presId="urn:microsoft.com/office/officeart/2005/8/layout/hierarchy1"/>
    <dgm:cxn modelId="{9AE9F2AB-8E42-3341-AE4F-2E1748F4CBA3}" type="presParOf" srcId="{2A40029D-E38E-9445-9E9F-3A1FF03F8DA5}" destId="{EDFCD7C5-67E0-8842-A261-27F343C8DA66}" srcOrd="0" destOrd="0" presId="urn:microsoft.com/office/officeart/2005/8/layout/hierarchy1"/>
    <dgm:cxn modelId="{B3E43E7E-7F2A-B14F-BD6B-7F8C8349A8E1}" type="presParOf" srcId="{2A40029D-E38E-9445-9E9F-3A1FF03F8DA5}" destId="{5ACF4BC3-D18A-8846-A0E9-C296B696CFFC}" srcOrd="1" destOrd="0" presId="urn:microsoft.com/office/officeart/2005/8/layout/hierarchy1"/>
    <dgm:cxn modelId="{87A09235-10C0-7B40-A8D9-C76F8161E31A}" type="presParOf" srcId="{FE77352E-C2CE-4541-B678-7233833A14DE}" destId="{4722EA92-ACA3-6F46-BA27-FC15FF74C6F2}" srcOrd="1" destOrd="0" presId="urn:microsoft.com/office/officeart/2005/8/layout/hierarchy1"/>
    <dgm:cxn modelId="{C4D8AD99-F9AB-314E-BB8A-D97FF8C280DB}" type="presParOf" srcId="{21E4C579-EEC7-B44E-89A5-EE45C79E07CA}" destId="{161E2FCD-2B77-FD4C-9F73-5EC17696EF5A}" srcOrd="1" destOrd="0" presId="urn:microsoft.com/office/officeart/2005/8/layout/hierarchy1"/>
    <dgm:cxn modelId="{B5A46BC1-6E18-774D-9886-74DE318B05C0}" type="presParOf" srcId="{161E2FCD-2B77-FD4C-9F73-5EC17696EF5A}" destId="{8A2559C7-9604-6D4D-BA29-3F3E2FC281AC}" srcOrd="0" destOrd="0" presId="urn:microsoft.com/office/officeart/2005/8/layout/hierarchy1"/>
    <dgm:cxn modelId="{74795F32-29DF-3046-B570-6EA8E5991315}" type="presParOf" srcId="{8A2559C7-9604-6D4D-BA29-3F3E2FC281AC}" destId="{BB68A0FF-97E4-3943-AC49-1D8D7743C358}" srcOrd="0" destOrd="0" presId="urn:microsoft.com/office/officeart/2005/8/layout/hierarchy1"/>
    <dgm:cxn modelId="{83B5A127-1DE6-4B4F-81D6-6967CB5760C5}" type="presParOf" srcId="{8A2559C7-9604-6D4D-BA29-3F3E2FC281AC}" destId="{AF514BE2-A2E2-594C-B498-E9FF90B6B8DC}" srcOrd="1" destOrd="0" presId="urn:microsoft.com/office/officeart/2005/8/layout/hierarchy1"/>
    <dgm:cxn modelId="{8631DFEE-F926-524F-8140-D97F50A6C8D3}" type="presParOf" srcId="{161E2FCD-2B77-FD4C-9F73-5EC17696EF5A}" destId="{67D44DF3-8DF8-2C44-AE11-B67B88D2F793}" srcOrd="1" destOrd="0" presId="urn:microsoft.com/office/officeart/2005/8/layout/hierarchy1"/>
    <dgm:cxn modelId="{34AF13B8-BA83-FC47-BD7D-82A66F2A52DE}" type="presParOf" srcId="{21E4C579-EEC7-B44E-89A5-EE45C79E07CA}" destId="{CEA83DDF-7437-CA4B-BBE2-3EAA5DC4AC3A}" srcOrd="2" destOrd="0" presId="urn:microsoft.com/office/officeart/2005/8/layout/hierarchy1"/>
    <dgm:cxn modelId="{B2872FDB-EB01-E543-AAD1-FD25C25A73FB}" type="presParOf" srcId="{CEA83DDF-7437-CA4B-BBE2-3EAA5DC4AC3A}" destId="{5942EA17-4F8E-304E-A0B9-E1F01F9B41B5}" srcOrd="0" destOrd="0" presId="urn:microsoft.com/office/officeart/2005/8/layout/hierarchy1"/>
    <dgm:cxn modelId="{3263ED46-652F-B649-8C8E-A9328D990761}" type="presParOf" srcId="{5942EA17-4F8E-304E-A0B9-E1F01F9B41B5}" destId="{93AFE344-C542-0045-BF8A-0F1F2277844C}" srcOrd="0" destOrd="0" presId="urn:microsoft.com/office/officeart/2005/8/layout/hierarchy1"/>
    <dgm:cxn modelId="{DC90CF1C-C52E-1F4C-9B8A-36B52184F3CA}" type="presParOf" srcId="{5942EA17-4F8E-304E-A0B9-E1F01F9B41B5}" destId="{D16878C2-1732-9242-9A4A-3C3E48DAE744}" srcOrd="1" destOrd="0" presId="urn:microsoft.com/office/officeart/2005/8/layout/hierarchy1"/>
    <dgm:cxn modelId="{CA888A12-9B86-E84D-BD7C-B5B2AB8728D2}" type="presParOf" srcId="{CEA83DDF-7437-CA4B-BBE2-3EAA5DC4AC3A}" destId="{2DC744A0-B927-994C-998C-2E605A6C138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B0CAB6C-DC2B-4745-8653-308D5FEB81D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743EB0-048C-4088-95DB-902560055427}">
      <dgm:prSet custT="1"/>
      <dgm:spPr/>
      <dgm:t>
        <a:bodyPr/>
        <a:lstStyle/>
        <a:p>
          <a:r>
            <a:rPr lang="en-US" sz="2400" dirty="0"/>
            <a:t>Culture that encourages informed choice</a:t>
          </a:r>
        </a:p>
      </dgm:t>
    </dgm:pt>
    <dgm:pt modelId="{D1023DBA-E14C-40C8-8DA0-6E743C2F5DE3}" type="parTrans" cxnId="{494A7F27-D8EE-4074-B0E6-D0ACBF77D983}">
      <dgm:prSet/>
      <dgm:spPr/>
      <dgm:t>
        <a:bodyPr/>
        <a:lstStyle/>
        <a:p>
          <a:endParaRPr lang="en-US"/>
        </a:p>
      </dgm:t>
    </dgm:pt>
    <dgm:pt modelId="{D9199A55-69C0-46DA-AEE4-B5DFFAC2415A}" type="sibTrans" cxnId="{494A7F27-D8EE-4074-B0E6-D0ACBF77D983}">
      <dgm:prSet/>
      <dgm:spPr/>
      <dgm:t>
        <a:bodyPr/>
        <a:lstStyle/>
        <a:p>
          <a:endParaRPr lang="en-US"/>
        </a:p>
      </dgm:t>
    </dgm:pt>
    <dgm:pt modelId="{683D28F0-6C1A-4FA8-B0C8-22B9A48756B4}">
      <dgm:prSet custT="1"/>
      <dgm:spPr/>
      <dgm:t>
        <a:bodyPr/>
        <a:lstStyle/>
        <a:p>
          <a:r>
            <a:rPr lang="en-US" sz="2400" dirty="0"/>
            <a:t>Supporting individuals with communication challenges and other support needs</a:t>
          </a:r>
        </a:p>
      </dgm:t>
    </dgm:pt>
    <dgm:pt modelId="{E28047EE-7D8E-4810-8257-B3EA39AE4E10}" type="parTrans" cxnId="{7586E1E7-7D6A-4837-8143-98B333A019B8}">
      <dgm:prSet/>
      <dgm:spPr/>
      <dgm:t>
        <a:bodyPr/>
        <a:lstStyle/>
        <a:p>
          <a:endParaRPr lang="en-US"/>
        </a:p>
      </dgm:t>
    </dgm:pt>
    <dgm:pt modelId="{7CDD69AA-275B-47DA-BC98-861CAE04E414}" type="sibTrans" cxnId="{7586E1E7-7D6A-4837-8143-98B333A019B8}">
      <dgm:prSet/>
      <dgm:spPr/>
      <dgm:t>
        <a:bodyPr/>
        <a:lstStyle/>
        <a:p>
          <a:endParaRPr lang="en-US"/>
        </a:p>
      </dgm:t>
    </dgm:pt>
    <dgm:pt modelId="{38AB4B6D-6C65-4B96-B948-6BB968686EEE}">
      <dgm:prSet custT="1"/>
      <dgm:spPr/>
      <dgm:t>
        <a:bodyPr/>
        <a:lstStyle/>
        <a:p>
          <a:r>
            <a:rPr lang="en-US" sz="2400" dirty="0"/>
            <a:t>Ensuring exposure to a variety of work settings to inform choice making process</a:t>
          </a:r>
        </a:p>
      </dgm:t>
    </dgm:pt>
    <dgm:pt modelId="{493A66F5-959C-481D-9E8E-14B682A9238B}" type="parTrans" cxnId="{5284AEA2-066E-439F-9EEF-03A51F317D33}">
      <dgm:prSet/>
      <dgm:spPr/>
      <dgm:t>
        <a:bodyPr/>
        <a:lstStyle/>
        <a:p>
          <a:endParaRPr lang="en-US"/>
        </a:p>
      </dgm:t>
    </dgm:pt>
    <dgm:pt modelId="{3FC30C60-8A39-4660-9EB8-659BE950C51B}" type="sibTrans" cxnId="{5284AEA2-066E-439F-9EEF-03A51F317D33}">
      <dgm:prSet/>
      <dgm:spPr/>
      <dgm:t>
        <a:bodyPr/>
        <a:lstStyle/>
        <a:p>
          <a:endParaRPr lang="en-US"/>
        </a:p>
      </dgm:t>
    </dgm:pt>
    <dgm:pt modelId="{B87ACF96-7AD6-446E-BFD7-FC17B74912C1}">
      <dgm:prSet custT="1"/>
      <dgm:spPr/>
      <dgm:t>
        <a:bodyPr/>
        <a:lstStyle/>
        <a:p>
          <a:r>
            <a:rPr lang="en-US" sz="2400" dirty="0"/>
            <a:t>Procedures for documentation of choice making process</a:t>
          </a:r>
        </a:p>
      </dgm:t>
    </dgm:pt>
    <dgm:pt modelId="{00B37757-0E2B-4E2F-BA7B-C871904B3B27}" type="parTrans" cxnId="{24875681-DD16-4F7D-B60F-4AB8EDC7DABB}">
      <dgm:prSet/>
      <dgm:spPr/>
      <dgm:t>
        <a:bodyPr/>
        <a:lstStyle/>
        <a:p>
          <a:endParaRPr lang="en-US"/>
        </a:p>
      </dgm:t>
    </dgm:pt>
    <dgm:pt modelId="{58E2381C-E17C-436A-9303-2BF339848BBA}" type="sibTrans" cxnId="{24875681-DD16-4F7D-B60F-4AB8EDC7DABB}">
      <dgm:prSet/>
      <dgm:spPr/>
      <dgm:t>
        <a:bodyPr/>
        <a:lstStyle/>
        <a:p>
          <a:endParaRPr lang="en-US"/>
        </a:p>
      </dgm:t>
    </dgm:pt>
    <dgm:pt modelId="{F387A3B0-BCD2-49A9-BD63-BB17C5CA8638}">
      <dgm:prSet custT="1"/>
      <dgm:spPr/>
      <dgm:t>
        <a:bodyPr/>
        <a:lstStyle/>
        <a:p>
          <a:r>
            <a:rPr lang="en-US" sz="2400" dirty="0"/>
            <a:t>Requirements for periodic review of decision not to pursue employment</a:t>
          </a:r>
        </a:p>
      </dgm:t>
    </dgm:pt>
    <dgm:pt modelId="{F80DC045-22CD-4DE5-ADD1-DB71BA666CA6}" type="parTrans" cxnId="{D66EB542-464F-45DD-B3CE-E92779358907}">
      <dgm:prSet/>
      <dgm:spPr/>
      <dgm:t>
        <a:bodyPr/>
        <a:lstStyle/>
        <a:p>
          <a:endParaRPr lang="en-US"/>
        </a:p>
      </dgm:t>
    </dgm:pt>
    <dgm:pt modelId="{3DAF36F2-DA87-4639-892E-5635D4F02086}" type="sibTrans" cxnId="{D66EB542-464F-45DD-B3CE-E92779358907}">
      <dgm:prSet/>
      <dgm:spPr/>
      <dgm:t>
        <a:bodyPr/>
        <a:lstStyle/>
        <a:p>
          <a:endParaRPr lang="en-US"/>
        </a:p>
      </dgm:t>
    </dgm:pt>
    <dgm:pt modelId="{40350A6D-678A-4F53-BF96-04D39AF3EA01}" type="pres">
      <dgm:prSet presAssocID="{9B0CAB6C-DC2B-4745-8653-308D5FEB81D0}" presName="root" presStyleCnt="0">
        <dgm:presLayoutVars>
          <dgm:dir/>
          <dgm:resizeHandles val="exact"/>
        </dgm:presLayoutVars>
      </dgm:prSet>
      <dgm:spPr/>
    </dgm:pt>
    <dgm:pt modelId="{4123AFA3-CFAA-4418-BD92-AD9190FEB4E8}" type="pres">
      <dgm:prSet presAssocID="{EE743EB0-048C-4088-95DB-902560055427}" presName="compNode" presStyleCnt="0"/>
      <dgm:spPr/>
    </dgm:pt>
    <dgm:pt modelId="{01945F2E-30FE-4033-9D46-10A0C5D4A824}" type="pres">
      <dgm:prSet presAssocID="{EE743EB0-048C-4088-95DB-902560055427}" presName="bgRect" presStyleLbl="bgShp" presStyleIdx="0" presStyleCnt="5" custLinFactNeighborY="1502"/>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3267B7C-A939-4B5A-96B5-D8CD2F12766C}" type="pres">
      <dgm:prSet presAssocID="{EE743EB0-048C-4088-95DB-902560055427}"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7D1F16E3-700B-4723-8FEE-B39D6B2D3269}" type="pres">
      <dgm:prSet presAssocID="{EE743EB0-048C-4088-95DB-902560055427}" presName="spaceRect" presStyleCnt="0"/>
      <dgm:spPr/>
    </dgm:pt>
    <dgm:pt modelId="{89151184-2F0B-4CE5-8276-1974B4201DA0}" type="pres">
      <dgm:prSet presAssocID="{EE743EB0-048C-4088-95DB-902560055427}" presName="parTx" presStyleLbl="revTx" presStyleIdx="0" presStyleCnt="5">
        <dgm:presLayoutVars>
          <dgm:chMax val="0"/>
          <dgm:chPref val="0"/>
        </dgm:presLayoutVars>
      </dgm:prSet>
      <dgm:spPr/>
    </dgm:pt>
    <dgm:pt modelId="{9B5A324B-EF64-4C76-BA99-1AF9CAB1D1F6}" type="pres">
      <dgm:prSet presAssocID="{D9199A55-69C0-46DA-AEE4-B5DFFAC2415A}" presName="sibTrans" presStyleCnt="0"/>
      <dgm:spPr/>
    </dgm:pt>
    <dgm:pt modelId="{C1284217-348A-4ABA-BC0D-57F4AD5337E6}" type="pres">
      <dgm:prSet presAssocID="{683D28F0-6C1A-4FA8-B0C8-22B9A48756B4}" presName="compNode" presStyleCnt="0"/>
      <dgm:spPr/>
    </dgm:pt>
    <dgm:pt modelId="{80107A8D-60CC-458F-A0F9-6D9B43213238}" type="pres">
      <dgm:prSet presAssocID="{683D28F0-6C1A-4FA8-B0C8-22B9A48756B4}" presName="bgRect" presStyleLbl="bgShp" presStyleIdx="1"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855C12A7-E67D-427C-AF29-267F38136533}" type="pres">
      <dgm:prSet presAssocID="{683D28F0-6C1A-4FA8-B0C8-22B9A48756B4}"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0055EB68-2B2F-4C2C-8421-C474AF883D45}" type="pres">
      <dgm:prSet presAssocID="{683D28F0-6C1A-4FA8-B0C8-22B9A48756B4}" presName="spaceRect" presStyleCnt="0"/>
      <dgm:spPr/>
    </dgm:pt>
    <dgm:pt modelId="{1717F7BD-09AD-4DC3-94EA-4C7D269606C9}" type="pres">
      <dgm:prSet presAssocID="{683D28F0-6C1A-4FA8-B0C8-22B9A48756B4}" presName="parTx" presStyleLbl="revTx" presStyleIdx="1" presStyleCnt="5">
        <dgm:presLayoutVars>
          <dgm:chMax val="0"/>
          <dgm:chPref val="0"/>
        </dgm:presLayoutVars>
      </dgm:prSet>
      <dgm:spPr/>
    </dgm:pt>
    <dgm:pt modelId="{253E9946-36AB-4F6B-8EF8-0EEA9455BFAA}" type="pres">
      <dgm:prSet presAssocID="{7CDD69AA-275B-47DA-BC98-861CAE04E414}" presName="sibTrans" presStyleCnt="0"/>
      <dgm:spPr/>
    </dgm:pt>
    <dgm:pt modelId="{B2F0A7A9-DAD0-492B-8BC6-2EDCC61ECEF5}" type="pres">
      <dgm:prSet presAssocID="{38AB4B6D-6C65-4B96-B948-6BB968686EEE}" presName="compNode" presStyleCnt="0"/>
      <dgm:spPr/>
    </dgm:pt>
    <dgm:pt modelId="{02894B53-CAB4-48A9-A469-7452CED07C55}" type="pres">
      <dgm:prSet presAssocID="{38AB4B6D-6C65-4B96-B948-6BB968686EEE}" presName="bgRect" presStyleLbl="bgShp" presStyleIdx="2"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EE7C2B9-35C3-4193-AE1F-A9DF1902A57D}" type="pres">
      <dgm:prSet presAssocID="{38AB4B6D-6C65-4B96-B948-6BB968686EEE}"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3961D9BE-02B7-49C1-AFC1-4D7F18153D2E}" type="pres">
      <dgm:prSet presAssocID="{38AB4B6D-6C65-4B96-B948-6BB968686EEE}" presName="spaceRect" presStyleCnt="0"/>
      <dgm:spPr/>
    </dgm:pt>
    <dgm:pt modelId="{7F0F5A66-401B-44AD-88F9-0775A0D5A7B2}" type="pres">
      <dgm:prSet presAssocID="{38AB4B6D-6C65-4B96-B948-6BB968686EEE}" presName="parTx" presStyleLbl="revTx" presStyleIdx="2" presStyleCnt="5">
        <dgm:presLayoutVars>
          <dgm:chMax val="0"/>
          <dgm:chPref val="0"/>
        </dgm:presLayoutVars>
      </dgm:prSet>
      <dgm:spPr/>
    </dgm:pt>
    <dgm:pt modelId="{7A586611-C019-40AE-8874-559C974EE3B8}" type="pres">
      <dgm:prSet presAssocID="{3FC30C60-8A39-4660-9EB8-659BE950C51B}" presName="sibTrans" presStyleCnt="0"/>
      <dgm:spPr/>
    </dgm:pt>
    <dgm:pt modelId="{78193CB3-DFDD-47CA-B3CA-4A25198859E5}" type="pres">
      <dgm:prSet presAssocID="{B87ACF96-7AD6-446E-BFD7-FC17B74912C1}" presName="compNode" presStyleCnt="0"/>
      <dgm:spPr/>
    </dgm:pt>
    <dgm:pt modelId="{BBE5F70B-D55D-4889-93E5-797173D84594}" type="pres">
      <dgm:prSet presAssocID="{B87ACF96-7AD6-446E-BFD7-FC17B74912C1}" presName="bgRect" presStyleLbl="bgShp" presStyleIdx="3"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5B8AD48-18FE-4169-A6E7-DAE9EC61E6E7}" type="pres">
      <dgm:prSet presAssocID="{B87ACF96-7AD6-446E-BFD7-FC17B74912C1}"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F69F993B-836F-424D-8C5B-577225A9AAEB}" type="pres">
      <dgm:prSet presAssocID="{B87ACF96-7AD6-446E-BFD7-FC17B74912C1}" presName="spaceRect" presStyleCnt="0"/>
      <dgm:spPr/>
    </dgm:pt>
    <dgm:pt modelId="{7A24A14F-6949-4BC6-8910-1900E83F1DB1}" type="pres">
      <dgm:prSet presAssocID="{B87ACF96-7AD6-446E-BFD7-FC17B74912C1}" presName="parTx" presStyleLbl="revTx" presStyleIdx="3" presStyleCnt="5">
        <dgm:presLayoutVars>
          <dgm:chMax val="0"/>
          <dgm:chPref val="0"/>
        </dgm:presLayoutVars>
      </dgm:prSet>
      <dgm:spPr/>
    </dgm:pt>
    <dgm:pt modelId="{D0C8B037-00FD-48CF-8F99-95682EDD390C}" type="pres">
      <dgm:prSet presAssocID="{58E2381C-E17C-436A-9303-2BF339848BBA}" presName="sibTrans" presStyleCnt="0"/>
      <dgm:spPr/>
    </dgm:pt>
    <dgm:pt modelId="{657EACE1-646B-4AFC-91F1-D0518F03066B}" type="pres">
      <dgm:prSet presAssocID="{F387A3B0-BCD2-49A9-BD63-BB17C5CA8638}" presName="compNode" presStyleCnt="0"/>
      <dgm:spPr/>
    </dgm:pt>
    <dgm:pt modelId="{0A2E5025-5B3E-4BE8-829E-26E5BB9FB324}" type="pres">
      <dgm:prSet presAssocID="{F387A3B0-BCD2-49A9-BD63-BB17C5CA8638}" presName="bgRect" presStyleLbl="bgShp" presStyleIdx="4"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29705148-A068-42D5-901A-1FDF21BD628A}" type="pres">
      <dgm:prSet presAssocID="{F387A3B0-BCD2-49A9-BD63-BB17C5CA8638}"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Aspiration"/>
        </a:ext>
      </dgm:extLst>
    </dgm:pt>
    <dgm:pt modelId="{C695EDD4-1869-439E-8813-1A911220917A}" type="pres">
      <dgm:prSet presAssocID="{F387A3B0-BCD2-49A9-BD63-BB17C5CA8638}" presName="spaceRect" presStyleCnt="0"/>
      <dgm:spPr/>
    </dgm:pt>
    <dgm:pt modelId="{6FC4D5FD-4774-49C8-A52C-BCFC896CB56C}" type="pres">
      <dgm:prSet presAssocID="{F387A3B0-BCD2-49A9-BD63-BB17C5CA8638}" presName="parTx" presStyleLbl="revTx" presStyleIdx="4" presStyleCnt="5">
        <dgm:presLayoutVars>
          <dgm:chMax val="0"/>
          <dgm:chPref val="0"/>
        </dgm:presLayoutVars>
      </dgm:prSet>
      <dgm:spPr/>
    </dgm:pt>
  </dgm:ptLst>
  <dgm:cxnLst>
    <dgm:cxn modelId="{494A7F27-D8EE-4074-B0E6-D0ACBF77D983}" srcId="{9B0CAB6C-DC2B-4745-8653-308D5FEB81D0}" destId="{EE743EB0-048C-4088-95DB-902560055427}" srcOrd="0" destOrd="0" parTransId="{D1023DBA-E14C-40C8-8DA0-6E743C2F5DE3}" sibTransId="{D9199A55-69C0-46DA-AEE4-B5DFFAC2415A}"/>
    <dgm:cxn modelId="{D66EB542-464F-45DD-B3CE-E92779358907}" srcId="{9B0CAB6C-DC2B-4745-8653-308D5FEB81D0}" destId="{F387A3B0-BCD2-49A9-BD63-BB17C5CA8638}" srcOrd="4" destOrd="0" parTransId="{F80DC045-22CD-4DE5-ADD1-DB71BA666CA6}" sibTransId="{3DAF36F2-DA87-4639-892E-5635D4F02086}"/>
    <dgm:cxn modelId="{307A0055-6587-459B-91C8-D77241FDB85B}" type="presOf" srcId="{9B0CAB6C-DC2B-4745-8653-308D5FEB81D0}" destId="{40350A6D-678A-4F53-BF96-04D39AF3EA01}" srcOrd="0" destOrd="0" presId="urn:microsoft.com/office/officeart/2018/2/layout/IconVerticalSolidList"/>
    <dgm:cxn modelId="{6E984367-F6B9-4B91-B665-AA7188403BB5}" type="presOf" srcId="{38AB4B6D-6C65-4B96-B948-6BB968686EEE}" destId="{7F0F5A66-401B-44AD-88F9-0775A0D5A7B2}" srcOrd="0" destOrd="0" presId="urn:microsoft.com/office/officeart/2018/2/layout/IconVerticalSolidList"/>
    <dgm:cxn modelId="{E0E3E478-7E89-480F-AAB6-E74BDFCE2102}" type="presOf" srcId="{F387A3B0-BCD2-49A9-BD63-BB17C5CA8638}" destId="{6FC4D5FD-4774-49C8-A52C-BCFC896CB56C}" srcOrd="0" destOrd="0" presId="urn:microsoft.com/office/officeart/2018/2/layout/IconVerticalSolidList"/>
    <dgm:cxn modelId="{24875681-DD16-4F7D-B60F-4AB8EDC7DABB}" srcId="{9B0CAB6C-DC2B-4745-8653-308D5FEB81D0}" destId="{B87ACF96-7AD6-446E-BFD7-FC17B74912C1}" srcOrd="3" destOrd="0" parTransId="{00B37757-0E2B-4E2F-BA7B-C871904B3B27}" sibTransId="{58E2381C-E17C-436A-9303-2BF339848BBA}"/>
    <dgm:cxn modelId="{B5323196-9CB1-4047-BEC9-6D71ED844BD4}" type="presOf" srcId="{683D28F0-6C1A-4FA8-B0C8-22B9A48756B4}" destId="{1717F7BD-09AD-4DC3-94EA-4C7D269606C9}" srcOrd="0" destOrd="0" presId="urn:microsoft.com/office/officeart/2018/2/layout/IconVerticalSolidList"/>
    <dgm:cxn modelId="{5284AEA2-066E-439F-9EEF-03A51F317D33}" srcId="{9B0CAB6C-DC2B-4745-8653-308D5FEB81D0}" destId="{38AB4B6D-6C65-4B96-B948-6BB968686EEE}" srcOrd="2" destOrd="0" parTransId="{493A66F5-959C-481D-9E8E-14B682A9238B}" sibTransId="{3FC30C60-8A39-4660-9EB8-659BE950C51B}"/>
    <dgm:cxn modelId="{4A6E1FB6-BBB4-4039-9763-E0F3FAEC7993}" type="presOf" srcId="{B87ACF96-7AD6-446E-BFD7-FC17B74912C1}" destId="{7A24A14F-6949-4BC6-8910-1900E83F1DB1}" srcOrd="0" destOrd="0" presId="urn:microsoft.com/office/officeart/2018/2/layout/IconVerticalSolidList"/>
    <dgm:cxn modelId="{7586E1E7-7D6A-4837-8143-98B333A019B8}" srcId="{9B0CAB6C-DC2B-4745-8653-308D5FEB81D0}" destId="{683D28F0-6C1A-4FA8-B0C8-22B9A48756B4}" srcOrd="1" destOrd="0" parTransId="{E28047EE-7D8E-4810-8257-B3EA39AE4E10}" sibTransId="{7CDD69AA-275B-47DA-BC98-861CAE04E414}"/>
    <dgm:cxn modelId="{03034DE8-E3C7-48FB-8562-0F9E41F03D3E}" type="presOf" srcId="{EE743EB0-048C-4088-95DB-902560055427}" destId="{89151184-2F0B-4CE5-8276-1974B4201DA0}" srcOrd="0" destOrd="0" presId="urn:microsoft.com/office/officeart/2018/2/layout/IconVerticalSolidList"/>
    <dgm:cxn modelId="{DAC03281-FEDE-4EAC-9E80-51673FD8A656}" type="presParOf" srcId="{40350A6D-678A-4F53-BF96-04D39AF3EA01}" destId="{4123AFA3-CFAA-4418-BD92-AD9190FEB4E8}" srcOrd="0" destOrd="0" presId="urn:microsoft.com/office/officeart/2018/2/layout/IconVerticalSolidList"/>
    <dgm:cxn modelId="{C1777990-2097-4FEC-B767-3C07528AA843}" type="presParOf" srcId="{4123AFA3-CFAA-4418-BD92-AD9190FEB4E8}" destId="{01945F2E-30FE-4033-9D46-10A0C5D4A824}" srcOrd="0" destOrd="0" presId="urn:microsoft.com/office/officeart/2018/2/layout/IconVerticalSolidList"/>
    <dgm:cxn modelId="{23ECECA6-6EE6-499D-BB05-AE4ED55BFE11}" type="presParOf" srcId="{4123AFA3-CFAA-4418-BD92-AD9190FEB4E8}" destId="{C3267B7C-A939-4B5A-96B5-D8CD2F12766C}" srcOrd="1" destOrd="0" presId="urn:microsoft.com/office/officeart/2018/2/layout/IconVerticalSolidList"/>
    <dgm:cxn modelId="{6D6EB817-4034-4DE5-B977-F4F72842A84C}" type="presParOf" srcId="{4123AFA3-CFAA-4418-BD92-AD9190FEB4E8}" destId="{7D1F16E3-700B-4723-8FEE-B39D6B2D3269}" srcOrd="2" destOrd="0" presId="urn:microsoft.com/office/officeart/2018/2/layout/IconVerticalSolidList"/>
    <dgm:cxn modelId="{9F1A40C3-857D-47A9-8EE0-24AC4067EFCF}" type="presParOf" srcId="{4123AFA3-CFAA-4418-BD92-AD9190FEB4E8}" destId="{89151184-2F0B-4CE5-8276-1974B4201DA0}" srcOrd="3" destOrd="0" presId="urn:microsoft.com/office/officeart/2018/2/layout/IconVerticalSolidList"/>
    <dgm:cxn modelId="{C5B1BB7F-87AD-497B-A8D5-40069B635D0B}" type="presParOf" srcId="{40350A6D-678A-4F53-BF96-04D39AF3EA01}" destId="{9B5A324B-EF64-4C76-BA99-1AF9CAB1D1F6}" srcOrd="1" destOrd="0" presId="urn:microsoft.com/office/officeart/2018/2/layout/IconVerticalSolidList"/>
    <dgm:cxn modelId="{0401A145-14F7-40A7-8DD2-2E0351AB4707}" type="presParOf" srcId="{40350A6D-678A-4F53-BF96-04D39AF3EA01}" destId="{C1284217-348A-4ABA-BC0D-57F4AD5337E6}" srcOrd="2" destOrd="0" presId="urn:microsoft.com/office/officeart/2018/2/layout/IconVerticalSolidList"/>
    <dgm:cxn modelId="{1E07EF6D-CAE4-481D-917D-DD94AB036896}" type="presParOf" srcId="{C1284217-348A-4ABA-BC0D-57F4AD5337E6}" destId="{80107A8D-60CC-458F-A0F9-6D9B43213238}" srcOrd="0" destOrd="0" presId="urn:microsoft.com/office/officeart/2018/2/layout/IconVerticalSolidList"/>
    <dgm:cxn modelId="{F0563926-9DA6-4EE7-BA64-F45DC5F196F6}" type="presParOf" srcId="{C1284217-348A-4ABA-BC0D-57F4AD5337E6}" destId="{855C12A7-E67D-427C-AF29-267F38136533}" srcOrd="1" destOrd="0" presId="urn:microsoft.com/office/officeart/2018/2/layout/IconVerticalSolidList"/>
    <dgm:cxn modelId="{45D98F3A-F06E-41F8-A22F-7E25AE504E85}" type="presParOf" srcId="{C1284217-348A-4ABA-BC0D-57F4AD5337E6}" destId="{0055EB68-2B2F-4C2C-8421-C474AF883D45}" srcOrd="2" destOrd="0" presId="urn:microsoft.com/office/officeart/2018/2/layout/IconVerticalSolidList"/>
    <dgm:cxn modelId="{932C54B2-3B45-4E18-859C-A5AD8729EA8F}" type="presParOf" srcId="{C1284217-348A-4ABA-BC0D-57F4AD5337E6}" destId="{1717F7BD-09AD-4DC3-94EA-4C7D269606C9}" srcOrd="3" destOrd="0" presId="urn:microsoft.com/office/officeart/2018/2/layout/IconVerticalSolidList"/>
    <dgm:cxn modelId="{24EFCD27-AF56-4B1C-980D-3D2252A97D5D}" type="presParOf" srcId="{40350A6D-678A-4F53-BF96-04D39AF3EA01}" destId="{253E9946-36AB-4F6B-8EF8-0EEA9455BFAA}" srcOrd="3" destOrd="0" presId="urn:microsoft.com/office/officeart/2018/2/layout/IconVerticalSolidList"/>
    <dgm:cxn modelId="{6F165E08-588B-4CB9-A5B8-5FF1B1A204EA}" type="presParOf" srcId="{40350A6D-678A-4F53-BF96-04D39AF3EA01}" destId="{B2F0A7A9-DAD0-492B-8BC6-2EDCC61ECEF5}" srcOrd="4" destOrd="0" presId="urn:microsoft.com/office/officeart/2018/2/layout/IconVerticalSolidList"/>
    <dgm:cxn modelId="{2A6D5A4E-E707-45F4-AA2F-598E7C3A617C}" type="presParOf" srcId="{B2F0A7A9-DAD0-492B-8BC6-2EDCC61ECEF5}" destId="{02894B53-CAB4-48A9-A469-7452CED07C55}" srcOrd="0" destOrd="0" presId="urn:microsoft.com/office/officeart/2018/2/layout/IconVerticalSolidList"/>
    <dgm:cxn modelId="{19DE3E72-412C-47C2-B232-7EA8AA2B8290}" type="presParOf" srcId="{B2F0A7A9-DAD0-492B-8BC6-2EDCC61ECEF5}" destId="{1EE7C2B9-35C3-4193-AE1F-A9DF1902A57D}" srcOrd="1" destOrd="0" presId="urn:microsoft.com/office/officeart/2018/2/layout/IconVerticalSolidList"/>
    <dgm:cxn modelId="{B44162D8-A8FF-41CB-ABCE-8EEF814B09FD}" type="presParOf" srcId="{B2F0A7A9-DAD0-492B-8BC6-2EDCC61ECEF5}" destId="{3961D9BE-02B7-49C1-AFC1-4D7F18153D2E}" srcOrd="2" destOrd="0" presId="urn:microsoft.com/office/officeart/2018/2/layout/IconVerticalSolidList"/>
    <dgm:cxn modelId="{C6A9E368-0E25-4FC9-AE9A-5FFDBE910522}" type="presParOf" srcId="{B2F0A7A9-DAD0-492B-8BC6-2EDCC61ECEF5}" destId="{7F0F5A66-401B-44AD-88F9-0775A0D5A7B2}" srcOrd="3" destOrd="0" presId="urn:microsoft.com/office/officeart/2018/2/layout/IconVerticalSolidList"/>
    <dgm:cxn modelId="{180C5D71-8DCC-470C-B9D4-91DFB276344F}" type="presParOf" srcId="{40350A6D-678A-4F53-BF96-04D39AF3EA01}" destId="{7A586611-C019-40AE-8874-559C974EE3B8}" srcOrd="5" destOrd="0" presId="urn:microsoft.com/office/officeart/2018/2/layout/IconVerticalSolidList"/>
    <dgm:cxn modelId="{8F31AEAA-406B-4A1A-8DA8-4C774D224175}" type="presParOf" srcId="{40350A6D-678A-4F53-BF96-04D39AF3EA01}" destId="{78193CB3-DFDD-47CA-B3CA-4A25198859E5}" srcOrd="6" destOrd="0" presId="urn:microsoft.com/office/officeart/2018/2/layout/IconVerticalSolidList"/>
    <dgm:cxn modelId="{A4479EF7-B623-4818-9302-B1792A335F5F}" type="presParOf" srcId="{78193CB3-DFDD-47CA-B3CA-4A25198859E5}" destId="{BBE5F70B-D55D-4889-93E5-797173D84594}" srcOrd="0" destOrd="0" presId="urn:microsoft.com/office/officeart/2018/2/layout/IconVerticalSolidList"/>
    <dgm:cxn modelId="{A69BA401-DD17-4AC1-8F2A-075282C59E36}" type="presParOf" srcId="{78193CB3-DFDD-47CA-B3CA-4A25198859E5}" destId="{B5B8AD48-18FE-4169-A6E7-DAE9EC61E6E7}" srcOrd="1" destOrd="0" presId="urn:microsoft.com/office/officeart/2018/2/layout/IconVerticalSolidList"/>
    <dgm:cxn modelId="{4B03F035-E701-4160-8D89-A7CA31CDA482}" type="presParOf" srcId="{78193CB3-DFDD-47CA-B3CA-4A25198859E5}" destId="{F69F993B-836F-424D-8C5B-577225A9AAEB}" srcOrd="2" destOrd="0" presId="urn:microsoft.com/office/officeart/2018/2/layout/IconVerticalSolidList"/>
    <dgm:cxn modelId="{FD7C22D9-3010-4C26-BBEE-7A3CC510E3C7}" type="presParOf" srcId="{78193CB3-DFDD-47CA-B3CA-4A25198859E5}" destId="{7A24A14F-6949-4BC6-8910-1900E83F1DB1}" srcOrd="3" destOrd="0" presId="urn:microsoft.com/office/officeart/2018/2/layout/IconVerticalSolidList"/>
    <dgm:cxn modelId="{97A12751-7838-4EDA-854A-D5B9035FA28E}" type="presParOf" srcId="{40350A6D-678A-4F53-BF96-04D39AF3EA01}" destId="{D0C8B037-00FD-48CF-8F99-95682EDD390C}" srcOrd="7" destOrd="0" presId="urn:microsoft.com/office/officeart/2018/2/layout/IconVerticalSolidList"/>
    <dgm:cxn modelId="{4531AC26-204A-400D-A997-734E92D16112}" type="presParOf" srcId="{40350A6D-678A-4F53-BF96-04D39AF3EA01}" destId="{657EACE1-646B-4AFC-91F1-D0518F03066B}" srcOrd="8" destOrd="0" presId="urn:microsoft.com/office/officeart/2018/2/layout/IconVerticalSolidList"/>
    <dgm:cxn modelId="{8D1CF20E-3762-4D5B-89AD-2EE57D78EF41}" type="presParOf" srcId="{657EACE1-646B-4AFC-91F1-D0518F03066B}" destId="{0A2E5025-5B3E-4BE8-829E-26E5BB9FB324}" srcOrd="0" destOrd="0" presId="urn:microsoft.com/office/officeart/2018/2/layout/IconVerticalSolidList"/>
    <dgm:cxn modelId="{4C0B1A79-C242-40DB-9981-78F1086E2A25}" type="presParOf" srcId="{657EACE1-646B-4AFC-91F1-D0518F03066B}" destId="{29705148-A068-42D5-901A-1FDF21BD628A}" srcOrd="1" destOrd="0" presId="urn:microsoft.com/office/officeart/2018/2/layout/IconVerticalSolidList"/>
    <dgm:cxn modelId="{E2EF7810-9AB1-44DA-A977-D63253988DBD}" type="presParOf" srcId="{657EACE1-646B-4AFC-91F1-D0518F03066B}" destId="{C695EDD4-1869-439E-8813-1A911220917A}" srcOrd="2" destOrd="0" presId="urn:microsoft.com/office/officeart/2018/2/layout/IconVerticalSolidList"/>
    <dgm:cxn modelId="{B12F5D80-430F-4AF9-8547-5BA56CC301A0}" type="presParOf" srcId="{657EACE1-646B-4AFC-91F1-D0518F03066B}" destId="{6FC4D5FD-4774-49C8-A52C-BCFC896CB56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096BF-88B7-2641-B717-BDF8DA19BE62}">
      <dsp:nvSpPr>
        <dsp:cNvPr id="0" name=""/>
        <dsp:cNvSpPr/>
      </dsp:nvSpPr>
      <dsp:spPr>
        <a:xfrm>
          <a:off x="0" y="631972"/>
          <a:ext cx="3243262" cy="194595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Professionals always believe they are facilitating informed choice.</a:t>
          </a:r>
        </a:p>
      </dsp:txBody>
      <dsp:txXfrm>
        <a:off x="0" y="631972"/>
        <a:ext cx="3243262" cy="1945957"/>
      </dsp:txXfrm>
    </dsp:sp>
    <dsp:sp modelId="{FA209B92-DC61-8B44-BE4C-53C6612ED2F2}">
      <dsp:nvSpPr>
        <dsp:cNvPr id="0" name=""/>
        <dsp:cNvSpPr/>
      </dsp:nvSpPr>
      <dsp:spPr>
        <a:xfrm>
          <a:off x="3567588" y="631972"/>
          <a:ext cx="3243262" cy="1945957"/>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Informed choice is a much more complex and nuanced process, than typically recognized.</a:t>
          </a:r>
        </a:p>
      </dsp:txBody>
      <dsp:txXfrm>
        <a:off x="3567588" y="631972"/>
        <a:ext cx="3243262" cy="1945957"/>
      </dsp:txXfrm>
    </dsp:sp>
    <dsp:sp modelId="{D57995F5-5E15-7549-A1B9-BDF332876174}">
      <dsp:nvSpPr>
        <dsp:cNvPr id="0" name=""/>
        <dsp:cNvSpPr/>
      </dsp:nvSpPr>
      <dsp:spPr>
        <a:xfrm>
          <a:off x="7135177" y="631972"/>
          <a:ext cx="3243262" cy="1945957"/>
        </a:xfrm>
        <a:prstGeom prst="rect">
          <a:avLst/>
        </a:prstGeom>
        <a:solidFill>
          <a:srgbClr val="0070C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Informed choice is mentioned throughout federal law, </a:t>
          </a:r>
        </a:p>
        <a:p>
          <a:pPr marL="0" lvl="0" indent="0" algn="ctr" defTabSz="1111250">
            <a:lnSpc>
              <a:spcPct val="90000"/>
            </a:lnSpc>
            <a:spcBef>
              <a:spcPct val="0"/>
            </a:spcBef>
            <a:spcAft>
              <a:spcPct val="35000"/>
            </a:spcAft>
            <a:buNone/>
          </a:pPr>
          <a:r>
            <a:rPr lang="en-US" sz="2500" i="1" kern="1200" dirty="0"/>
            <a:t>but is not defined.</a:t>
          </a:r>
        </a:p>
      </dsp:txBody>
      <dsp:txXfrm>
        <a:off x="7135177" y="631972"/>
        <a:ext cx="3243262" cy="1945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6E9505-7B61-444D-AAF8-65CAFA3BE004}">
      <dsp:nvSpPr>
        <dsp:cNvPr id="0" name=""/>
        <dsp:cNvSpPr/>
      </dsp:nvSpPr>
      <dsp:spPr>
        <a:xfrm>
          <a:off x="494841" y="891448"/>
          <a:ext cx="1438997" cy="143899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D7CA00-B88B-46E9-8386-2CC830AF9069}">
      <dsp:nvSpPr>
        <dsp:cNvPr id="0" name=""/>
        <dsp:cNvSpPr/>
      </dsp:nvSpPr>
      <dsp:spPr>
        <a:xfrm>
          <a:off x="801513" y="1198120"/>
          <a:ext cx="825654" cy="825654"/>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42E5CA-8B1D-4E34-9444-E1584090B54F}">
      <dsp:nvSpPr>
        <dsp:cNvPr id="0" name=""/>
        <dsp:cNvSpPr/>
      </dsp:nvSpPr>
      <dsp:spPr>
        <a:xfrm>
          <a:off x="34834" y="2778659"/>
          <a:ext cx="2359012"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skills and experience in making choices</a:t>
          </a:r>
        </a:p>
      </dsp:txBody>
      <dsp:txXfrm>
        <a:off x="34834" y="2778659"/>
        <a:ext cx="2359012" cy="855000"/>
      </dsp:txXfrm>
    </dsp:sp>
    <dsp:sp modelId="{D3F6F29F-8892-442D-90DE-2596A5D16D0F}">
      <dsp:nvSpPr>
        <dsp:cNvPr id="0" name=""/>
        <dsp:cNvSpPr/>
      </dsp:nvSpPr>
      <dsp:spPr>
        <a:xfrm>
          <a:off x="3266681" y="891448"/>
          <a:ext cx="1438997" cy="143899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41D038-2406-4728-A6AC-AE10C247C3ED}">
      <dsp:nvSpPr>
        <dsp:cNvPr id="0" name=""/>
        <dsp:cNvSpPr/>
      </dsp:nvSpPr>
      <dsp:spPr>
        <a:xfrm>
          <a:off x="3573352" y="1198120"/>
          <a:ext cx="825654" cy="82565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A00314-D189-4D10-8F05-DE7C76F90656}">
      <dsp:nvSpPr>
        <dsp:cNvPr id="0" name=""/>
        <dsp:cNvSpPr/>
      </dsp:nvSpPr>
      <dsp:spPr>
        <a:xfrm>
          <a:off x="2806673" y="2778659"/>
          <a:ext cx="2359012"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experience that we can draw on</a:t>
          </a:r>
        </a:p>
      </dsp:txBody>
      <dsp:txXfrm>
        <a:off x="2806673" y="2778659"/>
        <a:ext cx="2359012" cy="855000"/>
      </dsp:txXfrm>
    </dsp:sp>
    <dsp:sp modelId="{AD3AD084-831E-43E1-A671-29F149C95B30}">
      <dsp:nvSpPr>
        <dsp:cNvPr id="0" name=""/>
        <dsp:cNvSpPr/>
      </dsp:nvSpPr>
      <dsp:spPr>
        <a:xfrm>
          <a:off x="6038521" y="891448"/>
          <a:ext cx="1438997" cy="143899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A754EB-306C-4FC6-8658-158BC46713E2}">
      <dsp:nvSpPr>
        <dsp:cNvPr id="0" name=""/>
        <dsp:cNvSpPr/>
      </dsp:nvSpPr>
      <dsp:spPr>
        <a:xfrm>
          <a:off x="6345192" y="1198120"/>
          <a:ext cx="825654" cy="825654"/>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827F71-D72C-4066-85E8-CBDCDCD317E8}">
      <dsp:nvSpPr>
        <dsp:cNvPr id="0" name=""/>
        <dsp:cNvSpPr/>
      </dsp:nvSpPr>
      <dsp:spPr>
        <a:xfrm>
          <a:off x="5578513" y="2778659"/>
          <a:ext cx="2359012"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a culture that embraces informed choice</a:t>
          </a:r>
        </a:p>
      </dsp:txBody>
      <dsp:txXfrm>
        <a:off x="5578513" y="2778659"/>
        <a:ext cx="2359012" cy="855000"/>
      </dsp:txXfrm>
    </dsp:sp>
    <dsp:sp modelId="{7C201A9F-1110-4815-A0A9-16ACDA0D2FFC}">
      <dsp:nvSpPr>
        <dsp:cNvPr id="0" name=""/>
        <dsp:cNvSpPr/>
      </dsp:nvSpPr>
      <dsp:spPr>
        <a:xfrm>
          <a:off x="8810360" y="891448"/>
          <a:ext cx="1438997" cy="143899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F18C4-222B-4ADE-8350-E35717A0F507}">
      <dsp:nvSpPr>
        <dsp:cNvPr id="0" name=""/>
        <dsp:cNvSpPr/>
      </dsp:nvSpPr>
      <dsp:spPr>
        <a:xfrm>
          <a:off x="9117032" y="1198120"/>
          <a:ext cx="825654" cy="825654"/>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4505D2-C731-4872-9FEF-6E209B1F3822}">
      <dsp:nvSpPr>
        <dsp:cNvPr id="0" name=""/>
        <dsp:cNvSpPr/>
      </dsp:nvSpPr>
      <dsp:spPr>
        <a:xfrm>
          <a:off x="8350353" y="2778659"/>
          <a:ext cx="2359012"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a tolerance for reasonable risks and failure</a:t>
          </a:r>
        </a:p>
      </dsp:txBody>
      <dsp:txXfrm>
        <a:off x="8350353" y="2778659"/>
        <a:ext cx="2359012" cy="85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50CF3-5224-4643-957D-53E03E1EE7D0}">
      <dsp:nvSpPr>
        <dsp:cNvPr id="0" name=""/>
        <dsp:cNvSpPr/>
      </dsp:nvSpPr>
      <dsp:spPr>
        <a:xfrm>
          <a:off x="3135436" y="44958"/>
          <a:ext cx="2461896" cy="990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Experience</a:t>
          </a:r>
        </a:p>
      </dsp:txBody>
      <dsp:txXfrm>
        <a:off x="3183791" y="93313"/>
        <a:ext cx="2365186" cy="893839"/>
      </dsp:txXfrm>
    </dsp:sp>
    <dsp:sp modelId="{77811A70-D3AE-0C41-8D6A-1D07D32ADEBA}">
      <dsp:nvSpPr>
        <dsp:cNvPr id="0" name=""/>
        <dsp:cNvSpPr/>
      </dsp:nvSpPr>
      <dsp:spPr>
        <a:xfrm>
          <a:off x="1956786" y="680828"/>
          <a:ext cx="5485192" cy="5485192"/>
        </a:xfrm>
        <a:custGeom>
          <a:avLst/>
          <a:gdLst/>
          <a:ahLst/>
          <a:cxnLst/>
          <a:rect l="0" t="0" r="0" b="0"/>
          <a:pathLst>
            <a:path>
              <a:moveTo>
                <a:pt x="3651676" y="155047"/>
              </a:moveTo>
              <a:arcTo wR="2742596" hR="2742596" stAng="17361471" swAng="1459665"/>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FA542A5-C28D-0B43-B7BF-3857B76FC18C}">
      <dsp:nvSpPr>
        <dsp:cNvPr id="0" name=""/>
        <dsp:cNvSpPr/>
      </dsp:nvSpPr>
      <dsp:spPr>
        <a:xfrm>
          <a:off x="5975562" y="1448302"/>
          <a:ext cx="1921077" cy="1015055"/>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rPr>
            <a:t>Social </a:t>
          </a:r>
        </a:p>
        <a:p>
          <a:pPr marL="0" lvl="0" indent="0" algn="ctr" defTabSz="1066800">
            <a:lnSpc>
              <a:spcPct val="90000"/>
            </a:lnSpc>
            <a:spcBef>
              <a:spcPct val="0"/>
            </a:spcBef>
            <a:spcAft>
              <a:spcPct val="35000"/>
            </a:spcAft>
            <a:buNone/>
          </a:pPr>
          <a:r>
            <a:rPr lang="en-US" sz="2400" b="1" kern="1200" dirty="0">
              <a:solidFill>
                <a:schemeClr val="tx1"/>
              </a:solidFill>
            </a:rPr>
            <a:t>Expectations</a:t>
          </a:r>
        </a:p>
      </dsp:txBody>
      <dsp:txXfrm>
        <a:off x="6025113" y="1497853"/>
        <a:ext cx="1821975" cy="915953"/>
      </dsp:txXfrm>
    </dsp:sp>
    <dsp:sp modelId="{DE1333E7-AE3C-E446-9982-63466BCD8846}">
      <dsp:nvSpPr>
        <dsp:cNvPr id="0" name=""/>
        <dsp:cNvSpPr/>
      </dsp:nvSpPr>
      <dsp:spPr>
        <a:xfrm>
          <a:off x="1713801" y="286634"/>
          <a:ext cx="5485192" cy="5485192"/>
        </a:xfrm>
        <a:custGeom>
          <a:avLst/>
          <a:gdLst/>
          <a:ahLst/>
          <a:cxnLst/>
          <a:rect l="0" t="0" r="0" b="0"/>
          <a:pathLst>
            <a:path>
              <a:moveTo>
                <a:pt x="5429467" y="2192541"/>
              </a:moveTo>
              <a:arcTo wR="2742596" hR="2742596" stAng="20905818" swAng="201516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505CE0C-A16C-2E44-B33A-31F184E7897D}">
      <dsp:nvSpPr>
        <dsp:cNvPr id="0" name=""/>
        <dsp:cNvSpPr/>
      </dsp:nvSpPr>
      <dsp:spPr>
        <a:xfrm>
          <a:off x="5765939" y="4072314"/>
          <a:ext cx="1951206" cy="1163627"/>
        </a:xfrm>
        <a:prstGeom prst="roundRect">
          <a:avLst/>
        </a:prstGeom>
        <a:solidFill>
          <a:srgbClr val="7030A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Societal Expectations</a:t>
          </a:r>
        </a:p>
      </dsp:txBody>
      <dsp:txXfrm>
        <a:off x="5822743" y="4129118"/>
        <a:ext cx="1837598" cy="1050019"/>
      </dsp:txXfrm>
    </dsp:sp>
    <dsp:sp modelId="{2E320D0A-8826-A146-8D82-2F1027EF1FBC}">
      <dsp:nvSpPr>
        <dsp:cNvPr id="0" name=""/>
        <dsp:cNvSpPr/>
      </dsp:nvSpPr>
      <dsp:spPr>
        <a:xfrm>
          <a:off x="1623788" y="540233"/>
          <a:ext cx="5485192" cy="5485192"/>
        </a:xfrm>
        <a:custGeom>
          <a:avLst/>
          <a:gdLst/>
          <a:ahLst/>
          <a:cxnLst/>
          <a:rect l="0" t="0" r="0" b="0"/>
          <a:pathLst>
            <a:path>
              <a:moveTo>
                <a:pt x="4659348" y="4704201"/>
              </a:moveTo>
              <a:arcTo wR="2742596" hR="2742596" stAng="2739756" swAng="150213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1E2F9C0-F9CF-9245-9927-EC71104EAC4D}">
      <dsp:nvSpPr>
        <dsp:cNvPr id="0" name=""/>
        <dsp:cNvSpPr/>
      </dsp:nvSpPr>
      <dsp:spPr>
        <a:xfrm>
          <a:off x="3471286" y="5443612"/>
          <a:ext cx="1790196" cy="1163627"/>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Peers</a:t>
          </a:r>
        </a:p>
      </dsp:txBody>
      <dsp:txXfrm>
        <a:off x="3528090" y="5500416"/>
        <a:ext cx="1676588" cy="1050019"/>
      </dsp:txXfrm>
    </dsp:sp>
    <dsp:sp modelId="{AA19C0B5-7F8E-974A-BF9D-E0ED8C6DFB9D}">
      <dsp:nvSpPr>
        <dsp:cNvPr id="0" name=""/>
        <dsp:cNvSpPr/>
      </dsp:nvSpPr>
      <dsp:spPr>
        <a:xfrm>
          <a:off x="1623788" y="540233"/>
          <a:ext cx="5485192" cy="5485192"/>
        </a:xfrm>
        <a:custGeom>
          <a:avLst/>
          <a:gdLst/>
          <a:ahLst/>
          <a:cxnLst/>
          <a:rect l="0" t="0" r="0" b="0"/>
          <a:pathLst>
            <a:path>
              <a:moveTo>
                <a:pt x="1836045" y="5331032"/>
              </a:moveTo>
              <a:arcTo wR="2742596" hR="2742596" stAng="6558111" swAng="150213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4ED4812-BED9-E64A-AF8B-B841C13632DC}">
      <dsp:nvSpPr>
        <dsp:cNvPr id="0" name=""/>
        <dsp:cNvSpPr/>
      </dsp:nvSpPr>
      <dsp:spPr>
        <a:xfrm>
          <a:off x="1096128" y="4072314"/>
          <a:ext cx="1790196" cy="1163627"/>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Authority Figures</a:t>
          </a:r>
        </a:p>
      </dsp:txBody>
      <dsp:txXfrm>
        <a:off x="1152932" y="4129118"/>
        <a:ext cx="1676588" cy="1050019"/>
      </dsp:txXfrm>
    </dsp:sp>
    <dsp:sp modelId="{75A3F0E0-CFD0-F840-BF0E-42D54E35DE33}">
      <dsp:nvSpPr>
        <dsp:cNvPr id="0" name=""/>
        <dsp:cNvSpPr/>
      </dsp:nvSpPr>
      <dsp:spPr>
        <a:xfrm>
          <a:off x="1623788" y="540233"/>
          <a:ext cx="5485192" cy="5485192"/>
        </a:xfrm>
        <a:custGeom>
          <a:avLst/>
          <a:gdLst/>
          <a:ahLst/>
          <a:cxnLst/>
          <a:rect l="0" t="0" r="0" b="0"/>
          <a:pathLst>
            <a:path>
              <a:moveTo>
                <a:pt x="111318" y="3516037"/>
              </a:moveTo>
              <a:arcTo wR="2742596" hR="2742596" stAng="9817186" swAng="209000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41B4FB8-F210-1A4A-8B14-8F0B6711CC03}">
      <dsp:nvSpPr>
        <dsp:cNvPr id="0" name=""/>
        <dsp:cNvSpPr/>
      </dsp:nvSpPr>
      <dsp:spPr>
        <a:xfrm>
          <a:off x="1137804" y="1424204"/>
          <a:ext cx="1706844" cy="974654"/>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Culture</a:t>
          </a:r>
        </a:p>
      </dsp:txBody>
      <dsp:txXfrm>
        <a:off x="1185383" y="1471783"/>
        <a:ext cx="1611686" cy="879496"/>
      </dsp:txXfrm>
    </dsp:sp>
    <dsp:sp modelId="{5B442DD5-943D-7A40-8E2E-37682C4A4694}">
      <dsp:nvSpPr>
        <dsp:cNvPr id="0" name=""/>
        <dsp:cNvSpPr/>
      </dsp:nvSpPr>
      <dsp:spPr>
        <a:xfrm>
          <a:off x="1623788" y="540233"/>
          <a:ext cx="5485192" cy="5485192"/>
        </a:xfrm>
        <a:custGeom>
          <a:avLst/>
          <a:gdLst/>
          <a:ahLst/>
          <a:cxnLst/>
          <a:rect l="0" t="0" r="0" b="0"/>
          <a:pathLst>
            <a:path>
              <a:moveTo>
                <a:pt x="732511" y="876747"/>
              </a:moveTo>
              <a:arcTo wR="2742596" hR="2742596" stAng="13372130" swAng="121543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652A9-20B2-4780-9FCD-EC3F762F72A6}">
      <dsp:nvSpPr>
        <dsp:cNvPr id="0" name=""/>
        <dsp:cNvSpPr/>
      </dsp:nvSpPr>
      <dsp:spPr>
        <a:xfrm>
          <a:off x="0" y="7533"/>
          <a:ext cx="6740769" cy="75211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E97A6C-7F3F-48FC-9674-76BA7B7E8A82}">
      <dsp:nvSpPr>
        <dsp:cNvPr id="0" name=""/>
        <dsp:cNvSpPr/>
      </dsp:nvSpPr>
      <dsp:spPr>
        <a:xfrm>
          <a:off x="227515" y="176760"/>
          <a:ext cx="414068" cy="413663"/>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F2FF7B-1ACE-41E6-A1FD-E1D2B2F742C1}">
      <dsp:nvSpPr>
        <dsp:cNvPr id="0" name=""/>
        <dsp:cNvSpPr/>
      </dsp:nvSpPr>
      <dsp:spPr>
        <a:xfrm>
          <a:off x="914401" y="0"/>
          <a:ext cx="5741829" cy="987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74" tIns="104474" rIns="104474" bIns="104474" numCol="1" spcCol="1270" anchor="t" anchorCtr="0">
          <a:noAutofit/>
        </a:bodyPr>
        <a:lstStyle/>
        <a:p>
          <a:pPr marL="0" lvl="0" indent="0" algn="l" defTabSz="1066800">
            <a:lnSpc>
              <a:spcPct val="90000"/>
            </a:lnSpc>
            <a:spcBef>
              <a:spcPct val="0"/>
            </a:spcBef>
            <a:spcAft>
              <a:spcPct val="35000"/>
            </a:spcAft>
            <a:buNone/>
          </a:pPr>
          <a:r>
            <a:rPr lang="en-US" sz="2400" kern="1200" dirty="0"/>
            <a:t>1. Provide information about benefits of working in the community</a:t>
          </a:r>
        </a:p>
      </dsp:txBody>
      <dsp:txXfrm>
        <a:off x="914401" y="0"/>
        <a:ext cx="5741829" cy="987152"/>
      </dsp:txXfrm>
    </dsp:sp>
    <dsp:sp modelId="{8F9EBA6B-93CB-45E3-87F8-82DDDBCD66CF}">
      <dsp:nvSpPr>
        <dsp:cNvPr id="0" name=""/>
        <dsp:cNvSpPr/>
      </dsp:nvSpPr>
      <dsp:spPr>
        <a:xfrm>
          <a:off x="0" y="1241474"/>
          <a:ext cx="6740769" cy="752116"/>
        </a:xfrm>
        <a:prstGeom prst="roundRect">
          <a:avLst>
            <a:gd name="adj" fmla="val 10000"/>
          </a:avLst>
        </a:prstGeom>
        <a:solidFill>
          <a:schemeClr val="accent3">
            <a:lumMod val="50000"/>
          </a:schemeClr>
        </a:solidFill>
        <a:ln>
          <a:noFill/>
        </a:ln>
        <a:effectLst/>
      </dsp:spPr>
      <dsp:style>
        <a:lnRef idx="0">
          <a:scrgbClr r="0" g="0" b="0"/>
        </a:lnRef>
        <a:fillRef idx="1">
          <a:scrgbClr r="0" g="0" b="0"/>
        </a:fillRef>
        <a:effectRef idx="0">
          <a:scrgbClr r="0" g="0" b="0"/>
        </a:effectRef>
        <a:fontRef idx="minor"/>
      </dsp:style>
    </dsp:sp>
    <dsp:sp modelId="{29FFEF88-12E5-4AB5-A7BC-87D69AFCCFF3}">
      <dsp:nvSpPr>
        <dsp:cNvPr id="0" name=""/>
        <dsp:cNvSpPr/>
      </dsp:nvSpPr>
      <dsp:spPr>
        <a:xfrm>
          <a:off x="227515" y="1410700"/>
          <a:ext cx="414068" cy="413663"/>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87581-AB4B-405F-9245-0BC4C6CEE6B5}">
      <dsp:nvSpPr>
        <dsp:cNvPr id="0" name=""/>
        <dsp:cNvSpPr/>
      </dsp:nvSpPr>
      <dsp:spPr>
        <a:xfrm>
          <a:off x="914401" y="1296893"/>
          <a:ext cx="5741829" cy="987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74" tIns="104474" rIns="104474" bIns="104474" numCol="1" spcCol="1270" anchor="ctr" anchorCtr="0">
          <a:noAutofit/>
        </a:bodyPr>
        <a:lstStyle/>
        <a:p>
          <a:pPr marL="0" lvl="0" indent="0" algn="l" defTabSz="1066800">
            <a:lnSpc>
              <a:spcPct val="90000"/>
            </a:lnSpc>
            <a:spcBef>
              <a:spcPct val="0"/>
            </a:spcBef>
            <a:spcAft>
              <a:spcPct val="35000"/>
            </a:spcAft>
            <a:buNone/>
          </a:pPr>
          <a:r>
            <a:rPr lang="en-US" sz="2400" kern="1200" dirty="0"/>
            <a:t>2. Facilitate visits to employment settings &amp; similar experiences</a:t>
          </a:r>
          <a:br>
            <a:rPr lang="en-US" sz="2400" kern="1200" dirty="0"/>
          </a:br>
          <a:r>
            <a:rPr lang="en-US" sz="2400" kern="1200" dirty="0"/>
            <a:t>     </a:t>
          </a:r>
        </a:p>
      </dsp:txBody>
      <dsp:txXfrm>
        <a:off x="914401" y="1296893"/>
        <a:ext cx="5741829" cy="987152"/>
      </dsp:txXfrm>
    </dsp:sp>
    <dsp:sp modelId="{C330D5CF-D226-4994-8FAE-F42D375A1740}">
      <dsp:nvSpPr>
        <dsp:cNvPr id="0" name=""/>
        <dsp:cNvSpPr/>
      </dsp:nvSpPr>
      <dsp:spPr>
        <a:xfrm>
          <a:off x="0" y="2475415"/>
          <a:ext cx="6740769" cy="752116"/>
        </a:xfrm>
        <a:prstGeom prst="roundRect">
          <a:avLst>
            <a:gd name="adj" fmla="val 10000"/>
          </a:avLst>
        </a:prstGeom>
        <a:solidFill>
          <a:schemeClr val="accent4">
            <a:lumMod val="50000"/>
          </a:schemeClr>
        </a:solidFill>
        <a:ln>
          <a:noFill/>
        </a:ln>
        <a:effectLst/>
      </dsp:spPr>
      <dsp:style>
        <a:lnRef idx="0">
          <a:scrgbClr r="0" g="0" b="0"/>
        </a:lnRef>
        <a:fillRef idx="1">
          <a:scrgbClr r="0" g="0" b="0"/>
        </a:fillRef>
        <a:effectRef idx="0">
          <a:scrgbClr r="0" g="0" b="0"/>
        </a:effectRef>
        <a:fontRef idx="minor"/>
      </dsp:style>
    </dsp:sp>
    <dsp:sp modelId="{E2E5F161-F76D-49C4-A1DB-45DC4B3D0D7F}">
      <dsp:nvSpPr>
        <dsp:cNvPr id="0" name=""/>
        <dsp:cNvSpPr/>
      </dsp:nvSpPr>
      <dsp:spPr>
        <a:xfrm>
          <a:off x="227515" y="2644641"/>
          <a:ext cx="414068" cy="413663"/>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0CA07-74F8-4404-ADE3-D31924A899AB}">
      <dsp:nvSpPr>
        <dsp:cNvPr id="0" name=""/>
        <dsp:cNvSpPr/>
      </dsp:nvSpPr>
      <dsp:spPr>
        <a:xfrm>
          <a:off x="869098" y="2586292"/>
          <a:ext cx="5741829" cy="987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74" tIns="104474" rIns="104474" bIns="104474" numCol="1" spcCol="1270" anchor="t" anchorCtr="0">
          <a:noAutofit/>
        </a:bodyPr>
        <a:lstStyle/>
        <a:p>
          <a:pPr marL="0" lvl="0" indent="0" algn="l" defTabSz="1066800">
            <a:lnSpc>
              <a:spcPct val="90000"/>
            </a:lnSpc>
            <a:spcBef>
              <a:spcPct val="0"/>
            </a:spcBef>
            <a:spcAft>
              <a:spcPct val="35000"/>
            </a:spcAft>
            <a:buNone/>
          </a:pPr>
          <a:r>
            <a:rPr lang="en-US" sz="2400" kern="1200" dirty="0"/>
            <a:t>3. Peer-to-peer discussions</a:t>
          </a:r>
        </a:p>
      </dsp:txBody>
      <dsp:txXfrm>
        <a:off x="869098" y="2586292"/>
        <a:ext cx="5741829" cy="987152"/>
      </dsp:txXfrm>
    </dsp:sp>
    <dsp:sp modelId="{80AED3A0-2644-4B14-B924-8B299400031D}">
      <dsp:nvSpPr>
        <dsp:cNvPr id="0" name=""/>
        <dsp:cNvSpPr/>
      </dsp:nvSpPr>
      <dsp:spPr>
        <a:xfrm>
          <a:off x="0" y="3709355"/>
          <a:ext cx="6740769" cy="75211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5D0BDB-3EB0-4921-8A0F-60B6F67C577F}">
      <dsp:nvSpPr>
        <dsp:cNvPr id="0" name=""/>
        <dsp:cNvSpPr/>
      </dsp:nvSpPr>
      <dsp:spPr>
        <a:xfrm>
          <a:off x="227515" y="3878582"/>
          <a:ext cx="414068" cy="413663"/>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885D77-55F0-4030-A500-25C6006888BB}">
      <dsp:nvSpPr>
        <dsp:cNvPr id="0" name=""/>
        <dsp:cNvSpPr/>
      </dsp:nvSpPr>
      <dsp:spPr>
        <a:xfrm>
          <a:off x="869098" y="3709355"/>
          <a:ext cx="5741829" cy="987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74" tIns="104474" rIns="104474" bIns="104474" numCol="1" spcCol="1270" anchor="t" anchorCtr="0">
          <a:noAutofit/>
        </a:bodyPr>
        <a:lstStyle/>
        <a:p>
          <a:pPr marL="0" lvl="0" indent="0" algn="l" defTabSz="889000">
            <a:lnSpc>
              <a:spcPct val="90000"/>
            </a:lnSpc>
            <a:spcBef>
              <a:spcPct val="0"/>
            </a:spcBef>
            <a:spcAft>
              <a:spcPct val="35000"/>
            </a:spcAft>
            <a:buNone/>
          </a:pPr>
          <a:r>
            <a:rPr lang="en-US" sz="2000" kern="1200" dirty="0"/>
            <a:t>4. Identify &amp; address any concerns or objections raised by individual or relevant decision maker</a:t>
          </a:r>
        </a:p>
      </dsp:txBody>
      <dsp:txXfrm>
        <a:off x="869098" y="3709355"/>
        <a:ext cx="5741829" cy="987152"/>
      </dsp:txXfrm>
    </dsp:sp>
    <dsp:sp modelId="{5DDA1544-088B-432C-AB71-F8D79894D074}">
      <dsp:nvSpPr>
        <dsp:cNvPr id="0" name=""/>
        <dsp:cNvSpPr/>
      </dsp:nvSpPr>
      <dsp:spPr>
        <a:xfrm>
          <a:off x="0" y="4943296"/>
          <a:ext cx="6740769" cy="75211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B3F82-6BDE-4E66-B4ED-8E1087D7904D}">
      <dsp:nvSpPr>
        <dsp:cNvPr id="0" name=""/>
        <dsp:cNvSpPr/>
      </dsp:nvSpPr>
      <dsp:spPr>
        <a:xfrm>
          <a:off x="227515" y="5112522"/>
          <a:ext cx="414068" cy="413663"/>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68D67A-8108-4793-B70B-F244D774569A}">
      <dsp:nvSpPr>
        <dsp:cNvPr id="0" name=""/>
        <dsp:cNvSpPr/>
      </dsp:nvSpPr>
      <dsp:spPr>
        <a:xfrm>
          <a:off x="869098" y="4943296"/>
          <a:ext cx="5741829" cy="987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74" tIns="104474" rIns="104474" bIns="104474" numCol="1" spcCol="1270" anchor="t" anchorCtr="0">
          <a:noAutofit/>
        </a:bodyPr>
        <a:lstStyle/>
        <a:p>
          <a:pPr marL="0" lvl="0" indent="0" algn="l" defTabSz="1066800">
            <a:lnSpc>
              <a:spcPct val="90000"/>
            </a:lnSpc>
            <a:spcBef>
              <a:spcPct val="0"/>
            </a:spcBef>
            <a:spcAft>
              <a:spcPct val="35000"/>
            </a:spcAft>
            <a:buNone/>
          </a:pPr>
          <a:r>
            <a:rPr lang="en-US" sz="2400" kern="1200" dirty="0"/>
            <a:t>5. Regularly revisit a decision about not working in the community</a:t>
          </a:r>
        </a:p>
      </dsp:txBody>
      <dsp:txXfrm>
        <a:off x="869098" y="4943296"/>
        <a:ext cx="5741829" cy="9871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A84E4-5C67-45A9-A9B8-1454AC148880}">
      <dsp:nvSpPr>
        <dsp:cNvPr id="0" name=""/>
        <dsp:cNvSpPr/>
      </dsp:nvSpPr>
      <dsp:spPr>
        <a:xfrm>
          <a:off x="1739860" y="415570"/>
          <a:ext cx="1562416" cy="1364413"/>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8B06CF-54F0-4135-8F9D-359D75CA7E8D}">
      <dsp:nvSpPr>
        <dsp:cNvPr id="0" name=""/>
        <dsp:cNvSpPr/>
      </dsp:nvSpPr>
      <dsp:spPr>
        <a:xfrm>
          <a:off x="545932" y="203046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dirty="0"/>
            <a:t>Common concerns &amp; objections</a:t>
          </a:r>
        </a:p>
      </dsp:txBody>
      <dsp:txXfrm>
        <a:off x="545932" y="2030460"/>
        <a:ext cx="4320000" cy="720000"/>
      </dsp:txXfrm>
    </dsp:sp>
    <dsp:sp modelId="{BFA87A40-D685-4E36-A439-9F929F055AD4}">
      <dsp:nvSpPr>
        <dsp:cNvPr id="0" name=""/>
        <dsp:cNvSpPr/>
      </dsp:nvSpPr>
      <dsp:spPr>
        <a:xfrm>
          <a:off x="6643688" y="111125"/>
          <a:ext cx="1944000" cy="1944000"/>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1E7763-C112-454C-8E00-7830A9CEDFD5}">
      <dsp:nvSpPr>
        <dsp:cNvPr id="0" name=""/>
        <dsp:cNvSpPr/>
      </dsp:nvSpPr>
      <dsp:spPr>
        <a:xfrm>
          <a:off x="5491080" y="20493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dirty="0"/>
            <a:t>Responses</a:t>
          </a:r>
        </a:p>
      </dsp:txBody>
      <dsp:txXfrm>
        <a:off x="5491080" y="2049310"/>
        <a:ext cx="43200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87743-B65F-3A42-A34B-9CAF9CDEA0F0}">
      <dsp:nvSpPr>
        <dsp:cNvPr id="0" name=""/>
        <dsp:cNvSpPr/>
      </dsp:nvSpPr>
      <dsp:spPr>
        <a:xfrm>
          <a:off x="4468090" y="0"/>
          <a:ext cx="1787236" cy="1115290"/>
        </a:xfrm>
        <a:prstGeom prst="trapezoid">
          <a:avLst>
            <a:gd name="adj" fmla="val 80124"/>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dirty="0"/>
        </a:p>
      </dsp:txBody>
      <dsp:txXfrm>
        <a:off x="4468090" y="0"/>
        <a:ext cx="1787236" cy="1115290"/>
      </dsp:txXfrm>
    </dsp:sp>
    <dsp:sp modelId="{AD13CE8D-80F4-314B-94CF-DD9A5B9E6B0D}">
      <dsp:nvSpPr>
        <dsp:cNvPr id="0" name=""/>
        <dsp:cNvSpPr/>
      </dsp:nvSpPr>
      <dsp:spPr>
        <a:xfrm>
          <a:off x="3574472" y="1115290"/>
          <a:ext cx="3574472" cy="1115290"/>
        </a:xfrm>
        <a:prstGeom prst="trapezoid">
          <a:avLst>
            <a:gd name="adj" fmla="val 8012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Work Change</a:t>
          </a:r>
        </a:p>
      </dsp:txBody>
      <dsp:txXfrm>
        <a:off x="4200004" y="1115290"/>
        <a:ext cx="2323407" cy="1115290"/>
      </dsp:txXfrm>
    </dsp:sp>
    <dsp:sp modelId="{6263D990-E8D5-2741-9790-957D46305EFE}">
      <dsp:nvSpPr>
        <dsp:cNvPr id="0" name=""/>
        <dsp:cNvSpPr/>
      </dsp:nvSpPr>
      <dsp:spPr>
        <a:xfrm>
          <a:off x="2680854" y="2230581"/>
          <a:ext cx="5361708" cy="1115290"/>
        </a:xfrm>
        <a:prstGeom prst="trapezoid">
          <a:avLst>
            <a:gd name="adj" fmla="val 80124"/>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Searching</a:t>
          </a:r>
        </a:p>
      </dsp:txBody>
      <dsp:txXfrm>
        <a:off x="3619153" y="2230581"/>
        <a:ext cx="3485110" cy="1115290"/>
      </dsp:txXfrm>
    </dsp:sp>
    <dsp:sp modelId="{C30B7ADE-BDDA-E546-9507-AA519A5380F0}">
      <dsp:nvSpPr>
        <dsp:cNvPr id="0" name=""/>
        <dsp:cNvSpPr/>
      </dsp:nvSpPr>
      <dsp:spPr>
        <a:xfrm>
          <a:off x="1787236" y="3345872"/>
          <a:ext cx="7148944" cy="1115290"/>
        </a:xfrm>
        <a:prstGeom prst="trapezoid">
          <a:avLst>
            <a:gd name="adj" fmla="val 8012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Preparatory</a:t>
          </a:r>
        </a:p>
      </dsp:txBody>
      <dsp:txXfrm>
        <a:off x="3038301" y="3345872"/>
        <a:ext cx="4646814" cy="1115290"/>
      </dsp:txXfrm>
    </dsp:sp>
    <dsp:sp modelId="{14FD2F1B-4F47-E44A-A7BE-5FF1BD6606F5}">
      <dsp:nvSpPr>
        <dsp:cNvPr id="0" name=""/>
        <dsp:cNvSpPr/>
      </dsp:nvSpPr>
      <dsp:spPr>
        <a:xfrm>
          <a:off x="893618" y="4461163"/>
          <a:ext cx="8936180" cy="1115290"/>
        </a:xfrm>
        <a:prstGeom prst="trapezoid">
          <a:avLst>
            <a:gd name="adj" fmla="val 80124"/>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Contemplative</a:t>
          </a:r>
        </a:p>
      </dsp:txBody>
      <dsp:txXfrm>
        <a:off x="2457449" y="4461163"/>
        <a:ext cx="5808517" cy="1115290"/>
      </dsp:txXfrm>
    </dsp:sp>
    <dsp:sp modelId="{BE4434D6-FB77-E647-B1AB-836CDD39316E}">
      <dsp:nvSpPr>
        <dsp:cNvPr id="0" name=""/>
        <dsp:cNvSpPr/>
      </dsp:nvSpPr>
      <dsp:spPr>
        <a:xfrm>
          <a:off x="0" y="5576454"/>
          <a:ext cx="10723416" cy="1115290"/>
        </a:xfrm>
        <a:prstGeom prst="trapezoid">
          <a:avLst>
            <a:gd name="adj" fmla="val 80124"/>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Pre-Contemplative</a:t>
          </a:r>
        </a:p>
      </dsp:txBody>
      <dsp:txXfrm>
        <a:off x="1876597" y="5576454"/>
        <a:ext cx="6970221" cy="11152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CD7C5-67E0-8842-A261-27F343C8DA66}">
      <dsp:nvSpPr>
        <dsp:cNvPr id="0" name=""/>
        <dsp:cNvSpPr/>
      </dsp:nvSpPr>
      <dsp:spPr>
        <a:xfrm>
          <a:off x="0" y="511845"/>
          <a:ext cx="2846069" cy="18072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CF4BC3-D18A-8846-A0E9-C296B696CFFC}">
      <dsp:nvSpPr>
        <dsp:cNvPr id="0" name=""/>
        <dsp:cNvSpPr/>
      </dsp:nvSpPr>
      <dsp:spPr>
        <a:xfrm>
          <a:off x="316230" y="812264"/>
          <a:ext cx="2846069" cy="18072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What are the parameters of the guardianship?</a:t>
          </a:r>
        </a:p>
      </dsp:txBody>
      <dsp:txXfrm>
        <a:off x="369163" y="865197"/>
        <a:ext cx="2740203" cy="1701388"/>
      </dsp:txXfrm>
    </dsp:sp>
    <dsp:sp modelId="{BB68A0FF-97E4-3943-AC49-1D8D7743C358}">
      <dsp:nvSpPr>
        <dsp:cNvPr id="0" name=""/>
        <dsp:cNvSpPr/>
      </dsp:nvSpPr>
      <dsp:spPr>
        <a:xfrm>
          <a:off x="3478529" y="511845"/>
          <a:ext cx="2846069" cy="18072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514BE2-A2E2-594C-B498-E9FF90B6B8DC}">
      <dsp:nvSpPr>
        <dsp:cNvPr id="0" name=""/>
        <dsp:cNvSpPr/>
      </dsp:nvSpPr>
      <dsp:spPr>
        <a:xfrm>
          <a:off x="3794759" y="812264"/>
          <a:ext cx="2846069" cy="18072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Type and level of relationship with individual?</a:t>
          </a:r>
        </a:p>
      </dsp:txBody>
      <dsp:txXfrm>
        <a:off x="3847692" y="865197"/>
        <a:ext cx="2740203" cy="1701388"/>
      </dsp:txXfrm>
    </dsp:sp>
    <dsp:sp modelId="{93AFE344-C542-0045-BF8A-0F1F2277844C}">
      <dsp:nvSpPr>
        <dsp:cNvPr id="0" name=""/>
        <dsp:cNvSpPr/>
      </dsp:nvSpPr>
      <dsp:spPr>
        <a:xfrm>
          <a:off x="6957059" y="511845"/>
          <a:ext cx="2846069" cy="18072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6878C2-1732-9242-9A4A-3C3E48DAE744}">
      <dsp:nvSpPr>
        <dsp:cNvPr id="0" name=""/>
        <dsp:cNvSpPr/>
      </dsp:nvSpPr>
      <dsp:spPr>
        <a:xfrm>
          <a:off x="7273289" y="812264"/>
          <a:ext cx="2846069" cy="18072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Involve guardian, and advocate for support of informed choice</a:t>
          </a:r>
        </a:p>
      </dsp:txBody>
      <dsp:txXfrm>
        <a:off x="7326222" y="865197"/>
        <a:ext cx="2740203" cy="17013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945F2E-30FE-4033-9D46-10A0C5D4A824}">
      <dsp:nvSpPr>
        <dsp:cNvPr id="0" name=""/>
        <dsp:cNvSpPr/>
      </dsp:nvSpPr>
      <dsp:spPr>
        <a:xfrm>
          <a:off x="0" y="19361"/>
          <a:ext cx="6830291" cy="982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267B7C-A939-4B5A-96B5-D8CD2F12766C}">
      <dsp:nvSpPr>
        <dsp:cNvPr id="0" name=""/>
        <dsp:cNvSpPr/>
      </dsp:nvSpPr>
      <dsp:spPr>
        <a:xfrm>
          <a:off x="297081" y="225580"/>
          <a:ext cx="540148" cy="540148"/>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51184-2F0B-4CE5-8276-1974B4201DA0}">
      <dsp:nvSpPr>
        <dsp:cNvPr id="0" name=""/>
        <dsp:cNvSpPr/>
      </dsp:nvSpPr>
      <dsp:spPr>
        <a:xfrm>
          <a:off x="1134311" y="4610"/>
          <a:ext cx="5695979" cy="98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38" tIns="103938" rIns="103938" bIns="103938" numCol="1" spcCol="1270" anchor="ctr" anchorCtr="0">
          <a:noAutofit/>
        </a:bodyPr>
        <a:lstStyle/>
        <a:p>
          <a:pPr marL="0" lvl="0" indent="0" algn="l" defTabSz="1066800">
            <a:lnSpc>
              <a:spcPct val="90000"/>
            </a:lnSpc>
            <a:spcBef>
              <a:spcPct val="0"/>
            </a:spcBef>
            <a:spcAft>
              <a:spcPct val="35000"/>
            </a:spcAft>
            <a:buNone/>
          </a:pPr>
          <a:r>
            <a:rPr lang="en-US" sz="2400" kern="1200" dirty="0"/>
            <a:t>Culture that encourages informed choice</a:t>
          </a:r>
        </a:p>
      </dsp:txBody>
      <dsp:txXfrm>
        <a:off x="1134311" y="4610"/>
        <a:ext cx="5695979" cy="982087"/>
      </dsp:txXfrm>
    </dsp:sp>
    <dsp:sp modelId="{80107A8D-60CC-458F-A0F9-6D9B43213238}">
      <dsp:nvSpPr>
        <dsp:cNvPr id="0" name=""/>
        <dsp:cNvSpPr/>
      </dsp:nvSpPr>
      <dsp:spPr>
        <a:xfrm>
          <a:off x="0" y="1232220"/>
          <a:ext cx="6830291" cy="982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5C12A7-E67D-427C-AF29-267F38136533}">
      <dsp:nvSpPr>
        <dsp:cNvPr id="0" name=""/>
        <dsp:cNvSpPr/>
      </dsp:nvSpPr>
      <dsp:spPr>
        <a:xfrm>
          <a:off x="297081" y="1453190"/>
          <a:ext cx="540148" cy="540148"/>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17F7BD-09AD-4DC3-94EA-4C7D269606C9}">
      <dsp:nvSpPr>
        <dsp:cNvPr id="0" name=""/>
        <dsp:cNvSpPr/>
      </dsp:nvSpPr>
      <dsp:spPr>
        <a:xfrm>
          <a:off x="1134311" y="1232220"/>
          <a:ext cx="5695979" cy="98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38" tIns="103938" rIns="103938" bIns="103938" numCol="1" spcCol="1270" anchor="ctr" anchorCtr="0">
          <a:noAutofit/>
        </a:bodyPr>
        <a:lstStyle/>
        <a:p>
          <a:pPr marL="0" lvl="0" indent="0" algn="l" defTabSz="1066800">
            <a:lnSpc>
              <a:spcPct val="90000"/>
            </a:lnSpc>
            <a:spcBef>
              <a:spcPct val="0"/>
            </a:spcBef>
            <a:spcAft>
              <a:spcPct val="35000"/>
            </a:spcAft>
            <a:buNone/>
          </a:pPr>
          <a:r>
            <a:rPr lang="en-US" sz="2400" kern="1200" dirty="0"/>
            <a:t>Supporting individuals with communication challenges and other support needs</a:t>
          </a:r>
        </a:p>
      </dsp:txBody>
      <dsp:txXfrm>
        <a:off x="1134311" y="1232220"/>
        <a:ext cx="5695979" cy="982087"/>
      </dsp:txXfrm>
    </dsp:sp>
    <dsp:sp modelId="{02894B53-CAB4-48A9-A469-7452CED07C55}">
      <dsp:nvSpPr>
        <dsp:cNvPr id="0" name=""/>
        <dsp:cNvSpPr/>
      </dsp:nvSpPr>
      <dsp:spPr>
        <a:xfrm>
          <a:off x="0" y="2459830"/>
          <a:ext cx="6830291" cy="982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E7C2B9-35C3-4193-AE1F-A9DF1902A57D}">
      <dsp:nvSpPr>
        <dsp:cNvPr id="0" name=""/>
        <dsp:cNvSpPr/>
      </dsp:nvSpPr>
      <dsp:spPr>
        <a:xfrm>
          <a:off x="297081" y="2680799"/>
          <a:ext cx="540148" cy="540148"/>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0F5A66-401B-44AD-88F9-0775A0D5A7B2}">
      <dsp:nvSpPr>
        <dsp:cNvPr id="0" name=""/>
        <dsp:cNvSpPr/>
      </dsp:nvSpPr>
      <dsp:spPr>
        <a:xfrm>
          <a:off x="1134311" y="2459830"/>
          <a:ext cx="5695979" cy="98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38" tIns="103938" rIns="103938" bIns="103938" numCol="1" spcCol="1270" anchor="ctr" anchorCtr="0">
          <a:noAutofit/>
        </a:bodyPr>
        <a:lstStyle/>
        <a:p>
          <a:pPr marL="0" lvl="0" indent="0" algn="l" defTabSz="1066800">
            <a:lnSpc>
              <a:spcPct val="90000"/>
            </a:lnSpc>
            <a:spcBef>
              <a:spcPct val="0"/>
            </a:spcBef>
            <a:spcAft>
              <a:spcPct val="35000"/>
            </a:spcAft>
            <a:buNone/>
          </a:pPr>
          <a:r>
            <a:rPr lang="en-US" sz="2400" kern="1200" dirty="0"/>
            <a:t>Ensuring exposure to a variety of work settings to inform choice making process</a:t>
          </a:r>
        </a:p>
      </dsp:txBody>
      <dsp:txXfrm>
        <a:off x="1134311" y="2459830"/>
        <a:ext cx="5695979" cy="982087"/>
      </dsp:txXfrm>
    </dsp:sp>
    <dsp:sp modelId="{BBE5F70B-D55D-4889-93E5-797173D84594}">
      <dsp:nvSpPr>
        <dsp:cNvPr id="0" name=""/>
        <dsp:cNvSpPr/>
      </dsp:nvSpPr>
      <dsp:spPr>
        <a:xfrm>
          <a:off x="0" y="3687439"/>
          <a:ext cx="6830291" cy="982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8AD48-18FE-4169-A6E7-DAE9EC61E6E7}">
      <dsp:nvSpPr>
        <dsp:cNvPr id="0" name=""/>
        <dsp:cNvSpPr/>
      </dsp:nvSpPr>
      <dsp:spPr>
        <a:xfrm>
          <a:off x="297081" y="3908409"/>
          <a:ext cx="540148" cy="540148"/>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24A14F-6949-4BC6-8910-1900E83F1DB1}">
      <dsp:nvSpPr>
        <dsp:cNvPr id="0" name=""/>
        <dsp:cNvSpPr/>
      </dsp:nvSpPr>
      <dsp:spPr>
        <a:xfrm>
          <a:off x="1134311" y="3687439"/>
          <a:ext cx="5695979" cy="98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38" tIns="103938" rIns="103938" bIns="103938" numCol="1" spcCol="1270" anchor="ctr" anchorCtr="0">
          <a:noAutofit/>
        </a:bodyPr>
        <a:lstStyle/>
        <a:p>
          <a:pPr marL="0" lvl="0" indent="0" algn="l" defTabSz="1066800">
            <a:lnSpc>
              <a:spcPct val="90000"/>
            </a:lnSpc>
            <a:spcBef>
              <a:spcPct val="0"/>
            </a:spcBef>
            <a:spcAft>
              <a:spcPct val="35000"/>
            </a:spcAft>
            <a:buNone/>
          </a:pPr>
          <a:r>
            <a:rPr lang="en-US" sz="2400" kern="1200" dirty="0"/>
            <a:t>Procedures for documentation of choice making process</a:t>
          </a:r>
        </a:p>
      </dsp:txBody>
      <dsp:txXfrm>
        <a:off x="1134311" y="3687439"/>
        <a:ext cx="5695979" cy="982087"/>
      </dsp:txXfrm>
    </dsp:sp>
    <dsp:sp modelId="{0A2E5025-5B3E-4BE8-829E-26E5BB9FB324}">
      <dsp:nvSpPr>
        <dsp:cNvPr id="0" name=""/>
        <dsp:cNvSpPr/>
      </dsp:nvSpPr>
      <dsp:spPr>
        <a:xfrm>
          <a:off x="0" y="4915049"/>
          <a:ext cx="6830291" cy="982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705148-A068-42D5-901A-1FDF21BD628A}">
      <dsp:nvSpPr>
        <dsp:cNvPr id="0" name=""/>
        <dsp:cNvSpPr/>
      </dsp:nvSpPr>
      <dsp:spPr>
        <a:xfrm>
          <a:off x="297081" y="5136019"/>
          <a:ext cx="540148" cy="540148"/>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C4D5FD-4774-49C8-A52C-BCFC896CB56C}">
      <dsp:nvSpPr>
        <dsp:cNvPr id="0" name=""/>
        <dsp:cNvSpPr/>
      </dsp:nvSpPr>
      <dsp:spPr>
        <a:xfrm>
          <a:off x="1134311" y="4915049"/>
          <a:ext cx="5695979" cy="98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38" tIns="103938" rIns="103938" bIns="103938" numCol="1" spcCol="1270" anchor="ctr" anchorCtr="0">
          <a:noAutofit/>
        </a:bodyPr>
        <a:lstStyle/>
        <a:p>
          <a:pPr marL="0" lvl="0" indent="0" algn="l" defTabSz="1066800">
            <a:lnSpc>
              <a:spcPct val="90000"/>
            </a:lnSpc>
            <a:spcBef>
              <a:spcPct val="0"/>
            </a:spcBef>
            <a:spcAft>
              <a:spcPct val="35000"/>
            </a:spcAft>
            <a:buNone/>
          </a:pPr>
          <a:r>
            <a:rPr lang="en-US" sz="2400" kern="1200" dirty="0"/>
            <a:t>Requirements for periodic review of decision not to pursue employment</a:t>
          </a:r>
        </a:p>
      </dsp:txBody>
      <dsp:txXfrm>
        <a:off x="1134311" y="4915049"/>
        <a:ext cx="5695979" cy="9820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65E1A-2B15-164F-9C7F-2FFE8A5DEAA3}"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2C1AB-7233-C14A-8D12-FA14F83497B1}" type="slidenum">
              <a:rPr lang="en-US" smtClean="0"/>
              <a:t>‹#›</a:t>
            </a:fld>
            <a:endParaRPr lang="en-US"/>
          </a:p>
        </p:txBody>
      </p:sp>
    </p:spTree>
    <p:extLst>
      <p:ext uri="{BB962C8B-B14F-4D97-AF65-F5344CB8AC3E}">
        <p14:creationId xmlns:p14="http://schemas.microsoft.com/office/powerpoint/2010/main" val="291127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10</a:t>
            </a:fld>
            <a:endParaRPr lang="en-US"/>
          </a:p>
        </p:txBody>
      </p:sp>
    </p:spTree>
    <p:extLst>
      <p:ext uri="{BB962C8B-B14F-4D97-AF65-F5344CB8AC3E}">
        <p14:creationId xmlns:p14="http://schemas.microsoft.com/office/powerpoint/2010/main" val="1405526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12</a:t>
            </a:fld>
            <a:endParaRPr lang="en-US"/>
          </a:p>
        </p:txBody>
      </p:sp>
    </p:spTree>
    <p:extLst>
      <p:ext uri="{BB962C8B-B14F-4D97-AF65-F5344CB8AC3E}">
        <p14:creationId xmlns:p14="http://schemas.microsoft.com/office/powerpoint/2010/main" val="3546827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13</a:t>
            </a:fld>
            <a:endParaRPr lang="en-US"/>
          </a:p>
        </p:txBody>
      </p:sp>
    </p:spTree>
    <p:extLst>
      <p:ext uri="{BB962C8B-B14F-4D97-AF65-F5344CB8AC3E}">
        <p14:creationId xmlns:p14="http://schemas.microsoft.com/office/powerpoint/2010/main" val="3795270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14</a:t>
            </a:fld>
            <a:endParaRPr lang="en-US"/>
          </a:p>
        </p:txBody>
      </p:sp>
    </p:spTree>
    <p:extLst>
      <p:ext uri="{BB962C8B-B14F-4D97-AF65-F5344CB8AC3E}">
        <p14:creationId xmlns:p14="http://schemas.microsoft.com/office/powerpoint/2010/main" val="332894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16</a:t>
            </a:fld>
            <a:endParaRPr lang="en-US"/>
          </a:p>
        </p:txBody>
      </p:sp>
    </p:spTree>
    <p:extLst>
      <p:ext uri="{BB962C8B-B14F-4D97-AF65-F5344CB8AC3E}">
        <p14:creationId xmlns:p14="http://schemas.microsoft.com/office/powerpoint/2010/main" val="168347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29</a:t>
            </a:fld>
            <a:endParaRPr lang="en-US"/>
          </a:p>
        </p:txBody>
      </p:sp>
    </p:spTree>
    <p:extLst>
      <p:ext uri="{BB962C8B-B14F-4D97-AF65-F5344CB8AC3E}">
        <p14:creationId xmlns:p14="http://schemas.microsoft.com/office/powerpoint/2010/main" val="2614736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30</a:t>
            </a:fld>
            <a:endParaRPr lang="en-US"/>
          </a:p>
        </p:txBody>
      </p:sp>
    </p:spTree>
    <p:extLst>
      <p:ext uri="{BB962C8B-B14F-4D97-AF65-F5344CB8AC3E}">
        <p14:creationId xmlns:p14="http://schemas.microsoft.com/office/powerpoint/2010/main" val="3583032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34</a:t>
            </a:fld>
            <a:endParaRPr lang="en-US"/>
          </a:p>
        </p:txBody>
      </p:sp>
    </p:spTree>
    <p:extLst>
      <p:ext uri="{BB962C8B-B14F-4D97-AF65-F5344CB8AC3E}">
        <p14:creationId xmlns:p14="http://schemas.microsoft.com/office/powerpoint/2010/main" val="402955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36</a:t>
            </a:fld>
            <a:endParaRPr lang="en-US"/>
          </a:p>
        </p:txBody>
      </p:sp>
    </p:spTree>
    <p:extLst>
      <p:ext uri="{BB962C8B-B14F-4D97-AF65-F5344CB8AC3E}">
        <p14:creationId xmlns:p14="http://schemas.microsoft.com/office/powerpoint/2010/main" val="1184922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44</a:t>
            </a:fld>
            <a:endParaRPr lang="en-US"/>
          </a:p>
        </p:txBody>
      </p:sp>
    </p:spTree>
    <p:extLst>
      <p:ext uri="{BB962C8B-B14F-4D97-AF65-F5344CB8AC3E}">
        <p14:creationId xmlns:p14="http://schemas.microsoft.com/office/powerpoint/2010/main" val="1009158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45</a:t>
            </a:fld>
            <a:endParaRPr lang="en-US"/>
          </a:p>
        </p:txBody>
      </p:sp>
    </p:spTree>
    <p:extLst>
      <p:ext uri="{BB962C8B-B14F-4D97-AF65-F5344CB8AC3E}">
        <p14:creationId xmlns:p14="http://schemas.microsoft.com/office/powerpoint/2010/main" val="2530683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46</a:t>
            </a:fld>
            <a:endParaRPr lang="en-US"/>
          </a:p>
        </p:txBody>
      </p:sp>
    </p:spTree>
    <p:extLst>
      <p:ext uri="{BB962C8B-B14F-4D97-AF65-F5344CB8AC3E}">
        <p14:creationId xmlns:p14="http://schemas.microsoft.com/office/powerpoint/2010/main" val="3299207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47</a:t>
            </a:fld>
            <a:endParaRPr lang="en-US"/>
          </a:p>
        </p:txBody>
      </p:sp>
    </p:spTree>
    <p:extLst>
      <p:ext uri="{BB962C8B-B14F-4D97-AF65-F5344CB8AC3E}">
        <p14:creationId xmlns:p14="http://schemas.microsoft.com/office/powerpoint/2010/main" val="260116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48</a:t>
            </a:fld>
            <a:endParaRPr lang="en-US"/>
          </a:p>
        </p:txBody>
      </p:sp>
    </p:spTree>
    <p:extLst>
      <p:ext uri="{BB962C8B-B14F-4D97-AF65-F5344CB8AC3E}">
        <p14:creationId xmlns:p14="http://schemas.microsoft.com/office/powerpoint/2010/main" val="1046360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92C1AB-7233-C14A-8D12-FA14F83497B1}" type="slidenum">
              <a:rPr lang="en-US" smtClean="0"/>
              <a:t>49</a:t>
            </a:fld>
            <a:endParaRPr lang="en-US"/>
          </a:p>
        </p:txBody>
      </p:sp>
    </p:spTree>
    <p:extLst>
      <p:ext uri="{BB962C8B-B14F-4D97-AF65-F5344CB8AC3E}">
        <p14:creationId xmlns:p14="http://schemas.microsoft.com/office/powerpoint/2010/main" val="696366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E07-CFA6-4845-9C14-49B14389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BDDDA7-1DED-2149-BDE0-87E7B9824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CB4E6-2446-1141-BD1C-110C332F5A76}"/>
              </a:ext>
            </a:extLst>
          </p:cNvPr>
          <p:cNvSpPr>
            <a:spLocks noGrp="1"/>
          </p:cNvSpPr>
          <p:nvPr>
            <p:ph type="dt" sz="half" idx="10"/>
          </p:nvPr>
        </p:nvSpPr>
        <p:spPr/>
        <p:txBody>
          <a:bodyPr/>
          <a:lstStyle/>
          <a:p>
            <a:fld id="{40FA4EEC-2F3B-6C44-8C46-4ED2E2ECC399}" type="datetime1">
              <a:rPr lang="en-US" smtClean="0"/>
              <a:t>2/27/26</a:t>
            </a:fld>
            <a:endParaRPr lang="en-US"/>
          </a:p>
        </p:txBody>
      </p:sp>
      <p:sp>
        <p:nvSpPr>
          <p:cNvPr id="5" name="Footer Placeholder 4">
            <a:extLst>
              <a:ext uri="{FF2B5EF4-FFF2-40B4-BE49-F238E27FC236}">
                <a16:creationId xmlns:a16="http://schemas.microsoft.com/office/drawing/2014/main" id="{5D09AA18-DF4E-9F40-A07D-B212DB0C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DE001-5BCE-984F-8A6B-E0D97AB51304}"/>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689062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fld id="{DBBD031F-2672-FB49-AC1C-4610115F9795}" type="datetime1">
              <a:rPr lang="en-US" smtClean="0"/>
              <a:t>2/27/26</a:t>
            </a:fld>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920494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704-5F47-5347-9A9C-A4ECF405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95CFC-7070-0E40-8D89-3D23AEB3A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A1FE5-0ECE-BA4C-AE1D-813B37141530}"/>
              </a:ext>
            </a:extLst>
          </p:cNvPr>
          <p:cNvSpPr>
            <a:spLocks noGrp="1"/>
          </p:cNvSpPr>
          <p:nvPr>
            <p:ph type="dt" sz="half" idx="10"/>
          </p:nvPr>
        </p:nvSpPr>
        <p:spPr/>
        <p:txBody>
          <a:bodyPr/>
          <a:lstStyle/>
          <a:p>
            <a:fld id="{F7D0AC2B-E5DB-A242-81CA-9F3A1213BD22}" type="datetime1">
              <a:rPr lang="en-US" smtClean="0"/>
              <a:t>2/27/26</a:t>
            </a:fld>
            <a:endParaRPr lang="en-US"/>
          </a:p>
        </p:txBody>
      </p:sp>
      <p:sp>
        <p:nvSpPr>
          <p:cNvPr id="5" name="Footer Placeholder 4">
            <a:extLst>
              <a:ext uri="{FF2B5EF4-FFF2-40B4-BE49-F238E27FC236}">
                <a16:creationId xmlns:a16="http://schemas.microsoft.com/office/drawing/2014/main" id="{C283AE56-80B9-2940-9B4E-D3A8C1F7D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A6944-4791-AD49-BD97-2C4F5F29A69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6878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832B-1F3B-124D-B645-8040FF983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EF833C-7332-B84A-AA76-BF4A0970B0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67168-0E8B-A74C-B78F-B2A11F85B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82167-B3E9-EC41-AFB1-8A9DDD3008F1}"/>
              </a:ext>
            </a:extLst>
          </p:cNvPr>
          <p:cNvSpPr>
            <a:spLocks noGrp="1"/>
          </p:cNvSpPr>
          <p:nvPr>
            <p:ph type="dt" sz="half" idx="10"/>
          </p:nvPr>
        </p:nvSpPr>
        <p:spPr/>
        <p:txBody>
          <a:bodyPr/>
          <a:lstStyle/>
          <a:p>
            <a:fld id="{49EC74C5-399A-FA40-A921-AE3CC11F6D78}" type="datetime1">
              <a:rPr lang="en-US" smtClean="0"/>
              <a:t>2/27/26</a:t>
            </a:fld>
            <a:endParaRPr lang="en-US"/>
          </a:p>
        </p:txBody>
      </p:sp>
      <p:sp>
        <p:nvSpPr>
          <p:cNvPr id="6" name="Footer Placeholder 5">
            <a:extLst>
              <a:ext uri="{FF2B5EF4-FFF2-40B4-BE49-F238E27FC236}">
                <a16:creationId xmlns:a16="http://schemas.microsoft.com/office/drawing/2014/main" id="{40D71D6F-602E-C448-B98D-B5B6D289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A8856D-38FF-554C-B78E-A25F78914C6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9897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CF9-58CC-734A-876F-8096A9DD8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F650C0-DF82-C645-9DC9-7D784F578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E2A9C-0B75-FB4A-9543-B0188D9A1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B7715-D85B-7644-BD56-D311FB9AD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1BB8D-20C0-884B-9D17-1EAF95CBD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CDA00-C0E4-AD4F-A6E5-EBAA150FE2AD}"/>
              </a:ext>
            </a:extLst>
          </p:cNvPr>
          <p:cNvSpPr>
            <a:spLocks noGrp="1"/>
          </p:cNvSpPr>
          <p:nvPr>
            <p:ph type="dt" sz="half" idx="10"/>
          </p:nvPr>
        </p:nvSpPr>
        <p:spPr/>
        <p:txBody>
          <a:bodyPr/>
          <a:lstStyle/>
          <a:p>
            <a:fld id="{BC0EF758-788B-BB40-8AAD-38BD71A96B9B}" type="datetime1">
              <a:rPr lang="en-US" smtClean="0"/>
              <a:t>2/27/26</a:t>
            </a:fld>
            <a:endParaRPr lang="en-US"/>
          </a:p>
        </p:txBody>
      </p:sp>
      <p:sp>
        <p:nvSpPr>
          <p:cNvPr id="8" name="Footer Placeholder 7">
            <a:extLst>
              <a:ext uri="{FF2B5EF4-FFF2-40B4-BE49-F238E27FC236}">
                <a16:creationId xmlns:a16="http://schemas.microsoft.com/office/drawing/2014/main" id="{98AF9934-B125-6A43-B688-15B92527C2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BBDEB-3D88-DC4F-9094-E6D2634FAD3B}"/>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54277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DC38-A449-7A42-901B-B1614C3F1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FB450F-2BF8-D94A-9B83-ACA198D5B61F}"/>
              </a:ext>
            </a:extLst>
          </p:cNvPr>
          <p:cNvSpPr>
            <a:spLocks noGrp="1"/>
          </p:cNvSpPr>
          <p:nvPr>
            <p:ph type="dt" sz="half" idx="10"/>
          </p:nvPr>
        </p:nvSpPr>
        <p:spPr/>
        <p:txBody>
          <a:bodyPr/>
          <a:lstStyle/>
          <a:p>
            <a:fld id="{BBEABA45-C4B0-7D42-8FF4-7320DCE6084D}" type="datetime1">
              <a:rPr lang="en-US" smtClean="0"/>
              <a:t>2/27/26</a:t>
            </a:fld>
            <a:endParaRPr lang="en-US"/>
          </a:p>
        </p:txBody>
      </p:sp>
      <p:sp>
        <p:nvSpPr>
          <p:cNvPr id="4" name="Footer Placeholder 3">
            <a:extLst>
              <a:ext uri="{FF2B5EF4-FFF2-40B4-BE49-F238E27FC236}">
                <a16:creationId xmlns:a16="http://schemas.microsoft.com/office/drawing/2014/main" id="{696E1943-F920-FD4D-B10F-0783C5E033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AF4492-2E73-2845-B6F5-48AF992CEB5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6867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97373-9AA8-9743-9FE7-A973F731E4A4}"/>
              </a:ext>
            </a:extLst>
          </p:cNvPr>
          <p:cNvSpPr>
            <a:spLocks noGrp="1"/>
          </p:cNvSpPr>
          <p:nvPr>
            <p:ph type="dt" sz="half" idx="10"/>
          </p:nvPr>
        </p:nvSpPr>
        <p:spPr/>
        <p:txBody>
          <a:bodyPr/>
          <a:lstStyle/>
          <a:p>
            <a:fld id="{47DDBFA3-CAC7-264E-A4A4-59090E2B65B3}" type="datetime1">
              <a:rPr lang="en-US" smtClean="0"/>
              <a:t>2/27/26</a:t>
            </a:fld>
            <a:endParaRPr lang="en-US"/>
          </a:p>
        </p:txBody>
      </p:sp>
      <p:sp>
        <p:nvSpPr>
          <p:cNvPr id="3" name="Footer Placeholder 2">
            <a:extLst>
              <a:ext uri="{FF2B5EF4-FFF2-40B4-BE49-F238E27FC236}">
                <a16:creationId xmlns:a16="http://schemas.microsoft.com/office/drawing/2014/main" id="{1CD78110-DEE0-CF46-9B73-57457F7D2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40768-1815-D144-8614-37DFBB8078D3}"/>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42209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F98B-A116-0449-AADF-6C2AB6B1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1F10C-24E4-0B41-A318-B2ECEFB6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0EA7E-7F2F-584C-8BBC-B9B856938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763B-A708-1148-BFBA-FB338822980C}"/>
              </a:ext>
            </a:extLst>
          </p:cNvPr>
          <p:cNvSpPr>
            <a:spLocks noGrp="1"/>
          </p:cNvSpPr>
          <p:nvPr>
            <p:ph type="dt" sz="half" idx="10"/>
          </p:nvPr>
        </p:nvSpPr>
        <p:spPr/>
        <p:txBody>
          <a:bodyPr/>
          <a:lstStyle/>
          <a:p>
            <a:fld id="{1839B830-AE5A-2240-8A3B-A6F04E17DF5C}" type="datetime1">
              <a:rPr lang="en-US" smtClean="0"/>
              <a:t>2/27/26</a:t>
            </a:fld>
            <a:endParaRPr lang="en-US"/>
          </a:p>
        </p:txBody>
      </p:sp>
      <p:sp>
        <p:nvSpPr>
          <p:cNvPr id="6" name="Footer Placeholder 5">
            <a:extLst>
              <a:ext uri="{FF2B5EF4-FFF2-40B4-BE49-F238E27FC236}">
                <a16:creationId xmlns:a16="http://schemas.microsoft.com/office/drawing/2014/main" id="{649C8849-49C1-AE4A-8055-6D4DDFCA0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989-0805-5B45-BDE9-8D35856E61F9}"/>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62254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C2BB-60BA-E643-9C2A-DB4DF61AE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3D2AD-E1BC-3442-9E4F-08359428F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E815D2-158C-6B49-84C4-12D451E2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738D-8DE9-5343-9A78-C631E2FB771D}"/>
              </a:ext>
            </a:extLst>
          </p:cNvPr>
          <p:cNvSpPr>
            <a:spLocks noGrp="1"/>
          </p:cNvSpPr>
          <p:nvPr>
            <p:ph type="dt" sz="half" idx="10"/>
          </p:nvPr>
        </p:nvSpPr>
        <p:spPr/>
        <p:txBody>
          <a:bodyPr/>
          <a:lstStyle/>
          <a:p>
            <a:fld id="{2765872B-7182-F84D-A585-014688C9A53A}" type="datetime1">
              <a:rPr lang="en-US" smtClean="0"/>
              <a:t>2/27/26</a:t>
            </a:fld>
            <a:endParaRPr lang="en-US"/>
          </a:p>
        </p:txBody>
      </p:sp>
      <p:sp>
        <p:nvSpPr>
          <p:cNvPr id="6" name="Footer Placeholder 5">
            <a:extLst>
              <a:ext uri="{FF2B5EF4-FFF2-40B4-BE49-F238E27FC236}">
                <a16:creationId xmlns:a16="http://schemas.microsoft.com/office/drawing/2014/main" id="{B8704796-F870-844B-A92F-6E26FD697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D8D6C-8065-AD48-B4DC-02AB34D1470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65053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F1A5-9FBD-AA41-B701-58F23012E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3C6DB-FC78-6540-AE38-C48402A31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51E24-604D-5F41-AE28-E81C17770DCB}"/>
              </a:ext>
            </a:extLst>
          </p:cNvPr>
          <p:cNvSpPr>
            <a:spLocks noGrp="1"/>
          </p:cNvSpPr>
          <p:nvPr>
            <p:ph type="dt" sz="half" idx="10"/>
          </p:nvPr>
        </p:nvSpPr>
        <p:spPr/>
        <p:txBody>
          <a:bodyPr/>
          <a:lstStyle/>
          <a:p>
            <a:fld id="{244B43A0-8080-C84F-802A-7784DC91EB53}" type="datetime1">
              <a:rPr lang="en-US" smtClean="0"/>
              <a:t>2/27/26</a:t>
            </a:fld>
            <a:endParaRPr lang="en-US"/>
          </a:p>
        </p:txBody>
      </p:sp>
      <p:sp>
        <p:nvSpPr>
          <p:cNvPr id="5" name="Footer Placeholder 4">
            <a:extLst>
              <a:ext uri="{FF2B5EF4-FFF2-40B4-BE49-F238E27FC236}">
                <a16:creationId xmlns:a16="http://schemas.microsoft.com/office/drawing/2014/main" id="{665FE96C-9B51-004C-B671-7C665130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E4D6-A39A-2242-B129-2C9E150F6A1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623719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9AE8F3-9CBD-2C47-A447-905506348C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CB8B2F-CB91-8545-8B26-CDD6ADBEB0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4647-85D8-2545-9549-C2304E0145DF}"/>
              </a:ext>
            </a:extLst>
          </p:cNvPr>
          <p:cNvSpPr>
            <a:spLocks noGrp="1"/>
          </p:cNvSpPr>
          <p:nvPr>
            <p:ph type="dt" sz="half" idx="10"/>
          </p:nvPr>
        </p:nvSpPr>
        <p:spPr/>
        <p:txBody>
          <a:bodyPr/>
          <a:lstStyle/>
          <a:p>
            <a:fld id="{3836046C-7EAC-F94F-BFD0-39705CA6A60E}" type="datetime1">
              <a:rPr lang="en-US" smtClean="0"/>
              <a:t>2/27/26</a:t>
            </a:fld>
            <a:endParaRPr lang="en-US"/>
          </a:p>
        </p:txBody>
      </p:sp>
      <p:sp>
        <p:nvSpPr>
          <p:cNvPr id="5" name="Footer Placeholder 4">
            <a:extLst>
              <a:ext uri="{FF2B5EF4-FFF2-40B4-BE49-F238E27FC236}">
                <a16:creationId xmlns:a16="http://schemas.microsoft.com/office/drawing/2014/main" id="{A6819A56-97BE-3F4A-9CAC-63124B5C4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9A20-E0C5-5040-8275-EA2372AC5636}"/>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026776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1E07-CFA6-4845-9C14-49B14389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BDDDA7-1DED-2149-BDE0-87E7B98244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CB4E6-2446-1141-BD1C-110C332F5A76}"/>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5D09AA18-DF4E-9F40-A07D-B212DB0C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DE001-5BCE-984F-8A6B-E0D97AB51304}"/>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124887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088341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704-5F47-5347-9A9C-A4ECF405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E95CFC-7070-0E40-8D89-3D23AEB3A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EA1FE5-0ECE-BA4C-AE1D-813B37141530}"/>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C283AE56-80B9-2940-9B4E-D3A8C1F7D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A6944-4791-AD49-BD97-2C4F5F29A69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921297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832B-1F3B-124D-B645-8040FF983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EF833C-7332-B84A-AA76-BF4A0970B0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67168-0E8B-A74C-B78F-B2A11F85B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82167-B3E9-EC41-AFB1-8A9DDD3008F1}"/>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6" name="Footer Placeholder 5">
            <a:extLst>
              <a:ext uri="{FF2B5EF4-FFF2-40B4-BE49-F238E27FC236}">
                <a16:creationId xmlns:a16="http://schemas.microsoft.com/office/drawing/2014/main" id="{40D71D6F-602E-C448-B98D-B5B6D289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A8856D-38FF-554C-B78E-A25F78914C6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94486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CF9-58CC-734A-876F-8096A9DD8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F650C0-DF82-C645-9DC9-7D784F5782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E2A9C-0B75-FB4A-9543-B0188D9A1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B7715-D85B-7644-BD56-D311FB9AD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1BB8D-20C0-884B-9D17-1EAF95CBD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CDA00-C0E4-AD4F-A6E5-EBAA150FE2AD}"/>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8" name="Footer Placeholder 7">
            <a:extLst>
              <a:ext uri="{FF2B5EF4-FFF2-40B4-BE49-F238E27FC236}">
                <a16:creationId xmlns:a16="http://schemas.microsoft.com/office/drawing/2014/main" id="{98AF9934-B125-6A43-B688-15B92527C2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4BBDEB-3D88-DC4F-9094-E6D2634FAD3B}"/>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995980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DC38-A449-7A42-901B-B1614C3F1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FB450F-2BF8-D94A-9B83-ACA198D5B61F}"/>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4" name="Footer Placeholder 3">
            <a:extLst>
              <a:ext uri="{FF2B5EF4-FFF2-40B4-BE49-F238E27FC236}">
                <a16:creationId xmlns:a16="http://schemas.microsoft.com/office/drawing/2014/main" id="{696E1943-F920-FD4D-B10F-0783C5E033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AF4492-2E73-2845-B6F5-48AF992CEB5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304531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F97373-9AA8-9743-9FE7-A973F731E4A4}"/>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3" name="Footer Placeholder 2">
            <a:extLst>
              <a:ext uri="{FF2B5EF4-FFF2-40B4-BE49-F238E27FC236}">
                <a16:creationId xmlns:a16="http://schemas.microsoft.com/office/drawing/2014/main" id="{1CD78110-DEE0-CF46-9B73-57457F7D2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940768-1815-D144-8614-37DFBB8078D3}"/>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4147318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F98B-A116-0449-AADF-6C2AB6B1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1F10C-24E4-0B41-A318-B2ECEFB6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40EA7E-7F2F-584C-8BBC-B9B856938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6763B-A708-1148-BFBA-FB338822980C}"/>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6" name="Footer Placeholder 5">
            <a:extLst>
              <a:ext uri="{FF2B5EF4-FFF2-40B4-BE49-F238E27FC236}">
                <a16:creationId xmlns:a16="http://schemas.microsoft.com/office/drawing/2014/main" id="{649C8849-49C1-AE4A-8055-6D4DDFCA0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86989-0805-5B45-BDE9-8D35856E61F9}"/>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2860476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C2BB-60BA-E643-9C2A-DB4DF61AE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3D2AD-E1BC-3442-9E4F-08359428F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E815D2-158C-6B49-84C4-12D451E2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738D-8DE9-5343-9A78-C631E2FB771D}"/>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6" name="Footer Placeholder 5">
            <a:extLst>
              <a:ext uri="{FF2B5EF4-FFF2-40B4-BE49-F238E27FC236}">
                <a16:creationId xmlns:a16="http://schemas.microsoft.com/office/drawing/2014/main" id="{B8704796-F870-844B-A92F-6E26FD697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1D8D6C-8065-AD48-B4DC-02AB34D14700}"/>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736511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F1A5-9FBD-AA41-B701-58F23012E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3C6DB-FC78-6540-AE38-C48402A31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51E24-604D-5F41-AE28-E81C17770DCB}"/>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665FE96C-9B51-004C-B671-7C665130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E4D6-A39A-2242-B129-2C9E150F6A1E}"/>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828399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9AE8F3-9CBD-2C47-A447-905506348C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CB8B2F-CB91-8545-8B26-CDD6ADBEB0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4647-85D8-2545-9549-C2304E0145DF}"/>
              </a:ext>
            </a:extLst>
          </p:cNvPr>
          <p:cNvSpPr>
            <a:spLocks noGrp="1"/>
          </p:cNvSpPr>
          <p:nvPr>
            <p:ph type="dt" sz="half" idx="10"/>
          </p:nvPr>
        </p:nvSpPr>
        <p:spPr/>
        <p:txBody>
          <a:body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A6819A56-97BE-3F4A-9CAC-63124B5C4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9A20-E0C5-5040-8275-EA2372AC5636}"/>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170515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981EC-0305-684C-86F3-72902EE5A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920DE-5AB9-3B4F-B0A1-33AD7768F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9DCB8-678B-6749-8AF1-B679C582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BCA4CB-9C56-1148-AA7E-AF0802163F16}" type="datetime1">
              <a:rPr lang="en-US" smtClean="0"/>
              <a:t>2/27/26</a:t>
            </a:fld>
            <a:endParaRPr lang="en-US"/>
          </a:p>
        </p:txBody>
      </p:sp>
      <p:sp>
        <p:nvSpPr>
          <p:cNvPr id="5" name="Footer Placeholder 4">
            <a:extLst>
              <a:ext uri="{FF2B5EF4-FFF2-40B4-BE49-F238E27FC236}">
                <a16:creationId xmlns:a16="http://schemas.microsoft.com/office/drawing/2014/main" id="{21DF7613-AEBC-A34D-B202-D0A47CFB0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EE81EA-26D8-0F47-9EAC-9878B863E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B4AB-D614-0E48-BC82-3517EAEB4A4F}" type="slidenum">
              <a:rPr lang="en-US" smtClean="0"/>
              <a:t>‹#›</a:t>
            </a:fld>
            <a:endParaRPr lang="en-US"/>
          </a:p>
        </p:txBody>
      </p:sp>
    </p:spTree>
    <p:extLst>
      <p:ext uri="{BB962C8B-B14F-4D97-AF65-F5344CB8AC3E}">
        <p14:creationId xmlns:p14="http://schemas.microsoft.com/office/powerpoint/2010/main" val="2635569499"/>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981EC-0305-684C-86F3-72902EE5A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920DE-5AB9-3B4F-B0A1-33AD7768F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9DCB8-678B-6749-8AF1-B679C582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677978-0B93-2F48-815C-1A68DD40D95E}" type="datetimeFigureOut">
              <a:rPr lang="en-US" smtClean="0"/>
              <a:t>2/27/26</a:t>
            </a:fld>
            <a:endParaRPr lang="en-US"/>
          </a:p>
        </p:txBody>
      </p:sp>
      <p:sp>
        <p:nvSpPr>
          <p:cNvPr id="5" name="Footer Placeholder 4">
            <a:extLst>
              <a:ext uri="{FF2B5EF4-FFF2-40B4-BE49-F238E27FC236}">
                <a16:creationId xmlns:a16="http://schemas.microsoft.com/office/drawing/2014/main" id="{21DF7613-AEBC-A34D-B202-D0A47CFB0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EE81EA-26D8-0F47-9EAC-9878B863E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B4AB-D614-0E48-BC82-3517EAEB4A4F}" type="slidenum">
              <a:rPr lang="en-US" smtClean="0"/>
              <a:t>‹#›</a:t>
            </a:fld>
            <a:endParaRPr lang="en-US"/>
          </a:p>
        </p:txBody>
      </p:sp>
    </p:spTree>
    <p:extLst>
      <p:ext uri="{BB962C8B-B14F-4D97-AF65-F5344CB8AC3E}">
        <p14:creationId xmlns:p14="http://schemas.microsoft.com/office/powerpoint/2010/main" val="3976342252"/>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4.jpeg"/><Relationship Id="rId7" Type="http://schemas.openxmlformats.org/officeDocument/2006/relationships/image" Target="../media/image58.jpeg"/><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3.jpeg"/><Relationship Id="rId7" Type="http://schemas.openxmlformats.org/officeDocument/2006/relationships/hyperlink" Target="https://creativecommons.org/licenses/by-nd/3.0/"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theconversation.com/living-with-intellectual-disability-in-the-dreamhouse-28800" TargetMode="External"/><Relationship Id="rId5" Type="http://schemas.openxmlformats.org/officeDocument/2006/relationships/image" Target="../media/image64.jpeg"/><Relationship Id="rId4" Type="http://schemas.openxmlformats.org/officeDocument/2006/relationships/hyperlink" Target="https://pursuit.unimelb.edu.au/podcasts/intellectual-disabilities-and-the-fight-for-justice" TargetMode="Externa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4.emf"/></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6.emf"/></Relationships>
</file>

<file path=ppt/slides/_rels/slide4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8.emf"/></Relationships>
</file>

<file path=ppt/slides/_rels/slide49.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www.privateinternetaccess.com/blog/2017/03/minnesota-senate-votes-58-9-pass-internet-privacy-protections-response-repeal-fcc-privacy-rules/" TargetMode="External"/><Relationship Id="rId4" Type="http://schemas.openxmlformats.org/officeDocument/2006/relationships/image" Target="../media/image90.jpeg"/></Relationships>
</file>

<file path=ppt/slides/_rels/slide50.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97CB840-3FC5-9B47-919A-AB5D8B6C7BBC}"/>
              </a:ext>
            </a:extLst>
          </p:cNvPr>
          <p:cNvSpPr>
            <a:spLocks noGrp="1"/>
          </p:cNvSpPr>
          <p:nvPr>
            <p:ph type="subTitle" idx="1"/>
          </p:nvPr>
        </p:nvSpPr>
        <p:spPr>
          <a:xfrm>
            <a:off x="849150" y="3340241"/>
            <a:ext cx="9910296" cy="2132304"/>
          </a:xfrm>
        </p:spPr>
        <p:txBody>
          <a:bodyPr anchor="b">
            <a:normAutofit lnSpcReduction="10000"/>
          </a:bodyPr>
          <a:lstStyle/>
          <a:p>
            <a:pPr algn="l">
              <a:lnSpc>
                <a:spcPct val="120000"/>
              </a:lnSpc>
              <a:spcBef>
                <a:spcPts val="0"/>
              </a:spcBef>
            </a:pPr>
            <a:r>
              <a:rPr lang="en-US" b="1" dirty="0"/>
              <a:t>David Hoff</a:t>
            </a:r>
            <a:br>
              <a:rPr lang="en-US" dirty="0"/>
            </a:br>
            <a:r>
              <a:rPr lang="en-US" dirty="0"/>
              <a:t>Institute for Community Inclusion, UMass Boston</a:t>
            </a:r>
            <a:br>
              <a:rPr lang="en-US" dirty="0"/>
            </a:br>
            <a:r>
              <a:rPr lang="en-US" dirty="0" err="1"/>
              <a:t>david.hoff@umb.edu</a:t>
            </a:r>
            <a:endParaRPr lang="en-US" dirty="0"/>
          </a:p>
          <a:p>
            <a:pPr algn="l">
              <a:lnSpc>
                <a:spcPct val="120000"/>
              </a:lnSpc>
              <a:spcBef>
                <a:spcPts val="0"/>
              </a:spcBef>
            </a:pPr>
            <a:r>
              <a:rPr lang="en-US" dirty="0"/>
              <a:t>617-480-9230</a:t>
            </a:r>
          </a:p>
          <a:p>
            <a:pPr algn="l">
              <a:lnSpc>
                <a:spcPct val="120000"/>
              </a:lnSpc>
              <a:spcBef>
                <a:spcPts val="0"/>
              </a:spcBef>
            </a:pPr>
            <a:r>
              <a:rPr lang="en-US" b="1" dirty="0" err="1"/>
              <a:t>www.communityinclusion.org</a:t>
            </a:r>
            <a:endParaRPr lang="en-US" b="1" dirty="0"/>
          </a:p>
        </p:txBody>
      </p:sp>
      <p:sp>
        <p:nvSpPr>
          <p:cNvPr id="2" name="Title 1">
            <a:extLst>
              <a:ext uri="{FF2B5EF4-FFF2-40B4-BE49-F238E27FC236}">
                <a16:creationId xmlns:a16="http://schemas.microsoft.com/office/drawing/2014/main" id="{E5F3D1BD-4352-B842-BC2C-0CDE71D276D4}"/>
              </a:ext>
            </a:extLst>
          </p:cNvPr>
          <p:cNvSpPr>
            <a:spLocks noGrp="1"/>
          </p:cNvSpPr>
          <p:nvPr>
            <p:ph type="ctrTitle"/>
          </p:nvPr>
        </p:nvSpPr>
        <p:spPr>
          <a:xfrm>
            <a:off x="830998" y="1113918"/>
            <a:ext cx="9910296" cy="2590027"/>
          </a:xfrm>
        </p:spPr>
        <p:txBody>
          <a:bodyPr anchor="t">
            <a:normAutofit/>
          </a:bodyPr>
          <a:lstStyle/>
          <a:p>
            <a:pPr algn="l"/>
            <a:r>
              <a:rPr lang="en-US" dirty="0"/>
              <a:t>Informed Choice:</a:t>
            </a:r>
            <a:br>
              <a:rPr lang="en-US" dirty="0"/>
            </a:br>
            <a:r>
              <a:rPr lang="en-US" b="1" i="1" dirty="0"/>
              <a:t>It’s More Than Just Asking</a:t>
            </a:r>
          </a:p>
        </p:txBody>
      </p:sp>
      <p:sp>
        <p:nvSpPr>
          <p:cNvPr id="11"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nstitute for Community Inclusion Logo = Employment, Education, Community Life, Healthcare">
            <a:extLst>
              <a:ext uri="{FF2B5EF4-FFF2-40B4-BE49-F238E27FC236}">
                <a16:creationId xmlns:a16="http://schemas.microsoft.com/office/drawing/2014/main" id="{E55CB00E-1CB4-1349-B246-48067FB915E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08968" y="3832536"/>
            <a:ext cx="1717908" cy="1640324"/>
          </a:xfrm>
          <a:prstGeom prst="rect">
            <a:avLst/>
          </a:prstGeom>
        </p:spPr>
      </p:pic>
      <p:sp>
        <p:nvSpPr>
          <p:cNvPr id="4" name="Slide Number Placeholder 3">
            <a:extLst>
              <a:ext uri="{FF2B5EF4-FFF2-40B4-BE49-F238E27FC236}">
                <a16:creationId xmlns:a16="http://schemas.microsoft.com/office/drawing/2014/main" id="{37D02FE7-24B1-844C-9689-1B7A67008066}"/>
              </a:ext>
            </a:extLst>
          </p:cNvPr>
          <p:cNvSpPr>
            <a:spLocks noGrp="1"/>
          </p:cNvSpPr>
          <p:nvPr>
            <p:ph type="sldNum" sz="quarter" idx="12"/>
          </p:nvPr>
        </p:nvSpPr>
        <p:spPr/>
        <p:txBody>
          <a:bodyPr/>
          <a:lstStyle/>
          <a:p>
            <a:fld id="{98DEB4AB-D614-0E48-BC82-3517EAEB4A4F}" type="slidenum">
              <a:rPr lang="en-US" smtClean="0"/>
              <a:t>1</a:t>
            </a:fld>
            <a:endParaRPr lang="en-US"/>
          </a:p>
        </p:txBody>
      </p:sp>
    </p:spTree>
    <p:extLst>
      <p:ext uri="{BB962C8B-B14F-4D97-AF65-F5344CB8AC3E}">
        <p14:creationId xmlns:p14="http://schemas.microsoft.com/office/powerpoint/2010/main" val="54709914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AA03935-A845-F443-B40C-2172825C57B2}"/>
              </a:ext>
            </a:extLst>
          </p:cNvPr>
          <p:cNvSpPr>
            <a:spLocks noGrp="1"/>
          </p:cNvSpPr>
          <p:nvPr>
            <p:ph type="title"/>
          </p:nvPr>
        </p:nvSpPr>
        <p:spPr>
          <a:xfrm>
            <a:off x="962127" y="800392"/>
            <a:ext cx="10264697" cy="1212102"/>
          </a:xfrm>
        </p:spPr>
        <p:txBody>
          <a:bodyPr>
            <a:normAutofit/>
          </a:bodyPr>
          <a:lstStyle/>
          <a:p>
            <a:pPr algn="ctr"/>
            <a:r>
              <a:rPr lang="en-US" sz="6000" b="1" i="1" dirty="0">
                <a:solidFill>
                  <a:srgbClr val="FFFFFF"/>
                </a:solidFill>
              </a:rPr>
              <a:t>Handouts</a:t>
            </a:r>
            <a:endParaRPr lang="en-US" sz="2700" b="1" dirty="0">
              <a:solidFill>
                <a:schemeClr val="bg1"/>
              </a:solidFill>
            </a:endParaRPr>
          </a:p>
        </p:txBody>
      </p:sp>
      <p:sp>
        <p:nvSpPr>
          <p:cNvPr id="3" name="Content Placeholder 2">
            <a:extLst>
              <a:ext uri="{FF2B5EF4-FFF2-40B4-BE49-F238E27FC236}">
                <a16:creationId xmlns:a16="http://schemas.microsoft.com/office/drawing/2014/main" id="{A804BDEA-0B21-7E40-8963-08322ED4E3AB}"/>
              </a:ext>
            </a:extLst>
          </p:cNvPr>
          <p:cNvSpPr>
            <a:spLocks noGrp="1"/>
          </p:cNvSpPr>
          <p:nvPr>
            <p:ph idx="1"/>
          </p:nvPr>
        </p:nvSpPr>
        <p:spPr>
          <a:xfrm>
            <a:off x="1219038" y="2354089"/>
            <a:ext cx="5231426" cy="3679110"/>
          </a:xfrm>
        </p:spPr>
        <p:txBody>
          <a:bodyPr anchor="ctr">
            <a:noAutofit/>
          </a:bodyPr>
          <a:lstStyle/>
          <a:p>
            <a:r>
              <a:rPr lang="en-US" i="1" dirty="0"/>
              <a:t>Presentation Outline</a:t>
            </a:r>
            <a:br>
              <a:rPr lang="en-US" dirty="0"/>
            </a:br>
            <a:endParaRPr lang="en-US" dirty="0"/>
          </a:p>
          <a:p>
            <a:r>
              <a:rPr lang="en-US" dirty="0"/>
              <a:t>Publication: </a:t>
            </a:r>
            <a:r>
              <a:rPr lang="en-US" i="1" dirty="0"/>
              <a:t>Employment and Employment Supports:</a:t>
            </a:r>
            <a:br>
              <a:rPr lang="en-US" i="1" dirty="0"/>
            </a:br>
            <a:r>
              <a:rPr lang="en-US" i="1" dirty="0"/>
              <a:t>A Guide to Ensuring Informed Choices for Individuals with Disabilities</a:t>
            </a:r>
            <a:br>
              <a:rPr lang="en-US" i="1" dirty="0"/>
            </a:br>
            <a:endParaRPr lang="en-US" i="1" dirty="0"/>
          </a:p>
        </p:txBody>
      </p:sp>
      <p:pic>
        <p:nvPicPr>
          <p:cNvPr id="5" name="Picture 4">
            <a:extLst>
              <a:ext uri="{FF2B5EF4-FFF2-40B4-BE49-F238E27FC236}">
                <a16:creationId xmlns:a16="http://schemas.microsoft.com/office/drawing/2014/main" id="{9D743DAA-9716-CF4F-AC89-F92E438CB78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83669" y="3578351"/>
            <a:ext cx="2287707" cy="2960561"/>
          </a:xfrm>
          <a:prstGeom prst="rect">
            <a:avLst/>
          </a:prstGeom>
          <a:ln>
            <a:solidFill>
              <a:schemeClr val="tx1"/>
            </a:solidFill>
          </a:ln>
        </p:spPr>
      </p:pic>
      <p:sp>
        <p:nvSpPr>
          <p:cNvPr id="4" name="Slide Number Placeholder 3">
            <a:extLst>
              <a:ext uri="{FF2B5EF4-FFF2-40B4-BE49-F238E27FC236}">
                <a16:creationId xmlns:a16="http://schemas.microsoft.com/office/drawing/2014/main" id="{CC037564-D4A8-C14A-86CB-4D46FDBABFD4}"/>
              </a:ext>
            </a:extLst>
          </p:cNvPr>
          <p:cNvSpPr>
            <a:spLocks noGrp="1"/>
          </p:cNvSpPr>
          <p:nvPr>
            <p:ph type="sldNum" sz="quarter" idx="12"/>
          </p:nvPr>
        </p:nvSpPr>
        <p:spPr/>
        <p:txBody>
          <a:bodyPr/>
          <a:lstStyle/>
          <a:p>
            <a:fld id="{98DEB4AB-D614-0E48-BC82-3517EAEB4A4F}" type="slidenum">
              <a:rPr lang="en-US" smtClean="0"/>
              <a:t>2</a:t>
            </a:fld>
            <a:endParaRPr lang="en-US"/>
          </a:p>
        </p:txBody>
      </p:sp>
      <p:pic>
        <p:nvPicPr>
          <p:cNvPr id="7" name="Picture 6">
            <a:extLst>
              <a:ext uri="{FF2B5EF4-FFF2-40B4-BE49-F238E27FC236}">
                <a16:creationId xmlns:a16="http://schemas.microsoft.com/office/drawing/2014/main" id="{C3CCB0A1-D36B-B64D-A663-6278792960D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27727" y="2358662"/>
            <a:ext cx="2509106" cy="3247078"/>
          </a:xfrm>
          <a:prstGeom prst="rect">
            <a:avLst/>
          </a:prstGeom>
          <a:ln>
            <a:solidFill>
              <a:schemeClr val="accent1"/>
            </a:solidFill>
          </a:ln>
        </p:spPr>
      </p:pic>
    </p:spTree>
    <p:extLst>
      <p:ext uri="{BB962C8B-B14F-4D97-AF65-F5344CB8AC3E}">
        <p14:creationId xmlns:p14="http://schemas.microsoft.com/office/powerpoint/2010/main" val="354327180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825AC39-5F85-4CAA-8A81-A1287086B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95DA4D23-37FC-4B90-8188-F0377C5F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417162" cy="6858000"/>
          </a:xfrm>
          <a:custGeom>
            <a:avLst/>
            <a:gdLst>
              <a:gd name="connsiteX0" fmla="*/ 0 w 4417162"/>
              <a:gd name="connsiteY0" fmla="*/ 0 h 6858000"/>
              <a:gd name="connsiteX1" fmla="*/ 144378 w 4417162"/>
              <a:gd name="connsiteY1" fmla="*/ 0 h 6858000"/>
              <a:gd name="connsiteX2" fmla="*/ 2310062 w 4417162"/>
              <a:gd name="connsiteY2" fmla="*/ 0 h 6858000"/>
              <a:gd name="connsiteX3" fmla="*/ 4227367 w 4417162"/>
              <a:gd name="connsiteY3" fmla="*/ 0 h 6858000"/>
              <a:gd name="connsiteX4" fmla="*/ 4232407 w 4417162"/>
              <a:gd name="connsiteY4" fmla="*/ 66675 h 6858000"/>
              <a:gd name="connsiteX5" fmla="*/ 4240804 w 4417162"/>
              <a:gd name="connsiteY5" fmla="*/ 122237 h 6858000"/>
              <a:gd name="connsiteX6" fmla="*/ 4250882 w 4417162"/>
              <a:gd name="connsiteY6" fmla="*/ 174625 h 6858000"/>
              <a:gd name="connsiteX7" fmla="*/ 4267678 w 4417162"/>
              <a:gd name="connsiteY7" fmla="*/ 217487 h 6858000"/>
              <a:gd name="connsiteX8" fmla="*/ 4284474 w 4417162"/>
              <a:gd name="connsiteY8" fmla="*/ 260350 h 6858000"/>
              <a:gd name="connsiteX9" fmla="*/ 4304629 w 4417162"/>
              <a:gd name="connsiteY9" fmla="*/ 296862 h 6858000"/>
              <a:gd name="connsiteX10" fmla="*/ 4324784 w 4417162"/>
              <a:gd name="connsiteY10" fmla="*/ 334962 h 6858000"/>
              <a:gd name="connsiteX11" fmla="*/ 4343260 w 4417162"/>
              <a:gd name="connsiteY11" fmla="*/ 369887 h 6858000"/>
              <a:gd name="connsiteX12" fmla="*/ 4361735 w 4417162"/>
              <a:gd name="connsiteY12" fmla="*/ 409575 h 6858000"/>
              <a:gd name="connsiteX13" fmla="*/ 4378531 w 4417162"/>
              <a:gd name="connsiteY13" fmla="*/ 450850 h 6858000"/>
              <a:gd name="connsiteX14" fmla="*/ 4393648 w 4417162"/>
              <a:gd name="connsiteY14" fmla="*/ 496887 h 6858000"/>
              <a:gd name="connsiteX15" fmla="*/ 4405405 w 4417162"/>
              <a:gd name="connsiteY15" fmla="*/ 546100 h 6858000"/>
              <a:gd name="connsiteX16" fmla="*/ 4413803 w 4417162"/>
              <a:gd name="connsiteY16" fmla="*/ 606425 h 6858000"/>
              <a:gd name="connsiteX17" fmla="*/ 4417162 w 4417162"/>
              <a:gd name="connsiteY17" fmla="*/ 673100 h 6858000"/>
              <a:gd name="connsiteX18" fmla="*/ 4413803 w 4417162"/>
              <a:gd name="connsiteY18" fmla="*/ 744537 h 6858000"/>
              <a:gd name="connsiteX19" fmla="*/ 4405405 w 4417162"/>
              <a:gd name="connsiteY19" fmla="*/ 801687 h 6858000"/>
              <a:gd name="connsiteX20" fmla="*/ 4393648 w 4417162"/>
              <a:gd name="connsiteY20" fmla="*/ 854075 h 6858000"/>
              <a:gd name="connsiteX21" fmla="*/ 4378531 w 4417162"/>
              <a:gd name="connsiteY21" fmla="*/ 901700 h 6858000"/>
              <a:gd name="connsiteX22" fmla="*/ 4361735 w 4417162"/>
              <a:gd name="connsiteY22" fmla="*/ 942975 h 6858000"/>
              <a:gd name="connsiteX23" fmla="*/ 4341580 w 4417162"/>
              <a:gd name="connsiteY23" fmla="*/ 981075 h 6858000"/>
              <a:gd name="connsiteX24" fmla="*/ 4321425 w 4417162"/>
              <a:gd name="connsiteY24" fmla="*/ 1017587 h 6858000"/>
              <a:gd name="connsiteX25" fmla="*/ 4301270 w 4417162"/>
              <a:gd name="connsiteY25" fmla="*/ 1055687 h 6858000"/>
              <a:gd name="connsiteX26" fmla="*/ 4282794 w 4417162"/>
              <a:gd name="connsiteY26" fmla="*/ 1095375 h 6858000"/>
              <a:gd name="connsiteX27" fmla="*/ 4264318 w 4417162"/>
              <a:gd name="connsiteY27" fmla="*/ 1136650 h 6858000"/>
              <a:gd name="connsiteX28" fmla="*/ 4249203 w 4417162"/>
              <a:gd name="connsiteY28" fmla="*/ 1182687 h 6858000"/>
              <a:gd name="connsiteX29" fmla="*/ 4239125 w 4417162"/>
              <a:gd name="connsiteY29" fmla="*/ 1235075 h 6858000"/>
              <a:gd name="connsiteX30" fmla="*/ 4229047 w 4417162"/>
              <a:gd name="connsiteY30" fmla="*/ 1295400 h 6858000"/>
              <a:gd name="connsiteX31" fmla="*/ 4227367 w 4417162"/>
              <a:gd name="connsiteY31" fmla="*/ 1363662 h 6858000"/>
              <a:gd name="connsiteX32" fmla="*/ 4229047 w 4417162"/>
              <a:gd name="connsiteY32" fmla="*/ 1431925 h 6858000"/>
              <a:gd name="connsiteX33" fmla="*/ 4239125 w 4417162"/>
              <a:gd name="connsiteY33" fmla="*/ 1492250 h 6858000"/>
              <a:gd name="connsiteX34" fmla="*/ 4249203 w 4417162"/>
              <a:gd name="connsiteY34" fmla="*/ 1544637 h 6858000"/>
              <a:gd name="connsiteX35" fmla="*/ 4264318 w 4417162"/>
              <a:gd name="connsiteY35" fmla="*/ 1589087 h 6858000"/>
              <a:gd name="connsiteX36" fmla="*/ 4282794 w 4417162"/>
              <a:gd name="connsiteY36" fmla="*/ 1631950 h 6858000"/>
              <a:gd name="connsiteX37" fmla="*/ 4301270 w 4417162"/>
              <a:gd name="connsiteY37" fmla="*/ 1671637 h 6858000"/>
              <a:gd name="connsiteX38" fmla="*/ 4321425 w 4417162"/>
              <a:gd name="connsiteY38" fmla="*/ 1708150 h 6858000"/>
              <a:gd name="connsiteX39" fmla="*/ 4341580 w 4417162"/>
              <a:gd name="connsiteY39" fmla="*/ 1743075 h 6858000"/>
              <a:gd name="connsiteX40" fmla="*/ 4361735 w 4417162"/>
              <a:gd name="connsiteY40" fmla="*/ 1782762 h 6858000"/>
              <a:gd name="connsiteX41" fmla="*/ 4378531 w 4417162"/>
              <a:gd name="connsiteY41" fmla="*/ 1824037 h 6858000"/>
              <a:gd name="connsiteX42" fmla="*/ 4393648 w 4417162"/>
              <a:gd name="connsiteY42" fmla="*/ 1870075 h 6858000"/>
              <a:gd name="connsiteX43" fmla="*/ 4405405 w 4417162"/>
              <a:gd name="connsiteY43" fmla="*/ 1922462 h 6858000"/>
              <a:gd name="connsiteX44" fmla="*/ 4413803 w 4417162"/>
              <a:gd name="connsiteY44" fmla="*/ 1982787 h 6858000"/>
              <a:gd name="connsiteX45" fmla="*/ 4417162 w 4417162"/>
              <a:gd name="connsiteY45" fmla="*/ 2051050 h 6858000"/>
              <a:gd name="connsiteX46" fmla="*/ 4413803 w 4417162"/>
              <a:gd name="connsiteY46" fmla="*/ 2119312 h 6858000"/>
              <a:gd name="connsiteX47" fmla="*/ 4405405 w 4417162"/>
              <a:gd name="connsiteY47" fmla="*/ 2179637 h 6858000"/>
              <a:gd name="connsiteX48" fmla="*/ 4393648 w 4417162"/>
              <a:gd name="connsiteY48" fmla="*/ 2232025 h 6858000"/>
              <a:gd name="connsiteX49" fmla="*/ 4378531 w 4417162"/>
              <a:gd name="connsiteY49" fmla="*/ 2278062 h 6858000"/>
              <a:gd name="connsiteX50" fmla="*/ 4361735 w 4417162"/>
              <a:gd name="connsiteY50" fmla="*/ 2319337 h 6858000"/>
              <a:gd name="connsiteX51" fmla="*/ 4341580 w 4417162"/>
              <a:gd name="connsiteY51" fmla="*/ 2359025 h 6858000"/>
              <a:gd name="connsiteX52" fmla="*/ 4321425 w 4417162"/>
              <a:gd name="connsiteY52" fmla="*/ 2395537 h 6858000"/>
              <a:gd name="connsiteX53" fmla="*/ 4301270 w 4417162"/>
              <a:gd name="connsiteY53" fmla="*/ 2433637 h 6858000"/>
              <a:gd name="connsiteX54" fmla="*/ 4282794 w 4417162"/>
              <a:gd name="connsiteY54" fmla="*/ 2471737 h 6858000"/>
              <a:gd name="connsiteX55" fmla="*/ 4264318 w 4417162"/>
              <a:gd name="connsiteY55" fmla="*/ 2513012 h 6858000"/>
              <a:gd name="connsiteX56" fmla="*/ 4249203 w 4417162"/>
              <a:gd name="connsiteY56" fmla="*/ 2560637 h 6858000"/>
              <a:gd name="connsiteX57" fmla="*/ 4239125 w 4417162"/>
              <a:gd name="connsiteY57" fmla="*/ 2613025 h 6858000"/>
              <a:gd name="connsiteX58" fmla="*/ 4229047 w 4417162"/>
              <a:gd name="connsiteY58" fmla="*/ 2671762 h 6858000"/>
              <a:gd name="connsiteX59" fmla="*/ 4227367 w 4417162"/>
              <a:gd name="connsiteY59" fmla="*/ 2741612 h 6858000"/>
              <a:gd name="connsiteX60" fmla="*/ 4229047 w 4417162"/>
              <a:gd name="connsiteY60" fmla="*/ 2809875 h 6858000"/>
              <a:gd name="connsiteX61" fmla="*/ 4239125 w 4417162"/>
              <a:gd name="connsiteY61" fmla="*/ 2868612 h 6858000"/>
              <a:gd name="connsiteX62" fmla="*/ 4249203 w 4417162"/>
              <a:gd name="connsiteY62" fmla="*/ 2922587 h 6858000"/>
              <a:gd name="connsiteX63" fmla="*/ 4264318 w 4417162"/>
              <a:gd name="connsiteY63" fmla="*/ 2967037 h 6858000"/>
              <a:gd name="connsiteX64" fmla="*/ 4282794 w 4417162"/>
              <a:gd name="connsiteY64" fmla="*/ 3009900 h 6858000"/>
              <a:gd name="connsiteX65" fmla="*/ 4301270 w 4417162"/>
              <a:gd name="connsiteY65" fmla="*/ 3046412 h 6858000"/>
              <a:gd name="connsiteX66" fmla="*/ 4321425 w 4417162"/>
              <a:gd name="connsiteY66" fmla="*/ 3084512 h 6858000"/>
              <a:gd name="connsiteX67" fmla="*/ 4341580 w 4417162"/>
              <a:gd name="connsiteY67" fmla="*/ 3121025 h 6858000"/>
              <a:gd name="connsiteX68" fmla="*/ 4361735 w 4417162"/>
              <a:gd name="connsiteY68" fmla="*/ 3160712 h 6858000"/>
              <a:gd name="connsiteX69" fmla="*/ 4378531 w 4417162"/>
              <a:gd name="connsiteY69" fmla="*/ 3201987 h 6858000"/>
              <a:gd name="connsiteX70" fmla="*/ 4393648 w 4417162"/>
              <a:gd name="connsiteY70" fmla="*/ 3248025 h 6858000"/>
              <a:gd name="connsiteX71" fmla="*/ 4405405 w 4417162"/>
              <a:gd name="connsiteY71" fmla="*/ 3300412 h 6858000"/>
              <a:gd name="connsiteX72" fmla="*/ 4413803 w 4417162"/>
              <a:gd name="connsiteY72" fmla="*/ 3360737 h 6858000"/>
              <a:gd name="connsiteX73" fmla="*/ 4417162 w 4417162"/>
              <a:gd name="connsiteY73" fmla="*/ 3427412 h 6858000"/>
              <a:gd name="connsiteX74" fmla="*/ 4413803 w 4417162"/>
              <a:gd name="connsiteY74" fmla="*/ 3497262 h 6858000"/>
              <a:gd name="connsiteX75" fmla="*/ 4405405 w 4417162"/>
              <a:gd name="connsiteY75" fmla="*/ 3557587 h 6858000"/>
              <a:gd name="connsiteX76" fmla="*/ 4393648 w 4417162"/>
              <a:gd name="connsiteY76" fmla="*/ 3609975 h 6858000"/>
              <a:gd name="connsiteX77" fmla="*/ 4378531 w 4417162"/>
              <a:gd name="connsiteY77" fmla="*/ 3656012 h 6858000"/>
              <a:gd name="connsiteX78" fmla="*/ 4361735 w 4417162"/>
              <a:gd name="connsiteY78" fmla="*/ 3697287 h 6858000"/>
              <a:gd name="connsiteX79" fmla="*/ 4341580 w 4417162"/>
              <a:gd name="connsiteY79" fmla="*/ 3736975 h 6858000"/>
              <a:gd name="connsiteX80" fmla="*/ 4301270 w 4417162"/>
              <a:gd name="connsiteY80" fmla="*/ 3811587 h 6858000"/>
              <a:gd name="connsiteX81" fmla="*/ 4282794 w 4417162"/>
              <a:gd name="connsiteY81" fmla="*/ 3848100 h 6858000"/>
              <a:gd name="connsiteX82" fmla="*/ 4264318 w 4417162"/>
              <a:gd name="connsiteY82" fmla="*/ 3890962 h 6858000"/>
              <a:gd name="connsiteX83" fmla="*/ 4249203 w 4417162"/>
              <a:gd name="connsiteY83" fmla="*/ 3935412 h 6858000"/>
              <a:gd name="connsiteX84" fmla="*/ 4239125 w 4417162"/>
              <a:gd name="connsiteY84" fmla="*/ 3987800 h 6858000"/>
              <a:gd name="connsiteX85" fmla="*/ 4229047 w 4417162"/>
              <a:gd name="connsiteY85" fmla="*/ 4048125 h 6858000"/>
              <a:gd name="connsiteX86" fmla="*/ 4227367 w 4417162"/>
              <a:gd name="connsiteY86" fmla="*/ 4116387 h 6858000"/>
              <a:gd name="connsiteX87" fmla="*/ 4229047 w 4417162"/>
              <a:gd name="connsiteY87" fmla="*/ 4186237 h 6858000"/>
              <a:gd name="connsiteX88" fmla="*/ 4239125 w 4417162"/>
              <a:gd name="connsiteY88" fmla="*/ 4244975 h 6858000"/>
              <a:gd name="connsiteX89" fmla="*/ 4249203 w 4417162"/>
              <a:gd name="connsiteY89" fmla="*/ 4297362 h 6858000"/>
              <a:gd name="connsiteX90" fmla="*/ 4264318 w 4417162"/>
              <a:gd name="connsiteY90" fmla="*/ 4343400 h 6858000"/>
              <a:gd name="connsiteX91" fmla="*/ 4282794 w 4417162"/>
              <a:gd name="connsiteY91" fmla="*/ 4386262 h 6858000"/>
              <a:gd name="connsiteX92" fmla="*/ 4301270 w 4417162"/>
              <a:gd name="connsiteY92" fmla="*/ 4424362 h 6858000"/>
              <a:gd name="connsiteX93" fmla="*/ 4341580 w 4417162"/>
              <a:gd name="connsiteY93" fmla="*/ 4498975 h 6858000"/>
              <a:gd name="connsiteX94" fmla="*/ 4361735 w 4417162"/>
              <a:gd name="connsiteY94" fmla="*/ 4537075 h 6858000"/>
              <a:gd name="connsiteX95" fmla="*/ 4378531 w 4417162"/>
              <a:gd name="connsiteY95" fmla="*/ 4579937 h 6858000"/>
              <a:gd name="connsiteX96" fmla="*/ 4393648 w 4417162"/>
              <a:gd name="connsiteY96" fmla="*/ 4625975 h 6858000"/>
              <a:gd name="connsiteX97" fmla="*/ 4405405 w 4417162"/>
              <a:gd name="connsiteY97" fmla="*/ 4678362 h 6858000"/>
              <a:gd name="connsiteX98" fmla="*/ 4413803 w 4417162"/>
              <a:gd name="connsiteY98" fmla="*/ 4738687 h 6858000"/>
              <a:gd name="connsiteX99" fmla="*/ 4417162 w 4417162"/>
              <a:gd name="connsiteY99" fmla="*/ 4806950 h 6858000"/>
              <a:gd name="connsiteX100" fmla="*/ 4413803 w 4417162"/>
              <a:gd name="connsiteY100" fmla="*/ 4875212 h 6858000"/>
              <a:gd name="connsiteX101" fmla="*/ 4405405 w 4417162"/>
              <a:gd name="connsiteY101" fmla="*/ 4935537 h 6858000"/>
              <a:gd name="connsiteX102" fmla="*/ 4393648 w 4417162"/>
              <a:gd name="connsiteY102" fmla="*/ 4987925 h 6858000"/>
              <a:gd name="connsiteX103" fmla="*/ 4378531 w 4417162"/>
              <a:gd name="connsiteY103" fmla="*/ 5033962 h 6858000"/>
              <a:gd name="connsiteX104" fmla="*/ 4361735 w 4417162"/>
              <a:gd name="connsiteY104" fmla="*/ 5075237 h 6858000"/>
              <a:gd name="connsiteX105" fmla="*/ 4341580 w 4417162"/>
              <a:gd name="connsiteY105" fmla="*/ 5114925 h 6858000"/>
              <a:gd name="connsiteX106" fmla="*/ 4321425 w 4417162"/>
              <a:gd name="connsiteY106" fmla="*/ 5149850 h 6858000"/>
              <a:gd name="connsiteX107" fmla="*/ 4301270 w 4417162"/>
              <a:gd name="connsiteY107" fmla="*/ 5186362 h 6858000"/>
              <a:gd name="connsiteX108" fmla="*/ 4282794 w 4417162"/>
              <a:gd name="connsiteY108" fmla="*/ 5226050 h 6858000"/>
              <a:gd name="connsiteX109" fmla="*/ 4264318 w 4417162"/>
              <a:gd name="connsiteY109" fmla="*/ 5268912 h 6858000"/>
              <a:gd name="connsiteX110" fmla="*/ 4249203 w 4417162"/>
              <a:gd name="connsiteY110" fmla="*/ 5313362 h 6858000"/>
              <a:gd name="connsiteX111" fmla="*/ 4239125 w 4417162"/>
              <a:gd name="connsiteY111" fmla="*/ 5365750 h 6858000"/>
              <a:gd name="connsiteX112" fmla="*/ 4229047 w 4417162"/>
              <a:gd name="connsiteY112" fmla="*/ 5426075 h 6858000"/>
              <a:gd name="connsiteX113" fmla="*/ 4227367 w 4417162"/>
              <a:gd name="connsiteY113" fmla="*/ 5494337 h 6858000"/>
              <a:gd name="connsiteX114" fmla="*/ 4229047 w 4417162"/>
              <a:gd name="connsiteY114" fmla="*/ 5562600 h 6858000"/>
              <a:gd name="connsiteX115" fmla="*/ 4239125 w 4417162"/>
              <a:gd name="connsiteY115" fmla="*/ 5622925 h 6858000"/>
              <a:gd name="connsiteX116" fmla="*/ 4249203 w 4417162"/>
              <a:gd name="connsiteY116" fmla="*/ 5675312 h 6858000"/>
              <a:gd name="connsiteX117" fmla="*/ 4264318 w 4417162"/>
              <a:gd name="connsiteY117" fmla="*/ 5721350 h 6858000"/>
              <a:gd name="connsiteX118" fmla="*/ 4282794 w 4417162"/>
              <a:gd name="connsiteY118" fmla="*/ 5762625 h 6858000"/>
              <a:gd name="connsiteX119" fmla="*/ 4301270 w 4417162"/>
              <a:gd name="connsiteY119" fmla="*/ 5802312 h 6858000"/>
              <a:gd name="connsiteX120" fmla="*/ 4321425 w 4417162"/>
              <a:gd name="connsiteY120" fmla="*/ 5840412 h 6858000"/>
              <a:gd name="connsiteX121" fmla="*/ 4341580 w 4417162"/>
              <a:gd name="connsiteY121" fmla="*/ 5876925 h 6858000"/>
              <a:gd name="connsiteX122" fmla="*/ 4361735 w 4417162"/>
              <a:gd name="connsiteY122" fmla="*/ 5915025 h 6858000"/>
              <a:gd name="connsiteX123" fmla="*/ 4378531 w 4417162"/>
              <a:gd name="connsiteY123" fmla="*/ 5956300 h 6858000"/>
              <a:gd name="connsiteX124" fmla="*/ 4393648 w 4417162"/>
              <a:gd name="connsiteY124" fmla="*/ 6003925 h 6858000"/>
              <a:gd name="connsiteX125" fmla="*/ 4405405 w 4417162"/>
              <a:gd name="connsiteY125" fmla="*/ 6056312 h 6858000"/>
              <a:gd name="connsiteX126" fmla="*/ 4413803 w 4417162"/>
              <a:gd name="connsiteY126" fmla="*/ 6113462 h 6858000"/>
              <a:gd name="connsiteX127" fmla="*/ 4417162 w 4417162"/>
              <a:gd name="connsiteY127" fmla="*/ 6183312 h 6858000"/>
              <a:gd name="connsiteX128" fmla="*/ 4413803 w 4417162"/>
              <a:gd name="connsiteY128" fmla="*/ 6251575 h 6858000"/>
              <a:gd name="connsiteX129" fmla="*/ 4405405 w 4417162"/>
              <a:gd name="connsiteY129" fmla="*/ 6311900 h 6858000"/>
              <a:gd name="connsiteX130" fmla="*/ 4393648 w 4417162"/>
              <a:gd name="connsiteY130" fmla="*/ 6361112 h 6858000"/>
              <a:gd name="connsiteX131" fmla="*/ 4378531 w 4417162"/>
              <a:gd name="connsiteY131" fmla="*/ 6407150 h 6858000"/>
              <a:gd name="connsiteX132" fmla="*/ 4361735 w 4417162"/>
              <a:gd name="connsiteY132" fmla="*/ 6448425 h 6858000"/>
              <a:gd name="connsiteX133" fmla="*/ 4343260 w 4417162"/>
              <a:gd name="connsiteY133" fmla="*/ 6488112 h 6858000"/>
              <a:gd name="connsiteX134" fmla="*/ 4324784 w 4417162"/>
              <a:gd name="connsiteY134" fmla="*/ 6523037 h 6858000"/>
              <a:gd name="connsiteX135" fmla="*/ 4304629 w 4417162"/>
              <a:gd name="connsiteY135" fmla="*/ 6561137 h 6858000"/>
              <a:gd name="connsiteX136" fmla="*/ 4284474 w 4417162"/>
              <a:gd name="connsiteY136" fmla="*/ 6597650 h 6858000"/>
              <a:gd name="connsiteX137" fmla="*/ 4267678 w 4417162"/>
              <a:gd name="connsiteY137" fmla="*/ 6640512 h 6858000"/>
              <a:gd name="connsiteX138" fmla="*/ 4250882 w 4417162"/>
              <a:gd name="connsiteY138" fmla="*/ 6683375 h 6858000"/>
              <a:gd name="connsiteX139" fmla="*/ 4240804 w 4417162"/>
              <a:gd name="connsiteY139" fmla="*/ 6735762 h 6858000"/>
              <a:gd name="connsiteX140" fmla="*/ 4232407 w 4417162"/>
              <a:gd name="connsiteY140" fmla="*/ 6791325 h 6858000"/>
              <a:gd name="connsiteX141" fmla="*/ 4227367 w 4417162"/>
              <a:gd name="connsiteY141" fmla="*/ 6858000 h 6858000"/>
              <a:gd name="connsiteX142" fmla="*/ 2310062 w 4417162"/>
              <a:gd name="connsiteY142" fmla="*/ 6858000 h 6858000"/>
              <a:gd name="connsiteX143" fmla="*/ 144378 w 4417162"/>
              <a:gd name="connsiteY143" fmla="*/ 6858000 h 6858000"/>
              <a:gd name="connsiteX144" fmla="*/ 0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0" y="0"/>
                </a:moveTo>
                <a:lnTo>
                  <a:pt x="144378" y="0"/>
                </a:lnTo>
                <a:lnTo>
                  <a:pt x="2310062" y="0"/>
                </a:lnTo>
                <a:lnTo>
                  <a:pt x="4227367" y="0"/>
                </a:lnTo>
                <a:lnTo>
                  <a:pt x="4232407" y="66675"/>
                </a:lnTo>
                <a:lnTo>
                  <a:pt x="4240804" y="122237"/>
                </a:lnTo>
                <a:lnTo>
                  <a:pt x="4250882" y="174625"/>
                </a:lnTo>
                <a:lnTo>
                  <a:pt x="4267678" y="217487"/>
                </a:lnTo>
                <a:lnTo>
                  <a:pt x="4284474" y="260350"/>
                </a:lnTo>
                <a:lnTo>
                  <a:pt x="4304629" y="296862"/>
                </a:lnTo>
                <a:lnTo>
                  <a:pt x="4324784" y="334962"/>
                </a:lnTo>
                <a:lnTo>
                  <a:pt x="4343260" y="369887"/>
                </a:lnTo>
                <a:lnTo>
                  <a:pt x="4361735" y="409575"/>
                </a:lnTo>
                <a:lnTo>
                  <a:pt x="4378531" y="450850"/>
                </a:lnTo>
                <a:lnTo>
                  <a:pt x="4393648" y="496887"/>
                </a:lnTo>
                <a:lnTo>
                  <a:pt x="4405405" y="546100"/>
                </a:lnTo>
                <a:lnTo>
                  <a:pt x="4413803" y="606425"/>
                </a:lnTo>
                <a:lnTo>
                  <a:pt x="4417162" y="673100"/>
                </a:lnTo>
                <a:lnTo>
                  <a:pt x="4413803" y="744537"/>
                </a:lnTo>
                <a:lnTo>
                  <a:pt x="4405405" y="801687"/>
                </a:lnTo>
                <a:lnTo>
                  <a:pt x="4393648" y="854075"/>
                </a:lnTo>
                <a:lnTo>
                  <a:pt x="4378531" y="901700"/>
                </a:lnTo>
                <a:lnTo>
                  <a:pt x="4361735" y="942975"/>
                </a:lnTo>
                <a:lnTo>
                  <a:pt x="4341580" y="981075"/>
                </a:lnTo>
                <a:lnTo>
                  <a:pt x="4321425" y="1017587"/>
                </a:lnTo>
                <a:lnTo>
                  <a:pt x="4301270" y="1055687"/>
                </a:lnTo>
                <a:lnTo>
                  <a:pt x="4282794" y="1095375"/>
                </a:lnTo>
                <a:lnTo>
                  <a:pt x="4264318" y="1136650"/>
                </a:lnTo>
                <a:lnTo>
                  <a:pt x="4249203" y="1182687"/>
                </a:lnTo>
                <a:lnTo>
                  <a:pt x="4239125" y="1235075"/>
                </a:lnTo>
                <a:lnTo>
                  <a:pt x="4229047" y="1295400"/>
                </a:lnTo>
                <a:lnTo>
                  <a:pt x="4227367" y="1363662"/>
                </a:lnTo>
                <a:lnTo>
                  <a:pt x="4229047" y="1431925"/>
                </a:lnTo>
                <a:lnTo>
                  <a:pt x="4239125" y="1492250"/>
                </a:lnTo>
                <a:lnTo>
                  <a:pt x="4249203" y="1544637"/>
                </a:lnTo>
                <a:lnTo>
                  <a:pt x="4264318" y="1589087"/>
                </a:lnTo>
                <a:lnTo>
                  <a:pt x="4282794" y="1631950"/>
                </a:lnTo>
                <a:lnTo>
                  <a:pt x="4301270" y="1671637"/>
                </a:lnTo>
                <a:lnTo>
                  <a:pt x="4321425" y="1708150"/>
                </a:lnTo>
                <a:lnTo>
                  <a:pt x="4341580" y="1743075"/>
                </a:lnTo>
                <a:lnTo>
                  <a:pt x="4361735" y="1782762"/>
                </a:lnTo>
                <a:lnTo>
                  <a:pt x="4378531" y="1824037"/>
                </a:lnTo>
                <a:lnTo>
                  <a:pt x="4393648" y="1870075"/>
                </a:lnTo>
                <a:lnTo>
                  <a:pt x="4405405" y="1922462"/>
                </a:lnTo>
                <a:lnTo>
                  <a:pt x="4413803" y="1982787"/>
                </a:lnTo>
                <a:lnTo>
                  <a:pt x="4417162" y="2051050"/>
                </a:lnTo>
                <a:lnTo>
                  <a:pt x="4413803" y="2119312"/>
                </a:lnTo>
                <a:lnTo>
                  <a:pt x="4405405" y="2179637"/>
                </a:lnTo>
                <a:lnTo>
                  <a:pt x="4393648" y="2232025"/>
                </a:lnTo>
                <a:lnTo>
                  <a:pt x="4378531" y="2278062"/>
                </a:lnTo>
                <a:lnTo>
                  <a:pt x="4361735" y="2319337"/>
                </a:lnTo>
                <a:lnTo>
                  <a:pt x="4341580" y="2359025"/>
                </a:lnTo>
                <a:lnTo>
                  <a:pt x="4321425" y="2395537"/>
                </a:lnTo>
                <a:lnTo>
                  <a:pt x="4301270" y="2433637"/>
                </a:lnTo>
                <a:lnTo>
                  <a:pt x="4282794" y="2471737"/>
                </a:lnTo>
                <a:lnTo>
                  <a:pt x="4264318" y="2513012"/>
                </a:lnTo>
                <a:lnTo>
                  <a:pt x="4249203" y="2560637"/>
                </a:lnTo>
                <a:lnTo>
                  <a:pt x="4239125" y="2613025"/>
                </a:lnTo>
                <a:lnTo>
                  <a:pt x="4229047" y="2671762"/>
                </a:lnTo>
                <a:lnTo>
                  <a:pt x="4227367" y="2741612"/>
                </a:lnTo>
                <a:lnTo>
                  <a:pt x="4229047" y="2809875"/>
                </a:lnTo>
                <a:lnTo>
                  <a:pt x="4239125" y="2868612"/>
                </a:lnTo>
                <a:lnTo>
                  <a:pt x="4249203" y="2922587"/>
                </a:lnTo>
                <a:lnTo>
                  <a:pt x="4264318" y="2967037"/>
                </a:lnTo>
                <a:lnTo>
                  <a:pt x="4282794" y="3009900"/>
                </a:lnTo>
                <a:lnTo>
                  <a:pt x="4301270" y="3046412"/>
                </a:lnTo>
                <a:lnTo>
                  <a:pt x="4321425" y="3084512"/>
                </a:lnTo>
                <a:lnTo>
                  <a:pt x="4341580" y="3121025"/>
                </a:lnTo>
                <a:lnTo>
                  <a:pt x="4361735" y="3160712"/>
                </a:lnTo>
                <a:lnTo>
                  <a:pt x="4378531" y="3201987"/>
                </a:lnTo>
                <a:lnTo>
                  <a:pt x="4393648" y="3248025"/>
                </a:lnTo>
                <a:lnTo>
                  <a:pt x="4405405" y="3300412"/>
                </a:lnTo>
                <a:lnTo>
                  <a:pt x="4413803" y="3360737"/>
                </a:lnTo>
                <a:lnTo>
                  <a:pt x="4417162" y="3427412"/>
                </a:lnTo>
                <a:lnTo>
                  <a:pt x="4413803" y="3497262"/>
                </a:lnTo>
                <a:lnTo>
                  <a:pt x="4405405" y="3557587"/>
                </a:lnTo>
                <a:lnTo>
                  <a:pt x="4393648" y="3609975"/>
                </a:lnTo>
                <a:lnTo>
                  <a:pt x="4378531" y="3656012"/>
                </a:lnTo>
                <a:lnTo>
                  <a:pt x="4361735" y="3697287"/>
                </a:lnTo>
                <a:lnTo>
                  <a:pt x="4341580" y="3736975"/>
                </a:lnTo>
                <a:lnTo>
                  <a:pt x="4301270" y="3811587"/>
                </a:lnTo>
                <a:lnTo>
                  <a:pt x="4282794" y="3848100"/>
                </a:lnTo>
                <a:lnTo>
                  <a:pt x="4264318" y="3890962"/>
                </a:lnTo>
                <a:lnTo>
                  <a:pt x="4249203" y="3935412"/>
                </a:lnTo>
                <a:lnTo>
                  <a:pt x="4239125" y="3987800"/>
                </a:lnTo>
                <a:lnTo>
                  <a:pt x="4229047" y="4048125"/>
                </a:lnTo>
                <a:lnTo>
                  <a:pt x="4227367" y="4116387"/>
                </a:lnTo>
                <a:lnTo>
                  <a:pt x="4229047" y="4186237"/>
                </a:lnTo>
                <a:lnTo>
                  <a:pt x="4239125" y="4244975"/>
                </a:lnTo>
                <a:lnTo>
                  <a:pt x="4249203" y="4297362"/>
                </a:lnTo>
                <a:lnTo>
                  <a:pt x="4264318" y="4343400"/>
                </a:lnTo>
                <a:lnTo>
                  <a:pt x="4282794" y="4386262"/>
                </a:lnTo>
                <a:lnTo>
                  <a:pt x="4301270" y="4424362"/>
                </a:lnTo>
                <a:lnTo>
                  <a:pt x="4341580" y="4498975"/>
                </a:lnTo>
                <a:lnTo>
                  <a:pt x="4361735" y="4537075"/>
                </a:lnTo>
                <a:lnTo>
                  <a:pt x="4378531" y="4579937"/>
                </a:lnTo>
                <a:lnTo>
                  <a:pt x="4393648" y="4625975"/>
                </a:lnTo>
                <a:lnTo>
                  <a:pt x="4405405" y="4678362"/>
                </a:lnTo>
                <a:lnTo>
                  <a:pt x="4413803" y="4738687"/>
                </a:lnTo>
                <a:lnTo>
                  <a:pt x="4417162" y="4806950"/>
                </a:lnTo>
                <a:lnTo>
                  <a:pt x="4413803" y="4875212"/>
                </a:lnTo>
                <a:lnTo>
                  <a:pt x="4405405" y="4935537"/>
                </a:lnTo>
                <a:lnTo>
                  <a:pt x="4393648" y="4987925"/>
                </a:lnTo>
                <a:lnTo>
                  <a:pt x="4378531" y="5033962"/>
                </a:lnTo>
                <a:lnTo>
                  <a:pt x="4361735" y="5075237"/>
                </a:lnTo>
                <a:lnTo>
                  <a:pt x="4341580" y="5114925"/>
                </a:lnTo>
                <a:lnTo>
                  <a:pt x="4321425" y="5149850"/>
                </a:lnTo>
                <a:lnTo>
                  <a:pt x="4301270" y="5186362"/>
                </a:lnTo>
                <a:lnTo>
                  <a:pt x="4282794" y="5226050"/>
                </a:lnTo>
                <a:lnTo>
                  <a:pt x="4264318" y="5268912"/>
                </a:lnTo>
                <a:lnTo>
                  <a:pt x="4249203" y="5313362"/>
                </a:lnTo>
                <a:lnTo>
                  <a:pt x="4239125" y="5365750"/>
                </a:lnTo>
                <a:lnTo>
                  <a:pt x="4229047" y="5426075"/>
                </a:lnTo>
                <a:lnTo>
                  <a:pt x="4227367" y="5494337"/>
                </a:lnTo>
                <a:lnTo>
                  <a:pt x="4229047" y="5562600"/>
                </a:lnTo>
                <a:lnTo>
                  <a:pt x="4239125" y="5622925"/>
                </a:lnTo>
                <a:lnTo>
                  <a:pt x="4249203" y="5675312"/>
                </a:lnTo>
                <a:lnTo>
                  <a:pt x="4264318" y="5721350"/>
                </a:lnTo>
                <a:lnTo>
                  <a:pt x="4282794" y="5762625"/>
                </a:lnTo>
                <a:lnTo>
                  <a:pt x="4301270" y="5802312"/>
                </a:lnTo>
                <a:lnTo>
                  <a:pt x="4321425" y="5840412"/>
                </a:lnTo>
                <a:lnTo>
                  <a:pt x="4341580" y="5876925"/>
                </a:lnTo>
                <a:lnTo>
                  <a:pt x="4361735" y="5915025"/>
                </a:lnTo>
                <a:lnTo>
                  <a:pt x="4378531" y="5956300"/>
                </a:lnTo>
                <a:lnTo>
                  <a:pt x="4393648" y="6003925"/>
                </a:lnTo>
                <a:lnTo>
                  <a:pt x="4405405" y="6056312"/>
                </a:lnTo>
                <a:lnTo>
                  <a:pt x="4413803" y="6113462"/>
                </a:lnTo>
                <a:lnTo>
                  <a:pt x="4417162" y="6183312"/>
                </a:lnTo>
                <a:lnTo>
                  <a:pt x="4413803" y="6251575"/>
                </a:lnTo>
                <a:lnTo>
                  <a:pt x="4405405" y="6311900"/>
                </a:lnTo>
                <a:lnTo>
                  <a:pt x="4393648" y="6361112"/>
                </a:lnTo>
                <a:lnTo>
                  <a:pt x="4378531" y="6407150"/>
                </a:lnTo>
                <a:lnTo>
                  <a:pt x="4361735" y="6448425"/>
                </a:lnTo>
                <a:lnTo>
                  <a:pt x="4343260" y="6488112"/>
                </a:lnTo>
                <a:lnTo>
                  <a:pt x="4324784" y="6523037"/>
                </a:lnTo>
                <a:lnTo>
                  <a:pt x="4304629" y="6561137"/>
                </a:lnTo>
                <a:lnTo>
                  <a:pt x="4284474" y="6597650"/>
                </a:lnTo>
                <a:lnTo>
                  <a:pt x="4267678" y="6640512"/>
                </a:lnTo>
                <a:lnTo>
                  <a:pt x="4250882" y="6683375"/>
                </a:lnTo>
                <a:lnTo>
                  <a:pt x="4240804" y="6735762"/>
                </a:lnTo>
                <a:lnTo>
                  <a:pt x="4232407" y="6791325"/>
                </a:lnTo>
                <a:lnTo>
                  <a:pt x="4227367" y="6858000"/>
                </a:lnTo>
                <a:lnTo>
                  <a:pt x="2310062" y="6858000"/>
                </a:lnTo>
                <a:lnTo>
                  <a:pt x="144378" y="6858000"/>
                </a:lnTo>
                <a:lnTo>
                  <a:pt x="0" y="6858000"/>
                </a:lnTo>
                <a:close/>
              </a:path>
            </a:pathLst>
          </a:custGeom>
          <a:solidFill>
            <a:srgbClr val="FFFFFF"/>
          </a:solidFill>
          <a:ln w="0">
            <a:noFill/>
            <a:prstDash val="solid"/>
            <a:round/>
            <a:headEnd/>
            <a:tailEnd/>
          </a:ln>
        </p:spPr>
        <p:txBody>
          <a:bodyPr/>
          <a:lstStyle/>
          <a:p>
            <a:endParaRPr lang="en-US"/>
          </a:p>
        </p:txBody>
      </p:sp>
      <p:sp useBgFill="1">
        <p:nvSpPr>
          <p:cNvPr id="29" name="Freeform: Shape 28">
            <a:extLst>
              <a:ext uri="{FF2B5EF4-FFF2-40B4-BE49-F238E27FC236}">
                <a16:creationId xmlns:a16="http://schemas.microsoft.com/office/drawing/2014/main" id="{A7A4B465-FBCC-4CD4-89A1-82992A7B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272784" cy="6858000"/>
          </a:xfrm>
          <a:custGeom>
            <a:avLst/>
            <a:gdLst>
              <a:gd name="connsiteX0" fmla="*/ 0 w 4272784"/>
              <a:gd name="connsiteY0" fmla="*/ 0 h 6858000"/>
              <a:gd name="connsiteX1" fmla="*/ 4082989 w 4272784"/>
              <a:gd name="connsiteY1" fmla="*/ 0 h 6858000"/>
              <a:gd name="connsiteX2" fmla="*/ 4088029 w 4272784"/>
              <a:gd name="connsiteY2" fmla="*/ 66675 h 6858000"/>
              <a:gd name="connsiteX3" fmla="*/ 4096426 w 4272784"/>
              <a:gd name="connsiteY3" fmla="*/ 122237 h 6858000"/>
              <a:gd name="connsiteX4" fmla="*/ 4106504 w 4272784"/>
              <a:gd name="connsiteY4" fmla="*/ 174625 h 6858000"/>
              <a:gd name="connsiteX5" fmla="*/ 4123300 w 4272784"/>
              <a:gd name="connsiteY5" fmla="*/ 217487 h 6858000"/>
              <a:gd name="connsiteX6" fmla="*/ 4140096 w 4272784"/>
              <a:gd name="connsiteY6" fmla="*/ 260350 h 6858000"/>
              <a:gd name="connsiteX7" fmla="*/ 4160251 w 4272784"/>
              <a:gd name="connsiteY7" fmla="*/ 296862 h 6858000"/>
              <a:gd name="connsiteX8" fmla="*/ 4180406 w 4272784"/>
              <a:gd name="connsiteY8" fmla="*/ 334962 h 6858000"/>
              <a:gd name="connsiteX9" fmla="*/ 4198882 w 4272784"/>
              <a:gd name="connsiteY9" fmla="*/ 369887 h 6858000"/>
              <a:gd name="connsiteX10" fmla="*/ 4217357 w 4272784"/>
              <a:gd name="connsiteY10" fmla="*/ 409575 h 6858000"/>
              <a:gd name="connsiteX11" fmla="*/ 4234153 w 4272784"/>
              <a:gd name="connsiteY11" fmla="*/ 450850 h 6858000"/>
              <a:gd name="connsiteX12" fmla="*/ 4249270 w 4272784"/>
              <a:gd name="connsiteY12" fmla="*/ 496887 h 6858000"/>
              <a:gd name="connsiteX13" fmla="*/ 4261027 w 4272784"/>
              <a:gd name="connsiteY13" fmla="*/ 546100 h 6858000"/>
              <a:gd name="connsiteX14" fmla="*/ 4269425 w 4272784"/>
              <a:gd name="connsiteY14" fmla="*/ 606425 h 6858000"/>
              <a:gd name="connsiteX15" fmla="*/ 4272784 w 4272784"/>
              <a:gd name="connsiteY15" fmla="*/ 673100 h 6858000"/>
              <a:gd name="connsiteX16" fmla="*/ 4269425 w 4272784"/>
              <a:gd name="connsiteY16" fmla="*/ 744537 h 6858000"/>
              <a:gd name="connsiteX17" fmla="*/ 4261027 w 4272784"/>
              <a:gd name="connsiteY17" fmla="*/ 801687 h 6858000"/>
              <a:gd name="connsiteX18" fmla="*/ 4249270 w 4272784"/>
              <a:gd name="connsiteY18" fmla="*/ 854075 h 6858000"/>
              <a:gd name="connsiteX19" fmla="*/ 4234153 w 4272784"/>
              <a:gd name="connsiteY19" fmla="*/ 901700 h 6858000"/>
              <a:gd name="connsiteX20" fmla="*/ 4217357 w 4272784"/>
              <a:gd name="connsiteY20" fmla="*/ 942975 h 6858000"/>
              <a:gd name="connsiteX21" fmla="*/ 4197202 w 4272784"/>
              <a:gd name="connsiteY21" fmla="*/ 981075 h 6858000"/>
              <a:gd name="connsiteX22" fmla="*/ 4177047 w 4272784"/>
              <a:gd name="connsiteY22" fmla="*/ 1017587 h 6858000"/>
              <a:gd name="connsiteX23" fmla="*/ 4156892 w 4272784"/>
              <a:gd name="connsiteY23" fmla="*/ 1055687 h 6858000"/>
              <a:gd name="connsiteX24" fmla="*/ 4138416 w 4272784"/>
              <a:gd name="connsiteY24" fmla="*/ 1095375 h 6858000"/>
              <a:gd name="connsiteX25" fmla="*/ 4119940 w 4272784"/>
              <a:gd name="connsiteY25" fmla="*/ 1136650 h 6858000"/>
              <a:gd name="connsiteX26" fmla="*/ 4104825 w 4272784"/>
              <a:gd name="connsiteY26" fmla="*/ 1182687 h 6858000"/>
              <a:gd name="connsiteX27" fmla="*/ 4094747 w 4272784"/>
              <a:gd name="connsiteY27" fmla="*/ 1235075 h 6858000"/>
              <a:gd name="connsiteX28" fmla="*/ 4084669 w 4272784"/>
              <a:gd name="connsiteY28" fmla="*/ 1295400 h 6858000"/>
              <a:gd name="connsiteX29" fmla="*/ 4082989 w 4272784"/>
              <a:gd name="connsiteY29" fmla="*/ 1363662 h 6858000"/>
              <a:gd name="connsiteX30" fmla="*/ 4084669 w 4272784"/>
              <a:gd name="connsiteY30" fmla="*/ 1431925 h 6858000"/>
              <a:gd name="connsiteX31" fmla="*/ 4094747 w 4272784"/>
              <a:gd name="connsiteY31" fmla="*/ 1492250 h 6858000"/>
              <a:gd name="connsiteX32" fmla="*/ 4104825 w 4272784"/>
              <a:gd name="connsiteY32" fmla="*/ 1544637 h 6858000"/>
              <a:gd name="connsiteX33" fmla="*/ 4119940 w 4272784"/>
              <a:gd name="connsiteY33" fmla="*/ 1589087 h 6858000"/>
              <a:gd name="connsiteX34" fmla="*/ 4138416 w 4272784"/>
              <a:gd name="connsiteY34" fmla="*/ 1631950 h 6858000"/>
              <a:gd name="connsiteX35" fmla="*/ 4156892 w 4272784"/>
              <a:gd name="connsiteY35" fmla="*/ 1671637 h 6858000"/>
              <a:gd name="connsiteX36" fmla="*/ 4177047 w 4272784"/>
              <a:gd name="connsiteY36" fmla="*/ 1708150 h 6858000"/>
              <a:gd name="connsiteX37" fmla="*/ 4197202 w 4272784"/>
              <a:gd name="connsiteY37" fmla="*/ 1743075 h 6858000"/>
              <a:gd name="connsiteX38" fmla="*/ 4217357 w 4272784"/>
              <a:gd name="connsiteY38" fmla="*/ 1782762 h 6858000"/>
              <a:gd name="connsiteX39" fmla="*/ 4234153 w 4272784"/>
              <a:gd name="connsiteY39" fmla="*/ 1824037 h 6858000"/>
              <a:gd name="connsiteX40" fmla="*/ 4249270 w 4272784"/>
              <a:gd name="connsiteY40" fmla="*/ 1870075 h 6858000"/>
              <a:gd name="connsiteX41" fmla="*/ 4261027 w 4272784"/>
              <a:gd name="connsiteY41" fmla="*/ 1922462 h 6858000"/>
              <a:gd name="connsiteX42" fmla="*/ 4269425 w 4272784"/>
              <a:gd name="connsiteY42" fmla="*/ 1982787 h 6858000"/>
              <a:gd name="connsiteX43" fmla="*/ 4272784 w 4272784"/>
              <a:gd name="connsiteY43" fmla="*/ 2051050 h 6858000"/>
              <a:gd name="connsiteX44" fmla="*/ 4269425 w 4272784"/>
              <a:gd name="connsiteY44" fmla="*/ 2119312 h 6858000"/>
              <a:gd name="connsiteX45" fmla="*/ 4261027 w 4272784"/>
              <a:gd name="connsiteY45" fmla="*/ 2179637 h 6858000"/>
              <a:gd name="connsiteX46" fmla="*/ 4249270 w 4272784"/>
              <a:gd name="connsiteY46" fmla="*/ 2232025 h 6858000"/>
              <a:gd name="connsiteX47" fmla="*/ 4234153 w 4272784"/>
              <a:gd name="connsiteY47" fmla="*/ 2278062 h 6858000"/>
              <a:gd name="connsiteX48" fmla="*/ 4217357 w 4272784"/>
              <a:gd name="connsiteY48" fmla="*/ 2319337 h 6858000"/>
              <a:gd name="connsiteX49" fmla="*/ 4197202 w 4272784"/>
              <a:gd name="connsiteY49" fmla="*/ 2359025 h 6858000"/>
              <a:gd name="connsiteX50" fmla="*/ 4177047 w 4272784"/>
              <a:gd name="connsiteY50" fmla="*/ 2395537 h 6858000"/>
              <a:gd name="connsiteX51" fmla="*/ 4156892 w 4272784"/>
              <a:gd name="connsiteY51" fmla="*/ 2433637 h 6858000"/>
              <a:gd name="connsiteX52" fmla="*/ 4138416 w 4272784"/>
              <a:gd name="connsiteY52" fmla="*/ 2471737 h 6858000"/>
              <a:gd name="connsiteX53" fmla="*/ 4119940 w 4272784"/>
              <a:gd name="connsiteY53" fmla="*/ 2513012 h 6858000"/>
              <a:gd name="connsiteX54" fmla="*/ 4104825 w 4272784"/>
              <a:gd name="connsiteY54" fmla="*/ 2560637 h 6858000"/>
              <a:gd name="connsiteX55" fmla="*/ 4094747 w 4272784"/>
              <a:gd name="connsiteY55" fmla="*/ 2613025 h 6858000"/>
              <a:gd name="connsiteX56" fmla="*/ 4084669 w 4272784"/>
              <a:gd name="connsiteY56" fmla="*/ 2671762 h 6858000"/>
              <a:gd name="connsiteX57" fmla="*/ 4082989 w 4272784"/>
              <a:gd name="connsiteY57" fmla="*/ 2741612 h 6858000"/>
              <a:gd name="connsiteX58" fmla="*/ 4084669 w 4272784"/>
              <a:gd name="connsiteY58" fmla="*/ 2809875 h 6858000"/>
              <a:gd name="connsiteX59" fmla="*/ 4094747 w 4272784"/>
              <a:gd name="connsiteY59" fmla="*/ 2868612 h 6858000"/>
              <a:gd name="connsiteX60" fmla="*/ 4104825 w 4272784"/>
              <a:gd name="connsiteY60" fmla="*/ 2922587 h 6858000"/>
              <a:gd name="connsiteX61" fmla="*/ 4119940 w 4272784"/>
              <a:gd name="connsiteY61" fmla="*/ 2967037 h 6858000"/>
              <a:gd name="connsiteX62" fmla="*/ 4138416 w 4272784"/>
              <a:gd name="connsiteY62" fmla="*/ 3009900 h 6858000"/>
              <a:gd name="connsiteX63" fmla="*/ 4156892 w 4272784"/>
              <a:gd name="connsiteY63" fmla="*/ 3046412 h 6858000"/>
              <a:gd name="connsiteX64" fmla="*/ 4177047 w 4272784"/>
              <a:gd name="connsiteY64" fmla="*/ 3084512 h 6858000"/>
              <a:gd name="connsiteX65" fmla="*/ 4197202 w 4272784"/>
              <a:gd name="connsiteY65" fmla="*/ 3121025 h 6858000"/>
              <a:gd name="connsiteX66" fmla="*/ 4217357 w 4272784"/>
              <a:gd name="connsiteY66" fmla="*/ 3160712 h 6858000"/>
              <a:gd name="connsiteX67" fmla="*/ 4234153 w 4272784"/>
              <a:gd name="connsiteY67" fmla="*/ 3201987 h 6858000"/>
              <a:gd name="connsiteX68" fmla="*/ 4249270 w 4272784"/>
              <a:gd name="connsiteY68" fmla="*/ 3248025 h 6858000"/>
              <a:gd name="connsiteX69" fmla="*/ 4261027 w 4272784"/>
              <a:gd name="connsiteY69" fmla="*/ 3300412 h 6858000"/>
              <a:gd name="connsiteX70" fmla="*/ 4269425 w 4272784"/>
              <a:gd name="connsiteY70" fmla="*/ 3360737 h 6858000"/>
              <a:gd name="connsiteX71" fmla="*/ 4272784 w 4272784"/>
              <a:gd name="connsiteY71" fmla="*/ 3427412 h 6858000"/>
              <a:gd name="connsiteX72" fmla="*/ 4269425 w 4272784"/>
              <a:gd name="connsiteY72" fmla="*/ 3497262 h 6858000"/>
              <a:gd name="connsiteX73" fmla="*/ 4261027 w 4272784"/>
              <a:gd name="connsiteY73" fmla="*/ 3557587 h 6858000"/>
              <a:gd name="connsiteX74" fmla="*/ 4249270 w 4272784"/>
              <a:gd name="connsiteY74" fmla="*/ 3609975 h 6858000"/>
              <a:gd name="connsiteX75" fmla="*/ 4234153 w 4272784"/>
              <a:gd name="connsiteY75" fmla="*/ 3656012 h 6858000"/>
              <a:gd name="connsiteX76" fmla="*/ 4217357 w 4272784"/>
              <a:gd name="connsiteY76" fmla="*/ 3697287 h 6858000"/>
              <a:gd name="connsiteX77" fmla="*/ 4197202 w 4272784"/>
              <a:gd name="connsiteY77" fmla="*/ 3736975 h 6858000"/>
              <a:gd name="connsiteX78" fmla="*/ 4156892 w 4272784"/>
              <a:gd name="connsiteY78" fmla="*/ 3811587 h 6858000"/>
              <a:gd name="connsiteX79" fmla="*/ 4138416 w 4272784"/>
              <a:gd name="connsiteY79" fmla="*/ 3848100 h 6858000"/>
              <a:gd name="connsiteX80" fmla="*/ 4119940 w 4272784"/>
              <a:gd name="connsiteY80" fmla="*/ 3890962 h 6858000"/>
              <a:gd name="connsiteX81" fmla="*/ 4104825 w 4272784"/>
              <a:gd name="connsiteY81" fmla="*/ 3935412 h 6858000"/>
              <a:gd name="connsiteX82" fmla="*/ 4094747 w 4272784"/>
              <a:gd name="connsiteY82" fmla="*/ 3987800 h 6858000"/>
              <a:gd name="connsiteX83" fmla="*/ 4084669 w 4272784"/>
              <a:gd name="connsiteY83" fmla="*/ 4048125 h 6858000"/>
              <a:gd name="connsiteX84" fmla="*/ 4082989 w 4272784"/>
              <a:gd name="connsiteY84" fmla="*/ 4116387 h 6858000"/>
              <a:gd name="connsiteX85" fmla="*/ 4084669 w 4272784"/>
              <a:gd name="connsiteY85" fmla="*/ 4186237 h 6858000"/>
              <a:gd name="connsiteX86" fmla="*/ 4094747 w 4272784"/>
              <a:gd name="connsiteY86" fmla="*/ 4244975 h 6858000"/>
              <a:gd name="connsiteX87" fmla="*/ 4104825 w 4272784"/>
              <a:gd name="connsiteY87" fmla="*/ 4297362 h 6858000"/>
              <a:gd name="connsiteX88" fmla="*/ 4119940 w 4272784"/>
              <a:gd name="connsiteY88" fmla="*/ 4343400 h 6858000"/>
              <a:gd name="connsiteX89" fmla="*/ 4138416 w 4272784"/>
              <a:gd name="connsiteY89" fmla="*/ 4386262 h 6858000"/>
              <a:gd name="connsiteX90" fmla="*/ 4156892 w 4272784"/>
              <a:gd name="connsiteY90" fmla="*/ 4424362 h 6858000"/>
              <a:gd name="connsiteX91" fmla="*/ 4197202 w 4272784"/>
              <a:gd name="connsiteY91" fmla="*/ 4498975 h 6858000"/>
              <a:gd name="connsiteX92" fmla="*/ 4217357 w 4272784"/>
              <a:gd name="connsiteY92" fmla="*/ 4537075 h 6858000"/>
              <a:gd name="connsiteX93" fmla="*/ 4234153 w 4272784"/>
              <a:gd name="connsiteY93" fmla="*/ 4579937 h 6858000"/>
              <a:gd name="connsiteX94" fmla="*/ 4249270 w 4272784"/>
              <a:gd name="connsiteY94" fmla="*/ 4625975 h 6858000"/>
              <a:gd name="connsiteX95" fmla="*/ 4261027 w 4272784"/>
              <a:gd name="connsiteY95" fmla="*/ 4678362 h 6858000"/>
              <a:gd name="connsiteX96" fmla="*/ 4269425 w 4272784"/>
              <a:gd name="connsiteY96" fmla="*/ 4738687 h 6858000"/>
              <a:gd name="connsiteX97" fmla="*/ 4272784 w 4272784"/>
              <a:gd name="connsiteY97" fmla="*/ 4806950 h 6858000"/>
              <a:gd name="connsiteX98" fmla="*/ 4269425 w 4272784"/>
              <a:gd name="connsiteY98" fmla="*/ 4875212 h 6858000"/>
              <a:gd name="connsiteX99" fmla="*/ 4261027 w 4272784"/>
              <a:gd name="connsiteY99" fmla="*/ 4935537 h 6858000"/>
              <a:gd name="connsiteX100" fmla="*/ 4249270 w 4272784"/>
              <a:gd name="connsiteY100" fmla="*/ 4987925 h 6858000"/>
              <a:gd name="connsiteX101" fmla="*/ 4234153 w 4272784"/>
              <a:gd name="connsiteY101" fmla="*/ 5033962 h 6858000"/>
              <a:gd name="connsiteX102" fmla="*/ 4217357 w 4272784"/>
              <a:gd name="connsiteY102" fmla="*/ 5075237 h 6858000"/>
              <a:gd name="connsiteX103" fmla="*/ 4197202 w 4272784"/>
              <a:gd name="connsiteY103" fmla="*/ 5114925 h 6858000"/>
              <a:gd name="connsiteX104" fmla="*/ 4177047 w 4272784"/>
              <a:gd name="connsiteY104" fmla="*/ 5149850 h 6858000"/>
              <a:gd name="connsiteX105" fmla="*/ 4156892 w 4272784"/>
              <a:gd name="connsiteY105" fmla="*/ 5186362 h 6858000"/>
              <a:gd name="connsiteX106" fmla="*/ 4138416 w 4272784"/>
              <a:gd name="connsiteY106" fmla="*/ 5226050 h 6858000"/>
              <a:gd name="connsiteX107" fmla="*/ 4119940 w 4272784"/>
              <a:gd name="connsiteY107" fmla="*/ 5268912 h 6858000"/>
              <a:gd name="connsiteX108" fmla="*/ 4104825 w 4272784"/>
              <a:gd name="connsiteY108" fmla="*/ 5313362 h 6858000"/>
              <a:gd name="connsiteX109" fmla="*/ 4094747 w 4272784"/>
              <a:gd name="connsiteY109" fmla="*/ 5365750 h 6858000"/>
              <a:gd name="connsiteX110" fmla="*/ 4084669 w 4272784"/>
              <a:gd name="connsiteY110" fmla="*/ 5426075 h 6858000"/>
              <a:gd name="connsiteX111" fmla="*/ 4082989 w 4272784"/>
              <a:gd name="connsiteY111" fmla="*/ 5494337 h 6858000"/>
              <a:gd name="connsiteX112" fmla="*/ 4084669 w 4272784"/>
              <a:gd name="connsiteY112" fmla="*/ 5562600 h 6858000"/>
              <a:gd name="connsiteX113" fmla="*/ 4094747 w 4272784"/>
              <a:gd name="connsiteY113" fmla="*/ 5622925 h 6858000"/>
              <a:gd name="connsiteX114" fmla="*/ 4104825 w 4272784"/>
              <a:gd name="connsiteY114" fmla="*/ 5675312 h 6858000"/>
              <a:gd name="connsiteX115" fmla="*/ 4119940 w 4272784"/>
              <a:gd name="connsiteY115" fmla="*/ 5721350 h 6858000"/>
              <a:gd name="connsiteX116" fmla="*/ 4138416 w 4272784"/>
              <a:gd name="connsiteY116" fmla="*/ 5762625 h 6858000"/>
              <a:gd name="connsiteX117" fmla="*/ 4156892 w 4272784"/>
              <a:gd name="connsiteY117" fmla="*/ 5802312 h 6858000"/>
              <a:gd name="connsiteX118" fmla="*/ 4177047 w 4272784"/>
              <a:gd name="connsiteY118" fmla="*/ 5840412 h 6858000"/>
              <a:gd name="connsiteX119" fmla="*/ 4197202 w 4272784"/>
              <a:gd name="connsiteY119" fmla="*/ 5876925 h 6858000"/>
              <a:gd name="connsiteX120" fmla="*/ 4217357 w 4272784"/>
              <a:gd name="connsiteY120" fmla="*/ 5915025 h 6858000"/>
              <a:gd name="connsiteX121" fmla="*/ 4234153 w 4272784"/>
              <a:gd name="connsiteY121" fmla="*/ 5956300 h 6858000"/>
              <a:gd name="connsiteX122" fmla="*/ 4249270 w 4272784"/>
              <a:gd name="connsiteY122" fmla="*/ 6003925 h 6858000"/>
              <a:gd name="connsiteX123" fmla="*/ 4261027 w 4272784"/>
              <a:gd name="connsiteY123" fmla="*/ 6056312 h 6858000"/>
              <a:gd name="connsiteX124" fmla="*/ 4269425 w 4272784"/>
              <a:gd name="connsiteY124" fmla="*/ 6113462 h 6858000"/>
              <a:gd name="connsiteX125" fmla="*/ 4272784 w 4272784"/>
              <a:gd name="connsiteY125" fmla="*/ 6183312 h 6858000"/>
              <a:gd name="connsiteX126" fmla="*/ 4269425 w 4272784"/>
              <a:gd name="connsiteY126" fmla="*/ 6251575 h 6858000"/>
              <a:gd name="connsiteX127" fmla="*/ 4261027 w 4272784"/>
              <a:gd name="connsiteY127" fmla="*/ 6311900 h 6858000"/>
              <a:gd name="connsiteX128" fmla="*/ 4249270 w 4272784"/>
              <a:gd name="connsiteY128" fmla="*/ 6361112 h 6858000"/>
              <a:gd name="connsiteX129" fmla="*/ 4234153 w 4272784"/>
              <a:gd name="connsiteY129" fmla="*/ 6407150 h 6858000"/>
              <a:gd name="connsiteX130" fmla="*/ 4217357 w 4272784"/>
              <a:gd name="connsiteY130" fmla="*/ 6448425 h 6858000"/>
              <a:gd name="connsiteX131" fmla="*/ 4198882 w 4272784"/>
              <a:gd name="connsiteY131" fmla="*/ 6488112 h 6858000"/>
              <a:gd name="connsiteX132" fmla="*/ 4180406 w 4272784"/>
              <a:gd name="connsiteY132" fmla="*/ 6523037 h 6858000"/>
              <a:gd name="connsiteX133" fmla="*/ 4160251 w 4272784"/>
              <a:gd name="connsiteY133" fmla="*/ 6561137 h 6858000"/>
              <a:gd name="connsiteX134" fmla="*/ 4140096 w 4272784"/>
              <a:gd name="connsiteY134" fmla="*/ 6597650 h 6858000"/>
              <a:gd name="connsiteX135" fmla="*/ 4123300 w 4272784"/>
              <a:gd name="connsiteY135" fmla="*/ 6640512 h 6858000"/>
              <a:gd name="connsiteX136" fmla="*/ 4106504 w 4272784"/>
              <a:gd name="connsiteY136" fmla="*/ 6683375 h 6858000"/>
              <a:gd name="connsiteX137" fmla="*/ 4096426 w 4272784"/>
              <a:gd name="connsiteY137" fmla="*/ 6735762 h 6858000"/>
              <a:gd name="connsiteX138" fmla="*/ 4088029 w 4272784"/>
              <a:gd name="connsiteY138" fmla="*/ 6791325 h 6858000"/>
              <a:gd name="connsiteX139" fmla="*/ 4082989 w 4272784"/>
              <a:gd name="connsiteY139" fmla="*/ 6858000 h 6858000"/>
              <a:gd name="connsiteX140" fmla="*/ 0 w 427278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272784" h="6858000">
                <a:moveTo>
                  <a:pt x="0" y="0"/>
                </a:moveTo>
                <a:lnTo>
                  <a:pt x="4082989" y="0"/>
                </a:lnTo>
                <a:lnTo>
                  <a:pt x="4088029" y="66675"/>
                </a:lnTo>
                <a:lnTo>
                  <a:pt x="4096426" y="122237"/>
                </a:lnTo>
                <a:lnTo>
                  <a:pt x="4106504" y="174625"/>
                </a:lnTo>
                <a:lnTo>
                  <a:pt x="4123300" y="217487"/>
                </a:lnTo>
                <a:lnTo>
                  <a:pt x="4140096" y="260350"/>
                </a:lnTo>
                <a:lnTo>
                  <a:pt x="4160251" y="296862"/>
                </a:lnTo>
                <a:lnTo>
                  <a:pt x="4180406" y="334962"/>
                </a:lnTo>
                <a:lnTo>
                  <a:pt x="4198882" y="369887"/>
                </a:lnTo>
                <a:lnTo>
                  <a:pt x="4217357" y="409575"/>
                </a:lnTo>
                <a:lnTo>
                  <a:pt x="4234153" y="450850"/>
                </a:lnTo>
                <a:lnTo>
                  <a:pt x="4249270" y="496887"/>
                </a:lnTo>
                <a:lnTo>
                  <a:pt x="4261027" y="546100"/>
                </a:lnTo>
                <a:lnTo>
                  <a:pt x="4269425" y="606425"/>
                </a:lnTo>
                <a:lnTo>
                  <a:pt x="4272784" y="673100"/>
                </a:lnTo>
                <a:lnTo>
                  <a:pt x="4269425" y="744537"/>
                </a:lnTo>
                <a:lnTo>
                  <a:pt x="4261027" y="801687"/>
                </a:lnTo>
                <a:lnTo>
                  <a:pt x="4249270" y="854075"/>
                </a:lnTo>
                <a:lnTo>
                  <a:pt x="4234153" y="901700"/>
                </a:lnTo>
                <a:lnTo>
                  <a:pt x="4217357" y="942975"/>
                </a:lnTo>
                <a:lnTo>
                  <a:pt x="4197202" y="981075"/>
                </a:lnTo>
                <a:lnTo>
                  <a:pt x="4177047" y="1017587"/>
                </a:lnTo>
                <a:lnTo>
                  <a:pt x="4156892" y="1055687"/>
                </a:lnTo>
                <a:lnTo>
                  <a:pt x="4138416" y="1095375"/>
                </a:lnTo>
                <a:lnTo>
                  <a:pt x="4119940" y="1136650"/>
                </a:lnTo>
                <a:lnTo>
                  <a:pt x="4104825" y="1182687"/>
                </a:lnTo>
                <a:lnTo>
                  <a:pt x="4094747" y="1235075"/>
                </a:lnTo>
                <a:lnTo>
                  <a:pt x="4084669" y="1295400"/>
                </a:lnTo>
                <a:lnTo>
                  <a:pt x="4082989" y="1363662"/>
                </a:lnTo>
                <a:lnTo>
                  <a:pt x="4084669" y="1431925"/>
                </a:lnTo>
                <a:lnTo>
                  <a:pt x="4094747" y="1492250"/>
                </a:lnTo>
                <a:lnTo>
                  <a:pt x="4104825" y="1544637"/>
                </a:lnTo>
                <a:lnTo>
                  <a:pt x="4119940" y="1589087"/>
                </a:lnTo>
                <a:lnTo>
                  <a:pt x="4138416" y="1631950"/>
                </a:lnTo>
                <a:lnTo>
                  <a:pt x="4156892" y="1671637"/>
                </a:lnTo>
                <a:lnTo>
                  <a:pt x="4177047" y="1708150"/>
                </a:lnTo>
                <a:lnTo>
                  <a:pt x="4197202" y="1743075"/>
                </a:lnTo>
                <a:lnTo>
                  <a:pt x="4217357" y="1782762"/>
                </a:lnTo>
                <a:lnTo>
                  <a:pt x="4234153" y="1824037"/>
                </a:lnTo>
                <a:lnTo>
                  <a:pt x="4249270" y="1870075"/>
                </a:lnTo>
                <a:lnTo>
                  <a:pt x="4261027" y="1922462"/>
                </a:lnTo>
                <a:lnTo>
                  <a:pt x="4269425" y="1982787"/>
                </a:lnTo>
                <a:lnTo>
                  <a:pt x="4272784" y="2051050"/>
                </a:lnTo>
                <a:lnTo>
                  <a:pt x="4269425" y="2119312"/>
                </a:lnTo>
                <a:lnTo>
                  <a:pt x="4261027" y="2179637"/>
                </a:lnTo>
                <a:lnTo>
                  <a:pt x="4249270" y="2232025"/>
                </a:lnTo>
                <a:lnTo>
                  <a:pt x="4234153" y="2278062"/>
                </a:lnTo>
                <a:lnTo>
                  <a:pt x="4217357" y="2319337"/>
                </a:lnTo>
                <a:lnTo>
                  <a:pt x="4197202" y="2359025"/>
                </a:lnTo>
                <a:lnTo>
                  <a:pt x="4177047" y="2395537"/>
                </a:lnTo>
                <a:lnTo>
                  <a:pt x="4156892" y="2433637"/>
                </a:lnTo>
                <a:lnTo>
                  <a:pt x="4138416" y="2471737"/>
                </a:lnTo>
                <a:lnTo>
                  <a:pt x="4119940" y="2513012"/>
                </a:lnTo>
                <a:lnTo>
                  <a:pt x="4104825" y="2560637"/>
                </a:lnTo>
                <a:lnTo>
                  <a:pt x="4094747" y="2613025"/>
                </a:lnTo>
                <a:lnTo>
                  <a:pt x="4084669" y="2671762"/>
                </a:lnTo>
                <a:lnTo>
                  <a:pt x="4082989" y="2741612"/>
                </a:lnTo>
                <a:lnTo>
                  <a:pt x="4084669" y="2809875"/>
                </a:lnTo>
                <a:lnTo>
                  <a:pt x="4094747" y="2868612"/>
                </a:lnTo>
                <a:lnTo>
                  <a:pt x="4104825" y="2922587"/>
                </a:lnTo>
                <a:lnTo>
                  <a:pt x="4119940" y="2967037"/>
                </a:lnTo>
                <a:lnTo>
                  <a:pt x="4138416" y="3009900"/>
                </a:lnTo>
                <a:lnTo>
                  <a:pt x="4156892" y="3046412"/>
                </a:lnTo>
                <a:lnTo>
                  <a:pt x="4177047" y="3084512"/>
                </a:lnTo>
                <a:lnTo>
                  <a:pt x="4197202" y="3121025"/>
                </a:lnTo>
                <a:lnTo>
                  <a:pt x="4217357" y="3160712"/>
                </a:lnTo>
                <a:lnTo>
                  <a:pt x="4234153" y="3201987"/>
                </a:lnTo>
                <a:lnTo>
                  <a:pt x="4249270" y="3248025"/>
                </a:lnTo>
                <a:lnTo>
                  <a:pt x="4261027" y="3300412"/>
                </a:lnTo>
                <a:lnTo>
                  <a:pt x="4269425" y="3360737"/>
                </a:lnTo>
                <a:lnTo>
                  <a:pt x="4272784" y="3427412"/>
                </a:lnTo>
                <a:lnTo>
                  <a:pt x="4269425" y="3497262"/>
                </a:lnTo>
                <a:lnTo>
                  <a:pt x="4261027" y="3557587"/>
                </a:lnTo>
                <a:lnTo>
                  <a:pt x="4249270" y="3609975"/>
                </a:lnTo>
                <a:lnTo>
                  <a:pt x="4234153" y="3656012"/>
                </a:lnTo>
                <a:lnTo>
                  <a:pt x="4217357" y="3697287"/>
                </a:lnTo>
                <a:lnTo>
                  <a:pt x="4197202" y="3736975"/>
                </a:lnTo>
                <a:lnTo>
                  <a:pt x="4156892" y="3811587"/>
                </a:lnTo>
                <a:lnTo>
                  <a:pt x="4138416" y="3848100"/>
                </a:lnTo>
                <a:lnTo>
                  <a:pt x="4119940" y="3890962"/>
                </a:lnTo>
                <a:lnTo>
                  <a:pt x="4104825" y="3935412"/>
                </a:lnTo>
                <a:lnTo>
                  <a:pt x="4094747" y="3987800"/>
                </a:lnTo>
                <a:lnTo>
                  <a:pt x="4084669" y="4048125"/>
                </a:lnTo>
                <a:lnTo>
                  <a:pt x="4082989" y="4116387"/>
                </a:lnTo>
                <a:lnTo>
                  <a:pt x="4084669" y="4186237"/>
                </a:lnTo>
                <a:lnTo>
                  <a:pt x="4094747" y="4244975"/>
                </a:lnTo>
                <a:lnTo>
                  <a:pt x="4104825" y="4297362"/>
                </a:lnTo>
                <a:lnTo>
                  <a:pt x="4119940" y="4343400"/>
                </a:lnTo>
                <a:lnTo>
                  <a:pt x="4138416" y="4386262"/>
                </a:lnTo>
                <a:lnTo>
                  <a:pt x="4156892" y="4424362"/>
                </a:lnTo>
                <a:lnTo>
                  <a:pt x="4197202" y="4498975"/>
                </a:lnTo>
                <a:lnTo>
                  <a:pt x="4217357" y="4537075"/>
                </a:lnTo>
                <a:lnTo>
                  <a:pt x="4234153" y="4579937"/>
                </a:lnTo>
                <a:lnTo>
                  <a:pt x="4249270" y="4625975"/>
                </a:lnTo>
                <a:lnTo>
                  <a:pt x="4261027" y="4678362"/>
                </a:lnTo>
                <a:lnTo>
                  <a:pt x="4269425" y="4738687"/>
                </a:lnTo>
                <a:lnTo>
                  <a:pt x="4272784" y="4806950"/>
                </a:lnTo>
                <a:lnTo>
                  <a:pt x="4269425" y="4875212"/>
                </a:lnTo>
                <a:lnTo>
                  <a:pt x="4261027" y="4935537"/>
                </a:lnTo>
                <a:lnTo>
                  <a:pt x="4249270" y="4987925"/>
                </a:lnTo>
                <a:lnTo>
                  <a:pt x="4234153" y="5033962"/>
                </a:lnTo>
                <a:lnTo>
                  <a:pt x="4217357" y="5075237"/>
                </a:lnTo>
                <a:lnTo>
                  <a:pt x="4197202" y="5114925"/>
                </a:lnTo>
                <a:lnTo>
                  <a:pt x="4177047" y="5149850"/>
                </a:lnTo>
                <a:lnTo>
                  <a:pt x="4156892" y="5186362"/>
                </a:lnTo>
                <a:lnTo>
                  <a:pt x="4138416" y="5226050"/>
                </a:lnTo>
                <a:lnTo>
                  <a:pt x="4119940" y="5268912"/>
                </a:lnTo>
                <a:lnTo>
                  <a:pt x="4104825" y="5313362"/>
                </a:lnTo>
                <a:lnTo>
                  <a:pt x="4094747" y="5365750"/>
                </a:lnTo>
                <a:lnTo>
                  <a:pt x="4084669" y="5426075"/>
                </a:lnTo>
                <a:lnTo>
                  <a:pt x="4082989" y="5494337"/>
                </a:lnTo>
                <a:lnTo>
                  <a:pt x="4084669" y="5562600"/>
                </a:lnTo>
                <a:lnTo>
                  <a:pt x="4094747" y="5622925"/>
                </a:lnTo>
                <a:lnTo>
                  <a:pt x="4104825" y="5675312"/>
                </a:lnTo>
                <a:lnTo>
                  <a:pt x="4119940" y="5721350"/>
                </a:lnTo>
                <a:lnTo>
                  <a:pt x="4138416" y="5762625"/>
                </a:lnTo>
                <a:lnTo>
                  <a:pt x="4156892" y="5802312"/>
                </a:lnTo>
                <a:lnTo>
                  <a:pt x="4177047" y="5840412"/>
                </a:lnTo>
                <a:lnTo>
                  <a:pt x="4197202" y="5876925"/>
                </a:lnTo>
                <a:lnTo>
                  <a:pt x="4217357" y="5915025"/>
                </a:lnTo>
                <a:lnTo>
                  <a:pt x="4234153" y="5956300"/>
                </a:lnTo>
                <a:lnTo>
                  <a:pt x="4249270" y="6003925"/>
                </a:lnTo>
                <a:lnTo>
                  <a:pt x="4261027" y="6056312"/>
                </a:lnTo>
                <a:lnTo>
                  <a:pt x="4269425" y="6113462"/>
                </a:lnTo>
                <a:lnTo>
                  <a:pt x="4272784" y="6183312"/>
                </a:lnTo>
                <a:lnTo>
                  <a:pt x="4269425" y="6251575"/>
                </a:lnTo>
                <a:lnTo>
                  <a:pt x="4261027" y="6311900"/>
                </a:lnTo>
                <a:lnTo>
                  <a:pt x="4249270" y="6361112"/>
                </a:lnTo>
                <a:lnTo>
                  <a:pt x="4234153" y="6407150"/>
                </a:lnTo>
                <a:lnTo>
                  <a:pt x="4217357" y="6448425"/>
                </a:lnTo>
                <a:lnTo>
                  <a:pt x="4198882" y="6488112"/>
                </a:lnTo>
                <a:lnTo>
                  <a:pt x="4180406" y="6523037"/>
                </a:lnTo>
                <a:lnTo>
                  <a:pt x="4160251" y="6561137"/>
                </a:lnTo>
                <a:lnTo>
                  <a:pt x="4140096" y="6597650"/>
                </a:lnTo>
                <a:lnTo>
                  <a:pt x="4123300" y="6640512"/>
                </a:lnTo>
                <a:lnTo>
                  <a:pt x="4106504" y="6683375"/>
                </a:lnTo>
                <a:lnTo>
                  <a:pt x="4096426" y="6735762"/>
                </a:lnTo>
                <a:lnTo>
                  <a:pt x="4088029" y="6791325"/>
                </a:lnTo>
                <a:lnTo>
                  <a:pt x="4082989" y="6858000"/>
                </a:lnTo>
                <a:lnTo>
                  <a:pt x="0" y="6858000"/>
                </a:lnTo>
                <a:close/>
              </a:path>
            </a:pathLst>
          </a:custGeom>
          <a:ln w="0">
            <a:noFill/>
            <a:prstDash val="solid"/>
            <a:round/>
            <a:headEnd/>
            <a:tailEnd/>
          </a:ln>
        </p:spPr>
        <p:txBody>
          <a:bodyPr/>
          <a:lstStyle/>
          <a:p>
            <a:endParaRPr lang="en-US" dirty="0"/>
          </a:p>
        </p:txBody>
      </p:sp>
      <p:sp>
        <p:nvSpPr>
          <p:cNvPr id="31" name="Freeform: Shape 30">
            <a:extLst>
              <a:ext uri="{FF2B5EF4-FFF2-40B4-BE49-F238E27FC236}">
                <a16:creationId xmlns:a16="http://schemas.microsoft.com/office/drawing/2014/main" id="{909E572F-9CDC-4214-9D42-FF0017649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17162" cy="6858000"/>
          </a:xfrm>
          <a:custGeom>
            <a:avLst/>
            <a:gdLst>
              <a:gd name="connsiteX0" fmla="*/ 4417162 w 4417162"/>
              <a:gd name="connsiteY0" fmla="*/ 0 h 6858000"/>
              <a:gd name="connsiteX1" fmla="*/ 334174 w 4417162"/>
              <a:gd name="connsiteY1" fmla="*/ 0 h 6858000"/>
              <a:gd name="connsiteX2" fmla="*/ 334173 w 4417162"/>
              <a:gd name="connsiteY2" fmla="*/ 0 h 6858000"/>
              <a:gd name="connsiteX3" fmla="*/ 189795 w 4417162"/>
              <a:gd name="connsiteY3" fmla="*/ 0 h 6858000"/>
              <a:gd name="connsiteX4" fmla="*/ 184756 w 4417162"/>
              <a:gd name="connsiteY4" fmla="*/ 66675 h 6858000"/>
              <a:gd name="connsiteX5" fmla="*/ 176358 w 4417162"/>
              <a:gd name="connsiteY5" fmla="*/ 122237 h 6858000"/>
              <a:gd name="connsiteX6" fmla="*/ 166281 w 4417162"/>
              <a:gd name="connsiteY6" fmla="*/ 174625 h 6858000"/>
              <a:gd name="connsiteX7" fmla="*/ 149485 w 4417162"/>
              <a:gd name="connsiteY7" fmla="*/ 217487 h 6858000"/>
              <a:gd name="connsiteX8" fmla="*/ 132689 w 4417162"/>
              <a:gd name="connsiteY8" fmla="*/ 260350 h 6858000"/>
              <a:gd name="connsiteX9" fmla="*/ 112534 w 4417162"/>
              <a:gd name="connsiteY9" fmla="*/ 296862 h 6858000"/>
              <a:gd name="connsiteX10" fmla="*/ 92379 w 4417162"/>
              <a:gd name="connsiteY10" fmla="*/ 334962 h 6858000"/>
              <a:gd name="connsiteX11" fmla="*/ 73903 w 4417162"/>
              <a:gd name="connsiteY11" fmla="*/ 369887 h 6858000"/>
              <a:gd name="connsiteX12" fmla="*/ 55427 w 4417162"/>
              <a:gd name="connsiteY12" fmla="*/ 409575 h 6858000"/>
              <a:gd name="connsiteX13" fmla="*/ 38632 w 4417162"/>
              <a:gd name="connsiteY13" fmla="*/ 450850 h 6858000"/>
              <a:gd name="connsiteX14" fmla="*/ 23515 w 4417162"/>
              <a:gd name="connsiteY14" fmla="*/ 496887 h 6858000"/>
              <a:gd name="connsiteX15" fmla="*/ 11758 w 4417162"/>
              <a:gd name="connsiteY15" fmla="*/ 546100 h 6858000"/>
              <a:gd name="connsiteX16" fmla="*/ 3359 w 4417162"/>
              <a:gd name="connsiteY16" fmla="*/ 606425 h 6858000"/>
              <a:gd name="connsiteX17" fmla="*/ 0 w 4417162"/>
              <a:gd name="connsiteY17" fmla="*/ 673100 h 6858000"/>
              <a:gd name="connsiteX18" fmla="*/ 3359 w 4417162"/>
              <a:gd name="connsiteY18" fmla="*/ 744537 h 6858000"/>
              <a:gd name="connsiteX19" fmla="*/ 11758 w 4417162"/>
              <a:gd name="connsiteY19" fmla="*/ 801687 h 6858000"/>
              <a:gd name="connsiteX20" fmla="*/ 23515 w 4417162"/>
              <a:gd name="connsiteY20" fmla="*/ 854075 h 6858000"/>
              <a:gd name="connsiteX21" fmla="*/ 38632 w 4417162"/>
              <a:gd name="connsiteY21" fmla="*/ 901700 h 6858000"/>
              <a:gd name="connsiteX22" fmla="*/ 55427 w 4417162"/>
              <a:gd name="connsiteY22" fmla="*/ 942975 h 6858000"/>
              <a:gd name="connsiteX23" fmla="*/ 75583 w 4417162"/>
              <a:gd name="connsiteY23" fmla="*/ 981075 h 6858000"/>
              <a:gd name="connsiteX24" fmla="*/ 95738 w 4417162"/>
              <a:gd name="connsiteY24" fmla="*/ 1017587 h 6858000"/>
              <a:gd name="connsiteX25" fmla="*/ 115893 w 4417162"/>
              <a:gd name="connsiteY25" fmla="*/ 1055687 h 6858000"/>
              <a:gd name="connsiteX26" fmla="*/ 134368 w 4417162"/>
              <a:gd name="connsiteY26" fmla="*/ 1095375 h 6858000"/>
              <a:gd name="connsiteX27" fmla="*/ 152844 w 4417162"/>
              <a:gd name="connsiteY27" fmla="*/ 1136650 h 6858000"/>
              <a:gd name="connsiteX28" fmla="*/ 167960 w 4417162"/>
              <a:gd name="connsiteY28" fmla="*/ 1182687 h 6858000"/>
              <a:gd name="connsiteX29" fmla="*/ 178038 w 4417162"/>
              <a:gd name="connsiteY29" fmla="*/ 1235075 h 6858000"/>
              <a:gd name="connsiteX30" fmla="*/ 188115 w 4417162"/>
              <a:gd name="connsiteY30" fmla="*/ 1295400 h 6858000"/>
              <a:gd name="connsiteX31" fmla="*/ 189795 w 4417162"/>
              <a:gd name="connsiteY31" fmla="*/ 1363662 h 6858000"/>
              <a:gd name="connsiteX32" fmla="*/ 188115 w 4417162"/>
              <a:gd name="connsiteY32" fmla="*/ 1431925 h 6858000"/>
              <a:gd name="connsiteX33" fmla="*/ 178038 w 4417162"/>
              <a:gd name="connsiteY33" fmla="*/ 1492250 h 6858000"/>
              <a:gd name="connsiteX34" fmla="*/ 167960 w 4417162"/>
              <a:gd name="connsiteY34" fmla="*/ 1544637 h 6858000"/>
              <a:gd name="connsiteX35" fmla="*/ 152844 w 4417162"/>
              <a:gd name="connsiteY35" fmla="*/ 1589087 h 6858000"/>
              <a:gd name="connsiteX36" fmla="*/ 134368 w 4417162"/>
              <a:gd name="connsiteY36" fmla="*/ 1631950 h 6858000"/>
              <a:gd name="connsiteX37" fmla="*/ 115893 w 4417162"/>
              <a:gd name="connsiteY37" fmla="*/ 1671637 h 6858000"/>
              <a:gd name="connsiteX38" fmla="*/ 95738 w 4417162"/>
              <a:gd name="connsiteY38" fmla="*/ 1708150 h 6858000"/>
              <a:gd name="connsiteX39" fmla="*/ 75583 w 4417162"/>
              <a:gd name="connsiteY39" fmla="*/ 1743075 h 6858000"/>
              <a:gd name="connsiteX40" fmla="*/ 55427 w 4417162"/>
              <a:gd name="connsiteY40" fmla="*/ 1782762 h 6858000"/>
              <a:gd name="connsiteX41" fmla="*/ 38632 w 4417162"/>
              <a:gd name="connsiteY41" fmla="*/ 1824037 h 6858000"/>
              <a:gd name="connsiteX42" fmla="*/ 23515 w 4417162"/>
              <a:gd name="connsiteY42" fmla="*/ 1870075 h 6858000"/>
              <a:gd name="connsiteX43" fmla="*/ 11758 w 4417162"/>
              <a:gd name="connsiteY43" fmla="*/ 1922462 h 6858000"/>
              <a:gd name="connsiteX44" fmla="*/ 3359 w 4417162"/>
              <a:gd name="connsiteY44" fmla="*/ 1982787 h 6858000"/>
              <a:gd name="connsiteX45" fmla="*/ 0 w 4417162"/>
              <a:gd name="connsiteY45" fmla="*/ 2051050 h 6858000"/>
              <a:gd name="connsiteX46" fmla="*/ 3359 w 4417162"/>
              <a:gd name="connsiteY46" fmla="*/ 2119312 h 6858000"/>
              <a:gd name="connsiteX47" fmla="*/ 11758 w 4417162"/>
              <a:gd name="connsiteY47" fmla="*/ 2179637 h 6858000"/>
              <a:gd name="connsiteX48" fmla="*/ 23515 w 4417162"/>
              <a:gd name="connsiteY48" fmla="*/ 2232025 h 6858000"/>
              <a:gd name="connsiteX49" fmla="*/ 38632 w 4417162"/>
              <a:gd name="connsiteY49" fmla="*/ 2278062 h 6858000"/>
              <a:gd name="connsiteX50" fmla="*/ 55427 w 4417162"/>
              <a:gd name="connsiteY50" fmla="*/ 2319337 h 6858000"/>
              <a:gd name="connsiteX51" fmla="*/ 75583 w 4417162"/>
              <a:gd name="connsiteY51" fmla="*/ 2359025 h 6858000"/>
              <a:gd name="connsiteX52" fmla="*/ 95738 w 4417162"/>
              <a:gd name="connsiteY52" fmla="*/ 2395537 h 6858000"/>
              <a:gd name="connsiteX53" fmla="*/ 115893 w 4417162"/>
              <a:gd name="connsiteY53" fmla="*/ 2433637 h 6858000"/>
              <a:gd name="connsiteX54" fmla="*/ 134368 w 4417162"/>
              <a:gd name="connsiteY54" fmla="*/ 2471737 h 6858000"/>
              <a:gd name="connsiteX55" fmla="*/ 152844 w 4417162"/>
              <a:gd name="connsiteY55" fmla="*/ 2513012 h 6858000"/>
              <a:gd name="connsiteX56" fmla="*/ 167960 w 4417162"/>
              <a:gd name="connsiteY56" fmla="*/ 2560637 h 6858000"/>
              <a:gd name="connsiteX57" fmla="*/ 178038 w 4417162"/>
              <a:gd name="connsiteY57" fmla="*/ 2613025 h 6858000"/>
              <a:gd name="connsiteX58" fmla="*/ 188115 w 4417162"/>
              <a:gd name="connsiteY58" fmla="*/ 2671762 h 6858000"/>
              <a:gd name="connsiteX59" fmla="*/ 189795 w 4417162"/>
              <a:gd name="connsiteY59" fmla="*/ 2741612 h 6858000"/>
              <a:gd name="connsiteX60" fmla="*/ 188115 w 4417162"/>
              <a:gd name="connsiteY60" fmla="*/ 2809875 h 6858000"/>
              <a:gd name="connsiteX61" fmla="*/ 178038 w 4417162"/>
              <a:gd name="connsiteY61" fmla="*/ 2868612 h 6858000"/>
              <a:gd name="connsiteX62" fmla="*/ 167960 w 4417162"/>
              <a:gd name="connsiteY62" fmla="*/ 2922587 h 6858000"/>
              <a:gd name="connsiteX63" fmla="*/ 152844 w 4417162"/>
              <a:gd name="connsiteY63" fmla="*/ 2967037 h 6858000"/>
              <a:gd name="connsiteX64" fmla="*/ 134368 w 4417162"/>
              <a:gd name="connsiteY64" fmla="*/ 3009900 h 6858000"/>
              <a:gd name="connsiteX65" fmla="*/ 115893 w 4417162"/>
              <a:gd name="connsiteY65" fmla="*/ 3046412 h 6858000"/>
              <a:gd name="connsiteX66" fmla="*/ 95738 w 4417162"/>
              <a:gd name="connsiteY66" fmla="*/ 3084512 h 6858000"/>
              <a:gd name="connsiteX67" fmla="*/ 75583 w 4417162"/>
              <a:gd name="connsiteY67" fmla="*/ 3121025 h 6858000"/>
              <a:gd name="connsiteX68" fmla="*/ 55427 w 4417162"/>
              <a:gd name="connsiteY68" fmla="*/ 3160712 h 6858000"/>
              <a:gd name="connsiteX69" fmla="*/ 38632 w 4417162"/>
              <a:gd name="connsiteY69" fmla="*/ 3201987 h 6858000"/>
              <a:gd name="connsiteX70" fmla="*/ 23515 w 4417162"/>
              <a:gd name="connsiteY70" fmla="*/ 3248025 h 6858000"/>
              <a:gd name="connsiteX71" fmla="*/ 11758 w 4417162"/>
              <a:gd name="connsiteY71" fmla="*/ 3300412 h 6858000"/>
              <a:gd name="connsiteX72" fmla="*/ 3359 w 4417162"/>
              <a:gd name="connsiteY72" fmla="*/ 3360737 h 6858000"/>
              <a:gd name="connsiteX73" fmla="*/ 0 w 4417162"/>
              <a:gd name="connsiteY73" fmla="*/ 3427412 h 6858000"/>
              <a:gd name="connsiteX74" fmla="*/ 3359 w 4417162"/>
              <a:gd name="connsiteY74" fmla="*/ 3497262 h 6858000"/>
              <a:gd name="connsiteX75" fmla="*/ 11758 w 4417162"/>
              <a:gd name="connsiteY75" fmla="*/ 3557587 h 6858000"/>
              <a:gd name="connsiteX76" fmla="*/ 23515 w 4417162"/>
              <a:gd name="connsiteY76" fmla="*/ 3609975 h 6858000"/>
              <a:gd name="connsiteX77" fmla="*/ 38632 w 4417162"/>
              <a:gd name="connsiteY77" fmla="*/ 3656012 h 6858000"/>
              <a:gd name="connsiteX78" fmla="*/ 55427 w 4417162"/>
              <a:gd name="connsiteY78" fmla="*/ 3697287 h 6858000"/>
              <a:gd name="connsiteX79" fmla="*/ 75583 w 4417162"/>
              <a:gd name="connsiteY79" fmla="*/ 3736975 h 6858000"/>
              <a:gd name="connsiteX80" fmla="*/ 115893 w 4417162"/>
              <a:gd name="connsiteY80" fmla="*/ 3811587 h 6858000"/>
              <a:gd name="connsiteX81" fmla="*/ 134368 w 4417162"/>
              <a:gd name="connsiteY81" fmla="*/ 3848100 h 6858000"/>
              <a:gd name="connsiteX82" fmla="*/ 152844 w 4417162"/>
              <a:gd name="connsiteY82" fmla="*/ 3890962 h 6858000"/>
              <a:gd name="connsiteX83" fmla="*/ 167960 w 4417162"/>
              <a:gd name="connsiteY83" fmla="*/ 3935412 h 6858000"/>
              <a:gd name="connsiteX84" fmla="*/ 178038 w 4417162"/>
              <a:gd name="connsiteY84" fmla="*/ 3987800 h 6858000"/>
              <a:gd name="connsiteX85" fmla="*/ 188115 w 4417162"/>
              <a:gd name="connsiteY85" fmla="*/ 4048125 h 6858000"/>
              <a:gd name="connsiteX86" fmla="*/ 189795 w 4417162"/>
              <a:gd name="connsiteY86" fmla="*/ 4116387 h 6858000"/>
              <a:gd name="connsiteX87" fmla="*/ 188115 w 4417162"/>
              <a:gd name="connsiteY87" fmla="*/ 4186237 h 6858000"/>
              <a:gd name="connsiteX88" fmla="*/ 178038 w 4417162"/>
              <a:gd name="connsiteY88" fmla="*/ 4244975 h 6858000"/>
              <a:gd name="connsiteX89" fmla="*/ 167960 w 4417162"/>
              <a:gd name="connsiteY89" fmla="*/ 4297362 h 6858000"/>
              <a:gd name="connsiteX90" fmla="*/ 152844 w 4417162"/>
              <a:gd name="connsiteY90" fmla="*/ 4343400 h 6858000"/>
              <a:gd name="connsiteX91" fmla="*/ 134368 w 4417162"/>
              <a:gd name="connsiteY91" fmla="*/ 4386262 h 6858000"/>
              <a:gd name="connsiteX92" fmla="*/ 115893 w 4417162"/>
              <a:gd name="connsiteY92" fmla="*/ 4424362 h 6858000"/>
              <a:gd name="connsiteX93" fmla="*/ 75583 w 4417162"/>
              <a:gd name="connsiteY93" fmla="*/ 4498975 h 6858000"/>
              <a:gd name="connsiteX94" fmla="*/ 55427 w 4417162"/>
              <a:gd name="connsiteY94" fmla="*/ 4537075 h 6858000"/>
              <a:gd name="connsiteX95" fmla="*/ 38632 w 4417162"/>
              <a:gd name="connsiteY95" fmla="*/ 4579937 h 6858000"/>
              <a:gd name="connsiteX96" fmla="*/ 23515 w 4417162"/>
              <a:gd name="connsiteY96" fmla="*/ 4625975 h 6858000"/>
              <a:gd name="connsiteX97" fmla="*/ 11758 w 4417162"/>
              <a:gd name="connsiteY97" fmla="*/ 4678362 h 6858000"/>
              <a:gd name="connsiteX98" fmla="*/ 3359 w 4417162"/>
              <a:gd name="connsiteY98" fmla="*/ 4738687 h 6858000"/>
              <a:gd name="connsiteX99" fmla="*/ 0 w 4417162"/>
              <a:gd name="connsiteY99" fmla="*/ 4806950 h 6858000"/>
              <a:gd name="connsiteX100" fmla="*/ 3359 w 4417162"/>
              <a:gd name="connsiteY100" fmla="*/ 4875212 h 6858000"/>
              <a:gd name="connsiteX101" fmla="*/ 11758 w 4417162"/>
              <a:gd name="connsiteY101" fmla="*/ 4935537 h 6858000"/>
              <a:gd name="connsiteX102" fmla="*/ 23515 w 4417162"/>
              <a:gd name="connsiteY102" fmla="*/ 4987925 h 6858000"/>
              <a:gd name="connsiteX103" fmla="*/ 38632 w 4417162"/>
              <a:gd name="connsiteY103" fmla="*/ 5033962 h 6858000"/>
              <a:gd name="connsiteX104" fmla="*/ 55427 w 4417162"/>
              <a:gd name="connsiteY104" fmla="*/ 5075237 h 6858000"/>
              <a:gd name="connsiteX105" fmla="*/ 75583 w 4417162"/>
              <a:gd name="connsiteY105" fmla="*/ 5114925 h 6858000"/>
              <a:gd name="connsiteX106" fmla="*/ 95738 w 4417162"/>
              <a:gd name="connsiteY106" fmla="*/ 5149850 h 6858000"/>
              <a:gd name="connsiteX107" fmla="*/ 115893 w 4417162"/>
              <a:gd name="connsiteY107" fmla="*/ 5186362 h 6858000"/>
              <a:gd name="connsiteX108" fmla="*/ 134368 w 4417162"/>
              <a:gd name="connsiteY108" fmla="*/ 5226050 h 6858000"/>
              <a:gd name="connsiteX109" fmla="*/ 152844 w 4417162"/>
              <a:gd name="connsiteY109" fmla="*/ 5268912 h 6858000"/>
              <a:gd name="connsiteX110" fmla="*/ 167960 w 4417162"/>
              <a:gd name="connsiteY110" fmla="*/ 5313362 h 6858000"/>
              <a:gd name="connsiteX111" fmla="*/ 178038 w 4417162"/>
              <a:gd name="connsiteY111" fmla="*/ 5365750 h 6858000"/>
              <a:gd name="connsiteX112" fmla="*/ 188115 w 4417162"/>
              <a:gd name="connsiteY112" fmla="*/ 5426075 h 6858000"/>
              <a:gd name="connsiteX113" fmla="*/ 189795 w 4417162"/>
              <a:gd name="connsiteY113" fmla="*/ 5494337 h 6858000"/>
              <a:gd name="connsiteX114" fmla="*/ 188115 w 4417162"/>
              <a:gd name="connsiteY114" fmla="*/ 5562600 h 6858000"/>
              <a:gd name="connsiteX115" fmla="*/ 178038 w 4417162"/>
              <a:gd name="connsiteY115" fmla="*/ 5622925 h 6858000"/>
              <a:gd name="connsiteX116" fmla="*/ 167960 w 4417162"/>
              <a:gd name="connsiteY116" fmla="*/ 5675312 h 6858000"/>
              <a:gd name="connsiteX117" fmla="*/ 152844 w 4417162"/>
              <a:gd name="connsiteY117" fmla="*/ 5721350 h 6858000"/>
              <a:gd name="connsiteX118" fmla="*/ 134368 w 4417162"/>
              <a:gd name="connsiteY118" fmla="*/ 5762625 h 6858000"/>
              <a:gd name="connsiteX119" fmla="*/ 115893 w 4417162"/>
              <a:gd name="connsiteY119" fmla="*/ 5802312 h 6858000"/>
              <a:gd name="connsiteX120" fmla="*/ 95738 w 4417162"/>
              <a:gd name="connsiteY120" fmla="*/ 5840412 h 6858000"/>
              <a:gd name="connsiteX121" fmla="*/ 75583 w 4417162"/>
              <a:gd name="connsiteY121" fmla="*/ 5876925 h 6858000"/>
              <a:gd name="connsiteX122" fmla="*/ 55427 w 4417162"/>
              <a:gd name="connsiteY122" fmla="*/ 5915025 h 6858000"/>
              <a:gd name="connsiteX123" fmla="*/ 38632 w 4417162"/>
              <a:gd name="connsiteY123" fmla="*/ 5956300 h 6858000"/>
              <a:gd name="connsiteX124" fmla="*/ 23515 w 4417162"/>
              <a:gd name="connsiteY124" fmla="*/ 6003925 h 6858000"/>
              <a:gd name="connsiteX125" fmla="*/ 11758 w 4417162"/>
              <a:gd name="connsiteY125" fmla="*/ 6056312 h 6858000"/>
              <a:gd name="connsiteX126" fmla="*/ 3359 w 4417162"/>
              <a:gd name="connsiteY126" fmla="*/ 6113462 h 6858000"/>
              <a:gd name="connsiteX127" fmla="*/ 0 w 4417162"/>
              <a:gd name="connsiteY127" fmla="*/ 6183312 h 6858000"/>
              <a:gd name="connsiteX128" fmla="*/ 3359 w 4417162"/>
              <a:gd name="connsiteY128" fmla="*/ 6251575 h 6858000"/>
              <a:gd name="connsiteX129" fmla="*/ 11758 w 4417162"/>
              <a:gd name="connsiteY129" fmla="*/ 6311900 h 6858000"/>
              <a:gd name="connsiteX130" fmla="*/ 23515 w 4417162"/>
              <a:gd name="connsiteY130" fmla="*/ 6361112 h 6858000"/>
              <a:gd name="connsiteX131" fmla="*/ 38632 w 4417162"/>
              <a:gd name="connsiteY131" fmla="*/ 6407150 h 6858000"/>
              <a:gd name="connsiteX132" fmla="*/ 55427 w 4417162"/>
              <a:gd name="connsiteY132" fmla="*/ 6448425 h 6858000"/>
              <a:gd name="connsiteX133" fmla="*/ 73903 w 4417162"/>
              <a:gd name="connsiteY133" fmla="*/ 6488112 h 6858000"/>
              <a:gd name="connsiteX134" fmla="*/ 92379 w 4417162"/>
              <a:gd name="connsiteY134" fmla="*/ 6523037 h 6858000"/>
              <a:gd name="connsiteX135" fmla="*/ 112534 w 4417162"/>
              <a:gd name="connsiteY135" fmla="*/ 6561137 h 6858000"/>
              <a:gd name="connsiteX136" fmla="*/ 132689 w 4417162"/>
              <a:gd name="connsiteY136" fmla="*/ 6597650 h 6858000"/>
              <a:gd name="connsiteX137" fmla="*/ 149485 w 4417162"/>
              <a:gd name="connsiteY137" fmla="*/ 6640512 h 6858000"/>
              <a:gd name="connsiteX138" fmla="*/ 166281 w 4417162"/>
              <a:gd name="connsiteY138" fmla="*/ 6683375 h 6858000"/>
              <a:gd name="connsiteX139" fmla="*/ 176358 w 4417162"/>
              <a:gd name="connsiteY139" fmla="*/ 6735762 h 6858000"/>
              <a:gd name="connsiteX140" fmla="*/ 184756 w 4417162"/>
              <a:gd name="connsiteY140" fmla="*/ 6791325 h 6858000"/>
              <a:gd name="connsiteX141" fmla="*/ 189795 w 4417162"/>
              <a:gd name="connsiteY141" fmla="*/ 6858000 h 6858000"/>
              <a:gd name="connsiteX142" fmla="*/ 334173 w 4417162"/>
              <a:gd name="connsiteY142" fmla="*/ 6858000 h 6858000"/>
              <a:gd name="connsiteX143" fmla="*/ 334174 w 4417162"/>
              <a:gd name="connsiteY143" fmla="*/ 6858000 h 6858000"/>
              <a:gd name="connsiteX144" fmla="*/ 4417162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4417162" y="0"/>
                </a:move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4417162" y="6858000"/>
                </a:lnTo>
                <a:close/>
              </a:path>
            </a:pathLst>
          </a:custGeom>
          <a:solidFill>
            <a:schemeClr val="accent1">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C33BCFA-E23B-D742-9FEB-C169F17D0303}"/>
              </a:ext>
            </a:extLst>
          </p:cNvPr>
          <p:cNvSpPr>
            <a:spLocks noGrp="1"/>
          </p:cNvSpPr>
          <p:nvPr>
            <p:ph type="title"/>
          </p:nvPr>
        </p:nvSpPr>
        <p:spPr>
          <a:xfrm>
            <a:off x="169637" y="603840"/>
            <a:ext cx="3933510" cy="3829615"/>
          </a:xfrm>
        </p:spPr>
        <p:txBody>
          <a:bodyPr vert="horz" lIns="91440" tIns="45720" rIns="91440" bIns="45720" rtlCol="0" anchor="b">
            <a:noAutofit/>
          </a:bodyPr>
          <a:lstStyle/>
          <a:p>
            <a:pPr algn="ctr"/>
            <a:r>
              <a:rPr lang="en-US" sz="3200" kern="1200" dirty="0">
                <a:solidFill>
                  <a:schemeClr val="tx1"/>
                </a:solidFill>
                <a:latin typeface="+mj-lt"/>
                <a:ea typeface="+mj-ea"/>
                <a:cs typeface="+mj-cs"/>
              </a:rPr>
              <a:t>If you would like copies of the PowerPoint slides, please email </a:t>
            </a:r>
            <a:r>
              <a:rPr lang="en-US" sz="3200" b="1" kern="1200" dirty="0" err="1">
                <a:solidFill>
                  <a:schemeClr val="tx1"/>
                </a:solidFill>
                <a:latin typeface="+mj-lt"/>
                <a:ea typeface="+mj-ea"/>
                <a:cs typeface="+mj-cs"/>
              </a:rPr>
              <a:t>david.hoff@umb.edu</a:t>
            </a:r>
            <a:endParaRPr lang="en-US" sz="3200" b="1" kern="1200" dirty="0">
              <a:solidFill>
                <a:schemeClr val="tx1"/>
              </a:solidFill>
              <a:latin typeface="+mj-lt"/>
              <a:ea typeface="+mj-ea"/>
              <a:cs typeface="+mj-cs"/>
            </a:endParaRPr>
          </a:p>
        </p:txBody>
      </p:sp>
      <p:sp>
        <p:nvSpPr>
          <p:cNvPr id="4" name="Slide Number Placeholder 3">
            <a:extLst>
              <a:ext uri="{FF2B5EF4-FFF2-40B4-BE49-F238E27FC236}">
                <a16:creationId xmlns:a16="http://schemas.microsoft.com/office/drawing/2014/main" id="{85FFF02C-5685-DF48-AEA8-E8FA61DC2945}"/>
              </a:ext>
            </a:extLst>
          </p:cNvPr>
          <p:cNvSpPr>
            <a:spLocks noGrp="1"/>
          </p:cNvSpPr>
          <p:nvPr>
            <p:ph type="sldNum" sz="quarter" idx="12"/>
          </p:nvPr>
        </p:nvSpPr>
        <p:spPr>
          <a:xfrm>
            <a:off x="8610600" y="6356350"/>
            <a:ext cx="2743200" cy="365125"/>
          </a:xfrm>
          <a:prstGeom prst="ellipse">
            <a:avLst/>
          </a:prstGeom>
        </p:spPr>
        <p:txBody>
          <a:bodyPr vert="horz" lIns="91440" tIns="45720" rIns="91440" bIns="45720" rtlCol="0" anchor="ctr">
            <a:normAutofit/>
          </a:bodyPr>
          <a:lstStyle/>
          <a:p>
            <a:pPr>
              <a:lnSpc>
                <a:spcPct val="90000"/>
              </a:lnSpc>
              <a:spcAft>
                <a:spcPts val="600"/>
              </a:spcAft>
            </a:pPr>
            <a:fld id="{98DEB4AB-D614-0E48-BC82-3517EAEB4A4F}" type="slidenum">
              <a:rPr lang="en-US">
                <a:solidFill>
                  <a:srgbClr val="000000">
                    <a:alpha val="60000"/>
                  </a:srgbClr>
                </a:solidFill>
              </a:rPr>
              <a:pPr>
                <a:lnSpc>
                  <a:spcPct val="90000"/>
                </a:lnSpc>
                <a:spcAft>
                  <a:spcPts val="600"/>
                </a:spcAft>
              </a:pPr>
              <a:t>3</a:t>
            </a:fld>
            <a:endParaRPr lang="en-US">
              <a:solidFill>
                <a:srgbClr val="000000">
                  <a:alpha val="60000"/>
                </a:srgbClr>
              </a:solidFill>
            </a:endParaRPr>
          </a:p>
        </p:txBody>
      </p:sp>
      <p:pic>
        <p:nvPicPr>
          <p:cNvPr id="15" name="Picture 14">
            <a:extLst>
              <a:ext uri="{FF2B5EF4-FFF2-40B4-BE49-F238E27FC236}">
                <a16:creationId xmlns:a16="http://schemas.microsoft.com/office/drawing/2014/main" id="{2D284095-C888-D14C-82B6-AA2FF53FD38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32218" y="1722581"/>
            <a:ext cx="6731771" cy="3786621"/>
          </a:xfrm>
          <a:prstGeom prst="rect">
            <a:avLst/>
          </a:prstGeom>
          <a:ln>
            <a:solidFill>
              <a:schemeClr val="accent1"/>
            </a:solidFill>
          </a:ln>
        </p:spPr>
      </p:pic>
    </p:spTree>
    <p:extLst>
      <p:ext uri="{BB962C8B-B14F-4D97-AF65-F5344CB8AC3E}">
        <p14:creationId xmlns:p14="http://schemas.microsoft.com/office/powerpoint/2010/main" val="30376083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5BC5BC4-923D-CC8F-F243-0648306786C7}"/>
              </a:ext>
            </a:extLst>
          </p:cNvPr>
          <p:cNvSpPr>
            <a:spLocks noGrp="1"/>
          </p:cNvSpPr>
          <p:nvPr>
            <p:ph type="title"/>
          </p:nvPr>
        </p:nvSpPr>
        <p:spPr>
          <a:xfrm>
            <a:off x="2620537" y="5397500"/>
            <a:ext cx="9571463" cy="1323975"/>
          </a:xfrm>
        </p:spPr>
        <p:txBody>
          <a:bodyPr>
            <a:normAutofit/>
          </a:bodyPr>
          <a:lstStyle/>
          <a:p>
            <a:r>
              <a:rPr lang="en-US" sz="2400" b="1" dirty="0"/>
              <a:t>Robyn Lewis</a:t>
            </a:r>
            <a:br>
              <a:rPr lang="en-US" sz="2400" dirty="0"/>
            </a:br>
            <a:r>
              <a:rPr lang="en-US" sz="2400" i="1" dirty="0"/>
              <a:t>Employment Practices That Sustain the Competitive Employment for Individuals with Intellectual Disabilities: Employers’ Perceptions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F94B23C-4DF2-4715-362D-46AF768B32A2}"/>
              </a:ext>
            </a:extLst>
          </p:cNvPr>
          <p:cNvSpPr>
            <a:spLocks noGrp="1"/>
          </p:cNvSpPr>
          <p:nvPr>
            <p:ph idx="1"/>
          </p:nvPr>
        </p:nvSpPr>
        <p:spPr>
          <a:xfrm>
            <a:off x="938561" y="477998"/>
            <a:ext cx="10697729" cy="4707901"/>
          </a:xfr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nchor="ctr" anchorCtr="0">
            <a:normAutofit/>
          </a:bodyPr>
          <a:lstStyle/>
          <a:p>
            <a:pPr marL="0" indent="0">
              <a:lnSpc>
                <a:spcPts val="2640"/>
              </a:lnSpc>
              <a:buNone/>
            </a:pPr>
            <a:r>
              <a:rPr lang="en-US" sz="2200" dirty="0"/>
              <a:t>“Instead of sitting in the driver’s seat and being placed at the center of the decision-making process, a traditional support model for employment places the individual with intellectual and developmental disabilities on the sidelines while critical supporters (parents, teachers, adult agencies, legislators, and policy makers) are working in their respective silos, laterally determining the next or best ‘place’ for the individual. We must understand that no great good can be done for a people if we do not listen to them first. The wants and needs of employers and individuals with intellectual disabilities need to be heard by the people and systems which support them. We must provide a voice to those who do not have one. Individuals with intellectual and developmental disabilities often do not independently self-advocate even when provided significant training in advocacy. They rely on allies to speak up and act on their behalf. Persons with intellectual and developmental disabilities must be supported to make informed choices about employment and have the resources to seek, obtain, and be successful in community employment.” </a:t>
            </a:r>
          </a:p>
        </p:txBody>
      </p:sp>
      <p:sp>
        <p:nvSpPr>
          <p:cNvPr id="4" name="Slide Number Placeholder 3">
            <a:extLst>
              <a:ext uri="{FF2B5EF4-FFF2-40B4-BE49-F238E27FC236}">
                <a16:creationId xmlns:a16="http://schemas.microsoft.com/office/drawing/2014/main" id="{3B54F358-4188-182E-83D6-414C47DF5E40}"/>
              </a:ext>
            </a:extLst>
          </p:cNvPr>
          <p:cNvSpPr>
            <a:spLocks noGrp="1"/>
          </p:cNvSpPr>
          <p:nvPr>
            <p:ph type="sldNum" sz="quarter" idx="12"/>
          </p:nvPr>
        </p:nvSpPr>
        <p:spPr>
          <a:xfrm>
            <a:off x="8610600" y="6356350"/>
            <a:ext cx="2743200" cy="365125"/>
          </a:xfrm>
        </p:spPr>
        <p:txBody>
          <a:bodyPr>
            <a:normAutofit/>
          </a:bodyPr>
          <a:lstStyle/>
          <a:p>
            <a:pPr>
              <a:spcAft>
                <a:spcPts val="600"/>
              </a:spcAft>
            </a:pPr>
            <a:fld id="{98DEB4AB-D614-0E48-BC82-3517EAEB4A4F}" type="slidenum">
              <a:rPr lang="en-US" smtClean="0"/>
              <a:pPr>
                <a:spcAft>
                  <a:spcPts val="600"/>
                </a:spcAft>
              </a:pPr>
              <a:t>4</a:t>
            </a:fld>
            <a:endParaRPr lang="en-US"/>
          </a:p>
        </p:txBody>
      </p:sp>
    </p:spTree>
    <p:extLst>
      <p:ext uri="{BB962C8B-B14F-4D97-AF65-F5344CB8AC3E}">
        <p14:creationId xmlns:p14="http://schemas.microsoft.com/office/powerpoint/2010/main" val="1806528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0E2F58BF-12E5-4B5A-AD25-4DAAA274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69E1F2-AB08-C140-8B6E-59E6A8312A16}"/>
              </a:ext>
              <a:ext uri="{C183D7F6-B498-43B3-948B-1728B52AA6E4}">
                <adec:decorative xmlns:adec="http://schemas.microsoft.com/office/drawing/2017/decorative" val="1"/>
              </a:ext>
            </a:extLst>
          </p:cNvPr>
          <p:cNvSpPr>
            <a:spLocks noGrp="1"/>
          </p:cNvSpPr>
          <p:nvPr>
            <p:ph type="title"/>
          </p:nvPr>
        </p:nvSpPr>
        <p:spPr>
          <a:xfrm>
            <a:off x="477980" y="1122363"/>
            <a:ext cx="6244095" cy="3203490"/>
          </a:xfrm>
          <a:ln/>
          <a:effectLst>
            <a:glow rad="101600">
              <a:schemeClr val="accent2">
                <a:satMod val="175000"/>
                <a:alpha val="40000"/>
              </a:schemeClr>
            </a:glow>
            <a:outerShdw blurRad="57150" dist="19050" dir="5400000" algn="ctr" rotWithShape="0">
              <a:srgbClr val="000000">
                <a:alpha val="63000"/>
              </a:srgbClr>
            </a:outerShdw>
          </a:effectLst>
          <a:scene3d>
            <a:camera prst="orthographicFront"/>
            <a:lightRig rig="threePt" dir="t"/>
          </a:scene3d>
          <a:sp3d>
            <a:bevelT prst="angle"/>
          </a:sp3d>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Autofit/>
          </a:bodyPr>
          <a:lstStyle/>
          <a:p>
            <a:pPr algn="ctr"/>
            <a:r>
              <a:rPr lang="en-US" dirty="0"/>
              <a:t>“Listen to our dreams about having a job.</a:t>
            </a:r>
            <a:br>
              <a:rPr lang="en-US" dirty="0"/>
            </a:br>
            <a:r>
              <a:rPr lang="en-US" dirty="0"/>
              <a:t>We want to work</a:t>
            </a:r>
            <a:br>
              <a:rPr lang="en-US" dirty="0"/>
            </a:br>
            <a:r>
              <a:rPr lang="en-US" dirty="0"/>
              <a:t>just like others.”</a:t>
            </a:r>
            <a:br>
              <a:rPr lang="en-US" dirty="0"/>
            </a:br>
            <a:endParaRPr lang="en-US" dirty="0"/>
          </a:p>
        </p:txBody>
      </p:sp>
      <p:sp>
        <p:nvSpPr>
          <p:cNvPr id="3" name="Content Placeholder 2">
            <a:extLst>
              <a:ext uri="{FF2B5EF4-FFF2-40B4-BE49-F238E27FC236}">
                <a16:creationId xmlns:a16="http://schemas.microsoft.com/office/drawing/2014/main" id="{A6DD98DD-F9C1-A448-823E-488B8F722E37}"/>
              </a:ext>
            </a:extLst>
          </p:cNvPr>
          <p:cNvSpPr>
            <a:spLocks noGrp="1"/>
          </p:cNvSpPr>
          <p:nvPr>
            <p:ph idx="1"/>
          </p:nvPr>
        </p:nvSpPr>
        <p:spPr>
          <a:xfrm>
            <a:off x="477980" y="4872922"/>
            <a:ext cx="5097872" cy="1208141"/>
          </a:xfrm>
        </p:spPr>
        <p:txBody>
          <a:bodyPr vert="horz" lIns="91440" tIns="45720" rIns="91440" bIns="45720" rtlCol="0">
            <a:noAutofit/>
          </a:bodyPr>
          <a:lstStyle/>
          <a:p>
            <a:pPr marL="0" indent="0">
              <a:buNone/>
            </a:pPr>
            <a:r>
              <a:rPr lang="en-US" sz="3200" b="1" dirty="0"/>
              <a:t>Stirling Peebles</a:t>
            </a:r>
            <a:endParaRPr lang="en-US" sz="3200" i="1" dirty="0"/>
          </a:p>
        </p:txBody>
      </p:sp>
      <p:sp>
        <p:nvSpPr>
          <p:cNvPr id="10"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Picture of Stirling Peebles holding video camera">
            <a:extLst>
              <a:ext uri="{FF2B5EF4-FFF2-40B4-BE49-F238E27FC236}">
                <a16:creationId xmlns:a16="http://schemas.microsoft.com/office/drawing/2014/main" id="{F91D3B22-A6B3-C146-843C-FEEFB90FCEF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978721" y="1314559"/>
            <a:ext cx="3049498" cy="2855656"/>
          </a:xfrm>
          <a:prstGeom prst="rect">
            <a:avLst/>
          </a:prstGeom>
        </p:spPr>
      </p:pic>
    </p:spTree>
    <p:extLst>
      <p:ext uri="{BB962C8B-B14F-4D97-AF65-F5344CB8AC3E}">
        <p14:creationId xmlns:p14="http://schemas.microsoft.com/office/powerpoint/2010/main" val="346676208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A2D21-1CB9-F34E-826E-D5F642A48791}"/>
              </a:ext>
            </a:extLst>
          </p:cNvPr>
          <p:cNvSpPr>
            <a:spLocks noGrp="1"/>
          </p:cNvSpPr>
          <p:nvPr>
            <p:ph type="title"/>
          </p:nvPr>
        </p:nvSpPr>
        <p:spPr>
          <a:xfrm>
            <a:off x="589560" y="856180"/>
            <a:ext cx="4560584" cy="1128068"/>
          </a:xfrm>
        </p:spPr>
        <p:txBody>
          <a:bodyPr anchor="ctr">
            <a:normAutofit/>
          </a:bodyPr>
          <a:lstStyle/>
          <a:p>
            <a:r>
              <a:rPr lang="en-US" sz="4800" b="1" cap="small" dirty="0"/>
              <a:t>Consider</a:t>
            </a:r>
          </a:p>
        </p:txBody>
      </p:sp>
      <p:grpSp>
        <p:nvGrpSpPr>
          <p:cNvPr id="2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DFA4BE-4CAA-6540-B0EB-EA402452A40F}"/>
              </a:ext>
            </a:extLst>
          </p:cNvPr>
          <p:cNvSpPr>
            <a:spLocks noGrp="1"/>
          </p:cNvSpPr>
          <p:nvPr>
            <p:ph idx="1"/>
          </p:nvPr>
        </p:nvSpPr>
        <p:spPr>
          <a:xfrm>
            <a:off x="590719" y="2330505"/>
            <a:ext cx="4559425" cy="3979585"/>
          </a:xfrm>
        </p:spPr>
        <p:txBody>
          <a:bodyPr anchor="ctr">
            <a:normAutofit/>
          </a:bodyPr>
          <a:lstStyle/>
          <a:p>
            <a:r>
              <a:rPr lang="en-US" sz="3200" dirty="0"/>
              <a:t>What was the decision regarding your current job based on?</a:t>
            </a:r>
          </a:p>
          <a:p>
            <a:pPr>
              <a:spcBef>
                <a:spcPts val="2200"/>
              </a:spcBef>
            </a:pPr>
            <a:r>
              <a:rPr lang="en-US" sz="3200" dirty="0"/>
              <a:t>What was the decision regarding your career based on?</a:t>
            </a:r>
          </a:p>
        </p:txBody>
      </p:sp>
      <p:sp>
        <p:nvSpPr>
          <p:cNvPr id="25"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59EF6C3-3B7D-F040-84A7-52233E953E85}"/>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583463" y="1561081"/>
            <a:ext cx="4065112" cy="3940647"/>
          </a:xfrm>
          <a:prstGeom prst="rect">
            <a:avLst/>
          </a:prstGeom>
        </p:spPr>
      </p:pic>
      <p:sp>
        <p:nvSpPr>
          <p:cNvPr id="4" name="Slide Number Placeholder 3">
            <a:extLst>
              <a:ext uri="{FF2B5EF4-FFF2-40B4-BE49-F238E27FC236}">
                <a16:creationId xmlns:a16="http://schemas.microsoft.com/office/drawing/2014/main" id="{541BC913-6421-C140-A4DA-A3A563EDBAFF}"/>
              </a:ext>
            </a:extLst>
          </p:cNvPr>
          <p:cNvSpPr>
            <a:spLocks noGrp="1"/>
          </p:cNvSpPr>
          <p:nvPr>
            <p:ph type="sldNum" sz="quarter" idx="12"/>
          </p:nvPr>
        </p:nvSpPr>
        <p:spPr/>
        <p:txBody>
          <a:bodyPr/>
          <a:lstStyle/>
          <a:p>
            <a:fld id="{98DEB4AB-D614-0E48-BC82-3517EAEB4A4F}" type="slidenum">
              <a:rPr lang="en-US" smtClean="0"/>
              <a:t>6</a:t>
            </a:fld>
            <a:endParaRPr lang="en-US"/>
          </a:p>
        </p:txBody>
      </p:sp>
    </p:spTree>
    <p:extLst>
      <p:ext uri="{BB962C8B-B14F-4D97-AF65-F5344CB8AC3E}">
        <p14:creationId xmlns:p14="http://schemas.microsoft.com/office/powerpoint/2010/main" val="423237621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06979B-206A-184A-816B-AB9F55BABD6A}"/>
              </a:ext>
            </a:extLst>
          </p:cNvPr>
          <p:cNvSpPr>
            <a:spLocks noGrp="1"/>
          </p:cNvSpPr>
          <p:nvPr>
            <p:ph type="title"/>
          </p:nvPr>
        </p:nvSpPr>
        <p:spPr>
          <a:xfrm>
            <a:off x="7400592" y="1575241"/>
            <a:ext cx="4272564" cy="2610042"/>
          </a:xfrm>
        </p:spPr>
        <p:txBody>
          <a:bodyPr vert="horz" lIns="91440" tIns="45720" rIns="91440" bIns="45720" rtlCol="0" anchor="b">
            <a:normAutofit/>
          </a:bodyPr>
          <a:lstStyle/>
          <a:p>
            <a:r>
              <a:rPr lang="en-US" sz="9600" b="1" kern="1200" dirty="0">
                <a:solidFill>
                  <a:schemeClr val="tx1"/>
                </a:solidFill>
                <a:latin typeface="+mj-lt"/>
                <a:ea typeface="+mj-ea"/>
                <a:cs typeface="+mj-cs"/>
              </a:rPr>
              <a:t>Choice</a:t>
            </a:r>
          </a:p>
        </p:txBody>
      </p:sp>
      <p:sp>
        <p:nvSpPr>
          <p:cNvPr id="20" name="Freeform: Shape 19">
            <a:extLst>
              <a:ext uri="{FF2B5EF4-FFF2-40B4-BE49-F238E27FC236}">
                <a16:creationId xmlns:a16="http://schemas.microsoft.com/office/drawing/2014/main" id="{A655A132-543A-420C-B045-863DB1829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32876" cy="1290953"/>
          </a:xfrm>
          <a:custGeom>
            <a:avLst/>
            <a:gdLst>
              <a:gd name="connsiteX0" fmla="*/ 0 w 5532876"/>
              <a:gd name="connsiteY0" fmla="*/ 0 h 1290953"/>
              <a:gd name="connsiteX1" fmla="*/ 5532876 w 5532876"/>
              <a:gd name="connsiteY1" fmla="*/ 0 h 1290953"/>
              <a:gd name="connsiteX2" fmla="*/ 4936972 w 5532876"/>
              <a:gd name="connsiteY2" fmla="*/ 1290953 h 1290953"/>
              <a:gd name="connsiteX3" fmla="*/ 0 w 5532876"/>
              <a:gd name="connsiteY3" fmla="*/ 1290953 h 1290953"/>
            </a:gdLst>
            <a:ahLst/>
            <a:cxnLst>
              <a:cxn ang="0">
                <a:pos x="connsiteX0" y="connsiteY0"/>
              </a:cxn>
              <a:cxn ang="0">
                <a:pos x="connsiteX1" y="connsiteY1"/>
              </a:cxn>
              <a:cxn ang="0">
                <a:pos x="connsiteX2" y="connsiteY2"/>
              </a:cxn>
              <a:cxn ang="0">
                <a:pos x="connsiteX3" y="connsiteY3"/>
              </a:cxn>
            </a:cxnLst>
            <a:rect l="l" t="t" r="r" b="b"/>
            <a:pathLst>
              <a:path w="5532876" h="1290953">
                <a:moveTo>
                  <a:pt x="0" y="0"/>
                </a:moveTo>
                <a:lnTo>
                  <a:pt x="5532876" y="0"/>
                </a:lnTo>
                <a:lnTo>
                  <a:pt x="4936972" y="1290953"/>
                </a:lnTo>
                <a:lnTo>
                  <a:pt x="0" y="1290953"/>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C8908FA0-651E-4684-866E-0B2BAA88B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41" y="1"/>
            <a:ext cx="7094159" cy="1290953"/>
          </a:xfrm>
          <a:custGeom>
            <a:avLst/>
            <a:gdLst>
              <a:gd name="connsiteX0" fmla="*/ 595904 w 7094159"/>
              <a:gd name="connsiteY0" fmla="*/ 0 h 1290953"/>
              <a:gd name="connsiteX1" fmla="*/ 7094159 w 7094159"/>
              <a:gd name="connsiteY1" fmla="*/ 0 h 1290953"/>
              <a:gd name="connsiteX2" fmla="*/ 7094159 w 7094159"/>
              <a:gd name="connsiteY2" fmla="*/ 1290553 h 1290953"/>
              <a:gd name="connsiteX3" fmla="*/ 5920618 w 7094159"/>
              <a:gd name="connsiteY3" fmla="*/ 1290553 h 1290953"/>
              <a:gd name="connsiteX4" fmla="*/ 5920618 w 7094159"/>
              <a:gd name="connsiteY4" fmla="*/ 1290953 h 1290953"/>
              <a:gd name="connsiteX5" fmla="*/ 2729248 w 7094159"/>
              <a:gd name="connsiteY5" fmla="*/ 1290953 h 1290953"/>
              <a:gd name="connsiteX6" fmla="*/ 2574303 w 7094159"/>
              <a:gd name="connsiteY6" fmla="*/ 1290953 h 1290953"/>
              <a:gd name="connsiteX7" fmla="*/ 0 w 7094159"/>
              <a:gd name="connsiteY7" fmla="*/ 1290953 h 1290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4159" h="1290953">
                <a:moveTo>
                  <a:pt x="595904" y="0"/>
                </a:moveTo>
                <a:lnTo>
                  <a:pt x="7094159" y="0"/>
                </a:lnTo>
                <a:lnTo>
                  <a:pt x="7094159" y="1290553"/>
                </a:lnTo>
                <a:lnTo>
                  <a:pt x="5920618" y="1290553"/>
                </a:lnTo>
                <a:lnTo>
                  <a:pt x="5920618" y="1290953"/>
                </a:lnTo>
                <a:lnTo>
                  <a:pt x="2729248" y="1290953"/>
                </a:lnTo>
                <a:lnTo>
                  <a:pt x="2574303" y="1290953"/>
                </a:lnTo>
                <a:lnTo>
                  <a:pt x="0" y="1290953"/>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CD5590-7BF2-8148-870B-FCFDC56070E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60389" y="2180009"/>
            <a:ext cx="3401481" cy="2381037"/>
          </a:xfrm>
          <a:prstGeom prst="rect">
            <a:avLst/>
          </a:prstGeom>
        </p:spPr>
      </p:pic>
      <p:sp>
        <p:nvSpPr>
          <p:cNvPr id="24" name="Freeform: Shape 23">
            <a:extLst>
              <a:ext uri="{FF2B5EF4-FFF2-40B4-BE49-F238E27FC236}">
                <a16:creationId xmlns:a16="http://schemas.microsoft.com/office/drawing/2014/main" id="{6D774DE7-7E08-4AD4-A4B9-E7758DECB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2116" y="5450103"/>
            <a:ext cx="5569884" cy="1407897"/>
          </a:xfrm>
          <a:custGeom>
            <a:avLst/>
            <a:gdLst>
              <a:gd name="connsiteX0" fmla="*/ 652041 w 5569884"/>
              <a:gd name="connsiteY0" fmla="*/ 0 h 1407897"/>
              <a:gd name="connsiteX1" fmla="*/ 5569884 w 5569884"/>
              <a:gd name="connsiteY1" fmla="*/ 0 h 1407897"/>
              <a:gd name="connsiteX2" fmla="*/ 5569884 w 5569884"/>
              <a:gd name="connsiteY2" fmla="*/ 1407897 h 1407897"/>
              <a:gd name="connsiteX3" fmla="*/ 0 w 5569884"/>
              <a:gd name="connsiteY3" fmla="*/ 1407897 h 1407897"/>
            </a:gdLst>
            <a:ahLst/>
            <a:cxnLst>
              <a:cxn ang="0">
                <a:pos x="connsiteX0" y="connsiteY0"/>
              </a:cxn>
              <a:cxn ang="0">
                <a:pos x="connsiteX1" y="connsiteY1"/>
              </a:cxn>
              <a:cxn ang="0">
                <a:pos x="connsiteX2" y="connsiteY2"/>
              </a:cxn>
              <a:cxn ang="0">
                <a:pos x="connsiteX3" y="connsiteY3"/>
              </a:cxn>
            </a:cxnLst>
            <a:rect l="l" t="t" r="r" b="b"/>
            <a:pathLst>
              <a:path w="5569884" h="1407897">
                <a:moveTo>
                  <a:pt x="652041" y="0"/>
                </a:moveTo>
                <a:lnTo>
                  <a:pt x="5569884" y="0"/>
                </a:lnTo>
                <a:lnTo>
                  <a:pt x="5569884" y="1407897"/>
                </a:lnTo>
                <a:lnTo>
                  <a:pt x="0" y="140789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2366A95B-DCA5-4A24-84FD-B90CDBC59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50103"/>
            <a:ext cx="7114535" cy="1407897"/>
          </a:xfrm>
          <a:custGeom>
            <a:avLst/>
            <a:gdLst>
              <a:gd name="connsiteX0" fmla="*/ 0 w 7114535"/>
              <a:gd name="connsiteY0" fmla="*/ 0 h 1407897"/>
              <a:gd name="connsiteX1" fmla="*/ 1189345 w 7114535"/>
              <a:gd name="connsiteY1" fmla="*/ 0 h 1407897"/>
              <a:gd name="connsiteX2" fmla="*/ 7114535 w 7114535"/>
              <a:gd name="connsiteY2" fmla="*/ 0 h 1407897"/>
              <a:gd name="connsiteX3" fmla="*/ 6462495 w 7114535"/>
              <a:gd name="connsiteY3" fmla="*/ 1407897 h 1407897"/>
              <a:gd name="connsiteX4" fmla="*/ 0 w 7114535"/>
              <a:gd name="connsiteY4" fmla="*/ 1407897 h 1407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4535" h="1407897">
                <a:moveTo>
                  <a:pt x="0" y="0"/>
                </a:moveTo>
                <a:lnTo>
                  <a:pt x="1189345" y="0"/>
                </a:lnTo>
                <a:lnTo>
                  <a:pt x="7114535" y="0"/>
                </a:lnTo>
                <a:lnTo>
                  <a:pt x="6462495" y="1407897"/>
                </a:lnTo>
                <a:lnTo>
                  <a:pt x="0" y="1407897"/>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EEC9027D-D128-8046-8198-D0743043555A}"/>
              </a:ext>
            </a:extLst>
          </p:cNvPr>
          <p:cNvSpPr>
            <a:spLocks noGrp="1"/>
          </p:cNvSpPr>
          <p:nvPr>
            <p:ph type="sldNum" sz="quarter" idx="12"/>
          </p:nvPr>
        </p:nvSpPr>
        <p:spPr/>
        <p:txBody>
          <a:bodyPr/>
          <a:lstStyle/>
          <a:p>
            <a:fld id="{98DEB4AB-D614-0E48-BC82-3517EAEB4A4F}" type="slidenum">
              <a:rPr lang="en-US" smtClean="0"/>
              <a:t>7</a:t>
            </a:fld>
            <a:endParaRPr lang="en-US"/>
          </a:p>
        </p:txBody>
      </p:sp>
    </p:spTree>
    <p:extLst>
      <p:ext uri="{BB962C8B-B14F-4D97-AF65-F5344CB8AC3E}">
        <p14:creationId xmlns:p14="http://schemas.microsoft.com/office/powerpoint/2010/main" val="33328453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0">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2" name="Straight Connector 11">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51D3612C-974F-1445-ACAD-69FBA98593DE}"/>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What makes a choice an </a:t>
            </a:r>
            <a:r>
              <a:rPr lang="en-US" sz="6600" b="1" u="sng" kern="1200" dirty="0">
                <a:solidFill>
                  <a:schemeClr val="tx1"/>
                </a:solidFill>
                <a:latin typeface="+mj-lt"/>
                <a:ea typeface="+mj-ea"/>
                <a:cs typeface="+mj-cs"/>
              </a:rPr>
              <a:t>informed</a:t>
            </a:r>
            <a:r>
              <a:rPr lang="en-US" sz="6600" b="1" kern="1200" dirty="0">
                <a:solidFill>
                  <a:schemeClr val="tx1"/>
                </a:solidFill>
                <a:latin typeface="+mj-lt"/>
                <a:ea typeface="+mj-ea"/>
                <a:cs typeface="+mj-cs"/>
              </a:rPr>
              <a:t> </a:t>
            </a:r>
            <a:r>
              <a:rPr lang="en-US" sz="6600" kern="1200" dirty="0">
                <a:solidFill>
                  <a:schemeClr val="tx1"/>
                </a:solidFill>
                <a:latin typeface="+mj-lt"/>
                <a:ea typeface="+mj-ea"/>
                <a:cs typeface="+mj-cs"/>
              </a:rPr>
              <a:t>choice?</a:t>
            </a:r>
          </a:p>
        </p:txBody>
      </p:sp>
      <p:sp>
        <p:nvSpPr>
          <p:cNvPr id="2" name="Slide Number Placeholder 1">
            <a:extLst>
              <a:ext uri="{FF2B5EF4-FFF2-40B4-BE49-F238E27FC236}">
                <a16:creationId xmlns:a16="http://schemas.microsoft.com/office/drawing/2014/main" id="{489D66AA-4914-A54C-8E1E-744B40E61519}"/>
              </a:ext>
            </a:extLst>
          </p:cNvPr>
          <p:cNvSpPr>
            <a:spLocks noGrp="1"/>
          </p:cNvSpPr>
          <p:nvPr>
            <p:ph type="sldNum" sz="quarter" idx="12"/>
          </p:nvPr>
        </p:nvSpPr>
        <p:spPr/>
        <p:txBody>
          <a:bodyPr/>
          <a:lstStyle/>
          <a:p>
            <a:fld id="{98DEB4AB-D614-0E48-BC82-3517EAEB4A4F}" type="slidenum">
              <a:rPr lang="en-US" smtClean="0"/>
              <a:t>8</a:t>
            </a:fld>
            <a:endParaRPr lang="en-US"/>
          </a:p>
        </p:txBody>
      </p:sp>
    </p:spTree>
    <p:extLst>
      <p:ext uri="{BB962C8B-B14F-4D97-AF65-F5344CB8AC3E}">
        <p14:creationId xmlns:p14="http://schemas.microsoft.com/office/powerpoint/2010/main" val="159480383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7" name="Rectangle 2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EF4C0F-062F-694B-A753-4D222137B6DA}"/>
              </a:ext>
            </a:extLst>
          </p:cNvPr>
          <p:cNvSpPr>
            <a:spLocks noGrp="1"/>
          </p:cNvSpPr>
          <p:nvPr>
            <p:ph type="title"/>
          </p:nvPr>
        </p:nvSpPr>
        <p:spPr>
          <a:xfrm>
            <a:off x="1043631" y="809898"/>
            <a:ext cx="10173010" cy="1554480"/>
          </a:xfrm>
        </p:spPr>
        <p:txBody>
          <a:bodyPr anchor="ctr">
            <a:normAutofit/>
          </a:bodyPr>
          <a:lstStyle/>
          <a:p>
            <a:r>
              <a:rPr lang="en-US" sz="4800" b="1" dirty="0"/>
              <a:t>Informed Choice: </a:t>
            </a:r>
            <a:r>
              <a:rPr lang="en-US" sz="4800" i="1" dirty="0"/>
              <a:t>Some Basic Truths</a:t>
            </a:r>
          </a:p>
        </p:txBody>
      </p:sp>
      <p:cxnSp>
        <p:nvCxnSpPr>
          <p:cNvPr id="33" name="Straight Connector 3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33B82A95-544D-2D45-898D-1893A75CA99E}"/>
              </a:ext>
            </a:extLst>
          </p:cNvPr>
          <p:cNvSpPr>
            <a:spLocks noGrp="1"/>
          </p:cNvSpPr>
          <p:nvPr>
            <p:ph type="sldNum" sz="quarter" idx="12"/>
          </p:nvPr>
        </p:nvSpPr>
        <p:spPr>
          <a:xfrm>
            <a:off x="8610600" y="6492240"/>
            <a:ext cx="2743200" cy="365125"/>
          </a:xfrm>
        </p:spPr>
        <p:txBody>
          <a:bodyPr>
            <a:normAutofit/>
          </a:bodyPr>
          <a:lstStyle/>
          <a:p>
            <a:pPr>
              <a:spcAft>
                <a:spcPts val="600"/>
              </a:spcAft>
            </a:pPr>
            <a:fld id="{98DEB4AB-D614-0E48-BC82-3517EAEB4A4F}" type="slidenum">
              <a:rPr lang="en-US" smtClean="0"/>
              <a:pPr>
                <a:spcAft>
                  <a:spcPts val="600"/>
                </a:spcAft>
              </a:pPr>
              <a:t>9</a:t>
            </a:fld>
            <a:endParaRPr lang="en-US"/>
          </a:p>
        </p:txBody>
      </p:sp>
      <p:graphicFrame>
        <p:nvGraphicFramePr>
          <p:cNvPr id="6" name="Content Placeholder 2">
            <a:extLst>
              <a:ext uri="{FF2B5EF4-FFF2-40B4-BE49-F238E27FC236}">
                <a16:creationId xmlns:a16="http://schemas.microsoft.com/office/drawing/2014/main" id="{5FA5D2B6-C6A1-5270-B710-A9208100B368}"/>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23267710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483730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A5F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C0A2278-FD35-FE49-BA25-7489EB3D1180}"/>
              </a:ext>
            </a:extLst>
          </p:cNvPr>
          <p:cNvSpPr>
            <a:spLocks noGrp="1"/>
          </p:cNvSpPr>
          <p:nvPr>
            <p:ph type="title"/>
          </p:nvPr>
        </p:nvSpPr>
        <p:spPr>
          <a:xfrm>
            <a:off x="477012" y="-1189038"/>
            <a:ext cx="10515600" cy="1325563"/>
          </a:xfrm>
        </p:spPr>
        <p:txBody>
          <a:bodyPr/>
          <a:lstStyle/>
          <a:p>
            <a:r>
              <a:rPr lang="en-US" dirty="0"/>
              <a:t>Informed Choice Definition</a:t>
            </a:r>
          </a:p>
        </p:txBody>
      </p:sp>
      <p:pic>
        <p:nvPicPr>
          <p:cNvPr id="6" name="Picture 5" descr="Hands holding book with following words: Informed Choice Definition: the process of choosing from options based on accurate information, knowledge and experiences">
            <a:extLst>
              <a:ext uri="{FF2B5EF4-FFF2-40B4-BE49-F238E27FC236}">
                <a16:creationId xmlns:a16="http://schemas.microsoft.com/office/drawing/2014/main" id="{35B3A505-2385-D942-ABD8-F564B8E9666B}"/>
              </a:ext>
            </a:extLst>
          </p:cNvPr>
          <p:cNvPicPr>
            <a:picLocks noChangeAspect="1"/>
          </p:cNvPicPr>
          <p:nvPr/>
        </p:nvPicPr>
        <p:blipFill>
          <a:blip r:embed="rId3"/>
          <a:stretch>
            <a:fillRect/>
          </a:stretch>
        </p:blipFill>
        <p:spPr>
          <a:xfrm>
            <a:off x="962235" y="682835"/>
            <a:ext cx="10267529" cy="5287776"/>
          </a:xfrm>
          <a:prstGeom prst="rect">
            <a:avLst/>
          </a:prstGeom>
        </p:spPr>
      </p:pic>
      <p:sp>
        <p:nvSpPr>
          <p:cNvPr id="2" name="Slide Number Placeholder 1">
            <a:extLst>
              <a:ext uri="{FF2B5EF4-FFF2-40B4-BE49-F238E27FC236}">
                <a16:creationId xmlns:a16="http://schemas.microsoft.com/office/drawing/2014/main" id="{CE922E64-84E9-C54F-8783-D4725C7866AE}"/>
              </a:ext>
            </a:extLst>
          </p:cNvPr>
          <p:cNvSpPr>
            <a:spLocks noGrp="1"/>
          </p:cNvSpPr>
          <p:nvPr>
            <p:ph type="sldNum" sz="quarter" idx="12"/>
          </p:nvPr>
        </p:nvSpPr>
        <p:spPr/>
        <p:txBody>
          <a:bodyPr/>
          <a:lstStyle/>
          <a:p>
            <a:fld id="{98DEB4AB-D614-0E48-BC82-3517EAEB4A4F}" type="slidenum">
              <a:rPr lang="en-US" smtClean="0"/>
              <a:t>10</a:t>
            </a:fld>
            <a:endParaRPr lang="en-US"/>
          </a:p>
        </p:txBody>
      </p:sp>
    </p:spTree>
    <p:extLst>
      <p:ext uri="{BB962C8B-B14F-4D97-AF65-F5344CB8AC3E}">
        <p14:creationId xmlns:p14="http://schemas.microsoft.com/office/powerpoint/2010/main" val="167066541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5ECB-1E19-4743-92C2-4C4CDBECF892}"/>
              </a:ext>
            </a:extLst>
          </p:cNvPr>
          <p:cNvSpPr>
            <a:spLocks noGrp="1"/>
          </p:cNvSpPr>
          <p:nvPr>
            <p:ph type="title"/>
          </p:nvPr>
        </p:nvSpPr>
        <p:spPr>
          <a:xfrm>
            <a:off x="838200" y="365125"/>
            <a:ext cx="10515600" cy="1325563"/>
          </a:xfrm>
        </p:spPr>
        <p:txBody>
          <a:bodyPr>
            <a:normAutofit/>
          </a:bodyPr>
          <a:lstStyle/>
          <a:p>
            <a:pPr algn="ctr"/>
            <a:r>
              <a:rPr lang="en-US" b="1" dirty="0"/>
              <a:t>Informed Choice Requires:</a:t>
            </a:r>
          </a:p>
        </p:txBody>
      </p:sp>
      <p:graphicFrame>
        <p:nvGraphicFramePr>
          <p:cNvPr id="5" name="Content Placeholder 2">
            <a:extLst>
              <a:ext uri="{FF2B5EF4-FFF2-40B4-BE49-F238E27FC236}">
                <a16:creationId xmlns:a16="http://schemas.microsoft.com/office/drawing/2014/main" id="{262B5044-7B99-4DB0-8B7E-B85298FBF4CA}"/>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21886911"/>
              </p:ext>
            </p:extLst>
          </p:nvPr>
        </p:nvGraphicFramePr>
        <p:xfrm>
          <a:off x="838200" y="1828800"/>
          <a:ext cx="10744200" cy="45251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C600C7A-13B9-6840-A80A-ACD778767AD3}"/>
              </a:ext>
            </a:extLst>
          </p:cNvPr>
          <p:cNvSpPr>
            <a:spLocks noGrp="1"/>
          </p:cNvSpPr>
          <p:nvPr>
            <p:ph type="sldNum" sz="quarter" idx="12"/>
          </p:nvPr>
        </p:nvSpPr>
        <p:spPr/>
        <p:txBody>
          <a:bodyPr/>
          <a:lstStyle/>
          <a:p>
            <a:fld id="{98DEB4AB-D614-0E48-BC82-3517EAEB4A4F}" type="slidenum">
              <a:rPr lang="en-US" smtClean="0"/>
              <a:t>11</a:t>
            </a:fld>
            <a:endParaRPr lang="en-US"/>
          </a:p>
        </p:txBody>
      </p:sp>
    </p:spTree>
    <p:extLst>
      <p:ext uri="{BB962C8B-B14F-4D97-AF65-F5344CB8AC3E}">
        <p14:creationId xmlns:p14="http://schemas.microsoft.com/office/powerpoint/2010/main" val="143401643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2FBB10-C13C-974B-B8DE-F467D7BF08CC}"/>
              </a:ext>
            </a:extLst>
          </p:cNvPr>
          <p:cNvSpPr>
            <a:spLocks noGrp="1"/>
          </p:cNvSpPr>
          <p:nvPr>
            <p:ph type="title"/>
          </p:nvPr>
        </p:nvSpPr>
        <p:spPr>
          <a:xfrm>
            <a:off x="956826" y="1112969"/>
            <a:ext cx="3937298" cy="4166010"/>
          </a:xfrm>
        </p:spPr>
        <p:txBody>
          <a:bodyPr>
            <a:normAutofit/>
          </a:bodyPr>
          <a:lstStyle/>
          <a:p>
            <a:r>
              <a:rPr lang="en-US" dirty="0">
                <a:solidFill>
                  <a:srgbClr val="FFFFFF"/>
                </a:solidFill>
              </a:rPr>
              <a:t>The challenge of informed choice for people with disabilities</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81DFB4A-294D-514D-B311-7373DE763328}"/>
              </a:ext>
            </a:extLst>
          </p:cNvPr>
          <p:cNvSpPr>
            <a:spLocks noGrp="1"/>
          </p:cNvSpPr>
          <p:nvPr>
            <p:ph idx="1"/>
          </p:nvPr>
        </p:nvSpPr>
        <p:spPr>
          <a:xfrm>
            <a:off x="5997146" y="1648783"/>
            <a:ext cx="5257799" cy="4889350"/>
          </a:xfrm>
        </p:spPr>
        <p:txBody>
          <a:bodyPr anchor="t">
            <a:normAutofit/>
          </a:bodyPr>
          <a:lstStyle/>
          <a:p>
            <a:pPr>
              <a:spcBef>
                <a:spcPts val="2200"/>
              </a:spcBef>
            </a:pPr>
            <a:r>
              <a:rPr lang="en-US" dirty="0"/>
              <a:t>Limited experiences on which to base decisions</a:t>
            </a:r>
          </a:p>
          <a:p>
            <a:pPr>
              <a:spcBef>
                <a:spcPts val="2200"/>
              </a:spcBef>
            </a:pPr>
            <a:r>
              <a:rPr lang="en-US" dirty="0"/>
              <a:t>Limited opportunities for choice making</a:t>
            </a:r>
          </a:p>
          <a:p>
            <a:pPr>
              <a:spcBef>
                <a:spcPts val="2200"/>
              </a:spcBef>
            </a:pPr>
            <a:r>
              <a:rPr lang="en-US" dirty="0"/>
              <a:t>A culture that too often defers to others regarding individual choices</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55C8E422-0DFB-814F-A7F0-EE141C2A5D15}"/>
              </a:ext>
            </a:extLst>
          </p:cNvPr>
          <p:cNvSpPr>
            <a:spLocks noGrp="1"/>
          </p:cNvSpPr>
          <p:nvPr>
            <p:ph type="sldNum" sz="quarter" idx="12"/>
          </p:nvPr>
        </p:nvSpPr>
        <p:spPr/>
        <p:txBody>
          <a:bodyPr/>
          <a:lstStyle/>
          <a:p>
            <a:fld id="{98DEB4AB-D614-0E48-BC82-3517EAEB4A4F}" type="slidenum">
              <a:rPr lang="en-US" smtClean="0"/>
              <a:t>12</a:t>
            </a:fld>
            <a:endParaRPr lang="en-US"/>
          </a:p>
        </p:txBody>
      </p:sp>
    </p:spTree>
    <p:extLst>
      <p:ext uri="{BB962C8B-B14F-4D97-AF65-F5344CB8AC3E}">
        <p14:creationId xmlns:p14="http://schemas.microsoft.com/office/powerpoint/2010/main" val="353453375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6D0E1-8CE9-DE41-9BDE-AFB41917AD10}"/>
              </a:ext>
            </a:extLst>
          </p:cNvPr>
          <p:cNvSpPr>
            <a:spLocks noGrp="1"/>
          </p:cNvSpPr>
          <p:nvPr>
            <p:ph type="title"/>
          </p:nvPr>
        </p:nvSpPr>
        <p:spPr>
          <a:xfrm>
            <a:off x="6296465" y="5213349"/>
            <a:ext cx="10515600" cy="1325563"/>
          </a:xfrm>
        </p:spPr>
        <p:txBody>
          <a:bodyPr>
            <a:normAutofit fontScale="90000"/>
          </a:bodyPr>
          <a:lstStyle/>
          <a:p>
            <a:r>
              <a:rPr lang="en-US" sz="4000" b="1" dirty="0" err="1"/>
              <a:t>Andraéa</a:t>
            </a:r>
            <a:r>
              <a:rPr lang="en-US" sz="4000" b="1" dirty="0"/>
              <a:t> </a:t>
            </a:r>
            <a:r>
              <a:rPr lang="en-US" sz="4000" b="1" dirty="0" err="1"/>
              <a:t>LaVant</a:t>
            </a:r>
            <a:br>
              <a:rPr lang="en-US" dirty="0"/>
            </a:br>
            <a:r>
              <a:rPr lang="en-US" sz="3600" i="1" dirty="0"/>
              <a:t>Impact Producer, Crip Camp</a:t>
            </a:r>
            <a:br>
              <a:rPr lang="en-US" i="1" dirty="0"/>
            </a:br>
            <a:endParaRPr lang="en-US" dirty="0"/>
          </a:p>
        </p:txBody>
      </p:sp>
      <p:sp>
        <p:nvSpPr>
          <p:cNvPr id="2" name="Slide Number Placeholder 1">
            <a:extLst>
              <a:ext uri="{FF2B5EF4-FFF2-40B4-BE49-F238E27FC236}">
                <a16:creationId xmlns:a16="http://schemas.microsoft.com/office/drawing/2014/main" id="{8D8542D4-E405-244F-A164-BB3DC3767725}"/>
              </a:ext>
            </a:extLst>
          </p:cNvPr>
          <p:cNvSpPr>
            <a:spLocks noGrp="1"/>
          </p:cNvSpPr>
          <p:nvPr>
            <p:ph type="sldNum" sz="quarter" idx="12"/>
          </p:nvPr>
        </p:nvSpPr>
        <p:spPr/>
        <p:txBody>
          <a:bodyPr/>
          <a:lstStyle/>
          <a:p>
            <a:fld id="{98DEB4AB-D614-0E48-BC82-3517EAEB4A4F}" type="slidenum">
              <a:rPr lang="en-US" smtClean="0"/>
              <a:t>13</a:t>
            </a:fld>
            <a:endParaRPr lang="en-US"/>
          </a:p>
        </p:txBody>
      </p:sp>
      <p:sp>
        <p:nvSpPr>
          <p:cNvPr id="6147" name="Rectangle 3">
            <a:extLst>
              <a:ext uri="{C183D7F6-B498-43B3-948B-1728B52AA6E4}">
                <adec:decorative xmlns:adec="http://schemas.microsoft.com/office/drawing/2017/decorative" val="1"/>
              </a:ext>
            </a:extLst>
          </p:cNvPr>
          <p:cNvSpPr>
            <a:spLocks noGrp="1" noChangeArrowheads="1"/>
          </p:cNvSpPr>
          <p:nvPr>
            <p:ph type="body" idx="4294967295"/>
          </p:nvPr>
        </p:nvSpPr>
        <p:spPr bwMode="auto">
          <a:xfrm>
            <a:off x="1886743" y="277887"/>
            <a:ext cx="8418513" cy="4162425"/>
          </a:xfrm>
          <a:ln/>
          <a:scene3d>
            <a:camera prst="orthographicFront"/>
            <a:lightRig rig="threePt" dir="t"/>
          </a:scene3d>
          <a:sp3d>
            <a:bevelT prst="angle"/>
          </a:sp3d>
        </p:spPr>
        <p:style>
          <a:lnRef idx="2">
            <a:schemeClr val="accent4">
              <a:shade val="50000"/>
            </a:schemeClr>
          </a:lnRef>
          <a:fillRef idx="1">
            <a:schemeClr val="accent4"/>
          </a:fillRef>
          <a:effectRef idx="0">
            <a:schemeClr val="accent4"/>
          </a:effectRef>
          <a:fontRef idx="minor">
            <a:schemeClr val="lt1"/>
          </a:fontRef>
        </p:style>
        <p:txBody>
          <a:bodyPr vert="horz" wrap="square" lIns="108283" tIns="54142" rIns="108283" bIns="54142" numCol="1" rtlCol="0" anchor="ctr" anchorCtr="0" compatLnSpc="1">
            <a:prstTxWarp prst="textNoShape">
              <a:avLst/>
            </a:prstTxWarp>
            <a:noAutofit/>
          </a:bodyPr>
          <a:lstStyle/>
          <a:p>
            <a:pPr algn="ctr">
              <a:lnSpc>
                <a:spcPct val="100000"/>
              </a:lnSpc>
              <a:buFontTx/>
              <a:buNone/>
            </a:pPr>
            <a:r>
              <a:rPr lang="en-US" sz="3200" dirty="0">
                <a:solidFill>
                  <a:schemeClr val="tx1"/>
                </a:solidFill>
              </a:rPr>
              <a:t>“Everybody else in life gets the</a:t>
            </a:r>
            <a:br>
              <a:rPr lang="en-US" sz="3200" dirty="0">
                <a:solidFill>
                  <a:schemeClr val="tx1"/>
                </a:solidFill>
              </a:rPr>
            </a:br>
            <a:r>
              <a:rPr lang="en-US" sz="3200" dirty="0">
                <a:solidFill>
                  <a:schemeClr val="tx1"/>
                </a:solidFill>
              </a:rPr>
              <a:t>opportunity to make mistakes.</a:t>
            </a:r>
          </a:p>
          <a:p>
            <a:pPr algn="ctr">
              <a:lnSpc>
                <a:spcPct val="100000"/>
              </a:lnSpc>
              <a:buFontTx/>
              <a:buNone/>
            </a:pPr>
            <a:r>
              <a:rPr lang="en-US" sz="3200" dirty="0">
                <a:solidFill>
                  <a:schemeClr val="tx1"/>
                </a:solidFill>
              </a:rPr>
              <a:t>You go out on your own, but because disabled people are often sheltered and other people are making decisions for us, </a:t>
            </a:r>
            <a:br>
              <a:rPr lang="en-US" sz="3200" dirty="0">
                <a:solidFill>
                  <a:schemeClr val="tx1"/>
                </a:solidFill>
              </a:rPr>
            </a:br>
            <a:r>
              <a:rPr lang="en-US" sz="3200" dirty="0">
                <a:solidFill>
                  <a:schemeClr val="tx1"/>
                </a:solidFill>
              </a:rPr>
              <a:t>we don't have those opportunities to live completely wholly in that way.”</a:t>
            </a:r>
          </a:p>
        </p:txBody>
      </p:sp>
      <p:pic>
        <p:nvPicPr>
          <p:cNvPr id="3" name="Picture 2">
            <a:extLst>
              <a:ext uri="{FF2B5EF4-FFF2-40B4-BE49-F238E27FC236}">
                <a16:creationId xmlns:a16="http://schemas.microsoft.com/office/drawing/2014/main" id="{DE204E87-3656-2048-8B5E-CB074B0427E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21006" y="4688806"/>
            <a:ext cx="2112578" cy="2011542"/>
          </a:xfrm>
          <a:prstGeom prst="rect">
            <a:avLst/>
          </a:prstGeom>
          <a:ln>
            <a:solidFill>
              <a:schemeClr val="accent4">
                <a:shade val="50000"/>
              </a:schemeClr>
            </a:solidFill>
          </a:ln>
        </p:spPr>
      </p:pic>
    </p:spTree>
    <p:extLst>
      <p:ext uri="{BB962C8B-B14F-4D97-AF65-F5344CB8AC3E}">
        <p14:creationId xmlns:p14="http://schemas.microsoft.com/office/powerpoint/2010/main" val="375620852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519D-5561-604B-B320-911604AC982D}"/>
              </a:ext>
            </a:extLst>
          </p:cNvPr>
          <p:cNvSpPr>
            <a:spLocks noGrp="1"/>
          </p:cNvSpPr>
          <p:nvPr>
            <p:ph type="title"/>
          </p:nvPr>
        </p:nvSpPr>
        <p:spPr>
          <a:xfrm>
            <a:off x="706582" y="-813086"/>
            <a:ext cx="10515600" cy="675884"/>
          </a:xfrm>
        </p:spPr>
        <p:txBody>
          <a:bodyPr>
            <a:normAutofit/>
          </a:bodyPr>
          <a:lstStyle/>
          <a:p>
            <a:r>
              <a:rPr lang="en-US" sz="2400" dirty="0"/>
              <a:t>Variables Impacting Choice</a:t>
            </a:r>
          </a:p>
        </p:txBody>
      </p:sp>
      <p:sp>
        <p:nvSpPr>
          <p:cNvPr id="4" name="Slide Number Placeholder 3">
            <a:extLst>
              <a:ext uri="{FF2B5EF4-FFF2-40B4-BE49-F238E27FC236}">
                <a16:creationId xmlns:a16="http://schemas.microsoft.com/office/drawing/2014/main" id="{ED167BEF-823F-6F4E-AE05-314BF1D96BCA}"/>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14</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graphicFrame>
        <p:nvGraphicFramePr>
          <p:cNvPr id="5" name="Diagram 4">
            <a:extLst>
              <a:ext uri="{FF2B5EF4-FFF2-40B4-BE49-F238E27FC236}">
                <a16:creationId xmlns:a16="http://schemas.microsoft.com/office/drawing/2014/main" id="{F154CEB0-9956-B645-9F0B-A6E2E715DB58}"/>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473827646"/>
              </p:ext>
            </p:extLst>
          </p:nvPr>
        </p:nvGraphicFramePr>
        <p:xfrm>
          <a:off x="2115275" y="136525"/>
          <a:ext cx="8813275" cy="6652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608F5C0A-4009-7C4D-A235-238EF464659A}"/>
              </a:ext>
              <a:ext uri="{C183D7F6-B498-43B3-948B-1728B52AA6E4}">
                <adec:decorative xmlns:adec="http://schemas.microsoft.com/office/drawing/2017/decorative" val="1"/>
              </a:ext>
            </a:extLst>
          </p:cNvPr>
          <p:cNvCxnSpPr>
            <a:cxnSpLocks/>
          </p:cNvCxnSpPr>
          <p:nvPr/>
        </p:nvCxnSpPr>
        <p:spPr>
          <a:xfrm>
            <a:off x="706582" y="41561"/>
            <a:ext cx="0" cy="6747164"/>
          </a:xfrm>
          <a:prstGeom prst="line">
            <a:avLst/>
          </a:prstGeom>
          <a:ln w="85725" cap="rnd" cmpd="tri"/>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6A374E5-AB9D-C644-A2FD-FCBB8439BAA9}"/>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703622" y="1618748"/>
            <a:ext cx="3480617" cy="2610462"/>
          </a:xfrm>
          <a:prstGeom prst="rect">
            <a:avLst/>
          </a:prstGeom>
        </p:spPr>
      </p:pic>
    </p:spTree>
    <p:extLst>
      <p:ext uri="{BB962C8B-B14F-4D97-AF65-F5344CB8AC3E}">
        <p14:creationId xmlns:p14="http://schemas.microsoft.com/office/powerpoint/2010/main" val="318954412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C56FD0-F56D-7B40-9870-72B9961F5E48}"/>
              </a:ext>
            </a:extLst>
          </p:cNvPr>
          <p:cNvSpPr>
            <a:spLocks noGrp="1"/>
          </p:cNvSpPr>
          <p:nvPr>
            <p:ph type="title"/>
          </p:nvPr>
        </p:nvSpPr>
        <p:spPr/>
        <p:txBody>
          <a:bodyPr/>
          <a:lstStyle/>
          <a:p>
            <a:pPr algn="ctr"/>
            <a:r>
              <a:rPr lang="en-US" b="1" cap="small" dirty="0"/>
              <a:t>Examples of “Un-Informed” Choice</a:t>
            </a:r>
          </a:p>
        </p:txBody>
      </p:sp>
      <p:pic>
        <p:nvPicPr>
          <p:cNvPr id="8" name="Picture 7">
            <a:extLst>
              <a:ext uri="{FF2B5EF4-FFF2-40B4-BE49-F238E27FC236}">
                <a16:creationId xmlns:a16="http://schemas.microsoft.com/office/drawing/2014/main" id="{B571C6C0-AE28-564A-B1A3-24618823809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2738966"/>
            <a:ext cx="11854055" cy="3306233"/>
          </a:xfrm>
          <a:prstGeom prst="rect">
            <a:avLst/>
          </a:prstGeom>
        </p:spPr>
      </p:pic>
      <p:cxnSp>
        <p:nvCxnSpPr>
          <p:cNvPr id="4" name="Straight Connector 3">
            <a:extLst>
              <a:ext uri="{FF2B5EF4-FFF2-40B4-BE49-F238E27FC236}">
                <a16:creationId xmlns:a16="http://schemas.microsoft.com/office/drawing/2014/main" id="{9D676C66-EDC3-284A-819D-2BF728578E47}"/>
              </a:ext>
              <a:ext uri="{C183D7F6-B498-43B3-948B-1728B52AA6E4}">
                <adec:decorative xmlns:adec="http://schemas.microsoft.com/office/drawing/2017/decorative" val="1"/>
              </a:ext>
            </a:extLst>
          </p:cNvPr>
          <p:cNvCxnSpPr/>
          <p:nvPr/>
        </p:nvCxnSpPr>
        <p:spPr>
          <a:xfrm>
            <a:off x="838200" y="1842655"/>
            <a:ext cx="10515600" cy="0"/>
          </a:xfrm>
          <a:prstGeom prst="line">
            <a:avLst/>
          </a:prstGeom>
          <a:ln w="136525" cap="rnd" cmpd="tri">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5FEB4F8-EDD8-9C48-82F9-79C67999F23A}"/>
              </a:ext>
            </a:extLst>
          </p:cNvPr>
          <p:cNvSpPr>
            <a:spLocks noGrp="1"/>
          </p:cNvSpPr>
          <p:nvPr>
            <p:ph type="sldNum" sz="quarter" idx="12"/>
          </p:nvPr>
        </p:nvSpPr>
        <p:spPr/>
        <p:txBody>
          <a:bodyPr/>
          <a:lstStyle/>
          <a:p>
            <a:fld id="{98DEB4AB-D614-0E48-BC82-3517EAEB4A4F}" type="slidenum">
              <a:rPr lang="en-US" smtClean="0"/>
              <a:t>15</a:t>
            </a:fld>
            <a:endParaRPr lang="en-US"/>
          </a:p>
        </p:txBody>
      </p:sp>
    </p:spTree>
    <p:extLst>
      <p:ext uri="{BB962C8B-B14F-4D97-AF65-F5344CB8AC3E}">
        <p14:creationId xmlns:p14="http://schemas.microsoft.com/office/powerpoint/2010/main" val="323179425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76C9AC-2B23-8344-BAC6-5247AF309E7C}"/>
              </a:ext>
            </a:extLst>
          </p:cNvPr>
          <p:cNvSpPr>
            <a:spLocks noGrp="1"/>
          </p:cNvSpPr>
          <p:nvPr>
            <p:ph type="title"/>
          </p:nvPr>
        </p:nvSpPr>
        <p:spPr>
          <a:xfrm>
            <a:off x="289560" y="-1027290"/>
            <a:ext cx="10515600" cy="787789"/>
          </a:xfrm>
        </p:spPr>
        <p:txBody>
          <a:bodyPr>
            <a:normAutofit/>
          </a:bodyPr>
          <a:lstStyle/>
          <a:p>
            <a:r>
              <a:rPr lang="en-US" sz="3200" dirty="0"/>
              <a:t>Not Informed  Choice</a:t>
            </a:r>
          </a:p>
        </p:txBody>
      </p:sp>
      <p:pic>
        <p:nvPicPr>
          <p:cNvPr id="35841" name="Picture 14">
            <a:extLst>
              <a:ext uri="{FF2B5EF4-FFF2-40B4-BE49-F238E27FC236}">
                <a16:creationId xmlns:a16="http://schemas.microsoft.com/office/drawing/2014/main" id="{6ED45380-996A-3945-95C4-23F69588665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608598" y="302492"/>
            <a:ext cx="3505200"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extBox 4">
            <a:extLst>
              <a:ext uri="{FF2B5EF4-FFF2-40B4-BE49-F238E27FC236}">
                <a16:creationId xmlns:a16="http://schemas.microsoft.com/office/drawing/2014/main" id="{D50FCA08-E963-874D-862B-03FF36392A65}"/>
              </a:ext>
            </a:extLst>
          </p:cNvPr>
          <p:cNvSpPr txBox="1">
            <a:spLocks noChangeArrowheads="1"/>
          </p:cNvSpPr>
          <p:nvPr/>
        </p:nvSpPr>
        <p:spPr bwMode="auto">
          <a:xfrm>
            <a:off x="2332498" y="700297"/>
            <a:ext cx="2057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b="1" dirty="0"/>
              <a:t>Do you want to work in the community?</a:t>
            </a:r>
          </a:p>
        </p:txBody>
      </p:sp>
      <p:pic>
        <p:nvPicPr>
          <p:cNvPr id="35843" name="Picture 1">
            <a:extLst>
              <a:ext uri="{FF2B5EF4-FFF2-40B4-BE49-F238E27FC236}">
                <a16:creationId xmlns:a16="http://schemas.microsoft.com/office/drawing/2014/main" id="{15D33860-357F-3641-8FFF-7686EF36DE4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113798" y="3108923"/>
            <a:ext cx="4597242" cy="344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descr="Block with words Not Informed Choice">
            <a:extLst>
              <a:ext uri="{FF2B5EF4-FFF2-40B4-BE49-F238E27FC236}">
                <a16:creationId xmlns:a16="http://schemas.microsoft.com/office/drawing/2014/main" id="{654D1208-5A3F-664F-AE6E-F274E2A925FC}"/>
              </a:ext>
            </a:extLst>
          </p:cNvPr>
          <p:cNvSpPr txBox="1"/>
          <p:nvPr/>
        </p:nvSpPr>
        <p:spPr>
          <a:xfrm rot="21060000">
            <a:off x="5519409" y="515820"/>
            <a:ext cx="5768056" cy="1938992"/>
          </a:xfrm>
          <a:prstGeom prst="rect">
            <a:avLst/>
          </a:prstGeom>
          <a:solidFill>
            <a:srgbClr val="000090"/>
          </a:solidFill>
          <a:scene3d>
            <a:camera prst="orthographicFront"/>
            <a:lightRig rig="threePt" dir="t"/>
          </a:scene3d>
          <a:sp3d>
            <a:bevelT w="139700" h="139700" prst="divot"/>
          </a:sp3d>
        </p:spPr>
        <p:txBody>
          <a:bodyPr wrap="square">
            <a:spAutoFit/>
          </a:bodyPr>
          <a:lstStyle/>
          <a:p>
            <a:pPr algn="ctr" eaLnBrk="0" hangingPunct="0">
              <a:defRPr/>
            </a:pPr>
            <a:r>
              <a:rPr lang="en-US" sz="6000" dirty="0">
                <a:solidFill>
                  <a:srgbClr val="FFF028"/>
                </a:solidFill>
                <a:latin typeface="Impact"/>
                <a:ea typeface="ＭＳ Ｐゴシック" charset="0"/>
                <a:cs typeface="ＭＳ Ｐゴシック" charset="0"/>
              </a:rPr>
              <a:t>NOT INFORMED CHOICE</a:t>
            </a:r>
          </a:p>
        </p:txBody>
      </p:sp>
      <p:sp>
        <p:nvSpPr>
          <p:cNvPr id="2" name="Slide Number Placeholder 1">
            <a:extLst>
              <a:ext uri="{FF2B5EF4-FFF2-40B4-BE49-F238E27FC236}">
                <a16:creationId xmlns:a16="http://schemas.microsoft.com/office/drawing/2014/main" id="{3F212724-517C-5A45-BE39-C23F581CCC43}"/>
              </a:ext>
            </a:extLst>
          </p:cNvPr>
          <p:cNvSpPr>
            <a:spLocks noGrp="1"/>
          </p:cNvSpPr>
          <p:nvPr>
            <p:ph type="sldNum" sz="quarter" idx="12"/>
          </p:nvPr>
        </p:nvSpPr>
        <p:spPr/>
        <p:txBody>
          <a:bodyPr/>
          <a:lstStyle/>
          <a:p>
            <a:fld id="{98DEB4AB-D614-0E48-BC82-3517EAEB4A4F}" type="slidenum">
              <a:rPr lang="en-US" smtClean="0"/>
              <a:t>16</a:t>
            </a:fld>
            <a:endParaRPr lang="en-US"/>
          </a:p>
        </p:txBody>
      </p:sp>
    </p:spTree>
    <p:extLst>
      <p:ext uri="{BB962C8B-B14F-4D97-AF65-F5344CB8AC3E}">
        <p14:creationId xmlns:p14="http://schemas.microsoft.com/office/powerpoint/2010/main" val="4434311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DE633C-77AF-2449-8B3A-C8F5968A508E}"/>
              </a:ext>
            </a:extLst>
          </p:cNvPr>
          <p:cNvSpPr>
            <a:spLocks noGrp="1"/>
          </p:cNvSpPr>
          <p:nvPr>
            <p:ph type="title"/>
          </p:nvPr>
        </p:nvSpPr>
        <p:spPr>
          <a:xfrm>
            <a:off x="7045943" y="1025236"/>
            <a:ext cx="4467792" cy="4457966"/>
          </a:xfrm>
        </p:spPr>
        <p:txBody>
          <a:bodyPr vert="horz" lIns="91440" tIns="45720" rIns="91440" bIns="45720" rtlCol="0" anchor="b">
            <a:normAutofit/>
          </a:bodyPr>
          <a:lstStyle/>
          <a:p>
            <a:pPr algn="ctr">
              <a:lnSpc>
                <a:spcPct val="100000"/>
              </a:lnSpc>
            </a:pPr>
            <a:r>
              <a:rPr lang="en-US" sz="4200" b="1" u="sng" kern="1200" dirty="0">
                <a:solidFill>
                  <a:srgbClr val="FFFFFF"/>
                </a:solidFill>
                <a:latin typeface="+mj-lt"/>
                <a:ea typeface="+mj-ea"/>
                <a:cs typeface="+mj-cs"/>
              </a:rPr>
              <a:t>Discussion</a:t>
            </a:r>
            <a:br>
              <a:rPr lang="en-US" sz="4200" b="1" kern="1200" dirty="0">
                <a:solidFill>
                  <a:srgbClr val="FFFFFF"/>
                </a:solidFill>
                <a:latin typeface="+mj-lt"/>
                <a:ea typeface="+mj-ea"/>
                <a:cs typeface="+mj-cs"/>
              </a:rPr>
            </a:br>
            <a:br>
              <a:rPr lang="en-US" sz="4200" kern="1200" dirty="0">
                <a:solidFill>
                  <a:srgbClr val="FFFFFF"/>
                </a:solidFill>
                <a:latin typeface="+mj-lt"/>
                <a:ea typeface="+mj-ea"/>
                <a:cs typeface="+mj-cs"/>
              </a:rPr>
            </a:br>
            <a:r>
              <a:rPr lang="en-US" sz="4200" b="1" i="1" kern="1200" dirty="0">
                <a:solidFill>
                  <a:srgbClr val="FFFFFF"/>
                </a:solidFill>
                <a:latin typeface="+mj-lt"/>
                <a:ea typeface="+mj-ea"/>
                <a:cs typeface="+mj-cs"/>
              </a:rPr>
              <a:t>Does informed choice mean you can do whatever you want?</a:t>
            </a:r>
          </a:p>
        </p:txBody>
      </p:sp>
      <p:sp>
        <p:nvSpPr>
          <p:cNvPr id="22" name="Oval 21">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368"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a:extLst>
              <a:ext uri="{FF2B5EF4-FFF2-40B4-BE49-F238E27FC236}">
                <a16:creationId xmlns:a16="http://schemas.microsoft.com/office/drawing/2014/main" id="{21FF0145-7D72-4050-91AA-C32DB203057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78572"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
        <p:nvSpPr>
          <p:cNvPr id="3" name="Slide Number Placeholder 2">
            <a:extLst>
              <a:ext uri="{FF2B5EF4-FFF2-40B4-BE49-F238E27FC236}">
                <a16:creationId xmlns:a16="http://schemas.microsoft.com/office/drawing/2014/main" id="{77F98A7C-584D-E04A-AA32-F3F4D34D9316}"/>
              </a:ext>
            </a:extLst>
          </p:cNvPr>
          <p:cNvSpPr>
            <a:spLocks noGrp="1"/>
          </p:cNvSpPr>
          <p:nvPr>
            <p:ph type="sldNum" sz="quarter" idx="12"/>
          </p:nvPr>
        </p:nvSpPr>
        <p:spPr/>
        <p:txBody>
          <a:bodyPr/>
          <a:lstStyle/>
          <a:p>
            <a:fld id="{98DEB4AB-D614-0E48-BC82-3517EAEB4A4F}" type="slidenum">
              <a:rPr lang="en-US" smtClean="0"/>
              <a:t>17</a:t>
            </a:fld>
            <a:endParaRPr lang="en-US"/>
          </a:p>
        </p:txBody>
      </p:sp>
    </p:spTree>
    <p:extLst>
      <p:ext uri="{BB962C8B-B14F-4D97-AF65-F5344CB8AC3E}">
        <p14:creationId xmlns:p14="http://schemas.microsoft.com/office/powerpoint/2010/main" val="284703476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9B2E4C52-E6D9-8D47-84C3-2595A7B76001}"/>
              </a:ext>
              <a:ext uri="{C183D7F6-B498-43B3-948B-1728B52AA6E4}">
                <adec:decorative xmlns:adec="http://schemas.microsoft.com/office/drawing/2017/decorative" val="1"/>
              </a:ext>
            </a:extLst>
          </p:cNvPr>
          <p:cNvSpPr>
            <a:spLocks noGrp="1"/>
          </p:cNvSpPr>
          <p:nvPr>
            <p:ph type="title"/>
          </p:nvPr>
        </p:nvSpPr>
        <p:spPr>
          <a:xfrm>
            <a:off x="966278" y="1634837"/>
            <a:ext cx="9910296" cy="2888990"/>
          </a:xfrm>
          <a:solidFill>
            <a:srgbClr val="FF0000"/>
          </a:solidFill>
          <a:effectLst>
            <a:glow rad="139700">
              <a:schemeClr val="accent3">
                <a:satMod val="175000"/>
                <a:alpha val="40000"/>
              </a:schemeClr>
            </a:glow>
          </a:effectLst>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vert="horz" lIns="91440" tIns="45720" rIns="91440" bIns="45720" rtlCol="0" anchor="ctr" anchorCtr="0">
            <a:normAutofit/>
          </a:bodyPr>
          <a:lstStyle/>
          <a:p>
            <a:pPr algn="ctr"/>
            <a:r>
              <a:rPr lang="en-US" sz="5600" kern="1200" dirty="0">
                <a:solidFill>
                  <a:schemeClr val="bg1"/>
                </a:solidFill>
                <a:latin typeface="+mj-lt"/>
                <a:ea typeface="+mj-ea"/>
                <a:cs typeface="+mj-cs"/>
              </a:rPr>
              <a:t>People with disabilities are entitled to same level of choice as everyone else</a:t>
            </a:r>
          </a:p>
        </p:txBody>
      </p:sp>
      <p:sp>
        <p:nvSpPr>
          <p:cNvPr id="17" name="Rectangle 16">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3064E363-2000-4F4B-B4D5-B230B0578E34}"/>
              </a:ext>
            </a:extLst>
          </p:cNvPr>
          <p:cNvSpPr>
            <a:spLocks noGrp="1"/>
          </p:cNvSpPr>
          <p:nvPr>
            <p:ph type="sldNum" sz="quarter" idx="12"/>
          </p:nvPr>
        </p:nvSpPr>
        <p:spPr/>
        <p:txBody>
          <a:bodyPr/>
          <a:lstStyle/>
          <a:p>
            <a:fld id="{98DEB4AB-D614-0E48-BC82-3517EAEB4A4F}" type="slidenum">
              <a:rPr lang="en-US" smtClean="0"/>
              <a:t>18</a:t>
            </a:fld>
            <a:endParaRPr lang="en-US"/>
          </a:p>
        </p:txBody>
      </p:sp>
    </p:spTree>
    <p:extLst>
      <p:ext uri="{BB962C8B-B14F-4D97-AF65-F5344CB8AC3E}">
        <p14:creationId xmlns:p14="http://schemas.microsoft.com/office/powerpoint/2010/main" val="342631312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0DADF021-62E7-1149-B5F0-5101A8D7A479}"/>
              </a:ext>
              <a:ext uri="{C183D7F6-B498-43B3-948B-1728B52AA6E4}">
                <adec:decorative xmlns:adec="http://schemas.microsoft.com/office/drawing/2017/decorative" val="1"/>
              </a:ext>
            </a:extLst>
          </p:cNvPr>
          <p:cNvSpPr>
            <a:spLocks noGrp="1"/>
          </p:cNvSpPr>
          <p:nvPr>
            <p:ph type="title"/>
          </p:nvPr>
        </p:nvSpPr>
        <p:spPr>
          <a:xfrm>
            <a:off x="2726279" y="1741337"/>
            <a:ext cx="6739136" cy="2387918"/>
          </a:xfrm>
          <a:effectLst>
            <a:glow rad="139700">
              <a:schemeClr val="accent6">
                <a:satMod val="175000"/>
                <a:alpha val="40000"/>
              </a:schemeClr>
            </a:glow>
            <a:outerShdw blurRad="57150" dist="19050" dir="5400000" algn="ctr" rotWithShape="0">
              <a:srgbClr val="000000">
                <a:alpha val="63000"/>
              </a:srgbClr>
            </a:outerShdw>
          </a:effectLst>
          <a:scene3d>
            <a:camera prst="isometricOffAxis1Right"/>
            <a:lightRig rig="threePt" dir="t"/>
          </a:scene3d>
          <a:sp3d>
            <a:bevelT prst="angle"/>
          </a:sp3d>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b">
            <a:normAutofit/>
          </a:bodyPr>
          <a:lstStyle/>
          <a:p>
            <a:pPr algn="ctr"/>
            <a:r>
              <a:rPr lang="en-US" sz="5200" b="1" kern="1200" cap="small" dirty="0">
                <a:solidFill>
                  <a:schemeClr val="bg1"/>
                </a:solidFill>
                <a:latin typeface="+mj-lt"/>
                <a:ea typeface="+mj-ea"/>
                <a:cs typeface="+mj-cs"/>
              </a:rPr>
              <a:t>Why</a:t>
            </a:r>
            <a:br>
              <a:rPr lang="en-US" sz="5200" b="1" kern="1200" cap="small" dirty="0">
                <a:solidFill>
                  <a:schemeClr val="bg1"/>
                </a:solidFill>
                <a:latin typeface="+mj-lt"/>
                <a:ea typeface="+mj-ea"/>
                <a:cs typeface="+mj-cs"/>
              </a:rPr>
            </a:br>
            <a:r>
              <a:rPr lang="en-US" sz="5200" b="1" kern="1200" cap="small" dirty="0">
                <a:solidFill>
                  <a:schemeClr val="bg1"/>
                </a:solidFill>
                <a:latin typeface="+mj-lt"/>
                <a:ea typeface="+mj-ea"/>
                <a:cs typeface="+mj-cs"/>
              </a:rPr>
              <a:t>informed choice</a:t>
            </a:r>
            <a:br>
              <a:rPr lang="en-US" sz="5200" b="1" kern="1200" cap="small" dirty="0">
                <a:solidFill>
                  <a:schemeClr val="bg1"/>
                </a:solidFill>
                <a:latin typeface="+mj-lt"/>
                <a:ea typeface="+mj-ea"/>
                <a:cs typeface="+mj-cs"/>
              </a:rPr>
            </a:br>
            <a:r>
              <a:rPr lang="en-US" sz="5200" b="1" kern="1200" cap="small" dirty="0">
                <a:solidFill>
                  <a:schemeClr val="bg1"/>
                </a:solidFill>
                <a:latin typeface="+mj-lt"/>
                <a:ea typeface="+mj-ea"/>
                <a:cs typeface="+mj-cs"/>
              </a:rPr>
              <a:t>matters</a:t>
            </a:r>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Slide Number Placeholder 1">
            <a:extLst>
              <a:ext uri="{FF2B5EF4-FFF2-40B4-BE49-F238E27FC236}">
                <a16:creationId xmlns:a16="http://schemas.microsoft.com/office/drawing/2014/main" id="{81E2BB2B-2C8D-6846-8CDB-3A23311B895A}"/>
              </a:ext>
            </a:extLst>
          </p:cNvPr>
          <p:cNvSpPr>
            <a:spLocks noGrp="1"/>
          </p:cNvSpPr>
          <p:nvPr>
            <p:ph type="sldNum" sz="quarter" idx="12"/>
          </p:nvPr>
        </p:nvSpPr>
        <p:spPr/>
        <p:txBody>
          <a:bodyPr/>
          <a:lstStyle/>
          <a:p>
            <a:fld id="{98DEB4AB-D614-0E48-BC82-3517EAEB4A4F}" type="slidenum">
              <a:rPr lang="en-US" smtClean="0"/>
              <a:t>19</a:t>
            </a:fld>
            <a:endParaRPr lang="en-US"/>
          </a:p>
        </p:txBody>
      </p:sp>
    </p:spTree>
    <p:extLst>
      <p:ext uri="{BB962C8B-B14F-4D97-AF65-F5344CB8AC3E}">
        <p14:creationId xmlns:p14="http://schemas.microsoft.com/office/powerpoint/2010/main" val="270965408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ADF021-62E7-1149-B5F0-5101A8D7A479}"/>
              </a:ext>
            </a:extLst>
          </p:cNvPr>
          <p:cNvSpPr>
            <a:spLocks noGrp="1"/>
          </p:cNvSpPr>
          <p:nvPr>
            <p:ph type="title"/>
          </p:nvPr>
        </p:nvSpPr>
        <p:spPr>
          <a:xfrm>
            <a:off x="5080934" y="505675"/>
            <a:ext cx="6586491" cy="1286160"/>
          </a:xfrm>
        </p:spPr>
        <p:txBody>
          <a:bodyPr anchor="b">
            <a:normAutofit fontScale="90000"/>
          </a:bodyPr>
          <a:lstStyle/>
          <a:p>
            <a:r>
              <a:rPr lang="en-US" sz="5400" b="1" i="1" dirty="0"/>
              <a:t>It’s the right thing and fundamental to our work</a:t>
            </a:r>
          </a:p>
        </p:txBody>
      </p:sp>
      <p:sp>
        <p:nvSpPr>
          <p:cNvPr id="4" name="Content Placeholder 3">
            <a:extLst>
              <a:ext uri="{FF2B5EF4-FFF2-40B4-BE49-F238E27FC236}">
                <a16:creationId xmlns:a16="http://schemas.microsoft.com/office/drawing/2014/main" id="{B0C5327E-9E85-AB41-A0AC-744C2787CA50}"/>
              </a:ext>
            </a:extLst>
          </p:cNvPr>
          <p:cNvSpPr>
            <a:spLocks noGrp="1"/>
          </p:cNvSpPr>
          <p:nvPr>
            <p:ph idx="1"/>
          </p:nvPr>
        </p:nvSpPr>
        <p:spPr>
          <a:xfrm>
            <a:off x="4965431" y="2438400"/>
            <a:ext cx="6586489" cy="3785419"/>
          </a:xfrm>
        </p:spPr>
        <p:txBody>
          <a:bodyPr>
            <a:normAutofit/>
          </a:bodyPr>
          <a:lstStyle/>
          <a:p>
            <a:pPr>
              <a:spcBef>
                <a:spcPts val="2200"/>
              </a:spcBef>
            </a:pPr>
            <a:r>
              <a:rPr lang="en-US" sz="4000" dirty="0"/>
              <a:t>Self-determination</a:t>
            </a:r>
          </a:p>
          <a:p>
            <a:pPr>
              <a:spcBef>
                <a:spcPts val="2200"/>
              </a:spcBef>
            </a:pPr>
            <a:r>
              <a:rPr lang="en-US" sz="4000" dirty="0"/>
              <a:t>Self-advocacy</a:t>
            </a:r>
          </a:p>
          <a:p>
            <a:pPr>
              <a:spcBef>
                <a:spcPts val="2200"/>
              </a:spcBef>
            </a:pPr>
            <a:r>
              <a:rPr lang="en-US" sz="4000" dirty="0"/>
              <a:t>Person-centered planning</a:t>
            </a:r>
          </a:p>
        </p:txBody>
      </p:sp>
      <p:pic>
        <p:nvPicPr>
          <p:cNvPr id="6" name="Picture 5">
            <a:extLst>
              <a:ext uri="{FF2B5EF4-FFF2-40B4-BE49-F238E27FC236}">
                <a16:creationId xmlns:a16="http://schemas.microsoft.com/office/drawing/2014/main" id="{4EFFAAF3-0215-4B98-9D32-13B5102977EB}"/>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B38F6B"/>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843F84D-3DED-7F43-89B1-5A3948B8C7F9}"/>
              </a:ext>
            </a:extLst>
          </p:cNvPr>
          <p:cNvSpPr>
            <a:spLocks noGrp="1"/>
          </p:cNvSpPr>
          <p:nvPr>
            <p:ph type="sldNum" sz="quarter" idx="12"/>
          </p:nvPr>
        </p:nvSpPr>
        <p:spPr/>
        <p:txBody>
          <a:bodyPr/>
          <a:lstStyle/>
          <a:p>
            <a:fld id="{98DEB4AB-D614-0E48-BC82-3517EAEB4A4F}" type="slidenum">
              <a:rPr lang="en-US" smtClean="0"/>
              <a:t>20</a:t>
            </a:fld>
            <a:endParaRPr lang="en-US"/>
          </a:p>
        </p:txBody>
      </p:sp>
    </p:spTree>
    <p:extLst>
      <p:ext uri="{BB962C8B-B14F-4D97-AF65-F5344CB8AC3E}">
        <p14:creationId xmlns:p14="http://schemas.microsoft.com/office/powerpoint/2010/main" val="395663065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ADF021-62E7-1149-B5F0-5101A8D7A479}"/>
              </a:ext>
            </a:extLst>
          </p:cNvPr>
          <p:cNvSpPr>
            <a:spLocks noGrp="1"/>
          </p:cNvSpPr>
          <p:nvPr>
            <p:ph type="title"/>
          </p:nvPr>
        </p:nvSpPr>
        <p:spPr>
          <a:xfrm>
            <a:off x="303513" y="224742"/>
            <a:ext cx="3733800" cy="940705"/>
          </a:xfrm>
          <a:scene3d>
            <a:camera prst="orthographicFront"/>
            <a:lightRig rig="threePt" dir="t"/>
          </a:scene3d>
          <a:sp3d>
            <a:bevelT w="152400" h="50800" prst="softRound"/>
          </a:sp3d>
        </p:spPr>
        <p:style>
          <a:lnRef idx="1">
            <a:schemeClr val="accent2"/>
          </a:lnRef>
          <a:fillRef idx="2">
            <a:schemeClr val="accent2"/>
          </a:fillRef>
          <a:effectRef idx="1">
            <a:schemeClr val="accent2"/>
          </a:effectRef>
          <a:fontRef idx="minor">
            <a:schemeClr val="dk1"/>
          </a:fontRef>
        </p:style>
        <p:txBody>
          <a:bodyPr/>
          <a:lstStyle/>
          <a:p>
            <a:pPr algn="ctr"/>
            <a:r>
              <a:rPr lang="en-US" b="1" dirty="0"/>
              <a:t>It’s the Law</a:t>
            </a:r>
          </a:p>
        </p:txBody>
      </p:sp>
      <p:pic>
        <p:nvPicPr>
          <p:cNvPr id="5" name="Picture 4" descr="Picture of Workforce Innovationa dn Opportunity Act Law">
            <a:extLst>
              <a:ext uri="{FF2B5EF4-FFF2-40B4-BE49-F238E27FC236}">
                <a16:creationId xmlns:a16="http://schemas.microsoft.com/office/drawing/2014/main" id="{4BA492CD-8302-6845-96D7-F855145AABD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391" y="3011400"/>
            <a:ext cx="4159821" cy="3138872"/>
          </a:xfrm>
          <a:prstGeom prst="rect">
            <a:avLst/>
          </a:prstGeom>
        </p:spPr>
      </p:pic>
      <p:sp>
        <p:nvSpPr>
          <p:cNvPr id="6" name="TextBox 5">
            <a:extLst>
              <a:ext uri="{FF2B5EF4-FFF2-40B4-BE49-F238E27FC236}">
                <a16:creationId xmlns:a16="http://schemas.microsoft.com/office/drawing/2014/main" id="{1F61A944-A1E8-1E40-A166-D6F71D1657C0}"/>
              </a:ext>
            </a:extLst>
          </p:cNvPr>
          <p:cNvSpPr txBox="1"/>
          <p:nvPr/>
        </p:nvSpPr>
        <p:spPr>
          <a:xfrm rot="21234242">
            <a:off x="620626" y="5647722"/>
            <a:ext cx="4107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WIOA:</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VR Requirements, Section 511</a:t>
            </a:r>
          </a:p>
        </p:txBody>
      </p:sp>
      <p:pic>
        <p:nvPicPr>
          <p:cNvPr id="8" name="Picture 7" descr="Picture of CMS Home and Community Based Service overview">
            <a:extLst>
              <a:ext uri="{FF2B5EF4-FFF2-40B4-BE49-F238E27FC236}">
                <a16:creationId xmlns:a16="http://schemas.microsoft.com/office/drawing/2014/main" id="{AEFEAD30-239E-DB4E-A4F3-426E0AD8862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141430" y="902535"/>
            <a:ext cx="5005811" cy="3769700"/>
          </a:xfrm>
          <a:prstGeom prst="rect">
            <a:avLst/>
          </a:prstGeom>
          <a:ln>
            <a:solidFill>
              <a:schemeClr val="tx1"/>
            </a:solidFill>
          </a:ln>
        </p:spPr>
      </p:pic>
      <p:pic>
        <p:nvPicPr>
          <p:cNvPr id="10" name="Picture 9" descr="Picture of US Department of Jusitce Olmstead guidance on informed choice">
            <a:extLst>
              <a:ext uri="{FF2B5EF4-FFF2-40B4-BE49-F238E27FC236}">
                <a16:creationId xmlns:a16="http://schemas.microsoft.com/office/drawing/2014/main" id="{A8383B83-BDE9-E54D-9A00-D467DF5C68D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792324" y="3582113"/>
            <a:ext cx="4159821" cy="3007764"/>
          </a:xfrm>
          <a:prstGeom prst="rect">
            <a:avLst/>
          </a:prstGeom>
          <a:ln>
            <a:solidFill>
              <a:schemeClr val="tx1"/>
            </a:solidFill>
          </a:ln>
        </p:spPr>
      </p:pic>
      <p:sp>
        <p:nvSpPr>
          <p:cNvPr id="2" name="Slide Number Placeholder 1">
            <a:extLst>
              <a:ext uri="{FF2B5EF4-FFF2-40B4-BE49-F238E27FC236}">
                <a16:creationId xmlns:a16="http://schemas.microsoft.com/office/drawing/2014/main" id="{5B51FCC2-4849-6D4C-9D69-95659B41C1EF}"/>
              </a:ext>
            </a:extLst>
          </p:cNvPr>
          <p:cNvSpPr>
            <a:spLocks noGrp="1"/>
          </p:cNvSpPr>
          <p:nvPr>
            <p:ph type="sldNum" sz="quarter" idx="12"/>
          </p:nvPr>
        </p:nvSpPr>
        <p:spPr/>
        <p:txBody>
          <a:bodyPr/>
          <a:lstStyle/>
          <a:p>
            <a:fld id="{98DEB4AB-D614-0E48-BC82-3517EAEB4A4F}" type="slidenum">
              <a:rPr lang="en-US" smtClean="0"/>
              <a:t>21</a:t>
            </a:fld>
            <a:endParaRPr lang="en-US"/>
          </a:p>
        </p:txBody>
      </p:sp>
    </p:spTree>
    <p:extLst>
      <p:ext uri="{BB962C8B-B14F-4D97-AF65-F5344CB8AC3E}">
        <p14:creationId xmlns:p14="http://schemas.microsoft.com/office/powerpoint/2010/main" val="386858887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15615-BD3C-E249-BC57-5CC91672A8A1}"/>
              </a:ext>
              <a:ext uri="{C183D7F6-B498-43B3-948B-1728B52AA6E4}">
                <adec:decorative xmlns:adec="http://schemas.microsoft.com/office/drawing/2017/decorative" val="1"/>
              </a:ext>
            </a:extLst>
          </p:cNvPr>
          <p:cNvSpPr>
            <a:spLocks noGrp="1"/>
          </p:cNvSpPr>
          <p:nvPr>
            <p:ph type="title"/>
          </p:nvPr>
        </p:nvSpPr>
        <p:spPr>
          <a:xfrm>
            <a:off x="504568" y="365125"/>
            <a:ext cx="8404654" cy="1505239"/>
          </a:xfrm>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cap="small" dirty="0"/>
              <a:t>Informed Choice Applies to ALL Aspects of Employment</a:t>
            </a:r>
          </a:p>
        </p:txBody>
      </p:sp>
      <p:sp>
        <p:nvSpPr>
          <p:cNvPr id="3" name="Content Placeholder 2">
            <a:extLst>
              <a:ext uri="{FF2B5EF4-FFF2-40B4-BE49-F238E27FC236}">
                <a16:creationId xmlns:a16="http://schemas.microsoft.com/office/drawing/2014/main" id="{7C1D29C3-8022-7D42-8831-5AF5FE58AECF}"/>
              </a:ext>
            </a:extLst>
          </p:cNvPr>
          <p:cNvSpPr>
            <a:spLocks noGrp="1"/>
          </p:cNvSpPr>
          <p:nvPr>
            <p:ph idx="1"/>
          </p:nvPr>
        </p:nvSpPr>
        <p:spPr>
          <a:xfrm>
            <a:off x="838200" y="2245755"/>
            <a:ext cx="10515600" cy="4351338"/>
          </a:xfrm>
        </p:spPr>
        <p:txBody>
          <a:bodyPr>
            <a:normAutofit fontScale="70000" lnSpcReduction="20000"/>
          </a:bodyPr>
          <a:lstStyle/>
          <a:p>
            <a:pPr>
              <a:spcBef>
                <a:spcPts val="2200"/>
              </a:spcBef>
              <a:buFont typeface="Wingdings" pitchFamily="2" charset="2"/>
              <a:buChar char="ü"/>
            </a:pPr>
            <a:r>
              <a:rPr lang="en-US" dirty="0"/>
              <a:t> Whether to work</a:t>
            </a:r>
          </a:p>
          <a:p>
            <a:pPr>
              <a:spcBef>
                <a:spcPts val="2200"/>
              </a:spcBef>
              <a:buFont typeface="Wingdings" pitchFamily="2" charset="2"/>
              <a:buChar char="ü"/>
            </a:pPr>
            <a:r>
              <a:rPr lang="en-US" dirty="0"/>
              <a:t> Where to work</a:t>
            </a:r>
          </a:p>
          <a:p>
            <a:pPr>
              <a:spcBef>
                <a:spcPts val="2200"/>
              </a:spcBef>
              <a:buFont typeface="Wingdings" pitchFamily="2" charset="2"/>
              <a:buChar char="ü"/>
            </a:pPr>
            <a:r>
              <a:rPr lang="en-US" dirty="0"/>
              <a:t> Type of job</a:t>
            </a:r>
          </a:p>
          <a:p>
            <a:pPr>
              <a:spcBef>
                <a:spcPts val="2200"/>
              </a:spcBef>
              <a:buFont typeface="Wingdings" pitchFamily="2" charset="2"/>
              <a:buChar char="ü"/>
            </a:pPr>
            <a:r>
              <a:rPr lang="en-US" dirty="0"/>
              <a:t> Hours &amp; schedule</a:t>
            </a:r>
          </a:p>
          <a:p>
            <a:pPr>
              <a:spcBef>
                <a:spcPts val="2200"/>
              </a:spcBef>
              <a:buFont typeface="Wingdings" pitchFamily="2" charset="2"/>
              <a:buChar char="ü"/>
            </a:pPr>
            <a:r>
              <a:rPr lang="en-US" dirty="0"/>
              <a:t> Transportation</a:t>
            </a:r>
          </a:p>
          <a:p>
            <a:pPr>
              <a:spcBef>
                <a:spcPts val="2200"/>
              </a:spcBef>
              <a:buFont typeface="Wingdings" pitchFamily="2" charset="2"/>
              <a:buChar char="ü"/>
            </a:pPr>
            <a:r>
              <a:rPr lang="en-US" dirty="0"/>
              <a:t> Changing jobs</a:t>
            </a:r>
          </a:p>
          <a:p>
            <a:pPr>
              <a:spcBef>
                <a:spcPts val="2200"/>
              </a:spcBef>
              <a:buFont typeface="Wingdings" pitchFamily="2" charset="2"/>
              <a:buChar char="ü"/>
            </a:pPr>
            <a:r>
              <a:rPr lang="en-US" dirty="0"/>
              <a:t> Job accommodations &amp; supports</a:t>
            </a:r>
          </a:p>
          <a:p>
            <a:pPr>
              <a:spcBef>
                <a:spcPts val="2200"/>
              </a:spcBef>
              <a:buFont typeface="Wingdings" pitchFamily="2" charset="2"/>
              <a:buChar char="ü"/>
            </a:pPr>
            <a:r>
              <a:rPr lang="en-US" dirty="0"/>
              <a:t>Benefits</a:t>
            </a:r>
          </a:p>
          <a:p>
            <a:pPr>
              <a:spcBef>
                <a:spcPts val="2200"/>
              </a:spcBef>
              <a:buFont typeface="Wingdings" pitchFamily="2" charset="2"/>
              <a:buChar char="ü"/>
            </a:pPr>
            <a:r>
              <a:rPr lang="en-US" dirty="0"/>
              <a:t> Others</a:t>
            </a:r>
          </a:p>
        </p:txBody>
      </p:sp>
      <p:pic>
        <p:nvPicPr>
          <p:cNvPr id="5" name="Picture 4">
            <a:extLst>
              <a:ext uri="{FF2B5EF4-FFF2-40B4-BE49-F238E27FC236}">
                <a16:creationId xmlns:a16="http://schemas.microsoft.com/office/drawing/2014/main" id="{E176477E-DA07-A342-8E1A-35F417ACA12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37331" y="2773576"/>
            <a:ext cx="5281447" cy="2416262"/>
          </a:xfrm>
          <a:prstGeom prst="rect">
            <a:avLst/>
          </a:prstGeom>
        </p:spPr>
      </p:pic>
      <p:sp>
        <p:nvSpPr>
          <p:cNvPr id="4" name="Slide Number Placeholder 3">
            <a:extLst>
              <a:ext uri="{FF2B5EF4-FFF2-40B4-BE49-F238E27FC236}">
                <a16:creationId xmlns:a16="http://schemas.microsoft.com/office/drawing/2014/main" id="{EE8FF6F2-2D9A-D444-B1CF-B7B9709F6B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DEB4AB-D614-0E48-BC82-3517EAEB4A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135010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75511D-8D54-1045-9D33-1454DBE82902}"/>
              </a:ext>
            </a:extLst>
          </p:cNvPr>
          <p:cNvSpPr>
            <a:spLocks noGrp="1"/>
          </p:cNvSpPr>
          <p:nvPr>
            <p:ph type="title"/>
          </p:nvPr>
        </p:nvSpPr>
        <p:spPr>
          <a:xfrm>
            <a:off x="762000" y="559678"/>
            <a:ext cx="3567915" cy="4952492"/>
          </a:xfrm>
        </p:spPr>
        <p:txBody>
          <a:bodyPr>
            <a:normAutofit/>
          </a:bodyPr>
          <a:lstStyle/>
          <a:p>
            <a:r>
              <a:rPr lang="en-US" dirty="0">
                <a:solidFill>
                  <a:schemeClr val="bg1"/>
                </a:solidFill>
              </a:rPr>
              <a:t>Steps for Informed Choice &amp; Employment</a:t>
            </a:r>
            <a:br>
              <a:rPr lang="en-US" dirty="0">
                <a:solidFill>
                  <a:schemeClr val="bg1"/>
                </a:solidFill>
              </a:rPr>
            </a:br>
            <a:r>
              <a:rPr lang="en-US" sz="2800" i="1" dirty="0">
                <a:solidFill>
                  <a:schemeClr val="bg1"/>
                </a:solidFill>
              </a:rPr>
              <a:t>(based on Olmstead)</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DC82C9-A671-45FC-B517-387FEFF501B3}"/>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635540899"/>
              </p:ext>
            </p:extLst>
          </p:nvPr>
        </p:nvGraphicFramePr>
        <p:xfrm>
          <a:off x="5181599" y="568325"/>
          <a:ext cx="6740769" cy="5937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AA6733B-5B80-6046-B7A2-2D55C69A8DFB}"/>
              </a:ext>
            </a:extLst>
          </p:cNvPr>
          <p:cNvSpPr>
            <a:spLocks noGrp="1"/>
          </p:cNvSpPr>
          <p:nvPr>
            <p:ph type="sldNum" sz="quarter" idx="12"/>
          </p:nvPr>
        </p:nvSpPr>
        <p:spPr/>
        <p:txBody>
          <a:bodyPr/>
          <a:lstStyle/>
          <a:p>
            <a:fld id="{98DEB4AB-D614-0E48-BC82-3517EAEB4A4F}" type="slidenum">
              <a:rPr lang="en-US" smtClean="0"/>
              <a:t>23</a:t>
            </a:fld>
            <a:endParaRPr lang="en-US"/>
          </a:p>
        </p:txBody>
      </p:sp>
    </p:spTree>
    <p:extLst>
      <p:ext uri="{BB962C8B-B14F-4D97-AF65-F5344CB8AC3E}">
        <p14:creationId xmlns:p14="http://schemas.microsoft.com/office/powerpoint/2010/main" val="306397441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245798-25E5-C142-8590-C3F6EF0D9CDA}"/>
              </a:ext>
              <a:ext uri="{C183D7F6-B498-43B3-948B-1728B52AA6E4}">
                <adec:decorative xmlns:adec="http://schemas.microsoft.com/office/drawing/2017/decorative" val="1"/>
              </a:ext>
            </a:extLst>
          </p:cNvPr>
          <p:cNvSpPr>
            <a:spLocks noGrp="1"/>
          </p:cNvSpPr>
          <p:nvPr>
            <p:ph type="title"/>
          </p:nvPr>
        </p:nvSpPr>
        <p:spPr>
          <a:xfrm>
            <a:off x="6572631" y="576218"/>
            <a:ext cx="4977976" cy="2222400"/>
          </a:xfrm>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a:noAutofit/>
          </a:bodyPr>
          <a:lstStyle/>
          <a:p>
            <a:pPr algn="ctr"/>
            <a:r>
              <a:rPr lang="en-US" sz="3600" b="1" cap="small" dirty="0">
                <a:solidFill>
                  <a:schemeClr val="accent6">
                    <a:lumMod val="75000"/>
                  </a:schemeClr>
                </a:solidFill>
              </a:rPr>
              <a:t>1. </a:t>
            </a:r>
            <a:r>
              <a:rPr lang="en-US" sz="3600" cap="small" dirty="0">
                <a:solidFill>
                  <a:schemeClr val="accent6">
                    <a:lumMod val="75000"/>
                  </a:schemeClr>
                </a:solidFill>
              </a:rPr>
              <a:t>Provide information about the benefits of working in the community</a:t>
            </a:r>
          </a:p>
        </p:txBody>
      </p:sp>
      <p:pic>
        <p:nvPicPr>
          <p:cNvPr id="7" name="Graphic 6" descr="Questions">
            <a:extLst>
              <a:ext uri="{FF2B5EF4-FFF2-40B4-BE49-F238E27FC236}">
                <a16:creationId xmlns:a16="http://schemas.microsoft.com/office/drawing/2014/main" id="{527F463B-E452-4817-AFDC-727A1300173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8DA1D668-F68B-884D-A865-FD28DFB1CFDA}"/>
              </a:ext>
            </a:extLst>
          </p:cNvPr>
          <p:cNvSpPr>
            <a:spLocks noGrp="1"/>
          </p:cNvSpPr>
          <p:nvPr>
            <p:ph idx="1"/>
          </p:nvPr>
        </p:nvSpPr>
        <p:spPr>
          <a:xfrm>
            <a:off x="6492356" y="2642493"/>
            <a:ext cx="5533390" cy="3639289"/>
          </a:xfrm>
        </p:spPr>
        <p:txBody>
          <a:bodyPr anchor="ctr">
            <a:normAutofit/>
          </a:bodyPr>
          <a:lstStyle/>
          <a:p>
            <a:r>
              <a:rPr lang="en-US" sz="3600" dirty="0">
                <a:solidFill>
                  <a:schemeClr val="tx2"/>
                </a:solidFill>
              </a:rPr>
              <a:t>What information?</a:t>
            </a:r>
            <a:br>
              <a:rPr lang="en-US" sz="3600" dirty="0">
                <a:solidFill>
                  <a:schemeClr val="tx2"/>
                </a:solidFill>
              </a:rPr>
            </a:br>
            <a:endParaRPr lang="en-US" sz="3600" dirty="0">
              <a:solidFill>
                <a:schemeClr val="tx2"/>
              </a:solidFill>
            </a:endParaRPr>
          </a:p>
          <a:p>
            <a:r>
              <a:rPr lang="en-US" sz="3600" dirty="0">
                <a:solidFill>
                  <a:schemeClr val="tx2"/>
                </a:solidFill>
              </a:rPr>
              <a:t>How should it be provided?</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 name="Slide Number Placeholder 3">
            <a:extLst>
              <a:ext uri="{FF2B5EF4-FFF2-40B4-BE49-F238E27FC236}">
                <a16:creationId xmlns:a16="http://schemas.microsoft.com/office/drawing/2014/main" id="{CDF0AD71-0D08-B145-96F0-306320D91A7B}"/>
              </a:ext>
            </a:extLst>
          </p:cNvPr>
          <p:cNvSpPr>
            <a:spLocks noGrp="1"/>
          </p:cNvSpPr>
          <p:nvPr>
            <p:ph type="sldNum" sz="quarter" idx="12"/>
          </p:nvPr>
        </p:nvSpPr>
        <p:spPr/>
        <p:txBody>
          <a:bodyPr/>
          <a:lstStyle/>
          <a:p>
            <a:fld id="{98DEB4AB-D614-0E48-BC82-3517EAEB4A4F}" type="slidenum">
              <a:rPr lang="en-US" smtClean="0"/>
              <a:t>24</a:t>
            </a:fld>
            <a:endParaRPr lang="en-US"/>
          </a:p>
        </p:txBody>
      </p:sp>
    </p:spTree>
    <p:extLst>
      <p:ext uri="{BB962C8B-B14F-4D97-AF65-F5344CB8AC3E}">
        <p14:creationId xmlns:p14="http://schemas.microsoft.com/office/powerpoint/2010/main" val="533275476"/>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3670-55EC-104F-AF78-E401CE480774}"/>
              </a:ext>
              <a:ext uri="{C183D7F6-B498-43B3-948B-1728B52AA6E4}">
                <adec:decorative xmlns:adec="http://schemas.microsoft.com/office/drawing/2017/decorative" val="1"/>
              </a:ext>
            </a:extLst>
          </p:cNvPr>
          <p:cNvSpPr>
            <a:spLocks noGrp="1"/>
          </p:cNvSpPr>
          <p:nvPr>
            <p:ph type="title"/>
          </p:nvPr>
        </p:nvSpPr>
        <p:spPr>
          <a:xfrm>
            <a:off x="402498" y="180472"/>
            <a:ext cx="10515600" cy="1325563"/>
          </a:xfrm>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normAutofit/>
          </a:bodyPr>
          <a:lstStyle/>
          <a:p>
            <a:pPr algn="ctr"/>
            <a:r>
              <a:rPr lang="en-US" b="1" cap="small" dirty="0"/>
              <a:t>2. </a:t>
            </a:r>
            <a:r>
              <a:rPr lang="en-US" cap="small" dirty="0"/>
              <a:t>Facilitate/arrange visits or other experiences in employment settings</a:t>
            </a:r>
          </a:p>
        </p:txBody>
      </p:sp>
      <p:sp>
        <p:nvSpPr>
          <p:cNvPr id="3" name="Content Placeholder 2">
            <a:extLst>
              <a:ext uri="{FF2B5EF4-FFF2-40B4-BE49-F238E27FC236}">
                <a16:creationId xmlns:a16="http://schemas.microsoft.com/office/drawing/2014/main" id="{7A5E9EFC-0C46-9E49-AFCE-032225B49B8A}"/>
              </a:ext>
            </a:extLst>
          </p:cNvPr>
          <p:cNvSpPr>
            <a:spLocks noGrp="1"/>
          </p:cNvSpPr>
          <p:nvPr>
            <p:ph idx="1"/>
          </p:nvPr>
        </p:nvSpPr>
        <p:spPr>
          <a:xfrm>
            <a:off x="1676400" y="1734236"/>
            <a:ext cx="10515600" cy="4351338"/>
          </a:xfrm>
        </p:spPr>
        <p:txBody>
          <a:bodyPr>
            <a:normAutofit/>
          </a:bodyPr>
          <a:lstStyle/>
          <a:p>
            <a:r>
              <a:rPr lang="en-US" sz="3200" dirty="0"/>
              <a:t>Types of experiences</a:t>
            </a:r>
          </a:p>
          <a:p>
            <a:r>
              <a:rPr lang="en-US" sz="3200" dirty="0"/>
              <a:t>Ensuring quality experiences and sufficient experiences</a:t>
            </a:r>
          </a:p>
          <a:p>
            <a:r>
              <a:rPr lang="en-US" sz="3200" dirty="0"/>
              <a:t>Helping individuals process what they learn</a:t>
            </a:r>
          </a:p>
        </p:txBody>
      </p:sp>
      <p:pic>
        <p:nvPicPr>
          <p:cNvPr id="5" name="Picture 4">
            <a:extLst>
              <a:ext uri="{FF2B5EF4-FFF2-40B4-BE49-F238E27FC236}">
                <a16:creationId xmlns:a16="http://schemas.microsoft.com/office/drawing/2014/main" id="{50FFBE83-1547-5841-A447-57BAB9193A0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55619" y="4434068"/>
            <a:ext cx="1653994" cy="2205325"/>
          </a:xfrm>
          <a:prstGeom prst="rect">
            <a:avLst/>
          </a:prstGeom>
        </p:spPr>
      </p:pic>
      <p:pic>
        <p:nvPicPr>
          <p:cNvPr id="7" name="Picture 6">
            <a:extLst>
              <a:ext uri="{FF2B5EF4-FFF2-40B4-BE49-F238E27FC236}">
                <a16:creationId xmlns:a16="http://schemas.microsoft.com/office/drawing/2014/main" id="{70D34F54-524E-0748-B00E-92D61F2127D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4042" y="4270846"/>
            <a:ext cx="1994713" cy="1496034"/>
          </a:xfrm>
          <a:prstGeom prst="rect">
            <a:avLst/>
          </a:prstGeom>
        </p:spPr>
      </p:pic>
      <p:pic>
        <p:nvPicPr>
          <p:cNvPr id="9" name="Picture 8">
            <a:extLst>
              <a:ext uri="{FF2B5EF4-FFF2-40B4-BE49-F238E27FC236}">
                <a16:creationId xmlns:a16="http://schemas.microsoft.com/office/drawing/2014/main" id="{1A2B9E99-BAE9-A344-943C-44312A2BCD40}"/>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04403" y="4963879"/>
            <a:ext cx="1804455" cy="1860262"/>
          </a:xfrm>
          <a:prstGeom prst="rect">
            <a:avLst/>
          </a:prstGeom>
        </p:spPr>
      </p:pic>
      <p:pic>
        <p:nvPicPr>
          <p:cNvPr id="11" name="Picture 10">
            <a:extLst>
              <a:ext uri="{FF2B5EF4-FFF2-40B4-BE49-F238E27FC236}">
                <a16:creationId xmlns:a16="http://schemas.microsoft.com/office/drawing/2014/main" id="{028F8799-C779-ED4B-99CB-11E60A684CE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565607" y="3688685"/>
            <a:ext cx="2221990" cy="2205325"/>
          </a:xfrm>
          <a:prstGeom prst="rect">
            <a:avLst/>
          </a:prstGeom>
        </p:spPr>
      </p:pic>
      <p:pic>
        <p:nvPicPr>
          <p:cNvPr id="13" name="Picture 12">
            <a:extLst>
              <a:ext uri="{FF2B5EF4-FFF2-40B4-BE49-F238E27FC236}">
                <a16:creationId xmlns:a16="http://schemas.microsoft.com/office/drawing/2014/main" id="{6DCADD04-5065-8D4C-90D6-F89FFD78195D}"/>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075503" y="4963878"/>
            <a:ext cx="1860263" cy="1860263"/>
          </a:xfrm>
          <a:prstGeom prst="rect">
            <a:avLst/>
          </a:prstGeom>
        </p:spPr>
      </p:pic>
      <p:pic>
        <p:nvPicPr>
          <p:cNvPr id="15" name="Picture 14">
            <a:extLst>
              <a:ext uri="{FF2B5EF4-FFF2-40B4-BE49-F238E27FC236}">
                <a16:creationId xmlns:a16="http://schemas.microsoft.com/office/drawing/2014/main" id="{8CB74B3C-8B5C-4647-958A-2ADEADACE71F}"/>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955650" y="3900941"/>
            <a:ext cx="2140350" cy="1669473"/>
          </a:xfrm>
          <a:prstGeom prst="rect">
            <a:avLst/>
          </a:prstGeom>
        </p:spPr>
      </p:pic>
      <p:sp>
        <p:nvSpPr>
          <p:cNvPr id="4" name="Slide Number Placeholder 3">
            <a:extLst>
              <a:ext uri="{FF2B5EF4-FFF2-40B4-BE49-F238E27FC236}">
                <a16:creationId xmlns:a16="http://schemas.microsoft.com/office/drawing/2014/main" id="{56274544-0F3B-7B48-B375-E241BCB5A82F}"/>
              </a:ext>
            </a:extLst>
          </p:cNvPr>
          <p:cNvSpPr>
            <a:spLocks noGrp="1"/>
          </p:cNvSpPr>
          <p:nvPr>
            <p:ph type="sldNum" sz="quarter" idx="12"/>
          </p:nvPr>
        </p:nvSpPr>
        <p:spPr/>
        <p:txBody>
          <a:bodyPr/>
          <a:lstStyle/>
          <a:p>
            <a:fld id="{98DEB4AB-D614-0E48-BC82-3517EAEB4A4F}" type="slidenum">
              <a:rPr lang="en-US" smtClean="0"/>
              <a:t>25</a:t>
            </a:fld>
            <a:endParaRPr lang="en-US"/>
          </a:p>
        </p:txBody>
      </p:sp>
    </p:spTree>
    <p:extLst>
      <p:ext uri="{BB962C8B-B14F-4D97-AF65-F5344CB8AC3E}">
        <p14:creationId xmlns:p14="http://schemas.microsoft.com/office/powerpoint/2010/main" val="123184352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7B1985-B168-834A-A6C5-98F74687E36A}"/>
              </a:ext>
            </a:extLst>
          </p:cNvPr>
          <p:cNvSpPr>
            <a:spLocks noGrp="1"/>
          </p:cNvSpPr>
          <p:nvPr>
            <p:ph type="title"/>
          </p:nvPr>
        </p:nvSpPr>
        <p:spPr>
          <a:xfrm>
            <a:off x="665085" y="628876"/>
            <a:ext cx="4803225" cy="1128068"/>
          </a:xfrm>
        </p:spPr>
        <p:txBody>
          <a:bodyPr anchor="ctr">
            <a:noAutofit/>
          </a:bodyPr>
          <a:lstStyle/>
          <a:p>
            <a:r>
              <a:rPr lang="en-US" sz="6000" b="1" dirty="0"/>
              <a:t>3. </a:t>
            </a:r>
            <a:r>
              <a:rPr lang="en-US" sz="6000" dirty="0"/>
              <a:t>Peer-to-Peer</a:t>
            </a:r>
            <a:br>
              <a:rPr lang="en-US" sz="6000" dirty="0"/>
            </a:br>
            <a:r>
              <a:rPr lang="en-US" sz="6000" dirty="0"/>
              <a:t>    Discussions</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3D9A68-9E5D-A649-908D-985C05FE31F3}"/>
              </a:ext>
            </a:extLst>
          </p:cNvPr>
          <p:cNvSpPr>
            <a:spLocks noGrp="1"/>
          </p:cNvSpPr>
          <p:nvPr>
            <p:ph idx="1"/>
          </p:nvPr>
        </p:nvSpPr>
        <p:spPr>
          <a:xfrm>
            <a:off x="834407" y="2148374"/>
            <a:ext cx="4559425" cy="3979585"/>
          </a:xfrm>
        </p:spPr>
        <p:txBody>
          <a:bodyPr anchor="ctr">
            <a:normAutofit/>
          </a:bodyPr>
          <a:lstStyle/>
          <a:p>
            <a:r>
              <a:rPr lang="en-US" sz="6000" b="1" i="1" dirty="0"/>
              <a:t>Who?</a:t>
            </a:r>
          </a:p>
          <a:p>
            <a:pPr>
              <a:spcBef>
                <a:spcPts val="2200"/>
              </a:spcBef>
            </a:pPr>
            <a:r>
              <a:rPr lang="en-US" sz="6000" b="1" i="1" dirty="0"/>
              <a:t>How?</a:t>
            </a:r>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F38D087-A4F7-D147-A166-3861FB84F494}"/>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451" b="-1"/>
          <a:stretch/>
        </p:blipFill>
        <p:spPr>
          <a:xfrm>
            <a:off x="5977788" y="799352"/>
            <a:ext cx="5425410" cy="5259296"/>
          </a:xfrm>
          <a:prstGeom prst="rect">
            <a:avLst/>
          </a:prstGeom>
        </p:spPr>
      </p:pic>
      <p:sp>
        <p:nvSpPr>
          <p:cNvPr id="4" name="Slide Number Placeholder 3">
            <a:extLst>
              <a:ext uri="{FF2B5EF4-FFF2-40B4-BE49-F238E27FC236}">
                <a16:creationId xmlns:a16="http://schemas.microsoft.com/office/drawing/2014/main" id="{F010C7AC-50F2-9D4D-B025-49121F176590}"/>
              </a:ext>
            </a:extLst>
          </p:cNvPr>
          <p:cNvSpPr>
            <a:spLocks noGrp="1"/>
          </p:cNvSpPr>
          <p:nvPr>
            <p:ph type="sldNum" sz="quarter" idx="12"/>
          </p:nvPr>
        </p:nvSpPr>
        <p:spPr/>
        <p:txBody>
          <a:bodyPr/>
          <a:lstStyle/>
          <a:p>
            <a:fld id="{98DEB4AB-D614-0E48-BC82-3517EAEB4A4F}" type="slidenum">
              <a:rPr lang="en-US" smtClean="0"/>
              <a:t>26</a:t>
            </a:fld>
            <a:endParaRPr lang="en-US"/>
          </a:p>
        </p:txBody>
      </p:sp>
    </p:spTree>
    <p:extLst>
      <p:ext uri="{BB962C8B-B14F-4D97-AF65-F5344CB8AC3E}">
        <p14:creationId xmlns:p14="http://schemas.microsoft.com/office/powerpoint/2010/main" val="310896176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8A4449-C4A8-A34E-AD96-FBCA9B463A54}"/>
              </a:ext>
              <a:ext uri="{C183D7F6-B498-43B3-948B-1728B52AA6E4}">
                <adec:decorative xmlns:adec="http://schemas.microsoft.com/office/drawing/2017/decorative" val="1"/>
              </a:ext>
            </a:extLst>
          </p:cNvPr>
          <p:cNvSpPr>
            <a:spLocks noGrp="1"/>
          </p:cNvSpPr>
          <p:nvPr>
            <p:ph type="title"/>
          </p:nvPr>
        </p:nvSpPr>
        <p:spPr>
          <a:xfrm>
            <a:off x="264274" y="1289118"/>
            <a:ext cx="10515600" cy="1325563"/>
          </a:xfr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normAutofit/>
          </a:bodyPr>
          <a:lstStyle/>
          <a:p>
            <a:pPr algn="ctr"/>
            <a:r>
              <a:rPr lang="en-US" sz="3700" b="1" cap="small" dirty="0"/>
              <a:t>4. </a:t>
            </a:r>
            <a:r>
              <a:rPr lang="en-US" sz="3700" cap="small" dirty="0"/>
              <a:t>Identify and address any concerns or objections raised by the individual or relevant decision maker</a:t>
            </a:r>
          </a:p>
        </p:txBody>
      </p:sp>
      <p:graphicFrame>
        <p:nvGraphicFramePr>
          <p:cNvPr id="5" name="Content Placeholder 2">
            <a:extLst>
              <a:ext uri="{FF2B5EF4-FFF2-40B4-BE49-F238E27FC236}">
                <a16:creationId xmlns:a16="http://schemas.microsoft.com/office/drawing/2014/main" id="{EAB7407A-0865-48AA-8A13-28EAF61AABE7}"/>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661735021"/>
              </p:ext>
            </p:extLst>
          </p:nvPr>
        </p:nvGraphicFramePr>
        <p:xfrm>
          <a:off x="968813" y="2345883"/>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36A443EC-5F9C-CA40-B64A-BCD635290733}"/>
              </a:ext>
              <a:ext uri="{C183D7F6-B498-43B3-948B-1728B52AA6E4}">
                <adec:decorative xmlns:adec="http://schemas.microsoft.com/office/drawing/2017/decorative" val="1"/>
              </a:ext>
            </a:extLst>
          </p:cNvPr>
          <p:cNvSpPr txBox="1"/>
          <p:nvPr/>
        </p:nvSpPr>
        <p:spPr>
          <a:xfrm>
            <a:off x="2880682" y="5499580"/>
            <a:ext cx="5970667" cy="95410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Acknowledge concerns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Identify strategies for addressing</a:t>
            </a:r>
          </a:p>
        </p:txBody>
      </p:sp>
      <p:sp>
        <p:nvSpPr>
          <p:cNvPr id="3" name="Slide Number Placeholder 2">
            <a:extLst>
              <a:ext uri="{FF2B5EF4-FFF2-40B4-BE49-F238E27FC236}">
                <a16:creationId xmlns:a16="http://schemas.microsoft.com/office/drawing/2014/main" id="{29A3BC22-75BD-7840-AA94-1AB3E2E2C96C}"/>
              </a:ext>
            </a:extLst>
          </p:cNvPr>
          <p:cNvSpPr>
            <a:spLocks noGrp="1"/>
          </p:cNvSpPr>
          <p:nvPr>
            <p:ph type="sldNum" sz="quarter" idx="12"/>
          </p:nvPr>
        </p:nvSpPr>
        <p:spPr/>
        <p:txBody>
          <a:bodyPr/>
          <a:lstStyle/>
          <a:p>
            <a:fld id="{98DEB4AB-D614-0E48-BC82-3517EAEB4A4F}" type="slidenum">
              <a:rPr lang="en-US" smtClean="0"/>
              <a:t>27</a:t>
            </a:fld>
            <a:endParaRPr lang="en-US"/>
          </a:p>
        </p:txBody>
      </p:sp>
    </p:spTree>
    <p:extLst>
      <p:ext uri="{BB962C8B-B14F-4D97-AF65-F5344CB8AC3E}">
        <p14:creationId xmlns:p14="http://schemas.microsoft.com/office/powerpoint/2010/main" val="75528702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27"/>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58029" y="333478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474479" y="1096414"/>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3597E03-D889-DA4A-B0FA-E4B391EFF94A}"/>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sz="6000" b="1" kern="1200" dirty="0">
                <a:solidFill>
                  <a:schemeClr val="tx1"/>
                </a:solidFill>
                <a:latin typeface="+mj-lt"/>
                <a:ea typeface="+mj-ea"/>
                <a:cs typeface="+mj-cs"/>
              </a:rPr>
              <a:t>5. </a:t>
            </a:r>
            <a:r>
              <a:rPr lang="en-US" sz="6000" kern="1200" dirty="0">
                <a:solidFill>
                  <a:schemeClr val="tx1"/>
                </a:solidFill>
                <a:latin typeface="+mj-lt"/>
                <a:ea typeface="+mj-ea"/>
                <a:cs typeface="+mj-cs"/>
              </a:rPr>
              <a:t>Regularly revisit a decision not to work in the community</a:t>
            </a:r>
          </a:p>
        </p:txBody>
      </p:sp>
      <p:sp>
        <p:nvSpPr>
          <p:cNvPr id="3" name="Content Placeholder 2">
            <a:extLst>
              <a:ext uri="{FF2B5EF4-FFF2-40B4-BE49-F238E27FC236}">
                <a16:creationId xmlns:a16="http://schemas.microsoft.com/office/drawing/2014/main" id="{5FFC922C-D9AA-664D-B243-097C83AD2CE3}"/>
              </a:ext>
            </a:extLst>
          </p:cNvPr>
          <p:cNvSpPr>
            <a:spLocks noGrp="1"/>
          </p:cNvSpPr>
          <p:nvPr>
            <p:ph idx="1"/>
          </p:nvPr>
        </p:nvSpPr>
        <p:spPr>
          <a:xfrm>
            <a:off x="4038600" y="4960531"/>
            <a:ext cx="7644627" cy="1329443"/>
          </a:xfrm>
        </p:spPr>
        <p:txBody>
          <a:bodyPr vert="horz" lIns="91440" tIns="45720" rIns="91440" bIns="45720" rtlCol="0">
            <a:normAutofit/>
          </a:bodyPr>
          <a:lstStyle/>
          <a:p>
            <a:pPr marL="0" indent="0" algn="r">
              <a:buNone/>
            </a:pPr>
            <a:r>
              <a:rPr lang="en-US" sz="3200" b="1" i="1" kern="1200" dirty="0">
                <a:solidFill>
                  <a:schemeClr val="tx1"/>
                </a:solidFill>
                <a:latin typeface="+mn-lt"/>
                <a:ea typeface="+mn-ea"/>
                <a:cs typeface="+mn-cs"/>
              </a:rPr>
              <a:t>Low-risk strategies to help inform individual and consider employment as an option</a:t>
            </a:r>
          </a:p>
        </p:txBody>
      </p:sp>
      <p:sp>
        <p:nvSpPr>
          <p:cNvPr id="4" name="Slide Number Placeholder 3">
            <a:extLst>
              <a:ext uri="{FF2B5EF4-FFF2-40B4-BE49-F238E27FC236}">
                <a16:creationId xmlns:a16="http://schemas.microsoft.com/office/drawing/2014/main" id="{1136AB13-91E9-0B48-B0F8-6E421BFF99EE}"/>
              </a:ext>
            </a:extLst>
          </p:cNvPr>
          <p:cNvSpPr>
            <a:spLocks noGrp="1"/>
          </p:cNvSpPr>
          <p:nvPr>
            <p:ph type="sldNum" sz="quarter" idx="12"/>
          </p:nvPr>
        </p:nvSpPr>
        <p:spPr/>
        <p:txBody>
          <a:bodyPr/>
          <a:lstStyle/>
          <a:p>
            <a:fld id="{98DEB4AB-D614-0E48-BC82-3517EAEB4A4F}" type="slidenum">
              <a:rPr lang="en-US" smtClean="0"/>
              <a:t>28</a:t>
            </a:fld>
            <a:endParaRPr lang="en-US"/>
          </a:p>
        </p:txBody>
      </p:sp>
    </p:spTree>
    <p:extLst>
      <p:ext uri="{BB962C8B-B14F-4D97-AF65-F5344CB8AC3E}">
        <p14:creationId xmlns:p14="http://schemas.microsoft.com/office/powerpoint/2010/main" val="369107838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C3E9AB-4B76-A049-821C-A28175F278DF}"/>
              </a:ext>
              <a:ext uri="{C183D7F6-B498-43B3-948B-1728B52AA6E4}">
                <adec:decorative xmlns:adec="http://schemas.microsoft.com/office/drawing/2017/decorative" val="1"/>
              </a:ext>
            </a:extLst>
          </p:cNvPr>
          <p:cNvSpPr>
            <a:spLocks noGrp="1"/>
          </p:cNvSpPr>
          <p:nvPr>
            <p:ph idx="1"/>
          </p:nvPr>
        </p:nvSpPr>
        <p:spPr>
          <a:xfrm>
            <a:off x="4939146" y="1936461"/>
            <a:ext cx="6102927" cy="2538557"/>
          </a:xfrm>
          <a:effectLst>
            <a:glow rad="139700">
              <a:schemeClr val="accent5">
                <a:satMod val="175000"/>
                <a:alpha val="40000"/>
              </a:schemeClr>
            </a:glow>
          </a:effectLst>
          <a:scene3d>
            <a:camera prst="orthographicFront"/>
            <a:lightRig rig="threePt" dir="t"/>
          </a:scene3d>
          <a:sp3d>
            <a:bevelT prst="angle"/>
          </a:sp3d>
        </p:spPr>
        <p:style>
          <a:lnRef idx="1">
            <a:schemeClr val="accent5"/>
          </a:lnRef>
          <a:fillRef idx="3">
            <a:schemeClr val="accent5"/>
          </a:fillRef>
          <a:effectRef idx="2">
            <a:schemeClr val="accent5"/>
          </a:effectRef>
          <a:fontRef idx="minor">
            <a:schemeClr val="lt1"/>
          </a:fontRef>
        </p:style>
        <p:txBody>
          <a:bodyPr anchor="ctr" anchorCtr="0">
            <a:normAutofit/>
          </a:bodyPr>
          <a:lstStyle/>
          <a:p>
            <a:r>
              <a:rPr lang="en-US" sz="3600" dirty="0"/>
              <a:t>Steps to be taken</a:t>
            </a:r>
          </a:p>
          <a:p>
            <a:pPr marL="0" indent="0">
              <a:buNone/>
            </a:pPr>
            <a:endParaRPr lang="en-US" sz="3600" dirty="0"/>
          </a:p>
          <a:p>
            <a:r>
              <a:rPr lang="en-US" sz="3600" dirty="0"/>
              <a:t>Concerns and issues and how they will be addressed</a:t>
            </a:r>
          </a:p>
        </p:txBody>
      </p:sp>
      <p:pic>
        <p:nvPicPr>
          <p:cNvPr id="5" name="Picture 4">
            <a:extLst>
              <a:ext uri="{FF2B5EF4-FFF2-40B4-BE49-F238E27FC236}">
                <a16:creationId xmlns:a16="http://schemas.microsoft.com/office/drawing/2014/main" id="{327A00AA-AAED-7045-A92F-DA36C3BB4C7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7419" y="594498"/>
            <a:ext cx="6913419" cy="5669004"/>
          </a:xfrm>
          <a:prstGeom prst="rect">
            <a:avLst/>
          </a:prstGeom>
        </p:spPr>
      </p:pic>
      <p:sp>
        <p:nvSpPr>
          <p:cNvPr id="2" name="Title 1">
            <a:extLst>
              <a:ext uri="{FF2B5EF4-FFF2-40B4-BE49-F238E27FC236}">
                <a16:creationId xmlns:a16="http://schemas.microsoft.com/office/drawing/2014/main" id="{11E33051-9DF2-4246-926D-D5CC9B7804DF}"/>
              </a:ext>
            </a:extLst>
          </p:cNvPr>
          <p:cNvSpPr>
            <a:spLocks noGrp="1"/>
          </p:cNvSpPr>
          <p:nvPr>
            <p:ph type="title"/>
          </p:nvPr>
        </p:nvSpPr>
        <p:spPr>
          <a:xfrm>
            <a:off x="568037" y="1006246"/>
            <a:ext cx="3352799" cy="3673415"/>
          </a:xfrm>
        </p:spPr>
        <p:txBody>
          <a:bodyPr>
            <a:normAutofit/>
          </a:bodyPr>
          <a:lstStyle/>
          <a:p>
            <a:pPr algn="ctr"/>
            <a:r>
              <a:rPr lang="en-US" sz="3600" dirty="0">
                <a:latin typeface="Bradley Hand" pitchFamily="2" charset="77"/>
              </a:rPr>
              <a:t>Importance of documentation</a:t>
            </a:r>
          </a:p>
        </p:txBody>
      </p:sp>
      <p:cxnSp>
        <p:nvCxnSpPr>
          <p:cNvPr id="7" name="Straight Connector 6">
            <a:extLst>
              <a:ext uri="{FF2B5EF4-FFF2-40B4-BE49-F238E27FC236}">
                <a16:creationId xmlns:a16="http://schemas.microsoft.com/office/drawing/2014/main" id="{7E6AD026-9947-B24A-AE39-764EFE95EF2C}"/>
              </a:ext>
              <a:ext uri="{C183D7F6-B498-43B3-948B-1728B52AA6E4}">
                <adec:decorative xmlns:adec="http://schemas.microsoft.com/office/drawing/2017/decorative" val="1"/>
              </a:ext>
            </a:extLst>
          </p:cNvPr>
          <p:cNvCxnSpPr>
            <a:cxnSpLocks/>
          </p:cNvCxnSpPr>
          <p:nvPr/>
        </p:nvCxnSpPr>
        <p:spPr>
          <a:xfrm>
            <a:off x="1032163" y="6636327"/>
            <a:ext cx="10127673" cy="0"/>
          </a:xfrm>
          <a:prstGeom prst="line">
            <a:avLst/>
          </a:prstGeom>
          <a:ln w="1047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C0366E-D3A5-7F4F-98B4-3DC34DA4FBBB}"/>
              </a:ext>
              <a:ext uri="{C183D7F6-B498-43B3-948B-1728B52AA6E4}">
                <adec:decorative xmlns:adec="http://schemas.microsoft.com/office/drawing/2017/decorative" val="1"/>
              </a:ext>
            </a:extLst>
          </p:cNvPr>
          <p:cNvCxnSpPr>
            <a:cxnSpLocks/>
          </p:cNvCxnSpPr>
          <p:nvPr/>
        </p:nvCxnSpPr>
        <p:spPr>
          <a:xfrm>
            <a:off x="11762509" y="235526"/>
            <a:ext cx="0" cy="6456219"/>
          </a:xfrm>
          <a:prstGeom prst="line">
            <a:avLst/>
          </a:prstGeom>
          <a:ln w="1079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6B1C2FA-6950-B34E-9BF5-AEA99911AAA1}"/>
              </a:ext>
            </a:extLst>
          </p:cNvPr>
          <p:cNvSpPr>
            <a:spLocks noGrp="1"/>
          </p:cNvSpPr>
          <p:nvPr>
            <p:ph type="sldNum" sz="quarter" idx="12"/>
          </p:nvPr>
        </p:nvSpPr>
        <p:spPr/>
        <p:txBody>
          <a:bodyPr/>
          <a:lstStyle/>
          <a:p>
            <a:fld id="{98DEB4AB-D614-0E48-BC82-3517EAEB4A4F}" type="slidenum">
              <a:rPr lang="en-US" smtClean="0"/>
              <a:t>29</a:t>
            </a:fld>
            <a:endParaRPr lang="en-US"/>
          </a:p>
        </p:txBody>
      </p:sp>
    </p:spTree>
    <p:extLst>
      <p:ext uri="{BB962C8B-B14F-4D97-AF65-F5344CB8AC3E}">
        <p14:creationId xmlns:p14="http://schemas.microsoft.com/office/powerpoint/2010/main" val="2413435785"/>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AEEA12-DB67-CF42-AAB4-98086BA8B87D}"/>
              </a:ext>
            </a:extLst>
          </p:cNvPr>
          <p:cNvSpPr>
            <a:spLocks noGrp="1"/>
          </p:cNvSpPr>
          <p:nvPr>
            <p:ph type="title"/>
          </p:nvPr>
        </p:nvSpPr>
        <p:spPr>
          <a:xfrm>
            <a:off x="9062937" y="195987"/>
            <a:ext cx="2378611" cy="1519951"/>
          </a:xfrm>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a:noAutofit/>
          </a:bodyPr>
          <a:lstStyle/>
          <a:p>
            <a:pPr algn="ctr"/>
            <a:r>
              <a:rPr lang="en-US" sz="2400" dirty="0"/>
              <a:t>Informed Choice</a:t>
            </a:r>
            <a:r>
              <a:rPr lang="en-US" sz="2400" baseline="0" dirty="0"/>
              <a:t> as a Developmental Process</a:t>
            </a:r>
            <a:endParaRPr lang="en-US" sz="2400" dirty="0"/>
          </a:p>
        </p:txBody>
      </p:sp>
      <p:graphicFrame>
        <p:nvGraphicFramePr>
          <p:cNvPr id="4" name="Diagram 3" descr="Pyramid with following words from top to bottom: Working, Work Change, Searching, Preparatory, Contemplative, Pre-Contemplative">
            <a:extLst>
              <a:ext uri="{FF2B5EF4-FFF2-40B4-BE49-F238E27FC236}">
                <a16:creationId xmlns:a16="http://schemas.microsoft.com/office/drawing/2014/main" id="{EEB088AB-6F55-4845-917B-7F317EFB2DAE}"/>
              </a:ext>
            </a:extLst>
          </p:cNvPr>
          <p:cNvGraphicFramePr/>
          <p:nvPr>
            <p:extLst>
              <p:ext uri="{D42A27DB-BD31-4B8C-83A1-F6EECF244321}">
                <p14:modId xmlns:p14="http://schemas.microsoft.com/office/powerpoint/2010/main" val="2867967347"/>
              </p:ext>
            </p:extLst>
          </p:nvPr>
        </p:nvGraphicFramePr>
        <p:xfrm>
          <a:off x="678873" y="0"/>
          <a:ext cx="10723417" cy="6691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urved Left Arrow 6" descr="Arrow indicating revolving nature of work and work change">
            <a:extLst>
              <a:ext uri="{FF2B5EF4-FFF2-40B4-BE49-F238E27FC236}">
                <a16:creationId xmlns:a16="http://schemas.microsoft.com/office/drawing/2014/main" id="{B01D9B21-541C-524A-8961-657F22BDB810}"/>
              </a:ext>
              <a:ext uri="{C183D7F6-B498-43B3-948B-1728B52AA6E4}">
                <adec:decorative xmlns:adec="http://schemas.microsoft.com/office/drawing/2017/decorative" val="0"/>
              </a:ext>
            </a:extLst>
          </p:cNvPr>
          <p:cNvSpPr/>
          <p:nvPr/>
        </p:nvSpPr>
        <p:spPr>
          <a:xfrm>
            <a:off x="6968836" y="1094509"/>
            <a:ext cx="1080655" cy="92825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Curved Left Arrow 8" descr="Arrow indicating revolving nature of work and work change">
            <a:extLst>
              <a:ext uri="{FF2B5EF4-FFF2-40B4-BE49-F238E27FC236}">
                <a16:creationId xmlns:a16="http://schemas.microsoft.com/office/drawing/2014/main" id="{F99B4064-E7DC-714F-BF6C-B6A25CEEC0BB}"/>
              </a:ext>
            </a:extLst>
          </p:cNvPr>
          <p:cNvSpPr/>
          <p:nvPr/>
        </p:nvSpPr>
        <p:spPr>
          <a:xfrm flipH="1" flipV="1">
            <a:off x="3960091" y="955963"/>
            <a:ext cx="1080655" cy="92825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6A2772B-A820-7B40-BC93-9E2F16D83F3B}"/>
              </a:ext>
            </a:extLst>
          </p:cNvPr>
          <p:cNvSpPr txBox="1"/>
          <p:nvPr/>
        </p:nvSpPr>
        <p:spPr>
          <a:xfrm>
            <a:off x="5435601" y="669710"/>
            <a:ext cx="124921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Working</a:t>
            </a:r>
          </a:p>
        </p:txBody>
      </p:sp>
      <p:sp>
        <p:nvSpPr>
          <p:cNvPr id="11" name="TextBox 10">
            <a:extLst>
              <a:ext uri="{FF2B5EF4-FFF2-40B4-BE49-F238E27FC236}">
                <a16:creationId xmlns:a16="http://schemas.microsoft.com/office/drawing/2014/main" id="{775AAB26-E6C2-284B-BD1D-F117090E22DD}"/>
              </a:ext>
            </a:extLst>
          </p:cNvPr>
          <p:cNvSpPr txBox="1"/>
          <p:nvPr/>
        </p:nvSpPr>
        <p:spPr>
          <a:xfrm>
            <a:off x="0" y="0"/>
            <a:ext cx="4184073"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Adapted from</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Informed Choice &amp; Employment, Minnesota Department of Human Services, 2016</a:t>
            </a:r>
          </a:p>
        </p:txBody>
      </p:sp>
      <p:sp>
        <p:nvSpPr>
          <p:cNvPr id="3" name="Slide Number Placeholder 2">
            <a:extLst>
              <a:ext uri="{FF2B5EF4-FFF2-40B4-BE49-F238E27FC236}">
                <a16:creationId xmlns:a16="http://schemas.microsoft.com/office/drawing/2014/main" id="{3DF49BB0-9280-A042-AEF0-DDDD90450C24}"/>
              </a:ext>
            </a:extLst>
          </p:cNvPr>
          <p:cNvSpPr>
            <a:spLocks noGrp="1"/>
          </p:cNvSpPr>
          <p:nvPr>
            <p:ph type="sldNum" sz="quarter" idx="12"/>
          </p:nvPr>
        </p:nvSpPr>
        <p:spPr/>
        <p:txBody>
          <a:bodyPr/>
          <a:lstStyle/>
          <a:p>
            <a:fld id="{98DEB4AB-D614-0E48-BC82-3517EAEB4A4F}" type="slidenum">
              <a:rPr lang="en-US" smtClean="0"/>
              <a:t>30</a:t>
            </a:fld>
            <a:endParaRPr lang="en-US"/>
          </a:p>
        </p:txBody>
      </p:sp>
    </p:spTree>
    <p:extLst>
      <p:ext uri="{BB962C8B-B14F-4D97-AF65-F5344CB8AC3E}">
        <p14:creationId xmlns:p14="http://schemas.microsoft.com/office/powerpoint/2010/main" val="254377071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EAC1C-272C-F54E-B337-582E5AF7AFB4}"/>
              </a:ext>
            </a:extLst>
          </p:cNvPr>
          <p:cNvSpPr>
            <a:spLocks noGrp="1"/>
          </p:cNvSpPr>
          <p:nvPr>
            <p:ph type="title"/>
          </p:nvPr>
        </p:nvSpPr>
        <p:spPr>
          <a:xfrm>
            <a:off x="589560" y="856180"/>
            <a:ext cx="4560584" cy="1128068"/>
          </a:xfrm>
        </p:spPr>
        <p:txBody>
          <a:bodyPr anchor="ctr">
            <a:normAutofit/>
          </a:bodyPr>
          <a:lstStyle/>
          <a:p>
            <a:r>
              <a:rPr lang="en-US" sz="3400" b="1" cap="small"/>
              <a:t>Ensuring understanding of “working”</a:t>
            </a:r>
            <a:endParaRPr lang="en-US" sz="3400" b="1" cap="small" dirty="0"/>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FF373A-627B-2E41-BED2-B242E5ACDFE7}"/>
              </a:ext>
            </a:extLst>
          </p:cNvPr>
          <p:cNvSpPr>
            <a:spLocks noGrp="1"/>
          </p:cNvSpPr>
          <p:nvPr>
            <p:ph idx="1"/>
          </p:nvPr>
        </p:nvSpPr>
        <p:spPr>
          <a:xfrm>
            <a:off x="355196" y="2162644"/>
            <a:ext cx="4833791" cy="4329596"/>
          </a:xfrm>
        </p:spPr>
        <p:txBody>
          <a:bodyPr anchor="ctr">
            <a:normAutofit/>
          </a:bodyPr>
          <a:lstStyle/>
          <a:p>
            <a:r>
              <a:rPr lang="en-US" sz="2400"/>
              <a:t>Don’t presume individuals know what “working” and being “employed” really means.</a:t>
            </a:r>
            <a:br>
              <a:rPr lang="en-US" sz="2400"/>
            </a:br>
            <a:endParaRPr lang="en-US" sz="2400"/>
          </a:p>
          <a:p>
            <a:r>
              <a:rPr lang="en-US" sz="2400"/>
              <a:t>Spend time in </a:t>
            </a:r>
            <a:r>
              <a:rPr lang="en-US" sz="2400" i="1"/>
              <a:t>pre-contemplative</a:t>
            </a:r>
            <a:r>
              <a:rPr lang="en-US" sz="2400"/>
              <a:t> &amp; </a:t>
            </a:r>
            <a:r>
              <a:rPr lang="en-US" sz="2400" i="1"/>
              <a:t>contemplative </a:t>
            </a:r>
            <a:r>
              <a:rPr lang="en-US" sz="2400"/>
              <a:t>stages helping individuals understand wide range of possibilities regarding employment &amp; possible impact on their lives.</a:t>
            </a:r>
            <a:endParaRPr lang="en-US" sz="2400" dirty="0"/>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626ABE95-8F81-9A43-9E8A-B0B64227177D}"/>
              </a:ext>
            </a:extLst>
          </p:cNvPr>
          <p:cNvSpPr>
            <a:spLocks noGrp="1"/>
          </p:cNvSpPr>
          <p:nvPr>
            <p:ph type="sldNum" sz="quarter" idx="12"/>
          </p:nvPr>
        </p:nvSpPr>
        <p:spPr>
          <a:xfrm>
            <a:off x="9385070" y="6492240"/>
            <a:ext cx="1055716" cy="365125"/>
          </a:xfrm>
        </p:spPr>
        <p:txBody>
          <a:bodyPr>
            <a:normAutofit/>
          </a:bodyPr>
          <a:lstStyle/>
          <a:p>
            <a:pPr>
              <a:spcAft>
                <a:spcPts val="600"/>
              </a:spcAft>
            </a:pPr>
            <a:fld id="{98DEB4AB-D614-0E48-BC82-3517EAEB4A4F}" type="slidenum">
              <a:rPr lang="en-US" smtClean="0"/>
              <a:pPr>
                <a:spcAft>
                  <a:spcPts val="600"/>
                </a:spcAft>
              </a:pPr>
              <a:t>31</a:t>
            </a:fld>
            <a:endParaRPr lang="en-US"/>
          </a:p>
        </p:txBody>
      </p:sp>
      <p:pic>
        <p:nvPicPr>
          <p:cNvPr id="16" name="Picture 15">
            <a:extLst>
              <a:ext uri="{FF2B5EF4-FFF2-40B4-BE49-F238E27FC236}">
                <a16:creationId xmlns:a16="http://schemas.microsoft.com/office/drawing/2014/main" id="{AF7B4B81-1B9B-9B43-9485-F4FF468BCAA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86819" y="1131086"/>
            <a:ext cx="2282105" cy="1521403"/>
          </a:xfrm>
          <a:prstGeom prst="rect">
            <a:avLst/>
          </a:prstGeom>
        </p:spPr>
      </p:pic>
      <p:pic>
        <p:nvPicPr>
          <p:cNvPr id="20" name="Picture 19">
            <a:extLst>
              <a:ext uri="{FF2B5EF4-FFF2-40B4-BE49-F238E27FC236}">
                <a16:creationId xmlns:a16="http://schemas.microsoft.com/office/drawing/2014/main" id="{B4D2D503-D9BC-F14B-8EE6-A72209064D95}"/>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96885" y="4691622"/>
            <a:ext cx="2279322" cy="1521403"/>
          </a:xfrm>
          <a:prstGeom prst="rect">
            <a:avLst/>
          </a:prstGeom>
        </p:spPr>
      </p:pic>
      <p:pic>
        <p:nvPicPr>
          <p:cNvPr id="23" name="Picture 22">
            <a:extLst>
              <a:ext uri="{FF2B5EF4-FFF2-40B4-BE49-F238E27FC236}">
                <a16:creationId xmlns:a16="http://schemas.microsoft.com/office/drawing/2014/main" id="{0A754F40-EB7D-DC4A-97BD-F1330995FB30}"/>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523480" y="4976556"/>
            <a:ext cx="1992969" cy="1328645"/>
          </a:xfrm>
          <a:prstGeom prst="rect">
            <a:avLst/>
          </a:prstGeom>
        </p:spPr>
      </p:pic>
      <p:pic>
        <p:nvPicPr>
          <p:cNvPr id="27" name="Picture 26">
            <a:extLst>
              <a:ext uri="{FF2B5EF4-FFF2-40B4-BE49-F238E27FC236}">
                <a16:creationId xmlns:a16="http://schemas.microsoft.com/office/drawing/2014/main" id="{DA25AC89-5C73-824E-ABCE-9A3BE1838223}"/>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43193" y="617379"/>
            <a:ext cx="2282104" cy="1521031"/>
          </a:xfrm>
          <a:prstGeom prst="rect">
            <a:avLst/>
          </a:prstGeom>
        </p:spPr>
      </p:pic>
      <p:pic>
        <p:nvPicPr>
          <p:cNvPr id="35" name="Picture 34">
            <a:extLst>
              <a:ext uri="{FF2B5EF4-FFF2-40B4-BE49-F238E27FC236}">
                <a16:creationId xmlns:a16="http://schemas.microsoft.com/office/drawing/2014/main" id="{16BDFF64-1880-6347-B473-0DD672CC2285}"/>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938465" y="2584193"/>
            <a:ext cx="2282104" cy="1521403"/>
          </a:xfrm>
          <a:prstGeom prst="rect">
            <a:avLst/>
          </a:prstGeom>
        </p:spPr>
      </p:pic>
      <p:pic>
        <p:nvPicPr>
          <p:cNvPr id="44" name="Picture 43">
            <a:extLst>
              <a:ext uri="{FF2B5EF4-FFF2-40B4-BE49-F238E27FC236}">
                <a16:creationId xmlns:a16="http://schemas.microsoft.com/office/drawing/2014/main" id="{CD87CEC1-ED28-6B4C-AE13-F26D51774793}"/>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634493" y="3083416"/>
            <a:ext cx="2193854" cy="1462212"/>
          </a:xfrm>
          <a:prstGeom prst="rect">
            <a:avLst/>
          </a:prstGeom>
        </p:spPr>
      </p:pic>
    </p:spTree>
    <p:extLst>
      <p:ext uri="{BB962C8B-B14F-4D97-AF65-F5344CB8AC3E}">
        <p14:creationId xmlns:p14="http://schemas.microsoft.com/office/powerpoint/2010/main" val="69479027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3" name="Straight Connector 12">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Rectangle 15">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4F2F4F1-E7EA-994F-ACD3-EFA0F0A9BB83}"/>
              </a:ext>
            </a:extLst>
          </p:cNvPr>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dirty="0"/>
              <a:t>Is choosing a less preferred option </a:t>
            </a:r>
            <a:r>
              <a:rPr lang="en-US" b="1" dirty="0"/>
              <a:t>okay</a:t>
            </a:r>
            <a:r>
              <a:rPr lang="en-US" dirty="0"/>
              <a:t>?</a:t>
            </a:r>
          </a:p>
        </p:txBody>
      </p:sp>
      <p:pic>
        <p:nvPicPr>
          <p:cNvPr id="5" name="Picture 4" descr="Work crew of people with disabilities">
            <a:extLst>
              <a:ext uri="{FF2B5EF4-FFF2-40B4-BE49-F238E27FC236}">
                <a16:creationId xmlns:a16="http://schemas.microsoft.com/office/drawing/2014/main" id="{66C0E1A1-EE17-2D48-A05A-74249A4F1A1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248327" y="1006174"/>
            <a:ext cx="3268881" cy="2468340"/>
          </a:xfrm>
          <a:prstGeom prst="rect">
            <a:avLst/>
          </a:prstGeom>
        </p:spPr>
      </p:pic>
      <p:pic>
        <p:nvPicPr>
          <p:cNvPr id="6" name="Picture 5" descr="Picture of person watching television">
            <a:extLst>
              <a:ext uri="{FF2B5EF4-FFF2-40B4-BE49-F238E27FC236}">
                <a16:creationId xmlns:a16="http://schemas.microsoft.com/office/drawing/2014/main" id="{6E47AB71-BFCF-F34B-9A48-D3579E196C8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46774" y="1022582"/>
            <a:ext cx="3268881" cy="2941993"/>
          </a:xfrm>
          <a:prstGeom prst="rect">
            <a:avLst/>
          </a:prstGeom>
        </p:spPr>
      </p:pic>
      <p:sp>
        <p:nvSpPr>
          <p:cNvPr id="3" name="Slide Number Placeholder 2">
            <a:extLst>
              <a:ext uri="{FF2B5EF4-FFF2-40B4-BE49-F238E27FC236}">
                <a16:creationId xmlns:a16="http://schemas.microsoft.com/office/drawing/2014/main" id="{C699B6BA-F00B-9042-9E55-751EF81F60E7}"/>
              </a:ext>
            </a:extLst>
          </p:cNvPr>
          <p:cNvSpPr>
            <a:spLocks noGrp="1"/>
          </p:cNvSpPr>
          <p:nvPr>
            <p:ph type="sldNum" sz="quarter" idx="12"/>
          </p:nvPr>
        </p:nvSpPr>
        <p:spPr/>
        <p:txBody>
          <a:bodyPr/>
          <a:lstStyle/>
          <a:p>
            <a:fld id="{98DEB4AB-D614-0E48-BC82-3517EAEB4A4F}" type="slidenum">
              <a:rPr lang="en-US" smtClean="0"/>
              <a:t>32</a:t>
            </a:fld>
            <a:endParaRPr lang="en-US"/>
          </a:p>
        </p:txBody>
      </p:sp>
    </p:spTree>
    <p:extLst>
      <p:ext uri="{BB962C8B-B14F-4D97-AF65-F5344CB8AC3E}">
        <p14:creationId xmlns:p14="http://schemas.microsoft.com/office/powerpoint/2010/main" val="40903444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89A463-992C-2540-AB37-3B691C11C622}"/>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254" b="14"/>
          <a:stretch/>
        </p:blipFill>
        <p:spPr>
          <a:xfrm>
            <a:off x="5246557" y="-635"/>
            <a:ext cx="6448619" cy="6464752"/>
          </a:xfrm>
          <a:prstGeom prst="rect">
            <a:avLst/>
          </a:prstGeom>
        </p:spPr>
      </p:pic>
      <p:sp>
        <p:nvSpPr>
          <p:cNvPr id="2" name="Title 1">
            <a:extLst>
              <a:ext uri="{FF2B5EF4-FFF2-40B4-BE49-F238E27FC236}">
                <a16:creationId xmlns:a16="http://schemas.microsoft.com/office/drawing/2014/main" id="{A3249CAE-C0A6-554F-BAFC-2940BE3B6D0B}"/>
              </a:ext>
            </a:extLst>
          </p:cNvPr>
          <p:cNvSpPr>
            <a:spLocks noGrp="1"/>
          </p:cNvSpPr>
          <p:nvPr>
            <p:ph type="title"/>
          </p:nvPr>
        </p:nvSpPr>
        <p:spPr>
          <a:xfrm rot="20851516">
            <a:off x="7123410" y="1471541"/>
            <a:ext cx="2909802" cy="1725605"/>
          </a:xfrm>
        </p:spPr>
        <p:txBody>
          <a:bodyPr vert="horz" lIns="91440" tIns="45720" rIns="91440" bIns="45720" rtlCol="0" anchor="t">
            <a:normAutofit fontScale="90000"/>
          </a:bodyPr>
          <a:lstStyle/>
          <a:p>
            <a:pPr algn="ctr"/>
            <a:r>
              <a:rPr lang="en-US" sz="5000" b="1" dirty="0"/>
              <a:t>Everyone needs to be on the same page</a:t>
            </a:r>
          </a:p>
        </p:txBody>
      </p:sp>
      <p:pic>
        <p:nvPicPr>
          <p:cNvPr id="7" name="Picture 6">
            <a:extLst>
              <a:ext uri="{FF2B5EF4-FFF2-40B4-BE49-F238E27FC236}">
                <a16:creationId xmlns:a16="http://schemas.microsoft.com/office/drawing/2014/main" id="{8BD83AEE-B461-5049-A284-116C601B833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94431" y="1757871"/>
            <a:ext cx="4052125" cy="3545609"/>
          </a:xfrm>
          <a:prstGeom prst="rect">
            <a:avLst/>
          </a:prstGeom>
        </p:spPr>
      </p:pic>
      <p:sp>
        <p:nvSpPr>
          <p:cNvPr id="3" name="Slide Number Placeholder 2">
            <a:extLst>
              <a:ext uri="{FF2B5EF4-FFF2-40B4-BE49-F238E27FC236}">
                <a16:creationId xmlns:a16="http://schemas.microsoft.com/office/drawing/2014/main" id="{26E4497C-C0FF-CB49-B82E-0889B1996EC1}"/>
              </a:ext>
            </a:extLst>
          </p:cNvPr>
          <p:cNvSpPr>
            <a:spLocks noGrp="1"/>
          </p:cNvSpPr>
          <p:nvPr>
            <p:ph type="sldNum" sz="quarter" idx="12"/>
          </p:nvPr>
        </p:nvSpPr>
        <p:spPr/>
        <p:txBody>
          <a:bodyPr/>
          <a:lstStyle/>
          <a:p>
            <a:fld id="{98DEB4AB-D614-0E48-BC82-3517EAEB4A4F}" type="slidenum">
              <a:rPr lang="en-US" smtClean="0"/>
              <a:t>33</a:t>
            </a:fld>
            <a:endParaRPr lang="en-US"/>
          </a:p>
        </p:txBody>
      </p:sp>
    </p:spTree>
    <p:extLst>
      <p:ext uri="{BB962C8B-B14F-4D97-AF65-F5344CB8AC3E}">
        <p14:creationId xmlns:p14="http://schemas.microsoft.com/office/powerpoint/2010/main" val="27983465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EB58C83-51A0-EE47-B88B-1553CDF3A180}"/>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rcRect r="-2"/>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9" name="Picture 8">
            <a:extLst>
              <a:ext uri="{FF2B5EF4-FFF2-40B4-BE49-F238E27FC236}">
                <a16:creationId xmlns:a16="http://schemas.microsoft.com/office/drawing/2014/main" id="{A3CB80D9-21C6-FC4C-813A-6E6358640406}"/>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rcRect/>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32" name="Freeform: Shape 3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Freeform: Shape 3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A59C8E3F-4D3A-0B40-8839-4D12B9781718}"/>
              </a:ext>
              <a:ext uri="{C183D7F6-B498-43B3-948B-1728B52AA6E4}">
                <adec:decorative xmlns:adec="http://schemas.microsoft.com/office/drawing/2017/decorative" val="1"/>
              </a:ext>
            </a:extLst>
          </p:cNvPr>
          <p:cNvSpPr>
            <a:spLocks noGrp="1"/>
          </p:cNvSpPr>
          <p:nvPr>
            <p:ph type="title"/>
          </p:nvPr>
        </p:nvSpPr>
        <p:spPr>
          <a:xfrm>
            <a:off x="448056" y="859536"/>
            <a:ext cx="4832802" cy="1243584"/>
          </a:xfrm>
          <a:scene3d>
            <a:camera prst="orthographicFront"/>
            <a:lightRig rig="threePt" dir="t"/>
          </a:scene3d>
        </p:spPr>
        <p:style>
          <a:lnRef idx="0">
            <a:schemeClr val="accent2"/>
          </a:lnRef>
          <a:fillRef idx="3">
            <a:schemeClr val="accent2"/>
          </a:fillRef>
          <a:effectRef idx="3">
            <a:schemeClr val="accent2"/>
          </a:effectRef>
          <a:fontRef idx="minor">
            <a:schemeClr val="lt1"/>
          </a:fontRef>
        </p:style>
        <p:txBody>
          <a:bodyPr>
            <a:normAutofit/>
          </a:bodyPr>
          <a:lstStyle/>
          <a:p>
            <a:r>
              <a:rPr lang="en-US" sz="3400" cap="small" dirty="0"/>
              <a:t>The Role of</a:t>
            </a:r>
            <a:br>
              <a:rPr lang="en-US" sz="3400" cap="small" dirty="0"/>
            </a:br>
            <a:r>
              <a:rPr lang="en-US" sz="3400" cap="small" dirty="0"/>
              <a:t>Families</a:t>
            </a:r>
            <a:endParaRPr lang="en-US" sz="3400" cap="small"/>
          </a:p>
        </p:txBody>
      </p:sp>
      <p:sp>
        <p:nvSpPr>
          <p:cNvPr id="36" name="Rectangle 3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8" name="Rectangle 3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9154A184-5504-7B48-909F-BAE7131A3178}"/>
              </a:ext>
            </a:extLst>
          </p:cNvPr>
          <p:cNvSpPr>
            <a:spLocks noGrp="1"/>
          </p:cNvSpPr>
          <p:nvPr>
            <p:ph idx="1"/>
          </p:nvPr>
        </p:nvSpPr>
        <p:spPr>
          <a:xfrm>
            <a:off x="448056" y="2512611"/>
            <a:ext cx="4832803" cy="3664351"/>
          </a:xfrm>
        </p:spPr>
        <p:txBody>
          <a:bodyPr>
            <a:normAutofit/>
          </a:bodyPr>
          <a:lstStyle/>
          <a:p>
            <a:pPr>
              <a:lnSpc>
                <a:spcPct val="100000"/>
              </a:lnSpc>
              <a:spcBef>
                <a:spcPts val="1600"/>
              </a:spcBef>
            </a:pPr>
            <a:r>
              <a:rPr lang="en-US" sz="2200" dirty="0"/>
              <a:t>Understand their role</a:t>
            </a:r>
          </a:p>
          <a:p>
            <a:pPr>
              <a:lnSpc>
                <a:spcPct val="100000"/>
              </a:lnSpc>
              <a:spcBef>
                <a:spcPts val="1600"/>
              </a:spcBef>
            </a:pPr>
            <a:r>
              <a:rPr lang="en-US" sz="2200" dirty="0"/>
              <a:t>Keep them informed about each step</a:t>
            </a:r>
          </a:p>
          <a:p>
            <a:pPr>
              <a:lnSpc>
                <a:spcPct val="100000"/>
              </a:lnSpc>
              <a:spcBef>
                <a:spcPts val="1600"/>
              </a:spcBef>
            </a:pPr>
            <a:r>
              <a:rPr lang="en-US" sz="2200" dirty="0"/>
              <a:t>Respond to concerns</a:t>
            </a:r>
          </a:p>
          <a:p>
            <a:pPr>
              <a:lnSpc>
                <a:spcPct val="100000"/>
              </a:lnSpc>
              <a:spcBef>
                <a:spcPts val="1600"/>
              </a:spcBef>
            </a:pPr>
            <a:r>
              <a:rPr lang="en-US" sz="2200" dirty="0"/>
              <a:t>Remind them:</a:t>
            </a:r>
          </a:p>
          <a:p>
            <a:pPr lvl="1">
              <a:lnSpc>
                <a:spcPct val="100000"/>
              </a:lnSpc>
              <a:spcBef>
                <a:spcPts val="400"/>
              </a:spcBef>
              <a:buFont typeface="Wingdings" pitchFamily="2" charset="2"/>
              <a:buChar char="Ø"/>
            </a:pPr>
            <a:r>
              <a:rPr lang="en-US" sz="2200" i="1" dirty="0"/>
              <a:t>It’s about exploration of options</a:t>
            </a:r>
          </a:p>
          <a:p>
            <a:pPr lvl="1">
              <a:lnSpc>
                <a:spcPct val="100000"/>
              </a:lnSpc>
              <a:spcBef>
                <a:spcPts val="400"/>
              </a:spcBef>
              <a:buFont typeface="Wingdings" pitchFamily="2" charset="2"/>
              <a:buChar char="Ø"/>
            </a:pPr>
            <a:r>
              <a:rPr lang="en-US" sz="2200" i="1" dirty="0"/>
              <a:t>It’s about the individual’s choices and preferences</a:t>
            </a:r>
          </a:p>
        </p:txBody>
      </p:sp>
      <p:sp>
        <p:nvSpPr>
          <p:cNvPr id="3" name="Slide Number Placeholder 2">
            <a:extLst>
              <a:ext uri="{FF2B5EF4-FFF2-40B4-BE49-F238E27FC236}">
                <a16:creationId xmlns:a16="http://schemas.microsoft.com/office/drawing/2014/main" id="{1D837FC1-ABAD-B84E-BFB0-D1F747AF4CAC}"/>
              </a:ext>
            </a:extLst>
          </p:cNvPr>
          <p:cNvSpPr>
            <a:spLocks noGrp="1"/>
          </p:cNvSpPr>
          <p:nvPr>
            <p:ph type="sldNum" sz="quarter" idx="12"/>
          </p:nvPr>
        </p:nvSpPr>
        <p:spPr>
          <a:xfrm>
            <a:off x="9009888" y="6356350"/>
            <a:ext cx="2743200" cy="365125"/>
          </a:xfrm>
        </p:spPr>
        <p:txBody>
          <a:bodyPr>
            <a:normAutofit/>
          </a:bodyPr>
          <a:lstStyle/>
          <a:p>
            <a:pPr>
              <a:spcAft>
                <a:spcPts val="600"/>
              </a:spcAft>
            </a:pPr>
            <a:fld id="{98DEB4AB-D614-0E48-BC82-3517EAEB4A4F}" type="slidenum">
              <a:rPr lang="en-US">
                <a:solidFill>
                  <a:schemeClr val="bg1"/>
                </a:solidFill>
              </a:rPr>
              <a:pPr>
                <a:spcAft>
                  <a:spcPts val="600"/>
                </a:spcAft>
              </a:pPr>
              <a:t>34</a:t>
            </a:fld>
            <a:endParaRPr lang="en-US">
              <a:solidFill>
                <a:schemeClr val="bg1"/>
              </a:solidFill>
            </a:endParaRPr>
          </a:p>
        </p:txBody>
      </p:sp>
      <p:sp>
        <p:nvSpPr>
          <p:cNvPr id="20" name="TextBox 19">
            <a:extLst>
              <a:ext uri="{FF2B5EF4-FFF2-40B4-BE49-F238E27FC236}">
                <a16:creationId xmlns:a16="http://schemas.microsoft.com/office/drawing/2014/main" id="{7AF4FC8B-486F-3A4B-A399-F616A2E94D6A}"/>
              </a:ext>
            </a:extLst>
          </p:cNvPr>
          <p:cNvSpPr txBox="1"/>
          <p:nvPr/>
        </p:nvSpPr>
        <p:spPr>
          <a:xfrm>
            <a:off x="115235" y="6621447"/>
            <a:ext cx="2326278" cy="200055"/>
          </a:xfrm>
          <a:prstGeom prst="rect">
            <a:avLst/>
          </a:prstGeom>
          <a:solidFill>
            <a:srgbClr val="000000"/>
          </a:solidFill>
        </p:spPr>
        <p:txBody>
          <a:bodyPr wrap="none" rtlCol="0">
            <a:spAutoFit/>
          </a:bodyPr>
          <a:lstStyle/>
          <a:p>
            <a:pPr algn="r">
              <a:spcAft>
                <a:spcPts val="600"/>
              </a:spcAft>
            </a:pPr>
            <a:r>
              <a:rPr lang="en-US" sz="700" dirty="0">
                <a:solidFill>
                  <a:srgbClr val="FFFFFF"/>
                </a:solidFill>
                <a:hlinkClick r:id="rId4" tooltip="https://pursuit.unimelb.edu.au/podcasts/intellectual-disabilities-and-the-fight-for-justice">
                  <a:extLst>
                    <a:ext uri="{A12FA001-AC4F-418D-AE19-62706E023703}">
                      <ahyp:hlinkClr xmlns:ahyp="http://schemas.microsoft.com/office/drawing/2018/hyperlinkcolor" val="tx"/>
                    </a:ext>
                  </a:extLst>
                </a:hlinkClick>
              </a:rPr>
              <a:t>This Photo</a:t>
            </a:r>
            <a:r>
              <a:rPr lang="en-US" sz="700" dirty="0">
                <a:solidFill>
                  <a:srgbClr val="FFFFFF"/>
                </a:solidFill>
              </a:rPr>
              <a:t> by Unknown Author is licensed under </a:t>
            </a:r>
            <a:r>
              <a:rPr lang="en-US" sz="700" dirty="0">
                <a:solidFill>
                  <a:srgbClr val="FFFFFF"/>
                </a:solidFill>
                <a:hlinkClick r:id="rId7" tooltip="https://creativecommons.org/licenses/by-nd/3.0/">
                  <a:extLst>
                    <a:ext uri="{A12FA001-AC4F-418D-AE19-62706E023703}">
                      <ahyp:hlinkClr xmlns:ahyp="http://schemas.microsoft.com/office/drawing/2018/hyperlinkcolor" val="tx"/>
                    </a:ext>
                  </a:extLst>
                </a:hlinkClick>
              </a:rPr>
              <a:t>CC BY-ND</a:t>
            </a:r>
            <a:endParaRPr lang="en-US" sz="700" dirty="0">
              <a:solidFill>
                <a:srgbClr val="FFFFFF"/>
              </a:solidFill>
            </a:endParaRPr>
          </a:p>
        </p:txBody>
      </p:sp>
      <p:pic>
        <p:nvPicPr>
          <p:cNvPr id="31" name="Picture 30">
            <a:extLst>
              <a:ext uri="{FF2B5EF4-FFF2-40B4-BE49-F238E27FC236}">
                <a16:creationId xmlns:a16="http://schemas.microsoft.com/office/drawing/2014/main" id="{2B4A1880-4537-4540-A6F2-2126DD30DCA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65360" y="5371393"/>
            <a:ext cx="1182822" cy="1182822"/>
          </a:xfrm>
          <a:prstGeom prst="rect">
            <a:avLst/>
          </a:prstGeom>
        </p:spPr>
      </p:pic>
    </p:spTree>
    <p:extLst>
      <p:ext uri="{BB962C8B-B14F-4D97-AF65-F5344CB8AC3E}">
        <p14:creationId xmlns:p14="http://schemas.microsoft.com/office/powerpoint/2010/main" val="11125902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2F5602-6586-46E4-8645-2CDA442A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9434B85-DB0D-4010-A6A1-147F28D47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E75048-DA91-3E4F-BFDE-27E275BC4F9D}"/>
              </a:ext>
            </a:extLst>
          </p:cNvPr>
          <p:cNvSpPr>
            <a:spLocks noGrp="1"/>
          </p:cNvSpPr>
          <p:nvPr>
            <p:ph type="title"/>
          </p:nvPr>
        </p:nvSpPr>
        <p:spPr>
          <a:xfrm>
            <a:off x="1179226" y="320231"/>
            <a:ext cx="9833548" cy="1325563"/>
          </a:xfrm>
        </p:spPr>
        <p:txBody>
          <a:bodyPr>
            <a:normAutofit/>
          </a:bodyPr>
          <a:lstStyle/>
          <a:p>
            <a:pPr algn="ctr"/>
            <a:r>
              <a:rPr lang="en-US" sz="5400" b="1">
                <a:solidFill>
                  <a:schemeClr val="tx2"/>
                </a:solidFill>
              </a:rPr>
              <a:t>The Role of Guardians</a:t>
            </a:r>
          </a:p>
        </p:txBody>
      </p:sp>
      <p:grpSp>
        <p:nvGrpSpPr>
          <p:cNvPr id="13" name="Group 12">
            <a:extLst>
              <a:ext uri="{FF2B5EF4-FFF2-40B4-BE49-F238E27FC236}">
                <a16:creationId xmlns:a16="http://schemas.microsoft.com/office/drawing/2014/main" id="{F2E5F4F0-80C0-49F3-84A2-453DE42F20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915607" cy="2187829"/>
            <a:chOff x="-305" y="-1"/>
            <a:chExt cx="3832880" cy="2876136"/>
          </a:xfrm>
        </p:grpSpPr>
        <p:sp>
          <p:nvSpPr>
            <p:cNvPr id="14" name="Freeform: Shape 13">
              <a:extLst>
                <a:ext uri="{FF2B5EF4-FFF2-40B4-BE49-F238E27FC236}">
                  <a16:creationId xmlns:a16="http://schemas.microsoft.com/office/drawing/2014/main" id="{342FEDB6-5432-4162-8648-3827572AF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B9FE345E-092D-4A20-A43A-0F9258D96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7A313FCF-0EE7-4C6B-BAB3-EFC9451D3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0B9ECD02-BE1B-4347-8C2E-EEA690082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aphicFrame>
        <p:nvGraphicFramePr>
          <p:cNvPr id="5" name="Content Placeholder 2">
            <a:extLst>
              <a:ext uri="{FF2B5EF4-FFF2-40B4-BE49-F238E27FC236}">
                <a16:creationId xmlns:a16="http://schemas.microsoft.com/office/drawing/2014/main" id="{48583D0B-6E9D-41E3-8F2D-0E83DA4E08A6}"/>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742786880"/>
              </p:ext>
            </p:extLst>
          </p:nvPr>
        </p:nvGraphicFramePr>
        <p:xfrm>
          <a:off x="1036320" y="2899956"/>
          <a:ext cx="10119360" cy="31313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68DCB325-9257-234E-9E74-E10E9B211AE3}"/>
              </a:ext>
            </a:extLst>
          </p:cNvPr>
          <p:cNvSpPr>
            <a:spLocks noGrp="1"/>
          </p:cNvSpPr>
          <p:nvPr>
            <p:ph type="sldNum" sz="quarter" idx="12"/>
          </p:nvPr>
        </p:nvSpPr>
        <p:spPr/>
        <p:txBody>
          <a:bodyPr/>
          <a:lstStyle/>
          <a:p>
            <a:fld id="{98DEB4AB-D614-0E48-BC82-3517EAEB4A4F}" type="slidenum">
              <a:rPr lang="en-US" smtClean="0"/>
              <a:t>35</a:t>
            </a:fld>
            <a:endParaRPr lang="en-US"/>
          </a:p>
        </p:txBody>
      </p:sp>
    </p:spTree>
    <p:extLst>
      <p:ext uri="{BB962C8B-B14F-4D97-AF65-F5344CB8AC3E}">
        <p14:creationId xmlns:p14="http://schemas.microsoft.com/office/powerpoint/2010/main" val="199587624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510D27-D168-A249-A59C-A3DCF8ADD9AA}"/>
              </a:ext>
            </a:extLst>
          </p:cNvPr>
          <p:cNvSpPr>
            <a:spLocks noGrp="1"/>
          </p:cNvSpPr>
          <p:nvPr>
            <p:ph type="title" idx="4294967295"/>
          </p:nvPr>
        </p:nvSpPr>
        <p:spPr>
          <a:xfrm>
            <a:off x="477012" y="-480060"/>
            <a:ext cx="10515600" cy="241471"/>
          </a:xfrm>
        </p:spPr>
        <p:txBody>
          <a:bodyPr>
            <a:normAutofit fontScale="90000"/>
          </a:bodyPr>
          <a:lstStyle/>
          <a:p>
            <a:r>
              <a:rPr lang="en-US" sz="2000" dirty="0"/>
              <a:t>National Guardianship</a:t>
            </a:r>
            <a:r>
              <a:rPr lang="en-US" sz="2000" baseline="0" dirty="0"/>
              <a:t> Association Standards of Practice</a:t>
            </a:r>
            <a:endParaRPr lang="en-US" sz="2000" dirty="0"/>
          </a:p>
        </p:txBody>
      </p:sp>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B4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Picture of National Guardianship Association Standards of Practice">
            <a:extLst>
              <a:ext uri="{FF2B5EF4-FFF2-40B4-BE49-F238E27FC236}">
                <a16:creationId xmlns:a16="http://schemas.microsoft.com/office/drawing/2014/main" id="{42F1479D-B0E0-DD42-9A44-32391C0115A2}"/>
              </a:ext>
            </a:extLst>
          </p:cNvPr>
          <p:cNvPicPr>
            <a:picLocks noChangeAspect="1"/>
          </p:cNvPicPr>
          <p:nvPr/>
        </p:nvPicPr>
        <p:blipFill>
          <a:blip r:embed="rId3"/>
          <a:stretch>
            <a:fillRect/>
          </a:stretch>
        </p:blipFill>
        <p:spPr>
          <a:xfrm>
            <a:off x="3944176" y="643467"/>
            <a:ext cx="4303648" cy="5571066"/>
          </a:xfrm>
          <a:prstGeom prst="rect">
            <a:avLst/>
          </a:prstGeom>
        </p:spPr>
      </p:pic>
      <p:sp>
        <p:nvSpPr>
          <p:cNvPr id="2" name="Slide Number Placeholder 1">
            <a:extLst>
              <a:ext uri="{FF2B5EF4-FFF2-40B4-BE49-F238E27FC236}">
                <a16:creationId xmlns:a16="http://schemas.microsoft.com/office/drawing/2014/main" id="{1C29A9B9-D795-E24C-9319-635706C485CC}"/>
              </a:ext>
            </a:extLst>
          </p:cNvPr>
          <p:cNvSpPr>
            <a:spLocks noGrp="1"/>
          </p:cNvSpPr>
          <p:nvPr>
            <p:ph type="sldNum" sz="quarter" idx="12"/>
          </p:nvPr>
        </p:nvSpPr>
        <p:spPr/>
        <p:txBody>
          <a:bodyPr/>
          <a:lstStyle/>
          <a:p>
            <a:fld id="{98DEB4AB-D614-0E48-BC82-3517EAEB4A4F}" type="slidenum">
              <a:rPr lang="en-US" smtClean="0"/>
              <a:t>36</a:t>
            </a:fld>
            <a:endParaRPr lang="en-US"/>
          </a:p>
        </p:txBody>
      </p:sp>
    </p:spTree>
    <p:extLst>
      <p:ext uri="{BB962C8B-B14F-4D97-AF65-F5344CB8AC3E}">
        <p14:creationId xmlns:p14="http://schemas.microsoft.com/office/powerpoint/2010/main" val="1173481397"/>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165D42-8E29-F84A-9C09-B1FA5B3DED82}"/>
              </a:ext>
            </a:extLst>
          </p:cNvPr>
          <p:cNvSpPr>
            <a:spLocks noGrp="1"/>
          </p:cNvSpPr>
          <p:nvPr>
            <p:ph type="title"/>
          </p:nvPr>
        </p:nvSpPr>
        <p:spPr>
          <a:xfrm>
            <a:off x="623029" y="332510"/>
            <a:ext cx="5008885" cy="1613196"/>
          </a:xfrm>
        </p:spPr>
        <p:txBody>
          <a:bodyPr anchor="ctr">
            <a:normAutofit/>
          </a:bodyPr>
          <a:lstStyle/>
          <a:p>
            <a:r>
              <a:rPr lang="en-US" sz="3600" b="1" dirty="0"/>
              <a:t>Discussion:</a:t>
            </a:r>
            <a:br>
              <a:rPr lang="en-US" sz="3600" dirty="0"/>
            </a:br>
            <a:r>
              <a:rPr lang="en-US" sz="3600" dirty="0"/>
              <a:t>What is the role of professionals?</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A35D6D-B79B-A844-AC64-BA4CE753548A}"/>
              </a:ext>
            </a:extLst>
          </p:cNvPr>
          <p:cNvSpPr>
            <a:spLocks noGrp="1"/>
          </p:cNvSpPr>
          <p:nvPr>
            <p:ph idx="1"/>
          </p:nvPr>
        </p:nvSpPr>
        <p:spPr>
          <a:xfrm>
            <a:off x="590719" y="2330505"/>
            <a:ext cx="4559425" cy="3979585"/>
          </a:xfrm>
        </p:spPr>
        <p:txBody>
          <a:bodyPr anchor="ctr">
            <a:normAutofit/>
          </a:bodyPr>
          <a:lstStyle/>
          <a:p>
            <a:pPr>
              <a:spcBef>
                <a:spcPts val="2200"/>
              </a:spcBef>
            </a:pPr>
            <a:r>
              <a:rPr lang="en-US" sz="4400" i="1" dirty="0"/>
              <a:t>Recommend?</a:t>
            </a:r>
          </a:p>
          <a:p>
            <a:pPr>
              <a:spcBef>
                <a:spcPts val="2200"/>
              </a:spcBef>
            </a:pPr>
            <a:r>
              <a:rPr lang="en-US" sz="4400" i="1" dirty="0"/>
              <a:t>Guide?</a:t>
            </a:r>
          </a:p>
          <a:p>
            <a:pPr>
              <a:spcBef>
                <a:spcPts val="2200"/>
              </a:spcBef>
            </a:pPr>
            <a:r>
              <a:rPr lang="en-US" sz="4400" i="1" dirty="0"/>
              <a:t>Advise?</a:t>
            </a:r>
          </a:p>
          <a:p>
            <a:pPr>
              <a:spcBef>
                <a:spcPts val="2200"/>
              </a:spcBef>
            </a:pPr>
            <a:r>
              <a:rPr lang="en-US" sz="4400" i="1" dirty="0"/>
              <a:t>Facilitate?</a:t>
            </a:r>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50EDA65-77B9-9E46-8643-B8B871048655}"/>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124" r="-1" b="14054"/>
          <a:stretch/>
        </p:blipFill>
        <p:spPr>
          <a:xfrm>
            <a:off x="5977788" y="799352"/>
            <a:ext cx="5425410" cy="5259296"/>
          </a:xfrm>
          <a:prstGeom prst="rect">
            <a:avLst/>
          </a:prstGeom>
        </p:spPr>
      </p:pic>
      <p:sp>
        <p:nvSpPr>
          <p:cNvPr id="4" name="Slide Number Placeholder 3">
            <a:extLst>
              <a:ext uri="{FF2B5EF4-FFF2-40B4-BE49-F238E27FC236}">
                <a16:creationId xmlns:a16="http://schemas.microsoft.com/office/drawing/2014/main" id="{5196B880-4938-7246-BAD3-2A1582FDB43C}"/>
              </a:ext>
            </a:extLst>
          </p:cNvPr>
          <p:cNvSpPr>
            <a:spLocks noGrp="1"/>
          </p:cNvSpPr>
          <p:nvPr>
            <p:ph type="sldNum" sz="quarter" idx="12"/>
          </p:nvPr>
        </p:nvSpPr>
        <p:spPr/>
        <p:txBody>
          <a:bodyPr/>
          <a:lstStyle/>
          <a:p>
            <a:fld id="{98DEB4AB-D614-0E48-BC82-3517EAEB4A4F}" type="slidenum">
              <a:rPr lang="en-US" smtClean="0"/>
              <a:t>37</a:t>
            </a:fld>
            <a:endParaRPr lang="en-US"/>
          </a:p>
        </p:txBody>
      </p:sp>
    </p:spTree>
    <p:extLst>
      <p:ext uri="{BB962C8B-B14F-4D97-AF65-F5344CB8AC3E}">
        <p14:creationId xmlns:p14="http://schemas.microsoft.com/office/powerpoint/2010/main" val="103306918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E438-1B1F-E24D-905E-A1E103E3EDCC}"/>
              </a:ext>
              <a:ext uri="{C183D7F6-B498-43B3-948B-1728B52AA6E4}">
                <adec:decorative xmlns:adec="http://schemas.microsoft.com/office/drawing/2017/decorative" val="1"/>
              </a:ext>
            </a:extLst>
          </p:cNvPr>
          <p:cNvSpPr>
            <a:spLocks noGrp="1"/>
          </p:cNvSpPr>
          <p:nvPr>
            <p:ph type="title"/>
          </p:nvPr>
        </p:nvSpPr>
        <p:spPr>
          <a:xfrm>
            <a:off x="367145" y="415636"/>
            <a:ext cx="5964382" cy="6026728"/>
          </a:xfrm>
          <a:effectLst>
            <a:glow rad="228600">
              <a:schemeClr val="accent3">
                <a:satMod val="175000"/>
                <a:alpha val="40000"/>
              </a:schemeClr>
            </a:glow>
          </a:effectLst>
          <a:scene3d>
            <a:camera prst="orthographicFront"/>
            <a:lightRig rig="threePt" dir="t"/>
          </a:scene3d>
          <a:sp3d>
            <a:bevelT prst="angle"/>
          </a:sp3d>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dirty="0"/>
              <a:t>The role of the professional is to</a:t>
            </a:r>
            <a:br>
              <a:rPr lang="en-US" dirty="0"/>
            </a:br>
            <a:r>
              <a:rPr lang="en-US" dirty="0"/>
              <a:t>create and facilitate the</a:t>
            </a:r>
            <a:br>
              <a:rPr lang="en-US" dirty="0"/>
            </a:br>
            <a:r>
              <a:rPr lang="en-US" b="1" dirty="0"/>
              <a:t>ideal circumstances</a:t>
            </a:r>
            <a:br>
              <a:rPr lang="en-US" b="1" dirty="0"/>
            </a:br>
            <a:r>
              <a:rPr lang="en-US" dirty="0"/>
              <a:t>for individuals to make their</a:t>
            </a:r>
            <a:br>
              <a:rPr lang="en-US" dirty="0"/>
            </a:br>
            <a:r>
              <a:rPr lang="en-US" b="1" dirty="0"/>
              <a:t>own choices and decisions</a:t>
            </a:r>
            <a:br>
              <a:rPr lang="en-US" b="1" dirty="0"/>
            </a:br>
            <a:r>
              <a:rPr lang="en-US" dirty="0"/>
              <a:t>regarding employment</a:t>
            </a:r>
          </a:p>
        </p:txBody>
      </p:sp>
      <p:pic>
        <p:nvPicPr>
          <p:cNvPr id="5" name="Picture 4">
            <a:extLst>
              <a:ext uri="{FF2B5EF4-FFF2-40B4-BE49-F238E27FC236}">
                <a16:creationId xmlns:a16="http://schemas.microsoft.com/office/drawing/2014/main" id="{41ECB549-4B4D-CB47-BE88-8B4FCBD8BA7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023745" y="1586345"/>
            <a:ext cx="3358239" cy="3685310"/>
          </a:xfrm>
          <a:prstGeom prst="rect">
            <a:avLst/>
          </a:prstGeom>
        </p:spPr>
      </p:pic>
      <p:sp>
        <p:nvSpPr>
          <p:cNvPr id="3" name="Slide Number Placeholder 2">
            <a:extLst>
              <a:ext uri="{FF2B5EF4-FFF2-40B4-BE49-F238E27FC236}">
                <a16:creationId xmlns:a16="http://schemas.microsoft.com/office/drawing/2014/main" id="{C4166AB7-C49B-1742-94D1-331CA37E4218}"/>
              </a:ext>
            </a:extLst>
          </p:cNvPr>
          <p:cNvSpPr>
            <a:spLocks noGrp="1"/>
          </p:cNvSpPr>
          <p:nvPr>
            <p:ph type="sldNum" sz="quarter" idx="12"/>
          </p:nvPr>
        </p:nvSpPr>
        <p:spPr/>
        <p:txBody>
          <a:bodyPr/>
          <a:lstStyle/>
          <a:p>
            <a:fld id="{98DEB4AB-D614-0E48-BC82-3517EAEB4A4F}" type="slidenum">
              <a:rPr lang="en-US" smtClean="0"/>
              <a:t>38</a:t>
            </a:fld>
            <a:endParaRPr lang="en-US"/>
          </a:p>
        </p:txBody>
      </p:sp>
    </p:spTree>
    <p:extLst>
      <p:ext uri="{BB962C8B-B14F-4D97-AF65-F5344CB8AC3E}">
        <p14:creationId xmlns:p14="http://schemas.microsoft.com/office/powerpoint/2010/main" val="186715156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A0DAA6-33B8-4A25-810D-2F4D816FB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97259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5BB42E-3EDB-2C4C-84B1-37391B0B012F}"/>
              </a:ext>
            </a:extLst>
          </p:cNvPr>
          <p:cNvSpPr>
            <a:spLocks noGrp="1"/>
          </p:cNvSpPr>
          <p:nvPr>
            <p:ph type="title"/>
          </p:nvPr>
        </p:nvSpPr>
        <p:spPr>
          <a:xfrm>
            <a:off x="601880" y="1282632"/>
            <a:ext cx="3377183" cy="3681976"/>
          </a:xfrm>
          <a:noFill/>
        </p:spPr>
        <p:txBody>
          <a:bodyPr vert="horz" lIns="91440" tIns="45720" rIns="91440" bIns="45720" rtlCol="0" anchor="b">
            <a:noAutofit/>
          </a:bodyPr>
          <a:lstStyle/>
          <a:p>
            <a:r>
              <a:rPr lang="en-US" sz="6600" b="1" i="1" dirty="0">
                <a:solidFill>
                  <a:schemeClr val="bg1"/>
                </a:solidFill>
              </a:rPr>
              <a:t>Should staff remain neutral?</a:t>
            </a:r>
          </a:p>
        </p:txBody>
      </p:sp>
      <p:pic>
        <p:nvPicPr>
          <p:cNvPr id="5" name="Content Placeholder 4">
            <a:extLst>
              <a:ext uri="{FF2B5EF4-FFF2-40B4-BE49-F238E27FC236}">
                <a16:creationId xmlns:a16="http://schemas.microsoft.com/office/drawing/2014/main" id="{3BD83AA1-0A18-3446-BBE9-1B5E0EE57C96}"/>
              </a:ext>
              <a:ext uri="{C183D7F6-B498-43B3-948B-1728B52AA6E4}">
                <adec:decorative xmlns:adec="http://schemas.microsoft.com/office/drawing/2017/decorative" val="1"/>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l="1244" r="2582" b="-1"/>
          <a:stretch/>
        </p:blipFill>
        <p:spPr>
          <a:xfrm>
            <a:off x="6096000" y="1087394"/>
            <a:ext cx="5147377" cy="4683211"/>
          </a:xfrm>
          <a:prstGeom prst="rect">
            <a:avLst/>
          </a:prstGeom>
        </p:spPr>
      </p:pic>
      <p:sp>
        <p:nvSpPr>
          <p:cNvPr id="3" name="Slide Number Placeholder 2">
            <a:extLst>
              <a:ext uri="{FF2B5EF4-FFF2-40B4-BE49-F238E27FC236}">
                <a16:creationId xmlns:a16="http://schemas.microsoft.com/office/drawing/2014/main" id="{09F6E55B-07A1-9F4A-B738-C3C30A6506EC}"/>
              </a:ext>
            </a:extLst>
          </p:cNvPr>
          <p:cNvSpPr>
            <a:spLocks noGrp="1"/>
          </p:cNvSpPr>
          <p:nvPr>
            <p:ph type="sldNum" sz="quarter" idx="12"/>
          </p:nvPr>
        </p:nvSpPr>
        <p:spPr/>
        <p:txBody>
          <a:bodyPr/>
          <a:lstStyle/>
          <a:p>
            <a:fld id="{98DEB4AB-D614-0E48-BC82-3517EAEB4A4F}" type="slidenum">
              <a:rPr lang="en-US" smtClean="0"/>
              <a:t>39</a:t>
            </a:fld>
            <a:endParaRPr lang="en-US"/>
          </a:p>
        </p:txBody>
      </p:sp>
    </p:spTree>
    <p:extLst>
      <p:ext uri="{BB962C8B-B14F-4D97-AF65-F5344CB8AC3E}">
        <p14:creationId xmlns:p14="http://schemas.microsoft.com/office/powerpoint/2010/main" val="119168984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7ECE71-F628-2445-AC89-0901E956C248}"/>
              </a:ext>
            </a:extLst>
          </p:cNvPr>
          <p:cNvSpPr>
            <a:spLocks noGrp="1"/>
          </p:cNvSpPr>
          <p:nvPr>
            <p:ph type="title"/>
          </p:nvPr>
        </p:nvSpPr>
        <p:spPr>
          <a:xfrm>
            <a:off x="3175822" y="297236"/>
            <a:ext cx="4867647" cy="913935"/>
          </a:xfrm>
          <a:effectLst>
            <a:glow rad="101600">
              <a:schemeClr val="accent1">
                <a:satMod val="175000"/>
                <a:alpha val="40000"/>
              </a:schemeClr>
            </a:glow>
          </a:effectLst>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cap="small" dirty="0"/>
              <a:t>Required Staff Skills</a:t>
            </a:r>
          </a:p>
        </p:txBody>
      </p:sp>
      <p:sp>
        <p:nvSpPr>
          <p:cNvPr id="3" name="Content Placeholder 2">
            <a:extLst>
              <a:ext uri="{FF2B5EF4-FFF2-40B4-BE49-F238E27FC236}">
                <a16:creationId xmlns:a16="http://schemas.microsoft.com/office/drawing/2014/main" id="{D80D001D-6733-014D-822E-13EB89F942A5}"/>
              </a:ext>
            </a:extLst>
          </p:cNvPr>
          <p:cNvSpPr>
            <a:spLocks noGrp="1"/>
          </p:cNvSpPr>
          <p:nvPr>
            <p:ph idx="1"/>
          </p:nvPr>
        </p:nvSpPr>
        <p:spPr>
          <a:xfrm>
            <a:off x="3251028" y="1691096"/>
            <a:ext cx="5892972" cy="4686979"/>
          </a:xfrm>
        </p:spPr>
        <p:txBody>
          <a:bodyPr>
            <a:noAutofit/>
          </a:bodyPr>
          <a:lstStyle/>
          <a:p>
            <a:pPr>
              <a:spcBef>
                <a:spcPts val="1600"/>
              </a:spcBef>
            </a:pPr>
            <a:r>
              <a:rPr lang="en-US" dirty="0"/>
              <a:t>Skilled listening</a:t>
            </a:r>
          </a:p>
          <a:p>
            <a:pPr>
              <a:spcBef>
                <a:spcPts val="1600"/>
              </a:spcBef>
            </a:pPr>
            <a:r>
              <a:rPr lang="en-US" dirty="0"/>
              <a:t>Cultural awareness and competency regarding choice-making</a:t>
            </a:r>
          </a:p>
          <a:p>
            <a:pPr>
              <a:spcBef>
                <a:spcPts val="1600"/>
              </a:spcBef>
            </a:pPr>
            <a:r>
              <a:rPr lang="en-US" dirty="0"/>
              <a:t>Influence &amp; impact of staff values and personal values on choice-making</a:t>
            </a:r>
          </a:p>
          <a:p>
            <a:pPr>
              <a:spcBef>
                <a:spcPts val="1600"/>
              </a:spcBef>
            </a:pPr>
            <a:r>
              <a:rPr lang="en-US" dirty="0"/>
              <a:t>Empowering individuals to direct their own process</a:t>
            </a:r>
          </a:p>
          <a:p>
            <a:pPr>
              <a:spcBef>
                <a:spcPts val="1600"/>
              </a:spcBef>
            </a:pPr>
            <a:r>
              <a:rPr lang="en-US" dirty="0"/>
              <a:t>Managing conflict</a:t>
            </a:r>
          </a:p>
          <a:p>
            <a:pPr>
              <a:spcBef>
                <a:spcPts val="1600"/>
              </a:spcBef>
            </a:pPr>
            <a:endParaRPr lang="en-US" dirty="0"/>
          </a:p>
        </p:txBody>
      </p:sp>
      <p:grpSp>
        <p:nvGrpSpPr>
          <p:cNvPr id="14" name="Group 13">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5" name="Rectangle 14">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8" name="Group 17">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9" name="Isosceles Triangle 18">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7" name="Picture 6">
            <a:extLst>
              <a:ext uri="{FF2B5EF4-FFF2-40B4-BE49-F238E27FC236}">
                <a16:creationId xmlns:a16="http://schemas.microsoft.com/office/drawing/2014/main" id="{B94691A0-B11B-614F-ABEB-05B2CEF909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8628" y="1935308"/>
            <a:ext cx="1635708" cy="4361891"/>
          </a:xfrm>
          <a:prstGeom prst="rect">
            <a:avLst/>
          </a:prstGeom>
        </p:spPr>
      </p:pic>
      <p:pic>
        <p:nvPicPr>
          <p:cNvPr id="5" name="Picture 4">
            <a:extLst>
              <a:ext uri="{FF2B5EF4-FFF2-40B4-BE49-F238E27FC236}">
                <a16:creationId xmlns:a16="http://schemas.microsoft.com/office/drawing/2014/main" id="{90647E07-3514-4045-9344-86FDFCC82848}"/>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94356" y="1823541"/>
            <a:ext cx="1637125" cy="4365669"/>
          </a:xfrm>
          <a:prstGeom prst="rect">
            <a:avLst/>
          </a:prstGeom>
        </p:spPr>
      </p:pic>
      <p:sp>
        <p:nvSpPr>
          <p:cNvPr id="4" name="Slide Number Placeholder 3">
            <a:extLst>
              <a:ext uri="{FF2B5EF4-FFF2-40B4-BE49-F238E27FC236}">
                <a16:creationId xmlns:a16="http://schemas.microsoft.com/office/drawing/2014/main" id="{E7265DB2-45F7-7F44-A27A-F5325257A1B9}"/>
              </a:ext>
            </a:extLst>
          </p:cNvPr>
          <p:cNvSpPr>
            <a:spLocks noGrp="1"/>
          </p:cNvSpPr>
          <p:nvPr>
            <p:ph type="sldNum" sz="quarter" idx="12"/>
          </p:nvPr>
        </p:nvSpPr>
        <p:spPr/>
        <p:txBody>
          <a:bodyPr/>
          <a:lstStyle/>
          <a:p>
            <a:fld id="{98DEB4AB-D614-0E48-BC82-3517EAEB4A4F}" type="slidenum">
              <a:rPr lang="en-US" smtClean="0"/>
              <a:t>40</a:t>
            </a:fld>
            <a:endParaRPr lang="en-US"/>
          </a:p>
        </p:txBody>
      </p:sp>
    </p:spTree>
    <p:extLst>
      <p:ext uri="{BB962C8B-B14F-4D97-AF65-F5344CB8AC3E}">
        <p14:creationId xmlns:p14="http://schemas.microsoft.com/office/powerpoint/2010/main" val="273584928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5943-A3D0-E84C-BF88-1C1487AE1E2D}"/>
              </a:ext>
            </a:extLst>
          </p:cNvPr>
          <p:cNvSpPr>
            <a:spLocks noGrp="1"/>
          </p:cNvSpPr>
          <p:nvPr>
            <p:ph type="title"/>
          </p:nvPr>
        </p:nvSpPr>
        <p:spPr>
          <a:xfrm>
            <a:off x="1721058" y="278894"/>
            <a:ext cx="7904018" cy="1325563"/>
          </a:xfrm>
          <a:effectLst>
            <a:glow rad="139700">
              <a:schemeClr val="accent1">
                <a:satMod val="175000"/>
                <a:alpha val="40000"/>
              </a:schemeClr>
            </a:glow>
          </a:effectLst>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lstStyle/>
          <a:p>
            <a:pPr algn="ctr"/>
            <a:r>
              <a:rPr lang="en-US" cap="small" dirty="0"/>
              <a:t>What professionals say and</a:t>
            </a:r>
            <a:br>
              <a:rPr lang="en-US" cap="small" dirty="0"/>
            </a:br>
            <a:r>
              <a:rPr lang="en-US" cap="small" dirty="0"/>
              <a:t>how they say it is important</a:t>
            </a:r>
          </a:p>
        </p:txBody>
      </p:sp>
      <p:sp>
        <p:nvSpPr>
          <p:cNvPr id="3" name="Content Placeholder 2">
            <a:extLst>
              <a:ext uri="{FF2B5EF4-FFF2-40B4-BE49-F238E27FC236}">
                <a16:creationId xmlns:a16="http://schemas.microsoft.com/office/drawing/2014/main" id="{58F38594-D619-434D-BB72-242F4BA7691F}"/>
              </a:ext>
            </a:extLst>
          </p:cNvPr>
          <p:cNvSpPr>
            <a:spLocks noGrp="1"/>
          </p:cNvSpPr>
          <p:nvPr>
            <p:ph idx="1"/>
          </p:nvPr>
        </p:nvSpPr>
        <p:spPr>
          <a:xfrm>
            <a:off x="741218" y="2267959"/>
            <a:ext cx="7211292" cy="4351338"/>
          </a:xfrm>
        </p:spPr>
        <p:txBody>
          <a:bodyPr>
            <a:normAutofit/>
          </a:bodyPr>
          <a:lstStyle/>
          <a:p>
            <a:r>
              <a:rPr lang="en-US" sz="3600" dirty="0"/>
              <a:t>What statements that can help with choice?</a:t>
            </a:r>
          </a:p>
          <a:p>
            <a:pPr marL="0" indent="0">
              <a:buNone/>
            </a:pPr>
            <a:endParaRPr lang="en-US" sz="3600" dirty="0"/>
          </a:p>
          <a:p>
            <a:r>
              <a:rPr lang="en-US" sz="3600" dirty="0"/>
              <a:t>What statements can hinder choice?</a:t>
            </a:r>
          </a:p>
        </p:txBody>
      </p:sp>
      <p:pic>
        <p:nvPicPr>
          <p:cNvPr id="9" name="Picture 8">
            <a:extLst>
              <a:ext uri="{FF2B5EF4-FFF2-40B4-BE49-F238E27FC236}">
                <a16:creationId xmlns:a16="http://schemas.microsoft.com/office/drawing/2014/main" id="{91C0F624-674F-2F47-83A7-DEB381C132F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278712" y="1825624"/>
            <a:ext cx="2566924" cy="4793673"/>
          </a:xfrm>
          <a:prstGeom prst="rect">
            <a:avLst/>
          </a:prstGeom>
        </p:spPr>
      </p:pic>
      <p:sp>
        <p:nvSpPr>
          <p:cNvPr id="4" name="Slide Number Placeholder 3">
            <a:extLst>
              <a:ext uri="{FF2B5EF4-FFF2-40B4-BE49-F238E27FC236}">
                <a16:creationId xmlns:a16="http://schemas.microsoft.com/office/drawing/2014/main" id="{88A07ED5-B5E4-9648-9E26-39C4B642EE5B}"/>
              </a:ext>
            </a:extLst>
          </p:cNvPr>
          <p:cNvSpPr>
            <a:spLocks noGrp="1"/>
          </p:cNvSpPr>
          <p:nvPr>
            <p:ph type="sldNum" sz="quarter" idx="12"/>
          </p:nvPr>
        </p:nvSpPr>
        <p:spPr/>
        <p:txBody>
          <a:bodyPr/>
          <a:lstStyle/>
          <a:p>
            <a:fld id="{98DEB4AB-D614-0E48-BC82-3517EAEB4A4F}" type="slidenum">
              <a:rPr lang="en-US" smtClean="0"/>
              <a:t>41</a:t>
            </a:fld>
            <a:endParaRPr lang="en-US"/>
          </a:p>
        </p:txBody>
      </p:sp>
    </p:spTree>
    <p:extLst>
      <p:ext uri="{BB962C8B-B14F-4D97-AF65-F5344CB8AC3E}">
        <p14:creationId xmlns:p14="http://schemas.microsoft.com/office/powerpoint/2010/main" val="57954267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1E3DA0-1B17-B94E-AB4A-EFA57F98F157}"/>
              </a:ext>
            </a:extLst>
          </p:cNvPr>
          <p:cNvSpPr>
            <a:spLocks noGrp="1"/>
          </p:cNvSpPr>
          <p:nvPr>
            <p:ph type="title"/>
          </p:nvPr>
        </p:nvSpPr>
        <p:spPr>
          <a:xfrm>
            <a:off x="762000" y="559678"/>
            <a:ext cx="3567915" cy="4952492"/>
          </a:xfrm>
        </p:spPr>
        <p:txBody>
          <a:bodyPr>
            <a:normAutofit/>
          </a:bodyPr>
          <a:lstStyle/>
          <a:p>
            <a:r>
              <a:rPr lang="en-US">
                <a:solidFill>
                  <a:schemeClr val="bg1"/>
                </a:solidFill>
              </a:rPr>
              <a:t>Programmatic Considerations</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D0B4907B-9B76-4C4F-8D92-1D690FF7B318}"/>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580151773"/>
              </p:ext>
            </p:extLst>
          </p:nvPr>
        </p:nvGraphicFramePr>
        <p:xfrm>
          <a:off x="5181599" y="568325"/>
          <a:ext cx="6830291" cy="5901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D276D105-588E-7F4F-ABFE-8753B41C28D1}"/>
              </a:ext>
            </a:extLst>
          </p:cNvPr>
          <p:cNvSpPr>
            <a:spLocks noGrp="1"/>
          </p:cNvSpPr>
          <p:nvPr>
            <p:ph type="sldNum" sz="quarter" idx="12"/>
          </p:nvPr>
        </p:nvSpPr>
        <p:spPr/>
        <p:txBody>
          <a:bodyPr/>
          <a:lstStyle/>
          <a:p>
            <a:fld id="{98DEB4AB-D614-0E48-BC82-3517EAEB4A4F}" type="slidenum">
              <a:rPr lang="en-US" smtClean="0"/>
              <a:t>42</a:t>
            </a:fld>
            <a:endParaRPr lang="en-US"/>
          </a:p>
        </p:txBody>
      </p:sp>
    </p:spTree>
    <p:extLst>
      <p:ext uri="{BB962C8B-B14F-4D97-AF65-F5344CB8AC3E}">
        <p14:creationId xmlns:p14="http://schemas.microsoft.com/office/powerpoint/2010/main" val="419068836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DE633C-77AF-2449-8B3A-C8F5968A508E}"/>
              </a:ext>
            </a:extLst>
          </p:cNvPr>
          <p:cNvSpPr>
            <a:spLocks noGrp="1"/>
          </p:cNvSpPr>
          <p:nvPr>
            <p:ph type="title"/>
          </p:nvPr>
        </p:nvSpPr>
        <p:spPr>
          <a:xfrm>
            <a:off x="7045943" y="1025236"/>
            <a:ext cx="4467792" cy="4457966"/>
          </a:xfrm>
        </p:spPr>
        <p:txBody>
          <a:bodyPr vert="horz" lIns="91440" tIns="45720" rIns="91440" bIns="45720" rtlCol="0" anchor="b">
            <a:normAutofit fontScale="90000"/>
          </a:bodyPr>
          <a:lstStyle/>
          <a:p>
            <a:pPr algn="ctr">
              <a:lnSpc>
                <a:spcPct val="100000"/>
              </a:lnSpc>
            </a:pPr>
            <a:r>
              <a:rPr lang="en-US" sz="4200" b="1" u="sng" kern="1200" dirty="0">
                <a:solidFill>
                  <a:srgbClr val="FFFFFF"/>
                </a:solidFill>
                <a:latin typeface="+mj-lt"/>
                <a:ea typeface="+mj-ea"/>
                <a:cs typeface="+mj-cs"/>
              </a:rPr>
              <a:t>Discussion</a:t>
            </a:r>
            <a:br>
              <a:rPr lang="en-US" sz="4200" b="1" kern="1200" dirty="0">
                <a:solidFill>
                  <a:srgbClr val="FFFFFF"/>
                </a:solidFill>
                <a:latin typeface="+mj-lt"/>
                <a:ea typeface="+mj-ea"/>
                <a:cs typeface="+mj-cs"/>
              </a:rPr>
            </a:br>
            <a:br>
              <a:rPr lang="en-US" sz="4200" kern="1200" dirty="0">
                <a:solidFill>
                  <a:srgbClr val="FFFFFF"/>
                </a:solidFill>
                <a:latin typeface="+mj-lt"/>
                <a:ea typeface="+mj-ea"/>
                <a:cs typeface="+mj-cs"/>
              </a:rPr>
            </a:br>
            <a:r>
              <a:rPr lang="en-US" sz="4200" b="1" i="1" kern="1200" dirty="0">
                <a:solidFill>
                  <a:srgbClr val="FFFFFF"/>
                </a:solidFill>
                <a:latin typeface="+mj-lt"/>
                <a:ea typeface="+mj-ea"/>
                <a:cs typeface="+mj-cs"/>
              </a:rPr>
              <a:t>Given the</a:t>
            </a:r>
            <a:r>
              <a:rPr lang="en-US" sz="4200" b="1" i="1" dirty="0">
                <a:solidFill>
                  <a:srgbClr val="FFFFFF"/>
                </a:solidFill>
              </a:rPr>
              <a:t> context of professionals</a:t>
            </a:r>
            <a:br>
              <a:rPr lang="en-US" sz="4200" b="1" i="1" dirty="0">
                <a:solidFill>
                  <a:srgbClr val="FFFFFF"/>
                </a:solidFill>
              </a:rPr>
            </a:br>
            <a:r>
              <a:rPr lang="en-US" sz="4200" b="1" i="1" dirty="0">
                <a:solidFill>
                  <a:srgbClr val="FFFFFF"/>
                </a:solidFill>
              </a:rPr>
              <a:t>“in charge”,</a:t>
            </a:r>
            <a:br>
              <a:rPr lang="en-US" sz="4200" b="1" i="1" dirty="0">
                <a:solidFill>
                  <a:srgbClr val="FFFFFF"/>
                </a:solidFill>
              </a:rPr>
            </a:br>
            <a:r>
              <a:rPr lang="en-US" sz="4200" b="1" i="1" dirty="0">
                <a:solidFill>
                  <a:srgbClr val="FFFFFF"/>
                </a:solidFill>
              </a:rPr>
              <a:t>how do we promote a culture of </a:t>
            </a:r>
            <a:r>
              <a:rPr lang="en-US" sz="4200" b="1" i="1" kern="1200" dirty="0">
                <a:solidFill>
                  <a:srgbClr val="FFFFFF"/>
                </a:solidFill>
                <a:latin typeface="+mj-lt"/>
                <a:ea typeface="+mj-ea"/>
                <a:cs typeface="+mj-cs"/>
              </a:rPr>
              <a:t> informed choice?</a:t>
            </a:r>
          </a:p>
        </p:txBody>
      </p:sp>
      <p:sp>
        <p:nvSpPr>
          <p:cNvPr id="22" name="Oval 21">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368"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a:extLst>
              <a:ext uri="{FF2B5EF4-FFF2-40B4-BE49-F238E27FC236}">
                <a16:creationId xmlns:a16="http://schemas.microsoft.com/office/drawing/2014/main" id="{21FF0145-7D72-4050-91AA-C32DB203057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78572"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
        <p:nvSpPr>
          <p:cNvPr id="3" name="Slide Number Placeholder 2">
            <a:extLst>
              <a:ext uri="{FF2B5EF4-FFF2-40B4-BE49-F238E27FC236}">
                <a16:creationId xmlns:a16="http://schemas.microsoft.com/office/drawing/2014/main" id="{77F98A7C-584D-E04A-AA32-F3F4D34D931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DEB4AB-D614-0E48-BC82-3517EAEB4A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353652"/>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B4243A-6C6C-FD42-9052-F90DFC0EDCAD}"/>
              </a:ext>
            </a:extLst>
          </p:cNvPr>
          <p:cNvSpPr>
            <a:spLocks noGrp="1"/>
          </p:cNvSpPr>
          <p:nvPr>
            <p:ph type="title" idx="4294967295"/>
          </p:nvPr>
        </p:nvSpPr>
        <p:spPr>
          <a:xfrm>
            <a:off x="584982" y="-930060"/>
            <a:ext cx="10515600" cy="619613"/>
          </a:xfrm>
        </p:spPr>
        <p:txBody>
          <a:bodyPr>
            <a:normAutofit/>
          </a:bodyPr>
          <a:lstStyle/>
          <a:p>
            <a:r>
              <a:rPr lang="en-US" sz="2000" dirty="0"/>
              <a:t>Wrap-Up</a:t>
            </a:r>
          </a:p>
        </p:txBody>
      </p:sp>
      <p:sp>
        <p:nvSpPr>
          <p:cNvPr id="24"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Theatre screen with words Wrap-Up on screen">
            <a:extLst>
              <a:ext uri="{FF2B5EF4-FFF2-40B4-BE49-F238E27FC236}">
                <a16:creationId xmlns:a16="http://schemas.microsoft.com/office/drawing/2014/main" id="{DD3ABF48-07E5-394C-B0F2-4FB2AE4C0506}"/>
              </a:ext>
              <a:ext uri="{C183D7F6-B498-43B3-948B-1728B52AA6E4}">
                <adec:decorative xmlns:adec="http://schemas.microsoft.com/office/drawing/2017/decorative" val="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282"/>
            <a:ext cx="12191980" cy="6856718"/>
          </a:xfrm>
          <a:prstGeom prst="rect">
            <a:avLst/>
          </a:prstGeom>
        </p:spPr>
      </p:pic>
      <p:sp>
        <p:nvSpPr>
          <p:cNvPr id="2" name="Slide Number Placeholder 1">
            <a:extLst>
              <a:ext uri="{FF2B5EF4-FFF2-40B4-BE49-F238E27FC236}">
                <a16:creationId xmlns:a16="http://schemas.microsoft.com/office/drawing/2014/main" id="{05A64073-0216-BF45-9AB8-B2A6DF7783AF}"/>
              </a:ext>
            </a:extLst>
          </p:cNvPr>
          <p:cNvSpPr>
            <a:spLocks noGrp="1"/>
          </p:cNvSpPr>
          <p:nvPr>
            <p:ph type="sldNum" sz="quarter" idx="12"/>
          </p:nvPr>
        </p:nvSpPr>
        <p:spPr/>
        <p:txBody>
          <a:bodyPr/>
          <a:lstStyle/>
          <a:p>
            <a:fld id="{98DEB4AB-D614-0E48-BC82-3517EAEB4A4F}" type="slidenum">
              <a:rPr lang="en-US" smtClean="0"/>
              <a:t>44</a:t>
            </a:fld>
            <a:endParaRPr lang="en-US"/>
          </a:p>
        </p:txBody>
      </p:sp>
    </p:spTree>
    <p:extLst>
      <p:ext uri="{BB962C8B-B14F-4D97-AF65-F5344CB8AC3E}">
        <p14:creationId xmlns:p14="http://schemas.microsoft.com/office/powerpoint/2010/main" val="302534114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C79E0D-B81A-D34F-9091-B7272CBFEA19}"/>
              </a:ext>
            </a:extLst>
          </p:cNvPr>
          <p:cNvSpPr>
            <a:spLocks noGrp="1"/>
          </p:cNvSpPr>
          <p:nvPr>
            <p:ph type="title"/>
          </p:nvPr>
        </p:nvSpPr>
        <p:spPr>
          <a:xfrm>
            <a:off x="444304" y="-830628"/>
            <a:ext cx="10515600" cy="605546"/>
          </a:xfrm>
        </p:spPr>
        <p:txBody>
          <a:bodyPr>
            <a:normAutofit/>
          </a:bodyPr>
          <a:lstStyle/>
          <a:p>
            <a:r>
              <a:rPr lang="en-US" sz="2000" dirty="0"/>
              <a:t>Resources</a:t>
            </a:r>
          </a:p>
        </p:txBody>
      </p:sp>
      <p:pic>
        <p:nvPicPr>
          <p:cNvPr id="4" name="Picture 3" descr="Resources">
            <a:extLst>
              <a:ext uri="{FF2B5EF4-FFF2-40B4-BE49-F238E27FC236}">
                <a16:creationId xmlns:a16="http://schemas.microsoft.com/office/drawing/2014/main" id="{9559FE9A-FDAA-EC43-8784-F1FB5961108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2821708" y="178088"/>
            <a:ext cx="7430656" cy="6501824"/>
          </a:xfrm>
          <a:prstGeom prst="rect">
            <a:avLst/>
          </a:prstGeom>
        </p:spPr>
      </p:pic>
      <p:sp>
        <p:nvSpPr>
          <p:cNvPr id="5" name="TextBox 4">
            <a:extLst>
              <a:ext uri="{FF2B5EF4-FFF2-40B4-BE49-F238E27FC236}">
                <a16:creationId xmlns:a16="http://schemas.microsoft.com/office/drawing/2014/main" id="{E8A59A7A-2F9A-5C44-90F4-47D2CF624B7B}"/>
              </a:ext>
            </a:extLst>
          </p:cNvPr>
          <p:cNvSpPr txBox="1"/>
          <p:nvPr/>
        </p:nvSpPr>
        <p:spPr>
          <a:xfrm>
            <a:off x="4668981" y="2967335"/>
            <a:ext cx="3075710" cy="707886"/>
          </a:xfrm>
          <a:prstGeom prst="rect">
            <a:avLst/>
          </a:prstGeom>
          <a:noFill/>
        </p:spPr>
        <p:txBody>
          <a:bodyPr wrap="square" rtlCol="0">
            <a:spAutoFit/>
          </a:bodyPr>
          <a:lstStyle/>
          <a:p>
            <a:pPr algn="ctr"/>
            <a:r>
              <a:rPr lang="en-US" sz="4000" b="1" dirty="0">
                <a:latin typeface="Courier" pitchFamily="2" charset="0"/>
              </a:rPr>
              <a:t>Resources</a:t>
            </a:r>
          </a:p>
        </p:txBody>
      </p:sp>
      <p:sp>
        <p:nvSpPr>
          <p:cNvPr id="2" name="Slide Number Placeholder 1">
            <a:extLst>
              <a:ext uri="{FF2B5EF4-FFF2-40B4-BE49-F238E27FC236}">
                <a16:creationId xmlns:a16="http://schemas.microsoft.com/office/drawing/2014/main" id="{EEF1501D-D639-F849-B626-91E2F7598581}"/>
              </a:ext>
            </a:extLst>
          </p:cNvPr>
          <p:cNvSpPr>
            <a:spLocks noGrp="1"/>
          </p:cNvSpPr>
          <p:nvPr>
            <p:ph type="sldNum" sz="quarter" idx="12"/>
          </p:nvPr>
        </p:nvSpPr>
        <p:spPr/>
        <p:txBody>
          <a:bodyPr/>
          <a:lstStyle/>
          <a:p>
            <a:fld id="{98DEB4AB-D614-0E48-BC82-3517EAEB4A4F}" type="slidenum">
              <a:rPr lang="en-US" smtClean="0"/>
              <a:t>45</a:t>
            </a:fld>
            <a:endParaRPr lang="en-US"/>
          </a:p>
        </p:txBody>
      </p:sp>
    </p:spTree>
    <p:extLst>
      <p:ext uri="{BB962C8B-B14F-4D97-AF65-F5344CB8AC3E}">
        <p14:creationId xmlns:p14="http://schemas.microsoft.com/office/powerpoint/2010/main" val="3644411545"/>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692E0A-6FEE-E643-8D30-8367065A46EE}"/>
              </a:ext>
            </a:extLst>
          </p:cNvPr>
          <p:cNvSpPr>
            <a:spLocks noGrp="1"/>
          </p:cNvSpPr>
          <p:nvPr>
            <p:ph type="title" idx="4294967295"/>
          </p:nvPr>
        </p:nvSpPr>
        <p:spPr>
          <a:xfrm>
            <a:off x="655320" y="-844697"/>
            <a:ext cx="10515600" cy="535207"/>
          </a:xfrm>
        </p:spPr>
        <p:txBody>
          <a:bodyPr>
            <a:normAutofit/>
          </a:bodyPr>
          <a:lstStyle/>
          <a:p>
            <a:r>
              <a:rPr lang="en-US" sz="2000" dirty="0"/>
              <a:t>DARS Supporting Informed Choice About</a:t>
            </a:r>
            <a:r>
              <a:rPr lang="en-US" sz="2000" baseline="0" dirty="0"/>
              <a:t> Employment</a:t>
            </a:r>
            <a:endParaRPr lang="en-US" sz="2000" dirty="0"/>
          </a:p>
        </p:txBody>
      </p:sp>
      <p:pic>
        <p:nvPicPr>
          <p:cNvPr id="7" name="Picture 6" descr="Logo for DARS: Virginia Department for Aging and Rehabilitative Services">
            <a:extLst>
              <a:ext uri="{FF2B5EF4-FFF2-40B4-BE49-F238E27FC236}">
                <a16:creationId xmlns:a16="http://schemas.microsoft.com/office/drawing/2014/main" id="{05A14613-73EA-6B47-91EA-7CA511FBA4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3333" y="659267"/>
            <a:ext cx="2698750" cy="1509331"/>
          </a:xfrm>
          <a:prstGeom prst="rect">
            <a:avLst/>
          </a:prstGeom>
        </p:spPr>
      </p:pic>
      <p:pic>
        <p:nvPicPr>
          <p:cNvPr id="5" name="Picture 4" descr="Virginia Department for Aging and Rehabilitative Services Supporting Informed Choices about Employment Structure">
            <a:extLst>
              <a:ext uri="{FF2B5EF4-FFF2-40B4-BE49-F238E27FC236}">
                <a16:creationId xmlns:a16="http://schemas.microsoft.com/office/drawing/2014/main" id="{447B1FE4-A5B6-6C4A-B1F6-C329DD0E593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8350" t="6373" r="8779" b="3131"/>
          <a:stretch/>
        </p:blipFill>
        <p:spPr>
          <a:xfrm>
            <a:off x="4233333" y="694267"/>
            <a:ext cx="6722534" cy="5672666"/>
          </a:xfrm>
          <a:prstGeom prst="rect">
            <a:avLst/>
          </a:prstGeom>
          <a:ln>
            <a:solidFill>
              <a:schemeClr val="tx1"/>
            </a:solidFill>
          </a:ln>
        </p:spPr>
      </p:pic>
      <p:sp>
        <p:nvSpPr>
          <p:cNvPr id="2" name="Slide Number Placeholder 1">
            <a:extLst>
              <a:ext uri="{FF2B5EF4-FFF2-40B4-BE49-F238E27FC236}">
                <a16:creationId xmlns:a16="http://schemas.microsoft.com/office/drawing/2014/main" id="{86E7D60B-030B-A74B-9EB7-0527D89FB86E}"/>
              </a:ext>
            </a:extLst>
          </p:cNvPr>
          <p:cNvSpPr>
            <a:spLocks noGrp="1"/>
          </p:cNvSpPr>
          <p:nvPr>
            <p:ph type="sldNum" sz="quarter" idx="12"/>
          </p:nvPr>
        </p:nvSpPr>
        <p:spPr/>
        <p:txBody>
          <a:bodyPr/>
          <a:lstStyle/>
          <a:p>
            <a:fld id="{98DEB4AB-D614-0E48-BC82-3517EAEB4A4F}" type="slidenum">
              <a:rPr lang="en-US" smtClean="0"/>
              <a:t>46</a:t>
            </a:fld>
            <a:endParaRPr lang="en-US"/>
          </a:p>
        </p:txBody>
      </p:sp>
    </p:spTree>
    <p:extLst>
      <p:ext uri="{BB962C8B-B14F-4D97-AF65-F5344CB8AC3E}">
        <p14:creationId xmlns:p14="http://schemas.microsoft.com/office/powerpoint/2010/main" val="1588840629"/>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BAF15-B38D-EF40-9B11-8E7EDEB1DF0C}"/>
              </a:ext>
            </a:extLst>
          </p:cNvPr>
          <p:cNvSpPr>
            <a:spLocks noGrp="1"/>
          </p:cNvSpPr>
          <p:nvPr>
            <p:ph type="title" idx="4294967295"/>
          </p:nvPr>
        </p:nvSpPr>
        <p:spPr>
          <a:xfrm>
            <a:off x="311727" y="-760290"/>
            <a:ext cx="10515600" cy="400342"/>
          </a:xfrm>
        </p:spPr>
        <p:txBody>
          <a:bodyPr>
            <a:normAutofit/>
          </a:bodyPr>
          <a:lstStyle/>
          <a:p>
            <a:r>
              <a:rPr lang="en-US" sz="2000" dirty="0"/>
              <a:t>New Jersey Pathway to</a:t>
            </a:r>
            <a:r>
              <a:rPr lang="en-US" sz="2000" baseline="0" dirty="0"/>
              <a:t> Employment</a:t>
            </a:r>
            <a:endParaRPr lang="en-US" sz="2000" dirty="0"/>
          </a:p>
        </p:txBody>
      </p:sp>
      <p:pic>
        <p:nvPicPr>
          <p:cNvPr id="5" name="Picture 4" descr="Logo of State of New Jersey Department of Human Services - Division of Developmental Disabilities">
            <a:extLst>
              <a:ext uri="{FF2B5EF4-FFF2-40B4-BE49-F238E27FC236}">
                <a16:creationId xmlns:a16="http://schemas.microsoft.com/office/drawing/2014/main" id="{F2EE68F5-ABB0-D54C-950E-AF23D0ABAF1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96373" y="765467"/>
            <a:ext cx="4873154" cy="899615"/>
          </a:xfrm>
          <a:prstGeom prst="rect">
            <a:avLst/>
          </a:prstGeom>
          <a:ln>
            <a:solidFill>
              <a:schemeClr val="tx1"/>
            </a:solidFill>
          </a:ln>
        </p:spPr>
      </p:pic>
      <p:pic>
        <p:nvPicPr>
          <p:cNvPr id="3" name="Picture 2" descr="New Jersey Pathway to Employment Form">
            <a:extLst>
              <a:ext uri="{FF2B5EF4-FFF2-40B4-BE49-F238E27FC236}">
                <a16:creationId xmlns:a16="http://schemas.microsoft.com/office/drawing/2014/main" id="{7E214F7D-6C11-9640-8BBD-A37CF09D760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565" t="5726" r="3787" b="2933"/>
          <a:stretch/>
        </p:blipFill>
        <p:spPr>
          <a:xfrm>
            <a:off x="6817004" y="252849"/>
            <a:ext cx="4873154" cy="6425490"/>
          </a:xfrm>
          <a:prstGeom prst="rect">
            <a:avLst/>
          </a:prstGeom>
          <a:ln>
            <a:solidFill>
              <a:schemeClr val="tx1"/>
            </a:solidFill>
          </a:ln>
        </p:spPr>
      </p:pic>
      <p:sp>
        <p:nvSpPr>
          <p:cNvPr id="2" name="Slide Number Placeholder 1">
            <a:extLst>
              <a:ext uri="{FF2B5EF4-FFF2-40B4-BE49-F238E27FC236}">
                <a16:creationId xmlns:a16="http://schemas.microsoft.com/office/drawing/2014/main" id="{CB8D7779-B4A3-0A45-A57B-0246CA37DF30}"/>
              </a:ext>
            </a:extLst>
          </p:cNvPr>
          <p:cNvSpPr>
            <a:spLocks noGrp="1"/>
          </p:cNvSpPr>
          <p:nvPr>
            <p:ph type="sldNum" sz="quarter" idx="12"/>
          </p:nvPr>
        </p:nvSpPr>
        <p:spPr/>
        <p:txBody>
          <a:bodyPr/>
          <a:lstStyle/>
          <a:p>
            <a:fld id="{98DEB4AB-D614-0E48-BC82-3517EAEB4A4F}" type="slidenum">
              <a:rPr lang="en-US" smtClean="0"/>
              <a:t>47</a:t>
            </a:fld>
            <a:endParaRPr lang="en-US"/>
          </a:p>
        </p:txBody>
      </p:sp>
    </p:spTree>
    <p:extLst>
      <p:ext uri="{BB962C8B-B14F-4D97-AF65-F5344CB8AC3E}">
        <p14:creationId xmlns:p14="http://schemas.microsoft.com/office/powerpoint/2010/main" val="3201749943"/>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C17413-8FF0-F544-8A3D-0549B84EF92E}"/>
              </a:ext>
            </a:extLst>
          </p:cNvPr>
          <p:cNvSpPr>
            <a:spLocks noGrp="1"/>
          </p:cNvSpPr>
          <p:nvPr>
            <p:ph type="title"/>
          </p:nvPr>
        </p:nvSpPr>
        <p:spPr>
          <a:xfrm>
            <a:off x="711590" y="-778106"/>
            <a:ext cx="10515600" cy="356076"/>
          </a:xfrm>
        </p:spPr>
        <p:txBody>
          <a:bodyPr>
            <a:normAutofit fontScale="90000"/>
          </a:bodyPr>
          <a:lstStyle/>
          <a:p>
            <a:r>
              <a:rPr lang="en-US" sz="2000" dirty="0"/>
              <a:t>Minnesota</a:t>
            </a:r>
            <a:r>
              <a:rPr lang="en-US" sz="2000" baseline="0" dirty="0"/>
              <a:t> Toolkit to Support Informed Choice in Employment</a:t>
            </a:r>
            <a:endParaRPr lang="en-US" sz="2000" dirty="0"/>
          </a:p>
        </p:txBody>
      </p:sp>
      <p:pic>
        <p:nvPicPr>
          <p:cNvPr id="9" name="Content Placeholder 8" descr="Logo of Minnesota Department of Human Services">
            <a:extLst>
              <a:ext uri="{FF2B5EF4-FFF2-40B4-BE49-F238E27FC236}">
                <a16:creationId xmlns:a16="http://schemas.microsoft.com/office/drawing/2014/main" id="{2322C7B9-2E2E-6E42-8EA6-CA7FDA0B4D63}"/>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495300" y="616611"/>
            <a:ext cx="2760572" cy="1461822"/>
          </a:xfrm>
        </p:spPr>
      </p:pic>
      <p:pic>
        <p:nvPicPr>
          <p:cNvPr id="11" name="Picture 10" descr="Picture of publication Holding Engaging Conversations About Work from the Minnesota Department of Human Services">
            <a:extLst>
              <a:ext uri="{FF2B5EF4-FFF2-40B4-BE49-F238E27FC236}">
                <a16:creationId xmlns:a16="http://schemas.microsoft.com/office/drawing/2014/main" id="{FBE1FB2F-96C4-8C4C-B5DF-08E4E339B2A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4816" t="5870" r="5084" b="9816"/>
          <a:stretch/>
        </p:blipFill>
        <p:spPr>
          <a:xfrm>
            <a:off x="3403599" y="322373"/>
            <a:ext cx="8592379" cy="6213254"/>
          </a:xfrm>
          <a:prstGeom prst="rect">
            <a:avLst/>
          </a:prstGeom>
          <a:ln>
            <a:solidFill>
              <a:schemeClr val="tx1"/>
            </a:solidFill>
          </a:ln>
        </p:spPr>
      </p:pic>
      <p:sp>
        <p:nvSpPr>
          <p:cNvPr id="2" name="Slide Number Placeholder 1">
            <a:extLst>
              <a:ext uri="{FF2B5EF4-FFF2-40B4-BE49-F238E27FC236}">
                <a16:creationId xmlns:a16="http://schemas.microsoft.com/office/drawing/2014/main" id="{DA5BF4DE-D9F4-5F4E-8B42-DF44AEC5DC42}"/>
              </a:ext>
            </a:extLst>
          </p:cNvPr>
          <p:cNvSpPr>
            <a:spLocks noGrp="1"/>
          </p:cNvSpPr>
          <p:nvPr>
            <p:ph type="sldNum" sz="quarter" idx="12"/>
          </p:nvPr>
        </p:nvSpPr>
        <p:spPr/>
        <p:txBody>
          <a:bodyPr/>
          <a:lstStyle/>
          <a:p>
            <a:fld id="{98DEB4AB-D614-0E48-BC82-3517EAEB4A4F}" type="slidenum">
              <a:rPr lang="en-US" smtClean="0"/>
              <a:t>48</a:t>
            </a:fld>
            <a:endParaRPr lang="en-US"/>
          </a:p>
        </p:txBody>
      </p:sp>
    </p:spTree>
    <p:extLst>
      <p:ext uri="{BB962C8B-B14F-4D97-AF65-F5344CB8AC3E}">
        <p14:creationId xmlns:p14="http://schemas.microsoft.com/office/powerpoint/2010/main" val="797252976"/>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E7113-532F-4041-B9E8-4D257FE2241B}"/>
              </a:ext>
            </a:extLst>
          </p:cNvPr>
          <p:cNvSpPr>
            <a:spLocks noGrp="1"/>
          </p:cNvSpPr>
          <p:nvPr>
            <p:ph type="title"/>
          </p:nvPr>
        </p:nvSpPr>
        <p:spPr>
          <a:xfrm>
            <a:off x="337497" y="679731"/>
            <a:ext cx="3124151" cy="3736540"/>
          </a:xfrm>
        </p:spPr>
        <p:style>
          <a:lnRef idx="0">
            <a:schemeClr val="accent4"/>
          </a:lnRef>
          <a:fillRef idx="3">
            <a:schemeClr val="accent4"/>
          </a:fillRef>
          <a:effectRef idx="3">
            <a:schemeClr val="accent4"/>
          </a:effectRef>
          <a:fontRef idx="minor">
            <a:schemeClr val="lt1"/>
          </a:fontRef>
        </p:style>
        <p:txBody>
          <a:bodyPr vert="horz" lIns="91440" tIns="45720" rIns="91440" bIns="45720" rtlCol="0" anchor="ctr" anchorCtr="0">
            <a:normAutofit/>
          </a:bodyPr>
          <a:lstStyle/>
          <a:p>
            <a:pPr algn="ctr"/>
            <a:r>
              <a:rPr lang="en-US" sz="4600" dirty="0"/>
              <a:t>Minnesota Legislation on Informed Choice</a:t>
            </a:r>
          </a:p>
        </p:txBody>
      </p:sp>
      <p:sp>
        <p:nvSpPr>
          <p:cNvPr id="3" name="Content Placeholder 2">
            <a:extLst>
              <a:ext uri="{FF2B5EF4-FFF2-40B4-BE49-F238E27FC236}">
                <a16:creationId xmlns:a16="http://schemas.microsoft.com/office/drawing/2014/main" id="{162B5FF3-436A-C945-BF5E-BCFD04231750}"/>
              </a:ext>
            </a:extLst>
          </p:cNvPr>
          <p:cNvSpPr>
            <a:spLocks noGrp="1"/>
          </p:cNvSpPr>
          <p:nvPr>
            <p:ph idx="1"/>
          </p:nvPr>
        </p:nvSpPr>
        <p:spPr>
          <a:xfrm>
            <a:off x="263555" y="4854254"/>
            <a:ext cx="3124151" cy="1035781"/>
          </a:xfrm>
        </p:spPr>
        <p:txBody>
          <a:bodyPr vert="horz" lIns="91440" tIns="45720" rIns="91440" bIns="45720" rtlCol="0">
            <a:noAutofit/>
          </a:bodyPr>
          <a:lstStyle/>
          <a:p>
            <a:pPr marL="0" indent="0" algn="ctr">
              <a:buNone/>
            </a:pPr>
            <a:r>
              <a:rPr lang="en-US" sz="3600" b="1" i="1" dirty="0"/>
              <a:t>Specifically addresses employment</a:t>
            </a:r>
          </a:p>
        </p:txBody>
      </p:sp>
      <p:grpSp>
        <p:nvGrpSpPr>
          <p:cNvPr id="15" name="Group 1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6" name="Straight Connector 1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cture of proposed Minnesota Legislation on Informed Choice">
            <a:extLst>
              <a:ext uri="{FF2B5EF4-FFF2-40B4-BE49-F238E27FC236}">
                <a16:creationId xmlns:a16="http://schemas.microsoft.com/office/drawing/2014/main" id="{06C469CE-92DD-7145-A9BC-06D76539F39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2981" y="382125"/>
            <a:ext cx="3618865" cy="5960484"/>
          </a:xfrm>
          <a:prstGeom prst="rect">
            <a:avLst/>
          </a:prstGeom>
        </p:spPr>
      </p:pic>
      <p:pic>
        <p:nvPicPr>
          <p:cNvPr id="7" name="Picture 6" descr="Picture of Minnesota State Capital">
            <a:extLst>
              <a:ext uri="{FF2B5EF4-FFF2-40B4-BE49-F238E27FC236}">
                <a16:creationId xmlns:a16="http://schemas.microsoft.com/office/drawing/2014/main" id="{9ADF85BE-C78E-6B4F-8A8F-B8A10490C037}"/>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7812357" y="2337574"/>
            <a:ext cx="3383280" cy="2182215"/>
          </a:xfrm>
          <a:prstGeom prst="rect">
            <a:avLst/>
          </a:prstGeom>
        </p:spPr>
      </p:pic>
      <p:sp>
        <p:nvSpPr>
          <p:cNvPr id="8" name="TextBox 7">
            <a:extLst>
              <a:ext uri="{FF2B5EF4-FFF2-40B4-BE49-F238E27FC236}">
                <a16:creationId xmlns:a16="http://schemas.microsoft.com/office/drawing/2014/main" id="{AD0E5E60-0BB7-E843-82E0-3D0EDFD31A16}"/>
              </a:ext>
            </a:extLst>
          </p:cNvPr>
          <p:cNvSpPr txBox="1"/>
          <p:nvPr/>
        </p:nvSpPr>
        <p:spPr>
          <a:xfrm>
            <a:off x="8888595" y="4387155"/>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5" tooltip="https://www.privateinternetaccess.com/blog/2017/03/minnesota-senate-votes-58-9-pass-internet-privacy-protections-response-repeal-fcc-privacy-rule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
        <p:nvSpPr>
          <p:cNvPr id="4" name="Slide Number Placeholder 3">
            <a:extLst>
              <a:ext uri="{FF2B5EF4-FFF2-40B4-BE49-F238E27FC236}">
                <a16:creationId xmlns:a16="http://schemas.microsoft.com/office/drawing/2014/main" id="{C605CB8E-51FB-1D44-AEEA-35E2A26D2DBF}"/>
              </a:ext>
            </a:extLst>
          </p:cNvPr>
          <p:cNvSpPr>
            <a:spLocks noGrp="1"/>
          </p:cNvSpPr>
          <p:nvPr>
            <p:ph type="sldNum" sz="quarter" idx="12"/>
          </p:nvPr>
        </p:nvSpPr>
        <p:spPr/>
        <p:txBody>
          <a:bodyPr/>
          <a:lstStyle/>
          <a:p>
            <a:fld id="{98DEB4AB-D614-0E48-BC82-3517EAEB4A4F}" type="slidenum">
              <a:rPr lang="en-US" smtClean="0"/>
              <a:t>49</a:t>
            </a:fld>
            <a:endParaRPr lang="en-US"/>
          </a:p>
        </p:txBody>
      </p:sp>
    </p:spTree>
    <p:extLst>
      <p:ext uri="{BB962C8B-B14F-4D97-AF65-F5344CB8AC3E}">
        <p14:creationId xmlns:p14="http://schemas.microsoft.com/office/powerpoint/2010/main" val="174254804"/>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CD0BF72-0C4D-44AB-AA6C-FD2587C5D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5">
            <a:extLst>
              <a:ext uri="{FF2B5EF4-FFF2-40B4-BE49-F238E27FC236}">
                <a16:creationId xmlns:a16="http://schemas.microsoft.com/office/drawing/2014/main" id="{5523C670-74D7-4ED8-BA51-B6FB65570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096000" y="1756600"/>
            <a:ext cx="1080325" cy="4736395"/>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6">
            <a:extLst>
              <a:ext uri="{FF2B5EF4-FFF2-40B4-BE49-F238E27FC236}">
                <a16:creationId xmlns:a16="http://schemas.microsoft.com/office/drawing/2014/main" id="{BAEEE533-7CA5-4134-A14A-8575F66C6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88570" y="1357766"/>
            <a:ext cx="687754" cy="430312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7">
            <a:extLst>
              <a:ext uri="{FF2B5EF4-FFF2-40B4-BE49-F238E27FC236}">
                <a16:creationId xmlns:a16="http://schemas.microsoft.com/office/drawing/2014/main" id="{E64B7817-E956-406B-A85B-5AEF36B1F5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90581" y="1135060"/>
            <a:ext cx="409371" cy="416921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Rectangle 8">
            <a:extLst>
              <a:ext uri="{FF2B5EF4-FFF2-40B4-BE49-F238E27FC236}">
                <a16:creationId xmlns:a16="http://schemas.microsoft.com/office/drawing/2014/main" id="{92FC9C1F-8CBA-4083-8724-3735C556D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8" y="1124043"/>
            <a:ext cx="6105065" cy="3978121"/>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5CB5D-AF56-BA4E-AA00-FFB781BCEE6E}"/>
              </a:ext>
            </a:extLst>
          </p:cNvPr>
          <p:cNvSpPr>
            <a:spLocks noGrp="1"/>
          </p:cNvSpPr>
          <p:nvPr>
            <p:ph type="title"/>
          </p:nvPr>
        </p:nvSpPr>
        <p:spPr>
          <a:xfrm>
            <a:off x="958222" y="1474579"/>
            <a:ext cx="5531353" cy="3978121"/>
          </a:xfrm>
        </p:spPr>
        <p:txBody>
          <a:bodyPr vert="horz" lIns="91440" tIns="45720" rIns="91440" bIns="45720" rtlCol="0" anchor="b">
            <a:noAutofit/>
          </a:bodyPr>
          <a:lstStyle/>
          <a:p>
            <a:pPr algn="ctr"/>
            <a:r>
              <a:rPr lang="en-US" sz="2800" dirty="0">
                <a:solidFill>
                  <a:srgbClr val="FFFFFF"/>
                </a:solidFill>
              </a:rPr>
              <a:t>“Presume competence.</a:t>
            </a:r>
            <a:br>
              <a:rPr lang="en-US" sz="2800" dirty="0">
                <a:solidFill>
                  <a:srgbClr val="FFFFFF"/>
                </a:solidFill>
              </a:rPr>
            </a:br>
            <a:r>
              <a:rPr lang="en-US" sz="2800" dirty="0">
                <a:solidFill>
                  <a:srgbClr val="FFFFFF"/>
                </a:solidFill>
              </a:rPr>
              <a:t>And what we mean by presuming competence is when you meet a person with a disability you</a:t>
            </a:r>
            <a:br>
              <a:rPr lang="en-US" sz="2800" dirty="0">
                <a:solidFill>
                  <a:srgbClr val="FFFFFF"/>
                </a:solidFill>
              </a:rPr>
            </a:br>
            <a:r>
              <a:rPr lang="en-US" sz="2800" b="1" i="1" dirty="0">
                <a:solidFill>
                  <a:srgbClr val="FFFFFF"/>
                </a:solidFill>
              </a:rPr>
              <a:t>assume they are capable</a:t>
            </a:r>
            <a:r>
              <a:rPr lang="en-US" sz="2800" i="1" dirty="0">
                <a:solidFill>
                  <a:srgbClr val="FFFFFF"/>
                </a:solidFill>
              </a:rPr>
              <a:t>. </a:t>
            </a:r>
            <a:br>
              <a:rPr lang="en-US" sz="2800" dirty="0">
                <a:solidFill>
                  <a:srgbClr val="FFFFFF"/>
                </a:solidFill>
              </a:rPr>
            </a:br>
            <a:r>
              <a:rPr lang="en-US" sz="2800" dirty="0">
                <a:solidFill>
                  <a:srgbClr val="FFFFFF"/>
                </a:solidFill>
              </a:rPr>
              <a:t>Don’t assume that someone can or can’t do things but make sure they tell you what they need for accommodations and give them the chance to be </a:t>
            </a:r>
            <a:r>
              <a:rPr lang="en-US" sz="2800" b="1" i="1" dirty="0">
                <a:solidFill>
                  <a:srgbClr val="FFFFFF"/>
                </a:solidFill>
              </a:rPr>
              <a:t>in the driver’s seat</a:t>
            </a:r>
            <a:r>
              <a:rPr lang="en-US" sz="2800" dirty="0">
                <a:solidFill>
                  <a:srgbClr val="FFFFFF"/>
                </a:solidFill>
              </a:rPr>
              <a:t>.”</a:t>
            </a:r>
            <a:br>
              <a:rPr lang="en-US" sz="2800" dirty="0">
                <a:solidFill>
                  <a:srgbClr val="FFFFFF"/>
                </a:solidFill>
              </a:rPr>
            </a:br>
            <a:endParaRPr lang="en-US" sz="2800" dirty="0">
              <a:solidFill>
                <a:srgbClr val="FFFFFF"/>
              </a:solidFill>
            </a:endParaRPr>
          </a:p>
        </p:txBody>
      </p:sp>
      <p:sp>
        <p:nvSpPr>
          <p:cNvPr id="3" name="Content Placeholder 2">
            <a:extLst>
              <a:ext uri="{FF2B5EF4-FFF2-40B4-BE49-F238E27FC236}">
                <a16:creationId xmlns:a16="http://schemas.microsoft.com/office/drawing/2014/main" id="{B895ECD1-4809-AF43-873A-975DE81AB7BC}"/>
              </a:ext>
            </a:extLst>
          </p:cNvPr>
          <p:cNvSpPr>
            <a:spLocks noGrp="1"/>
          </p:cNvSpPr>
          <p:nvPr>
            <p:ph idx="1"/>
          </p:nvPr>
        </p:nvSpPr>
        <p:spPr>
          <a:xfrm>
            <a:off x="795529" y="5226525"/>
            <a:ext cx="5024099" cy="1155987"/>
          </a:xfrm>
        </p:spPr>
        <p:txBody>
          <a:bodyPr vert="horz" lIns="91440" tIns="45720" rIns="91440" bIns="45720" rtlCol="0" anchor="t">
            <a:normAutofit/>
          </a:bodyPr>
          <a:lstStyle/>
          <a:p>
            <a:pPr marL="0" indent="0" algn="r">
              <a:buNone/>
            </a:pPr>
            <a:r>
              <a:rPr lang="en-US" b="1" dirty="0"/>
              <a:t>Max Barrows</a:t>
            </a:r>
            <a:br>
              <a:rPr lang="en-US" dirty="0"/>
            </a:br>
            <a:r>
              <a:rPr lang="en-US" i="1" dirty="0"/>
              <a:t>Green Mountain Self-Advocates</a:t>
            </a:r>
          </a:p>
        </p:txBody>
      </p:sp>
      <p:pic>
        <p:nvPicPr>
          <p:cNvPr id="6" name="Picture 5" descr="Picture of Max Barrows">
            <a:extLst>
              <a:ext uri="{FF2B5EF4-FFF2-40B4-BE49-F238E27FC236}">
                <a16:creationId xmlns:a16="http://schemas.microsoft.com/office/drawing/2014/main" id="{C635C7A7-4EA2-CF4C-A5DD-5FB152FF0334}"/>
              </a:ext>
            </a:extLst>
          </p:cNvPr>
          <p:cNvPicPr>
            <a:picLocks noChangeAspect="1"/>
          </p:cNvPicPr>
          <p:nvPr/>
        </p:nvPicPr>
        <p:blipFill>
          <a:blip r:embed="rId2"/>
          <a:stretch>
            <a:fillRect/>
          </a:stretch>
        </p:blipFill>
        <p:spPr>
          <a:xfrm>
            <a:off x="8477637" y="1357766"/>
            <a:ext cx="3037044" cy="4049392"/>
          </a:xfrm>
          <a:prstGeom prst="rect">
            <a:avLst/>
          </a:prstGeom>
        </p:spPr>
      </p:pic>
      <p:sp>
        <p:nvSpPr>
          <p:cNvPr id="4" name="Slide Number Placeholder 3">
            <a:extLst>
              <a:ext uri="{FF2B5EF4-FFF2-40B4-BE49-F238E27FC236}">
                <a16:creationId xmlns:a16="http://schemas.microsoft.com/office/drawing/2014/main" id="{E0531D68-9D9E-1740-AA4A-C5332DD6D34C}"/>
              </a:ext>
            </a:extLst>
          </p:cNvPr>
          <p:cNvSpPr>
            <a:spLocks noGrp="1"/>
          </p:cNvSpPr>
          <p:nvPr>
            <p:ph type="sldNum" sz="quarter" idx="12"/>
          </p:nvPr>
        </p:nvSpPr>
        <p:spPr/>
        <p:txBody>
          <a:bodyPr/>
          <a:lstStyle/>
          <a:p>
            <a:fld id="{98DEB4AB-D614-0E48-BC82-3517EAEB4A4F}" type="slidenum">
              <a:rPr lang="en-US" smtClean="0"/>
              <a:t>50</a:t>
            </a:fld>
            <a:endParaRPr lang="en-US"/>
          </a:p>
        </p:txBody>
      </p:sp>
    </p:spTree>
    <p:extLst>
      <p:ext uri="{BB962C8B-B14F-4D97-AF65-F5344CB8AC3E}">
        <p14:creationId xmlns:p14="http://schemas.microsoft.com/office/powerpoint/2010/main" val="4184228766"/>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1349</Words>
  <Application>Microsoft Macintosh PowerPoint</Application>
  <PresentationFormat>Widescreen</PresentationFormat>
  <Paragraphs>218</Paragraphs>
  <Slides>50</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50</vt:i4>
      </vt:variant>
    </vt:vector>
  </HeadingPairs>
  <TitlesOfParts>
    <vt:vector size="60" baseType="lpstr">
      <vt:lpstr>Arial</vt:lpstr>
      <vt:lpstr>Book Antiqua</vt:lpstr>
      <vt:lpstr>Bradley Hand</vt:lpstr>
      <vt:lpstr>Calibri</vt:lpstr>
      <vt:lpstr>Calibri Light</vt:lpstr>
      <vt:lpstr>Courier</vt:lpstr>
      <vt:lpstr>Impact</vt:lpstr>
      <vt:lpstr>Wingdings</vt:lpstr>
      <vt:lpstr>Office Theme</vt:lpstr>
      <vt:lpstr>1_Office Theme</vt:lpstr>
      <vt:lpstr>Informed Choice: It’s More Than Just Asking</vt:lpstr>
      <vt:lpstr>Handouts</vt:lpstr>
      <vt:lpstr>If you would like copies of the PowerPoint slides, please email david.hoff@umb.edu</vt:lpstr>
      <vt:lpstr>Robyn Lewis Employment Practices That Sustain the Competitive Employment for Individuals with Intellectual Disabilities: Employers’ Perceptions</vt:lpstr>
      <vt:lpstr>“Listen to our dreams about having a job. We want to work just like others.” </vt:lpstr>
      <vt:lpstr>Consider</vt:lpstr>
      <vt:lpstr>Choice</vt:lpstr>
      <vt:lpstr>What makes a choice an informed choice?</vt:lpstr>
      <vt:lpstr>Informed Choice: Some Basic Truths</vt:lpstr>
      <vt:lpstr>Informed Choice Definition</vt:lpstr>
      <vt:lpstr>Informed Choice Requires:</vt:lpstr>
      <vt:lpstr>The challenge of informed choice for people with disabilities</vt:lpstr>
      <vt:lpstr>Andraéa LaVant Impact Producer, Crip Camp </vt:lpstr>
      <vt:lpstr>Variables Impacting Choice</vt:lpstr>
      <vt:lpstr>Examples of “Un-Informed” Choice</vt:lpstr>
      <vt:lpstr>Not Informed  Choice</vt:lpstr>
      <vt:lpstr>Discussion  Does informed choice mean you can do whatever you want?</vt:lpstr>
      <vt:lpstr>People with disabilities are entitled to same level of choice as everyone else</vt:lpstr>
      <vt:lpstr>Why informed choice matters</vt:lpstr>
      <vt:lpstr>It’s the right thing and fundamental to our work</vt:lpstr>
      <vt:lpstr>It’s the Law</vt:lpstr>
      <vt:lpstr>Informed Choice Applies to ALL Aspects of Employment</vt:lpstr>
      <vt:lpstr>Steps for Informed Choice &amp; Employment (based on Olmstead)</vt:lpstr>
      <vt:lpstr>1. Provide information about the benefits of working in the community</vt:lpstr>
      <vt:lpstr>2. Facilitate/arrange visits or other experiences in employment settings</vt:lpstr>
      <vt:lpstr>3. Peer-to-Peer     Discussions</vt:lpstr>
      <vt:lpstr>4. Identify and address any concerns or objections raised by the individual or relevant decision maker</vt:lpstr>
      <vt:lpstr>5. Regularly revisit a decision not to work in the community</vt:lpstr>
      <vt:lpstr>Importance of documentation</vt:lpstr>
      <vt:lpstr>Informed Choice as a Developmental Process</vt:lpstr>
      <vt:lpstr>Ensuring understanding of “working”</vt:lpstr>
      <vt:lpstr>Is choosing a less preferred option okay?</vt:lpstr>
      <vt:lpstr>Everyone needs to be on the same page</vt:lpstr>
      <vt:lpstr>The Role of Families</vt:lpstr>
      <vt:lpstr>The Role of Guardians</vt:lpstr>
      <vt:lpstr>National Guardianship Association Standards of Practice</vt:lpstr>
      <vt:lpstr>Discussion: What is the role of professionals?</vt:lpstr>
      <vt:lpstr>The role of the professional is to create and facilitate the ideal circumstances for individuals to make their own choices and decisions regarding employment</vt:lpstr>
      <vt:lpstr>Should staff remain neutral?</vt:lpstr>
      <vt:lpstr>Required Staff Skills</vt:lpstr>
      <vt:lpstr>What professionals say and how they say it is important</vt:lpstr>
      <vt:lpstr>Programmatic Considerations</vt:lpstr>
      <vt:lpstr>Discussion  Given the context of professionals “in charge”, how do we promote a culture of  informed choice?</vt:lpstr>
      <vt:lpstr>Wrap-Up</vt:lpstr>
      <vt:lpstr>Resources</vt:lpstr>
      <vt:lpstr>DARS Supporting Informed Choice About Employment</vt:lpstr>
      <vt:lpstr>New Jersey Pathway to Employment</vt:lpstr>
      <vt:lpstr>Minnesota Toolkit to Support Informed Choice in Employment</vt:lpstr>
      <vt:lpstr>Minnesota Legislation on Informed Choice</vt:lpstr>
      <vt:lpstr>“Presume competence. And what we mean by presuming competence is when you meet a person with a disability you assume they are capable.  Don’t assume that someone can or can’t do things but make sure they tell you what they need for accommodations and give them the chance to be in the driver’s seat.”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 Choice: It’s More Than Just Asking</dc:title>
  <dc:creator>David Hoff</dc:creator>
  <cp:lastModifiedBy>David Hoff</cp:lastModifiedBy>
  <cp:revision>7</cp:revision>
  <dcterms:created xsi:type="dcterms:W3CDTF">2022-10-12T12:26:03Z</dcterms:created>
  <dcterms:modified xsi:type="dcterms:W3CDTF">2026-02-27T22:15:04Z</dcterms:modified>
</cp:coreProperties>
</file>