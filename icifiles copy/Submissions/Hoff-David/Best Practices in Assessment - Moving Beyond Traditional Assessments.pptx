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9" r:id="rId4"/>
    <p:sldMasterId id="2147483732" r:id="rId5"/>
    <p:sldMasterId id="2147483757" r:id="rId6"/>
    <p:sldMasterId id="2147483774" r:id="rId7"/>
    <p:sldMasterId id="2147483841" r:id="rId8"/>
  </p:sldMasterIdLst>
  <p:notesMasterIdLst>
    <p:notesMasterId r:id="rId36"/>
  </p:notesMasterIdLst>
  <p:handoutMasterIdLst>
    <p:handoutMasterId r:id="rId37"/>
  </p:handoutMasterIdLst>
  <p:sldIdLst>
    <p:sldId id="414" r:id="rId9"/>
    <p:sldId id="1563" r:id="rId10"/>
    <p:sldId id="1564" r:id="rId11"/>
    <p:sldId id="720" r:id="rId12"/>
    <p:sldId id="721" r:id="rId13"/>
    <p:sldId id="722" r:id="rId14"/>
    <p:sldId id="1567" r:id="rId15"/>
    <p:sldId id="1565" r:id="rId16"/>
    <p:sldId id="1561" r:id="rId17"/>
    <p:sldId id="1566" r:id="rId18"/>
    <p:sldId id="1536" r:id="rId19"/>
    <p:sldId id="1537" r:id="rId20"/>
    <p:sldId id="1562" r:id="rId21"/>
    <p:sldId id="1568" r:id="rId22"/>
    <p:sldId id="1574" r:id="rId23"/>
    <p:sldId id="1569" r:id="rId24"/>
    <p:sldId id="1571" r:id="rId25"/>
    <p:sldId id="1572" r:id="rId26"/>
    <p:sldId id="1573" r:id="rId27"/>
    <p:sldId id="1570" r:id="rId28"/>
    <p:sldId id="1576" r:id="rId29"/>
    <p:sldId id="1547" r:id="rId30"/>
    <p:sldId id="1546" r:id="rId31"/>
    <p:sldId id="1545" r:id="rId32"/>
    <p:sldId id="1575" r:id="rId33"/>
    <p:sldId id="1577" r:id="rId34"/>
    <p:sldId id="1110" r:id="rId3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CC"/>
    <a:srgbClr val="EA8E48"/>
    <a:srgbClr val="339966"/>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6122"/>
  </p:normalViewPr>
  <p:slideViewPr>
    <p:cSldViewPr snapToGrid="0">
      <p:cViewPr varScale="1">
        <p:scale>
          <a:sx n="123" d="100"/>
          <a:sy n="123" d="100"/>
        </p:scale>
        <p:origin x="2856" y="1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notesViewPr>
    <p:cSldViewPr snapToGrid="0">
      <p:cViewPr>
        <p:scale>
          <a:sx n="1" d="2"/>
          <a:sy n="1" d="2"/>
        </p:scale>
        <p:origin x="3168" y="184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viewProps" Target="viewProps.xml"/><Relationship Id="rId21" Type="http://schemas.openxmlformats.org/officeDocument/2006/relationships/slide" Target="slides/slide13.xml"/><Relationship Id="rId34" Type="http://schemas.openxmlformats.org/officeDocument/2006/relationships/slide" Target="slides/slide26.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975430-A0F7-449E-889D-2DA56077B1D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29125FDC-4956-4329-840F-26213E9D7813}">
      <dgm:prSet custT="1"/>
      <dgm:spPr/>
      <dgm:t>
        <a:bodyPr/>
        <a:lstStyle/>
        <a:p>
          <a:r>
            <a:rPr lang="en-US" sz="2000" dirty="0"/>
            <a:t>Strength-based</a:t>
          </a:r>
        </a:p>
      </dgm:t>
    </dgm:pt>
    <dgm:pt modelId="{B84EB25E-1AE1-49C1-A44F-7D52BCF05F95}" type="parTrans" cxnId="{B9BE274A-FC5F-43F0-9F0D-66DE9AB46C9A}">
      <dgm:prSet/>
      <dgm:spPr/>
      <dgm:t>
        <a:bodyPr/>
        <a:lstStyle/>
        <a:p>
          <a:endParaRPr lang="en-US" sz="2000"/>
        </a:p>
      </dgm:t>
    </dgm:pt>
    <dgm:pt modelId="{8FDACD62-7F49-4559-ABFC-B1D1C1E8BAFC}" type="sibTrans" cxnId="{B9BE274A-FC5F-43F0-9F0D-66DE9AB46C9A}">
      <dgm:prSet custT="1"/>
      <dgm:spPr/>
      <dgm:t>
        <a:bodyPr/>
        <a:lstStyle/>
        <a:p>
          <a:endParaRPr lang="en-US" sz="2000"/>
        </a:p>
      </dgm:t>
    </dgm:pt>
    <dgm:pt modelId="{8A4E7FD1-219A-4461-9DEC-8BF283804B5B}">
      <dgm:prSet custT="1"/>
      <dgm:spPr/>
      <dgm:t>
        <a:bodyPr/>
        <a:lstStyle/>
        <a:p>
          <a:r>
            <a:rPr lang="en-US" sz="2000"/>
            <a:t>Presume employability</a:t>
          </a:r>
        </a:p>
      </dgm:t>
    </dgm:pt>
    <dgm:pt modelId="{52A788D9-E3E8-48F0-B8C8-D42D283D9143}" type="parTrans" cxnId="{4A929874-D7B6-4A79-8C95-407E63E4D20F}">
      <dgm:prSet/>
      <dgm:spPr/>
      <dgm:t>
        <a:bodyPr/>
        <a:lstStyle/>
        <a:p>
          <a:endParaRPr lang="en-US" sz="2000"/>
        </a:p>
      </dgm:t>
    </dgm:pt>
    <dgm:pt modelId="{7AB2F7D3-59CC-4EEA-906A-44D6FFF10DCB}" type="sibTrans" cxnId="{4A929874-D7B6-4A79-8C95-407E63E4D20F}">
      <dgm:prSet custT="1"/>
      <dgm:spPr/>
      <dgm:t>
        <a:bodyPr/>
        <a:lstStyle/>
        <a:p>
          <a:endParaRPr lang="en-US" sz="2000"/>
        </a:p>
      </dgm:t>
    </dgm:pt>
    <dgm:pt modelId="{6DAB2F5E-9A29-41E2-9F73-39EBEF41491B}">
      <dgm:prSet custT="1"/>
      <dgm:spPr/>
      <dgm:t>
        <a:bodyPr/>
        <a:lstStyle/>
        <a:p>
          <a:r>
            <a:rPr lang="en-US" sz="2000" dirty="0"/>
            <a:t>Comprehensive:</a:t>
          </a:r>
          <a:br>
            <a:rPr lang="en-US" sz="2000" dirty="0"/>
          </a:br>
          <a:r>
            <a:rPr lang="en-US" sz="2000" i="1" dirty="0"/>
            <a:t>full range of employment related variables</a:t>
          </a:r>
        </a:p>
      </dgm:t>
    </dgm:pt>
    <dgm:pt modelId="{FF4CD2B3-46B3-4D32-85DC-DAE5FA3A3A8D}" type="parTrans" cxnId="{E57D150B-8A8D-409F-AB7C-9A7C9E75F795}">
      <dgm:prSet/>
      <dgm:spPr/>
      <dgm:t>
        <a:bodyPr/>
        <a:lstStyle/>
        <a:p>
          <a:endParaRPr lang="en-US" sz="2000"/>
        </a:p>
      </dgm:t>
    </dgm:pt>
    <dgm:pt modelId="{EB805E8B-5BDD-4340-973C-AB2026CD9910}" type="sibTrans" cxnId="{E57D150B-8A8D-409F-AB7C-9A7C9E75F795}">
      <dgm:prSet custT="1"/>
      <dgm:spPr/>
      <dgm:t>
        <a:bodyPr/>
        <a:lstStyle/>
        <a:p>
          <a:endParaRPr lang="en-US" sz="2000"/>
        </a:p>
      </dgm:t>
    </dgm:pt>
    <dgm:pt modelId="{FF2CD053-F9CF-4306-AB59-EFC293C07152}">
      <dgm:prSet custT="1"/>
      <dgm:spPr/>
      <dgm:t>
        <a:bodyPr/>
        <a:lstStyle/>
        <a:p>
          <a:r>
            <a:rPr lang="en-US" sz="2000"/>
            <a:t>Reflective of self-direction and informed choice</a:t>
          </a:r>
        </a:p>
      </dgm:t>
    </dgm:pt>
    <dgm:pt modelId="{A4C4C13E-E562-49E6-9A87-8D89FA9E3FB9}" type="parTrans" cxnId="{03972356-9F8A-44AC-8573-062B740505B9}">
      <dgm:prSet/>
      <dgm:spPr/>
      <dgm:t>
        <a:bodyPr/>
        <a:lstStyle/>
        <a:p>
          <a:endParaRPr lang="en-US" sz="2000"/>
        </a:p>
      </dgm:t>
    </dgm:pt>
    <dgm:pt modelId="{A8199B03-8450-491A-92A5-4891CED95B2C}" type="sibTrans" cxnId="{03972356-9F8A-44AC-8573-062B740505B9}">
      <dgm:prSet custT="1"/>
      <dgm:spPr/>
      <dgm:t>
        <a:bodyPr/>
        <a:lstStyle/>
        <a:p>
          <a:endParaRPr lang="en-US" sz="2000"/>
        </a:p>
      </dgm:t>
    </dgm:pt>
    <dgm:pt modelId="{2AFCFACB-C07B-41B2-A5BC-70B44681ACDF}">
      <dgm:prSet custT="1"/>
      <dgm:spPr/>
      <dgm:t>
        <a:bodyPr/>
        <a:lstStyle/>
        <a:p>
          <a:r>
            <a:rPr lang="en-US" sz="2000"/>
            <a:t>Individualized</a:t>
          </a:r>
        </a:p>
      </dgm:t>
    </dgm:pt>
    <dgm:pt modelId="{36314694-DAD9-4C9E-B366-EEA556EFEC5F}" type="parTrans" cxnId="{E450D47D-4D06-4085-AA57-98DE7AF8477B}">
      <dgm:prSet/>
      <dgm:spPr/>
      <dgm:t>
        <a:bodyPr/>
        <a:lstStyle/>
        <a:p>
          <a:endParaRPr lang="en-US" sz="2000"/>
        </a:p>
      </dgm:t>
    </dgm:pt>
    <dgm:pt modelId="{5067D668-3CF6-4F0B-8135-B7142C615427}" type="sibTrans" cxnId="{E450D47D-4D06-4085-AA57-98DE7AF8477B}">
      <dgm:prSet/>
      <dgm:spPr/>
      <dgm:t>
        <a:bodyPr/>
        <a:lstStyle/>
        <a:p>
          <a:endParaRPr lang="en-US" sz="2000"/>
        </a:p>
      </dgm:t>
    </dgm:pt>
    <dgm:pt modelId="{F6BE921D-AEC1-AB46-99A3-7A6C0A3DCCB5}" type="pres">
      <dgm:prSet presAssocID="{AB975430-A0F7-449E-889D-2DA56077B1DA}" presName="outerComposite" presStyleCnt="0">
        <dgm:presLayoutVars>
          <dgm:chMax val="5"/>
          <dgm:dir/>
          <dgm:resizeHandles val="exact"/>
        </dgm:presLayoutVars>
      </dgm:prSet>
      <dgm:spPr/>
    </dgm:pt>
    <dgm:pt modelId="{5B44E869-C435-634A-A0CC-4A74BF25325E}" type="pres">
      <dgm:prSet presAssocID="{AB975430-A0F7-449E-889D-2DA56077B1DA}" presName="dummyMaxCanvas" presStyleCnt="0">
        <dgm:presLayoutVars/>
      </dgm:prSet>
      <dgm:spPr/>
    </dgm:pt>
    <dgm:pt modelId="{30D412C5-E686-824C-B8B9-0B7993D5FC9E}" type="pres">
      <dgm:prSet presAssocID="{AB975430-A0F7-449E-889D-2DA56077B1DA}" presName="FiveNodes_1" presStyleLbl="node1" presStyleIdx="0" presStyleCnt="5">
        <dgm:presLayoutVars>
          <dgm:bulletEnabled val="1"/>
        </dgm:presLayoutVars>
      </dgm:prSet>
      <dgm:spPr/>
    </dgm:pt>
    <dgm:pt modelId="{76EF83E7-4E5A-334B-9167-8CA362596B5E}" type="pres">
      <dgm:prSet presAssocID="{AB975430-A0F7-449E-889D-2DA56077B1DA}" presName="FiveNodes_2" presStyleLbl="node1" presStyleIdx="1" presStyleCnt="5">
        <dgm:presLayoutVars>
          <dgm:bulletEnabled val="1"/>
        </dgm:presLayoutVars>
      </dgm:prSet>
      <dgm:spPr/>
    </dgm:pt>
    <dgm:pt modelId="{48615A63-137B-8C43-B185-FBBB9781930C}" type="pres">
      <dgm:prSet presAssocID="{AB975430-A0F7-449E-889D-2DA56077B1DA}" presName="FiveNodes_3" presStyleLbl="node1" presStyleIdx="2" presStyleCnt="5">
        <dgm:presLayoutVars>
          <dgm:bulletEnabled val="1"/>
        </dgm:presLayoutVars>
      </dgm:prSet>
      <dgm:spPr/>
    </dgm:pt>
    <dgm:pt modelId="{C6F8747B-E99B-2742-92A8-1EA54D1C26E4}" type="pres">
      <dgm:prSet presAssocID="{AB975430-A0F7-449E-889D-2DA56077B1DA}" presName="FiveNodes_4" presStyleLbl="node1" presStyleIdx="3" presStyleCnt="5">
        <dgm:presLayoutVars>
          <dgm:bulletEnabled val="1"/>
        </dgm:presLayoutVars>
      </dgm:prSet>
      <dgm:spPr/>
    </dgm:pt>
    <dgm:pt modelId="{C19261D1-937B-E147-A3C2-D247C1F782E6}" type="pres">
      <dgm:prSet presAssocID="{AB975430-A0F7-449E-889D-2DA56077B1DA}" presName="FiveNodes_5" presStyleLbl="node1" presStyleIdx="4" presStyleCnt="5">
        <dgm:presLayoutVars>
          <dgm:bulletEnabled val="1"/>
        </dgm:presLayoutVars>
      </dgm:prSet>
      <dgm:spPr/>
    </dgm:pt>
    <dgm:pt modelId="{0D3FCB22-E9A0-2C4A-8BC5-0B8937221B4B}" type="pres">
      <dgm:prSet presAssocID="{AB975430-A0F7-449E-889D-2DA56077B1DA}" presName="FiveConn_1-2" presStyleLbl="fgAccFollowNode1" presStyleIdx="0" presStyleCnt="4">
        <dgm:presLayoutVars>
          <dgm:bulletEnabled val="1"/>
        </dgm:presLayoutVars>
      </dgm:prSet>
      <dgm:spPr/>
    </dgm:pt>
    <dgm:pt modelId="{9AA0AD61-5904-9946-ACF1-57CD9161C6CE}" type="pres">
      <dgm:prSet presAssocID="{AB975430-A0F7-449E-889D-2DA56077B1DA}" presName="FiveConn_2-3" presStyleLbl="fgAccFollowNode1" presStyleIdx="1" presStyleCnt="4">
        <dgm:presLayoutVars>
          <dgm:bulletEnabled val="1"/>
        </dgm:presLayoutVars>
      </dgm:prSet>
      <dgm:spPr/>
    </dgm:pt>
    <dgm:pt modelId="{2D12E454-118C-834B-A95A-6C3B13BC4633}" type="pres">
      <dgm:prSet presAssocID="{AB975430-A0F7-449E-889D-2DA56077B1DA}" presName="FiveConn_3-4" presStyleLbl="fgAccFollowNode1" presStyleIdx="2" presStyleCnt="4">
        <dgm:presLayoutVars>
          <dgm:bulletEnabled val="1"/>
        </dgm:presLayoutVars>
      </dgm:prSet>
      <dgm:spPr/>
    </dgm:pt>
    <dgm:pt modelId="{550A2492-925F-584C-BC8D-6EB650352009}" type="pres">
      <dgm:prSet presAssocID="{AB975430-A0F7-449E-889D-2DA56077B1DA}" presName="FiveConn_4-5" presStyleLbl="fgAccFollowNode1" presStyleIdx="3" presStyleCnt="4">
        <dgm:presLayoutVars>
          <dgm:bulletEnabled val="1"/>
        </dgm:presLayoutVars>
      </dgm:prSet>
      <dgm:spPr/>
    </dgm:pt>
    <dgm:pt modelId="{B1829387-D042-5D40-9949-7F389F310AAD}" type="pres">
      <dgm:prSet presAssocID="{AB975430-A0F7-449E-889D-2DA56077B1DA}" presName="FiveNodes_1_text" presStyleLbl="node1" presStyleIdx="4" presStyleCnt="5">
        <dgm:presLayoutVars>
          <dgm:bulletEnabled val="1"/>
        </dgm:presLayoutVars>
      </dgm:prSet>
      <dgm:spPr/>
    </dgm:pt>
    <dgm:pt modelId="{940DF0DA-C254-1E45-B1F0-87F6C62040E9}" type="pres">
      <dgm:prSet presAssocID="{AB975430-A0F7-449E-889D-2DA56077B1DA}" presName="FiveNodes_2_text" presStyleLbl="node1" presStyleIdx="4" presStyleCnt="5">
        <dgm:presLayoutVars>
          <dgm:bulletEnabled val="1"/>
        </dgm:presLayoutVars>
      </dgm:prSet>
      <dgm:spPr/>
    </dgm:pt>
    <dgm:pt modelId="{E414DDEF-9F44-B247-937E-F8579E1B9864}" type="pres">
      <dgm:prSet presAssocID="{AB975430-A0F7-449E-889D-2DA56077B1DA}" presName="FiveNodes_3_text" presStyleLbl="node1" presStyleIdx="4" presStyleCnt="5">
        <dgm:presLayoutVars>
          <dgm:bulletEnabled val="1"/>
        </dgm:presLayoutVars>
      </dgm:prSet>
      <dgm:spPr/>
    </dgm:pt>
    <dgm:pt modelId="{6F4BC546-287D-154E-902C-E14840174A6B}" type="pres">
      <dgm:prSet presAssocID="{AB975430-A0F7-449E-889D-2DA56077B1DA}" presName="FiveNodes_4_text" presStyleLbl="node1" presStyleIdx="4" presStyleCnt="5">
        <dgm:presLayoutVars>
          <dgm:bulletEnabled val="1"/>
        </dgm:presLayoutVars>
      </dgm:prSet>
      <dgm:spPr/>
    </dgm:pt>
    <dgm:pt modelId="{8BB3902D-A608-A241-B310-A96C7712FBB3}" type="pres">
      <dgm:prSet presAssocID="{AB975430-A0F7-449E-889D-2DA56077B1DA}" presName="FiveNodes_5_text" presStyleLbl="node1" presStyleIdx="4" presStyleCnt="5">
        <dgm:presLayoutVars>
          <dgm:bulletEnabled val="1"/>
        </dgm:presLayoutVars>
      </dgm:prSet>
      <dgm:spPr/>
    </dgm:pt>
  </dgm:ptLst>
  <dgm:cxnLst>
    <dgm:cxn modelId="{BBCA4205-E174-194D-BAE9-193A90DD99E3}" type="presOf" srcId="{FF2CD053-F9CF-4306-AB59-EFC293C07152}" destId="{C6F8747B-E99B-2742-92A8-1EA54D1C26E4}" srcOrd="0" destOrd="0" presId="urn:microsoft.com/office/officeart/2005/8/layout/vProcess5"/>
    <dgm:cxn modelId="{E57D150B-8A8D-409F-AB7C-9A7C9E75F795}" srcId="{AB975430-A0F7-449E-889D-2DA56077B1DA}" destId="{6DAB2F5E-9A29-41E2-9F73-39EBEF41491B}" srcOrd="2" destOrd="0" parTransId="{FF4CD2B3-46B3-4D32-85DC-DAE5FA3A3A8D}" sibTransId="{EB805E8B-5BDD-4340-973C-AB2026CD9910}"/>
    <dgm:cxn modelId="{70AC124A-0D70-D747-9A6F-254A5CAAEB4D}" type="presOf" srcId="{AB975430-A0F7-449E-889D-2DA56077B1DA}" destId="{F6BE921D-AEC1-AB46-99A3-7A6C0A3DCCB5}" srcOrd="0" destOrd="0" presId="urn:microsoft.com/office/officeart/2005/8/layout/vProcess5"/>
    <dgm:cxn modelId="{B9BE274A-FC5F-43F0-9F0D-66DE9AB46C9A}" srcId="{AB975430-A0F7-449E-889D-2DA56077B1DA}" destId="{29125FDC-4956-4329-840F-26213E9D7813}" srcOrd="0" destOrd="0" parTransId="{B84EB25E-1AE1-49C1-A44F-7D52BCF05F95}" sibTransId="{8FDACD62-7F49-4559-ABFC-B1D1C1E8BAFC}"/>
    <dgm:cxn modelId="{15BAE354-03F9-D44C-B376-ADDE20060BEA}" type="presOf" srcId="{A8199B03-8450-491A-92A5-4891CED95B2C}" destId="{550A2492-925F-584C-BC8D-6EB650352009}" srcOrd="0" destOrd="0" presId="urn:microsoft.com/office/officeart/2005/8/layout/vProcess5"/>
    <dgm:cxn modelId="{03972356-9F8A-44AC-8573-062B740505B9}" srcId="{AB975430-A0F7-449E-889D-2DA56077B1DA}" destId="{FF2CD053-F9CF-4306-AB59-EFC293C07152}" srcOrd="3" destOrd="0" parTransId="{A4C4C13E-E562-49E6-9A87-8D89FA9E3FB9}" sibTransId="{A8199B03-8450-491A-92A5-4891CED95B2C}"/>
    <dgm:cxn modelId="{1C42F069-F9EF-F449-86A9-F2672D42DA23}" type="presOf" srcId="{8A4E7FD1-219A-4461-9DEC-8BF283804B5B}" destId="{76EF83E7-4E5A-334B-9167-8CA362596B5E}" srcOrd="0" destOrd="0" presId="urn:microsoft.com/office/officeart/2005/8/layout/vProcess5"/>
    <dgm:cxn modelId="{F8A8D26A-A3A5-B645-9BCB-507F7F4DEBC2}" type="presOf" srcId="{2AFCFACB-C07B-41B2-A5BC-70B44681ACDF}" destId="{8BB3902D-A608-A241-B310-A96C7712FBB3}" srcOrd="1" destOrd="0" presId="urn:microsoft.com/office/officeart/2005/8/layout/vProcess5"/>
    <dgm:cxn modelId="{4A929874-D7B6-4A79-8C95-407E63E4D20F}" srcId="{AB975430-A0F7-449E-889D-2DA56077B1DA}" destId="{8A4E7FD1-219A-4461-9DEC-8BF283804B5B}" srcOrd="1" destOrd="0" parTransId="{52A788D9-E3E8-48F0-B8C8-D42D283D9143}" sibTransId="{7AB2F7D3-59CC-4EEA-906A-44D6FFF10DCB}"/>
    <dgm:cxn modelId="{FD244375-375A-994A-89C2-97E3B5DCA5CF}" type="presOf" srcId="{6DAB2F5E-9A29-41E2-9F73-39EBEF41491B}" destId="{E414DDEF-9F44-B247-937E-F8579E1B9864}" srcOrd="1" destOrd="0" presId="urn:microsoft.com/office/officeart/2005/8/layout/vProcess5"/>
    <dgm:cxn modelId="{F9FBD676-6186-4D40-9A95-AD72F85DE029}" type="presOf" srcId="{2AFCFACB-C07B-41B2-A5BC-70B44681ACDF}" destId="{C19261D1-937B-E147-A3C2-D247C1F782E6}" srcOrd="0" destOrd="0" presId="urn:microsoft.com/office/officeart/2005/8/layout/vProcess5"/>
    <dgm:cxn modelId="{E450D47D-4D06-4085-AA57-98DE7AF8477B}" srcId="{AB975430-A0F7-449E-889D-2DA56077B1DA}" destId="{2AFCFACB-C07B-41B2-A5BC-70B44681ACDF}" srcOrd="4" destOrd="0" parTransId="{36314694-DAD9-4C9E-B366-EEA556EFEC5F}" sibTransId="{5067D668-3CF6-4F0B-8135-B7142C615427}"/>
    <dgm:cxn modelId="{0DFEFF7F-17A0-3C46-B41D-F8F005386220}" type="presOf" srcId="{8FDACD62-7F49-4559-ABFC-B1D1C1E8BAFC}" destId="{0D3FCB22-E9A0-2C4A-8BC5-0B8937221B4B}" srcOrd="0" destOrd="0" presId="urn:microsoft.com/office/officeart/2005/8/layout/vProcess5"/>
    <dgm:cxn modelId="{67641583-9FD3-6C4A-A12A-29C990CAE05D}" type="presOf" srcId="{29125FDC-4956-4329-840F-26213E9D7813}" destId="{B1829387-D042-5D40-9949-7F389F310AAD}" srcOrd="1" destOrd="0" presId="urn:microsoft.com/office/officeart/2005/8/layout/vProcess5"/>
    <dgm:cxn modelId="{6C59BBAF-0788-C847-A846-1191E6BB089E}" type="presOf" srcId="{FF2CD053-F9CF-4306-AB59-EFC293C07152}" destId="{6F4BC546-287D-154E-902C-E14840174A6B}" srcOrd="1" destOrd="0" presId="urn:microsoft.com/office/officeart/2005/8/layout/vProcess5"/>
    <dgm:cxn modelId="{979B6EC0-CBBC-F741-93A3-DD7DEEB4D5C3}" type="presOf" srcId="{6DAB2F5E-9A29-41E2-9F73-39EBEF41491B}" destId="{48615A63-137B-8C43-B185-FBBB9781930C}" srcOrd="0" destOrd="0" presId="urn:microsoft.com/office/officeart/2005/8/layout/vProcess5"/>
    <dgm:cxn modelId="{1B3FF3C8-BDF0-B94A-A200-B56DCB7A58AC}" type="presOf" srcId="{7AB2F7D3-59CC-4EEA-906A-44D6FFF10DCB}" destId="{9AA0AD61-5904-9946-ACF1-57CD9161C6CE}" srcOrd="0" destOrd="0" presId="urn:microsoft.com/office/officeart/2005/8/layout/vProcess5"/>
    <dgm:cxn modelId="{43BB2CDD-A5A1-2E42-B35C-65B78867689B}" type="presOf" srcId="{29125FDC-4956-4329-840F-26213E9D7813}" destId="{30D412C5-E686-824C-B8B9-0B7993D5FC9E}" srcOrd="0" destOrd="0" presId="urn:microsoft.com/office/officeart/2005/8/layout/vProcess5"/>
    <dgm:cxn modelId="{E0C233E2-B609-4440-A775-E02CBD9B2C5A}" type="presOf" srcId="{8A4E7FD1-219A-4461-9DEC-8BF283804B5B}" destId="{940DF0DA-C254-1E45-B1F0-87F6C62040E9}" srcOrd="1" destOrd="0" presId="urn:microsoft.com/office/officeart/2005/8/layout/vProcess5"/>
    <dgm:cxn modelId="{F39769FD-960C-FA40-BBE5-954EAF279029}" type="presOf" srcId="{EB805E8B-5BDD-4340-973C-AB2026CD9910}" destId="{2D12E454-118C-834B-A95A-6C3B13BC4633}" srcOrd="0" destOrd="0" presId="urn:microsoft.com/office/officeart/2005/8/layout/vProcess5"/>
    <dgm:cxn modelId="{33D05654-C9BF-4444-BB80-232056B0C7FF}" type="presParOf" srcId="{F6BE921D-AEC1-AB46-99A3-7A6C0A3DCCB5}" destId="{5B44E869-C435-634A-A0CC-4A74BF25325E}" srcOrd="0" destOrd="0" presId="urn:microsoft.com/office/officeart/2005/8/layout/vProcess5"/>
    <dgm:cxn modelId="{E624701F-71B1-F548-9415-8770DA120C52}" type="presParOf" srcId="{F6BE921D-AEC1-AB46-99A3-7A6C0A3DCCB5}" destId="{30D412C5-E686-824C-B8B9-0B7993D5FC9E}" srcOrd="1" destOrd="0" presId="urn:microsoft.com/office/officeart/2005/8/layout/vProcess5"/>
    <dgm:cxn modelId="{55178A74-772C-7E40-BA4A-2256560E7F03}" type="presParOf" srcId="{F6BE921D-AEC1-AB46-99A3-7A6C0A3DCCB5}" destId="{76EF83E7-4E5A-334B-9167-8CA362596B5E}" srcOrd="2" destOrd="0" presId="urn:microsoft.com/office/officeart/2005/8/layout/vProcess5"/>
    <dgm:cxn modelId="{24C82BCD-C15F-4E47-BD4B-118D86398DB0}" type="presParOf" srcId="{F6BE921D-AEC1-AB46-99A3-7A6C0A3DCCB5}" destId="{48615A63-137B-8C43-B185-FBBB9781930C}" srcOrd="3" destOrd="0" presId="urn:microsoft.com/office/officeart/2005/8/layout/vProcess5"/>
    <dgm:cxn modelId="{9E893E7F-1A9E-EA44-995F-EBC36D0918FD}" type="presParOf" srcId="{F6BE921D-AEC1-AB46-99A3-7A6C0A3DCCB5}" destId="{C6F8747B-E99B-2742-92A8-1EA54D1C26E4}" srcOrd="4" destOrd="0" presId="urn:microsoft.com/office/officeart/2005/8/layout/vProcess5"/>
    <dgm:cxn modelId="{2F41DDA8-F40E-C64C-92B8-2BEB9E22B3AF}" type="presParOf" srcId="{F6BE921D-AEC1-AB46-99A3-7A6C0A3DCCB5}" destId="{C19261D1-937B-E147-A3C2-D247C1F782E6}" srcOrd="5" destOrd="0" presId="urn:microsoft.com/office/officeart/2005/8/layout/vProcess5"/>
    <dgm:cxn modelId="{74BC0AC8-AD94-384B-B869-2C2D249AA6D0}" type="presParOf" srcId="{F6BE921D-AEC1-AB46-99A3-7A6C0A3DCCB5}" destId="{0D3FCB22-E9A0-2C4A-8BC5-0B8937221B4B}" srcOrd="6" destOrd="0" presId="urn:microsoft.com/office/officeart/2005/8/layout/vProcess5"/>
    <dgm:cxn modelId="{7E73FCC6-ABB0-0E4E-A645-61359F8B10AA}" type="presParOf" srcId="{F6BE921D-AEC1-AB46-99A3-7A6C0A3DCCB5}" destId="{9AA0AD61-5904-9946-ACF1-57CD9161C6CE}" srcOrd="7" destOrd="0" presId="urn:microsoft.com/office/officeart/2005/8/layout/vProcess5"/>
    <dgm:cxn modelId="{9869C842-2886-184F-AC5A-1E9B1640CD75}" type="presParOf" srcId="{F6BE921D-AEC1-AB46-99A3-7A6C0A3DCCB5}" destId="{2D12E454-118C-834B-A95A-6C3B13BC4633}" srcOrd="8" destOrd="0" presId="urn:microsoft.com/office/officeart/2005/8/layout/vProcess5"/>
    <dgm:cxn modelId="{0DD744BE-05DB-3541-A419-4C7AD067C1A1}" type="presParOf" srcId="{F6BE921D-AEC1-AB46-99A3-7A6C0A3DCCB5}" destId="{550A2492-925F-584C-BC8D-6EB650352009}" srcOrd="9" destOrd="0" presId="urn:microsoft.com/office/officeart/2005/8/layout/vProcess5"/>
    <dgm:cxn modelId="{821925AE-2F3A-E441-A030-97D8DA9FBA73}" type="presParOf" srcId="{F6BE921D-AEC1-AB46-99A3-7A6C0A3DCCB5}" destId="{B1829387-D042-5D40-9949-7F389F310AAD}" srcOrd="10" destOrd="0" presId="urn:microsoft.com/office/officeart/2005/8/layout/vProcess5"/>
    <dgm:cxn modelId="{F6ECD341-2379-8840-901C-0E8DF40F4F53}" type="presParOf" srcId="{F6BE921D-AEC1-AB46-99A3-7A6C0A3DCCB5}" destId="{940DF0DA-C254-1E45-B1F0-87F6C62040E9}" srcOrd="11" destOrd="0" presId="urn:microsoft.com/office/officeart/2005/8/layout/vProcess5"/>
    <dgm:cxn modelId="{35E567E4-67B0-CB48-AFFD-25229902618E}" type="presParOf" srcId="{F6BE921D-AEC1-AB46-99A3-7A6C0A3DCCB5}" destId="{E414DDEF-9F44-B247-937E-F8579E1B9864}" srcOrd="12" destOrd="0" presId="urn:microsoft.com/office/officeart/2005/8/layout/vProcess5"/>
    <dgm:cxn modelId="{9C7C9857-8AF6-2844-9BD2-DCAFA697A97D}" type="presParOf" srcId="{F6BE921D-AEC1-AB46-99A3-7A6C0A3DCCB5}" destId="{6F4BC546-287D-154E-902C-E14840174A6B}" srcOrd="13" destOrd="0" presId="urn:microsoft.com/office/officeart/2005/8/layout/vProcess5"/>
    <dgm:cxn modelId="{14281F9B-A4BC-6C41-BA3D-311578130879}" type="presParOf" srcId="{F6BE921D-AEC1-AB46-99A3-7A6C0A3DCCB5}" destId="{8BB3902D-A608-A241-B310-A96C7712FBB3}"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17D615-6C6B-45DB-8490-6AB6F8317096}"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E34352B0-EF4F-4DD2-B68F-E591E846AEBE}">
      <dgm:prSet custT="1"/>
      <dgm:spPr/>
      <dgm:t>
        <a:bodyPr/>
        <a:lstStyle/>
        <a:p>
          <a:r>
            <a:rPr lang="en-US" sz="2400" dirty="0"/>
            <a:t>Aptitude assessments</a:t>
          </a:r>
        </a:p>
      </dgm:t>
    </dgm:pt>
    <dgm:pt modelId="{1878C8B5-3FD2-4C84-87EC-E528BD8CD08A}" type="parTrans" cxnId="{D3DA4480-14E6-461B-AC37-591EDFB08CA7}">
      <dgm:prSet/>
      <dgm:spPr/>
      <dgm:t>
        <a:bodyPr/>
        <a:lstStyle/>
        <a:p>
          <a:endParaRPr lang="en-US"/>
        </a:p>
      </dgm:t>
    </dgm:pt>
    <dgm:pt modelId="{0F391E32-F8CA-42C6-AF33-C53C8CC5833A}" type="sibTrans" cxnId="{D3DA4480-14E6-461B-AC37-591EDFB08CA7}">
      <dgm:prSet/>
      <dgm:spPr/>
      <dgm:t>
        <a:bodyPr/>
        <a:lstStyle/>
        <a:p>
          <a:endParaRPr lang="en-US"/>
        </a:p>
      </dgm:t>
    </dgm:pt>
    <dgm:pt modelId="{506C1BB3-6E65-4F88-8850-791332352122}">
      <dgm:prSet custT="1"/>
      <dgm:spPr/>
      <dgm:t>
        <a:bodyPr/>
        <a:lstStyle/>
        <a:p>
          <a:r>
            <a:rPr lang="en-US" sz="2400" dirty="0"/>
            <a:t>Interest inventories</a:t>
          </a:r>
        </a:p>
      </dgm:t>
    </dgm:pt>
    <dgm:pt modelId="{B1854C30-A9FB-46F2-9EE7-FA64C7696DDF}" type="parTrans" cxnId="{71961319-F1EB-49E6-8D15-CC108E080CC8}">
      <dgm:prSet/>
      <dgm:spPr/>
      <dgm:t>
        <a:bodyPr/>
        <a:lstStyle/>
        <a:p>
          <a:endParaRPr lang="en-US"/>
        </a:p>
      </dgm:t>
    </dgm:pt>
    <dgm:pt modelId="{2ED4CEDD-29DC-41EF-9F55-0F18C360310E}" type="sibTrans" cxnId="{71961319-F1EB-49E6-8D15-CC108E080CC8}">
      <dgm:prSet/>
      <dgm:spPr/>
      <dgm:t>
        <a:bodyPr/>
        <a:lstStyle/>
        <a:p>
          <a:endParaRPr lang="en-US"/>
        </a:p>
      </dgm:t>
    </dgm:pt>
    <dgm:pt modelId="{C4B1A6B7-9A2F-416F-B7F3-BC604C1C58CF}">
      <dgm:prSet custT="1"/>
      <dgm:spPr/>
      <dgm:t>
        <a:bodyPr/>
        <a:lstStyle/>
        <a:p>
          <a:r>
            <a:rPr lang="en-US" sz="2400" dirty="0"/>
            <a:t>Simulated work</a:t>
          </a:r>
        </a:p>
      </dgm:t>
    </dgm:pt>
    <dgm:pt modelId="{B1B28017-F7F6-424F-A3D3-0133F6F87743}" type="parTrans" cxnId="{48608092-E797-4DFA-B66D-944ECD4406A0}">
      <dgm:prSet/>
      <dgm:spPr/>
      <dgm:t>
        <a:bodyPr/>
        <a:lstStyle/>
        <a:p>
          <a:endParaRPr lang="en-US"/>
        </a:p>
      </dgm:t>
    </dgm:pt>
    <dgm:pt modelId="{A73BBC30-17EC-4958-87E1-A671A74AFC26}" type="sibTrans" cxnId="{48608092-E797-4DFA-B66D-944ECD4406A0}">
      <dgm:prSet/>
      <dgm:spPr/>
      <dgm:t>
        <a:bodyPr/>
        <a:lstStyle/>
        <a:p>
          <a:endParaRPr lang="en-US"/>
        </a:p>
      </dgm:t>
    </dgm:pt>
    <dgm:pt modelId="{C18E153D-4100-4D83-A58B-3208DF5B1996}">
      <dgm:prSet custT="1"/>
      <dgm:spPr/>
      <dgm:t>
        <a:bodyPr/>
        <a:lstStyle/>
        <a:p>
          <a:r>
            <a:rPr lang="en-US" sz="2400" dirty="0"/>
            <a:t>Person-centered planning</a:t>
          </a:r>
        </a:p>
      </dgm:t>
    </dgm:pt>
    <dgm:pt modelId="{7A14A908-FC32-473A-B65D-4FEA9AC97587}" type="parTrans" cxnId="{8DEF6A4D-DC39-4AFF-9895-6238A6CD1614}">
      <dgm:prSet/>
      <dgm:spPr/>
      <dgm:t>
        <a:bodyPr/>
        <a:lstStyle/>
        <a:p>
          <a:endParaRPr lang="en-US"/>
        </a:p>
      </dgm:t>
    </dgm:pt>
    <dgm:pt modelId="{7B475631-A97C-4ED4-856A-EE71425CD958}" type="sibTrans" cxnId="{8DEF6A4D-DC39-4AFF-9895-6238A6CD1614}">
      <dgm:prSet/>
      <dgm:spPr/>
      <dgm:t>
        <a:bodyPr/>
        <a:lstStyle/>
        <a:p>
          <a:endParaRPr lang="en-US"/>
        </a:p>
      </dgm:t>
    </dgm:pt>
    <dgm:pt modelId="{262DC32D-0B06-4BE1-A5F0-6D4A2A564B35}">
      <dgm:prSet custT="1"/>
      <dgm:spPr/>
      <dgm:t>
        <a:bodyPr/>
        <a:lstStyle/>
        <a:p>
          <a:r>
            <a:rPr lang="en-US" sz="2400" dirty="0"/>
            <a:t>Situational assessments </a:t>
          </a:r>
          <a:r>
            <a:rPr lang="en-US" sz="2000" dirty="0"/>
            <a:t>(community based)</a:t>
          </a:r>
        </a:p>
      </dgm:t>
    </dgm:pt>
    <dgm:pt modelId="{DC0F986B-A0C2-40CE-BE62-132873C7B364}" type="parTrans" cxnId="{0CB93C42-8DB2-4D6A-8098-B7676CE463F5}">
      <dgm:prSet/>
      <dgm:spPr/>
      <dgm:t>
        <a:bodyPr/>
        <a:lstStyle/>
        <a:p>
          <a:endParaRPr lang="en-US"/>
        </a:p>
      </dgm:t>
    </dgm:pt>
    <dgm:pt modelId="{1CD0A988-7112-46D5-9B34-D1419E723930}" type="sibTrans" cxnId="{0CB93C42-8DB2-4D6A-8098-B7676CE463F5}">
      <dgm:prSet/>
      <dgm:spPr/>
      <dgm:t>
        <a:bodyPr/>
        <a:lstStyle/>
        <a:p>
          <a:endParaRPr lang="en-US"/>
        </a:p>
      </dgm:t>
    </dgm:pt>
    <dgm:pt modelId="{96729047-09D1-4262-9521-2ED861F4D5A6}">
      <dgm:prSet custT="1"/>
      <dgm:spPr/>
      <dgm:t>
        <a:bodyPr/>
        <a:lstStyle/>
        <a:p>
          <a:r>
            <a:rPr lang="en-US" sz="2800" dirty="0"/>
            <a:t>Others</a:t>
          </a:r>
        </a:p>
      </dgm:t>
    </dgm:pt>
    <dgm:pt modelId="{80F0ED5E-50F3-4F65-B53D-99A001BE34C3}" type="parTrans" cxnId="{6BC187EB-45C1-4763-8A4B-D380EA9F4001}">
      <dgm:prSet/>
      <dgm:spPr/>
      <dgm:t>
        <a:bodyPr/>
        <a:lstStyle/>
        <a:p>
          <a:endParaRPr lang="en-US"/>
        </a:p>
      </dgm:t>
    </dgm:pt>
    <dgm:pt modelId="{E21B755E-EAFB-4639-80FF-33996334EFAF}" type="sibTrans" cxnId="{6BC187EB-45C1-4763-8A4B-D380EA9F4001}">
      <dgm:prSet/>
      <dgm:spPr/>
      <dgm:t>
        <a:bodyPr/>
        <a:lstStyle/>
        <a:p>
          <a:endParaRPr lang="en-US"/>
        </a:p>
      </dgm:t>
    </dgm:pt>
    <dgm:pt modelId="{F597EAB2-20BC-0540-957D-6C08CABBCC49}" type="pres">
      <dgm:prSet presAssocID="{1917D615-6C6B-45DB-8490-6AB6F8317096}" presName="diagram" presStyleCnt="0">
        <dgm:presLayoutVars>
          <dgm:dir/>
          <dgm:resizeHandles val="exact"/>
        </dgm:presLayoutVars>
      </dgm:prSet>
      <dgm:spPr/>
    </dgm:pt>
    <dgm:pt modelId="{4F4B67C1-5B34-5048-AF19-0B3527221C3E}" type="pres">
      <dgm:prSet presAssocID="{E34352B0-EF4F-4DD2-B68F-E591E846AEBE}" presName="node" presStyleLbl="node1" presStyleIdx="0" presStyleCnt="6">
        <dgm:presLayoutVars>
          <dgm:bulletEnabled val="1"/>
        </dgm:presLayoutVars>
      </dgm:prSet>
      <dgm:spPr/>
    </dgm:pt>
    <dgm:pt modelId="{F91A7A62-AF80-FD4E-8E1A-4CD21E71C892}" type="pres">
      <dgm:prSet presAssocID="{0F391E32-F8CA-42C6-AF33-C53C8CC5833A}" presName="sibTrans" presStyleCnt="0"/>
      <dgm:spPr/>
    </dgm:pt>
    <dgm:pt modelId="{96284626-68C9-B744-984E-F1B1C7DA8D49}" type="pres">
      <dgm:prSet presAssocID="{506C1BB3-6E65-4F88-8850-791332352122}" presName="node" presStyleLbl="node1" presStyleIdx="1" presStyleCnt="6">
        <dgm:presLayoutVars>
          <dgm:bulletEnabled val="1"/>
        </dgm:presLayoutVars>
      </dgm:prSet>
      <dgm:spPr/>
    </dgm:pt>
    <dgm:pt modelId="{241D239C-FB20-3541-B297-465D21106574}" type="pres">
      <dgm:prSet presAssocID="{2ED4CEDD-29DC-41EF-9F55-0F18C360310E}" presName="sibTrans" presStyleCnt="0"/>
      <dgm:spPr/>
    </dgm:pt>
    <dgm:pt modelId="{0D86FFB7-262C-5D47-BBD7-7C5A271D7891}" type="pres">
      <dgm:prSet presAssocID="{C4B1A6B7-9A2F-416F-B7F3-BC604C1C58CF}" presName="node" presStyleLbl="node1" presStyleIdx="2" presStyleCnt="6">
        <dgm:presLayoutVars>
          <dgm:bulletEnabled val="1"/>
        </dgm:presLayoutVars>
      </dgm:prSet>
      <dgm:spPr/>
    </dgm:pt>
    <dgm:pt modelId="{36D883B5-9010-3E47-B6BF-C8AC7FE83EA7}" type="pres">
      <dgm:prSet presAssocID="{A73BBC30-17EC-4958-87E1-A671A74AFC26}" presName="sibTrans" presStyleCnt="0"/>
      <dgm:spPr/>
    </dgm:pt>
    <dgm:pt modelId="{480B1DF9-9833-8342-A2BA-78BD5B30B062}" type="pres">
      <dgm:prSet presAssocID="{C18E153D-4100-4D83-A58B-3208DF5B1996}" presName="node" presStyleLbl="node1" presStyleIdx="3" presStyleCnt="6">
        <dgm:presLayoutVars>
          <dgm:bulletEnabled val="1"/>
        </dgm:presLayoutVars>
      </dgm:prSet>
      <dgm:spPr/>
    </dgm:pt>
    <dgm:pt modelId="{D5D3FA2D-6AB5-8447-8E6F-F9BD27498386}" type="pres">
      <dgm:prSet presAssocID="{7B475631-A97C-4ED4-856A-EE71425CD958}" presName="sibTrans" presStyleCnt="0"/>
      <dgm:spPr/>
    </dgm:pt>
    <dgm:pt modelId="{65694822-1E5F-E540-BCD8-32DA3E5D792C}" type="pres">
      <dgm:prSet presAssocID="{262DC32D-0B06-4BE1-A5F0-6D4A2A564B35}" presName="node" presStyleLbl="node1" presStyleIdx="4" presStyleCnt="6">
        <dgm:presLayoutVars>
          <dgm:bulletEnabled val="1"/>
        </dgm:presLayoutVars>
      </dgm:prSet>
      <dgm:spPr/>
    </dgm:pt>
    <dgm:pt modelId="{C0B8260A-8AB5-C047-9602-50047AE91A32}" type="pres">
      <dgm:prSet presAssocID="{1CD0A988-7112-46D5-9B34-D1419E723930}" presName="sibTrans" presStyleCnt="0"/>
      <dgm:spPr/>
    </dgm:pt>
    <dgm:pt modelId="{A8A3EC6C-129E-8045-83D3-8B561FB94A4D}" type="pres">
      <dgm:prSet presAssocID="{96729047-09D1-4262-9521-2ED861F4D5A6}" presName="node" presStyleLbl="node1" presStyleIdx="5" presStyleCnt="6">
        <dgm:presLayoutVars>
          <dgm:bulletEnabled val="1"/>
        </dgm:presLayoutVars>
      </dgm:prSet>
      <dgm:spPr/>
    </dgm:pt>
  </dgm:ptLst>
  <dgm:cxnLst>
    <dgm:cxn modelId="{FD1DA908-E276-7A4F-BEC5-1A8D246B4BE1}" type="presOf" srcId="{96729047-09D1-4262-9521-2ED861F4D5A6}" destId="{A8A3EC6C-129E-8045-83D3-8B561FB94A4D}" srcOrd="0" destOrd="0" presId="urn:microsoft.com/office/officeart/2005/8/layout/default"/>
    <dgm:cxn modelId="{71961319-F1EB-49E6-8D15-CC108E080CC8}" srcId="{1917D615-6C6B-45DB-8490-6AB6F8317096}" destId="{506C1BB3-6E65-4F88-8850-791332352122}" srcOrd="1" destOrd="0" parTransId="{B1854C30-A9FB-46F2-9EE7-FA64C7696DDF}" sibTransId="{2ED4CEDD-29DC-41EF-9F55-0F18C360310E}"/>
    <dgm:cxn modelId="{0CB93C42-8DB2-4D6A-8098-B7676CE463F5}" srcId="{1917D615-6C6B-45DB-8490-6AB6F8317096}" destId="{262DC32D-0B06-4BE1-A5F0-6D4A2A564B35}" srcOrd="4" destOrd="0" parTransId="{DC0F986B-A0C2-40CE-BE62-132873C7B364}" sibTransId="{1CD0A988-7112-46D5-9B34-D1419E723930}"/>
    <dgm:cxn modelId="{8DEF6A4D-DC39-4AFF-9895-6238A6CD1614}" srcId="{1917D615-6C6B-45DB-8490-6AB6F8317096}" destId="{C18E153D-4100-4D83-A58B-3208DF5B1996}" srcOrd="3" destOrd="0" parTransId="{7A14A908-FC32-473A-B65D-4FEA9AC97587}" sibTransId="{7B475631-A97C-4ED4-856A-EE71425CD958}"/>
    <dgm:cxn modelId="{4851FC68-B55A-874C-8142-9EB84A11FFE8}" type="presOf" srcId="{506C1BB3-6E65-4F88-8850-791332352122}" destId="{96284626-68C9-B744-984E-F1B1C7DA8D49}" srcOrd="0" destOrd="0" presId="urn:microsoft.com/office/officeart/2005/8/layout/default"/>
    <dgm:cxn modelId="{D3DA4480-14E6-461B-AC37-591EDFB08CA7}" srcId="{1917D615-6C6B-45DB-8490-6AB6F8317096}" destId="{E34352B0-EF4F-4DD2-B68F-E591E846AEBE}" srcOrd="0" destOrd="0" parTransId="{1878C8B5-3FD2-4C84-87EC-E528BD8CD08A}" sibTransId="{0F391E32-F8CA-42C6-AF33-C53C8CC5833A}"/>
    <dgm:cxn modelId="{B2CBEC90-C3CD-D04A-930A-222EC190BC22}" type="presOf" srcId="{1917D615-6C6B-45DB-8490-6AB6F8317096}" destId="{F597EAB2-20BC-0540-957D-6C08CABBCC49}" srcOrd="0" destOrd="0" presId="urn:microsoft.com/office/officeart/2005/8/layout/default"/>
    <dgm:cxn modelId="{48608092-E797-4DFA-B66D-944ECD4406A0}" srcId="{1917D615-6C6B-45DB-8490-6AB6F8317096}" destId="{C4B1A6B7-9A2F-416F-B7F3-BC604C1C58CF}" srcOrd="2" destOrd="0" parTransId="{B1B28017-F7F6-424F-A3D3-0133F6F87743}" sibTransId="{A73BBC30-17EC-4958-87E1-A671A74AFC26}"/>
    <dgm:cxn modelId="{881F1EB4-FD84-1746-AAA2-2211266371A6}" type="presOf" srcId="{C4B1A6B7-9A2F-416F-B7F3-BC604C1C58CF}" destId="{0D86FFB7-262C-5D47-BBD7-7C5A271D7891}" srcOrd="0" destOrd="0" presId="urn:microsoft.com/office/officeart/2005/8/layout/default"/>
    <dgm:cxn modelId="{9C44F5B8-F849-8444-8BD2-82BD250D0122}" type="presOf" srcId="{262DC32D-0B06-4BE1-A5F0-6D4A2A564B35}" destId="{65694822-1E5F-E540-BCD8-32DA3E5D792C}" srcOrd="0" destOrd="0" presId="urn:microsoft.com/office/officeart/2005/8/layout/default"/>
    <dgm:cxn modelId="{0BFB8FBE-98E0-F54E-82B6-D9693466380F}" type="presOf" srcId="{C18E153D-4100-4D83-A58B-3208DF5B1996}" destId="{480B1DF9-9833-8342-A2BA-78BD5B30B062}" srcOrd="0" destOrd="0" presId="urn:microsoft.com/office/officeart/2005/8/layout/default"/>
    <dgm:cxn modelId="{665A20E1-7907-E64C-B5AE-437C148553E8}" type="presOf" srcId="{E34352B0-EF4F-4DD2-B68F-E591E846AEBE}" destId="{4F4B67C1-5B34-5048-AF19-0B3527221C3E}" srcOrd="0" destOrd="0" presId="urn:microsoft.com/office/officeart/2005/8/layout/default"/>
    <dgm:cxn modelId="{6BC187EB-45C1-4763-8A4B-D380EA9F4001}" srcId="{1917D615-6C6B-45DB-8490-6AB6F8317096}" destId="{96729047-09D1-4262-9521-2ED861F4D5A6}" srcOrd="5" destOrd="0" parTransId="{80F0ED5E-50F3-4F65-B53D-99A001BE34C3}" sibTransId="{E21B755E-EAFB-4639-80FF-33996334EFAF}"/>
    <dgm:cxn modelId="{90C8E910-FDD0-7D46-842C-AD3153A82FF8}" type="presParOf" srcId="{F597EAB2-20BC-0540-957D-6C08CABBCC49}" destId="{4F4B67C1-5B34-5048-AF19-0B3527221C3E}" srcOrd="0" destOrd="0" presId="urn:microsoft.com/office/officeart/2005/8/layout/default"/>
    <dgm:cxn modelId="{68F80BEA-2BC2-1145-B8B6-423D267FA1E5}" type="presParOf" srcId="{F597EAB2-20BC-0540-957D-6C08CABBCC49}" destId="{F91A7A62-AF80-FD4E-8E1A-4CD21E71C892}" srcOrd="1" destOrd="0" presId="urn:microsoft.com/office/officeart/2005/8/layout/default"/>
    <dgm:cxn modelId="{A6955D57-2BB8-C14D-A136-AEDF325690FD}" type="presParOf" srcId="{F597EAB2-20BC-0540-957D-6C08CABBCC49}" destId="{96284626-68C9-B744-984E-F1B1C7DA8D49}" srcOrd="2" destOrd="0" presId="urn:microsoft.com/office/officeart/2005/8/layout/default"/>
    <dgm:cxn modelId="{9D05F425-68E3-8C4C-9402-1D928A47DC19}" type="presParOf" srcId="{F597EAB2-20BC-0540-957D-6C08CABBCC49}" destId="{241D239C-FB20-3541-B297-465D21106574}" srcOrd="3" destOrd="0" presId="urn:microsoft.com/office/officeart/2005/8/layout/default"/>
    <dgm:cxn modelId="{803A57E4-4933-5645-AD09-84199BCD9B92}" type="presParOf" srcId="{F597EAB2-20BC-0540-957D-6C08CABBCC49}" destId="{0D86FFB7-262C-5D47-BBD7-7C5A271D7891}" srcOrd="4" destOrd="0" presId="urn:microsoft.com/office/officeart/2005/8/layout/default"/>
    <dgm:cxn modelId="{0421E5E5-1E66-2441-B1E7-56C477CF4CA7}" type="presParOf" srcId="{F597EAB2-20BC-0540-957D-6C08CABBCC49}" destId="{36D883B5-9010-3E47-B6BF-C8AC7FE83EA7}" srcOrd="5" destOrd="0" presId="urn:microsoft.com/office/officeart/2005/8/layout/default"/>
    <dgm:cxn modelId="{F0CE5AAD-48AA-BE4D-B32E-214E45D9A64B}" type="presParOf" srcId="{F597EAB2-20BC-0540-957D-6C08CABBCC49}" destId="{480B1DF9-9833-8342-A2BA-78BD5B30B062}" srcOrd="6" destOrd="0" presId="urn:microsoft.com/office/officeart/2005/8/layout/default"/>
    <dgm:cxn modelId="{675338EC-A6D2-DE44-8B42-4EFBCC479F5C}" type="presParOf" srcId="{F597EAB2-20BC-0540-957D-6C08CABBCC49}" destId="{D5D3FA2D-6AB5-8447-8E6F-F9BD27498386}" srcOrd="7" destOrd="0" presId="urn:microsoft.com/office/officeart/2005/8/layout/default"/>
    <dgm:cxn modelId="{E5E08EA1-2120-D740-8294-0C54E191D0E5}" type="presParOf" srcId="{F597EAB2-20BC-0540-957D-6C08CABBCC49}" destId="{65694822-1E5F-E540-BCD8-32DA3E5D792C}" srcOrd="8" destOrd="0" presId="urn:microsoft.com/office/officeart/2005/8/layout/default"/>
    <dgm:cxn modelId="{92F14876-12C7-0F49-8139-D764E24E6AF6}" type="presParOf" srcId="{F597EAB2-20BC-0540-957D-6C08CABBCC49}" destId="{C0B8260A-8AB5-C047-9602-50047AE91A32}" srcOrd="9" destOrd="0" presId="urn:microsoft.com/office/officeart/2005/8/layout/default"/>
    <dgm:cxn modelId="{CF5FAC62-8636-2E4B-93F0-E353F4F48932}" type="presParOf" srcId="{F597EAB2-20BC-0540-957D-6C08CABBCC49}" destId="{A8A3EC6C-129E-8045-83D3-8B561FB94A4D}"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B24319-081C-6547-B565-C3DE4806E269}" type="doc">
      <dgm:prSet loTypeId="urn:microsoft.com/office/officeart/2005/8/layout/cycle7" loCatId="" qsTypeId="urn:microsoft.com/office/officeart/2005/8/quickstyle/simple1" qsCatId="simple" csTypeId="urn:microsoft.com/office/officeart/2005/8/colors/accent1_2" csCatId="accent1" phldr="1"/>
      <dgm:spPr/>
      <dgm:t>
        <a:bodyPr/>
        <a:lstStyle/>
        <a:p>
          <a:endParaRPr lang="en-US"/>
        </a:p>
      </dgm:t>
    </dgm:pt>
    <dgm:pt modelId="{DC5152CC-31CD-1C4C-8DDF-3E6075C53DAC}">
      <dgm:prSet phldrT="[Text]"/>
      <dgm:spPr/>
      <dgm:t>
        <a:bodyPr/>
        <a:lstStyle/>
        <a:p>
          <a:r>
            <a:rPr lang="en-US" dirty="0"/>
            <a:t>Person</a:t>
          </a:r>
        </a:p>
      </dgm:t>
      <dgm:extLst>
        <a:ext uri="{E40237B7-FDA0-4F09-8148-C483321AD2D9}">
          <dgm14:cNvPr xmlns:dgm14="http://schemas.microsoft.com/office/drawing/2010/diagram" id="0" name="" descr="Individual interaction with environment and cultural competencies "/>
        </a:ext>
      </dgm:extLst>
    </dgm:pt>
    <dgm:pt modelId="{BA5C0039-EA2F-1D47-AF93-5FE9126D5AF0}" type="parTrans" cxnId="{D0CFEBDE-315F-DF4E-B83A-25BAB73B27B8}">
      <dgm:prSet/>
      <dgm:spPr/>
      <dgm:t>
        <a:bodyPr/>
        <a:lstStyle/>
        <a:p>
          <a:endParaRPr lang="en-US"/>
        </a:p>
      </dgm:t>
    </dgm:pt>
    <dgm:pt modelId="{0DD4753B-61AA-1C47-A8DA-AD13FDB44388}" type="sibTrans" cxnId="{D0CFEBDE-315F-DF4E-B83A-25BAB73B27B8}">
      <dgm:prSet/>
      <dgm:spPr/>
      <dgm:t>
        <a:bodyPr/>
        <a:lstStyle/>
        <a:p>
          <a:endParaRPr lang="en-US"/>
        </a:p>
      </dgm:t>
    </dgm:pt>
    <dgm:pt modelId="{3856329A-0910-CC46-8321-4F50677FC59D}">
      <dgm:prSet phldrT="[Text]"/>
      <dgm:spPr/>
      <dgm:t>
        <a:bodyPr/>
        <a:lstStyle/>
        <a:p>
          <a:r>
            <a:rPr lang="en-US" dirty="0"/>
            <a:t>Work Environment</a:t>
          </a:r>
        </a:p>
      </dgm:t>
    </dgm:pt>
    <dgm:pt modelId="{63140A38-FC87-C74A-81D5-D4B93E540B30}" type="parTrans" cxnId="{56AD4FEE-5FC4-F64A-8531-E84AF53E808C}">
      <dgm:prSet/>
      <dgm:spPr/>
      <dgm:t>
        <a:bodyPr/>
        <a:lstStyle/>
        <a:p>
          <a:endParaRPr lang="en-US"/>
        </a:p>
      </dgm:t>
    </dgm:pt>
    <dgm:pt modelId="{4D5C0FAB-D924-164A-A7FE-E187A6EBADDF}" type="sibTrans" cxnId="{56AD4FEE-5FC4-F64A-8531-E84AF53E808C}">
      <dgm:prSet/>
      <dgm:spPr/>
      <dgm:t>
        <a:bodyPr/>
        <a:lstStyle/>
        <a:p>
          <a:endParaRPr lang="en-US"/>
        </a:p>
      </dgm:t>
    </dgm:pt>
    <dgm:pt modelId="{36488466-548C-F542-987B-F125E4526C4E}">
      <dgm:prSet phldrT="[Text]"/>
      <dgm:spPr/>
      <dgm:t>
        <a:bodyPr/>
        <a:lstStyle/>
        <a:p>
          <a:r>
            <a:rPr lang="en-US" dirty="0"/>
            <a:t>Job</a:t>
          </a:r>
        </a:p>
      </dgm:t>
    </dgm:pt>
    <dgm:pt modelId="{4FE1CFD9-DD55-494C-9AAD-257B968EDB56}" type="parTrans" cxnId="{290DC218-5358-B249-928F-7E76F543038D}">
      <dgm:prSet/>
      <dgm:spPr/>
      <dgm:t>
        <a:bodyPr/>
        <a:lstStyle/>
        <a:p>
          <a:endParaRPr lang="en-US"/>
        </a:p>
      </dgm:t>
    </dgm:pt>
    <dgm:pt modelId="{87BB5C7F-AD91-4549-9466-9C3F0F515BA0}" type="sibTrans" cxnId="{290DC218-5358-B249-928F-7E76F543038D}">
      <dgm:prSet/>
      <dgm:spPr/>
      <dgm:t>
        <a:bodyPr/>
        <a:lstStyle/>
        <a:p>
          <a:endParaRPr lang="en-US"/>
        </a:p>
      </dgm:t>
    </dgm:pt>
    <dgm:pt modelId="{36528254-EB5D-F643-8A0E-0A23F93DEC8F}" type="pres">
      <dgm:prSet presAssocID="{8CB24319-081C-6547-B565-C3DE4806E269}" presName="Name0" presStyleCnt="0">
        <dgm:presLayoutVars>
          <dgm:dir/>
          <dgm:resizeHandles val="exact"/>
        </dgm:presLayoutVars>
      </dgm:prSet>
      <dgm:spPr/>
    </dgm:pt>
    <dgm:pt modelId="{3E3D4D55-1F94-4C4B-94A6-FF4F747D1610}" type="pres">
      <dgm:prSet presAssocID="{DC5152CC-31CD-1C4C-8DDF-3E6075C53DAC}" presName="node" presStyleLbl="node1" presStyleIdx="0" presStyleCnt="3">
        <dgm:presLayoutVars>
          <dgm:bulletEnabled val="1"/>
        </dgm:presLayoutVars>
      </dgm:prSet>
      <dgm:spPr/>
    </dgm:pt>
    <dgm:pt modelId="{BBCAA590-56F3-DD4D-A6FB-5BE4EF973D0D}" type="pres">
      <dgm:prSet presAssocID="{0DD4753B-61AA-1C47-A8DA-AD13FDB44388}" presName="sibTrans" presStyleLbl="sibTrans2D1" presStyleIdx="0" presStyleCnt="3"/>
      <dgm:spPr/>
    </dgm:pt>
    <dgm:pt modelId="{CF37F04A-8406-E043-936E-B9D234CFC8FC}" type="pres">
      <dgm:prSet presAssocID="{0DD4753B-61AA-1C47-A8DA-AD13FDB44388}" presName="connectorText" presStyleLbl="sibTrans2D1" presStyleIdx="0" presStyleCnt="3"/>
      <dgm:spPr/>
    </dgm:pt>
    <dgm:pt modelId="{3734D7D0-4667-2C41-B42C-9F3FB4897480}" type="pres">
      <dgm:prSet presAssocID="{3856329A-0910-CC46-8321-4F50677FC59D}" presName="node" presStyleLbl="node1" presStyleIdx="1" presStyleCnt="3">
        <dgm:presLayoutVars>
          <dgm:bulletEnabled val="1"/>
        </dgm:presLayoutVars>
      </dgm:prSet>
      <dgm:spPr/>
    </dgm:pt>
    <dgm:pt modelId="{E6940E56-9E76-F64F-A33E-BD6EA31C0AA6}" type="pres">
      <dgm:prSet presAssocID="{4D5C0FAB-D924-164A-A7FE-E187A6EBADDF}" presName="sibTrans" presStyleLbl="sibTrans2D1" presStyleIdx="1" presStyleCnt="3"/>
      <dgm:spPr/>
    </dgm:pt>
    <dgm:pt modelId="{F093B0D3-BE1D-1648-BFE8-32129C7B19C0}" type="pres">
      <dgm:prSet presAssocID="{4D5C0FAB-D924-164A-A7FE-E187A6EBADDF}" presName="connectorText" presStyleLbl="sibTrans2D1" presStyleIdx="1" presStyleCnt="3"/>
      <dgm:spPr/>
    </dgm:pt>
    <dgm:pt modelId="{7D67CAA6-BF01-0A49-AF1C-C3D3E7C0693C}" type="pres">
      <dgm:prSet presAssocID="{36488466-548C-F542-987B-F125E4526C4E}" presName="node" presStyleLbl="node1" presStyleIdx="2" presStyleCnt="3">
        <dgm:presLayoutVars>
          <dgm:bulletEnabled val="1"/>
        </dgm:presLayoutVars>
      </dgm:prSet>
      <dgm:spPr/>
    </dgm:pt>
    <dgm:pt modelId="{5D405F13-F567-DC45-B9F5-B4712F7B6A44}" type="pres">
      <dgm:prSet presAssocID="{87BB5C7F-AD91-4549-9466-9C3F0F515BA0}" presName="sibTrans" presStyleLbl="sibTrans2D1" presStyleIdx="2" presStyleCnt="3"/>
      <dgm:spPr/>
    </dgm:pt>
    <dgm:pt modelId="{706EFA2C-86CE-1C4C-837E-F84BCFDF510E}" type="pres">
      <dgm:prSet presAssocID="{87BB5C7F-AD91-4549-9466-9C3F0F515BA0}" presName="connectorText" presStyleLbl="sibTrans2D1" presStyleIdx="2" presStyleCnt="3"/>
      <dgm:spPr/>
    </dgm:pt>
  </dgm:ptLst>
  <dgm:cxnLst>
    <dgm:cxn modelId="{290DC218-5358-B249-928F-7E76F543038D}" srcId="{8CB24319-081C-6547-B565-C3DE4806E269}" destId="{36488466-548C-F542-987B-F125E4526C4E}" srcOrd="2" destOrd="0" parTransId="{4FE1CFD9-DD55-494C-9AAD-257B968EDB56}" sibTransId="{87BB5C7F-AD91-4549-9466-9C3F0F515BA0}"/>
    <dgm:cxn modelId="{CF423631-7DE8-4946-ABC9-D55D92CE067D}" type="presOf" srcId="{0DD4753B-61AA-1C47-A8DA-AD13FDB44388}" destId="{BBCAA590-56F3-DD4D-A6FB-5BE4EF973D0D}" srcOrd="0" destOrd="0" presId="urn:microsoft.com/office/officeart/2005/8/layout/cycle7"/>
    <dgm:cxn modelId="{D1F64C49-DDA5-EF4D-ACA6-2A7F8788FB8A}" type="presOf" srcId="{87BB5C7F-AD91-4549-9466-9C3F0F515BA0}" destId="{706EFA2C-86CE-1C4C-837E-F84BCFDF510E}" srcOrd="1" destOrd="0" presId="urn:microsoft.com/office/officeart/2005/8/layout/cycle7"/>
    <dgm:cxn modelId="{22380953-9D6B-C647-85D3-77DED8DFDF1A}" type="presOf" srcId="{4D5C0FAB-D924-164A-A7FE-E187A6EBADDF}" destId="{F093B0D3-BE1D-1648-BFE8-32129C7B19C0}" srcOrd="1" destOrd="0" presId="urn:microsoft.com/office/officeart/2005/8/layout/cycle7"/>
    <dgm:cxn modelId="{BA368F59-11ED-F842-A4DA-623E8D67F9DE}" type="presOf" srcId="{36488466-548C-F542-987B-F125E4526C4E}" destId="{7D67CAA6-BF01-0A49-AF1C-C3D3E7C0693C}" srcOrd="0" destOrd="0" presId="urn:microsoft.com/office/officeart/2005/8/layout/cycle7"/>
    <dgm:cxn modelId="{7E2B8973-ED9F-244F-93E9-610A1B72C020}" type="presOf" srcId="{8CB24319-081C-6547-B565-C3DE4806E269}" destId="{36528254-EB5D-F643-8A0E-0A23F93DEC8F}" srcOrd="0" destOrd="0" presId="urn:microsoft.com/office/officeart/2005/8/layout/cycle7"/>
    <dgm:cxn modelId="{F15E4596-BA7E-7842-84C5-0F285888FE59}" type="presOf" srcId="{3856329A-0910-CC46-8321-4F50677FC59D}" destId="{3734D7D0-4667-2C41-B42C-9F3FB4897480}" srcOrd="0" destOrd="0" presId="urn:microsoft.com/office/officeart/2005/8/layout/cycle7"/>
    <dgm:cxn modelId="{79E91A98-4CB7-B345-BD61-B9E51E0D41F4}" type="presOf" srcId="{4D5C0FAB-D924-164A-A7FE-E187A6EBADDF}" destId="{E6940E56-9E76-F64F-A33E-BD6EA31C0AA6}" srcOrd="0" destOrd="0" presId="urn:microsoft.com/office/officeart/2005/8/layout/cycle7"/>
    <dgm:cxn modelId="{98B865A3-2400-9941-98AD-1F3F353F6EE1}" type="presOf" srcId="{0DD4753B-61AA-1C47-A8DA-AD13FDB44388}" destId="{CF37F04A-8406-E043-936E-B9D234CFC8FC}" srcOrd="1" destOrd="0" presId="urn:microsoft.com/office/officeart/2005/8/layout/cycle7"/>
    <dgm:cxn modelId="{2A5A55B9-F948-BB41-B3B8-2549ACAAD9DA}" type="presOf" srcId="{87BB5C7F-AD91-4549-9466-9C3F0F515BA0}" destId="{5D405F13-F567-DC45-B9F5-B4712F7B6A44}" srcOrd="0" destOrd="0" presId="urn:microsoft.com/office/officeart/2005/8/layout/cycle7"/>
    <dgm:cxn modelId="{3F07F3DC-CAF6-C149-B3B2-868F0315C123}" type="presOf" srcId="{DC5152CC-31CD-1C4C-8DDF-3E6075C53DAC}" destId="{3E3D4D55-1F94-4C4B-94A6-FF4F747D1610}" srcOrd="0" destOrd="0" presId="urn:microsoft.com/office/officeart/2005/8/layout/cycle7"/>
    <dgm:cxn modelId="{D0CFEBDE-315F-DF4E-B83A-25BAB73B27B8}" srcId="{8CB24319-081C-6547-B565-C3DE4806E269}" destId="{DC5152CC-31CD-1C4C-8DDF-3E6075C53DAC}" srcOrd="0" destOrd="0" parTransId="{BA5C0039-EA2F-1D47-AF93-5FE9126D5AF0}" sibTransId="{0DD4753B-61AA-1C47-A8DA-AD13FDB44388}"/>
    <dgm:cxn modelId="{56AD4FEE-5FC4-F64A-8531-E84AF53E808C}" srcId="{8CB24319-081C-6547-B565-C3DE4806E269}" destId="{3856329A-0910-CC46-8321-4F50677FC59D}" srcOrd="1" destOrd="0" parTransId="{63140A38-FC87-C74A-81D5-D4B93E540B30}" sibTransId="{4D5C0FAB-D924-164A-A7FE-E187A6EBADDF}"/>
    <dgm:cxn modelId="{AAF37ABB-F544-DD48-8F8C-E580D49980FF}" type="presParOf" srcId="{36528254-EB5D-F643-8A0E-0A23F93DEC8F}" destId="{3E3D4D55-1F94-4C4B-94A6-FF4F747D1610}" srcOrd="0" destOrd="0" presId="urn:microsoft.com/office/officeart/2005/8/layout/cycle7"/>
    <dgm:cxn modelId="{662819AE-CE31-8A48-B4B8-38C008FCB3C4}" type="presParOf" srcId="{36528254-EB5D-F643-8A0E-0A23F93DEC8F}" destId="{BBCAA590-56F3-DD4D-A6FB-5BE4EF973D0D}" srcOrd="1" destOrd="0" presId="urn:microsoft.com/office/officeart/2005/8/layout/cycle7"/>
    <dgm:cxn modelId="{D5DF3604-0F0E-064A-A1E8-F258FC48BAF1}" type="presParOf" srcId="{BBCAA590-56F3-DD4D-A6FB-5BE4EF973D0D}" destId="{CF37F04A-8406-E043-936E-B9D234CFC8FC}" srcOrd="0" destOrd="0" presId="urn:microsoft.com/office/officeart/2005/8/layout/cycle7"/>
    <dgm:cxn modelId="{7607B13F-ABD1-AE4D-8B31-762BCAA6F293}" type="presParOf" srcId="{36528254-EB5D-F643-8A0E-0A23F93DEC8F}" destId="{3734D7D0-4667-2C41-B42C-9F3FB4897480}" srcOrd="2" destOrd="0" presId="urn:microsoft.com/office/officeart/2005/8/layout/cycle7"/>
    <dgm:cxn modelId="{E645E3D6-598F-774F-BC5F-83336CD96B68}" type="presParOf" srcId="{36528254-EB5D-F643-8A0E-0A23F93DEC8F}" destId="{E6940E56-9E76-F64F-A33E-BD6EA31C0AA6}" srcOrd="3" destOrd="0" presId="urn:microsoft.com/office/officeart/2005/8/layout/cycle7"/>
    <dgm:cxn modelId="{37E85410-FAF5-3A4C-B87A-5482687DAAA2}" type="presParOf" srcId="{E6940E56-9E76-F64F-A33E-BD6EA31C0AA6}" destId="{F093B0D3-BE1D-1648-BFE8-32129C7B19C0}" srcOrd="0" destOrd="0" presId="urn:microsoft.com/office/officeart/2005/8/layout/cycle7"/>
    <dgm:cxn modelId="{7A265762-BD96-1143-8393-7DA9447E469B}" type="presParOf" srcId="{36528254-EB5D-F643-8A0E-0A23F93DEC8F}" destId="{7D67CAA6-BF01-0A49-AF1C-C3D3E7C0693C}" srcOrd="4" destOrd="0" presId="urn:microsoft.com/office/officeart/2005/8/layout/cycle7"/>
    <dgm:cxn modelId="{2BF1B6F9-0CB7-094F-BCB9-FDEE2555F1C3}" type="presParOf" srcId="{36528254-EB5D-F643-8A0E-0A23F93DEC8F}" destId="{5D405F13-F567-DC45-B9F5-B4712F7B6A44}" srcOrd="5" destOrd="0" presId="urn:microsoft.com/office/officeart/2005/8/layout/cycle7"/>
    <dgm:cxn modelId="{76273F57-34F5-8C4A-847A-884BF8C3F86C}" type="presParOf" srcId="{5D405F13-F567-DC45-B9F5-B4712F7B6A44}" destId="{706EFA2C-86CE-1C4C-837E-F84BCFDF510E}"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D412C5-E686-824C-B8B9-0B7993D5FC9E}">
      <dsp:nvSpPr>
        <dsp:cNvPr id="0" name=""/>
        <dsp:cNvSpPr/>
      </dsp:nvSpPr>
      <dsp:spPr>
        <a:xfrm>
          <a:off x="0" y="0"/>
          <a:ext cx="4064091" cy="98555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Strength-based</a:t>
          </a:r>
        </a:p>
      </dsp:txBody>
      <dsp:txXfrm>
        <a:off x="28866" y="28866"/>
        <a:ext cx="2885294" cy="927819"/>
      </dsp:txXfrm>
    </dsp:sp>
    <dsp:sp modelId="{76EF83E7-4E5A-334B-9167-8CA362596B5E}">
      <dsp:nvSpPr>
        <dsp:cNvPr id="0" name=""/>
        <dsp:cNvSpPr/>
      </dsp:nvSpPr>
      <dsp:spPr>
        <a:xfrm>
          <a:off x="303487" y="1122433"/>
          <a:ext cx="4064091" cy="98555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Presume employability</a:t>
          </a:r>
        </a:p>
      </dsp:txBody>
      <dsp:txXfrm>
        <a:off x="332353" y="1151299"/>
        <a:ext cx="3062263" cy="927819"/>
      </dsp:txXfrm>
    </dsp:sp>
    <dsp:sp modelId="{48615A63-137B-8C43-B185-FBBB9781930C}">
      <dsp:nvSpPr>
        <dsp:cNvPr id="0" name=""/>
        <dsp:cNvSpPr/>
      </dsp:nvSpPr>
      <dsp:spPr>
        <a:xfrm>
          <a:off x="606974" y="2244867"/>
          <a:ext cx="4064091" cy="98555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Comprehensive:</a:t>
          </a:r>
          <a:br>
            <a:rPr lang="en-US" sz="2000" kern="1200" dirty="0"/>
          </a:br>
          <a:r>
            <a:rPr lang="en-US" sz="2000" i="1" kern="1200" dirty="0"/>
            <a:t>full range of employment related variables</a:t>
          </a:r>
        </a:p>
      </dsp:txBody>
      <dsp:txXfrm>
        <a:off x="635840" y="2273733"/>
        <a:ext cx="3062263" cy="927819"/>
      </dsp:txXfrm>
    </dsp:sp>
    <dsp:sp modelId="{C6F8747B-E99B-2742-92A8-1EA54D1C26E4}">
      <dsp:nvSpPr>
        <dsp:cNvPr id="0" name=""/>
        <dsp:cNvSpPr/>
      </dsp:nvSpPr>
      <dsp:spPr>
        <a:xfrm>
          <a:off x="910462" y="3367301"/>
          <a:ext cx="4064091" cy="98555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Reflective of self-direction and informed choice</a:t>
          </a:r>
        </a:p>
      </dsp:txBody>
      <dsp:txXfrm>
        <a:off x="939328" y="3396167"/>
        <a:ext cx="3062263" cy="927819"/>
      </dsp:txXfrm>
    </dsp:sp>
    <dsp:sp modelId="{C19261D1-937B-E147-A3C2-D247C1F782E6}">
      <dsp:nvSpPr>
        <dsp:cNvPr id="0" name=""/>
        <dsp:cNvSpPr/>
      </dsp:nvSpPr>
      <dsp:spPr>
        <a:xfrm>
          <a:off x="1213949" y="4489735"/>
          <a:ext cx="4064091" cy="985551"/>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Individualized</a:t>
          </a:r>
        </a:p>
      </dsp:txBody>
      <dsp:txXfrm>
        <a:off x="1242815" y="4518601"/>
        <a:ext cx="3062263" cy="927819"/>
      </dsp:txXfrm>
    </dsp:sp>
    <dsp:sp modelId="{0D3FCB22-E9A0-2C4A-8BC5-0B8937221B4B}">
      <dsp:nvSpPr>
        <dsp:cNvPr id="0" name=""/>
        <dsp:cNvSpPr/>
      </dsp:nvSpPr>
      <dsp:spPr>
        <a:xfrm>
          <a:off x="3423482" y="720000"/>
          <a:ext cx="640608" cy="640608"/>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3567619" y="720000"/>
        <a:ext cx="352334" cy="482058"/>
      </dsp:txXfrm>
    </dsp:sp>
    <dsp:sp modelId="{9AA0AD61-5904-9946-ACF1-57CD9161C6CE}">
      <dsp:nvSpPr>
        <dsp:cNvPr id="0" name=""/>
        <dsp:cNvSpPr/>
      </dsp:nvSpPr>
      <dsp:spPr>
        <a:xfrm>
          <a:off x="3726970" y="1842434"/>
          <a:ext cx="640608" cy="640608"/>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3871107" y="1842434"/>
        <a:ext cx="352334" cy="482058"/>
      </dsp:txXfrm>
    </dsp:sp>
    <dsp:sp modelId="{2D12E454-118C-834B-A95A-6C3B13BC4633}">
      <dsp:nvSpPr>
        <dsp:cNvPr id="0" name=""/>
        <dsp:cNvSpPr/>
      </dsp:nvSpPr>
      <dsp:spPr>
        <a:xfrm>
          <a:off x="4030457" y="2948442"/>
          <a:ext cx="640608" cy="640608"/>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174594" y="2948442"/>
        <a:ext cx="352334" cy="482058"/>
      </dsp:txXfrm>
    </dsp:sp>
    <dsp:sp modelId="{550A2492-925F-584C-BC8D-6EB650352009}">
      <dsp:nvSpPr>
        <dsp:cNvPr id="0" name=""/>
        <dsp:cNvSpPr/>
      </dsp:nvSpPr>
      <dsp:spPr>
        <a:xfrm>
          <a:off x="4333945" y="4081826"/>
          <a:ext cx="640608" cy="640608"/>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478082" y="4081826"/>
        <a:ext cx="352334" cy="4820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4B67C1-5B34-5048-AF19-0B3527221C3E}">
      <dsp:nvSpPr>
        <dsp:cNvPr id="0" name=""/>
        <dsp:cNvSpPr/>
      </dsp:nvSpPr>
      <dsp:spPr>
        <a:xfrm>
          <a:off x="0" y="408897"/>
          <a:ext cx="2228385" cy="133703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Aptitude assessments</a:t>
          </a:r>
        </a:p>
      </dsp:txBody>
      <dsp:txXfrm>
        <a:off x="0" y="408897"/>
        <a:ext cx="2228385" cy="1337031"/>
      </dsp:txXfrm>
    </dsp:sp>
    <dsp:sp modelId="{96284626-68C9-B744-984E-F1B1C7DA8D49}">
      <dsp:nvSpPr>
        <dsp:cNvPr id="0" name=""/>
        <dsp:cNvSpPr/>
      </dsp:nvSpPr>
      <dsp:spPr>
        <a:xfrm>
          <a:off x="2451223" y="408897"/>
          <a:ext cx="2228385" cy="133703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Interest inventories</a:t>
          </a:r>
        </a:p>
      </dsp:txBody>
      <dsp:txXfrm>
        <a:off x="2451223" y="408897"/>
        <a:ext cx="2228385" cy="1337031"/>
      </dsp:txXfrm>
    </dsp:sp>
    <dsp:sp modelId="{0D86FFB7-262C-5D47-BBD7-7C5A271D7891}">
      <dsp:nvSpPr>
        <dsp:cNvPr id="0" name=""/>
        <dsp:cNvSpPr/>
      </dsp:nvSpPr>
      <dsp:spPr>
        <a:xfrm>
          <a:off x="4902447" y="408897"/>
          <a:ext cx="2228385" cy="133703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Simulated work</a:t>
          </a:r>
        </a:p>
      </dsp:txBody>
      <dsp:txXfrm>
        <a:off x="4902447" y="408897"/>
        <a:ext cx="2228385" cy="1337031"/>
      </dsp:txXfrm>
    </dsp:sp>
    <dsp:sp modelId="{480B1DF9-9833-8342-A2BA-78BD5B30B062}">
      <dsp:nvSpPr>
        <dsp:cNvPr id="0" name=""/>
        <dsp:cNvSpPr/>
      </dsp:nvSpPr>
      <dsp:spPr>
        <a:xfrm>
          <a:off x="0" y="1968767"/>
          <a:ext cx="2228385" cy="133703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Person-centered planning</a:t>
          </a:r>
        </a:p>
      </dsp:txBody>
      <dsp:txXfrm>
        <a:off x="0" y="1968767"/>
        <a:ext cx="2228385" cy="1337031"/>
      </dsp:txXfrm>
    </dsp:sp>
    <dsp:sp modelId="{65694822-1E5F-E540-BCD8-32DA3E5D792C}">
      <dsp:nvSpPr>
        <dsp:cNvPr id="0" name=""/>
        <dsp:cNvSpPr/>
      </dsp:nvSpPr>
      <dsp:spPr>
        <a:xfrm>
          <a:off x="2451223" y="1968767"/>
          <a:ext cx="2228385" cy="133703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Situational assessments </a:t>
          </a:r>
          <a:r>
            <a:rPr lang="en-US" sz="2000" kern="1200" dirty="0"/>
            <a:t>(community based)</a:t>
          </a:r>
        </a:p>
      </dsp:txBody>
      <dsp:txXfrm>
        <a:off x="2451223" y="1968767"/>
        <a:ext cx="2228385" cy="1337031"/>
      </dsp:txXfrm>
    </dsp:sp>
    <dsp:sp modelId="{A8A3EC6C-129E-8045-83D3-8B561FB94A4D}">
      <dsp:nvSpPr>
        <dsp:cNvPr id="0" name=""/>
        <dsp:cNvSpPr/>
      </dsp:nvSpPr>
      <dsp:spPr>
        <a:xfrm>
          <a:off x="4902447" y="1968767"/>
          <a:ext cx="2228385" cy="133703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Others</a:t>
          </a:r>
        </a:p>
      </dsp:txBody>
      <dsp:txXfrm>
        <a:off x="4902447" y="1968767"/>
        <a:ext cx="2228385" cy="13370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3D4D55-1F94-4C4B-94A6-FF4F747D1610}">
      <dsp:nvSpPr>
        <dsp:cNvPr id="0" name=""/>
        <dsp:cNvSpPr/>
      </dsp:nvSpPr>
      <dsp:spPr>
        <a:xfrm>
          <a:off x="2136252" y="18"/>
          <a:ext cx="2123759" cy="10618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Person</a:t>
          </a:r>
        </a:p>
      </dsp:txBody>
      <dsp:txXfrm>
        <a:off x="2167353" y="31119"/>
        <a:ext cx="2061557" cy="999677"/>
      </dsp:txXfrm>
    </dsp:sp>
    <dsp:sp modelId="{BBCAA590-56F3-DD4D-A6FB-5BE4EF973D0D}">
      <dsp:nvSpPr>
        <dsp:cNvPr id="0" name=""/>
        <dsp:cNvSpPr/>
      </dsp:nvSpPr>
      <dsp:spPr>
        <a:xfrm rot="3600000">
          <a:off x="3520746" y="1866128"/>
          <a:ext cx="1111069" cy="371657"/>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632243" y="1940459"/>
        <a:ext cx="888075" cy="222995"/>
      </dsp:txXfrm>
    </dsp:sp>
    <dsp:sp modelId="{3734D7D0-4667-2C41-B42C-9F3FB4897480}">
      <dsp:nvSpPr>
        <dsp:cNvPr id="0" name=""/>
        <dsp:cNvSpPr/>
      </dsp:nvSpPr>
      <dsp:spPr>
        <a:xfrm>
          <a:off x="3892550" y="3042016"/>
          <a:ext cx="2123759" cy="10618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Work Environment</a:t>
          </a:r>
        </a:p>
      </dsp:txBody>
      <dsp:txXfrm>
        <a:off x="3923651" y="3073117"/>
        <a:ext cx="2061557" cy="999677"/>
      </dsp:txXfrm>
    </dsp:sp>
    <dsp:sp modelId="{E6940E56-9E76-F64F-A33E-BD6EA31C0AA6}">
      <dsp:nvSpPr>
        <dsp:cNvPr id="0" name=""/>
        <dsp:cNvSpPr/>
      </dsp:nvSpPr>
      <dsp:spPr>
        <a:xfrm rot="10800000">
          <a:off x="2642597" y="3387126"/>
          <a:ext cx="1111069" cy="371657"/>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2754094" y="3461457"/>
        <a:ext cx="888075" cy="222995"/>
      </dsp:txXfrm>
    </dsp:sp>
    <dsp:sp modelId="{7D67CAA6-BF01-0A49-AF1C-C3D3E7C0693C}">
      <dsp:nvSpPr>
        <dsp:cNvPr id="0" name=""/>
        <dsp:cNvSpPr/>
      </dsp:nvSpPr>
      <dsp:spPr>
        <a:xfrm>
          <a:off x="379953" y="3042016"/>
          <a:ext cx="2123759" cy="10618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Job</a:t>
          </a:r>
        </a:p>
      </dsp:txBody>
      <dsp:txXfrm>
        <a:off x="411054" y="3073117"/>
        <a:ext cx="2061557" cy="999677"/>
      </dsp:txXfrm>
    </dsp:sp>
    <dsp:sp modelId="{5D405F13-F567-DC45-B9F5-B4712F7B6A44}">
      <dsp:nvSpPr>
        <dsp:cNvPr id="0" name=""/>
        <dsp:cNvSpPr/>
      </dsp:nvSpPr>
      <dsp:spPr>
        <a:xfrm rot="18000000">
          <a:off x="1764448" y="1866128"/>
          <a:ext cx="1111069" cy="371657"/>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875945" y="1940459"/>
        <a:ext cx="888075" cy="22299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7.xml"/><Relationship Id="rId4" Type="http://schemas.openxmlformats.org/officeDocument/2006/relationships/image" Target="../media/image4.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2D49F3F-9924-B744-9871-F7152E7D54FF}"/>
              </a:ext>
            </a:extLst>
          </p:cNvPr>
          <p:cNvSpPr>
            <a:spLocks noChangeArrowheads="1"/>
          </p:cNvSpPr>
          <p:nvPr/>
        </p:nvSpPr>
        <p:spPr bwMode="auto">
          <a:xfrm>
            <a:off x="3200400" y="8588375"/>
            <a:ext cx="28956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ctr">
              <a:defRPr/>
            </a:pPr>
            <a:endParaRPr lang="en-US" altLang="en-US" sz="1400"/>
          </a:p>
        </p:txBody>
      </p:sp>
      <p:sp>
        <p:nvSpPr>
          <p:cNvPr id="6147" name="Rectangle 7">
            <a:extLst>
              <a:ext uri="{FF2B5EF4-FFF2-40B4-BE49-F238E27FC236}">
                <a16:creationId xmlns:a16="http://schemas.microsoft.com/office/drawing/2014/main" id="{1030BE6A-464B-E34C-AB76-A01819BE9C23}"/>
              </a:ext>
            </a:extLst>
          </p:cNvPr>
          <p:cNvSpPr>
            <a:spLocks noChangeArrowheads="1"/>
          </p:cNvSpPr>
          <p:nvPr/>
        </p:nvSpPr>
        <p:spPr bwMode="auto">
          <a:xfrm>
            <a:off x="4800600" y="152400"/>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r">
              <a:defRPr/>
            </a:pPr>
            <a:fld id="{8D4E4D53-0970-F546-A9C7-D6A61D694C5D}" type="slidenum">
              <a:rPr lang="en-US" altLang="en-US" sz="1400" smtClean="0"/>
              <a:pPr algn="r">
                <a:defRPr/>
              </a:pPr>
              <a:t>‹#›</a:t>
            </a:fld>
            <a:endParaRPr lang="en-US" altLang="en-US" sz="1400"/>
          </a:p>
        </p:txBody>
      </p:sp>
      <p:sp>
        <p:nvSpPr>
          <p:cNvPr id="6148" name="Rectangle 8">
            <a:extLst>
              <a:ext uri="{FF2B5EF4-FFF2-40B4-BE49-F238E27FC236}">
                <a16:creationId xmlns:a16="http://schemas.microsoft.com/office/drawing/2014/main" id="{F1404091-10E7-F740-B935-7D4A70EB1FB3}"/>
              </a:ext>
            </a:extLst>
          </p:cNvPr>
          <p:cNvSpPr>
            <a:spLocks noChangeArrowheads="1"/>
          </p:cNvSpPr>
          <p:nvPr/>
        </p:nvSpPr>
        <p:spPr bwMode="auto">
          <a:xfrm>
            <a:off x="152400" y="8305800"/>
            <a:ext cx="6400800" cy="685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sp>
        <p:nvSpPr>
          <p:cNvPr id="6149" name="Rectangle 9">
            <a:extLst>
              <a:ext uri="{FF2B5EF4-FFF2-40B4-BE49-F238E27FC236}">
                <a16:creationId xmlns:a16="http://schemas.microsoft.com/office/drawing/2014/main" id="{6B8173CC-10BB-BD49-8A54-CAB49455DE75}"/>
              </a:ext>
            </a:extLst>
          </p:cNvPr>
          <p:cNvSpPr>
            <a:spLocks noChangeArrowheads="1"/>
          </p:cNvSpPr>
          <p:nvPr/>
        </p:nvSpPr>
        <p:spPr bwMode="auto">
          <a:xfrm>
            <a:off x="152400" y="8305800"/>
            <a:ext cx="6400800" cy="128588"/>
          </a:xfrm>
          <a:prstGeom prst="rect">
            <a:avLst/>
          </a:prstGeom>
          <a:solidFill>
            <a:srgbClr val="0099CC"/>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pic>
        <p:nvPicPr>
          <p:cNvPr id="14342" name="Picture 11" descr="iciPPT_BIG">
            <a:extLst>
              <a:ext uri="{FF2B5EF4-FFF2-40B4-BE49-F238E27FC236}">
                <a16:creationId xmlns:a16="http://schemas.microsoft.com/office/drawing/2014/main" id="{E1BCF9E8-2C2F-7B43-B622-5DBC417ED42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28600" y="8458200"/>
            <a:ext cx="3048000" cy="488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4343" name="Group 14">
            <a:extLst>
              <a:ext uri="{FF2B5EF4-FFF2-40B4-BE49-F238E27FC236}">
                <a16:creationId xmlns:a16="http://schemas.microsoft.com/office/drawing/2014/main" id="{374E0F2B-D057-1A4D-A72F-67572FFA44A4}"/>
              </a:ext>
            </a:extLst>
          </p:cNvPr>
          <p:cNvGrpSpPr>
            <a:grpSpLocks/>
          </p:cNvGrpSpPr>
          <p:nvPr/>
        </p:nvGrpSpPr>
        <p:grpSpPr bwMode="auto">
          <a:xfrm>
            <a:off x="5638800" y="8486775"/>
            <a:ext cx="762000" cy="438150"/>
            <a:chOff x="5103" y="5266"/>
            <a:chExt cx="586" cy="336"/>
          </a:xfrm>
        </p:grpSpPr>
        <p:pic>
          <p:nvPicPr>
            <p:cNvPr id="14344" name="Picture 10" descr="umb_white">
              <a:extLst>
                <a:ext uri="{FF2B5EF4-FFF2-40B4-BE49-F238E27FC236}">
                  <a16:creationId xmlns:a16="http://schemas.microsoft.com/office/drawing/2014/main" id="{BEF3E9E6-CF8F-0D4A-A297-1F4055C7769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103" y="5266"/>
              <a:ext cx="273"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5" name="Picture 12" descr="CHB_reverse_BIG">
              <a:extLst>
                <a:ext uri="{FF2B5EF4-FFF2-40B4-BE49-F238E27FC236}">
                  <a16:creationId xmlns:a16="http://schemas.microsoft.com/office/drawing/2014/main" id="{54F73BC5-B41D-094E-A18A-8F046762414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424" y="5266"/>
              <a:ext cx="265"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val="3920088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9B3A64B-BD29-B64A-A470-7398DC6053A5}"/>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5" name="Rectangle 3">
            <a:extLst>
              <a:ext uri="{FF2B5EF4-FFF2-40B4-BE49-F238E27FC236}">
                <a16:creationId xmlns:a16="http://schemas.microsoft.com/office/drawing/2014/main" id="{CEB1B764-1E3D-F94C-AFE8-93CA8696BBC6}"/>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13316" name="Rectangle 4">
            <a:extLst>
              <a:ext uri="{FF2B5EF4-FFF2-40B4-BE49-F238E27FC236}">
                <a16:creationId xmlns:a16="http://schemas.microsoft.com/office/drawing/2014/main" id="{BAF8533A-3C1A-B542-944B-EAD4B68E1EB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3077" name="Rectangle 5">
            <a:extLst>
              <a:ext uri="{FF2B5EF4-FFF2-40B4-BE49-F238E27FC236}">
                <a16:creationId xmlns:a16="http://schemas.microsoft.com/office/drawing/2014/main" id="{626E4560-BA05-2040-A535-1FA0A95D97D1}"/>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a:extLst>
              <a:ext uri="{FF2B5EF4-FFF2-40B4-BE49-F238E27FC236}">
                <a16:creationId xmlns:a16="http://schemas.microsoft.com/office/drawing/2014/main" id="{C758BAA2-FE2D-464F-9111-FEF4CCCC94AD}"/>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9" name="Rectangle 7">
            <a:extLst>
              <a:ext uri="{FF2B5EF4-FFF2-40B4-BE49-F238E27FC236}">
                <a16:creationId xmlns:a16="http://schemas.microsoft.com/office/drawing/2014/main" id="{3D9E1561-AF14-5440-BAC2-6453D18CFFE2}"/>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pPr>
              <a:defRPr/>
            </a:pPr>
            <a:fld id="{1E6EAF8F-0920-7444-BF36-95ABB4CBBBE1}" type="slidenum">
              <a:rPr lang="en-US" altLang="en-US"/>
              <a:pPr>
                <a:defRPr/>
              </a:pPr>
              <a:t>‹#›</a:t>
            </a:fld>
            <a:endParaRPr lang="en-US" altLang="en-US"/>
          </a:p>
        </p:txBody>
      </p:sp>
    </p:spTree>
    <p:extLst>
      <p:ext uri="{BB962C8B-B14F-4D97-AF65-F5344CB8AC3E}">
        <p14:creationId xmlns:p14="http://schemas.microsoft.com/office/powerpoint/2010/main" val="1667913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1</a:t>
            </a:fld>
            <a:endParaRPr lang="en-US" altLang="en-US"/>
          </a:p>
        </p:txBody>
      </p:sp>
    </p:spTree>
    <p:extLst>
      <p:ext uri="{BB962C8B-B14F-4D97-AF65-F5344CB8AC3E}">
        <p14:creationId xmlns:p14="http://schemas.microsoft.com/office/powerpoint/2010/main" val="168381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a:t>
            </a:fld>
            <a:endParaRPr lang="en-US" altLang="en-US"/>
          </a:p>
        </p:txBody>
      </p:sp>
    </p:spTree>
    <p:extLst>
      <p:ext uri="{BB962C8B-B14F-4D97-AF65-F5344CB8AC3E}">
        <p14:creationId xmlns:p14="http://schemas.microsoft.com/office/powerpoint/2010/main" val="2326417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6</a:t>
            </a:fld>
            <a:endParaRPr lang="en-US" altLang="en-US"/>
          </a:p>
        </p:txBody>
      </p:sp>
    </p:spTree>
    <p:extLst>
      <p:ext uri="{BB962C8B-B14F-4D97-AF65-F5344CB8AC3E}">
        <p14:creationId xmlns:p14="http://schemas.microsoft.com/office/powerpoint/2010/main" val="16986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7</a:t>
            </a:fld>
            <a:endParaRPr lang="en-US" altLang="en-US"/>
          </a:p>
        </p:txBody>
      </p:sp>
    </p:spTree>
    <p:extLst>
      <p:ext uri="{BB962C8B-B14F-4D97-AF65-F5344CB8AC3E}">
        <p14:creationId xmlns:p14="http://schemas.microsoft.com/office/powerpoint/2010/main" val="1932252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3558172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15</a:t>
            </a:fld>
            <a:endParaRPr lang="en-US" altLang="en-US"/>
          </a:p>
        </p:txBody>
      </p:sp>
    </p:spTree>
    <p:extLst>
      <p:ext uri="{BB962C8B-B14F-4D97-AF65-F5344CB8AC3E}">
        <p14:creationId xmlns:p14="http://schemas.microsoft.com/office/powerpoint/2010/main" val="3304522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27</a:t>
            </a:fld>
            <a:endParaRPr lang="en-US" altLang="en-US"/>
          </a:p>
        </p:txBody>
      </p:sp>
    </p:spTree>
    <p:extLst>
      <p:ext uri="{BB962C8B-B14F-4D97-AF65-F5344CB8AC3E}">
        <p14:creationId xmlns:p14="http://schemas.microsoft.com/office/powerpoint/2010/main" val="704692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8560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15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18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4277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1582788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78310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457200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4572001"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33F06097-1504-401B-AB7A-A4858A92D8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30640041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arge Photo - Right">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7EE7F26-1321-2445-A1A4-B5B78FCF1ECF}"/>
              </a:ext>
            </a:extLst>
          </p:cNvPr>
          <p:cNvSpPr/>
          <p:nvPr userDrawn="1"/>
        </p:nvSpPr>
        <p:spPr>
          <a:xfrm>
            <a:off x="0" y="0"/>
            <a:ext cx="9144000" cy="6858000"/>
          </a:xfrm>
          <a:custGeom>
            <a:avLst/>
            <a:gdLst>
              <a:gd name="connsiteX0" fmla="*/ 416375 w 12192000"/>
              <a:gd name="connsiteY0" fmla="*/ 455059 h 6858000"/>
              <a:gd name="connsiteX1" fmla="*/ 416375 w 12192000"/>
              <a:gd name="connsiteY1" fmla="*/ 6044697 h 6858000"/>
              <a:gd name="connsiteX2" fmla="*/ 5677243 w 12192000"/>
              <a:gd name="connsiteY2" fmla="*/ 6044697 h 6858000"/>
              <a:gd name="connsiteX3" fmla="*/ 5677243 w 12192000"/>
              <a:gd name="connsiteY3" fmla="*/ 45505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16375" y="455059"/>
                </a:moveTo>
                <a:lnTo>
                  <a:pt x="416375" y="6044697"/>
                </a:lnTo>
                <a:lnTo>
                  <a:pt x="5677243" y="6044697"/>
                </a:lnTo>
                <a:lnTo>
                  <a:pt x="5677243" y="455059"/>
                </a:lnTo>
                <a:close/>
                <a:moveTo>
                  <a:pt x="0" y="0"/>
                </a:moveTo>
                <a:lnTo>
                  <a:pt x="12192000" y="0"/>
                </a:lnTo>
                <a:lnTo>
                  <a:pt x="12192000" y="6858000"/>
                </a:lnTo>
                <a:lnTo>
                  <a:pt x="0" y="6858000"/>
                </a:ln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13" name="Picture Placeholder 12">
            <a:extLst>
              <a:ext uri="{FF2B5EF4-FFF2-40B4-BE49-F238E27FC236}">
                <a16:creationId xmlns:a16="http://schemas.microsoft.com/office/drawing/2014/main" id="{BCED9C80-A09F-944D-8036-B3AEB8673518}"/>
              </a:ext>
            </a:extLst>
          </p:cNvPr>
          <p:cNvSpPr>
            <a:spLocks noGrp="1"/>
          </p:cNvSpPr>
          <p:nvPr>
            <p:ph type="pic" sz="quarter" idx="18" hasCustomPrompt="1"/>
          </p:nvPr>
        </p:nvSpPr>
        <p:spPr>
          <a:xfrm>
            <a:off x="2" y="0"/>
            <a:ext cx="9144001" cy="6858000"/>
          </a:xfrm>
          <a:custGeom>
            <a:avLst/>
            <a:gdLst>
              <a:gd name="connsiteX0" fmla="*/ 416375 w 12192001"/>
              <a:gd name="connsiteY0" fmla="*/ 455059 h 6858000"/>
              <a:gd name="connsiteX1" fmla="*/ 416375 w 12192001"/>
              <a:gd name="connsiteY1" fmla="*/ 6044697 h 6858000"/>
              <a:gd name="connsiteX2" fmla="*/ 5677243 w 12192001"/>
              <a:gd name="connsiteY2" fmla="*/ 6044697 h 6858000"/>
              <a:gd name="connsiteX3" fmla="*/ 5677243 w 12192001"/>
              <a:gd name="connsiteY3" fmla="*/ 455059 h 6858000"/>
              <a:gd name="connsiteX4" fmla="*/ 0 w 12192001"/>
              <a:gd name="connsiteY4" fmla="*/ 0 h 6858000"/>
              <a:gd name="connsiteX5" fmla="*/ 12192001 w 12192001"/>
              <a:gd name="connsiteY5" fmla="*/ 0 h 6858000"/>
              <a:gd name="connsiteX6" fmla="*/ 12192001 w 12192001"/>
              <a:gd name="connsiteY6" fmla="*/ 6858000 h 6858000"/>
              <a:gd name="connsiteX7" fmla="*/ 0 w 1219200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1" h="6858000">
                <a:moveTo>
                  <a:pt x="416375" y="455059"/>
                </a:moveTo>
                <a:lnTo>
                  <a:pt x="416375" y="6044697"/>
                </a:lnTo>
                <a:lnTo>
                  <a:pt x="5677243" y="6044697"/>
                </a:lnTo>
                <a:lnTo>
                  <a:pt x="5677243" y="455059"/>
                </a:lnTo>
                <a:close/>
                <a:moveTo>
                  <a:pt x="0" y="0"/>
                </a:moveTo>
                <a:lnTo>
                  <a:pt x="12192001" y="0"/>
                </a:lnTo>
                <a:lnTo>
                  <a:pt x="12192001" y="6858000"/>
                </a:lnTo>
                <a:lnTo>
                  <a:pt x="0" y="6858000"/>
                </a:lnTo>
                <a:close/>
              </a:path>
            </a:pathLst>
          </a:custGeom>
        </p:spPr>
        <p:txBody>
          <a:bodyPr wrap="square">
            <a:noAutofit/>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3580169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121183"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120589" y="2482491"/>
            <a:ext cx="3523060" cy="31944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119995"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82ADFC0A-EB24-894D-A665-DF65DC39E870}"/>
              </a:ext>
            </a:extLst>
          </p:cNvPr>
          <p:cNvSpPr>
            <a:spLocks noGrp="1"/>
          </p:cNvSpPr>
          <p:nvPr>
            <p:ph type="body" sz="quarter" idx="19" hasCustomPrompt="1"/>
          </p:nvPr>
        </p:nvSpPr>
        <p:spPr>
          <a:xfrm>
            <a:off x="5119995"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034CE3B9-7472-4389-A839-1D4110F64F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4704171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Photo - To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9144000" cy="384351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4323117"/>
            <a:ext cx="7037175" cy="765467"/>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hasCustomPrompt="1"/>
          </p:nvPr>
        </p:nvSpPr>
        <p:spPr>
          <a:xfrm>
            <a:off x="1053116" y="5364963"/>
            <a:ext cx="7037175" cy="107378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r>
              <a:rPr lang="en-US" dirty="0"/>
              <a:t>&lt;Insert text&gt;</a:t>
            </a:r>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5047643"/>
            <a:ext cx="7038365" cy="282396"/>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1"/>
            <a:ext cx="9144000" cy="3843511"/>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D3248A42-9103-0841-9630-92B19E7AD72A}"/>
              </a:ext>
            </a:extLst>
          </p:cNvPr>
          <p:cNvSpPr>
            <a:spLocks noGrp="1"/>
          </p:cNvSpPr>
          <p:nvPr>
            <p:ph type="body" sz="quarter" idx="19" hasCustomPrompt="1"/>
          </p:nvPr>
        </p:nvSpPr>
        <p:spPr>
          <a:xfrm>
            <a:off x="2809283" y="4005772"/>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Subheader if it is appropriate</a:t>
            </a:r>
          </a:p>
        </p:txBody>
      </p:sp>
      <p:pic>
        <p:nvPicPr>
          <p:cNvPr id="10" name="Picture 9">
            <a:extLst>
              <a:ext uri="{FF2B5EF4-FFF2-40B4-BE49-F238E27FC236}">
                <a16:creationId xmlns:a16="http://schemas.microsoft.com/office/drawing/2014/main" id="{DF6CD286-4C67-4861-8B79-407B4EE028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32293453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Photo -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4375339"/>
            <a:ext cx="9144000" cy="248249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734786"/>
            <a:ext cx="7037175" cy="702304"/>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1053413" y="1816505"/>
            <a:ext cx="7037175" cy="2202148"/>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1420192"/>
            <a:ext cx="7038365" cy="373584"/>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4375510"/>
            <a:ext cx="9144000" cy="248249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7D0DFACD-A69E-C043-BCE4-3C70DE4A0F9B}"/>
              </a:ext>
            </a:extLst>
          </p:cNvPr>
          <p:cNvSpPr>
            <a:spLocks noGrp="1"/>
          </p:cNvSpPr>
          <p:nvPr>
            <p:ph type="body" sz="quarter" idx="19" hasCustomPrompt="1"/>
          </p:nvPr>
        </p:nvSpPr>
        <p:spPr>
          <a:xfrm>
            <a:off x="1051927" y="483243"/>
            <a:ext cx="7038068" cy="251377"/>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2391808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uo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2540329"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2540329"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305193"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304597"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304001"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5304001"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1" name="Picture 10">
            <a:extLst>
              <a:ext uri="{FF2B5EF4-FFF2-40B4-BE49-F238E27FC236}">
                <a16:creationId xmlns:a16="http://schemas.microsoft.com/office/drawing/2014/main" id="{1DEFFBF4-5F8A-4A8D-8B7B-CBF19189BE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2143497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uo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84374"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724702"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84374"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724702"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429816"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429221"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428626"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428626"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FF9080-CD6B-4252-8D34-CB64184F86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820543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 Photo -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1"/>
            <a:ext cx="1693742" cy="579389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1834450" y="999415"/>
            <a:ext cx="1693742" cy="585858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1693742" cy="5794042"/>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1834450" y="999271"/>
            <a:ext cx="1693742" cy="5858733"/>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735473" y="999267"/>
            <a:ext cx="309107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734879" y="2150076"/>
            <a:ext cx="3091070" cy="3544767"/>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734339" y="1874125"/>
            <a:ext cx="309159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3668896" y="176"/>
            <a:ext cx="1693742" cy="5793755"/>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3668896" y="5"/>
            <a:ext cx="1693742" cy="5793899"/>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2" name="Oval 11">
            <a:extLst>
              <a:ext uri="{FF2B5EF4-FFF2-40B4-BE49-F238E27FC236}">
                <a16:creationId xmlns:a16="http://schemas.microsoft.com/office/drawing/2014/main" id="{C9D2F50D-8BF2-824F-A4DC-0CBF6EC8B684}"/>
              </a:ext>
            </a:extLst>
          </p:cNvPr>
          <p:cNvSpPr/>
          <p:nvPr userDrawn="1"/>
        </p:nvSpPr>
        <p:spPr>
          <a:xfrm>
            <a:off x="2882148" y="3972063"/>
            <a:ext cx="1292087" cy="1722783"/>
          </a:xfrm>
          <a:prstGeom prst="ellipse">
            <a:avLst/>
          </a:prstGeom>
          <a:solidFill>
            <a:srgbClr val="3AC1CD">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5" name="Freeform 24">
            <a:extLst>
              <a:ext uri="{FF2B5EF4-FFF2-40B4-BE49-F238E27FC236}">
                <a16:creationId xmlns:a16="http://schemas.microsoft.com/office/drawing/2014/main" id="{9814B6AF-8703-524C-8F9D-E8FE27AB741D}"/>
              </a:ext>
            </a:extLst>
          </p:cNvPr>
          <p:cNvSpPr/>
          <p:nvPr userDrawn="1"/>
        </p:nvSpPr>
        <p:spPr>
          <a:xfrm>
            <a:off x="4755728" y="0"/>
            <a:ext cx="1213821" cy="568486"/>
          </a:xfrm>
          <a:custGeom>
            <a:avLst/>
            <a:gdLst>
              <a:gd name="connsiteX0" fmla="*/ 0 w 1618428"/>
              <a:gd name="connsiteY0" fmla="*/ 0 h 568486"/>
              <a:gd name="connsiteX1" fmla="*/ 1618428 w 1618428"/>
              <a:gd name="connsiteY1" fmla="*/ 0 h 568486"/>
              <a:gd name="connsiteX2" fmla="*/ 1602914 w 1618428"/>
              <a:gd name="connsiteY2" fmla="*/ 42387 h 568486"/>
              <a:gd name="connsiteX3" fmla="*/ 809214 w 1618428"/>
              <a:gd name="connsiteY3" fmla="*/ 568486 h 568486"/>
              <a:gd name="connsiteX4" fmla="*/ 15514 w 1618428"/>
              <a:gd name="connsiteY4" fmla="*/ 42387 h 568486"/>
              <a:gd name="connsiteX5" fmla="*/ 0 w 1618428"/>
              <a:gd name="connsiteY5" fmla="*/ 0 h 56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8428" h="568486">
                <a:moveTo>
                  <a:pt x="0" y="0"/>
                </a:moveTo>
                <a:lnTo>
                  <a:pt x="1618428" y="0"/>
                </a:lnTo>
                <a:lnTo>
                  <a:pt x="1602914" y="42387"/>
                </a:lnTo>
                <a:cubicBezTo>
                  <a:pt x="1472147" y="351553"/>
                  <a:pt x="1166015" y="568486"/>
                  <a:pt x="809214" y="568486"/>
                </a:cubicBezTo>
                <a:cubicBezTo>
                  <a:pt x="452414" y="568486"/>
                  <a:pt x="146281" y="351553"/>
                  <a:pt x="15514" y="42387"/>
                </a:cubicBezTo>
                <a:lnTo>
                  <a:pt x="0" y="0"/>
                </a:lnTo>
                <a:close/>
              </a:path>
            </a:pathLst>
          </a:custGeom>
          <a:solidFill>
            <a:schemeClr val="accent3">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19" name="Oval 18">
            <a:extLst>
              <a:ext uri="{FF2B5EF4-FFF2-40B4-BE49-F238E27FC236}">
                <a16:creationId xmlns:a16="http://schemas.microsoft.com/office/drawing/2014/main" id="{DAB3E781-549C-B144-86E1-72DAF614D0D7}"/>
              </a:ext>
            </a:extLst>
          </p:cNvPr>
          <p:cNvSpPr/>
          <p:nvPr userDrawn="1"/>
        </p:nvSpPr>
        <p:spPr>
          <a:xfrm>
            <a:off x="1047700" y="1874130"/>
            <a:ext cx="1292087" cy="1722783"/>
          </a:xfrm>
          <a:prstGeom prst="ellipse">
            <a:avLst/>
          </a:prstGeom>
          <a:solidFill>
            <a:srgbClr val="FF532E">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Text Placeholder 11">
            <a:extLst>
              <a:ext uri="{FF2B5EF4-FFF2-40B4-BE49-F238E27FC236}">
                <a16:creationId xmlns:a16="http://schemas.microsoft.com/office/drawing/2014/main" id="{F1F39990-DB47-A541-9DC1-EBDAF89CD76E}"/>
              </a:ext>
            </a:extLst>
          </p:cNvPr>
          <p:cNvSpPr>
            <a:spLocks noGrp="1"/>
          </p:cNvSpPr>
          <p:nvPr>
            <p:ph type="body" sz="quarter" idx="19" hasCustomPrompt="1"/>
          </p:nvPr>
        </p:nvSpPr>
        <p:spPr>
          <a:xfrm>
            <a:off x="5734336" y="659818"/>
            <a:ext cx="3091592"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5" name="Picture 14">
            <a:extLst>
              <a:ext uri="{FF2B5EF4-FFF2-40B4-BE49-F238E27FC236}">
                <a16:creationId xmlns:a16="http://schemas.microsoft.com/office/drawing/2014/main" id="{F00B6ED6-30C2-40BD-BAC9-805C3CC7A9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9143288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 Photo - Triptyc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90116" y="5"/>
            <a:ext cx="1470865" cy="643329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5842772" y="424705"/>
            <a:ext cx="1470865" cy="643329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90116" y="-1"/>
            <a:ext cx="1470865" cy="6433457"/>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5842772" y="424544"/>
            <a:ext cx="1470865" cy="643345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309885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6" y="2150079"/>
            <a:ext cx="3098849" cy="3352655"/>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2" y="1874125"/>
            <a:ext cx="3099373"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7495429" y="176"/>
            <a:ext cx="1470865" cy="643313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7495429" y="5"/>
            <a:ext cx="1470865" cy="6433297"/>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2" y="659818"/>
            <a:ext cx="3099373"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6890C5-625A-49BC-AF8E-534E10041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8941300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ri Photo - Stack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5130684"/>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3066240" y="5130843"/>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5130804"/>
            <a:ext cx="3011524" cy="1727201"/>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3066240" y="5130804"/>
            <a:ext cx="3011524" cy="1727201"/>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8103558" cy="874858"/>
          </a:xfrm>
          <a:prstGeom prst="rect">
            <a:avLst/>
          </a:prstGeom>
        </p:spPr>
        <p:txBody>
          <a:bodyPr anchor="ctr"/>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7"/>
            <a:ext cx="8103557" cy="255785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8104926" cy="275948"/>
          </a:xfrm>
          <a:prstGeom prst="rect">
            <a:avLst/>
          </a:prstGeom>
        </p:spPr>
        <p:txBody>
          <a:bodyPr/>
          <a:lstStyle>
            <a:lvl1pPr marL="0" indent="0" algn="ctr">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5130726"/>
            <a:ext cx="3011524" cy="172711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5130673"/>
            <a:ext cx="3011524" cy="1727158"/>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8104926" cy="275948"/>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7884698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i Photo - Stack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6132477"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132477"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6132477"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132477"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90"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E4BF8277-B6E5-4530-9A35-5B344F924F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3405173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i Photo - Stack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0"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0"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3593145"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3592551"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3591996"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0"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0"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3591996"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3" name="Picture 12">
            <a:extLst>
              <a:ext uri="{FF2B5EF4-FFF2-40B4-BE49-F238E27FC236}">
                <a16:creationId xmlns:a16="http://schemas.microsoft.com/office/drawing/2014/main" id="{6D1F1C01-B399-401D-904B-8B6DE77AA5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0593679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Gallery - Collection">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6678063" y="1408675"/>
            <a:ext cx="1383737" cy="2523663"/>
          </a:xfrm>
          <a:prstGeom prst="rect">
            <a:avLst/>
          </a:prstGeom>
        </p:spPr>
        <p:txBody>
          <a:bodyPr/>
          <a:lstStyle>
            <a:lvl1pPr>
              <a:defRPr sz="900"/>
            </a:lvl1pPr>
          </a:lstStyle>
          <a:p>
            <a:endParaRPr lang="en-US"/>
          </a:p>
        </p:txBody>
      </p:sp>
      <p:sp>
        <p:nvSpPr>
          <p:cNvPr id="8" name="Picture Placeholder 6">
            <a:extLst>
              <a:ext uri="{FF2B5EF4-FFF2-40B4-BE49-F238E27FC236}">
                <a16:creationId xmlns:a16="http://schemas.microsoft.com/office/drawing/2014/main" id="{B5EE5A55-DE9E-E04A-980F-DA40C01CEFB1}"/>
              </a:ext>
            </a:extLst>
          </p:cNvPr>
          <p:cNvSpPr>
            <a:spLocks noGrp="1"/>
          </p:cNvSpPr>
          <p:nvPr>
            <p:ph type="pic" sz="quarter" idx="19"/>
          </p:nvPr>
        </p:nvSpPr>
        <p:spPr>
          <a:xfrm>
            <a:off x="4522575" y="1136824"/>
            <a:ext cx="2004664" cy="1675251"/>
          </a:xfrm>
          <a:prstGeom prst="rect">
            <a:avLst/>
          </a:prstGeom>
        </p:spPr>
        <p:txBody>
          <a:bodyPr/>
          <a:lstStyle>
            <a:lvl1pPr>
              <a:defRPr sz="900"/>
            </a:lvl1pPr>
          </a:lstStyle>
          <a:p>
            <a:endParaRPr lang="en-US"/>
          </a:p>
        </p:txBody>
      </p:sp>
      <p:sp>
        <p:nvSpPr>
          <p:cNvPr id="11" name="Picture Placeholder 6">
            <a:extLst>
              <a:ext uri="{FF2B5EF4-FFF2-40B4-BE49-F238E27FC236}">
                <a16:creationId xmlns:a16="http://schemas.microsoft.com/office/drawing/2014/main" id="{6DE9889E-364B-5A48-8B46-481958AB7526}"/>
              </a:ext>
            </a:extLst>
          </p:cNvPr>
          <p:cNvSpPr>
            <a:spLocks noGrp="1"/>
          </p:cNvSpPr>
          <p:nvPr>
            <p:ph type="pic" sz="quarter" idx="22"/>
          </p:nvPr>
        </p:nvSpPr>
        <p:spPr>
          <a:xfrm>
            <a:off x="8212622" y="2812078"/>
            <a:ext cx="621912" cy="1120259"/>
          </a:xfrm>
          <a:prstGeom prst="rect">
            <a:avLst/>
          </a:prstGeom>
        </p:spPr>
        <p:txBody>
          <a:bodyPr/>
          <a:lstStyle>
            <a:lvl1pPr>
              <a:defRPr sz="900"/>
            </a:lvl1pPr>
          </a:lstStyle>
          <a:p>
            <a:endParaRPr lang="en-US"/>
          </a:p>
        </p:txBody>
      </p:sp>
      <p:sp>
        <p:nvSpPr>
          <p:cNvPr id="12" name="Picture Placeholder 6">
            <a:extLst>
              <a:ext uri="{FF2B5EF4-FFF2-40B4-BE49-F238E27FC236}">
                <a16:creationId xmlns:a16="http://schemas.microsoft.com/office/drawing/2014/main" id="{F41DF26D-6499-CD41-841C-0DE9E8882B5F}"/>
              </a:ext>
            </a:extLst>
          </p:cNvPr>
          <p:cNvSpPr>
            <a:spLocks noGrp="1"/>
          </p:cNvSpPr>
          <p:nvPr>
            <p:ph type="pic" sz="quarter" idx="23"/>
          </p:nvPr>
        </p:nvSpPr>
        <p:spPr>
          <a:xfrm>
            <a:off x="4370762" y="3010894"/>
            <a:ext cx="621912" cy="1120259"/>
          </a:xfrm>
          <a:prstGeom prst="rect">
            <a:avLst/>
          </a:prstGeom>
        </p:spPr>
        <p:txBody>
          <a:bodyPr/>
          <a:lstStyle>
            <a:lvl1pPr>
              <a:defRPr sz="900"/>
            </a:lvl1pPr>
          </a:lstStyle>
          <a:p>
            <a:endParaRPr lang="en-US"/>
          </a:p>
        </p:txBody>
      </p:sp>
      <p:sp>
        <p:nvSpPr>
          <p:cNvPr id="14" name="Picture Placeholder 6">
            <a:extLst>
              <a:ext uri="{FF2B5EF4-FFF2-40B4-BE49-F238E27FC236}">
                <a16:creationId xmlns:a16="http://schemas.microsoft.com/office/drawing/2014/main" id="{E107CDEE-A69F-B54C-ACC4-AE4330D7C3DC}"/>
              </a:ext>
            </a:extLst>
          </p:cNvPr>
          <p:cNvSpPr>
            <a:spLocks noGrp="1"/>
          </p:cNvSpPr>
          <p:nvPr>
            <p:ph type="pic" sz="quarter" idx="24"/>
          </p:nvPr>
        </p:nvSpPr>
        <p:spPr>
          <a:xfrm>
            <a:off x="5143502" y="3010894"/>
            <a:ext cx="1383737" cy="2523663"/>
          </a:xfrm>
          <a:prstGeom prst="rect">
            <a:avLst/>
          </a:prstGeom>
        </p:spPr>
        <p:txBody>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6678063" y="4118796"/>
            <a:ext cx="2004664" cy="1675251"/>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6" name="Picture 15">
            <a:extLst>
              <a:ext uri="{FF2B5EF4-FFF2-40B4-BE49-F238E27FC236}">
                <a16:creationId xmlns:a16="http://schemas.microsoft.com/office/drawing/2014/main" id="{69FAFCFE-E323-42BB-B51A-92C2237FC2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850262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 Gallery - Bubbles">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268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10">
            <a:extLst>
              <a:ext uri="{FF2B5EF4-FFF2-40B4-BE49-F238E27FC236}">
                <a16:creationId xmlns:a16="http://schemas.microsoft.com/office/drawing/2014/main" id="{523A6B96-F447-7B45-B1D6-F3C8C8552F3A}"/>
              </a:ext>
            </a:extLst>
          </p:cNvPr>
          <p:cNvSpPr>
            <a:spLocks noGrp="1"/>
          </p:cNvSpPr>
          <p:nvPr>
            <p:ph type="pic" sz="quarter" idx="23" hasCustomPrompt="1"/>
          </p:nvPr>
        </p:nvSpPr>
        <p:spPr>
          <a:xfrm>
            <a:off x="4598830" y="999269"/>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2" name="Picture Placeholder 10">
            <a:extLst>
              <a:ext uri="{FF2B5EF4-FFF2-40B4-BE49-F238E27FC236}">
                <a16:creationId xmlns:a16="http://schemas.microsoft.com/office/drawing/2014/main" id="{5F135290-EF75-4443-A4D4-9FB8F9A5CC8F}"/>
              </a:ext>
            </a:extLst>
          </p:cNvPr>
          <p:cNvSpPr>
            <a:spLocks noGrp="1"/>
          </p:cNvSpPr>
          <p:nvPr>
            <p:ph type="pic" sz="quarter" idx="24" hasCustomPrompt="1"/>
          </p:nvPr>
        </p:nvSpPr>
        <p:spPr>
          <a:xfrm>
            <a:off x="6716995" y="-8114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3" name="Picture Placeholder 10">
            <a:extLst>
              <a:ext uri="{FF2B5EF4-FFF2-40B4-BE49-F238E27FC236}">
                <a16:creationId xmlns:a16="http://schemas.microsoft.com/office/drawing/2014/main" id="{5D26C15C-EF18-ED4A-835B-706A77EF6A1F}"/>
              </a:ext>
            </a:extLst>
          </p:cNvPr>
          <p:cNvSpPr>
            <a:spLocks noGrp="1"/>
          </p:cNvSpPr>
          <p:nvPr>
            <p:ph type="pic" sz="quarter" idx="25" hasCustomPrompt="1"/>
          </p:nvPr>
        </p:nvSpPr>
        <p:spPr>
          <a:xfrm>
            <a:off x="6222871" y="318807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4" name="Picture Placeholder 10">
            <a:extLst>
              <a:ext uri="{FF2B5EF4-FFF2-40B4-BE49-F238E27FC236}">
                <a16:creationId xmlns:a16="http://schemas.microsoft.com/office/drawing/2014/main" id="{2D1C00DC-AE17-3A42-A3B4-D57D21D15A72}"/>
              </a:ext>
            </a:extLst>
          </p:cNvPr>
          <p:cNvSpPr>
            <a:spLocks noGrp="1"/>
          </p:cNvSpPr>
          <p:nvPr>
            <p:ph type="pic" sz="quarter" idx="26" hasCustomPrompt="1"/>
          </p:nvPr>
        </p:nvSpPr>
        <p:spPr>
          <a:xfrm>
            <a:off x="8341036" y="210766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5" name="Picture Placeholder 10">
            <a:extLst>
              <a:ext uri="{FF2B5EF4-FFF2-40B4-BE49-F238E27FC236}">
                <a16:creationId xmlns:a16="http://schemas.microsoft.com/office/drawing/2014/main" id="{72FCF177-C367-BC43-A0F2-66ADA32F22E4}"/>
              </a:ext>
            </a:extLst>
          </p:cNvPr>
          <p:cNvSpPr>
            <a:spLocks noGrp="1"/>
          </p:cNvSpPr>
          <p:nvPr>
            <p:ph type="pic" sz="quarter" idx="27" hasCustomPrompt="1"/>
          </p:nvPr>
        </p:nvSpPr>
        <p:spPr>
          <a:xfrm>
            <a:off x="2946202" y="-1171448"/>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7" name="Picture Placeholder 10">
            <a:extLst>
              <a:ext uri="{FF2B5EF4-FFF2-40B4-BE49-F238E27FC236}">
                <a16:creationId xmlns:a16="http://schemas.microsoft.com/office/drawing/2014/main" id="{CDE3BC0F-9135-CA48-8AA5-0BC6B81A6BA5}"/>
              </a:ext>
            </a:extLst>
          </p:cNvPr>
          <p:cNvSpPr>
            <a:spLocks noGrp="1"/>
          </p:cNvSpPr>
          <p:nvPr>
            <p:ph type="pic" sz="quarter" idx="29" hasCustomPrompt="1"/>
          </p:nvPr>
        </p:nvSpPr>
        <p:spPr>
          <a:xfrm>
            <a:off x="7832695" y="537687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11" name="Text Placeholder 11">
            <a:extLst>
              <a:ext uri="{FF2B5EF4-FFF2-40B4-BE49-F238E27FC236}">
                <a16:creationId xmlns:a16="http://schemas.microsoft.com/office/drawing/2014/main" id="{227879A9-DCEB-4F46-B703-95001A4A2A0B}"/>
              </a:ext>
            </a:extLst>
          </p:cNvPr>
          <p:cNvSpPr>
            <a:spLocks noGrp="1"/>
          </p:cNvSpPr>
          <p:nvPr>
            <p:ph type="body" sz="quarter" idx="30"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CF179497-5216-451F-8218-38F0186496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36767055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Gallery - Half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108422" y="1132003"/>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107829" y="2282810"/>
            <a:ext cx="3523058"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107235" y="2006861"/>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5955740" y="0"/>
            <a:ext cx="3187669" cy="3429000"/>
          </a:xfrm>
          <a:prstGeom prst="rect">
            <a:avLst/>
          </a:prstGeom>
        </p:spPr>
        <p:txBody>
          <a:bodyPr/>
          <a:lstStyle>
            <a:lvl1pPr>
              <a:defRPr sz="900"/>
            </a:lvl1pPr>
          </a:lstStyle>
          <a:p>
            <a:endParaRPr lang="en-US"/>
          </a:p>
        </p:txBody>
      </p:sp>
      <p:sp>
        <p:nvSpPr>
          <p:cNvPr id="31" name="Picture Placeholder 30">
            <a:extLst>
              <a:ext uri="{FF2B5EF4-FFF2-40B4-BE49-F238E27FC236}">
                <a16:creationId xmlns:a16="http://schemas.microsoft.com/office/drawing/2014/main" id="{7437EBDA-A032-DD4D-B1B6-0FA474B32F91}"/>
              </a:ext>
            </a:extLst>
          </p:cNvPr>
          <p:cNvSpPr>
            <a:spLocks noGrp="1"/>
          </p:cNvSpPr>
          <p:nvPr>
            <p:ph type="pic" sz="quarter" idx="22"/>
          </p:nvPr>
        </p:nvSpPr>
        <p:spPr>
          <a:xfrm>
            <a:off x="2447058" y="-2475"/>
            <a:ext cx="2124348" cy="423581"/>
          </a:xfrm>
          <a:custGeom>
            <a:avLst/>
            <a:gdLst>
              <a:gd name="connsiteX0" fmla="*/ 0 w 2832464"/>
              <a:gd name="connsiteY0" fmla="*/ 0 h 423581"/>
              <a:gd name="connsiteX1" fmla="*/ 2832464 w 2832464"/>
              <a:gd name="connsiteY1" fmla="*/ 0 h 423581"/>
              <a:gd name="connsiteX2" fmla="*/ 2832464 w 2832464"/>
              <a:gd name="connsiteY2" fmla="*/ 423581 h 423581"/>
              <a:gd name="connsiteX3" fmla="*/ 0 w 2832464"/>
              <a:gd name="connsiteY3" fmla="*/ 423581 h 423581"/>
            </a:gdLst>
            <a:ahLst/>
            <a:cxnLst>
              <a:cxn ang="0">
                <a:pos x="connsiteX0" y="connsiteY0"/>
              </a:cxn>
              <a:cxn ang="0">
                <a:pos x="connsiteX1" y="connsiteY1"/>
              </a:cxn>
              <a:cxn ang="0">
                <a:pos x="connsiteX2" y="connsiteY2"/>
              </a:cxn>
              <a:cxn ang="0">
                <a:pos x="connsiteX3" y="connsiteY3"/>
              </a:cxn>
            </a:cxnLst>
            <a:rect l="l" t="t" r="r" b="b"/>
            <a:pathLst>
              <a:path w="2832464" h="423581">
                <a:moveTo>
                  <a:pt x="0" y="0"/>
                </a:moveTo>
                <a:lnTo>
                  <a:pt x="2832464" y="0"/>
                </a:lnTo>
                <a:lnTo>
                  <a:pt x="2832464" y="423581"/>
                </a:lnTo>
                <a:lnTo>
                  <a:pt x="0" y="423581"/>
                </a:lnTo>
                <a:close/>
              </a:path>
            </a:pathLst>
          </a:custGeom>
        </p:spPr>
        <p:txBody>
          <a:bodyPr wrap="square">
            <a:noAutofit/>
          </a:bodyPr>
          <a:lstStyle>
            <a:lvl1pPr>
              <a:defRPr sz="900"/>
            </a:lvl1pPr>
          </a:lstStyle>
          <a:p>
            <a:endParaRPr lang="en-US"/>
          </a:p>
        </p:txBody>
      </p:sp>
      <p:sp>
        <p:nvSpPr>
          <p:cNvPr id="33" name="Picture Placeholder 32">
            <a:extLst>
              <a:ext uri="{FF2B5EF4-FFF2-40B4-BE49-F238E27FC236}">
                <a16:creationId xmlns:a16="http://schemas.microsoft.com/office/drawing/2014/main" id="{A24018BA-64A1-E34C-8EA6-2C220E8D8E35}"/>
              </a:ext>
            </a:extLst>
          </p:cNvPr>
          <p:cNvSpPr>
            <a:spLocks noGrp="1"/>
          </p:cNvSpPr>
          <p:nvPr>
            <p:ph type="pic" sz="quarter" idx="24"/>
          </p:nvPr>
        </p:nvSpPr>
        <p:spPr>
          <a:xfrm>
            <a:off x="4572003" y="-2475"/>
            <a:ext cx="1383737" cy="6860475"/>
          </a:xfrm>
          <a:custGeom>
            <a:avLst/>
            <a:gdLst>
              <a:gd name="connsiteX0" fmla="*/ 0 w 1844983"/>
              <a:gd name="connsiteY0" fmla="*/ 0 h 6860475"/>
              <a:gd name="connsiteX1" fmla="*/ 1844983 w 1844983"/>
              <a:gd name="connsiteY1" fmla="*/ 0 h 6860475"/>
              <a:gd name="connsiteX2" fmla="*/ 1844983 w 1844983"/>
              <a:gd name="connsiteY2" fmla="*/ 6860475 h 6860475"/>
              <a:gd name="connsiteX3" fmla="*/ 0 w 1844983"/>
              <a:gd name="connsiteY3" fmla="*/ 6860475 h 6860475"/>
              <a:gd name="connsiteX4" fmla="*/ 0 w 1844983"/>
              <a:gd name="connsiteY4" fmla="*/ 5905387 h 6860475"/>
              <a:gd name="connsiteX5" fmla="*/ 491006 w 1844983"/>
              <a:gd name="connsiteY5" fmla="*/ 5905387 h 6860475"/>
              <a:gd name="connsiteX6" fmla="*/ 491006 w 1844983"/>
              <a:gd name="connsiteY6" fmla="*/ 423581 h 6860475"/>
              <a:gd name="connsiteX7" fmla="*/ 0 w 1844983"/>
              <a:gd name="connsiteY7" fmla="*/ 423581 h 686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4983" h="6860475">
                <a:moveTo>
                  <a:pt x="0" y="0"/>
                </a:moveTo>
                <a:lnTo>
                  <a:pt x="1844983" y="0"/>
                </a:lnTo>
                <a:lnTo>
                  <a:pt x="1844983" y="6860475"/>
                </a:lnTo>
                <a:lnTo>
                  <a:pt x="0" y="6860475"/>
                </a:lnTo>
                <a:lnTo>
                  <a:pt x="0" y="5905387"/>
                </a:lnTo>
                <a:lnTo>
                  <a:pt x="491006" y="5905387"/>
                </a:lnTo>
                <a:lnTo>
                  <a:pt x="491006" y="423581"/>
                </a:lnTo>
                <a:lnTo>
                  <a:pt x="0" y="423581"/>
                </a:lnTo>
                <a:close/>
              </a:path>
            </a:pathLst>
          </a:custGeom>
        </p:spPr>
        <p:txBody>
          <a:bodyPr wrap="square">
            <a:noAutofit/>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5955739" y="3429000"/>
            <a:ext cx="3188264" cy="3429000"/>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107234" y="792556"/>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
        <p:nvSpPr>
          <p:cNvPr id="29" name="Picture Placeholder 28">
            <a:extLst>
              <a:ext uri="{FF2B5EF4-FFF2-40B4-BE49-F238E27FC236}">
                <a16:creationId xmlns:a16="http://schemas.microsoft.com/office/drawing/2014/main" id="{60C12EEC-4801-634A-A98C-BC079BD5EA77}"/>
              </a:ext>
            </a:extLst>
          </p:cNvPr>
          <p:cNvSpPr>
            <a:spLocks noGrp="1"/>
          </p:cNvSpPr>
          <p:nvPr>
            <p:ph type="pic" sz="quarter" idx="19"/>
          </p:nvPr>
        </p:nvSpPr>
        <p:spPr>
          <a:xfrm>
            <a:off x="0" y="3429000"/>
            <a:ext cx="4572000" cy="3429000"/>
          </a:xfrm>
          <a:custGeom>
            <a:avLst/>
            <a:gdLst>
              <a:gd name="connsiteX0" fmla="*/ 0 w 6096000"/>
              <a:gd name="connsiteY0" fmla="*/ 0 h 3429000"/>
              <a:gd name="connsiteX1" fmla="*/ 1063818 w 6096000"/>
              <a:gd name="connsiteY1" fmla="*/ 0 h 3429000"/>
              <a:gd name="connsiteX2" fmla="*/ 1063818 w 6096000"/>
              <a:gd name="connsiteY2" fmla="*/ 2473912 h 3429000"/>
              <a:gd name="connsiteX3" fmla="*/ 6096000 w 6096000"/>
              <a:gd name="connsiteY3" fmla="*/ 2473912 h 3429000"/>
              <a:gd name="connsiteX4" fmla="*/ 6096000 w 6096000"/>
              <a:gd name="connsiteY4" fmla="*/ 3429000 h 3429000"/>
              <a:gd name="connsiteX5" fmla="*/ 0 w 6096000"/>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3429000">
                <a:moveTo>
                  <a:pt x="0" y="0"/>
                </a:moveTo>
                <a:lnTo>
                  <a:pt x="1063818" y="0"/>
                </a:lnTo>
                <a:lnTo>
                  <a:pt x="1063818" y="2473912"/>
                </a:lnTo>
                <a:lnTo>
                  <a:pt x="6096000" y="2473912"/>
                </a:lnTo>
                <a:lnTo>
                  <a:pt x="6096000" y="3429000"/>
                </a:lnTo>
                <a:lnTo>
                  <a:pt x="0" y="3429000"/>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90E2859A-EC5E-6049-8DA6-03CAE9E701AC}"/>
              </a:ext>
            </a:extLst>
          </p:cNvPr>
          <p:cNvSpPr>
            <a:spLocks noGrp="1"/>
          </p:cNvSpPr>
          <p:nvPr>
            <p:ph type="pic" sz="quarter" idx="23"/>
          </p:nvPr>
        </p:nvSpPr>
        <p:spPr>
          <a:xfrm>
            <a:off x="0" y="0"/>
            <a:ext cx="2447058" cy="3429000"/>
          </a:xfrm>
          <a:custGeom>
            <a:avLst/>
            <a:gdLst>
              <a:gd name="connsiteX0" fmla="*/ 0 w 3262744"/>
              <a:gd name="connsiteY0" fmla="*/ 0 h 3429000"/>
              <a:gd name="connsiteX1" fmla="*/ 3262744 w 3262744"/>
              <a:gd name="connsiteY1" fmla="*/ 0 h 3429000"/>
              <a:gd name="connsiteX2" fmla="*/ 3262744 w 3262744"/>
              <a:gd name="connsiteY2" fmla="*/ 421106 h 3429000"/>
              <a:gd name="connsiteX3" fmla="*/ 1063818 w 3262744"/>
              <a:gd name="connsiteY3" fmla="*/ 421106 h 3429000"/>
              <a:gd name="connsiteX4" fmla="*/ 1063818 w 3262744"/>
              <a:gd name="connsiteY4" fmla="*/ 3429000 h 3429000"/>
              <a:gd name="connsiteX5" fmla="*/ 0 w 3262744"/>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2744" h="3429000">
                <a:moveTo>
                  <a:pt x="0" y="0"/>
                </a:moveTo>
                <a:lnTo>
                  <a:pt x="3262744" y="0"/>
                </a:lnTo>
                <a:lnTo>
                  <a:pt x="3262744" y="421106"/>
                </a:lnTo>
                <a:lnTo>
                  <a:pt x="1063818" y="421106"/>
                </a:lnTo>
                <a:lnTo>
                  <a:pt x="1063818" y="3429000"/>
                </a:lnTo>
                <a:lnTo>
                  <a:pt x="0" y="3429000"/>
                </a:lnTo>
                <a:close/>
              </a:path>
            </a:pathLst>
          </a:custGeom>
        </p:spPr>
        <p:txBody>
          <a:bodyPr wrap="square">
            <a:noAutofit/>
          </a:bodyPr>
          <a:lstStyle>
            <a:lvl1pPr>
              <a:defRPr sz="900"/>
            </a:lvl1pPr>
          </a:lstStyle>
          <a:p>
            <a:endParaRPr lang="en-US"/>
          </a:p>
        </p:txBody>
      </p:sp>
    </p:spTree>
    <p:extLst>
      <p:ext uri="{BB962C8B-B14F-4D97-AF65-F5344CB8AC3E}">
        <p14:creationId xmlns:p14="http://schemas.microsoft.com/office/powerpoint/2010/main" val="344166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Gallery - Full 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566205" y="1930362"/>
            <a:ext cx="6002767"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565611" y="3081173"/>
            <a:ext cx="6003361" cy="2185919"/>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565014" y="2805220"/>
            <a:ext cx="600378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20">
            <a:extLst>
              <a:ext uri="{FF2B5EF4-FFF2-40B4-BE49-F238E27FC236}">
                <a16:creationId xmlns:a16="http://schemas.microsoft.com/office/drawing/2014/main" id="{0358620F-2FFB-6D48-96CA-CC0639EBBF66}"/>
              </a:ext>
            </a:extLst>
          </p:cNvPr>
          <p:cNvSpPr>
            <a:spLocks noGrp="1"/>
          </p:cNvSpPr>
          <p:nvPr>
            <p:ph type="pic" sz="quarter" idx="18"/>
          </p:nvPr>
        </p:nvSpPr>
        <p:spPr>
          <a:xfrm>
            <a:off x="7139337" y="175"/>
            <a:ext cx="2004664" cy="4198738"/>
          </a:xfrm>
          <a:custGeom>
            <a:avLst/>
            <a:gdLst>
              <a:gd name="connsiteX0" fmla="*/ 0 w 2672885"/>
              <a:gd name="connsiteY0" fmla="*/ 0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0" fmla="*/ 0 w 2672885"/>
              <a:gd name="connsiteY0" fmla="*/ 375139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6" fmla="*/ 0 w 2672885"/>
              <a:gd name="connsiteY6" fmla="*/ 375139 h 4194830"/>
              <a:gd name="connsiteX0" fmla="*/ 0 w 2672885"/>
              <a:gd name="connsiteY0" fmla="*/ 0 h 4198737"/>
              <a:gd name="connsiteX1" fmla="*/ 2672885 w 2672885"/>
              <a:gd name="connsiteY1" fmla="*/ 3907 h 4198737"/>
              <a:gd name="connsiteX2" fmla="*/ 2672885 w 2672885"/>
              <a:gd name="connsiteY2" fmla="*/ 4198737 h 4198737"/>
              <a:gd name="connsiteX3" fmla="*/ 1320950 w 2672885"/>
              <a:gd name="connsiteY3" fmla="*/ 4198737 h 4198737"/>
              <a:gd name="connsiteX4" fmla="*/ 1320950 w 2672885"/>
              <a:gd name="connsiteY4" fmla="*/ 1015748 h 4198737"/>
              <a:gd name="connsiteX5" fmla="*/ 0 w 2672885"/>
              <a:gd name="connsiteY5" fmla="*/ 1015748 h 4198737"/>
              <a:gd name="connsiteX6" fmla="*/ 0 w 2672885"/>
              <a:gd name="connsiteY6" fmla="*/ 0 h 4198737"/>
              <a:gd name="connsiteX0" fmla="*/ 0 w 2672885"/>
              <a:gd name="connsiteY0" fmla="*/ 1 h 4198738"/>
              <a:gd name="connsiteX1" fmla="*/ 2668977 w 2672885"/>
              <a:gd name="connsiteY1" fmla="*/ 0 h 4198738"/>
              <a:gd name="connsiteX2" fmla="*/ 2672885 w 2672885"/>
              <a:gd name="connsiteY2" fmla="*/ 4198738 h 4198738"/>
              <a:gd name="connsiteX3" fmla="*/ 1320950 w 2672885"/>
              <a:gd name="connsiteY3" fmla="*/ 4198738 h 4198738"/>
              <a:gd name="connsiteX4" fmla="*/ 1320950 w 2672885"/>
              <a:gd name="connsiteY4" fmla="*/ 1015749 h 4198738"/>
              <a:gd name="connsiteX5" fmla="*/ 0 w 2672885"/>
              <a:gd name="connsiteY5" fmla="*/ 1015749 h 4198738"/>
              <a:gd name="connsiteX6" fmla="*/ 0 w 2672885"/>
              <a:gd name="connsiteY6" fmla="*/ 1 h 419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85" h="4198738">
                <a:moveTo>
                  <a:pt x="0" y="1"/>
                </a:moveTo>
                <a:lnTo>
                  <a:pt x="2668977" y="0"/>
                </a:lnTo>
                <a:cubicBezTo>
                  <a:pt x="2670280" y="1399579"/>
                  <a:pt x="2671582" y="2799159"/>
                  <a:pt x="2672885" y="4198738"/>
                </a:cubicBezTo>
                <a:lnTo>
                  <a:pt x="1320950" y="4198738"/>
                </a:lnTo>
                <a:lnTo>
                  <a:pt x="1320950" y="1015749"/>
                </a:lnTo>
                <a:lnTo>
                  <a:pt x="0" y="1015749"/>
                </a:lnTo>
                <a:lnTo>
                  <a:pt x="0" y="1"/>
                </a:lnTo>
                <a:close/>
              </a:path>
            </a:pathLst>
          </a:custGeom>
        </p:spPr>
        <p:txBody>
          <a:bodyPr wrap="square">
            <a:noAutofit/>
          </a:bodyPr>
          <a:lstStyle>
            <a:lvl1pPr>
              <a:defRPr sz="900"/>
            </a:lvl1pPr>
          </a:lstStyle>
          <a:p>
            <a:endParaRPr lang="en-US"/>
          </a:p>
        </p:txBody>
      </p:sp>
      <p:sp>
        <p:nvSpPr>
          <p:cNvPr id="17" name="Picture Placeholder 16">
            <a:extLst>
              <a:ext uri="{FF2B5EF4-FFF2-40B4-BE49-F238E27FC236}">
                <a16:creationId xmlns:a16="http://schemas.microsoft.com/office/drawing/2014/main" id="{37877DEB-252E-9F44-B34F-E27305950720}"/>
              </a:ext>
            </a:extLst>
          </p:cNvPr>
          <p:cNvSpPr>
            <a:spLocks noGrp="1"/>
          </p:cNvSpPr>
          <p:nvPr>
            <p:ph type="pic" sz="quarter" idx="19"/>
          </p:nvPr>
        </p:nvSpPr>
        <p:spPr>
          <a:xfrm>
            <a:off x="2" y="5"/>
            <a:ext cx="3613353" cy="2659087"/>
          </a:xfrm>
          <a:custGeom>
            <a:avLst/>
            <a:gdLst>
              <a:gd name="connsiteX0" fmla="*/ 0 w 4817804"/>
              <a:gd name="connsiteY0" fmla="*/ 0 h 2659087"/>
              <a:gd name="connsiteX1" fmla="*/ 4817804 w 4817804"/>
              <a:gd name="connsiteY1" fmla="*/ 0 h 2659087"/>
              <a:gd name="connsiteX2" fmla="*/ 4817804 w 4817804"/>
              <a:gd name="connsiteY2" fmla="*/ 1015925 h 2659087"/>
              <a:gd name="connsiteX3" fmla="*/ 1338343 w 4817804"/>
              <a:gd name="connsiteY3" fmla="*/ 1015925 h 2659087"/>
              <a:gd name="connsiteX4" fmla="*/ 1338343 w 4817804"/>
              <a:gd name="connsiteY4" fmla="*/ 2659087 h 2659087"/>
              <a:gd name="connsiteX5" fmla="*/ 0 w 4817804"/>
              <a:gd name="connsiteY5" fmla="*/ 2659087 h 2659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4" h="2659087">
                <a:moveTo>
                  <a:pt x="0" y="0"/>
                </a:moveTo>
                <a:lnTo>
                  <a:pt x="4817804" y="0"/>
                </a:lnTo>
                <a:lnTo>
                  <a:pt x="4817804" y="1015925"/>
                </a:lnTo>
                <a:lnTo>
                  <a:pt x="1338343" y="1015925"/>
                </a:lnTo>
                <a:lnTo>
                  <a:pt x="1338343" y="2659087"/>
                </a:lnTo>
                <a:lnTo>
                  <a:pt x="0" y="2659087"/>
                </a:lnTo>
                <a:close/>
              </a:path>
            </a:pathLst>
          </a:custGeom>
        </p:spPr>
        <p:txBody>
          <a:bodyPr wrap="square">
            <a:noAutofit/>
          </a:bodyPr>
          <a:lstStyle>
            <a:lvl1pPr>
              <a:defRPr sz="900"/>
            </a:lvl1pPr>
          </a:lstStyle>
          <a:p>
            <a:endParaRPr lang="en-US"/>
          </a:p>
        </p:txBody>
      </p:sp>
      <p:sp>
        <p:nvSpPr>
          <p:cNvPr id="25" name="Picture Placeholder 24">
            <a:extLst>
              <a:ext uri="{FF2B5EF4-FFF2-40B4-BE49-F238E27FC236}">
                <a16:creationId xmlns:a16="http://schemas.microsoft.com/office/drawing/2014/main" id="{BF9D9B71-BFFD-F149-98FF-4B3F74EDE6FE}"/>
              </a:ext>
            </a:extLst>
          </p:cNvPr>
          <p:cNvSpPr>
            <a:spLocks noGrp="1"/>
          </p:cNvSpPr>
          <p:nvPr>
            <p:ph type="pic" sz="quarter" idx="22"/>
          </p:nvPr>
        </p:nvSpPr>
        <p:spPr>
          <a:xfrm>
            <a:off x="1995840" y="5842077"/>
            <a:ext cx="3534809" cy="1015924"/>
          </a:xfrm>
          <a:custGeom>
            <a:avLst/>
            <a:gdLst>
              <a:gd name="connsiteX0" fmla="*/ 0 w 4713078"/>
              <a:gd name="connsiteY0" fmla="*/ 0 h 1015924"/>
              <a:gd name="connsiteX1" fmla="*/ 4713078 w 4713078"/>
              <a:gd name="connsiteY1" fmla="*/ 0 h 1015924"/>
              <a:gd name="connsiteX2" fmla="*/ 4713078 w 4713078"/>
              <a:gd name="connsiteY2" fmla="*/ 1015924 h 1015924"/>
              <a:gd name="connsiteX3" fmla="*/ 0 w 4713078"/>
              <a:gd name="connsiteY3" fmla="*/ 1015924 h 1015924"/>
            </a:gdLst>
            <a:ahLst/>
            <a:cxnLst>
              <a:cxn ang="0">
                <a:pos x="connsiteX0" y="connsiteY0"/>
              </a:cxn>
              <a:cxn ang="0">
                <a:pos x="connsiteX1" y="connsiteY1"/>
              </a:cxn>
              <a:cxn ang="0">
                <a:pos x="connsiteX2" y="connsiteY2"/>
              </a:cxn>
              <a:cxn ang="0">
                <a:pos x="connsiteX3" y="connsiteY3"/>
              </a:cxn>
            </a:cxnLst>
            <a:rect l="l" t="t" r="r" b="b"/>
            <a:pathLst>
              <a:path w="4713078" h="1015924">
                <a:moveTo>
                  <a:pt x="0" y="0"/>
                </a:moveTo>
                <a:lnTo>
                  <a:pt x="4713078" y="0"/>
                </a:lnTo>
                <a:lnTo>
                  <a:pt x="4713078" y="1015924"/>
                </a:lnTo>
                <a:lnTo>
                  <a:pt x="0" y="1015924"/>
                </a:lnTo>
                <a:close/>
              </a:path>
            </a:pathLst>
          </a:custGeom>
        </p:spPr>
        <p:txBody>
          <a:bodyPr wrap="square">
            <a:noAutofit/>
          </a:bodyPr>
          <a:lstStyle>
            <a:lvl1pPr>
              <a:defRPr sz="900"/>
            </a:lvl1pPr>
          </a:lstStyle>
          <a:p>
            <a:endParaRPr lang="en-US"/>
          </a:p>
        </p:txBody>
      </p:sp>
      <p:sp>
        <p:nvSpPr>
          <p:cNvPr id="19" name="Picture Placeholder 18">
            <a:extLst>
              <a:ext uri="{FF2B5EF4-FFF2-40B4-BE49-F238E27FC236}">
                <a16:creationId xmlns:a16="http://schemas.microsoft.com/office/drawing/2014/main" id="{93C10310-D492-2B48-82D8-47AD8800EC26}"/>
              </a:ext>
            </a:extLst>
          </p:cNvPr>
          <p:cNvSpPr>
            <a:spLocks noGrp="1"/>
          </p:cNvSpPr>
          <p:nvPr>
            <p:ph type="pic" sz="quarter" idx="23"/>
          </p:nvPr>
        </p:nvSpPr>
        <p:spPr>
          <a:xfrm>
            <a:off x="3613355" y="4"/>
            <a:ext cx="3525807" cy="1015925"/>
          </a:xfrm>
          <a:custGeom>
            <a:avLst/>
            <a:gdLst>
              <a:gd name="connsiteX0" fmla="*/ 0 w 4679169"/>
              <a:gd name="connsiteY0" fmla="*/ 0 h 1015925"/>
              <a:gd name="connsiteX1" fmla="*/ 4679169 w 4679169"/>
              <a:gd name="connsiteY1" fmla="*/ 0 h 1015925"/>
              <a:gd name="connsiteX2" fmla="*/ 4679169 w 4679169"/>
              <a:gd name="connsiteY2" fmla="*/ 1015925 h 1015925"/>
              <a:gd name="connsiteX3" fmla="*/ 0 w 4679169"/>
              <a:gd name="connsiteY3" fmla="*/ 1015925 h 1015925"/>
            </a:gdLst>
            <a:ahLst/>
            <a:cxnLst>
              <a:cxn ang="0">
                <a:pos x="connsiteX0" y="connsiteY0"/>
              </a:cxn>
              <a:cxn ang="0">
                <a:pos x="connsiteX1" y="connsiteY1"/>
              </a:cxn>
              <a:cxn ang="0">
                <a:pos x="connsiteX2" y="connsiteY2"/>
              </a:cxn>
              <a:cxn ang="0">
                <a:pos x="connsiteX3" y="connsiteY3"/>
              </a:cxn>
            </a:cxnLst>
            <a:rect l="l" t="t" r="r" b="b"/>
            <a:pathLst>
              <a:path w="4679169" h="1015925">
                <a:moveTo>
                  <a:pt x="0" y="0"/>
                </a:moveTo>
                <a:lnTo>
                  <a:pt x="4679169" y="0"/>
                </a:lnTo>
                <a:lnTo>
                  <a:pt x="4679169" y="1015925"/>
                </a:lnTo>
                <a:lnTo>
                  <a:pt x="0" y="1015925"/>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7248D697-E1D5-CE49-B64D-4F8496B4CF14}"/>
              </a:ext>
            </a:extLst>
          </p:cNvPr>
          <p:cNvSpPr>
            <a:spLocks noGrp="1"/>
          </p:cNvSpPr>
          <p:nvPr>
            <p:ph type="pic" sz="quarter" idx="24"/>
          </p:nvPr>
        </p:nvSpPr>
        <p:spPr>
          <a:xfrm>
            <a:off x="0" y="2659086"/>
            <a:ext cx="1995838" cy="4198914"/>
          </a:xfrm>
          <a:custGeom>
            <a:avLst/>
            <a:gdLst>
              <a:gd name="connsiteX0" fmla="*/ 0 w 2661117"/>
              <a:gd name="connsiteY0" fmla="*/ 0 h 4198914"/>
              <a:gd name="connsiteX1" fmla="*/ 1338343 w 2661117"/>
              <a:gd name="connsiteY1" fmla="*/ 0 h 4198914"/>
              <a:gd name="connsiteX2" fmla="*/ 1338343 w 2661117"/>
              <a:gd name="connsiteY2" fmla="*/ 3182991 h 4198914"/>
              <a:gd name="connsiteX3" fmla="*/ 2661117 w 2661117"/>
              <a:gd name="connsiteY3" fmla="*/ 3182991 h 4198914"/>
              <a:gd name="connsiteX4" fmla="*/ 2661117 w 2661117"/>
              <a:gd name="connsiteY4" fmla="*/ 4198914 h 4198914"/>
              <a:gd name="connsiteX5" fmla="*/ 0 w 2661117"/>
              <a:gd name="connsiteY5" fmla="*/ 4198914 h 419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1117" h="4198914">
                <a:moveTo>
                  <a:pt x="0" y="0"/>
                </a:moveTo>
                <a:lnTo>
                  <a:pt x="1338343" y="0"/>
                </a:lnTo>
                <a:lnTo>
                  <a:pt x="1338343" y="3182991"/>
                </a:lnTo>
                <a:lnTo>
                  <a:pt x="2661117" y="3182991"/>
                </a:lnTo>
                <a:lnTo>
                  <a:pt x="2661117" y="4198914"/>
                </a:lnTo>
                <a:lnTo>
                  <a:pt x="0" y="4198914"/>
                </a:lnTo>
                <a:close/>
              </a:path>
            </a:pathLst>
          </a:custGeom>
        </p:spPr>
        <p:txBody>
          <a:bodyPr wrap="square">
            <a:noAutofit/>
          </a:bodyPr>
          <a:lstStyle>
            <a:lvl1pPr>
              <a:defRPr sz="900"/>
            </a:lvl1pPr>
          </a:lstStyle>
          <a:p>
            <a:endParaRPr lang="en-US"/>
          </a:p>
        </p:txBody>
      </p:sp>
      <p:sp>
        <p:nvSpPr>
          <p:cNvPr id="23" name="Picture Placeholder 22">
            <a:extLst>
              <a:ext uri="{FF2B5EF4-FFF2-40B4-BE49-F238E27FC236}">
                <a16:creationId xmlns:a16="http://schemas.microsoft.com/office/drawing/2014/main" id="{7467BD37-282E-E446-8940-9805483E961C}"/>
              </a:ext>
            </a:extLst>
          </p:cNvPr>
          <p:cNvSpPr>
            <a:spLocks noGrp="1"/>
          </p:cNvSpPr>
          <p:nvPr>
            <p:ph type="pic" sz="quarter" idx="25"/>
          </p:nvPr>
        </p:nvSpPr>
        <p:spPr>
          <a:xfrm>
            <a:off x="5530648" y="4198915"/>
            <a:ext cx="3613355" cy="2659086"/>
          </a:xfrm>
          <a:custGeom>
            <a:avLst/>
            <a:gdLst>
              <a:gd name="connsiteX0" fmla="*/ 3465870 w 4817806"/>
              <a:gd name="connsiteY0" fmla="*/ 0 h 2659086"/>
              <a:gd name="connsiteX1" fmla="*/ 4817806 w 4817806"/>
              <a:gd name="connsiteY1" fmla="*/ 0 h 2659086"/>
              <a:gd name="connsiteX2" fmla="*/ 4817806 w 4817806"/>
              <a:gd name="connsiteY2" fmla="*/ 2659086 h 2659086"/>
              <a:gd name="connsiteX3" fmla="*/ 0 w 4817806"/>
              <a:gd name="connsiteY3" fmla="*/ 2659086 h 2659086"/>
              <a:gd name="connsiteX4" fmla="*/ 0 w 4817806"/>
              <a:gd name="connsiteY4" fmla="*/ 1643162 h 2659086"/>
              <a:gd name="connsiteX5" fmla="*/ 3465870 w 4817806"/>
              <a:gd name="connsiteY5" fmla="*/ 1643162 h 265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6" h="2659086">
                <a:moveTo>
                  <a:pt x="3465870" y="0"/>
                </a:moveTo>
                <a:lnTo>
                  <a:pt x="4817806" y="0"/>
                </a:lnTo>
                <a:lnTo>
                  <a:pt x="4817806" y="2659086"/>
                </a:lnTo>
                <a:lnTo>
                  <a:pt x="0" y="2659086"/>
                </a:lnTo>
                <a:lnTo>
                  <a:pt x="0" y="1643162"/>
                </a:lnTo>
                <a:lnTo>
                  <a:pt x="3465870" y="1643162"/>
                </a:lnTo>
                <a:close/>
              </a:path>
            </a:pathLst>
          </a:custGeom>
        </p:spPr>
        <p:txBody>
          <a:bodyPr wrap="square">
            <a:noAutofit/>
          </a:bodyPr>
          <a:lstStyle>
            <a:lvl1pPr algn="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565014" y="1590918"/>
            <a:ext cx="6003782"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3873849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457200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4572001"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33F06097-1504-401B-AB7A-A4858A92D8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55019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Large Photo - Right">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7EE7F26-1321-2445-A1A4-B5B78FCF1ECF}"/>
              </a:ext>
            </a:extLst>
          </p:cNvPr>
          <p:cNvSpPr/>
          <p:nvPr userDrawn="1"/>
        </p:nvSpPr>
        <p:spPr>
          <a:xfrm>
            <a:off x="0" y="0"/>
            <a:ext cx="9144000" cy="6858000"/>
          </a:xfrm>
          <a:custGeom>
            <a:avLst/>
            <a:gdLst>
              <a:gd name="connsiteX0" fmla="*/ 416375 w 12192000"/>
              <a:gd name="connsiteY0" fmla="*/ 455059 h 6858000"/>
              <a:gd name="connsiteX1" fmla="*/ 416375 w 12192000"/>
              <a:gd name="connsiteY1" fmla="*/ 6044697 h 6858000"/>
              <a:gd name="connsiteX2" fmla="*/ 5677243 w 12192000"/>
              <a:gd name="connsiteY2" fmla="*/ 6044697 h 6858000"/>
              <a:gd name="connsiteX3" fmla="*/ 5677243 w 12192000"/>
              <a:gd name="connsiteY3" fmla="*/ 45505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16375" y="455059"/>
                </a:moveTo>
                <a:lnTo>
                  <a:pt x="416375" y="6044697"/>
                </a:lnTo>
                <a:lnTo>
                  <a:pt x="5677243" y="6044697"/>
                </a:lnTo>
                <a:lnTo>
                  <a:pt x="5677243" y="455059"/>
                </a:lnTo>
                <a:close/>
                <a:moveTo>
                  <a:pt x="0" y="0"/>
                </a:moveTo>
                <a:lnTo>
                  <a:pt x="12192000" y="0"/>
                </a:lnTo>
                <a:lnTo>
                  <a:pt x="12192000" y="6858000"/>
                </a:lnTo>
                <a:lnTo>
                  <a:pt x="0" y="6858000"/>
                </a:ln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13" name="Picture Placeholder 12">
            <a:extLst>
              <a:ext uri="{FF2B5EF4-FFF2-40B4-BE49-F238E27FC236}">
                <a16:creationId xmlns:a16="http://schemas.microsoft.com/office/drawing/2014/main" id="{BCED9C80-A09F-944D-8036-B3AEB8673518}"/>
              </a:ext>
            </a:extLst>
          </p:cNvPr>
          <p:cNvSpPr>
            <a:spLocks noGrp="1"/>
          </p:cNvSpPr>
          <p:nvPr>
            <p:ph type="pic" sz="quarter" idx="18" hasCustomPrompt="1"/>
          </p:nvPr>
        </p:nvSpPr>
        <p:spPr>
          <a:xfrm>
            <a:off x="2" y="0"/>
            <a:ext cx="9144001" cy="6858000"/>
          </a:xfrm>
          <a:custGeom>
            <a:avLst/>
            <a:gdLst>
              <a:gd name="connsiteX0" fmla="*/ 416375 w 12192001"/>
              <a:gd name="connsiteY0" fmla="*/ 455059 h 6858000"/>
              <a:gd name="connsiteX1" fmla="*/ 416375 w 12192001"/>
              <a:gd name="connsiteY1" fmla="*/ 6044697 h 6858000"/>
              <a:gd name="connsiteX2" fmla="*/ 5677243 w 12192001"/>
              <a:gd name="connsiteY2" fmla="*/ 6044697 h 6858000"/>
              <a:gd name="connsiteX3" fmla="*/ 5677243 w 12192001"/>
              <a:gd name="connsiteY3" fmla="*/ 455059 h 6858000"/>
              <a:gd name="connsiteX4" fmla="*/ 0 w 12192001"/>
              <a:gd name="connsiteY4" fmla="*/ 0 h 6858000"/>
              <a:gd name="connsiteX5" fmla="*/ 12192001 w 12192001"/>
              <a:gd name="connsiteY5" fmla="*/ 0 h 6858000"/>
              <a:gd name="connsiteX6" fmla="*/ 12192001 w 12192001"/>
              <a:gd name="connsiteY6" fmla="*/ 6858000 h 6858000"/>
              <a:gd name="connsiteX7" fmla="*/ 0 w 1219200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1" h="6858000">
                <a:moveTo>
                  <a:pt x="416375" y="455059"/>
                </a:moveTo>
                <a:lnTo>
                  <a:pt x="416375" y="6044697"/>
                </a:lnTo>
                <a:lnTo>
                  <a:pt x="5677243" y="6044697"/>
                </a:lnTo>
                <a:lnTo>
                  <a:pt x="5677243" y="455059"/>
                </a:lnTo>
                <a:close/>
                <a:moveTo>
                  <a:pt x="0" y="0"/>
                </a:moveTo>
                <a:lnTo>
                  <a:pt x="12192001" y="0"/>
                </a:lnTo>
                <a:lnTo>
                  <a:pt x="12192001" y="6858000"/>
                </a:lnTo>
                <a:lnTo>
                  <a:pt x="0" y="6858000"/>
                </a:lnTo>
                <a:close/>
              </a:path>
            </a:pathLst>
          </a:custGeom>
        </p:spPr>
        <p:txBody>
          <a:bodyPr wrap="square">
            <a:noAutofit/>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0412444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121183"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120589" y="2482491"/>
            <a:ext cx="3523060" cy="31944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119995"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82ADFC0A-EB24-894D-A665-DF65DC39E870}"/>
              </a:ext>
            </a:extLst>
          </p:cNvPr>
          <p:cNvSpPr>
            <a:spLocks noGrp="1"/>
          </p:cNvSpPr>
          <p:nvPr>
            <p:ph type="body" sz="quarter" idx="19" hasCustomPrompt="1"/>
          </p:nvPr>
        </p:nvSpPr>
        <p:spPr>
          <a:xfrm>
            <a:off x="5119995"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034CE3B9-7472-4389-A839-1D4110F64F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6075129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rge Photo - To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9144000" cy="384351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4323117"/>
            <a:ext cx="7037175" cy="765467"/>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hasCustomPrompt="1"/>
          </p:nvPr>
        </p:nvSpPr>
        <p:spPr>
          <a:xfrm>
            <a:off x="1053116" y="5364963"/>
            <a:ext cx="7037175" cy="107378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r>
              <a:rPr lang="en-US" dirty="0"/>
              <a:t>&lt;Insert text&gt;</a:t>
            </a:r>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5047643"/>
            <a:ext cx="7038365" cy="282396"/>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1"/>
            <a:ext cx="9144000" cy="3843511"/>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D3248A42-9103-0841-9630-92B19E7AD72A}"/>
              </a:ext>
            </a:extLst>
          </p:cNvPr>
          <p:cNvSpPr>
            <a:spLocks noGrp="1"/>
          </p:cNvSpPr>
          <p:nvPr>
            <p:ph type="body" sz="quarter" idx="19" hasCustomPrompt="1"/>
          </p:nvPr>
        </p:nvSpPr>
        <p:spPr>
          <a:xfrm>
            <a:off x="2809283" y="4005772"/>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Subheader if it is appropriate</a:t>
            </a:r>
          </a:p>
        </p:txBody>
      </p:sp>
      <p:pic>
        <p:nvPicPr>
          <p:cNvPr id="10" name="Picture 9">
            <a:extLst>
              <a:ext uri="{FF2B5EF4-FFF2-40B4-BE49-F238E27FC236}">
                <a16:creationId xmlns:a16="http://schemas.microsoft.com/office/drawing/2014/main" id="{DF6CD286-4C67-4861-8B79-407B4EE028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471395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Photo -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4375339"/>
            <a:ext cx="9144000" cy="248249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734786"/>
            <a:ext cx="7037175" cy="702304"/>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1053413" y="1816505"/>
            <a:ext cx="7037175" cy="2202148"/>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1420192"/>
            <a:ext cx="7038365" cy="373584"/>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4375510"/>
            <a:ext cx="9144000" cy="248249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7D0DFACD-A69E-C043-BCE4-3C70DE4A0F9B}"/>
              </a:ext>
            </a:extLst>
          </p:cNvPr>
          <p:cNvSpPr>
            <a:spLocks noGrp="1"/>
          </p:cNvSpPr>
          <p:nvPr>
            <p:ph type="body" sz="quarter" idx="19" hasCustomPrompt="1"/>
          </p:nvPr>
        </p:nvSpPr>
        <p:spPr>
          <a:xfrm>
            <a:off x="1051927" y="483243"/>
            <a:ext cx="7038068" cy="251377"/>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0104614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uo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2540329"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2540329"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305193"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304597"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304001"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5304001"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1" name="Picture 10">
            <a:extLst>
              <a:ext uri="{FF2B5EF4-FFF2-40B4-BE49-F238E27FC236}">
                <a16:creationId xmlns:a16="http://schemas.microsoft.com/office/drawing/2014/main" id="{1DEFFBF4-5F8A-4A8D-8B7B-CBF19189BE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0068054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uo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84374"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724702"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84374"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724702"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429816"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429221"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428626"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428626"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FF9080-CD6B-4252-8D34-CB64184F86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7232998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ri Photo -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1"/>
            <a:ext cx="1693742" cy="579389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1834450" y="999415"/>
            <a:ext cx="1693742" cy="585858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1693742" cy="5794042"/>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1834450" y="999271"/>
            <a:ext cx="1693742" cy="5858733"/>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735473" y="999267"/>
            <a:ext cx="309107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734879" y="2150076"/>
            <a:ext cx="3091070" cy="3544767"/>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734339" y="1874125"/>
            <a:ext cx="309159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3668896" y="176"/>
            <a:ext cx="1693742" cy="5793755"/>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3668896" y="5"/>
            <a:ext cx="1693742" cy="5793899"/>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2" name="Oval 11">
            <a:extLst>
              <a:ext uri="{FF2B5EF4-FFF2-40B4-BE49-F238E27FC236}">
                <a16:creationId xmlns:a16="http://schemas.microsoft.com/office/drawing/2014/main" id="{C9D2F50D-8BF2-824F-A4DC-0CBF6EC8B684}"/>
              </a:ext>
            </a:extLst>
          </p:cNvPr>
          <p:cNvSpPr/>
          <p:nvPr userDrawn="1"/>
        </p:nvSpPr>
        <p:spPr>
          <a:xfrm>
            <a:off x="2882148" y="3972063"/>
            <a:ext cx="1292087" cy="1722783"/>
          </a:xfrm>
          <a:prstGeom prst="ellipse">
            <a:avLst/>
          </a:prstGeom>
          <a:solidFill>
            <a:srgbClr val="3AC1CD">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5" name="Freeform 24">
            <a:extLst>
              <a:ext uri="{FF2B5EF4-FFF2-40B4-BE49-F238E27FC236}">
                <a16:creationId xmlns:a16="http://schemas.microsoft.com/office/drawing/2014/main" id="{9814B6AF-8703-524C-8F9D-E8FE27AB741D}"/>
              </a:ext>
            </a:extLst>
          </p:cNvPr>
          <p:cNvSpPr/>
          <p:nvPr userDrawn="1"/>
        </p:nvSpPr>
        <p:spPr>
          <a:xfrm>
            <a:off x="4755728" y="0"/>
            <a:ext cx="1213821" cy="568486"/>
          </a:xfrm>
          <a:custGeom>
            <a:avLst/>
            <a:gdLst>
              <a:gd name="connsiteX0" fmla="*/ 0 w 1618428"/>
              <a:gd name="connsiteY0" fmla="*/ 0 h 568486"/>
              <a:gd name="connsiteX1" fmla="*/ 1618428 w 1618428"/>
              <a:gd name="connsiteY1" fmla="*/ 0 h 568486"/>
              <a:gd name="connsiteX2" fmla="*/ 1602914 w 1618428"/>
              <a:gd name="connsiteY2" fmla="*/ 42387 h 568486"/>
              <a:gd name="connsiteX3" fmla="*/ 809214 w 1618428"/>
              <a:gd name="connsiteY3" fmla="*/ 568486 h 568486"/>
              <a:gd name="connsiteX4" fmla="*/ 15514 w 1618428"/>
              <a:gd name="connsiteY4" fmla="*/ 42387 h 568486"/>
              <a:gd name="connsiteX5" fmla="*/ 0 w 1618428"/>
              <a:gd name="connsiteY5" fmla="*/ 0 h 56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8428" h="568486">
                <a:moveTo>
                  <a:pt x="0" y="0"/>
                </a:moveTo>
                <a:lnTo>
                  <a:pt x="1618428" y="0"/>
                </a:lnTo>
                <a:lnTo>
                  <a:pt x="1602914" y="42387"/>
                </a:lnTo>
                <a:cubicBezTo>
                  <a:pt x="1472147" y="351553"/>
                  <a:pt x="1166015" y="568486"/>
                  <a:pt x="809214" y="568486"/>
                </a:cubicBezTo>
                <a:cubicBezTo>
                  <a:pt x="452414" y="568486"/>
                  <a:pt x="146281" y="351553"/>
                  <a:pt x="15514" y="42387"/>
                </a:cubicBezTo>
                <a:lnTo>
                  <a:pt x="0" y="0"/>
                </a:lnTo>
                <a:close/>
              </a:path>
            </a:pathLst>
          </a:custGeom>
          <a:solidFill>
            <a:schemeClr val="accent3">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19" name="Oval 18">
            <a:extLst>
              <a:ext uri="{FF2B5EF4-FFF2-40B4-BE49-F238E27FC236}">
                <a16:creationId xmlns:a16="http://schemas.microsoft.com/office/drawing/2014/main" id="{DAB3E781-549C-B144-86E1-72DAF614D0D7}"/>
              </a:ext>
            </a:extLst>
          </p:cNvPr>
          <p:cNvSpPr/>
          <p:nvPr userDrawn="1"/>
        </p:nvSpPr>
        <p:spPr>
          <a:xfrm>
            <a:off x="1047700" y="1874130"/>
            <a:ext cx="1292087" cy="1722783"/>
          </a:xfrm>
          <a:prstGeom prst="ellipse">
            <a:avLst/>
          </a:prstGeom>
          <a:solidFill>
            <a:srgbClr val="FF532E">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Text Placeholder 11">
            <a:extLst>
              <a:ext uri="{FF2B5EF4-FFF2-40B4-BE49-F238E27FC236}">
                <a16:creationId xmlns:a16="http://schemas.microsoft.com/office/drawing/2014/main" id="{F1F39990-DB47-A541-9DC1-EBDAF89CD76E}"/>
              </a:ext>
            </a:extLst>
          </p:cNvPr>
          <p:cNvSpPr>
            <a:spLocks noGrp="1"/>
          </p:cNvSpPr>
          <p:nvPr>
            <p:ph type="body" sz="quarter" idx="19" hasCustomPrompt="1"/>
          </p:nvPr>
        </p:nvSpPr>
        <p:spPr>
          <a:xfrm>
            <a:off x="5734336" y="659818"/>
            <a:ext cx="3091592"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5" name="Picture 14">
            <a:extLst>
              <a:ext uri="{FF2B5EF4-FFF2-40B4-BE49-F238E27FC236}">
                <a16:creationId xmlns:a16="http://schemas.microsoft.com/office/drawing/2014/main" id="{F00B6ED6-30C2-40BD-BAC9-805C3CC7A9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37615806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ri Photo - Triptyc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90116" y="5"/>
            <a:ext cx="1470865" cy="643329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5842772" y="424705"/>
            <a:ext cx="1470865" cy="643329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90116" y="-1"/>
            <a:ext cx="1470865" cy="6433457"/>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5842772" y="424544"/>
            <a:ext cx="1470865" cy="643345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309885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6" y="2150079"/>
            <a:ext cx="3098849" cy="3352655"/>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2" y="1874125"/>
            <a:ext cx="3099373"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7495429" y="176"/>
            <a:ext cx="1470865" cy="643313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7495429" y="5"/>
            <a:ext cx="1470865" cy="6433297"/>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2" y="659818"/>
            <a:ext cx="3099373"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6890C5-625A-49BC-AF8E-534E10041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590868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i Photo - Stack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5130684"/>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3066240" y="5130843"/>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5130804"/>
            <a:ext cx="3011524" cy="1727201"/>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3066240" y="5130804"/>
            <a:ext cx="3011524" cy="1727201"/>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8103558" cy="874858"/>
          </a:xfrm>
          <a:prstGeom prst="rect">
            <a:avLst/>
          </a:prstGeom>
        </p:spPr>
        <p:txBody>
          <a:bodyPr anchor="ctr"/>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7"/>
            <a:ext cx="8103557" cy="255785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8104926" cy="275948"/>
          </a:xfrm>
          <a:prstGeom prst="rect">
            <a:avLst/>
          </a:prstGeom>
        </p:spPr>
        <p:txBody>
          <a:bodyPr/>
          <a:lstStyle>
            <a:lvl1pPr marL="0" indent="0" algn="ctr">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5130726"/>
            <a:ext cx="3011524" cy="172711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5130673"/>
            <a:ext cx="3011524" cy="1727158"/>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8104926" cy="275948"/>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8161936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 Photo - Stack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6132477"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132477"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6132477"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132477"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90"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E4BF8277-B6E5-4530-9A35-5B344F924F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40386090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 Photo - Stack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0"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0"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3593145"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3592551"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3591996"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0"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0"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3591996"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3" name="Picture 12">
            <a:extLst>
              <a:ext uri="{FF2B5EF4-FFF2-40B4-BE49-F238E27FC236}">
                <a16:creationId xmlns:a16="http://schemas.microsoft.com/office/drawing/2014/main" id="{6D1F1C01-B399-401D-904B-8B6DE77AA5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8670108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hoto Gallery - Collection">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6678063" y="1408675"/>
            <a:ext cx="1383737" cy="2523663"/>
          </a:xfrm>
          <a:prstGeom prst="rect">
            <a:avLst/>
          </a:prstGeom>
        </p:spPr>
        <p:txBody>
          <a:bodyPr/>
          <a:lstStyle>
            <a:lvl1pPr>
              <a:defRPr sz="900"/>
            </a:lvl1pPr>
          </a:lstStyle>
          <a:p>
            <a:endParaRPr lang="en-US"/>
          </a:p>
        </p:txBody>
      </p:sp>
      <p:sp>
        <p:nvSpPr>
          <p:cNvPr id="8" name="Picture Placeholder 6">
            <a:extLst>
              <a:ext uri="{FF2B5EF4-FFF2-40B4-BE49-F238E27FC236}">
                <a16:creationId xmlns:a16="http://schemas.microsoft.com/office/drawing/2014/main" id="{B5EE5A55-DE9E-E04A-980F-DA40C01CEFB1}"/>
              </a:ext>
            </a:extLst>
          </p:cNvPr>
          <p:cNvSpPr>
            <a:spLocks noGrp="1"/>
          </p:cNvSpPr>
          <p:nvPr>
            <p:ph type="pic" sz="quarter" idx="19"/>
          </p:nvPr>
        </p:nvSpPr>
        <p:spPr>
          <a:xfrm>
            <a:off x="4522575" y="1136824"/>
            <a:ext cx="2004664" cy="1675251"/>
          </a:xfrm>
          <a:prstGeom prst="rect">
            <a:avLst/>
          </a:prstGeom>
        </p:spPr>
        <p:txBody>
          <a:bodyPr/>
          <a:lstStyle>
            <a:lvl1pPr>
              <a:defRPr sz="900"/>
            </a:lvl1pPr>
          </a:lstStyle>
          <a:p>
            <a:endParaRPr lang="en-US"/>
          </a:p>
        </p:txBody>
      </p:sp>
      <p:sp>
        <p:nvSpPr>
          <p:cNvPr id="11" name="Picture Placeholder 6">
            <a:extLst>
              <a:ext uri="{FF2B5EF4-FFF2-40B4-BE49-F238E27FC236}">
                <a16:creationId xmlns:a16="http://schemas.microsoft.com/office/drawing/2014/main" id="{6DE9889E-364B-5A48-8B46-481958AB7526}"/>
              </a:ext>
            </a:extLst>
          </p:cNvPr>
          <p:cNvSpPr>
            <a:spLocks noGrp="1"/>
          </p:cNvSpPr>
          <p:nvPr>
            <p:ph type="pic" sz="quarter" idx="22"/>
          </p:nvPr>
        </p:nvSpPr>
        <p:spPr>
          <a:xfrm>
            <a:off x="8212622" y="2812078"/>
            <a:ext cx="621912" cy="1120259"/>
          </a:xfrm>
          <a:prstGeom prst="rect">
            <a:avLst/>
          </a:prstGeom>
        </p:spPr>
        <p:txBody>
          <a:bodyPr/>
          <a:lstStyle>
            <a:lvl1pPr>
              <a:defRPr sz="900"/>
            </a:lvl1pPr>
          </a:lstStyle>
          <a:p>
            <a:endParaRPr lang="en-US"/>
          </a:p>
        </p:txBody>
      </p:sp>
      <p:sp>
        <p:nvSpPr>
          <p:cNvPr id="12" name="Picture Placeholder 6">
            <a:extLst>
              <a:ext uri="{FF2B5EF4-FFF2-40B4-BE49-F238E27FC236}">
                <a16:creationId xmlns:a16="http://schemas.microsoft.com/office/drawing/2014/main" id="{F41DF26D-6499-CD41-841C-0DE9E8882B5F}"/>
              </a:ext>
            </a:extLst>
          </p:cNvPr>
          <p:cNvSpPr>
            <a:spLocks noGrp="1"/>
          </p:cNvSpPr>
          <p:nvPr>
            <p:ph type="pic" sz="quarter" idx="23"/>
          </p:nvPr>
        </p:nvSpPr>
        <p:spPr>
          <a:xfrm>
            <a:off x="4370762" y="3010894"/>
            <a:ext cx="621912" cy="1120259"/>
          </a:xfrm>
          <a:prstGeom prst="rect">
            <a:avLst/>
          </a:prstGeom>
        </p:spPr>
        <p:txBody>
          <a:bodyPr/>
          <a:lstStyle>
            <a:lvl1pPr>
              <a:defRPr sz="900"/>
            </a:lvl1pPr>
          </a:lstStyle>
          <a:p>
            <a:endParaRPr lang="en-US"/>
          </a:p>
        </p:txBody>
      </p:sp>
      <p:sp>
        <p:nvSpPr>
          <p:cNvPr id="14" name="Picture Placeholder 6">
            <a:extLst>
              <a:ext uri="{FF2B5EF4-FFF2-40B4-BE49-F238E27FC236}">
                <a16:creationId xmlns:a16="http://schemas.microsoft.com/office/drawing/2014/main" id="{E107CDEE-A69F-B54C-ACC4-AE4330D7C3DC}"/>
              </a:ext>
            </a:extLst>
          </p:cNvPr>
          <p:cNvSpPr>
            <a:spLocks noGrp="1"/>
          </p:cNvSpPr>
          <p:nvPr>
            <p:ph type="pic" sz="quarter" idx="24"/>
          </p:nvPr>
        </p:nvSpPr>
        <p:spPr>
          <a:xfrm>
            <a:off x="5143502" y="3010894"/>
            <a:ext cx="1383737" cy="2523663"/>
          </a:xfrm>
          <a:prstGeom prst="rect">
            <a:avLst/>
          </a:prstGeom>
        </p:spPr>
        <p:txBody>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6678063" y="4118796"/>
            <a:ext cx="2004664" cy="1675251"/>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6" name="Picture 15">
            <a:extLst>
              <a:ext uri="{FF2B5EF4-FFF2-40B4-BE49-F238E27FC236}">
                <a16:creationId xmlns:a16="http://schemas.microsoft.com/office/drawing/2014/main" id="{69FAFCFE-E323-42BB-B51A-92C2237FC2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41206379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hoto Gallery - Bubbles">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268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10">
            <a:extLst>
              <a:ext uri="{FF2B5EF4-FFF2-40B4-BE49-F238E27FC236}">
                <a16:creationId xmlns:a16="http://schemas.microsoft.com/office/drawing/2014/main" id="{523A6B96-F447-7B45-B1D6-F3C8C8552F3A}"/>
              </a:ext>
            </a:extLst>
          </p:cNvPr>
          <p:cNvSpPr>
            <a:spLocks noGrp="1"/>
          </p:cNvSpPr>
          <p:nvPr>
            <p:ph type="pic" sz="quarter" idx="23" hasCustomPrompt="1"/>
          </p:nvPr>
        </p:nvSpPr>
        <p:spPr>
          <a:xfrm>
            <a:off x="4598830" y="999269"/>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2" name="Picture Placeholder 10">
            <a:extLst>
              <a:ext uri="{FF2B5EF4-FFF2-40B4-BE49-F238E27FC236}">
                <a16:creationId xmlns:a16="http://schemas.microsoft.com/office/drawing/2014/main" id="{5F135290-EF75-4443-A4D4-9FB8F9A5CC8F}"/>
              </a:ext>
            </a:extLst>
          </p:cNvPr>
          <p:cNvSpPr>
            <a:spLocks noGrp="1"/>
          </p:cNvSpPr>
          <p:nvPr>
            <p:ph type="pic" sz="quarter" idx="24" hasCustomPrompt="1"/>
          </p:nvPr>
        </p:nvSpPr>
        <p:spPr>
          <a:xfrm>
            <a:off x="6716995" y="-8114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3" name="Picture Placeholder 10">
            <a:extLst>
              <a:ext uri="{FF2B5EF4-FFF2-40B4-BE49-F238E27FC236}">
                <a16:creationId xmlns:a16="http://schemas.microsoft.com/office/drawing/2014/main" id="{5D26C15C-EF18-ED4A-835B-706A77EF6A1F}"/>
              </a:ext>
            </a:extLst>
          </p:cNvPr>
          <p:cNvSpPr>
            <a:spLocks noGrp="1"/>
          </p:cNvSpPr>
          <p:nvPr>
            <p:ph type="pic" sz="quarter" idx="25" hasCustomPrompt="1"/>
          </p:nvPr>
        </p:nvSpPr>
        <p:spPr>
          <a:xfrm>
            <a:off x="6222871" y="318807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4" name="Picture Placeholder 10">
            <a:extLst>
              <a:ext uri="{FF2B5EF4-FFF2-40B4-BE49-F238E27FC236}">
                <a16:creationId xmlns:a16="http://schemas.microsoft.com/office/drawing/2014/main" id="{2D1C00DC-AE17-3A42-A3B4-D57D21D15A72}"/>
              </a:ext>
            </a:extLst>
          </p:cNvPr>
          <p:cNvSpPr>
            <a:spLocks noGrp="1"/>
          </p:cNvSpPr>
          <p:nvPr>
            <p:ph type="pic" sz="quarter" idx="26" hasCustomPrompt="1"/>
          </p:nvPr>
        </p:nvSpPr>
        <p:spPr>
          <a:xfrm>
            <a:off x="8341036" y="210766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5" name="Picture Placeholder 10">
            <a:extLst>
              <a:ext uri="{FF2B5EF4-FFF2-40B4-BE49-F238E27FC236}">
                <a16:creationId xmlns:a16="http://schemas.microsoft.com/office/drawing/2014/main" id="{72FCF177-C367-BC43-A0F2-66ADA32F22E4}"/>
              </a:ext>
            </a:extLst>
          </p:cNvPr>
          <p:cNvSpPr>
            <a:spLocks noGrp="1"/>
          </p:cNvSpPr>
          <p:nvPr>
            <p:ph type="pic" sz="quarter" idx="27" hasCustomPrompt="1"/>
          </p:nvPr>
        </p:nvSpPr>
        <p:spPr>
          <a:xfrm>
            <a:off x="2946202" y="-1171448"/>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7" name="Picture Placeholder 10">
            <a:extLst>
              <a:ext uri="{FF2B5EF4-FFF2-40B4-BE49-F238E27FC236}">
                <a16:creationId xmlns:a16="http://schemas.microsoft.com/office/drawing/2014/main" id="{CDE3BC0F-9135-CA48-8AA5-0BC6B81A6BA5}"/>
              </a:ext>
            </a:extLst>
          </p:cNvPr>
          <p:cNvSpPr>
            <a:spLocks noGrp="1"/>
          </p:cNvSpPr>
          <p:nvPr>
            <p:ph type="pic" sz="quarter" idx="29" hasCustomPrompt="1"/>
          </p:nvPr>
        </p:nvSpPr>
        <p:spPr>
          <a:xfrm>
            <a:off x="7832695" y="537687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11" name="Text Placeholder 11">
            <a:extLst>
              <a:ext uri="{FF2B5EF4-FFF2-40B4-BE49-F238E27FC236}">
                <a16:creationId xmlns:a16="http://schemas.microsoft.com/office/drawing/2014/main" id="{227879A9-DCEB-4F46-B703-95001A4A2A0B}"/>
              </a:ext>
            </a:extLst>
          </p:cNvPr>
          <p:cNvSpPr>
            <a:spLocks noGrp="1"/>
          </p:cNvSpPr>
          <p:nvPr>
            <p:ph type="body" sz="quarter" idx="30"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CF179497-5216-451F-8218-38F0186496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4008837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Gallery - Half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108422" y="1132003"/>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107829" y="2282810"/>
            <a:ext cx="3523058"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107235" y="2006861"/>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5955740" y="0"/>
            <a:ext cx="3187669" cy="3429000"/>
          </a:xfrm>
          <a:prstGeom prst="rect">
            <a:avLst/>
          </a:prstGeom>
        </p:spPr>
        <p:txBody>
          <a:bodyPr/>
          <a:lstStyle>
            <a:lvl1pPr>
              <a:defRPr sz="900"/>
            </a:lvl1pPr>
          </a:lstStyle>
          <a:p>
            <a:endParaRPr lang="en-US"/>
          </a:p>
        </p:txBody>
      </p:sp>
      <p:sp>
        <p:nvSpPr>
          <p:cNvPr id="31" name="Picture Placeholder 30">
            <a:extLst>
              <a:ext uri="{FF2B5EF4-FFF2-40B4-BE49-F238E27FC236}">
                <a16:creationId xmlns:a16="http://schemas.microsoft.com/office/drawing/2014/main" id="{7437EBDA-A032-DD4D-B1B6-0FA474B32F91}"/>
              </a:ext>
            </a:extLst>
          </p:cNvPr>
          <p:cNvSpPr>
            <a:spLocks noGrp="1"/>
          </p:cNvSpPr>
          <p:nvPr>
            <p:ph type="pic" sz="quarter" idx="22"/>
          </p:nvPr>
        </p:nvSpPr>
        <p:spPr>
          <a:xfrm>
            <a:off x="2447058" y="-2475"/>
            <a:ext cx="2124348" cy="423581"/>
          </a:xfrm>
          <a:custGeom>
            <a:avLst/>
            <a:gdLst>
              <a:gd name="connsiteX0" fmla="*/ 0 w 2832464"/>
              <a:gd name="connsiteY0" fmla="*/ 0 h 423581"/>
              <a:gd name="connsiteX1" fmla="*/ 2832464 w 2832464"/>
              <a:gd name="connsiteY1" fmla="*/ 0 h 423581"/>
              <a:gd name="connsiteX2" fmla="*/ 2832464 w 2832464"/>
              <a:gd name="connsiteY2" fmla="*/ 423581 h 423581"/>
              <a:gd name="connsiteX3" fmla="*/ 0 w 2832464"/>
              <a:gd name="connsiteY3" fmla="*/ 423581 h 423581"/>
            </a:gdLst>
            <a:ahLst/>
            <a:cxnLst>
              <a:cxn ang="0">
                <a:pos x="connsiteX0" y="connsiteY0"/>
              </a:cxn>
              <a:cxn ang="0">
                <a:pos x="connsiteX1" y="connsiteY1"/>
              </a:cxn>
              <a:cxn ang="0">
                <a:pos x="connsiteX2" y="connsiteY2"/>
              </a:cxn>
              <a:cxn ang="0">
                <a:pos x="connsiteX3" y="connsiteY3"/>
              </a:cxn>
            </a:cxnLst>
            <a:rect l="l" t="t" r="r" b="b"/>
            <a:pathLst>
              <a:path w="2832464" h="423581">
                <a:moveTo>
                  <a:pt x="0" y="0"/>
                </a:moveTo>
                <a:lnTo>
                  <a:pt x="2832464" y="0"/>
                </a:lnTo>
                <a:lnTo>
                  <a:pt x="2832464" y="423581"/>
                </a:lnTo>
                <a:lnTo>
                  <a:pt x="0" y="423581"/>
                </a:lnTo>
                <a:close/>
              </a:path>
            </a:pathLst>
          </a:custGeom>
        </p:spPr>
        <p:txBody>
          <a:bodyPr wrap="square">
            <a:noAutofit/>
          </a:bodyPr>
          <a:lstStyle>
            <a:lvl1pPr>
              <a:defRPr sz="900"/>
            </a:lvl1pPr>
          </a:lstStyle>
          <a:p>
            <a:endParaRPr lang="en-US"/>
          </a:p>
        </p:txBody>
      </p:sp>
      <p:sp>
        <p:nvSpPr>
          <p:cNvPr id="33" name="Picture Placeholder 32">
            <a:extLst>
              <a:ext uri="{FF2B5EF4-FFF2-40B4-BE49-F238E27FC236}">
                <a16:creationId xmlns:a16="http://schemas.microsoft.com/office/drawing/2014/main" id="{A24018BA-64A1-E34C-8EA6-2C220E8D8E35}"/>
              </a:ext>
            </a:extLst>
          </p:cNvPr>
          <p:cNvSpPr>
            <a:spLocks noGrp="1"/>
          </p:cNvSpPr>
          <p:nvPr>
            <p:ph type="pic" sz="quarter" idx="24"/>
          </p:nvPr>
        </p:nvSpPr>
        <p:spPr>
          <a:xfrm>
            <a:off x="4572003" y="-2475"/>
            <a:ext cx="1383737" cy="6860475"/>
          </a:xfrm>
          <a:custGeom>
            <a:avLst/>
            <a:gdLst>
              <a:gd name="connsiteX0" fmla="*/ 0 w 1844983"/>
              <a:gd name="connsiteY0" fmla="*/ 0 h 6860475"/>
              <a:gd name="connsiteX1" fmla="*/ 1844983 w 1844983"/>
              <a:gd name="connsiteY1" fmla="*/ 0 h 6860475"/>
              <a:gd name="connsiteX2" fmla="*/ 1844983 w 1844983"/>
              <a:gd name="connsiteY2" fmla="*/ 6860475 h 6860475"/>
              <a:gd name="connsiteX3" fmla="*/ 0 w 1844983"/>
              <a:gd name="connsiteY3" fmla="*/ 6860475 h 6860475"/>
              <a:gd name="connsiteX4" fmla="*/ 0 w 1844983"/>
              <a:gd name="connsiteY4" fmla="*/ 5905387 h 6860475"/>
              <a:gd name="connsiteX5" fmla="*/ 491006 w 1844983"/>
              <a:gd name="connsiteY5" fmla="*/ 5905387 h 6860475"/>
              <a:gd name="connsiteX6" fmla="*/ 491006 w 1844983"/>
              <a:gd name="connsiteY6" fmla="*/ 423581 h 6860475"/>
              <a:gd name="connsiteX7" fmla="*/ 0 w 1844983"/>
              <a:gd name="connsiteY7" fmla="*/ 423581 h 686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4983" h="6860475">
                <a:moveTo>
                  <a:pt x="0" y="0"/>
                </a:moveTo>
                <a:lnTo>
                  <a:pt x="1844983" y="0"/>
                </a:lnTo>
                <a:lnTo>
                  <a:pt x="1844983" y="6860475"/>
                </a:lnTo>
                <a:lnTo>
                  <a:pt x="0" y="6860475"/>
                </a:lnTo>
                <a:lnTo>
                  <a:pt x="0" y="5905387"/>
                </a:lnTo>
                <a:lnTo>
                  <a:pt x="491006" y="5905387"/>
                </a:lnTo>
                <a:lnTo>
                  <a:pt x="491006" y="423581"/>
                </a:lnTo>
                <a:lnTo>
                  <a:pt x="0" y="423581"/>
                </a:lnTo>
                <a:close/>
              </a:path>
            </a:pathLst>
          </a:custGeom>
        </p:spPr>
        <p:txBody>
          <a:bodyPr wrap="square">
            <a:noAutofit/>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5955739" y="3429000"/>
            <a:ext cx="3188264" cy="3429000"/>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107234" y="792556"/>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
        <p:nvSpPr>
          <p:cNvPr id="29" name="Picture Placeholder 28">
            <a:extLst>
              <a:ext uri="{FF2B5EF4-FFF2-40B4-BE49-F238E27FC236}">
                <a16:creationId xmlns:a16="http://schemas.microsoft.com/office/drawing/2014/main" id="{60C12EEC-4801-634A-A98C-BC079BD5EA77}"/>
              </a:ext>
            </a:extLst>
          </p:cNvPr>
          <p:cNvSpPr>
            <a:spLocks noGrp="1"/>
          </p:cNvSpPr>
          <p:nvPr>
            <p:ph type="pic" sz="quarter" idx="19"/>
          </p:nvPr>
        </p:nvSpPr>
        <p:spPr>
          <a:xfrm>
            <a:off x="0" y="3429000"/>
            <a:ext cx="4572000" cy="3429000"/>
          </a:xfrm>
          <a:custGeom>
            <a:avLst/>
            <a:gdLst>
              <a:gd name="connsiteX0" fmla="*/ 0 w 6096000"/>
              <a:gd name="connsiteY0" fmla="*/ 0 h 3429000"/>
              <a:gd name="connsiteX1" fmla="*/ 1063818 w 6096000"/>
              <a:gd name="connsiteY1" fmla="*/ 0 h 3429000"/>
              <a:gd name="connsiteX2" fmla="*/ 1063818 w 6096000"/>
              <a:gd name="connsiteY2" fmla="*/ 2473912 h 3429000"/>
              <a:gd name="connsiteX3" fmla="*/ 6096000 w 6096000"/>
              <a:gd name="connsiteY3" fmla="*/ 2473912 h 3429000"/>
              <a:gd name="connsiteX4" fmla="*/ 6096000 w 6096000"/>
              <a:gd name="connsiteY4" fmla="*/ 3429000 h 3429000"/>
              <a:gd name="connsiteX5" fmla="*/ 0 w 6096000"/>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3429000">
                <a:moveTo>
                  <a:pt x="0" y="0"/>
                </a:moveTo>
                <a:lnTo>
                  <a:pt x="1063818" y="0"/>
                </a:lnTo>
                <a:lnTo>
                  <a:pt x="1063818" y="2473912"/>
                </a:lnTo>
                <a:lnTo>
                  <a:pt x="6096000" y="2473912"/>
                </a:lnTo>
                <a:lnTo>
                  <a:pt x="6096000" y="3429000"/>
                </a:lnTo>
                <a:lnTo>
                  <a:pt x="0" y="3429000"/>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90E2859A-EC5E-6049-8DA6-03CAE9E701AC}"/>
              </a:ext>
            </a:extLst>
          </p:cNvPr>
          <p:cNvSpPr>
            <a:spLocks noGrp="1"/>
          </p:cNvSpPr>
          <p:nvPr>
            <p:ph type="pic" sz="quarter" idx="23"/>
          </p:nvPr>
        </p:nvSpPr>
        <p:spPr>
          <a:xfrm>
            <a:off x="0" y="0"/>
            <a:ext cx="2447058" cy="3429000"/>
          </a:xfrm>
          <a:custGeom>
            <a:avLst/>
            <a:gdLst>
              <a:gd name="connsiteX0" fmla="*/ 0 w 3262744"/>
              <a:gd name="connsiteY0" fmla="*/ 0 h 3429000"/>
              <a:gd name="connsiteX1" fmla="*/ 3262744 w 3262744"/>
              <a:gd name="connsiteY1" fmla="*/ 0 h 3429000"/>
              <a:gd name="connsiteX2" fmla="*/ 3262744 w 3262744"/>
              <a:gd name="connsiteY2" fmla="*/ 421106 h 3429000"/>
              <a:gd name="connsiteX3" fmla="*/ 1063818 w 3262744"/>
              <a:gd name="connsiteY3" fmla="*/ 421106 h 3429000"/>
              <a:gd name="connsiteX4" fmla="*/ 1063818 w 3262744"/>
              <a:gd name="connsiteY4" fmla="*/ 3429000 h 3429000"/>
              <a:gd name="connsiteX5" fmla="*/ 0 w 3262744"/>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2744" h="3429000">
                <a:moveTo>
                  <a:pt x="0" y="0"/>
                </a:moveTo>
                <a:lnTo>
                  <a:pt x="3262744" y="0"/>
                </a:lnTo>
                <a:lnTo>
                  <a:pt x="3262744" y="421106"/>
                </a:lnTo>
                <a:lnTo>
                  <a:pt x="1063818" y="421106"/>
                </a:lnTo>
                <a:lnTo>
                  <a:pt x="1063818" y="3429000"/>
                </a:lnTo>
                <a:lnTo>
                  <a:pt x="0" y="3429000"/>
                </a:lnTo>
                <a:close/>
              </a:path>
            </a:pathLst>
          </a:custGeom>
        </p:spPr>
        <p:txBody>
          <a:bodyPr wrap="square">
            <a:noAutofit/>
          </a:bodyPr>
          <a:lstStyle>
            <a:lvl1pPr>
              <a:defRPr sz="900"/>
            </a:lvl1pPr>
          </a:lstStyle>
          <a:p>
            <a:endParaRPr lang="en-US"/>
          </a:p>
        </p:txBody>
      </p:sp>
    </p:spTree>
    <p:extLst>
      <p:ext uri="{BB962C8B-B14F-4D97-AF65-F5344CB8AC3E}">
        <p14:creationId xmlns:p14="http://schemas.microsoft.com/office/powerpoint/2010/main" val="26627237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Gallery - Full 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566205" y="1930362"/>
            <a:ext cx="6002767"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565611" y="3081173"/>
            <a:ext cx="6003361" cy="2185919"/>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565014" y="2805220"/>
            <a:ext cx="600378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20">
            <a:extLst>
              <a:ext uri="{FF2B5EF4-FFF2-40B4-BE49-F238E27FC236}">
                <a16:creationId xmlns:a16="http://schemas.microsoft.com/office/drawing/2014/main" id="{0358620F-2FFB-6D48-96CA-CC0639EBBF66}"/>
              </a:ext>
            </a:extLst>
          </p:cNvPr>
          <p:cNvSpPr>
            <a:spLocks noGrp="1"/>
          </p:cNvSpPr>
          <p:nvPr>
            <p:ph type="pic" sz="quarter" idx="18"/>
          </p:nvPr>
        </p:nvSpPr>
        <p:spPr>
          <a:xfrm>
            <a:off x="7139337" y="175"/>
            <a:ext cx="2004664" cy="4198738"/>
          </a:xfrm>
          <a:custGeom>
            <a:avLst/>
            <a:gdLst>
              <a:gd name="connsiteX0" fmla="*/ 0 w 2672885"/>
              <a:gd name="connsiteY0" fmla="*/ 0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0" fmla="*/ 0 w 2672885"/>
              <a:gd name="connsiteY0" fmla="*/ 375139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6" fmla="*/ 0 w 2672885"/>
              <a:gd name="connsiteY6" fmla="*/ 375139 h 4194830"/>
              <a:gd name="connsiteX0" fmla="*/ 0 w 2672885"/>
              <a:gd name="connsiteY0" fmla="*/ 0 h 4198737"/>
              <a:gd name="connsiteX1" fmla="*/ 2672885 w 2672885"/>
              <a:gd name="connsiteY1" fmla="*/ 3907 h 4198737"/>
              <a:gd name="connsiteX2" fmla="*/ 2672885 w 2672885"/>
              <a:gd name="connsiteY2" fmla="*/ 4198737 h 4198737"/>
              <a:gd name="connsiteX3" fmla="*/ 1320950 w 2672885"/>
              <a:gd name="connsiteY3" fmla="*/ 4198737 h 4198737"/>
              <a:gd name="connsiteX4" fmla="*/ 1320950 w 2672885"/>
              <a:gd name="connsiteY4" fmla="*/ 1015748 h 4198737"/>
              <a:gd name="connsiteX5" fmla="*/ 0 w 2672885"/>
              <a:gd name="connsiteY5" fmla="*/ 1015748 h 4198737"/>
              <a:gd name="connsiteX6" fmla="*/ 0 w 2672885"/>
              <a:gd name="connsiteY6" fmla="*/ 0 h 4198737"/>
              <a:gd name="connsiteX0" fmla="*/ 0 w 2672885"/>
              <a:gd name="connsiteY0" fmla="*/ 1 h 4198738"/>
              <a:gd name="connsiteX1" fmla="*/ 2668977 w 2672885"/>
              <a:gd name="connsiteY1" fmla="*/ 0 h 4198738"/>
              <a:gd name="connsiteX2" fmla="*/ 2672885 w 2672885"/>
              <a:gd name="connsiteY2" fmla="*/ 4198738 h 4198738"/>
              <a:gd name="connsiteX3" fmla="*/ 1320950 w 2672885"/>
              <a:gd name="connsiteY3" fmla="*/ 4198738 h 4198738"/>
              <a:gd name="connsiteX4" fmla="*/ 1320950 w 2672885"/>
              <a:gd name="connsiteY4" fmla="*/ 1015749 h 4198738"/>
              <a:gd name="connsiteX5" fmla="*/ 0 w 2672885"/>
              <a:gd name="connsiteY5" fmla="*/ 1015749 h 4198738"/>
              <a:gd name="connsiteX6" fmla="*/ 0 w 2672885"/>
              <a:gd name="connsiteY6" fmla="*/ 1 h 419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85" h="4198738">
                <a:moveTo>
                  <a:pt x="0" y="1"/>
                </a:moveTo>
                <a:lnTo>
                  <a:pt x="2668977" y="0"/>
                </a:lnTo>
                <a:cubicBezTo>
                  <a:pt x="2670280" y="1399579"/>
                  <a:pt x="2671582" y="2799159"/>
                  <a:pt x="2672885" y="4198738"/>
                </a:cubicBezTo>
                <a:lnTo>
                  <a:pt x="1320950" y="4198738"/>
                </a:lnTo>
                <a:lnTo>
                  <a:pt x="1320950" y="1015749"/>
                </a:lnTo>
                <a:lnTo>
                  <a:pt x="0" y="1015749"/>
                </a:lnTo>
                <a:lnTo>
                  <a:pt x="0" y="1"/>
                </a:lnTo>
                <a:close/>
              </a:path>
            </a:pathLst>
          </a:custGeom>
        </p:spPr>
        <p:txBody>
          <a:bodyPr wrap="square">
            <a:noAutofit/>
          </a:bodyPr>
          <a:lstStyle>
            <a:lvl1pPr>
              <a:defRPr sz="900"/>
            </a:lvl1pPr>
          </a:lstStyle>
          <a:p>
            <a:endParaRPr lang="en-US"/>
          </a:p>
        </p:txBody>
      </p:sp>
      <p:sp>
        <p:nvSpPr>
          <p:cNvPr id="17" name="Picture Placeholder 16">
            <a:extLst>
              <a:ext uri="{FF2B5EF4-FFF2-40B4-BE49-F238E27FC236}">
                <a16:creationId xmlns:a16="http://schemas.microsoft.com/office/drawing/2014/main" id="{37877DEB-252E-9F44-B34F-E27305950720}"/>
              </a:ext>
            </a:extLst>
          </p:cNvPr>
          <p:cNvSpPr>
            <a:spLocks noGrp="1"/>
          </p:cNvSpPr>
          <p:nvPr>
            <p:ph type="pic" sz="quarter" idx="19"/>
          </p:nvPr>
        </p:nvSpPr>
        <p:spPr>
          <a:xfrm>
            <a:off x="2" y="5"/>
            <a:ext cx="3613353" cy="2659087"/>
          </a:xfrm>
          <a:custGeom>
            <a:avLst/>
            <a:gdLst>
              <a:gd name="connsiteX0" fmla="*/ 0 w 4817804"/>
              <a:gd name="connsiteY0" fmla="*/ 0 h 2659087"/>
              <a:gd name="connsiteX1" fmla="*/ 4817804 w 4817804"/>
              <a:gd name="connsiteY1" fmla="*/ 0 h 2659087"/>
              <a:gd name="connsiteX2" fmla="*/ 4817804 w 4817804"/>
              <a:gd name="connsiteY2" fmla="*/ 1015925 h 2659087"/>
              <a:gd name="connsiteX3" fmla="*/ 1338343 w 4817804"/>
              <a:gd name="connsiteY3" fmla="*/ 1015925 h 2659087"/>
              <a:gd name="connsiteX4" fmla="*/ 1338343 w 4817804"/>
              <a:gd name="connsiteY4" fmla="*/ 2659087 h 2659087"/>
              <a:gd name="connsiteX5" fmla="*/ 0 w 4817804"/>
              <a:gd name="connsiteY5" fmla="*/ 2659087 h 2659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4" h="2659087">
                <a:moveTo>
                  <a:pt x="0" y="0"/>
                </a:moveTo>
                <a:lnTo>
                  <a:pt x="4817804" y="0"/>
                </a:lnTo>
                <a:lnTo>
                  <a:pt x="4817804" y="1015925"/>
                </a:lnTo>
                <a:lnTo>
                  <a:pt x="1338343" y="1015925"/>
                </a:lnTo>
                <a:lnTo>
                  <a:pt x="1338343" y="2659087"/>
                </a:lnTo>
                <a:lnTo>
                  <a:pt x="0" y="2659087"/>
                </a:lnTo>
                <a:close/>
              </a:path>
            </a:pathLst>
          </a:custGeom>
        </p:spPr>
        <p:txBody>
          <a:bodyPr wrap="square">
            <a:noAutofit/>
          </a:bodyPr>
          <a:lstStyle>
            <a:lvl1pPr>
              <a:defRPr sz="900"/>
            </a:lvl1pPr>
          </a:lstStyle>
          <a:p>
            <a:endParaRPr lang="en-US"/>
          </a:p>
        </p:txBody>
      </p:sp>
      <p:sp>
        <p:nvSpPr>
          <p:cNvPr id="25" name="Picture Placeholder 24">
            <a:extLst>
              <a:ext uri="{FF2B5EF4-FFF2-40B4-BE49-F238E27FC236}">
                <a16:creationId xmlns:a16="http://schemas.microsoft.com/office/drawing/2014/main" id="{BF9D9B71-BFFD-F149-98FF-4B3F74EDE6FE}"/>
              </a:ext>
            </a:extLst>
          </p:cNvPr>
          <p:cNvSpPr>
            <a:spLocks noGrp="1"/>
          </p:cNvSpPr>
          <p:nvPr>
            <p:ph type="pic" sz="quarter" idx="22"/>
          </p:nvPr>
        </p:nvSpPr>
        <p:spPr>
          <a:xfrm>
            <a:off x="1995840" y="5842077"/>
            <a:ext cx="3534809" cy="1015924"/>
          </a:xfrm>
          <a:custGeom>
            <a:avLst/>
            <a:gdLst>
              <a:gd name="connsiteX0" fmla="*/ 0 w 4713078"/>
              <a:gd name="connsiteY0" fmla="*/ 0 h 1015924"/>
              <a:gd name="connsiteX1" fmla="*/ 4713078 w 4713078"/>
              <a:gd name="connsiteY1" fmla="*/ 0 h 1015924"/>
              <a:gd name="connsiteX2" fmla="*/ 4713078 w 4713078"/>
              <a:gd name="connsiteY2" fmla="*/ 1015924 h 1015924"/>
              <a:gd name="connsiteX3" fmla="*/ 0 w 4713078"/>
              <a:gd name="connsiteY3" fmla="*/ 1015924 h 1015924"/>
            </a:gdLst>
            <a:ahLst/>
            <a:cxnLst>
              <a:cxn ang="0">
                <a:pos x="connsiteX0" y="connsiteY0"/>
              </a:cxn>
              <a:cxn ang="0">
                <a:pos x="connsiteX1" y="connsiteY1"/>
              </a:cxn>
              <a:cxn ang="0">
                <a:pos x="connsiteX2" y="connsiteY2"/>
              </a:cxn>
              <a:cxn ang="0">
                <a:pos x="connsiteX3" y="connsiteY3"/>
              </a:cxn>
            </a:cxnLst>
            <a:rect l="l" t="t" r="r" b="b"/>
            <a:pathLst>
              <a:path w="4713078" h="1015924">
                <a:moveTo>
                  <a:pt x="0" y="0"/>
                </a:moveTo>
                <a:lnTo>
                  <a:pt x="4713078" y="0"/>
                </a:lnTo>
                <a:lnTo>
                  <a:pt x="4713078" y="1015924"/>
                </a:lnTo>
                <a:lnTo>
                  <a:pt x="0" y="1015924"/>
                </a:lnTo>
                <a:close/>
              </a:path>
            </a:pathLst>
          </a:custGeom>
        </p:spPr>
        <p:txBody>
          <a:bodyPr wrap="square">
            <a:noAutofit/>
          </a:bodyPr>
          <a:lstStyle>
            <a:lvl1pPr>
              <a:defRPr sz="900"/>
            </a:lvl1pPr>
          </a:lstStyle>
          <a:p>
            <a:endParaRPr lang="en-US"/>
          </a:p>
        </p:txBody>
      </p:sp>
      <p:sp>
        <p:nvSpPr>
          <p:cNvPr id="19" name="Picture Placeholder 18">
            <a:extLst>
              <a:ext uri="{FF2B5EF4-FFF2-40B4-BE49-F238E27FC236}">
                <a16:creationId xmlns:a16="http://schemas.microsoft.com/office/drawing/2014/main" id="{93C10310-D492-2B48-82D8-47AD8800EC26}"/>
              </a:ext>
            </a:extLst>
          </p:cNvPr>
          <p:cNvSpPr>
            <a:spLocks noGrp="1"/>
          </p:cNvSpPr>
          <p:nvPr>
            <p:ph type="pic" sz="quarter" idx="23"/>
          </p:nvPr>
        </p:nvSpPr>
        <p:spPr>
          <a:xfrm>
            <a:off x="3613355" y="4"/>
            <a:ext cx="3525807" cy="1015925"/>
          </a:xfrm>
          <a:custGeom>
            <a:avLst/>
            <a:gdLst>
              <a:gd name="connsiteX0" fmla="*/ 0 w 4679169"/>
              <a:gd name="connsiteY0" fmla="*/ 0 h 1015925"/>
              <a:gd name="connsiteX1" fmla="*/ 4679169 w 4679169"/>
              <a:gd name="connsiteY1" fmla="*/ 0 h 1015925"/>
              <a:gd name="connsiteX2" fmla="*/ 4679169 w 4679169"/>
              <a:gd name="connsiteY2" fmla="*/ 1015925 h 1015925"/>
              <a:gd name="connsiteX3" fmla="*/ 0 w 4679169"/>
              <a:gd name="connsiteY3" fmla="*/ 1015925 h 1015925"/>
            </a:gdLst>
            <a:ahLst/>
            <a:cxnLst>
              <a:cxn ang="0">
                <a:pos x="connsiteX0" y="connsiteY0"/>
              </a:cxn>
              <a:cxn ang="0">
                <a:pos x="connsiteX1" y="connsiteY1"/>
              </a:cxn>
              <a:cxn ang="0">
                <a:pos x="connsiteX2" y="connsiteY2"/>
              </a:cxn>
              <a:cxn ang="0">
                <a:pos x="connsiteX3" y="connsiteY3"/>
              </a:cxn>
            </a:cxnLst>
            <a:rect l="l" t="t" r="r" b="b"/>
            <a:pathLst>
              <a:path w="4679169" h="1015925">
                <a:moveTo>
                  <a:pt x="0" y="0"/>
                </a:moveTo>
                <a:lnTo>
                  <a:pt x="4679169" y="0"/>
                </a:lnTo>
                <a:lnTo>
                  <a:pt x="4679169" y="1015925"/>
                </a:lnTo>
                <a:lnTo>
                  <a:pt x="0" y="1015925"/>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7248D697-E1D5-CE49-B64D-4F8496B4CF14}"/>
              </a:ext>
            </a:extLst>
          </p:cNvPr>
          <p:cNvSpPr>
            <a:spLocks noGrp="1"/>
          </p:cNvSpPr>
          <p:nvPr>
            <p:ph type="pic" sz="quarter" idx="24"/>
          </p:nvPr>
        </p:nvSpPr>
        <p:spPr>
          <a:xfrm>
            <a:off x="0" y="2659086"/>
            <a:ext cx="1995838" cy="4198914"/>
          </a:xfrm>
          <a:custGeom>
            <a:avLst/>
            <a:gdLst>
              <a:gd name="connsiteX0" fmla="*/ 0 w 2661117"/>
              <a:gd name="connsiteY0" fmla="*/ 0 h 4198914"/>
              <a:gd name="connsiteX1" fmla="*/ 1338343 w 2661117"/>
              <a:gd name="connsiteY1" fmla="*/ 0 h 4198914"/>
              <a:gd name="connsiteX2" fmla="*/ 1338343 w 2661117"/>
              <a:gd name="connsiteY2" fmla="*/ 3182991 h 4198914"/>
              <a:gd name="connsiteX3" fmla="*/ 2661117 w 2661117"/>
              <a:gd name="connsiteY3" fmla="*/ 3182991 h 4198914"/>
              <a:gd name="connsiteX4" fmla="*/ 2661117 w 2661117"/>
              <a:gd name="connsiteY4" fmla="*/ 4198914 h 4198914"/>
              <a:gd name="connsiteX5" fmla="*/ 0 w 2661117"/>
              <a:gd name="connsiteY5" fmla="*/ 4198914 h 419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1117" h="4198914">
                <a:moveTo>
                  <a:pt x="0" y="0"/>
                </a:moveTo>
                <a:lnTo>
                  <a:pt x="1338343" y="0"/>
                </a:lnTo>
                <a:lnTo>
                  <a:pt x="1338343" y="3182991"/>
                </a:lnTo>
                <a:lnTo>
                  <a:pt x="2661117" y="3182991"/>
                </a:lnTo>
                <a:lnTo>
                  <a:pt x="2661117" y="4198914"/>
                </a:lnTo>
                <a:lnTo>
                  <a:pt x="0" y="4198914"/>
                </a:lnTo>
                <a:close/>
              </a:path>
            </a:pathLst>
          </a:custGeom>
        </p:spPr>
        <p:txBody>
          <a:bodyPr wrap="square">
            <a:noAutofit/>
          </a:bodyPr>
          <a:lstStyle>
            <a:lvl1pPr>
              <a:defRPr sz="900"/>
            </a:lvl1pPr>
          </a:lstStyle>
          <a:p>
            <a:endParaRPr lang="en-US"/>
          </a:p>
        </p:txBody>
      </p:sp>
      <p:sp>
        <p:nvSpPr>
          <p:cNvPr id="23" name="Picture Placeholder 22">
            <a:extLst>
              <a:ext uri="{FF2B5EF4-FFF2-40B4-BE49-F238E27FC236}">
                <a16:creationId xmlns:a16="http://schemas.microsoft.com/office/drawing/2014/main" id="{7467BD37-282E-E446-8940-9805483E961C}"/>
              </a:ext>
            </a:extLst>
          </p:cNvPr>
          <p:cNvSpPr>
            <a:spLocks noGrp="1"/>
          </p:cNvSpPr>
          <p:nvPr>
            <p:ph type="pic" sz="quarter" idx="25"/>
          </p:nvPr>
        </p:nvSpPr>
        <p:spPr>
          <a:xfrm>
            <a:off x="5530648" y="4198915"/>
            <a:ext cx="3613355" cy="2659086"/>
          </a:xfrm>
          <a:custGeom>
            <a:avLst/>
            <a:gdLst>
              <a:gd name="connsiteX0" fmla="*/ 3465870 w 4817806"/>
              <a:gd name="connsiteY0" fmla="*/ 0 h 2659086"/>
              <a:gd name="connsiteX1" fmla="*/ 4817806 w 4817806"/>
              <a:gd name="connsiteY1" fmla="*/ 0 h 2659086"/>
              <a:gd name="connsiteX2" fmla="*/ 4817806 w 4817806"/>
              <a:gd name="connsiteY2" fmla="*/ 2659086 h 2659086"/>
              <a:gd name="connsiteX3" fmla="*/ 0 w 4817806"/>
              <a:gd name="connsiteY3" fmla="*/ 2659086 h 2659086"/>
              <a:gd name="connsiteX4" fmla="*/ 0 w 4817806"/>
              <a:gd name="connsiteY4" fmla="*/ 1643162 h 2659086"/>
              <a:gd name="connsiteX5" fmla="*/ 3465870 w 4817806"/>
              <a:gd name="connsiteY5" fmla="*/ 1643162 h 265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6" h="2659086">
                <a:moveTo>
                  <a:pt x="3465870" y="0"/>
                </a:moveTo>
                <a:lnTo>
                  <a:pt x="4817806" y="0"/>
                </a:lnTo>
                <a:lnTo>
                  <a:pt x="4817806" y="2659086"/>
                </a:lnTo>
                <a:lnTo>
                  <a:pt x="0" y="2659086"/>
                </a:lnTo>
                <a:lnTo>
                  <a:pt x="0" y="1643162"/>
                </a:lnTo>
                <a:lnTo>
                  <a:pt x="3465870" y="1643162"/>
                </a:lnTo>
                <a:close/>
              </a:path>
            </a:pathLst>
          </a:custGeom>
        </p:spPr>
        <p:txBody>
          <a:bodyPr wrap="square">
            <a:noAutofit/>
          </a:bodyPr>
          <a:lstStyle>
            <a:lvl1pPr algn="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565014" y="1590918"/>
            <a:ext cx="6003782"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055894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6354049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991172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9277088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646916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1988201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13982472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18426645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122250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0854014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8447587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451210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1862774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theme" Target="../theme/theme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4.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5.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728" r:id="rId1"/>
    <p:sldLayoutId id="2147483730" r:id="rId2"/>
    <p:sldLayoutId id="2147483731" r:id="rId3"/>
  </p:sldLayoutIdLst>
  <p:hf hdr="0" ftr="0" dt="0"/>
  <p:txStyles>
    <p:title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396272"/>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92" r:id="rId3"/>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71760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Lst>
  <p:hf hdr="0" ftr="0" dt="0"/>
  <p:txStyles>
    <p:titleStyle>
      <a:lvl1pPr algn="l" defTabSz="514337" rtl="0" eaLnBrk="1" latinLnBrk="0" hangingPunct="1">
        <a:lnSpc>
          <a:spcPct val="90000"/>
        </a:lnSpc>
        <a:spcBef>
          <a:spcPct val="0"/>
        </a:spcBef>
        <a:buNone/>
        <a:defRPr sz="1800" b="1" i="0" kern="1200" cap="all" baseline="0">
          <a:solidFill>
            <a:schemeClr val="tx1"/>
          </a:solidFill>
          <a:latin typeface="Arial" charset="0"/>
          <a:ea typeface="Arial" charset="0"/>
          <a:cs typeface="Arial" charset="0"/>
        </a:defRPr>
      </a:lvl1pPr>
    </p:titleStyle>
    <p:bodyStyle>
      <a:lvl1pPr marL="128585" indent="-128585" algn="l" defTabSz="514337" rtl="0" eaLnBrk="1" latinLnBrk="0" hangingPunct="1">
        <a:lnSpc>
          <a:spcPct val="90000"/>
        </a:lnSpc>
        <a:spcBef>
          <a:spcPts val="563"/>
        </a:spcBef>
        <a:buFont typeface="Arial"/>
        <a:buChar char="•"/>
        <a:defRPr sz="788" b="0" i="0" kern="1200">
          <a:solidFill>
            <a:srgbClr val="595959"/>
          </a:solidFill>
          <a:latin typeface="Arial" charset="0"/>
          <a:ea typeface="Arial" charset="0"/>
          <a:cs typeface="Arial" charset="0"/>
        </a:defRPr>
      </a:lvl1pPr>
      <a:lvl2pPr marL="385753"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2pPr>
      <a:lvl3pPr marL="642921"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3pPr>
      <a:lvl4pPr marL="900090"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4pPr>
      <a:lvl5pPr marL="1157259"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5pPr>
      <a:lvl6pPr marL="1414427"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8334089"/>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Lst>
  <p:hf hdr="0" ftr="0" dt="0"/>
  <p:txStyles>
    <p:titleStyle>
      <a:lvl1pPr algn="l" defTabSz="514337" rtl="0" eaLnBrk="1" latinLnBrk="0" hangingPunct="1">
        <a:lnSpc>
          <a:spcPct val="90000"/>
        </a:lnSpc>
        <a:spcBef>
          <a:spcPct val="0"/>
        </a:spcBef>
        <a:buNone/>
        <a:defRPr sz="1800" b="1" i="0" kern="1200" cap="all" baseline="0">
          <a:solidFill>
            <a:schemeClr val="tx1"/>
          </a:solidFill>
          <a:latin typeface="Arial" charset="0"/>
          <a:ea typeface="Arial" charset="0"/>
          <a:cs typeface="Arial" charset="0"/>
        </a:defRPr>
      </a:lvl1pPr>
    </p:titleStyle>
    <p:bodyStyle>
      <a:lvl1pPr marL="128585" indent="-128585" algn="l" defTabSz="514337" rtl="0" eaLnBrk="1" latinLnBrk="0" hangingPunct="1">
        <a:lnSpc>
          <a:spcPct val="90000"/>
        </a:lnSpc>
        <a:spcBef>
          <a:spcPts val="563"/>
        </a:spcBef>
        <a:buFont typeface="Arial"/>
        <a:buChar char="•"/>
        <a:defRPr sz="788" b="0" i="0" kern="1200">
          <a:solidFill>
            <a:srgbClr val="595959"/>
          </a:solidFill>
          <a:latin typeface="Arial" charset="0"/>
          <a:ea typeface="Arial" charset="0"/>
          <a:cs typeface="Arial" charset="0"/>
        </a:defRPr>
      </a:lvl1pPr>
      <a:lvl2pPr marL="385753"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2pPr>
      <a:lvl3pPr marL="642921"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3pPr>
      <a:lvl4pPr marL="900090"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4pPr>
      <a:lvl5pPr marL="1157259"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5pPr>
      <a:lvl6pPr marL="1414427"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08191567"/>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5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3" Type="http://schemas.openxmlformats.org/officeDocument/2006/relationships/hyperlink" Target="https://creativecommons.org/licenses/by-nc-nd/3.0/" TargetMode="External"/><Relationship Id="rId2" Type="http://schemas.openxmlformats.org/officeDocument/2006/relationships/hyperlink" Target="http://teachersol.blogspot.com/2010/11/actresses-with-down-syndrome-honored-by.html" TargetMode="External"/><Relationship Id="rId1" Type="http://schemas.openxmlformats.org/officeDocument/2006/relationships/slideLayout" Target="../slideLayouts/slideLayout50.xml"/><Relationship Id="rId5" Type="http://schemas.openxmlformats.org/officeDocument/2006/relationships/image" Target="../media/image11.jpeg"/><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50.xml"/><Relationship Id="rId4" Type="http://schemas.openxmlformats.org/officeDocument/2006/relationships/image" Target="../media/image16.emf"/></Relationships>
</file>

<file path=ppt/slides/_rels/slide2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50.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a:extLst>
              <a:ext uri="{FF2B5EF4-FFF2-40B4-BE49-F238E27FC236}">
                <a16:creationId xmlns:a16="http://schemas.microsoft.com/office/drawing/2014/main" id="{7BEDBCC4-B422-4D12-86C7-EDB0A115A191}"/>
              </a:ext>
              <a:ext uri="{C183D7F6-B498-43B3-948B-1728B52AA6E4}">
                <adec:decorative xmlns:adec="http://schemas.microsoft.com/office/drawing/2017/decorative" val="1"/>
              </a:ext>
            </a:extLst>
          </p:cNvPr>
          <p:cNvSpPr txBox="1">
            <a:spLocks/>
          </p:cNvSpPr>
          <p:nvPr/>
        </p:nvSpPr>
        <p:spPr bwMode="auto">
          <a:xfrm>
            <a:off x="828488" y="3284366"/>
            <a:ext cx="7772400" cy="1529250"/>
          </a:xfrm>
          <a:prstGeom prst="rect">
            <a:avLst/>
          </a:prstGeom>
          <a:effectLst>
            <a:glow rad="139700">
              <a:schemeClr val="accent4">
                <a:satMod val="175000"/>
                <a:alpha val="40000"/>
              </a:schemeClr>
            </a:glow>
          </a:effectLst>
          <a:scene3d>
            <a:camera prst="orthographicFront"/>
            <a:lightRig rig="threePt" dir="t"/>
          </a:scene3d>
          <a:sp3d>
            <a:bevelT prst="angle"/>
          </a:sp3d>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i="0" kern="1200">
                <a:solidFill>
                  <a:schemeClr val="lt1"/>
                </a:solidFill>
                <a:latin typeface="+mn-lt"/>
                <a:ea typeface="+mn-ea"/>
                <a:cs typeface="+mn-cs"/>
              </a:defRPr>
            </a:lvl1pPr>
            <a:lvl2pPr marL="742950" indent="-285750" algn="l" rtl="0" eaLnBrk="0" fontAlgn="base" hangingPunct="0">
              <a:spcBef>
                <a:spcPct val="20000"/>
              </a:spcBef>
              <a:spcAft>
                <a:spcPct val="0"/>
              </a:spcAft>
              <a:buChar char="–"/>
              <a:defRPr sz="2800" b="1" i="0" kern="1200">
                <a:solidFill>
                  <a:schemeClr val="lt1"/>
                </a:solidFill>
                <a:latin typeface="+mn-lt"/>
                <a:ea typeface="+mn-ea"/>
                <a:cs typeface="+mn-cs"/>
              </a:defRPr>
            </a:lvl2pPr>
            <a:lvl3pPr marL="1143000" indent="-228600" algn="l" rtl="0" eaLnBrk="0" fontAlgn="base" hangingPunct="0">
              <a:spcBef>
                <a:spcPct val="20000"/>
              </a:spcBef>
              <a:spcAft>
                <a:spcPct val="0"/>
              </a:spcAft>
              <a:buChar char="•"/>
              <a:defRPr sz="2400" b="1" i="0" kern="1200">
                <a:solidFill>
                  <a:schemeClr val="lt1"/>
                </a:solidFill>
                <a:latin typeface="+mn-lt"/>
                <a:ea typeface="+mn-ea"/>
                <a:cs typeface="+mn-cs"/>
              </a:defRPr>
            </a:lvl3pPr>
            <a:lvl4pPr marL="1600200" indent="-228600" algn="l" rtl="0" eaLnBrk="0" fontAlgn="base" hangingPunct="0">
              <a:spcBef>
                <a:spcPct val="20000"/>
              </a:spcBef>
              <a:spcAft>
                <a:spcPct val="0"/>
              </a:spcAft>
              <a:buChar char="–"/>
              <a:defRPr sz="2000" b="1" i="0" kern="1200">
                <a:solidFill>
                  <a:schemeClr val="lt1"/>
                </a:solidFill>
                <a:latin typeface="+mn-lt"/>
                <a:ea typeface="+mn-ea"/>
                <a:cs typeface="+mn-cs"/>
              </a:defRPr>
            </a:lvl4pPr>
            <a:lvl5pPr marL="2057400" indent="-228600" algn="l" rtl="0" eaLnBrk="0" fontAlgn="base" hangingPunct="0">
              <a:spcBef>
                <a:spcPct val="20000"/>
              </a:spcBef>
              <a:spcAft>
                <a:spcPct val="0"/>
              </a:spcAft>
              <a:buChar char="»"/>
              <a:defRPr sz="2000" b="1"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None/>
            </a:pPr>
            <a:r>
              <a:rPr lang="en-US" sz="2800" dirty="0"/>
              <a:t>Best Practices in Assessment:</a:t>
            </a:r>
            <a:br>
              <a:rPr lang="en-US" sz="2800" dirty="0"/>
            </a:br>
            <a:r>
              <a:rPr lang="en-US" sz="2800" dirty="0"/>
              <a:t>Moving Beyond Traditional Assessments </a:t>
            </a:r>
            <a:endParaRPr lang="en-US" sz="2800" dirty="0">
              <a:effectLst/>
            </a:endParaRPr>
          </a:p>
        </p:txBody>
      </p:sp>
      <p:sp>
        <p:nvSpPr>
          <p:cNvPr id="3" name="Content Placeholder 2">
            <a:extLst>
              <a:ext uri="{FF2B5EF4-FFF2-40B4-BE49-F238E27FC236}">
                <a16:creationId xmlns:a16="http://schemas.microsoft.com/office/drawing/2014/main" id="{66FECA0E-D2D7-4A9E-911E-39865B3CB414}"/>
              </a:ext>
            </a:extLst>
          </p:cNvPr>
          <p:cNvSpPr>
            <a:spLocks noGrp="1"/>
          </p:cNvSpPr>
          <p:nvPr>
            <p:ph idx="1"/>
          </p:nvPr>
        </p:nvSpPr>
        <p:spPr>
          <a:xfrm>
            <a:off x="581890" y="682337"/>
            <a:ext cx="7772400" cy="2126673"/>
          </a:xfrm>
        </p:spPr>
        <p:txBody>
          <a:bodyPr/>
          <a:lstStyle/>
          <a:p>
            <a:pPr marL="0" indent="0" algn="ctr">
              <a:buNone/>
            </a:pPr>
            <a:br>
              <a:rPr lang="en-US" sz="2800"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endParaRPr lang="en-US" dirty="0"/>
          </a:p>
        </p:txBody>
      </p:sp>
      <p:sp>
        <p:nvSpPr>
          <p:cNvPr id="7" name="Title 6">
            <a:extLst>
              <a:ext uri="{FF2B5EF4-FFF2-40B4-BE49-F238E27FC236}">
                <a16:creationId xmlns:a16="http://schemas.microsoft.com/office/drawing/2014/main" id="{E6520A82-1EC7-5C43-8CFB-0527709700CC}"/>
              </a:ext>
            </a:extLst>
          </p:cNvPr>
          <p:cNvSpPr>
            <a:spLocks noGrp="1"/>
          </p:cNvSpPr>
          <p:nvPr>
            <p:ph type="title"/>
          </p:nvPr>
        </p:nvSpPr>
        <p:spPr>
          <a:xfrm>
            <a:off x="685800" y="735747"/>
            <a:ext cx="7772400" cy="1143000"/>
          </a:xfrm>
        </p:spPr>
        <p:txBody>
          <a:bodyPr/>
          <a:lstStyle/>
          <a:p>
            <a:pPr marL="0" indent="0"/>
            <a:r>
              <a:rPr lang="en-US" sz="2400" b="0" dirty="0"/>
              <a:t>Rehabilitation Counseling 697</a:t>
            </a:r>
            <a:br>
              <a:rPr lang="en-US" sz="2400" b="0" dirty="0"/>
            </a:br>
            <a:r>
              <a:rPr lang="en-US" sz="2400" b="0" i="1" dirty="0"/>
              <a:t>Special Topics in Innovative Best Practices in Employment for People with Intellectual Disabilities </a:t>
            </a:r>
            <a:br>
              <a:rPr lang="en-US" sz="2400" b="0" dirty="0"/>
            </a:br>
            <a:br>
              <a:rPr lang="en-US" sz="2400" b="0" dirty="0"/>
            </a:br>
            <a:endParaRPr lang="en-US" sz="2400" b="0" dirty="0"/>
          </a:p>
        </p:txBody>
      </p:sp>
      <p:pic>
        <p:nvPicPr>
          <p:cNvPr id="10" name="Picture 9" descr="Umass Boston logo">
            <a:extLst>
              <a:ext uri="{FF2B5EF4-FFF2-40B4-BE49-F238E27FC236}">
                <a16:creationId xmlns:a16="http://schemas.microsoft.com/office/drawing/2014/main" id="{9DE004F1-55D2-DC49-A31E-2A2164356F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1281" y="1608076"/>
            <a:ext cx="893618" cy="1191490"/>
          </a:xfrm>
          <a:prstGeom prst="rect">
            <a:avLst/>
          </a:prstGeom>
        </p:spPr>
      </p:pic>
      <p:sp>
        <p:nvSpPr>
          <p:cNvPr id="11" name="TextBox 10">
            <a:extLst>
              <a:ext uri="{FF2B5EF4-FFF2-40B4-BE49-F238E27FC236}">
                <a16:creationId xmlns:a16="http://schemas.microsoft.com/office/drawing/2014/main" id="{45DD276F-47D7-3044-A665-8A2B3F63D6AC}"/>
              </a:ext>
            </a:extLst>
          </p:cNvPr>
          <p:cNvSpPr txBox="1"/>
          <p:nvPr/>
        </p:nvSpPr>
        <p:spPr>
          <a:xfrm>
            <a:off x="1570383" y="5291256"/>
            <a:ext cx="6003234" cy="1200329"/>
          </a:xfrm>
          <a:prstGeom prst="rect">
            <a:avLst/>
          </a:prstGeom>
          <a:noFill/>
        </p:spPr>
        <p:txBody>
          <a:bodyPr wrap="square" rtlCol="0">
            <a:spAutoFit/>
          </a:bodyPr>
          <a:lstStyle/>
          <a:p>
            <a:pPr algn="ctr"/>
            <a:r>
              <a:rPr lang="en-US" b="1" dirty="0"/>
              <a:t>David Hoff, M.S.W.</a:t>
            </a:r>
          </a:p>
          <a:p>
            <a:pPr algn="ctr"/>
            <a:r>
              <a:rPr lang="en-US" i="1" dirty="0"/>
              <a:t>Institute for Community Inclusion</a:t>
            </a:r>
          </a:p>
          <a:p>
            <a:pPr algn="ctr"/>
            <a:r>
              <a:rPr lang="en-US" dirty="0" err="1"/>
              <a:t>david.hoff@umb.edu</a:t>
            </a:r>
            <a:r>
              <a:rPr lang="en-US" dirty="0"/>
              <a:t> - 617-480-9230</a:t>
            </a:r>
          </a:p>
        </p:txBody>
      </p:sp>
    </p:spTree>
    <p:extLst>
      <p:ext uri="{BB962C8B-B14F-4D97-AF65-F5344CB8AC3E}">
        <p14:creationId xmlns:p14="http://schemas.microsoft.com/office/powerpoint/2010/main" val="422522760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4C05D4D-1963-D444-8926-FF9262FD6DD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142" y="2979926"/>
            <a:ext cx="3239612" cy="2024758"/>
          </a:xfrm>
          <a:prstGeom prst="rect">
            <a:avLst/>
          </a:prstGeom>
        </p:spPr>
      </p:pic>
      <p:sp>
        <p:nvSpPr>
          <p:cNvPr id="2" name="Title 1">
            <a:extLst>
              <a:ext uri="{FF2B5EF4-FFF2-40B4-BE49-F238E27FC236}">
                <a16:creationId xmlns:a16="http://schemas.microsoft.com/office/drawing/2014/main" id="{69C215BD-32B1-BB4D-A5EC-BAB1CFC54F55}"/>
              </a:ext>
            </a:extLst>
          </p:cNvPr>
          <p:cNvSpPr>
            <a:spLocks noGrp="1"/>
          </p:cNvSpPr>
          <p:nvPr>
            <p:ph type="title" idx="4294967295"/>
          </p:nvPr>
        </p:nvSpPr>
        <p:spPr>
          <a:xfrm>
            <a:off x="685799" y="535146"/>
            <a:ext cx="7772400" cy="2024758"/>
          </a:xfrm>
        </p:spPr>
        <p:txBody>
          <a:bodyPr/>
          <a:lstStyle/>
          <a:p>
            <a:r>
              <a:rPr lang="en-US" cap="small" dirty="0"/>
              <a:t>Discussion: </a:t>
            </a:r>
            <a:br>
              <a:rPr lang="en-US" dirty="0"/>
            </a:br>
            <a:r>
              <a:rPr lang="en-US" dirty="0"/>
              <a:t>What is</a:t>
            </a:r>
            <a:r>
              <a:rPr lang="en-US" baseline="0" dirty="0"/>
              <a:t> the purpose of assessment?</a:t>
            </a:r>
            <a:r>
              <a:rPr lang="en-US" dirty="0"/>
              <a:t> </a:t>
            </a:r>
          </a:p>
        </p:txBody>
      </p:sp>
    </p:spTree>
    <p:extLst>
      <p:ext uri="{BB962C8B-B14F-4D97-AF65-F5344CB8AC3E}">
        <p14:creationId xmlns:p14="http://schemas.microsoft.com/office/powerpoint/2010/main" val="213866291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7B7214-AC09-5743-9EBC-0DE351B78BDA}"/>
              </a:ext>
            </a:extLst>
          </p:cNvPr>
          <p:cNvSpPr>
            <a:spLocks noGrp="1"/>
          </p:cNvSpPr>
          <p:nvPr>
            <p:ph type="title"/>
          </p:nvPr>
        </p:nvSpPr>
        <p:spPr>
          <a:xfrm>
            <a:off x="582930" y="731519"/>
            <a:ext cx="2133893" cy="3237579"/>
          </a:xfrm>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normAutofit/>
          </a:bodyPr>
          <a:lstStyle/>
          <a:p>
            <a:pPr algn="ctr"/>
            <a:r>
              <a:rPr lang="en-US" sz="3200" kern="1200" cap="small" dirty="0">
                <a:solidFill>
                  <a:srgbClr val="FFFFFF"/>
                </a:solidFill>
                <a:latin typeface="+mj-lt"/>
                <a:ea typeface="+mj-ea"/>
                <a:cs typeface="+mj-cs"/>
              </a:rPr>
              <a:t>Assessment Values</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064E1BD-6E6B-4B51-A1E9-1385941DDF50}"/>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160575805"/>
              </p:ext>
            </p:extLst>
          </p:nvPr>
        </p:nvGraphicFramePr>
        <p:xfrm>
          <a:off x="3284934" y="687388"/>
          <a:ext cx="5278041" cy="547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973215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99" y="793172"/>
            <a:ext cx="6112933" cy="1981200"/>
          </a:xfrm>
          <a:scene3d>
            <a:camera prst="isometricOffAxis1Right"/>
            <a:lightRig rig="threePt" dir="t"/>
          </a:scene3d>
          <a:sp3d>
            <a:bevelT prst="angle"/>
          </a:sp3d>
        </p:spPr>
        <p:style>
          <a:lnRef idx="0">
            <a:schemeClr val="accent1"/>
          </a:lnRef>
          <a:fillRef idx="3">
            <a:schemeClr val="accent1"/>
          </a:fillRef>
          <a:effectRef idx="3">
            <a:schemeClr val="accent1"/>
          </a:effectRef>
          <a:fontRef idx="minor">
            <a:schemeClr val="lt1"/>
          </a:fontRef>
        </p:style>
        <p:txBody>
          <a:bodyPr/>
          <a:lstStyle/>
          <a:p>
            <a:pPr algn="ctr" eaLnBrk="1" hangingPunct="1">
              <a:defRPr/>
            </a:pPr>
            <a:r>
              <a:rPr lang="en-US" dirty="0"/>
              <a:t>Avoid the employment readiness myth</a:t>
            </a:r>
            <a:endParaRPr lang="en-US" dirty="0">
              <a:solidFill>
                <a:srgbClr val="FFFF00"/>
              </a:solidFill>
            </a:endParaRPr>
          </a:p>
        </p:txBody>
      </p:sp>
      <p:sp>
        <p:nvSpPr>
          <p:cNvPr id="5" name="Subtitle 4"/>
          <p:cNvSpPr>
            <a:spLocks noGrp="1"/>
          </p:cNvSpPr>
          <p:nvPr>
            <p:ph idx="1"/>
          </p:nvPr>
        </p:nvSpPr>
        <p:spPr>
          <a:xfrm>
            <a:off x="343093" y="3581400"/>
            <a:ext cx="5257800" cy="2362200"/>
          </a:xfrm>
        </p:spPr>
        <p:txBody>
          <a:bodyPr>
            <a:normAutofit/>
          </a:bodyPr>
          <a:lstStyle/>
          <a:p>
            <a:pPr marL="0" indent="0" algn="ctr" eaLnBrk="1" hangingPunct="1">
              <a:buNone/>
              <a:defRPr/>
            </a:pPr>
            <a:r>
              <a:rPr lang="en-US" sz="5400" b="1" dirty="0"/>
              <a:t>“Employers are expecting perfect employees.”</a:t>
            </a:r>
          </a:p>
        </p:txBody>
      </p:sp>
      <p:pic>
        <p:nvPicPr>
          <p:cNvPr id="3" name="Picture 2" descr="Picture of David Hoff">
            <a:extLst>
              <a:ext uri="{FF2B5EF4-FFF2-40B4-BE49-F238E27FC236}">
                <a16:creationId xmlns:a16="http://schemas.microsoft.com/office/drawing/2014/main" id="{AD5C587B-176A-EB46-80D7-25BB5375E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5826" y="2674314"/>
            <a:ext cx="2168043" cy="2168043"/>
          </a:xfrm>
          <a:prstGeom prst="rect">
            <a:avLst/>
          </a:prstGeom>
        </p:spPr>
      </p:pic>
      <p:sp>
        <p:nvSpPr>
          <p:cNvPr id="16" name="Rectangle 9">
            <a:extLst>
              <a:ext uri="{FF2B5EF4-FFF2-40B4-BE49-F238E27FC236}">
                <a16:creationId xmlns:a16="http://schemas.microsoft.com/office/drawing/2014/main" id="{BB569884-D8A8-9544-B114-2FCE16A1ADDD}"/>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18" name="Rectangle 9">
            <a:extLst>
              <a:ext uri="{FF2B5EF4-FFF2-40B4-BE49-F238E27FC236}">
                <a16:creationId xmlns:a16="http://schemas.microsoft.com/office/drawing/2014/main" id="{BFA91011-1D10-3D43-9363-50EA5F59B842}"/>
              </a:ext>
              <a:ext uri="{C183D7F6-B498-43B3-948B-1728B52AA6E4}">
                <adec:decorative xmlns:adec="http://schemas.microsoft.com/office/drawing/2017/decorative" val="1"/>
              </a:ext>
            </a:extLst>
          </p:cNvPr>
          <p:cNvSpPr>
            <a:spLocks noChangeArrowheads="1"/>
          </p:cNvSpPr>
          <p:nvPr/>
        </p:nvSpPr>
        <p:spPr bwMode="auto">
          <a:xfrm>
            <a:off x="16933" y="655320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5832111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1473A6-3F22-483E-8A30-80B9D2B14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AA1375E3-3E53-4D75-BAB7-E5929BFCB2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00762" y="563918"/>
            <a:ext cx="3089954" cy="5978614"/>
            <a:chOff x="7513372" y="803186"/>
            <a:chExt cx="4163968" cy="5978614"/>
          </a:xfrm>
        </p:grpSpPr>
        <p:sp>
          <p:nvSpPr>
            <p:cNvPr id="13" name="Freeform 6">
              <a:extLst>
                <a:ext uri="{FF2B5EF4-FFF2-40B4-BE49-F238E27FC236}">
                  <a16:creationId xmlns:a16="http://schemas.microsoft.com/office/drawing/2014/main" id="{0BBEEF67-3DDF-46CF-8CD5-EA5F0E4FB0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14" name="Freeform 7">
              <a:extLst>
                <a:ext uri="{FF2B5EF4-FFF2-40B4-BE49-F238E27FC236}">
                  <a16:creationId xmlns:a16="http://schemas.microsoft.com/office/drawing/2014/main" id="{8FAC1C95-F817-487C-B8B2-CF141FBB1C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15" name="Rectangle 8">
              <a:extLst>
                <a:ext uri="{FF2B5EF4-FFF2-40B4-BE49-F238E27FC236}">
                  <a16:creationId xmlns:a16="http://schemas.microsoft.com/office/drawing/2014/main" id="{C2C5363A-D941-4AA1-8D38-D7E44A1E2E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grpSp>
      <p:sp>
        <p:nvSpPr>
          <p:cNvPr id="4" name="Title 3"/>
          <p:cNvSpPr>
            <a:spLocks noGrp="1"/>
          </p:cNvSpPr>
          <p:nvPr>
            <p:ph type="title"/>
          </p:nvPr>
        </p:nvSpPr>
        <p:spPr>
          <a:xfrm>
            <a:off x="823851" y="885651"/>
            <a:ext cx="2422352" cy="4624603"/>
          </a:xfrm>
        </p:spPr>
        <p:txBody>
          <a:bodyPr>
            <a:normAutofit/>
          </a:bodyPr>
          <a:lstStyle/>
          <a:p>
            <a:pPr eaLnBrk="1" hangingPunct="1">
              <a:defRPr/>
            </a:pPr>
            <a:r>
              <a:rPr lang="en-US" dirty="0">
                <a:solidFill>
                  <a:srgbClr val="FFFFFF"/>
                </a:solidFill>
              </a:rPr>
              <a:t>Have you ever worked with anyone who…</a:t>
            </a:r>
          </a:p>
        </p:txBody>
      </p:sp>
      <p:sp>
        <p:nvSpPr>
          <p:cNvPr id="5" name="Content Placeholder 4"/>
          <p:cNvSpPr>
            <a:spLocks noGrp="1"/>
          </p:cNvSpPr>
          <p:nvPr>
            <p:ph idx="1"/>
          </p:nvPr>
        </p:nvSpPr>
        <p:spPr>
          <a:xfrm>
            <a:off x="3873047" y="936544"/>
            <a:ext cx="5390924" cy="4984912"/>
          </a:xfrm>
        </p:spPr>
        <p:txBody>
          <a:bodyPr anchor="ctr">
            <a:normAutofit lnSpcReduction="10000"/>
          </a:bodyPr>
          <a:lstStyle/>
          <a:p>
            <a:pPr>
              <a:lnSpc>
                <a:spcPct val="100000"/>
              </a:lnSpc>
              <a:spcBef>
                <a:spcPts val="2472"/>
              </a:spcBef>
              <a:defRPr/>
            </a:pPr>
            <a:r>
              <a:rPr lang="en-US" sz="2400" dirty="0"/>
              <a:t>Couldn’t get along with others?</a:t>
            </a:r>
          </a:p>
          <a:p>
            <a:pPr>
              <a:lnSpc>
                <a:spcPct val="100000"/>
              </a:lnSpc>
              <a:spcBef>
                <a:spcPts val="2472"/>
              </a:spcBef>
              <a:defRPr/>
            </a:pPr>
            <a:r>
              <a:rPr lang="en-US" sz="2400" dirty="0"/>
              <a:t>Acted inappropriately?</a:t>
            </a:r>
          </a:p>
          <a:p>
            <a:pPr>
              <a:lnSpc>
                <a:spcPct val="100000"/>
              </a:lnSpc>
              <a:spcBef>
                <a:spcPts val="2472"/>
              </a:spcBef>
              <a:defRPr/>
            </a:pPr>
            <a:r>
              <a:rPr lang="en-US" sz="2400" dirty="0"/>
              <a:t>Had behavioral outbursts?</a:t>
            </a:r>
          </a:p>
          <a:p>
            <a:pPr>
              <a:lnSpc>
                <a:spcPct val="100000"/>
              </a:lnSpc>
              <a:spcBef>
                <a:spcPts val="2472"/>
              </a:spcBef>
              <a:defRPr/>
            </a:pPr>
            <a:r>
              <a:rPr lang="en-US" sz="2400" dirty="0"/>
              <a:t>Was chronically late?</a:t>
            </a:r>
          </a:p>
          <a:p>
            <a:pPr>
              <a:lnSpc>
                <a:spcPct val="100000"/>
              </a:lnSpc>
              <a:spcBef>
                <a:spcPts val="2472"/>
              </a:spcBef>
              <a:defRPr/>
            </a:pPr>
            <a:r>
              <a:rPr lang="en-US" sz="2400" dirty="0"/>
              <a:t>Complained about everything?</a:t>
            </a:r>
          </a:p>
          <a:p>
            <a:pPr>
              <a:lnSpc>
                <a:spcPct val="100000"/>
              </a:lnSpc>
              <a:spcBef>
                <a:spcPts val="2472"/>
              </a:spcBef>
              <a:defRPr/>
            </a:pPr>
            <a:r>
              <a:rPr lang="en-US" sz="2400" dirty="0"/>
              <a:t>Didn’t communicate well?</a:t>
            </a:r>
          </a:p>
          <a:p>
            <a:pPr>
              <a:lnSpc>
                <a:spcPct val="100000"/>
              </a:lnSpc>
              <a:spcBef>
                <a:spcPts val="2472"/>
              </a:spcBef>
              <a:defRPr/>
            </a:pPr>
            <a:r>
              <a:rPr lang="en-US" sz="2400" dirty="0"/>
              <a:t>Didn't work very fast?</a:t>
            </a:r>
          </a:p>
          <a:p>
            <a:pPr>
              <a:lnSpc>
                <a:spcPct val="100000"/>
              </a:lnSpc>
              <a:spcBef>
                <a:spcPts val="2472"/>
              </a:spcBef>
              <a:defRPr/>
            </a:pPr>
            <a:r>
              <a:rPr lang="en-US" sz="2400" dirty="0"/>
              <a:t>Got distracted easily?</a:t>
            </a:r>
          </a:p>
        </p:txBody>
      </p:sp>
    </p:spTree>
    <p:extLst>
      <p:ext uri="{BB962C8B-B14F-4D97-AF65-F5344CB8AC3E}">
        <p14:creationId xmlns:p14="http://schemas.microsoft.com/office/powerpoint/2010/main" val="39813269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1473A6-3F22-483E-8A30-80B9D2B14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AA1375E3-3E53-4D75-BAB7-E5929BFCB2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00762" y="563918"/>
            <a:ext cx="3089954" cy="5978614"/>
            <a:chOff x="7513372" y="803186"/>
            <a:chExt cx="4163968" cy="5978614"/>
          </a:xfrm>
        </p:grpSpPr>
        <p:sp>
          <p:nvSpPr>
            <p:cNvPr id="13" name="Freeform 6">
              <a:extLst>
                <a:ext uri="{FF2B5EF4-FFF2-40B4-BE49-F238E27FC236}">
                  <a16:creationId xmlns:a16="http://schemas.microsoft.com/office/drawing/2014/main" id="{0BBEEF67-3DDF-46CF-8CD5-EA5F0E4FB0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14" name="Freeform 7">
              <a:extLst>
                <a:ext uri="{FF2B5EF4-FFF2-40B4-BE49-F238E27FC236}">
                  <a16:creationId xmlns:a16="http://schemas.microsoft.com/office/drawing/2014/main" id="{8FAC1C95-F817-487C-B8B2-CF141FBB1C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15" name="Rectangle 8">
              <a:extLst>
                <a:ext uri="{FF2B5EF4-FFF2-40B4-BE49-F238E27FC236}">
                  <a16:creationId xmlns:a16="http://schemas.microsoft.com/office/drawing/2014/main" id="{C2C5363A-D941-4AA1-8D38-D7E44A1E2E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grpSp>
      <p:sp>
        <p:nvSpPr>
          <p:cNvPr id="4" name="Title 3"/>
          <p:cNvSpPr>
            <a:spLocks noGrp="1"/>
          </p:cNvSpPr>
          <p:nvPr>
            <p:ph type="title"/>
          </p:nvPr>
        </p:nvSpPr>
        <p:spPr>
          <a:xfrm>
            <a:off x="823851" y="885651"/>
            <a:ext cx="2422352" cy="4624603"/>
          </a:xfrm>
        </p:spPr>
        <p:txBody>
          <a:bodyPr>
            <a:normAutofit/>
          </a:bodyPr>
          <a:lstStyle/>
          <a:p>
            <a:pPr eaLnBrk="1" hangingPunct="1">
              <a:defRPr/>
            </a:pPr>
            <a:r>
              <a:rPr lang="en-US" dirty="0">
                <a:solidFill>
                  <a:srgbClr val="FFFFFF"/>
                </a:solidFill>
              </a:rPr>
              <a:t>Have you ever worked with anyone who…</a:t>
            </a:r>
          </a:p>
        </p:txBody>
      </p:sp>
      <p:sp>
        <p:nvSpPr>
          <p:cNvPr id="5" name="Content Placeholder 4"/>
          <p:cNvSpPr>
            <a:spLocks noGrp="1"/>
          </p:cNvSpPr>
          <p:nvPr>
            <p:ph idx="1"/>
          </p:nvPr>
        </p:nvSpPr>
        <p:spPr>
          <a:xfrm>
            <a:off x="3734031" y="726046"/>
            <a:ext cx="5407683" cy="5816486"/>
          </a:xfrm>
        </p:spPr>
        <p:txBody>
          <a:bodyPr anchor="ctr">
            <a:normAutofit/>
          </a:bodyPr>
          <a:lstStyle/>
          <a:p>
            <a:pPr eaLnBrk="1" hangingPunct="1">
              <a:spcBef>
                <a:spcPts val="2200"/>
              </a:spcBef>
              <a:defRPr/>
            </a:pPr>
            <a:r>
              <a:rPr lang="en-US" sz="2400" dirty="0"/>
              <a:t>Didn’t take directions well…or at all?</a:t>
            </a:r>
          </a:p>
          <a:p>
            <a:pPr eaLnBrk="1" hangingPunct="1">
              <a:spcBef>
                <a:spcPts val="2200"/>
              </a:spcBef>
              <a:defRPr/>
            </a:pPr>
            <a:r>
              <a:rPr lang="en-US" sz="2400" dirty="0"/>
              <a:t>Acted impulsively without thinking?</a:t>
            </a:r>
          </a:p>
          <a:p>
            <a:pPr eaLnBrk="1" hangingPunct="1">
              <a:spcBef>
                <a:spcPts val="2200"/>
              </a:spcBef>
              <a:defRPr/>
            </a:pPr>
            <a:r>
              <a:rPr lang="en-US" sz="2400" dirty="0"/>
              <a:t>Had a messy office?</a:t>
            </a:r>
          </a:p>
          <a:p>
            <a:pPr eaLnBrk="1" hangingPunct="1">
              <a:spcBef>
                <a:spcPts val="2200"/>
              </a:spcBef>
              <a:defRPr/>
            </a:pPr>
            <a:r>
              <a:rPr lang="en-US" sz="2400" dirty="0"/>
              <a:t>Wasn’t organized?</a:t>
            </a:r>
          </a:p>
          <a:p>
            <a:pPr eaLnBrk="1" hangingPunct="1">
              <a:lnSpc>
                <a:spcPct val="110000"/>
              </a:lnSpc>
              <a:spcBef>
                <a:spcPts val="2200"/>
              </a:spcBef>
              <a:defRPr/>
            </a:pPr>
            <a:r>
              <a:rPr lang="en-US" sz="2400" dirty="0"/>
              <a:t>Wasn’t always professional?</a:t>
            </a:r>
          </a:p>
          <a:p>
            <a:pPr eaLnBrk="1" hangingPunct="1">
              <a:spcBef>
                <a:spcPts val="2200"/>
              </a:spcBef>
              <a:defRPr/>
            </a:pPr>
            <a:r>
              <a:rPr lang="en-US" sz="2400" dirty="0"/>
              <a:t>Was rude?</a:t>
            </a:r>
          </a:p>
          <a:p>
            <a:pPr eaLnBrk="1" hangingPunct="1">
              <a:spcBef>
                <a:spcPts val="2200"/>
              </a:spcBef>
              <a:defRPr/>
            </a:pPr>
            <a:r>
              <a:rPr lang="en-US" sz="2400" dirty="0"/>
              <a:t>Couldn’t take criticism?</a:t>
            </a:r>
          </a:p>
          <a:p>
            <a:pPr eaLnBrk="1" hangingPunct="1">
              <a:spcBef>
                <a:spcPts val="2200"/>
              </a:spcBef>
              <a:defRPr/>
            </a:pPr>
            <a:r>
              <a:rPr lang="en-US" sz="2400" dirty="0"/>
              <a:t>Was lazy?</a:t>
            </a:r>
          </a:p>
          <a:p>
            <a:pPr eaLnBrk="1" hangingPunct="1">
              <a:spcBef>
                <a:spcPts val="2200"/>
              </a:spcBef>
              <a:defRPr/>
            </a:pPr>
            <a:r>
              <a:rPr lang="en-US" sz="2400" dirty="0"/>
              <a:t>Wasn’t very good at their job – but managed to still keep it?</a:t>
            </a:r>
          </a:p>
        </p:txBody>
      </p:sp>
    </p:spTree>
    <p:extLst>
      <p:ext uri="{BB962C8B-B14F-4D97-AF65-F5344CB8AC3E}">
        <p14:creationId xmlns:p14="http://schemas.microsoft.com/office/powerpoint/2010/main" val="5019299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E4F293-0A40-4AA3-8747-1C7D9F3EE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D1CC8B8-2CD1-45F6-9CED-CA31040022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13" name="Freeform 44">
              <a:extLst>
                <a:ext uri="{FF2B5EF4-FFF2-40B4-BE49-F238E27FC236}">
                  <a16:creationId xmlns:a16="http://schemas.microsoft.com/office/drawing/2014/main" id="{D0486316-3F2D-434E-AF23-A8EDD6E78D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2AF5945E-96EF-472A-8B30-5AC427AA40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F43F39F5-753C-4BA6-AF2B-6F0EEE25A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2CC5073C-8188-4DE4-B2AB-9C87DDA4F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AEF2074A-D7D4-4AF6-866A-31DDF66B1F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aphicFrame>
        <p:nvGraphicFramePr>
          <p:cNvPr id="5" name="Content Placeholder 2">
            <a:extLst>
              <a:ext uri="{FF2B5EF4-FFF2-40B4-BE49-F238E27FC236}">
                <a16:creationId xmlns:a16="http://schemas.microsoft.com/office/drawing/2014/main" id="{183FEA99-0EA7-4B7F-B646-F745A440FB24}"/>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004004950"/>
              </p:ext>
            </p:extLst>
          </p:nvPr>
        </p:nvGraphicFramePr>
        <p:xfrm>
          <a:off x="1066869" y="2499837"/>
          <a:ext cx="7130833" cy="371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3">
            <a:extLst>
              <a:ext uri="{FF2B5EF4-FFF2-40B4-BE49-F238E27FC236}">
                <a16:creationId xmlns:a16="http://schemas.microsoft.com/office/drawing/2014/main" id="{6D662E12-F18A-2323-DA5F-8508AFB68401}"/>
              </a:ext>
            </a:extLst>
          </p:cNvPr>
          <p:cNvSpPr>
            <a:spLocks noGrp="1"/>
          </p:cNvSpPr>
          <p:nvPr>
            <p:ph type="title"/>
          </p:nvPr>
        </p:nvSpPr>
        <p:spPr>
          <a:xfrm>
            <a:off x="644925" y="824909"/>
            <a:ext cx="7772400" cy="1143000"/>
          </a:xfrm>
        </p:spPr>
        <p:txBody>
          <a:bodyPr/>
          <a:lstStyle/>
          <a:p>
            <a:r>
              <a:rPr lang="en-US" cap="small" dirty="0">
                <a:solidFill>
                  <a:schemeClr val="bg1"/>
                </a:solidFill>
              </a:rPr>
              <a:t>Assessment Techniques</a:t>
            </a:r>
          </a:p>
        </p:txBody>
      </p:sp>
    </p:spTree>
    <p:extLst>
      <p:ext uri="{BB962C8B-B14F-4D97-AF65-F5344CB8AC3E}">
        <p14:creationId xmlns:p14="http://schemas.microsoft.com/office/powerpoint/2010/main" val="178852868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6C28D-6085-2147-8936-6F10D8987D52}"/>
              </a:ext>
            </a:extLst>
          </p:cNvPr>
          <p:cNvSpPr>
            <a:spLocks noGrp="1"/>
          </p:cNvSpPr>
          <p:nvPr>
            <p:ph type="title"/>
          </p:nvPr>
        </p:nvSpPr>
        <p:spPr>
          <a:xfrm>
            <a:off x="228600" y="360219"/>
            <a:ext cx="5808518" cy="803563"/>
          </a:xfrm>
        </p:spPr>
        <p:style>
          <a:lnRef idx="0">
            <a:schemeClr val="accent5"/>
          </a:lnRef>
          <a:fillRef idx="3">
            <a:schemeClr val="accent5"/>
          </a:fillRef>
          <a:effectRef idx="3">
            <a:schemeClr val="accent5"/>
          </a:effectRef>
          <a:fontRef idx="minor">
            <a:schemeClr val="lt1"/>
          </a:fontRef>
        </p:style>
        <p:txBody>
          <a:bodyPr/>
          <a:lstStyle/>
          <a:p>
            <a:r>
              <a:rPr lang="en-US" dirty="0"/>
              <a:t>What is being assessed?</a:t>
            </a:r>
          </a:p>
        </p:txBody>
      </p:sp>
      <p:sp>
        <p:nvSpPr>
          <p:cNvPr id="3" name="Content Placeholder 2">
            <a:extLst>
              <a:ext uri="{FF2B5EF4-FFF2-40B4-BE49-F238E27FC236}">
                <a16:creationId xmlns:a16="http://schemas.microsoft.com/office/drawing/2014/main" id="{C8D02578-519C-DA45-8C32-16D5686ACE6E}"/>
              </a:ext>
            </a:extLst>
          </p:cNvPr>
          <p:cNvSpPr>
            <a:spLocks noGrp="1"/>
          </p:cNvSpPr>
          <p:nvPr>
            <p:ph idx="1"/>
          </p:nvPr>
        </p:nvSpPr>
        <p:spPr>
          <a:xfrm>
            <a:off x="228600" y="1357745"/>
            <a:ext cx="7772400" cy="3079173"/>
          </a:xfrm>
        </p:spPr>
        <p:txBody>
          <a:bodyPr>
            <a:noAutofit/>
          </a:bodyPr>
          <a:lstStyle/>
          <a:p>
            <a:pPr>
              <a:lnSpc>
                <a:spcPct val="100000"/>
              </a:lnSpc>
            </a:pPr>
            <a:r>
              <a:rPr lang="en-US" sz="2400" dirty="0"/>
              <a:t>Job interests</a:t>
            </a:r>
          </a:p>
          <a:p>
            <a:pPr>
              <a:lnSpc>
                <a:spcPct val="100000"/>
              </a:lnSpc>
            </a:pPr>
            <a:r>
              <a:rPr lang="en-US" sz="2400" dirty="0"/>
              <a:t>Work-related skills, talents</a:t>
            </a:r>
          </a:p>
          <a:p>
            <a:pPr>
              <a:lnSpc>
                <a:spcPct val="100000"/>
              </a:lnSpc>
            </a:pPr>
            <a:r>
              <a:rPr lang="en-US" sz="2400" dirty="0"/>
              <a:t>Work environment preferences</a:t>
            </a:r>
          </a:p>
          <a:p>
            <a:pPr>
              <a:lnSpc>
                <a:spcPct val="100000"/>
              </a:lnSpc>
            </a:pPr>
            <a:r>
              <a:rPr lang="en-US" sz="2400" dirty="0"/>
              <a:t>Social skills </a:t>
            </a:r>
          </a:p>
          <a:p>
            <a:pPr>
              <a:lnSpc>
                <a:spcPct val="100000"/>
              </a:lnSpc>
            </a:pPr>
            <a:r>
              <a:rPr lang="en-US" sz="2400" dirty="0"/>
              <a:t>Self-care skills</a:t>
            </a:r>
          </a:p>
          <a:p>
            <a:pPr>
              <a:lnSpc>
                <a:spcPct val="100000"/>
              </a:lnSpc>
            </a:pPr>
            <a:r>
              <a:rPr lang="en-US" sz="2400" dirty="0"/>
              <a:t>Work ethic and endurance</a:t>
            </a:r>
          </a:p>
          <a:p>
            <a:pPr>
              <a:lnSpc>
                <a:spcPct val="100000"/>
              </a:lnSpc>
            </a:pPr>
            <a:r>
              <a:rPr lang="en-US" sz="2400" dirty="0"/>
              <a:t>Accommodation and support needs</a:t>
            </a:r>
          </a:p>
          <a:p>
            <a:pPr>
              <a:lnSpc>
                <a:spcPct val="100000"/>
              </a:lnSpc>
            </a:pPr>
            <a:r>
              <a:rPr lang="en-US" sz="2400" dirty="0"/>
              <a:t>Others</a:t>
            </a:r>
          </a:p>
        </p:txBody>
      </p:sp>
      <p:sp>
        <p:nvSpPr>
          <p:cNvPr id="4" name="TextBox 3">
            <a:extLst>
              <a:ext uri="{FF2B5EF4-FFF2-40B4-BE49-F238E27FC236}">
                <a16:creationId xmlns:a16="http://schemas.microsoft.com/office/drawing/2014/main" id="{2515DFDE-8CE4-7F4E-91D7-5A2F5C3B4873}"/>
              </a:ext>
            </a:extLst>
          </p:cNvPr>
          <p:cNvSpPr txBox="1"/>
          <p:nvPr/>
        </p:nvSpPr>
        <p:spPr>
          <a:xfrm>
            <a:off x="2639291" y="5310213"/>
            <a:ext cx="5133109" cy="1384995"/>
          </a:xfrm>
          <a:prstGeom prst="rect">
            <a:avLst/>
          </a:prstGeom>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sz="2800" b="1" dirty="0"/>
              <a:t>Examine:</a:t>
            </a:r>
          </a:p>
          <a:p>
            <a:pPr marL="342900" indent="-342900">
              <a:buFont typeface="Arial" panose="020B0604020202020204" pitchFamily="34" charset="0"/>
              <a:buChar char="•"/>
            </a:pPr>
            <a:r>
              <a:rPr lang="en-US" sz="2800" i="1" dirty="0"/>
              <a:t>Strengths</a:t>
            </a:r>
          </a:p>
          <a:p>
            <a:pPr marL="342900" indent="-342900">
              <a:buFont typeface="Arial" panose="020B0604020202020204" pitchFamily="34" charset="0"/>
              <a:buChar char="•"/>
            </a:pPr>
            <a:r>
              <a:rPr lang="en-US" sz="2800" i="1" dirty="0"/>
              <a:t>Areas for improvement</a:t>
            </a:r>
          </a:p>
        </p:txBody>
      </p:sp>
      <p:pic>
        <p:nvPicPr>
          <p:cNvPr id="6" name="Picture 5">
            <a:extLst>
              <a:ext uri="{FF2B5EF4-FFF2-40B4-BE49-F238E27FC236}">
                <a16:creationId xmlns:a16="http://schemas.microsoft.com/office/drawing/2014/main" id="{E5B98513-2EED-228B-0659-AB79B56F6C7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213347" y="1336038"/>
            <a:ext cx="1954484" cy="3537527"/>
          </a:xfrm>
          <a:prstGeom prst="rect">
            <a:avLst/>
          </a:prstGeom>
        </p:spPr>
      </p:pic>
    </p:spTree>
    <p:extLst>
      <p:ext uri="{BB962C8B-B14F-4D97-AF65-F5344CB8AC3E}">
        <p14:creationId xmlns:p14="http://schemas.microsoft.com/office/powerpoint/2010/main" val="14930485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7CED5603-8BD5-A241-914E-7AB84E1598DF}"/>
              </a:ext>
              <a:ext uri="{C183D7F6-B498-43B3-948B-1728B52AA6E4}">
                <adec:decorative xmlns:adec="http://schemas.microsoft.com/office/drawing/2017/decorative" val="1"/>
              </a:ext>
            </a:extLst>
          </p:cNvPr>
          <p:cNvGraphicFramePr/>
          <p:nvPr/>
        </p:nvGraphicFramePr>
        <p:xfrm>
          <a:off x="1373868" y="1800945"/>
          <a:ext cx="6396264" cy="4103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7068B652-8B94-8B48-9536-A99AC5B285F9}"/>
              </a:ext>
            </a:extLst>
          </p:cNvPr>
          <p:cNvSpPr>
            <a:spLocks noGrp="1"/>
          </p:cNvSpPr>
          <p:nvPr>
            <p:ph type="title"/>
          </p:nvPr>
        </p:nvSpPr>
        <p:spPr>
          <a:xfrm>
            <a:off x="685800" y="392331"/>
            <a:ext cx="7772400" cy="1143000"/>
          </a:xfrm>
        </p:spPr>
        <p:txBody>
          <a:bodyPr>
            <a:normAutofit fontScale="90000"/>
          </a:bodyPr>
          <a:lstStyle/>
          <a:p>
            <a:pPr algn="ctr"/>
            <a:r>
              <a:rPr lang="en-US" cap="small" dirty="0"/>
              <a:t>Facilitating Integration Into The Workforce</a:t>
            </a:r>
          </a:p>
        </p:txBody>
      </p:sp>
      <p:sp>
        <p:nvSpPr>
          <p:cNvPr id="3" name="TextBox 2">
            <a:extLst>
              <a:ext uri="{FF2B5EF4-FFF2-40B4-BE49-F238E27FC236}">
                <a16:creationId xmlns:a16="http://schemas.microsoft.com/office/drawing/2014/main" id="{94436CB1-D5BA-9F4F-9695-F30EBBB5692A}"/>
              </a:ext>
            </a:extLst>
          </p:cNvPr>
          <p:cNvSpPr txBox="1"/>
          <p:nvPr/>
        </p:nvSpPr>
        <p:spPr>
          <a:xfrm>
            <a:off x="159656" y="6170473"/>
            <a:ext cx="5021944"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Geneva" panose="020B0503030404040204" pitchFamily="34" charset="0"/>
                <a:cs typeface="+mn-cs"/>
              </a:rPr>
              <a:t>Marston,D</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Geneva" panose="020B0503030404040204" pitchFamily="34" charset="0"/>
                <a:cs typeface="+mn-cs"/>
              </a:rPr>
              <a:t>. (2015). Behavioral Assessment and Vocational Training Programs for Individuals With Intellectual Disability</a:t>
            </a:r>
          </a:p>
        </p:txBody>
      </p:sp>
    </p:spTree>
    <p:extLst>
      <p:ext uri="{BB962C8B-B14F-4D97-AF65-F5344CB8AC3E}">
        <p14:creationId xmlns:p14="http://schemas.microsoft.com/office/powerpoint/2010/main" val="55546165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1C3BD-DF43-9042-86D7-6952F6785BBF}"/>
              </a:ext>
            </a:extLst>
          </p:cNvPr>
          <p:cNvSpPr>
            <a:spLocks noGrp="1"/>
          </p:cNvSpPr>
          <p:nvPr>
            <p:ph type="title"/>
          </p:nvPr>
        </p:nvSpPr>
        <p:spPr>
          <a:xfrm>
            <a:off x="3522517" y="1427348"/>
            <a:ext cx="5168075" cy="4214916"/>
          </a:xfrm>
          <a:scene3d>
            <a:camera prst="orthographicFront"/>
            <a:lightRig rig="threePt" dir="t"/>
          </a:scene3d>
          <a:sp3d>
            <a:bevelT prst="angle"/>
          </a:sp3d>
        </p:spPr>
        <p:style>
          <a:lnRef idx="3">
            <a:schemeClr val="lt1"/>
          </a:lnRef>
          <a:fillRef idx="1">
            <a:schemeClr val="accent6"/>
          </a:fillRef>
          <a:effectRef idx="1">
            <a:schemeClr val="accent6"/>
          </a:effectRef>
          <a:fontRef idx="minor">
            <a:schemeClr val="lt1"/>
          </a:fontRef>
        </p:style>
        <p:txBody>
          <a:bodyPr>
            <a:normAutofit fontScale="90000"/>
          </a:bodyPr>
          <a:lstStyle/>
          <a:p>
            <a:pPr algn="ctr"/>
            <a:r>
              <a:rPr lang="en-US" i="1" dirty="0"/>
              <a:t>Remember:</a:t>
            </a:r>
            <a:br>
              <a:rPr lang="en-US" dirty="0"/>
            </a:br>
            <a:r>
              <a:rPr lang="en-US" dirty="0"/>
              <a:t> </a:t>
            </a:r>
            <a:br>
              <a:rPr lang="en-US" dirty="0"/>
            </a:br>
            <a:r>
              <a:rPr lang="en-US" dirty="0"/>
              <a:t>Assessment is contextual in terms of the environment and tasks being performed </a:t>
            </a:r>
          </a:p>
        </p:txBody>
      </p:sp>
      <p:pic>
        <p:nvPicPr>
          <p:cNvPr id="4" name="Picture 3">
            <a:extLst>
              <a:ext uri="{FF2B5EF4-FFF2-40B4-BE49-F238E27FC236}">
                <a16:creationId xmlns:a16="http://schemas.microsoft.com/office/drawing/2014/main" id="{9F251DA5-61BE-A8A9-5A58-D512E085947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482" y="1830779"/>
            <a:ext cx="3599873" cy="3599873"/>
          </a:xfrm>
          <a:prstGeom prst="rect">
            <a:avLst/>
          </a:prstGeom>
        </p:spPr>
      </p:pic>
    </p:spTree>
    <p:extLst>
      <p:ext uri="{BB962C8B-B14F-4D97-AF65-F5344CB8AC3E}">
        <p14:creationId xmlns:p14="http://schemas.microsoft.com/office/powerpoint/2010/main" val="361048883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6F65DC3-3F66-EC4E-8480-B28C1BA59297}"/>
              </a:ext>
            </a:extLst>
          </p:cNvPr>
          <p:cNvSpPr txBox="1"/>
          <p:nvPr/>
        </p:nvSpPr>
        <p:spPr>
          <a:xfrm>
            <a:off x="6684673" y="6657945"/>
            <a:ext cx="2459327" cy="200055"/>
          </a:xfrm>
          <a:prstGeom prst="rect">
            <a:avLst/>
          </a:prstGeom>
          <a:solidFill>
            <a:srgbClr val="000000"/>
          </a:solidFill>
          <a:ln>
            <a:noFill/>
          </a:ln>
        </p:spPr>
        <p:style>
          <a:lnRef idx="2">
            <a:schemeClr val="dk1"/>
          </a:lnRef>
          <a:fillRef idx="1">
            <a:schemeClr val="lt1"/>
          </a:fillRef>
          <a:effectRef idx="0">
            <a:schemeClr val="dk1"/>
          </a:effectRef>
          <a:fontRef idx="minor">
            <a:schemeClr val="dk1"/>
          </a:fontRef>
        </p:style>
        <p:txBody>
          <a:bodyPr wrap="none" rtlCol="0">
            <a:spAutoFit/>
          </a:bodyPr>
          <a:lstStyle/>
          <a:p>
            <a:pPr algn="r">
              <a:spcAft>
                <a:spcPts val="600"/>
              </a:spcAft>
            </a:pPr>
            <a:r>
              <a:rPr lang="en-US" sz="700">
                <a:solidFill>
                  <a:srgbClr val="FFFFFF"/>
                </a:solidFill>
                <a:hlinkClick r:id="rId2" tooltip="http://teachersol.blogspot.com/2010/11/actresses-with-down-syndrome-honored-by.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3" tooltip="https://creativecommons.org/licenses/by-nc-nd/3.0/">
                  <a:extLst>
                    <a:ext uri="{A12FA001-AC4F-418D-AE19-62706E023703}">
                      <ahyp:hlinkClr xmlns:ahyp="http://schemas.microsoft.com/office/drawing/2018/hyperlinkcolor" val="tx"/>
                    </a:ext>
                  </a:extLst>
                </a:hlinkClick>
              </a:rPr>
              <a:t>CC BY-NC-ND</a:t>
            </a:r>
            <a:endParaRPr lang="en-US" sz="700">
              <a:solidFill>
                <a:srgbClr val="FFFFFF"/>
              </a:solidFill>
            </a:endParaRPr>
          </a:p>
        </p:txBody>
      </p:sp>
      <p:sp>
        <p:nvSpPr>
          <p:cNvPr id="18" name="Oval 17">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5426" y="1364732"/>
            <a:ext cx="710616"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8" name="Picture 7" descr="Teenager wearing glasses">
            <a:extLst>
              <a:ext uri="{FF2B5EF4-FFF2-40B4-BE49-F238E27FC236}">
                <a16:creationId xmlns:a16="http://schemas.microsoft.com/office/drawing/2014/main" id="{F9E88D09-F865-9747-94FC-90F055A286F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2"/>
          <a:stretch/>
        </p:blipFill>
        <p:spPr>
          <a:xfrm>
            <a:off x="5925944" y="2727729"/>
            <a:ext cx="3218056"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20" name="Arc 19">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4022954" y="-170491"/>
            <a:ext cx="4021193" cy="3015895"/>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0" name="Picture 9" descr="Young woman with Down syndrome">
            <a:extLst>
              <a:ext uri="{FF2B5EF4-FFF2-40B4-BE49-F238E27FC236}">
                <a16:creationId xmlns:a16="http://schemas.microsoft.com/office/drawing/2014/main" id="{B51D9CEC-1B63-2D40-A3A3-175FF2A9E075}"/>
              </a:ext>
            </a:extLst>
          </p:cNvPr>
          <p:cNvPicPr>
            <a:picLocks noChangeAspect="1"/>
          </p:cNvPicPr>
          <p:nvPr/>
        </p:nvPicPr>
        <p:blipFill rotWithShape="1">
          <a:blip r:embed="rId5" cstate="screen">
            <a:extLst>
              <a:ext uri="{28A0092B-C50C-407E-A947-70E740481C1C}">
                <a14:useLocalDpi xmlns:a14="http://schemas.microsoft.com/office/drawing/2010/main"/>
              </a:ext>
              <a:ext uri="{837473B0-CC2E-450A-ABE3-18F120FF3D39}">
                <a1611:picAttrSrcUrl xmlns:a1611="http://schemas.microsoft.com/office/drawing/2016/11/main" r:id="rId2"/>
              </a:ext>
            </a:extLst>
          </a:blip>
          <a:srcRect b="-4"/>
          <a:stretch/>
        </p:blipFill>
        <p:spPr>
          <a:xfrm>
            <a:off x="4696205" y="1"/>
            <a:ext cx="2639484"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6" name="Content Placeholder 5">
            <a:extLst>
              <a:ext uri="{FF2B5EF4-FFF2-40B4-BE49-F238E27FC236}">
                <a16:creationId xmlns:a16="http://schemas.microsoft.com/office/drawing/2014/main" id="{27233FD7-77FF-E44A-A4E0-8ACDF0220A76}"/>
              </a:ext>
            </a:extLst>
          </p:cNvPr>
          <p:cNvSpPr>
            <a:spLocks noGrp="1"/>
          </p:cNvSpPr>
          <p:nvPr>
            <p:ph idx="1"/>
          </p:nvPr>
        </p:nvSpPr>
        <p:spPr>
          <a:xfrm>
            <a:off x="562701" y="2259527"/>
            <a:ext cx="3819146" cy="4351338"/>
          </a:xfrm>
        </p:spPr>
        <p:txBody>
          <a:bodyPr vert="horz" lIns="91440" tIns="45720" rIns="91440" bIns="45720" rtlCol="0">
            <a:normAutofit/>
          </a:bodyPr>
          <a:lstStyle/>
          <a:p>
            <a:r>
              <a:rPr lang="en-US" sz="2400" b="0" dirty="0"/>
              <a:t>Social skills</a:t>
            </a:r>
          </a:p>
          <a:p>
            <a:r>
              <a:rPr lang="en-US" sz="2400" b="0" dirty="0"/>
              <a:t>Communication skills</a:t>
            </a:r>
          </a:p>
          <a:p>
            <a:r>
              <a:rPr lang="en-US" sz="2400" b="0" dirty="0"/>
              <a:t>Increased time needed for cognitive process and learning</a:t>
            </a:r>
          </a:p>
          <a:p>
            <a:r>
              <a:rPr lang="en-US" sz="2400" b="0" dirty="0"/>
              <a:t>Low literacy (reading, writing, math)</a:t>
            </a:r>
          </a:p>
          <a:p>
            <a:r>
              <a:rPr lang="en-US" sz="2400" b="0" dirty="0"/>
              <a:t>Challenges with abstract concepts</a:t>
            </a:r>
          </a:p>
          <a:p>
            <a:r>
              <a:rPr lang="en-US" sz="2400" b="0" dirty="0"/>
              <a:t>Challenges w/transferring learning</a:t>
            </a:r>
          </a:p>
          <a:p>
            <a:endParaRPr lang="en-US" sz="2400" dirty="0"/>
          </a:p>
        </p:txBody>
      </p:sp>
      <p:sp>
        <p:nvSpPr>
          <p:cNvPr id="5" name="Title 4">
            <a:extLst>
              <a:ext uri="{FF2B5EF4-FFF2-40B4-BE49-F238E27FC236}">
                <a16:creationId xmlns:a16="http://schemas.microsoft.com/office/drawing/2014/main" id="{E27F8340-9FB3-3643-976E-4178AF73A35C}"/>
              </a:ext>
              <a:ext uri="{C183D7F6-B498-43B3-948B-1728B52AA6E4}">
                <adec:decorative xmlns:adec="http://schemas.microsoft.com/office/drawing/2017/decorative" val="1"/>
              </a:ext>
            </a:extLst>
          </p:cNvPr>
          <p:cNvSpPr>
            <a:spLocks noGrp="1"/>
          </p:cNvSpPr>
          <p:nvPr>
            <p:ph type="title"/>
          </p:nvPr>
        </p:nvSpPr>
        <p:spPr>
          <a:xfrm>
            <a:off x="628650" y="345810"/>
            <a:ext cx="3840421" cy="1325563"/>
          </a:xfrm>
          <a:scene3d>
            <a:camera prst="orthographicFront"/>
            <a:lightRig rig="threePt" dir="t"/>
          </a:scene3d>
        </p:spPr>
        <p:style>
          <a:lnRef idx="0">
            <a:schemeClr val="accent4"/>
          </a:lnRef>
          <a:fillRef idx="3">
            <a:schemeClr val="accent4"/>
          </a:fillRef>
          <a:effectRef idx="3">
            <a:schemeClr val="accent4"/>
          </a:effectRef>
          <a:fontRef idx="minor">
            <a:schemeClr val="lt1"/>
          </a:fontRef>
        </p:style>
        <p:txBody>
          <a:bodyPr vert="horz" lIns="91440" tIns="45720" rIns="91440" bIns="45720" rtlCol="0" anchor="ctr">
            <a:normAutofit/>
          </a:bodyPr>
          <a:lstStyle/>
          <a:p>
            <a:r>
              <a:rPr lang="en-US" sz="3100" kern="1200" dirty="0">
                <a:solidFill>
                  <a:schemeClr val="tx1"/>
                </a:solidFill>
                <a:latin typeface="+mj-lt"/>
                <a:ea typeface="+mj-ea"/>
                <a:cs typeface="+mj-cs"/>
              </a:rPr>
              <a:t>Impact of Intellectual Disability on Individual</a:t>
            </a:r>
          </a:p>
        </p:txBody>
      </p:sp>
    </p:spTree>
    <p:extLst>
      <p:ext uri="{BB962C8B-B14F-4D97-AF65-F5344CB8AC3E}">
        <p14:creationId xmlns:p14="http://schemas.microsoft.com/office/powerpoint/2010/main" val="270054627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A23D792D-D9F2-4EB4-ADE2-65A518DA64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0700" y="0"/>
            <a:ext cx="3543300" cy="6858000"/>
            <a:chOff x="7467600" y="0"/>
            <a:chExt cx="4724400" cy="6858000"/>
          </a:xfrm>
        </p:grpSpPr>
        <p:sp>
          <p:nvSpPr>
            <p:cNvPr id="25" name="Rectangle 30">
              <a:extLst>
                <a:ext uri="{FF2B5EF4-FFF2-40B4-BE49-F238E27FC236}">
                  <a16:creationId xmlns:a16="http://schemas.microsoft.com/office/drawing/2014/main" id="{25592A9C-8D2C-465B-A803-5CC96FD80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31">
              <a:extLst>
                <a:ext uri="{FF2B5EF4-FFF2-40B4-BE49-F238E27FC236}">
                  <a16:creationId xmlns:a16="http://schemas.microsoft.com/office/drawing/2014/main" id="{6B6D3DC2-5D3E-4BC5-AE58-271493379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4" name="Freeform: Shape 33">
            <a:extLst>
              <a:ext uri="{FF2B5EF4-FFF2-40B4-BE49-F238E27FC236}">
                <a16:creationId xmlns:a16="http://schemas.microsoft.com/office/drawing/2014/main" id="{D06891CE-5B9C-4B9E-AA78-3A5E25434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00700" y="1"/>
            <a:ext cx="3543300" cy="6857999"/>
          </a:xfrm>
          <a:custGeom>
            <a:avLst/>
            <a:gdLst>
              <a:gd name="connsiteX0" fmla="*/ 0 w 4724400"/>
              <a:gd name="connsiteY0" fmla="*/ 6805948 h 6857999"/>
              <a:gd name="connsiteX1" fmla="*/ 15600 w 4724400"/>
              <a:gd name="connsiteY1" fmla="*/ 6813099 h 6857999"/>
              <a:gd name="connsiteX2" fmla="*/ 117632 w 4724400"/>
              <a:gd name="connsiteY2" fmla="*/ 6850060 h 6857999"/>
              <a:gd name="connsiteX3" fmla="*/ 146175 w 4724400"/>
              <a:gd name="connsiteY3" fmla="*/ 6857998 h 6857999"/>
              <a:gd name="connsiteX4" fmla="*/ 54597 w 4724400"/>
              <a:gd name="connsiteY4" fmla="*/ 6857998 h 6857999"/>
              <a:gd name="connsiteX5" fmla="*/ 0 w 4724400"/>
              <a:gd name="connsiteY5" fmla="*/ 6831490 h 6857999"/>
              <a:gd name="connsiteX6" fmla="*/ 0 w 4724400"/>
              <a:gd name="connsiteY6" fmla="*/ 6736157 h 6857999"/>
              <a:gd name="connsiteX7" fmla="*/ 114811 w 4724400"/>
              <a:gd name="connsiteY7" fmla="*/ 6784122 h 6857999"/>
              <a:gd name="connsiteX8" fmla="*/ 138159 w 4724400"/>
              <a:gd name="connsiteY8" fmla="*/ 6793465 h 6857999"/>
              <a:gd name="connsiteX9" fmla="*/ 270310 w 4724400"/>
              <a:gd name="connsiteY9" fmla="*/ 6840638 h 6857999"/>
              <a:gd name="connsiteX10" fmla="*/ 358932 w 4724400"/>
              <a:gd name="connsiteY10" fmla="*/ 6857999 h 6857999"/>
              <a:gd name="connsiteX11" fmla="*/ 228496 w 4724400"/>
              <a:gd name="connsiteY11" fmla="*/ 6857999 h 6857999"/>
              <a:gd name="connsiteX12" fmla="*/ 126481 w 4724400"/>
              <a:gd name="connsiteY12" fmla="*/ 6821149 h 6857999"/>
              <a:gd name="connsiteX13" fmla="*/ 103134 w 4724400"/>
              <a:gd name="connsiteY13" fmla="*/ 6811799 h 6857999"/>
              <a:gd name="connsiteX14" fmla="*/ 0 w 4724400"/>
              <a:gd name="connsiteY14" fmla="*/ 6767913 h 6857999"/>
              <a:gd name="connsiteX15" fmla="*/ 2460543 w 4724400"/>
              <a:gd name="connsiteY15" fmla="*/ 6515312 h 6857999"/>
              <a:gd name="connsiteX16" fmla="*/ 2286201 w 4724400"/>
              <a:gd name="connsiteY16" fmla="*/ 6525103 h 6857999"/>
              <a:gd name="connsiteX17" fmla="*/ 2110427 w 4724400"/>
              <a:gd name="connsiteY17" fmla="*/ 6532104 h 6857999"/>
              <a:gd name="connsiteX18" fmla="*/ 1956742 w 4724400"/>
              <a:gd name="connsiteY18" fmla="*/ 6528403 h 6857999"/>
              <a:gd name="connsiteX19" fmla="*/ 1534307 w 4724400"/>
              <a:gd name="connsiteY19" fmla="*/ 6560369 h 6857999"/>
              <a:gd name="connsiteX20" fmla="*/ 1454538 w 4724400"/>
              <a:gd name="connsiteY20" fmla="*/ 6591702 h 6857999"/>
              <a:gd name="connsiteX21" fmla="*/ 1619950 w 4724400"/>
              <a:gd name="connsiteY21" fmla="*/ 6599765 h 6857999"/>
              <a:gd name="connsiteX22" fmla="*/ 2044875 w 4724400"/>
              <a:gd name="connsiteY22" fmla="*/ 6563693 h 6857999"/>
              <a:gd name="connsiteX23" fmla="*/ 2460543 w 4724400"/>
              <a:gd name="connsiteY23" fmla="*/ 6515312 h 6857999"/>
              <a:gd name="connsiteX24" fmla="*/ 1883620 w 4724400"/>
              <a:gd name="connsiteY24" fmla="*/ 6459370 h 6857999"/>
              <a:gd name="connsiteX25" fmla="*/ 1532156 w 4724400"/>
              <a:gd name="connsiteY25" fmla="*/ 6529929 h 6857999"/>
              <a:gd name="connsiteX26" fmla="*/ 1958230 w 4724400"/>
              <a:gd name="connsiteY26" fmla="*/ 6498517 h 6857999"/>
              <a:gd name="connsiteX27" fmla="*/ 2110707 w 4724400"/>
              <a:gd name="connsiteY27" fmla="*/ 6502035 h 6857999"/>
              <a:gd name="connsiteX28" fmla="*/ 2285171 w 4724400"/>
              <a:gd name="connsiteY28" fmla="*/ 6495471 h 6857999"/>
              <a:gd name="connsiteX29" fmla="*/ 2385179 w 4724400"/>
              <a:gd name="connsiteY29" fmla="*/ 6489665 h 6857999"/>
              <a:gd name="connsiteX30" fmla="*/ 2227262 w 4724400"/>
              <a:gd name="connsiteY30" fmla="*/ 6473140 h 6857999"/>
              <a:gd name="connsiteX31" fmla="*/ 1883620 w 4724400"/>
              <a:gd name="connsiteY31" fmla="*/ 6459370 h 6857999"/>
              <a:gd name="connsiteX32" fmla="*/ 1611255 w 4724400"/>
              <a:gd name="connsiteY32" fmla="*/ 5884754 h 6857999"/>
              <a:gd name="connsiteX33" fmla="*/ 1357588 w 4724400"/>
              <a:gd name="connsiteY33" fmla="*/ 6496752 h 6857999"/>
              <a:gd name="connsiteX34" fmla="*/ 1611255 w 4724400"/>
              <a:gd name="connsiteY34" fmla="*/ 5884754 h 6857999"/>
              <a:gd name="connsiteX35" fmla="*/ 1646205 w 4724400"/>
              <a:gd name="connsiteY35" fmla="*/ 5883072 h 6857999"/>
              <a:gd name="connsiteX36" fmla="*/ 1387600 w 4724400"/>
              <a:gd name="connsiteY36" fmla="*/ 6494950 h 6857999"/>
              <a:gd name="connsiteX37" fmla="*/ 1646205 w 4724400"/>
              <a:gd name="connsiteY37" fmla="*/ 5883072 h 6857999"/>
              <a:gd name="connsiteX38" fmla="*/ 0 w 4724400"/>
              <a:gd name="connsiteY38" fmla="*/ 5845526 h 6857999"/>
              <a:gd name="connsiteX39" fmla="*/ 23370 w 4724400"/>
              <a:gd name="connsiteY39" fmla="*/ 5869422 h 6857999"/>
              <a:gd name="connsiteX40" fmla="*/ 321428 w 4724400"/>
              <a:gd name="connsiteY40" fmla="*/ 6212316 h 6857999"/>
              <a:gd name="connsiteX41" fmla="*/ 626000 w 4724400"/>
              <a:gd name="connsiteY41" fmla="*/ 6710671 h 6857999"/>
              <a:gd name="connsiteX42" fmla="*/ 661825 w 4724400"/>
              <a:gd name="connsiteY42" fmla="*/ 6854298 h 6857999"/>
              <a:gd name="connsiteX43" fmla="*/ 663298 w 4724400"/>
              <a:gd name="connsiteY43" fmla="*/ 6857998 h 6857999"/>
              <a:gd name="connsiteX44" fmla="*/ 431765 w 4724400"/>
              <a:gd name="connsiteY44" fmla="*/ 6857998 h 6857999"/>
              <a:gd name="connsiteX45" fmla="*/ 293576 w 4724400"/>
              <a:gd name="connsiteY45" fmla="*/ 6816656 h 6857999"/>
              <a:gd name="connsiteX46" fmla="*/ 134480 w 4724400"/>
              <a:gd name="connsiteY46" fmla="*/ 6760867 h 6857999"/>
              <a:gd name="connsiteX47" fmla="*/ 0 w 4724400"/>
              <a:gd name="connsiteY47" fmla="*/ 6714215 h 6857999"/>
              <a:gd name="connsiteX48" fmla="*/ 0 w 4724400"/>
              <a:gd name="connsiteY48" fmla="*/ 6683873 h 6857999"/>
              <a:gd name="connsiteX49" fmla="*/ 143737 w 4724400"/>
              <a:gd name="connsiteY49" fmla="*/ 6732821 h 6857999"/>
              <a:gd name="connsiteX50" fmla="*/ 488162 w 4724400"/>
              <a:gd name="connsiteY50" fmla="*/ 6842006 h 6857999"/>
              <a:gd name="connsiteX51" fmla="*/ 44855 w 4724400"/>
              <a:gd name="connsiteY51" fmla="*/ 6674734 h 6857999"/>
              <a:gd name="connsiteX52" fmla="*/ 0 w 4724400"/>
              <a:gd name="connsiteY52" fmla="*/ 6668575 h 6857999"/>
              <a:gd name="connsiteX53" fmla="*/ 0 w 4724400"/>
              <a:gd name="connsiteY53" fmla="*/ 6628217 h 6857999"/>
              <a:gd name="connsiteX54" fmla="*/ 144942 w 4724400"/>
              <a:gd name="connsiteY54" fmla="*/ 6657611 h 6857999"/>
              <a:gd name="connsiteX55" fmla="*/ 312446 w 4724400"/>
              <a:gd name="connsiteY55" fmla="*/ 6711283 h 6857999"/>
              <a:gd name="connsiteX56" fmla="*/ 477357 w 4724400"/>
              <a:gd name="connsiteY56" fmla="*/ 6799347 h 6857999"/>
              <a:gd name="connsiteX57" fmla="*/ 134228 w 4724400"/>
              <a:gd name="connsiteY57" fmla="*/ 6503934 h 6857999"/>
              <a:gd name="connsiteX58" fmla="*/ 0 w 4724400"/>
              <a:gd name="connsiteY58" fmla="*/ 6334256 h 6857999"/>
              <a:gd name="connsiteX59" fmla="*/ 0 w 4724400"/>
              <a:gd name="connsiteY59" fmla="*/ 6221686 h 6857999"/>
              <a:gd name="connsiteX60" fmla="*/ 113296 w 4724400"/>
              <a:gd name="connsiteY60" fmla="*/ 6402069 h 6857999"/>
              <a:gd name="connsiteX61" fmla="*/ 523262 w 4724400"/>
              <a:gd name="connsiteY61" fmla="*/ 6807025 h 6857999"/>
              <a:gd name="connsiteX62" fmla="*/ 404364 w 4724400"/>
              <a:gd name="connsiteY62" fmla="*/ 6649139 h 6857999"/>
              <a:gd name="connsiteX63" fmla="*/ 392074 w 4724400"/>
              <a:gd name="connsiteY63" fmla="*/ 6636358 h 6857999"/>
              <a:gd name="connsiteX64" fmla="*/ 77450 w 4724400"/>
              <a:gd name="connsiteY64" fmla="*/ 6260110 h 6857999"/>
              <a:gd name="connsiteX65" fmla="*/ 0 w 4724400"/>
              <a:gd name="connsiteY65" fmla="*/ 6163634 h 6857999"/>
              <a:gd name="connsiteX66" fmla="*/ 0 w 4724400"/>
              <a:gd name="connsiteY66" fmla="*/ 6117703 h 6857999"/>
              <a:gd name="connsiteX67" fmla="*/ 99669 w 4724400"/>
              <a:gd name="connsiteY67" fmla="*/ 6240461 h 6857999"/>
              <a:gd name="connsiteX68" fmla="*/ 412670 w 4724400"/>
              <a:gd name="connsiteY68" fmla="*/ 6615176 h 6857999"/>
              <a:gd name="connsiteX69" fmla="*/ 424960 w 4724400"/>
              <a:gd name="connsiteY69" fmla="*/ 6627949 h 6857999"/>
              <a:gd name="connsiteX70" fmla="*/ 504043 w 4724400"/>
              <a:gd name="connsiteY70" fmla="*/ 6718236 h 6857999"/>
              <a:gd name="connsiteX71" fmla="*/ 251759 w 4724400"/>
              <a:gd name="connsiteY71" fmla="*/ 6299011 h 6857999"/>
              <a:gd name="connsiteX72" fmla="*/ 21191 w 4724400"/>
              <a:gd name="connsiteY72" fmla="*/ 6033111 h 6857999"/>
              <a:gd name="connsiteX73" fmla="*/ 0 w 4724400"/>
              <a:gd name="connsiteY73" fmla="*/ 6012219 h 6857999"/>
              <a:gd name="connsiteX74" fmla="*/ 0 w 4724400"/>
              <a:gd name="connsiteY74" fmla="*/ 5971257 h 6857999"/>
              <a:gd name="connsiteX75" fmla="*/ 41571 w 4724400"/>
              <a:gd name="connsiteY75" fmla="*/ 6012292 h 6857999"/>
              <a:gd name="connsiteX76" fmla="*/ 273883 w 4724400"/>
              <a:gd name="connsiteY76" fmla="*/ 6279980 h 6857999"/>
              <a:gd name="connsiteX77" fmla="*/ 541341 w 4724400"/>
              <a:gd name="connsiteY77" fmla="*/ 6733560 h 6857999"/>
              <a:gd name="connsiteX78" fmla="*/ 531634 w 4724400"/>
              <a:gd name="connsiteY78" fmla="*/ 6610993 h 6857999"/>
              <a:gd name="connsiteX79" fmla="*/ 247554 w 4724400"/>
              <a:gd name="connsiteY79" fmla="*/ 6197148 h 6857999"/>
              <a:gd name="connsiteX80" fmla="*/ 33651 w 4724400"/>
              <a:gd name="connsiteY80" fmla="*/ 5957901 h 6857999"/>
              <a:gd name="connsiteX81" fmla="*/ 0 w 4724400"/>
              <a:gd name="connsiteY81" fmla="*/ 5925131 h 6857999"/>
              <a:gd name="connsiteX82" fmla="*/ 1656340 w 4724400"/>
              <a:gd name="connsiteY82" fmla="*/ 5825040 h 6857999"/>
              <a:gd name="connsiteX83" fmla="*/ 1653246 w 4724400"/>
              <a:gd name="connsiteY83" fmla="*/ 5829053 h 6857999"/>
              <a:gd name="connsiteX84" fmla="*/ 1655667 w 4724400"/>
              <a:gd name="connsiteY84" fmla="*/ 5829425 h 6857999"/>
              <a:gd name="connsiteX85" fmla="*/ 2630124 w 4724400"/>
              <a:gd name="connsiteY85" fmla="*/ 5591852 h 6857999"/>
              <a:gd name="connsiteX86" fmla="*/ 2177648 w 4724400"/>
              <a:gd name="connsiteY86" fmla="*/ 5630119 h 6857999"/>
              <a:gd name="connsiteX87" fmla="*/ 2076258 w 4724400"/>
              <a:gd name="connsiteY87" fmla="*/ 5650510 h 6857999"/>
              <a:gd name="connsiteX88" fmla="*/ 2214048 w 4724400"/>
              <a:gd name="connsiteY88" fmla="*/ 5629828 h 6857999"/>
              <a:gd name="connsiteX89" fmla="*/ 3090246 w 4724400"/>
              <a:gd name="connsiteY89" fmla="*/ 5601337 h 6857999"/>
              <a:gd name="connsiteX90" fmla="*/ 2834104 w 4724400"/>
              <a:gd name="connsiteY90" fmla="*/ 5598847 h 6857999"/>
              <a:gd name="connsiteX91" fmla="*/ 2782953 w 4724400"/>
              <a:gd name="connsiteY91" fmla="*/ 5595539 h 6857999"/>
              <a:gd name="connsiteX92" fmla="*/ 2630124 w 4724400"/>
              <a:gd name="connsiteY92" fmla="*/ 5591852 h 6857999"/>
              <a:gd name="connsiteX93" fmla="*/ 2751064 w 4724400"/>
              <a:gd name="connsiteY93" fmla="*/ 5525300 h 6857999"/>
              <a:gd name="connsiteX94" fmla="*/ 2618554 w 4724400"/>
              <a:gd name="connsiteY94" fmla="*/ 5525937 h 6857999"/>
              <a:gd name="connsiteX95" fmla="*/ 2311014 w 4724400"/>
              <a:gd name="connsiteY95" fmla="*/ 5550189 h 6857999"/>
              <a:gd name="connsiteX96" fmla="*/ 2134103 w 4724400"/>
              <a:gd name="connsiteY96" fmla="*/ 5605852 h 6857999"/>
              <a:gd name="connsiteX97" fmla="*/ 2174084 w 4724400"/>
              <a:gd name="connsiteY97" fmla="*/ 5600203 h 6857999"/>
              <a:gd name="connsiteX98" fmla="*/ 2785199 w 4724400"/>
              <a:gd name="connsiteY98" fmla="*/ 5564971 h 6857999"/>
              <a:gd name="connsiteX99" fmla="*/ 2836697 w 4724400"/>
              <a:gd name="connsiteY99" fmla="*/ 5568822 h 6857999"/>
              <a:gd name="connsiteX100" fmla="*/ 3066345 w 4724400"/>
              <a:gd name="connsiteY100" fmla="*/ 5573703 h 6857999"/>
              <a:gd name="connsiteX101" fmla="*/ 2978461 w 4724400"/>
              <a:gd name="connsiteY101" fmla="*/ 5555562 h 6857999"/>
              <a:gd name="connsiteX102" fmla="*/ 2893277 w 4724400"/>
              <a:gd name="connsiteY102" fmla="*/ 5538004 h 6857999"/>
              <a:gd name="connsiteX103" fmla="*/ 2751064 w 4724400"/>
              <a:gd name="connsiteY103" fmla="*/ 5525300 h 6857999"/>
              <a:gd name="connsiteX104" fmla="*/ 2636807 w 4724400"/>
              <a:gd name="connsiteY104" fmla="*/ 5458317 h 6857999"/>
              <a:gd name="connsiteX105" fmla="*/ 2236775 w 4724400"/>
              <a:gd name="connsiteY105" fmla="*/ 5536349 h 6857999"/>
              <a:gd name="connsiteX106" fmla="*/ 2306204 w 4724400"/>
              <a:gd name="connsiteY106" fmla="*/ 5519543 h 6857999"/>
              <a:gd name="connsiteX107" fmla="*/ 2619005 w 4724400"/>
              <a:gd name="connsiteY107" fmla="*/ 5494992 h 6857999"/>
              <a:gd name="connsiteX108" fmla="*/ 2899676 w 4724400"/>
              <a:gd name="connsiteY108" fmla="*/ 5507848 h 6857999"/>
              <a:gd name="connsiteX109" fmla="*/ 2986662 w 4724400"/>
              <a:gd name="connsiteY109" fmla="*/ 5525798 h 6857999"/>
              <a:gd name="connsiteX110" fmla="*/ 3101623 w 4724400"/>
              <a:gd name="connsiteY110" fmla="*/ 5547311 h 6857999"/>
              <a:gd name="connsiteX111" fmla="*/ 2636807 w 4724400"/>
              <a:gd name="connsiteY111" fmla="*/ 5458317 h 6857999"/>
              <a:gd name="connsiteX112" fmla="*/ 0 w 4724400"/>
              <a:gd name="connsiteY112" fmla="*/ 5142496 h 6857999"/>
              <a:gd name="connsiteX113" fmla="*/ 127996 w 4724400"/>
              <a:gd name="connsiteY113" fmla="*/ 5201004 h 6857999"/>
              <a:gd name="connsiteX114" fmla="*/ 661087 w 4724400"/>
              <a:gd name="connsiteY114" fmla="*/ 5790959 h 6857999"/>
              <a:gd name="connsiteX115" fmla="*/ 1029402 w 4724400"/>
              <a:gd name="connsiteY115" fmla="*/ 6204913 h 6857999"/>
              <a:gd name="connsiteX116" fmla="*/ 1046692 w 4724400"/>
              <a:gd name="connsiteY116" fmla="*/ 6015372 h 6857999"/>
              <a:gd name="connsiteX117" fmla="*/ 1024238 w 4724400"/>
              <a:gd name="connsiteY117" fmla="*/ 5336275 h 6857999"/>
              <a:gd name="connsiteX118" fmla="*/ 1138131 w 4724400"/>
              <a:gd name="connsiteY118" fmla="*/ 5600804 h 6857999"/>
              <a:gd name="connsiteX119" fmla="*/ 1127280 w 4724400"/>
              <a:gd name="connsiteY119" fmla="*/ 6039262 h 6857999"/>
              <a:gd name="connsiteX120" fmla="*/ 1026642 w 4724400"/>
              <a:gd name="connsiteY120" fmla="*/ 6792600 h 6857999"/>
              <a:gd name="connsiteX121" fmla="*/ 1327075 w 4724400"/>
              <a:gd name="connsiteY121" fmla="*/ 6590735 h 6857999"/>
              <a:gd name="connsiteX122" fmla="*/ 1332848 w 4724400"/>
              <a:gd name="connsiteY122" fmla="*/ 6581371 h 6857999"/>
              <a:gd name="connsiteX123" fmla="*/ 1320586 w 4724400"/>
              <a:gd name="connsiteY123" fmla="*/ 6572441 h 6857999"/>
              <a:gd name="connsiteX124" fmla="*/ 1669632 w 4724400"/>
              <a:gd name="connsiteY124" fmla="*/ 5665639 h 6857999"/>
              <a:gd name="connsiteX125" fmla="*/ 1749165 w 4724400"/>
              <a:gd name="connsiteY125" fmla="*/ 5696416 h 6857999"/>
              <a:gd name="connsiteX126" fmla="*/ 1502249 w 4724400"/>
              <a:gd name="connsiteY126" fmla="*/ 6466405 h 6857999"/>
              <a:gd name="connsiteX127" fmla="*/ 2238637 w 4724400"/>
              <a:gd name="connsiteY127" fmla="*/ 6419148 h 6857999"/>
              <a:gd name="connsiteX128" fmla="*/ 2642775 w 4724400"/>
              <a:gd name="connsiteY128" fmla="*/ 6563116 h 6857999"/>
              <a:gd name="connsiteX129" fmla="*/ 2628681 w 4724400"/>
              <a:gd name="connsiteY129" fmla="*/ 6578254 h 6857999"/>
              <a:gd name="connsiteX130" fmla="*/ 1600072 w 4724400"/>
              <a:gd name="connsiteY130" fmla="*/ 6648608 h 6857999"/>
              <a:gd name="connsiteX131" fmla="*/ 1391841 w 4724400"/>
              <a:gd name="connsiteY131" fmla="*/ 6641028 h 6857999"/>
              <a:gd name="connsiteX132" fmla="*/ 1389928 w 4724400"/>
              <a:gd name="connsiteY132" fmla="*/ 6641375 h 6857999"/>
              <a:gd name="connsiteX133" fmla="*/ 1380979 w 4724400"/>
              <a:gd name="connsiteY133" fmla="*/ 6643204 h 6857999"/>
              <a:gd name="connsiteX134" fmla="*/ 1108685 w 4724400"/>
              <a:gd name="connsiteY134" fmla="*/ 6824788 h 6857999"/>
              <a:gd name="connsiteX135" fmla="*/ 1051559 w 4724400"/>
              <a:gd name="connsiteY135" fmla="*/ 6857998 h 6857999"/>
              <a:gd name="connsiteX136" fmla="*/ 925940 w 4724400"/>
              <a:gd name="connsiteY136" fmla="*/ 6857998 h 6857999"/>
              <a:gd name="connsiteX137" fmla="*/ 949746 w 4724400"/>
              <a:gd name="connsiteY137" fmla="*/ 6745652 h 6857999"/>
              <a:gd name="connsiteX138" fmla="*/ 1017902 w 4724400"/>
              <a:gd name="connsiteY138" fmla="*/ 6308216 h 6857999"/>
              <a:gd name="connsiteX139" fmla="*/ 1012614 w 4724400"/>
              <a:gd name="connsiteY139" fmla="*/ 6302278 h 6857999"/>
              <a:gd name="connsiteX140" fmla="*/ 644615 w 4724400"/>
              <a:gd name="connsiteY140" fmla="*/ 5837768 h 6857999"/>
              <a:gd name="connsiteX141" fmla="*/ 627546 w 4724400"/>
              <a:gd name="connsiteY141" fmla="*/ 5831943 h 6857999"/>
              <a:gd name="connsiteX142" fmla="*/ 128963 w 4724400"/>
              <a:gd name="connsiteY142" fmla="*/ 5481226 h 6857999"/>
              <a:gd name="connsiteX143" fmla="*/ 0 w 4724400"/>
              <a:gd name="connsiteY143" fmla="*/ 5361850 h 6857999"/>
              <a:gd name="connsiteX144" fmla="*/ 0 w 4724400"/>
              <a:gd name="connsiteY144" fmla="*/ 5297634 h 6857999"/>
              <a:gd name="connsiteX145" fmla="*/ 40861 w 4724400"/>
              <a:gd name="connsiteY145" fmla="*/ 5333413 h 6857999"/>
              <a:gd name="connsiteX146" fmla="*/ 514278 w 4724400"/>
              <a:gd name="connsiteY146" fmla="*/ 5738345 h 6857999"/>
              <a:gd name="connsiteX147" fmla="*/ 337180 w 4724400"/>
              <a:gd name="connsiteY147" fmla="*/ 5572174 h 6857999"/>
              <a:gd name="connsiteX148" fmla="*/ 303564 w 4724400"/>
              <a:gd name="connsiteY148" fmla="*/ 5536908 h 6857999"/>
              <a:gd name="connsiteX149" fmla="*/ 88496 w 4724400"/>
              <a:gd name="connsiteY149" fmla="*/ 5343132 h 6857999"/>
              <a:gd name="connsiteX150" fmla="*/ 0 w 4724400"/>
              <a:gd name="connsiteY150" fmla="*/ 5277736 h 6857999"/>
              <a:gd name="connsiteX151" fmla="*/ 0 w 4724400"/>
              <a:gd name="connsiteY151" fmla="*/ 5241225 h 6857999"/>
              <a:gd name="connsiteX152" fmla="*/ 106479 w 4724400"/>
              <a:gd name="connsiteY152" fmla="*/ 5319780 h 6857999"/>
              <a:gd name="connsiteX153" fmla="*/ 324159 w 4724400"/>
              <a:gd name="connsiteY153" fmla="*/ 5515717 h 6857999"/>
              <a:gd name="connsiteX154" fmla="*/ 357680 w 4724400"/>
              <a:gd name="connsiteY154" fmla="*/ 5551608 h 6857999"/>
              <a:gd name="connsiteX155" fmla="*/ 514810 w 4724400"/>
              <a:gd name="connsiteY155" fmla="*/ 5702551 h 6857999"/>
              <a:gd name="connsiteX156" fmla="*/ 464808 w 4724400"/>
              <a:gd name="connsiteY156" fmla="*/ 5632736 h 6857999"/>
              <a:gd name="connsiteX157" fmla="*/ 416327 w 4724400"/>
              <a:gd name="connsiteY157" fmla="*/ 5565087 h 6857999"/>
              <a:gd name="connsiteX158" fmla="*/ 232232 w 4724400"/>
              <a:gd name="connsiteY158" fmla="*/ 5379904 h 6857999"/>
              <a:gd name="connsiteX159" fmla="*/ 2640 w 4724400"/>
              <a:gd name="connsiteY159" fmla="*/ 5200559 h 6857999"/>
              <a:gd name="connsiteX160" fmla="*/ 0 w 4724400"/>
              <a:gd name="connsiteY160" fmla="*/ 5199146 h 6857999"/>
              <a:gd name="connsiteX161" fmla="*/ 0 w 4724400"/>
              <a:gd name="connsiteY161" fmla="*/ 5164774 h 6857999"/>
              <a:gd name="connsiteX162" fmla="*/ 18363 w 4724400"/>
              <a:gd name="connsiteY162" fmla="*/ 5174783 h 6857999"/>
              <a:gd name="connsiteX163" fmla="*/ 251810 w 4724400"/>
              <a:gd name="connsiteY163" fmla="*/ 5357281 h 6857999"/>
              <a:gd name="connsiteX164" fmla="*/ 439563 w 4724400"/>
              <a:gd name="connsiteY164" fmla="*/ 5546863 h 6857999"/>
              <a:gd name="connsiteX165" fmla="*/ 489056 w 4724400"/>
              <a:gd name="connsiteY165" fmla="*/ 5615961 h 6857999"/>
              <a:gd name="connsiteX166" fmla="*/ 555845 w 4724400"/>
              <a:gd name="connsiteY166" fmla="*/ 5705642 h 6857999"/>
              <a:gd name="connsiteX167" fmla="*/ 287056 w 4724400"/>
              <a:gd name="connsiteY167" fmla="*/ 5341546 h 6857999"/>
              <a:gd name="connsiteX168" fmla="*/ 49874 w 4724400"/>
              <a:gd name="connsiteY168" fmla="*/ 5178238 h 6857999"/>
              <a:gd name="connsiteX169" fmla="*/ 0 w 4724400"/>
              <a:gd name="connsiteY169" fmla="*/ 5158623 h 6857999"/>
              <a:gd name="connsiteX170" fmla="*/ 4076694 w 4724400"/>
              <a:gd name="connsiteY170" fmla="*/ 4944364 h 6857999"/>
              <a:gd name="connsiteX171" fmla="*/ 4287610 w 4724400"/>
              <a:gd name="connsiteY171" fmla="*/ 5588157 h 6857999"/>
              <a:gd name="connsiteX172" fmla="*/ 4076694 w 4724400"/>
              <a:gd name="connsiteY172" fmla="*/ 4944364 h 6857999"/>
              <a:gd name="connsiteX173" fmla="*/ 4103808 w 4724400"/>
              <a:gd name="connsiteY173" fmla="*/ 4918599 h 6857999"/>
              <a:gd name="connsiteX174" fmla="*/ 4310650 w 4724400"/>
              <a:gd name="connsiteY174" fmla="*/ 5565760 h 6857999"/>
              <a:gd name="connsiteX175" fmla="*/ 4103808 w 4724400"/>
              <a:gd name="connsiteY175" fmla="*/ 4918599 h 6857999"/>
              <a:gd name="connsiteX176" fmla="*/ 4072554 w 4724400"/>
              <a:gd name="connsiteY176" fmla="*/ 4867303 h 6857999"/>
              <a:gd name="connsiteX177" fmla="*/ 4072780 w 4724400"/>
              <a:gd name="connsiteY177" fmla="*/ 4872526 h 6857999"/>
              <a:gd name="connsiteX178" fmla="*/ 4074990 w 4724400"/>
              <a:gd name="connsiteY178" fmla="*/ 4871112 h 6857999"/>
              <a:gd name="connsiteX179" fmla="*/ 3100062 w 4724400"/>
              <a:gd name="connsiteY179" fmla="*/ 4866948 h 6857999"/>
              <a:gd name="connsiteX180" fmla="*/ 2963625 w 4724400"/>
              <a:gd name="connsiteY180" fmla="*/ 4877568 h 6857999"/>
              <a:gd name="connsiteX181" fmla="*/ 2809956 w 4724400"/>
              <a:gd name="connsiteY181" fmla="*/ 4889247 h 6857999"/>
              <a:gd name="connsiteX182" fmla="*/ 2688275 w 4724400"/>
              <a:gd name="connsiteY182" fmla="*/ 4882769 h 6857999"/>
              <a:gd name="connsiteX183" fmla="*/ 2605133 w 4724400"/>
              <a:gd name="connsiteY183" fmla="*/ 4876924 h 6857999"/>
              <a:gd name="connsiteX184" fmla="*/ 2414900 w 4724400"/>
              <a:gd name="connsiteY184" fmla="*/ 4881330 h 6857999"/>
              <a:gd name="connsiteX185" fmla="*/ 2217605 w 4724400"/>
              <a:gd name="connsiteY185" fmla="*/ 4885650 h 6857999"/>
              <a:gd name="connsiteX186" fmla="*/ 2199332 w 4724400"/>
              <a:gd name="connsiteY186" fmla="*/ 4885075 h 6857999"/>
              <a:gd name="connsiteX187" fmla="*/ 2141062 w 4724400"/>
              <a:gd name="connsiteY187" fmla="*/ 4884027 h 6857999"/>
              <a:gd name="connsiteX188" fmla="*/ 2558630 w 4724400"/>
              <a:gd name="connsiteY188" fmla="*/ 4938088 h 6857999"/>
              <a:gd name="connsiteX189" fmla="*/ 3100062 w 4724400"/>
              <a:gd name="connsiteY189" fmla="*/ 4866948 h 6857999"/>
              <a:gd name="connsiteX190" fmla="*/ 2753415 w 4724400"/>
              <a:gd name="connsiteY190" fmla="*/ 4783657 h 6857999"/>
              <a:gd name="connsiteX191" fmla="*/ 2639521 w 4724400"/>
              <a:gd name="connsiteY191" fmla="*/ 4785091 h 6857999"/>
              <a:gd name="connsiteX192" fmla="*/ 2193068 w 4724400"/>
              <a:gd name="connsiteY192" fmla="*/ 4854595 h 6857999"/>
              <a:gd name="connsiteX193" fmla="*/ 2201931 w 4724400"/>
              <a:gd name="connsiteY193" fmla="*/ 4855057 h 6857999"/>
              <a:gd name="connsiteX194" fmla="*/ 2219654 w 4724400"/>
              <a:gd name="connsiteY194" fmla="*/ 4855986 h 6857999"/>
              <a:gd name="connsiteX195" fmla="*/ 2413690 w 4724400"/>
              <a:gd name="connsiteY195" fmla="*/ 4851445 h 6857999"/>
              <a:gd name="connsiteX196" fmla="*/ 2606832 w 4724400"/>
              <a:gd name="connsiteY196" fmla="*/ 4846715 h 6857999"/>
              <a:gd name="connsiteX197" fmla="*/ 2691769 w 4724400"/>
              <a:gd name="connsiteY197" fmla="*/ 4852935 h 6857999"/>
              <a:gd name="connsiteX198" fmla="*/ 2811106 w 4724400"/>
              <a:gd name="connsiteY198" fmla="*/ 4859393 h 6857999"/>
              <a:gd name="connsiteX199" fmla="*/ 2961520 w 4724400"/>
              <a:gd name="connsiteY199" fmla="*/ 4847493 h 6857999"/>
              <a:gd name="connsiteX200" fmla="*/ 3070965 w 4724400"/>
              <a:gd name="connsiteY200" fmla="*/ 4837270 h 6857999"/>
              <a:gd name="connsiteX201" fmla="*/ 2753415 w 4724400"/>
              <a:gd name="connsiteY201" fmla="*/ 4783657 h 6857999"/>
              <a:gd name="connsiteX202" fmla="*/ 2389654 w 4724400"/>
              <a:gd name="connsiteY202" fmla="*/ 4275904 h 6857999"/>
              <a:gd name="connsiteX203" fmla="*/ 1522266 w 4724400"/>
              <a:gd name="connsiteY203" fmla="*/ 4472742 h 6857999"/>
              <a:gd name="connsiteX204" fmla="*/ 1464014 w 4724400"/>
              <a:gd name="connsiteY204" fmla="*/ 4498508 h 6857999"/>
              <a:gd name="connsiteX205" fmla="*/ 1376111 w 4724400"/>
              <a:gd name="connsiteY205" fmla="*/ 4536334 h 6857999"/>
              <a:gd name="connsiteX206" fmla="*/ 1498493 w 4724400"/>
              <a:gd name="connsiteY206" fmla="*/ 4502509 h 6857999"/>
              <a:gd name="connsiteX207" fmla="*/ 1831627 w 4724400"/>
              <a:gd name="connsiteY207" fmla="*/ 4454994 h 6857999"/>
              <a:gd name="connsiteX208" fmla="*/ 2389654 w 4724400"/>
              <a:gd name="connsiteY208" fmla="*/ 4275904 h 6857999"/>
              <a:gd name="connsiteX209" fmla="*/ 2147582 w 4724400"/>
              <a:gd name="connsiteY209" fmla="*/ 4220499 h 6857999"/>
              <a:gd name="connsiteX210" fmla="*/ 1556088 w 4724400"/>
              <a:gd name="connsiteY210" fmla="*/ 4425819 h 6857999"/>
              <a:gd name="connsiteX211" fmla="*/ 2346927 w 4724400"/>
              <a:gd name="connsiteY211" fmla="*/ 4248048 h 6857999"/>
              <a:gd name="connsiteX212" fmla="*/ 2147582 w 4724400"/>
              <a:gd name="connsiteY212" fmla="*/ 4220499 h 6857999"/>
              <a:gd name="connsiteX213" fmla="*/ 1790494 w 4724400"/>
              <a:gd name="connsiteY213" fmla="*/ 3958602 h 6857999"/>
              <a:gd name="connsiteX214" fmla="*/ 1059112 w 4724400"/>
              <a:gd name="connsiteY214" fmla="*/ 4119804 h 6857999"/>
              <a:gd name="connsiteX215" fmla="*/ 1790494 w 4724400"/>
              <a:gd name="connsiteY215" fmla="*/ 3958602 h 6857999"/>
              <a:gd name="connsiteX216" fmla="*/ 3757613 w 4724400"/>
              <a:gd name="connsiteY216" fmla="*/ 3936722 h 6857999"/>
              <a:gd name="connsiteX217" fmla="*/ 3715314 w 4724400"/>
              <a:gd name="connsiteY217" fmla="*/ 4196771 h 6857999"/>
              <a:gd name="connsiteX218" fmla="*/ 3631611 w 4724400"/>
              <a:gd name="connsiteY218" fmla="*/ 4613594 h 6857999"/>
              <a:gd name="connsiteX219" fmla="*/ 3596909 w 4724400"/>
              <a:gd name="connsiteY219" fmla="*/ 4707830 h 6857999"/>
              <a:gd name="connsiteX220" fmla="*/ 3581749 w 4724400"/>
              <a:gd name="connsiteY220" fmla="*/ 4747418 h 6857999"/>
              <a:gd name="connsiteX221" fmla="*/ 3510660 w 4724400"/>
              <a:gd name="connsiteY221" fmla="*/ 4966094 h 6857999"/>
              <a:gd name="connsiteX222" fmla="*/ 3757613 w 4724400"/>
              <a:gd name="connsiteY222" fmla="*/ 3936722 h 6857999"/>
              <a:gd name="connsiteX223" fmla="*/ 1701387 w 4724400"/>
              <a:gd name="connsiteY223" fmla="*/ 3919232 h 6857999"/>
              <a:gd name="connsiteX224" fmla="*/ 1136310 w 4724400"/>
              <a:gd name="connsiteY224" fmla="*/ 4068895 h 6857999"/>
              <a:gd name="connsiteX225" fmla="*/ 1784782 w 4724400"/>
              <a:gd name="connsiteY225" fmla="*/ 3927759 h 6857999"/>
              <a:gd name="connsiteX226" fmla="*/ 1701387 w 4724400"/>
              <a:gd name="connsiteY226" fmla="*/ 3919232 h 6857999"/>
              <a:gd name="connsiteX227" fmla="*/ 3733405 w 4724400"/>
              <a:gd name="connsiteY227" fmla="*/ 3900089 h 6857999"/>
              <a:gd name="connsiteX228" fmla="*/ 3500832 w 4724400"/>
              <a:gd name="connsiteY228" fmla="*/ 4885010 h 6857999"/>
              <a:gd name="connsiteX229" fmla="*/ 3552367 w 4724400"/>
              <a:gd name="connsiteY229" fmla="*/ 4735553 h 6857999"/>
              <a:gd name="connsiteX230" fmla="*/ 3567525 w 4724400"/>
              <a:gd name="connsiteY230" fmla="*/ 4695966 h 6857999"/>
              <a:gd name="connsiteX231" fmla="*/ 3602372 w 4724400"/>
              <a:gd name="connsiteY231" fmla="*/ 4603168 h 6857999"/>
              <a:gd name="connsiteX232" fmla="*/ 3684639 w 4724400"/>
              <a:gd name="connsiteY232" fmla="*/ 4192628 h 6857999"/>
              <a:gd name="connsiteX233" fmla="*/ 3733405 w 4724400"/>
              <a:gd name="connsiteY233" fmla="*/ 3900089 h 6857999"/>
              <a:gd name="connsiteX234" fmla="*/ 2800959 w 4724400"/>
              <a:gd name="connsiteY234" fmla="*/ 3871054 h 6857999"/>
              <a:gd name="connsiteX235" fmla="*/ 3026569 w 4724400"/>
              <a:gd name="connsiteY235" fmla="*/ 4520780 h 6857999"/>
              <a:gd name="connsiteX236" fmla="*/ 2889061 w 4724400"/>
              <a:gd name="connsiteY236" fmla="*/ 4157302 h 6857999"/>
              <a:gd name="connsiteX237" fmla="*/ 2800959 w 4724400"/>
              <a:gd name="connsiteY237" fmla="*/ 3871054 h 6857999"/>
              <a:gd name="connsiteX238" fmla="*/ 2809929 w 4724400"/>
              <a:gd name="connsiteY238" fmla="*/ 3701307 h 6857999"/>
              <a:gd name="connsiteX239" fmla="*/ 2809197 w 4724400"/>
              <a:gd name="connsiteY239" fmla="*/ 3708672 h 6857999"/>
              <a:gd name="connsiteX240" fmla="*/ 2918306 w 4724400"/>
              <a:gd name="connsiteY240" fmla="*/ 4147031 h 6857999"/>
              <a:gd name="connsiteX241" fmla="*/ 3068858 w 4724400"/>
              <a:gd name="connsiteY241" fmla="*/ 4544310 h 6857999"/>
              <a:gd name="connsiteX242" fmla="*/ 2968879 w 4724400"/>
              <a:gd name="connsiteY242" fmla="*/ 4144570 h 6857999"/>
              <a:gd name="connsiteX243" fmla="*/ 2809929 w 4724400"/>
              <a:gd name="connsiteY243" fmla="*/ 3701307 h 6857999"/>
              <a:gd name="connsiteX244" fmla="*/ 1867196 w 4724400"/>
              <a:gd name="connsiteY244" fmla="*/ 3456584 h 6857999"/>
              <a:gd name="connsiteX245" fmla="*/ 2183970 w 4724400"/>
              <a:gd name="connsiteY245" fmla="*/ 3826505 h 6857999"/>
              <a:gd name="connsiteX246" fmla="*/ 1867196 w 4724400"/>
              <a:gd name="connsiteY246" fmla="*/ 3456584 h 6857999"/>
              <a:gd name="connsiteX247" fmla="*/ 2322880 w 4724400"/>
              <a:gd name="connsiteY247" fmla="*/ 3078533 h 6857999"/>
              <a:gd name="connsiteX248" fmla="*/ 2295695 w 4724400"/>
              <a:gd name="connsiteY248" fmla="*/ 3245370 h 6857999"/>
              <a:gd name="connsiteX249" fmla="*/ 2268858 w 4724400"/>
              <a:gd name="connsiteY249" fmla="*/ 3758413 h 6857999"/>
              <a:gd name="connsiteX250" fmla="*/ 2295899 w 4724400"/>
              <a:gd name="connsiteY250" fmla="*/ 3528057 h 6857999"/>
              <a:gd name="connsiteX251" fmla="*/ 2326306 w 4724400"/>
              <a:gd name="connsiteY251" fmla="*/ 3231157 h 6857999"/>
              <a:gd name="connsiteX252" fmla="*/ 2324274 w 4724400"/>
              <a:gd name="connsiteY252" fmla="*/ 3142788 h 6857999"/>
              <a:gd name="connsiteX253" fmla="*/ 2322880 w 4724400"/>
              <a:gd name="connsiteY253" fmla="*/ 3078533 h 6857999"/>
              <a:gd name="connsiteX254" fmla="*/ 912797 w 4724400"/>
              <a:gd name="connsiteY254" fmla="*/ 2896659 h 6857999"/>
              <a:gd name="connsiteX255" fmla="*/ 1167201 w 4724400"/>
              <a:gd name="connsiteY255" fmla="*/ 3304169 h 6857999"/>
              <a:gd name="connsiteX256" fmla="*/ 1503848 w 4724400"/>
              <a:gd name="connsiteY256" fmla="*/ 3675946 h 6857999"/>
              <a:gd name="connsiteX257" fmla="*/ 1353091 w 4724400"/>
              <a:gd name="connsiteY257" fmla="*/ 3486482 h 6857999"/>
              <a:gd name="connsiteX258" fmla="*/ 1340012 w 4724400"/>
              <a:gd name="connsiteY258" fmla="*/ 3467256 h 6857999"/>
              <a:gd name="connsiteX259" fmla="*/ 1089196 w 4724400"/>
              <a:gd name="connsiteY259" fmla="*/ 3116474 h 6857999"/>
              <a:gd name="connsiteX260" fmla="*/ 959418 w 4724400"/>
              <a:gd name="connsiteY260" fmla="*/ 2948853 h 6857999"/>
              <a:gd name="connsiteX261" fmla="*/ 912797 w 4724400"/>
              <a:gd name="connsiteY261" fmla="*/ 2896659 h 6857999"/>
              <a:gd name="connsiteX262" fmla="*/ 2363420 w 4724400"/>
              <a:gd name="connsiteY262" fmla="*/ 2871730 h 6857999"/>
              <a:gd name="connsiteX263" fmla="*/ 2360107 w 4724400"/>
              <a:gd name="connsiteY263" fmla="*/ 2915231 h 6857999"/>
              <a:gd name="connsiteX264" fmla="*/ 2353099 w 4724400"/>
              <a:gd name="connsiteY264" fmla="*/ 3051540 h 6857999"/>
              <a:gd name="connsiteX265" fmla="*/ 2354925 w 4724400"/>
              <a:gd name="connsiteY265" fmla="*/ 3140814 h 6857999"/>
              <a:gd name="connsiteX266" fmla="*/ 2357104 w 4724400"/>
              <a:gd name="connsiteY266" fmla="*/ 3230628 h 6857999"/>
              <a:gd name="connsiteX267" fmla="*/ 2326221 w 4724400"/>
              <a:gd name="connsiteY267" fmla="*/ 3531652 h 6857999"/>
              <a:gd name="connsiteX268" fmla="*/ 2299836 w 4724400"/>
              <a:gd name="connsiteY268" fmla="*/ 3750864 h 6857999"/>
              <a:gd name="connsiteX269" fmla="*/ 2346877 w 4724400"/>
              <a:gd name="connsiteY269" fmla="*/ 3662531 h 6857999"/>
              <a:gd name="connsiteX270" fmla="*/ 2363420 w 4724400"/>
              <a:gd name="connsiteY270" fmla="*/ 2871730 h 6857999"/>
              <a:gd name="connsiteX271" fmla="*/ 912921 w 4724400"/>
              <a:gd name="connsiteY271" fmla="*/ 2850596 h 6857999"/>
              <a:gd name="connsiteX272" fmla="*/ 983846 w 4724400"/>
              <a:gd name="connsiteY272" fmla="*/ 2928627 h 6857999"/>
              <a:gd name="connsiteX273" fmla="*/ 1114669 w 4724400"/>
              <a:gd name="connsiteY273" fmla="*/ 3097880 h 6857999"/>
              <a:gd name="connsiteX274" fmla="*/ 1366183 w 4724400"/>
              <a:gd name="connsiteY274" fmla="*/ 3449753 h 6857999"/>
              <a:gd name="connsiteX275" fmla="*/ 1379263 w 4724400"/>
              <a:gd name="connsiteY275" fmla="*/ 3468981 h 6857999"/>
              <a:gd name="connsiteX276" fmla="*/ 1492446 w 4724400"/>
              <a:gd name="connsiteY276" fmla="*/ 3620389 h 6857999"/>
              <a:gd name="connsiteX277" fmla="*/ 912921 w 4724400"/>
              <a:gd name="connsiteY277" fmla="*/ 2850596 h 6857999"/>
              <a:gd name="connsiteX278" fmla="*/ 2386551 w 4724400"/>
              <a:gd name="connsiteY278" fmla="*/ 2642862 h 6857999"/>
              <a:gd name="connsiteX279" fmla="*/ 2403741 w 4724400"/>
              <a:gd name="connsiteY279" fmla="*/ 2659697 h 6857999"/>
              <a:gd name="connsiteX280" fmla="*/ 2499078 w 4724400"/>
              <a:gd name="connsiteY280" fmla="*/ 3423399 h 6857999"/>
              <a:gd name="connsiteX281" fmla="*/ 2413232 w 4724400"/>
              <a:gd name="connsiteY281" fmla="*/ 3700562 h 6857999"/>
              <a:gd name="connsiteX282" fmla="*/ 2428424 w 4724400"/>
              <a:gd name="connsiteY282" fmla="*/ 4178295 h 6857999"/>
              <a:gd name="connsiteX283" fmla="*/ 2927779 w 4724400"/>
              <a:gd name="connsiteY283" fmla="*/ 4531843 h 6857999"/>
              <a:gd name="connsiteX284" fmla="*/ 2758380 w 4724400"/>
              <a:gd name="connsiteY284" fmla="*/ 3561061 h 6857999"/>
              <a:gd name="connsiteX285" fmla="*/ 2846610 w 4724400"/>
              <a:gd name="connsiteY285" fmla="*/ 3538353 h 6857999"/>
              <a:gd name="connsiteX286" fmla="*/ 3106063 w 4724400"/>
              <a:gd name="connsiteY286" fmla="*/ 4271430 h 6857999"/>
              <a:gd name="connsiteX287" fmla="*/ 3116136 w 4724400"/>
              <a:gd name="connsiteY287" fmla="*/ 4688819 h 6857999"/>
              <a:gd name="connsiteX288" fmla="*/ 3412872 w 4724400"/>
              <a:gd name="connsiteY288" fmla="*/ 4966558 h 6857999"/>
              <a:gd name="connsiteX289" fmla="*/ 3763612 w 4724400"/>
              <a:gd name="connsiteY289" fmla="*/ 3645474 h 6857999"/>
              <a:gd name="connsiteX290" fmla="*/ 3850165 w 4724400"/>
              <a:gd name="connsiteY290" fmla="*/ 3638405 h 6857999"/>
              <a:gd name="connsiteX291" fmla="*/ 3515311 w 4724400"/>
              <a:gd name="connsiteY291" fmla="*/ 5051260 h 6857999"/>
              <a:gd name="connsiteX292" fmla="*/ 3501147 w 4724400"/>
              <a:gd name="connsiteY292" fmla="*/ 5059552 h 6857999"/>
              <a:gd name="connsiteX293" fmla="*/ 3790420 w 4724400"/>
              <a:gd name="connsiteY293" fmla="*/ 5401078 h 6857999"/>
              <a:gd name="connsiteX294" fmla="*/ 4221141 w 4724400"/>
              <a:gd name="connsiteY294" fmla="*/ 6045312 h 6857999"/>
              <a:gd name="connsiteX295" fmla="*/ 4326825 w 4724400"/>
              <a:gd name="connsiteY295" fmla="*/ 5681109 h 6857999"/>
              <a:gd name="connsiteX296" fmla="*/ 4325127 w 4724400"/>
              <a:gd name="connsiteY296" fmla="*/ 5669934 h 6857999"/>
              <a:gd name="connsiteX297" fmla="*/ 4309144 w 4724400"/>
              <a:gd name="connsiteY297" fmla="*/ 5671723 h 6857999"/>
              <a:gd name="connsiteX298" fmla="*/ 3974946 w 4724400"/>
              <a:gd name="connsiteY298" fmla="*/ 4736592 h 6857999"/>
              <a:gd name="connsiteX299" fmla="*/ 4060171 w 4724400"/>
              <a:gd name="connsiteY299" fmla="*/ 4704317 h 6857999"/>
              <a:gd name="connsiteX300" fmla="*/ 4383942 w 4724400"/>
              <a:gd name="connsiteY300" fmla="*/ 5463703 h 6857999"/>
              <a:gd name="connsiteX301" fmla="*/ 4654905 w 4724400"/>
              <a:gd name="connsiteY301" fmla="*/ 5156948 h 6857999"/>
              <a:gd name="connsiteX302" fmla="*/ 4724400 w 4724400"/>
              <a:gd name="connsiteY302" fmla="*/ 5098975 h 6857999"/>
              <a:gd name="connsiteX303" fmla="*/ 4724400 w 4724400"/>
              <a:gd name="connsiteY303" fmla="*/ 5160063 h 6857999"/>
              <a:gd name="connsiteX304" fmla="*/ 4687505 w 4724400"/>
              <a:gd name="connsiteY304" fmla="*/ 5191181 h 6857999"/>
              <a:gd name="connsiteX305" fmla="*/ 4451303 w 4724400"/>
              <a:gd name="connsiteY305" fmla="*/ 5491132 h 6857999"/>
              <a:gd name="connsiteX306" fmla="*/ 4599954 w 4724400"/>
              <a:gd name="connsiteY306" fmla="*/ 5317498 h 6857999"/>
              <a:gd name="connsiteX307" fmla="*/ 4724400 w 4724400"/>
              <a:gd name="connsiteY307" fmla="*/ 5211392 h 6857999"/>
              <a:gd name="connsiteX308" fmla="*/ 4724400 w 4724400"/>
              <a:gd name="connsiteY308" fmla="*/ 5251559 h 6857999"/>
              <a:gd name="connsiteX309" fmla="*/ 4619898 w 4724400"/>
              <a:gd name="connsiteY309" fmla="*/ 5340764 h 6857999"/>
              <a:gd name="connsiteX310" fmla="*/ 4473735 w 4724400"/>
              <a:gd name="connsiteY310" fmla="*/ 5512809 h 6857999"/>
              <a:gd name="connsiteX311" fmla="*/ 4430539 w 4724400"/>
              <a:gd name="connsiteY311" fmla="*/ 5592553 h 6857999"/>
              <a:gd name="connsiteX312" fmla="*/ 4569759 w 4724400"/>
              <a:gd name="connsiteY312" fmla="*/ 5482816 h 6857999"/>
              <a:gd name="connsiteX313" fmla="*/ 4724400 w 4724400"/>
              <a:gd name="connsiteY313" fmla="*/ 5330891 h 6857999"/>
              <a:gd name="connsiteX314" fmla="*/ 4724400 w 4724400"/>
              <a:gd name="connsiteY314" fmla="*/ 5402912 h 6857999"/>
              <a:gd name="connsiteX315" fmla="*/ 4586888 w 4724400"/>
              <a:gd name="connsiteY315" fmla="*/ 5533939 h 6857999"/>
              <a:gd name="connsiteX316" fmla="*/ 4413377 w 4724400"/>
              <a:gd name="connsiteY316" fmla="*/ 5674040 h 6857999"/>
              <a:gd name="connsiteX317" fmla="*/ 4412066 w 4724400"/>
              <a:gd name="connsiteY317" fmla="*/ 5675644 h 6857999"/>
              <a:gd name="connsiteX318" fmla="*/ 4406074 w 4724400"/>
              <a:gd name="connsiteY318" fmla="*/ 5683306 h 6857999"/>
              <a:gd name="connsiteX319" fmla="*/ 4271008 w 4724400"/>
              <a:gd name="connsiteY319" fmla="*/ 6118417 h 6857999"/>
              <a:gd name="connsiteX320" fmla="*/ 4265220 w 4724400"/>
              <a:gd name="connsiteY320" fmla="*/ 6125184 h 6857999"/>
              <a:gd name="connsiteX321" fmla="*/ 4590463 w 4724400"/>
              <a:gd name="connsiteY321" fmla="*/ 6805045 h 6857999"/>
              <a:gd name="connsiteX322" fmla="*/ 4610122 w 4724400"/>
              <a:gd name="connsiteY322" fmla="*/ 6857999 h 6857999"/>
              <a:gd name="connsiteX323" fmla="*/ 4513231 w 4724400"/>
              <a:gd name="connsiteY323" fmla="*/ 6857999 h 6857999"/>
              <a:gd name="connsiteX324" fmla="*/ 4374770 w 4724400"/>
              <a:gd name="connsiteY324" fmla="*/ 6532596 h 6857999"/>
              <a:gd name="connsiteX325" fmla="*/ 4339518 w 4724400"/>
              <a:gd name="connsiteY325" fmla="*/ 6461642 h 6857999"/>
              <a:gd name="connsiteX326" fmla="*/ 3884810 w 4724400"/>
              <a:gd name="connsiteY326" fmla="*/ 5682534 h 6857999"/>
              <a:gd name="connsiteX327" fmla="*/ 3876498 w 4724400"/>
              <a:gd name="connsiteY327" fmla="*/ 5681717 h 6857999"/>
              <a:gd name="connsiteX328" fmla="*/ 3263209 w 4724400"/>
              <a:gd name="connsiteY328" fmla="*/ 5585749 h 6857999"/>
              <a:gd name="connsiteX329" fmla="*/ 3245450 w 4724400"/>
              <a:gd name="connsiteY329" fmla="*/ 5593271 h 6857999"/>
              <a:gd name="connsiteX330" fmla="*/ 1952592 w 4724400"/>
              <a:gd name="connsiteY330" fmla="*/ 5692050 h 6857999"/>
              <a:gd name="connsiteX331" fmla="*/ 1936466 w 4724400"/>
              <a:gd name="connsiteY331" fmla="*/ 5671708 h 6857999"/>
              <a:gd name="connsiteX332" fmla="*/ 3244709 w 4724400"/>
              <a:gd name="connsiteY332" fmla="*/ 5538562 h 6857999"/>
              <a:gd name="connsiteX333" fmla="*/ 3823886 w 4724400"/>
              <a:gd name="connsiteY333" fmla="*/ 5595804 h 6857999"/>
              <a:gd name="connsiteX334" fmla="*/ 3709024 w 4724400"/>
              <a:gd name="connsiteY334" fmla="*/ 5439340 h 6857999"/>
              <a:gd name="connsiteX335" fmla="*/ 3198362 w 4724400"/>
              <a:gd name="connsiteY335" fmla="*/ 4874588 h 6857999"/>
              <a:gd name="connsiteX336" fmla="*/ 3179417 w 4724400"/>
              <a:gd name="connsiteY336" fmla="*/ 4879047 h 6857999"/>
              <a:gd name="connsiteX337" fmla="*/ 2639496 w 4724400"/>
              <a:gd name="connsiteY337" fmla="*/ 4989072 h 6857999"/>
              <a:gd name="connsiteX338" fmla="*/ 1972353 w 4724400"/>
              <a:gd name="connsiteY338" fmla="*/ 4909921 h 6857999"/>
              <a:gd name="connsiteX339" fmla="*/ 2002679 w 4724400"/>
              <a:gd name="connsiteY339" fmla="*/ 4872131 h 6857999"/>
              <a:gd name="connsiteX340" fmla="*/ 3097424 w 4724400"/>
              <a:gd name="connsiteY340" fmla="*/ 4781269 h 6857999"/>
              <a:gd name="connsiteX341" fmla="*/ 2454890 w 4724400"/>
              <a:gd name="connsiteY341" fmla="*/ 4287833 h 6857999"/>
              <a:gd name="connsiteX342" fmla="*/ 2452881 w 4724400"/>
              <a:gd name="connsiteY342" fmla="*/ 4288346 h 6857999"/>
              <a:gd name="connsiteX343" fmla="*/ 2448527 w 4724400"/>
              <a:gd name="connsiteY343" fmla="*/ 4288836 h 6857999"/>
              <a:gd name="connsiteX344" fmla="*/ 2323525 w 4724400"/>
              <a:gd name="connsiteY344" fmla="*/ 4367248 h 6857999"/>
              <a:gd name="connsiteX345" fmla="*/ 2060764 w 4724400"/>
              <a:gd name="connsiteY345" fmla="*/ 4451767 h 6857999"/>
              <a:gd name="connsiteX346" fmla="*/ 1162250 w 4724400"/>
              <a:gd name="connsiteY346" fmla="*/ 4613329 h 6857999"/>
              <a:gd name="connsiteX347" fmla="*/ 1132639 w 4724400"/>
              <a:gd name="connsiteY347" fmla="*/ 4596243 h 6857999"/>
              <a:gd name="connsiteX348" fmla="*/ 2293970 w 4724400"/>
              <a:gd name="connsiteY348" fmla="*/ 4182283 h 6857999"/>
              <a:gd name="connsiteX349" fmla="*/ 1900637 w 4724400"/>
              <a:gd name="connsiteY349" fmla="*/ 3949470 h 6857999"/>
              <a:gd name="connsiteX350" fmla="*/ 1887014 w 4724400"/>
              <a:gd name="connsiteY350" fmla="*/ 3951288 h 6857999"/>
              <a:gd name="connsiteX351" fmla="*/ 896751 w 4724400"/>
              <a:gd name="connsiteY351" fmla="*/ 4159267 h 6857999"/>
              <a:gd name="connsiteX352" fmla="*/ 918967 w 4724400"/>
              <a:gd name="connsiteY352" fmla="*/ 4119760 h 6857999"/>
              <a:gd name="connsiteX353" fmla="*/ 1764113 w 4724400"/>
              <a:gd name="connsiteY353" fmla="*/ 3873539 h 6857999"/>
              <a:gd name="connsiteX354" fmla="*/ 1555701 w 4724400"/>
              <a:gd name="connsiteY354" fmla="*/ 3763109 h 6857999"/>
              <a:gd name="connsiteX355" fmla="*/ 1542956 w 4724400"/>
              <a:gd name="connsiteY355" fmla="*/ 3758998 h 6857999"/>
              <a:gd name="connsiteX356" fmla="*/ 1136724 w 4724400"/>
              <a:gd name="connsiteY356" fmla="*/ 3417171 h 6857999"/>
              <a:gd name="connsiteX357" fmla="*/ 750977 w 4724400"/>
              <a:gd name="connsiteY357" fmla="*/ 2770227 h 6857999"/>
              <a:gd name="connsiteX358" fmla="*/ 755174 w 4724400"/>
              <a:gd name="connsiteY358" fmla="*/ 2749954 h 6857999"/>
              <a:gd name="connsiteX359" fmla="*/ 830023 w 4724400"/>
              <a:gd name="connsiteY359" fmla="*/ 2731935 h 6857999"/>
              <a:gd name="connsiteX360" fmla="*/ 1623018 w 4724400"/>
              <a:gd name="connsiteY360" fmla="*/ 3716225 h 6857999"/>
              <a:gd name="connsiteX361" fmla="*/ 2294841 w 4724400"/>
              <a:gd name="connsiteY361" fmla="*/ 4093587 h 6857999"/>
              <a:gd name="connsiteX362" fmla="*/ 2250226 w 4724400"/>
              <a:gd name="connsiteY362" fmla="*/ 3916719 h 6857999"/>
              <a:gd name="connsiteX363" fmla="*/ 2245523 w 4724400"/>
              <a:gd name="connsiteY363" fmla="*/ 3916663 h 6857999"/>
              <a:gd name="connsiteX364" fmla="*/ 1707994 w 4724400"/>
              <a:gd name="connsiteY364" fmla="*/ 3326950 h 6857999"/>
              <a:gd name="connsiteX365" fmla="*/ 1786341 w 4724400"/>
              <a:gd name="connsiteY365" fmla="*/ 3287566 h 6857999"/>
              <a:gd name="connsiteX366" fmla="*/ 2158071 w 4724400"/>
              <a:gd name="connsiteY366" fmla="*/ 3639960 h 6857999"/>
              <a:gd name="connsiteX367" fmla="*/ 2189281 w 4724400"/>
              <a:gd name="connsiteY367" fmla="*/ 3333361 h 6857999"/>
              <a:gd name="connsiteX368" fmla="*/ 2314466 w 4724400"/>
              <a:gd name="connsiteY368" fmla="*/ 2680771 h 6857999"/>
              <a:gd name="connsiteX369" fmla="*/ 2386551 w 4724400"/>
              <a:gd name="connsiteY369" fmla="*/ 2642862 h 6857999"/>
              <a:gd name="connsiteX370" fmla="*/ 3646699 w 4724400"/>
              <a:gd name="connsiteY370" fmla="*/ 2390555 h 6857999"/>
              <a:gd name="connsiteX371" fmla="*/ 3645773 w 4724400"/>
              <a:gd name="connsiteY371" fmla="*/ 2392739 h 6857999"/>
              <a:gd name="connsiteX372" fmla="*/ 3649597 w 4724400"/>
              <a:gd name="connsiteY372" fmla="*/ 2394358 h 6857999"/>
              <a:gd name="connsiteX373" fmla="*/ 3646699 w 4724400"/>
              <a:gd name="connsiteY373" fmla="*/ 2390555 h 6857999"/>
              <a:gd name="connsiteX374" fmla="*/ 3038676 w 4724400"/>
              <a:gd name="connsiteY374" fmla="*/ 2118977 h 6857999"/>
              <a:gd name="connsiteX375" fmla="*/ 2963942 w 4724400"/>
              <a:gd name="connsiteY375" fmla="*/ 2525128 h 6857999"/>
              <a:gd name="connsiteX376" fmla="*/ 2923775 w 4724400"/>
              <a:gd name="connsiteY376" fmla="*/ 2667145 h 6857999"/>
              <a:gd name="connsiteX377" fmla="*/ 2887447 w 4724400"/>
              <a:gd name="connsiteY377" fmla="*/ 2832031 h 6857999"/>
              <a:gd name="connsiteX378" fmla="*/ 2868480 w 4724400"/>
              <a:gd name="connsiteY378" fmla="*/ 2927011 h 6857999"/>
              <a:gd name="connsiteX379" fmla="*/ 2921794 w 4724400"/>
              <a:gd name="connsiteY379" fmla="*/ 2782834 h 6857999"/>
              <a:gd name="connsiteX380" fmla="*/ 3038676 w 4724400"/>
              <a:gd name="connsiteY380" fmla="*/ 2118977 h 6857999"/>
              <a:gd name="connsiteX381" fmla="*/ 4070579 w 4724400"/>
              <a:gd name="connsiteY381" fmla="*/ 2090376 h 6857999"/>
              <a:gd name="connsiteX382" fmla="*/ 4109879 w 4724400"/>
              <a:gd name="connsiteY382" fmla="*/ 2228695 h 6857999"/>
              <a:gd name="connsiteX383" fmla="*/ 4119154 w 4724400"/>
              <a:gd name="connsiteY383" fmla="*/ 2266098 h 6857999"/>
              <a:gd name="connsiteX384" fmla="*/ 4141411 w 4724400"/>
              <a:gd name="connsiteY384" fmla="*/ 2353427 h 6857999"/>
              <a:gd name="connsiteX385" fmla="*/ 4293979 w 4724400"/>
              <a:gd name="connsiteY385" fmla="*/ 2703223 h 6857999"/>
              <a:gd name="connsiteX386" fmla="*/ 4410111 w 4724400"/>
              <a:gd name="connsiteY386" fmla="*/ 2947465 h 6857999"/>
              <a:gd name="connsiteX387" fmla="*/ 4070579 w 4724400"/>
              <a:gd name="connsiteY387" fmla="*/ 2090376 h 6857999"/>
              <a:gd name="connsiteX388" fmla="*/ 4020821 w 4724400"/>
              <a:gd name="connsiteY388" fmla="*/ 2034549 h 6857999"/>
              <a:gd name="connsiteX389" fmla="*/ 4372756 w 4724400"/>
              <a:gd name="connsiteY389" fmla="*/ 2932293 h 6857999"/>
              <a:gd name="connsiteX390" fmla="*/ 4268731 w 4724400"/>
              <a:gd name="connsiteY390" fmla="*/ 2715710 h 6857999"/>
              <a:gd name="connsiteX391" fmla="*/ 4113960 w 4724400"/>
              <a:gd name="connsiteY391" fmla="*/ 2360474 h 6857999"/>
              <a:gd name="connsiteX392" fmla="*/ 4090842 w 4724400"/>
              <a:gd name="connsiteY392" fmla="*/ 2272139 h 6857999"/>
              <a:gd name="connsiteX393" fmla="*/ 4081569 w 4724400"/>
              <a:gd name="connsiteY393" fmla="*/ 2234734 h 6857999"/>
              <a:gd name="connsiteX394" fmla="*/ 4020821 w 4724400"/>
              <a:gd name="connsiteY394" fmla="*/ 2034549 h 6857999"/>
              <a:gd name="connsiteX395" fmla="*/ 3001316 w 4724400"/>
              <a:gd name="connsiteY395" fmla="*/ 2032338 h 6857999"/>
              <a:gd name="connsiteX396" fmla="*/ 2953880 w 4724400"/>
              <a:gd name="connsiteY396" fmla="*/ 2185446 h 6857999"/>
              <a:gd name="connsiteX397" fmla="*/ 2883664 w 4724400"/>
              <a:gd name="connsiteY397" fmla="*/ 2591574 h 6857999"/>
              <a:gd name="connsiteX398" fmla="*/ 2826885 w 4724400"/>
              <a:gd name="connsiteY398" fmla="*/ 2991809 h 6857999"/>
              <a:gd name="connsiteX399" fmla="*/ 2860250 w 4724400"/>
              <a:gd name="connsiteY399" fmla="*/ 2826310 h 6857999"/>
              <a:gd name="connsiteX400" fmla="*/ 2896499 w 4724400"/>
              <a:gd name="connsiteY400" fmla="*/ 2660098 h 6857999"/>
              <a:gd name="connsiteX401" fmla="*/ 2937125 w 4724400"/>
              <a:gd name="connsiteY401" fmla="*/ 2516991 h 6857999"/>
              <a:gd name="connsiteX402" fmla="*/ 3010471 w 4724400"/>
              <a:gd name="connsiteY402" fmla="*/ 2114122 h 6857999"/>
              <a:gd name="connsiteX403" fmla="*/ 3001316 w 4724400"/>
              <a:gd name="connsiteY403" fmla="*/ 2032338 h 6857999"/>
              <a:gd name="connsiteX404" fmla="*/ 3105532 w 4724400"/>
              <a:gd name="connsiteY404" fmla="*/ 1991479 h 6857999"/>
              <a:gd name="connsiteX405" fmla="*/ 3599280 w 4724400"/>
              <a:gd name="connsiteY405" fmla="*/ 2371770 h 6857999"/>
              <a:gd name="connsiteX406" fmla="*/ 3105532 w 4724400"/>
              <a:gd name="connsiteY406" fmla="*/ 1991479 h 6857999"/>
              <a:gd name="connsiteX407" fmla="*/ 3111169 w 4724400"/>
              <a:gd name="connsiteY407" fmla="*/ 1962963 h 6857999"/>
              <a:gd name="connsiteX408" fmla="*/ 3606223 w 4724400"/>
              <a:gd name="connsiteY408" fmla="*/ 2338658 h 6857999"/>
              <a:gd name="connsiteX409" fmla="*/ 3111169 w 4724400"/>
              <a:gd name="connsiteY409" fmla="*/ 1962963 h 6857999"/>
              <a:gd name="connsiteX410" fmla="*/ 2050698 w 4724400"/>
              <a:gd name="connsiteY410" fmla="*/ 1338235 h 6857999"/>
              <a:gd name="connsiteX411" fmla="*/ 2370409 w 4724400"/>
              <a:gd name="connsiteY411" fmla="*/ 2272553 h 6857999"/>
              <a:gd name="connsiteX412" fmla="*/ 2338306 w 4724400"/>
              <a:gd name="connsiteY412" fmla="*/ 2159819 h 6857999"/>
              <a:gd name="connsiteX413" fmla="*/ 2334023 w 4724400"/>
              <a:gd name="connsiteY413" fmla="*/ 2142555 h 6857999"/>
              <a:gd name="connsiteX414" fmla="*/ 2161071 w 4724400"/>
              <a:gd name="connsiteY414" fmla="*/ 1617375 h 6857999"/>
              <a:gd name="connsiteX415" fmla="*/ 2130699 w 4724400"/>
              <a:gd name="connsiteY415" fmla="*/ 1544643 h 6857999"/>
              <a:gd name="connsiteX416" fmla="*/ 2050698 w 4724400"/>
              <a:gd name="connsiteY416" fmla="*/ 1338235 h 6857999"/>
              <a:gd name="connsiteX417" fmla="*/ 2060478 w 4724400"/>
              <a:gd name="connsiteY417" fmla="*/ 1278636 h 6857999"/>
              <a:gd name="connsiteX418" fmla="*/ 2156346 w 4724400"/>
              <a:gd name="connsiteY418" fmla="*/ 1534260 h 6857999"/>
              <a:gd name="connsiteX419" fmla="*/ 2187258 w 4724400"/>
              <a:gd name="connsiteY419" fmla="*/ 1607218 h 6857999"/>
              <a:gd name="connsiteX420" fmla="*/ 2358704 w 4724400"/>
              <a:gd name="connsiteY420" fmla="*/ 2125320 h 6857999"/>
              <a:gd name="connsiteX421" fmla="*/ 2233598 w 4724400"/>
              <a:gd name="connsiteY421" fmla="*/ 1646797 h 6857999"/>
              <a:gd name="connsiteX422" fmla="*/ 2060478 w 4724400"/>
              <a:gd name="connsiteY422" fmla="*/ 1278636 h 6857999"/>
              <a:gd name="connsiteX423" fmla="*/ 1974152 w 4724400"/>
              <a:gd name="connsiteY423" fmla="*/ 1245311 h 6857999"/>
              <a:gd name="connsiteX424" fmla="*/ 1811379 w 4724400"/>
              <a:gd name="connsiteY424" fmla="*/ 1406236 h 6857999"/>
              <a:gd name="connsiteX425" fmla="*/ 1767940 w 4724400"/>
              <a:gd name="connsiteY425" fmla="*/ 1546869 h 6857999"/>
              <a:gd name="connsiteX426" fmla="*/ 1796474 w 4724400"/>
              <a:gd name="connsiteY426" fmla="*/ 1557016 h 6857999"/>
              <a:gd name="connsiteX427" fmla="*/ 1974152 w 4724400"/>
              <a:gd name="connsiteY427" fmla="*/ 1245311 h 6857999"/>
              <a:gd name="connsiteX428" fmla="*/ 4681531 w 4724400"/>
              <a:gd name="connsiteY428" fmla="*/ 959050 h 6857999"/>
              <a:gd name="connsiteX429" fmla="*/ 4638064 w 4724400"/>
              <a:gd name="connsiteY429" fmla="*/ 1006960 h 6857999"/>
              <a:gd name="connsiteX430" fmla="*/ 4415502 w 4724400"/>
              <a:gd name="connsiteY430" fmla="*/ 1184424 h 6857999"/>
              <a:gd name="connsiteX431" fmla="*/ 4197574 w 4724400"/>
              <a:gd name="connsiteY431" fmla="*/ 1317493 h 6857999"/>
              <a:gd name="connsiteX432" fmla="*/ 4122737 w 4724400"/>
              <a:gd name="connsiteY432" fmla="*/ 1348256 h 6857999"/>
              <a:gd name="connsiteX433" fmla="*/ 4024988 w 4724400"/>
              <a:gd name="connsiteY433" fmla="*/ 1390573 h 6857999"/>
              <a:gd name="connsiteX434" fmla="*/ 4421265 w 4724400"/>
              <a:gd name="connsiteY434" fmla="*/ 1220988 h 6857999"/>
              <a:gd name="connsiteX435" fmla="*/ 4681531 w 4724400"/>
              <a:gd name="connsiteY435" fmla="*/ 959050 h 6857999"/>
              <a:gd name="connsiteX436" fmla="*/ 4722484 w 4724400"/>
              <a:gd name="connsiteY436" fmla="*/ 854709 h 6857999"/>
              <a:gd name="connsiteX437" fmla="*/ 4695347 w 4724400"/>
              <a:gd name="connsiteY437" fmla="*/ 879275 h 6857999"/>
              <a:gd name="connsiteX438" fmla="*/ 4253878 w 4724400"/>
              <a:gd name="connsiteY438" fmla="*/ 1216434 h 6857999"/>
              <a:gd name="connsiteX439" fmla="*/ 4213112 w 4724400"/>
              <a:gd name="connsiteY439" fmla="*/ 1239730 h 6857999"/>
              <a:gd name="connsiteX440" fmla="*/ 4037747 w 4724400"/>
              <a:gd name="connsiteY440" fmla="*/ 1352837 h 6857999"/>
              <a:gd name="connsiteX441" fmla="*/ 4113362 w 4724400"/>
              <a:gd name="connsiteY441" fmla="*/ 1321759 h 6857999"/>
              <a:gd name="connsiteX442" fmla="*/ 4186634 w 4724400"/>
              <a:gd name="connsiteY442" fmla="*/ 1291618 h 6857999"/>
              <a:gd name="connsiteX443" fmla="*/ 4399674 w 4724400"/>
              <a:gd name="connsiteY443" fmla="*/ 1160983 h 6857999"/>
              <a:gd name="connsiteX444" fmla="*/ 4618435 w 4724400"/>
              <a:gd name="connsiteY444" fmla="*/ 986418 h 6857999"/>
              <a:gd name="connsiteX445" fmla="*/ 4722484 w 4724400"/>
              <a:gd name="connsiteY445" fmla="*/ 854709 h 6857999"/>
              <a:gd name="connsiteX446" fmla="*/ 1456504 w 4724400"/>
              <a:gd name="connsiteY446" fmla="*/ 777000 h 6857999"/>
              <a:gd name="connsiteX447" fmla="*/ 1454399 w 4724400"/>
              <a:gd name="connsiteY447" fmla="*/ 794136 h 6857999"/>
              <a:gd name="connsiteX448" fmla="*/ 1448466 w 4724400"/>
              <a:gd name="connsiteY448" fmla="*/ 843129 h 6857999"/>
              <a:gd name="connsiteX449" fmla="*/ 1442252 w 4724400"/>
              <a:gd name="connsiteY449" fmla="*/ 1005313 h 6857999"/>
              <a:gd name="connsiteX450" fmla="*/ 1469382 w 4724400"/>
              <a:gd name="connsiteY450" fmla="*/ 1614896 h 6857999"/>
              <a:gd name="connsiteX451" fmla="*/ 1472106 w 4724400"/>
              <a:gd name="connsiteY451" fmla="*/ 1632791 h 6857999"/>
              <a:gd name="connsiteX452" fmla="*/ 1479091 w 4724400"/>
              <a:gd name="connsiteY452" fmla="*/ 1680170 h 6857999"/>
              <a:gd name="connsiteX453" fmla="*/ 1480043 w 4724400"/>
              <a:gd name="connsiteY453" fmla="*/ 1649028 h 6857999"/>
              <a:gd name="connsiteX454" fmla="*/ 1464087 w 4724400"/>
              <a:gd name="connsiteY454" fmla="*/ 871628 h 6857999"/>
              <a:gd name="connsiteX455" fmla="*/ 1462204 w 4724400"/>
              <a:gd name="connsiteY455" fmla="*/ 850229 h 6857999"/>
              <a:gd name="connsiteX456" fmla="*/ 1456504 w 4724400"/>
              <a:gd name="connsiteY456" fmla="*/ 777000 h 6857999"/>
              <a:gd name="connsiteX457" fmla="*/ 1483619 w 4724400"/>
              <a:gd name="connsiteY457" fmla="*/ 764662 h 6857999"/>
              <a:gd name="connsiteX458" fmla="*/ 1489670 w 4724400"/>
              <a:gd name="connsiteY458" fmla="*/ 847698 h 6857999"/>
              <a:gd name="connsiteX459" fmla="*/ 1491553 w 4724400"/>
              <a:gd name="connsiteY459" fmla="*/ 869097 h 6857999"/>
              <a:gd name="connsiteX460" fmla="*/ 1508481 w 4724400"/>
              <a:gd name="connsiteY460" fmla="*/ 1619865 h 6857999"/>
              <a:gd name="connsiteX461" fmla="*/ 1483619 w 4724400"/>
              <a:gd name="connsiteY461" fmla="*/ 764662 h 6857999"/>
              <a:gd name="connsiteX462" fmla="*/ 1430481 w 4724400"/>
              <a:gd name="connsiteY462" fmla="*/ 630137 h 6857999"/>
              <a:gd name="connsiteX463" fmla="*/ 1442495 w 4724400"/>
              <a:gd name="connsiteY463" fmla="*/ 1626691 h 6857999"/>
              <a:gd name="connsiteX464" fmla="*/ 1441222 w 4724400"/>
              <a:gd name="connsiteY464" fmla="*/ 1619067 h 6857999"/>
              <a:gd name="connsiteX465" fmla="*/ 1414069 w 4724400"/>
              <a:gd name="connsiteY465" fmla="*/ 1004967 h 6857999"/>
              <a:gd name="connsiteX466" fmla="*/ 1420665 w 4724400"/>
              <a:gd name="connsiteY466" fmla="*/ 840369 h 6857999"/>
              <a:gd name="connsiteX467" fmla="*/ 1426829 w 4724400"/>
              <a:gd name="connsiteY467" fmla="*/ 790831 h 6857999"/>
              <a:gd name="connsiteX468" fmla="*/ 1430481 w 4724400"/>
              <a:gd name="connsiteY468" fmla="*/ 630137 h 6857999"/>
              <a:gd name="connsiteX469" fmla="*/ 4023796 w 4724400"/>
              <a:gd name="connsiteY469" fmla="*/ 623931 h 6857999"/>
              <a:gd name="connsiteX470" fmla="*/ 3945729 w 4724400"/>
              <a:gd name="connsiteY470" fmla="*/ 662344 h 6857999"/>
              <a:gd name="connsiteX471" fmla="*/ 3498947 w 4724400"/>
              <a:gd name="connsiteY471" fmla="*/ 818916 h 6857999"/>
              <a:gd name="connsiteX472" fmla="*/ 3031283 w 4724400"/>
              <a:gd name="connsiteY472" fmla="*/ 1111507 h 6857999"/>
              <a:gd name="connsiteX473" fmla="*/ 3203692 w 4724400"/>
              <a:gd name="connsiteY473" fmla="*/ 1035777 h 6857999"/>
              <a:gd name="connsiteX474" fmla="*/ 3218294 w 4724400"/>
              <a:gd name="connsiteY474" fmla="*/ 1027151 h 6857999"/>
              <a:gd name="connsiteX475" fmla="*/ 3636737 w 4724400"/>
              <a:gd name="connsiteY475" fmla="*/ 817377 h 6857999"/>
              <a:gd name="connsiteX476" fmla="*/ 4023796 w 4724400"/>
              <a:gd name="connsiteY476" fmla="*/ 623931 h 6857999"/>
              <a:gd name="connsiteX477" fmla="*/ 3311704 w 4724400"/>
              <a:gd name="connsiteY477" fmla="*/ 584486 h 6857999"/>
              <a:gd name="connsiteX478" fmla="*/ 3190778 w 4724400"/>
              <a:gd name="connsiteY478" fmla="*/ 772788 h 6857999"/>
              <a:gd name="connsiteX479" fmla="*/ 3007981 w 4724400"/>
              <a:gd name="connsiteY479" fmla="*/ 1070739 h 6857999"/>
              <a:gd name="connsiteX480" fmla="*/ 3267578 w 4724400"/>
              <a:gd name="connsiteY480" fmla="*/ 693281 h 6857999"/>
              <a:gd name="connsiteX481" fmla="*/ 2664888 w 4724400"/>
              <a:gd name="connsiteY481" fmla="*/ 518596 h 6857999"/>
              <a:gd name="connsiteX482" fmla="*/ 2411865 w 4724400"/>
              <a:gd name="connsiteY482" fmla="*/ 567273 h 6857999"/>
              <a:gd name="connsiteX483" fmla="*/ 1896643 w 4724400"/>
              <a:gd name="connsiteY483" fmla="*/ 809468 h 6857999"/>
              <a:gd name="connsiteX484" fmla="*/ 1899055 w 4724400"/>
              <a:gd name="connsiteY484" fmla="*/ 809848 h 6857999"/>
              <a:gd name="connsiteX485" fmla="*/ 2446633 w 4724400"/>
              <a:gd name="connsiteY485" fmla="*/ 596159 h 6857999"/>
              <a:gd name="connsiteX486" fmla="*/ 2796924 w 4724400"/>
              <a:gd name="connsiteY486" fmla="*/ 501747 h 6857999"/>
              <a:gd name="connsiteX487" fmla="*/ 2455237 w 4724400"/>
              <a:gd name="connsiteY487" fmla="*/ 622979 h 6857999"/>
              <a:gd name="connsiteX488" fmla="*/ 1949308 w 4724400"/>
              <a:gd name="connsiteY488" fmla="*/ 818889 h 6857999"/>
              <a:gd name="connsiteX489" fmla="*/ 1950634 w 4724400"/>
              <a:gd name="connsiteY489" fmla="*/ 818810 h 6857999"/>
              <a:gd name="connsiteX490" fmla="*/ 2796924 w 4724400"/>
              <a:gd name="connsiteY490" fmla="*/ 501747 h 6857999"/>
              <a:gd name="connsiteX491" fmla="*/ 3335099 w 4724400"/>
              <a:gd name="connsiteY491" fmla="*/ 488163 h 6857999"/>
              <a:gd name="connsiteX492" fmla="*/ 3151139 w 4724400"/>
              <a:gd name="connsiteY492" fmla="*/ 734118 h 6857999"/>
              <a:gd name="connsiteX493" fmla="*/ 3136980 w 4724400"/>
              <a:gd name="connsiteY493" fmla="*/ 753877 h 6857999"/>
              <a:gd name="connsiteX494" fmla="*/ 3062043 w 4724400"/>
              <a:gd name="connsiteY494" fmla="*/ 867004 h 6857999"/>
              <a:gd name="connsiteX495" fmla="*/ 2994594 w 4724400"/>
              <a:gd name="connsiteY495" fmla="*/ 1035452 h 6857999"/>
              <a:gd name="connsiteX496" fmla="*/ 3167517 w 4724400"/>
              <a:gd name="connsiteY496" fmla="*/ 757788 h 6857999"/>
              <a:gd name="connsiteX497" fmla="*/ 3335099 w 4724400"/>
              <a:gd name="connsiteY497" fmla="*/ 488163 h 6857999"/>
              <a:gd name="connsiteX498" fmla="*/ 2891507 w 4724400"/>
              <a:gd name="connsiteY498" fmla="*/ 485136 h 6857999"/>
              <a:gd name="connsiteX499" fmla="*/ 2047508 w 4724400"/>
              <a:gd name="connsiteY499" fmla="*/ 825701 h 6857999"/>
              <a:gd name="connsiteX500" fmla="*/ 2891507 w 4724400"/>
              <a:gd name="connsiteY500" fmla="*/ 485136 h 6857999"/>
              <a:gd name="connsiteX501" fmla="*/ 4418489 w 4724400"/>
              <a:gd name="connsiteY501" fmla="*/ 483936 h 6857999"/>
              <a:gd name="connsiteX502" fmla="*/ 4155290 w 4724400"/>
              <a:gd name="connsiteY502" fmla="*/ 661575 h 6857999"/>
              <a:gd name="connsiteX503" fmla="*/ 3571040 w 4724400"/>
              <a:gd name="connsiteY503" fmla="*/ 996875 h 6857999"/>
              <a:gd name="connsiteX504" fmla="*/ 3093710 w 4724400"/>
              <a:gd name="connsiteY504" fmla="*/ 1145020 h 6857999"/>
              <a:gd name="connsiteX505" fmla="*/ 3207527 w 4724400"/>
              <a:gd name="connsiteY505" fmla="*/ 1163586 h 6857999"/>
              <a:gd name="connsiteX506" fmla="*/ 3652751 w 4724400"/>
              <a:gd name="connsiteY506" fmla="*/ 990907 h 6857999"/>
              <a:gd name="connsiteX507" fmla="*/ 4180906 w 4724400"/>
              <a:gd name="connsiteY507" fmla="*/ 680145 h 6857999"/>
              <a:gd name="connsiteX508" fmla="*/ 4418489 w 4724400"/>
              <a:gd name="connsiteY508" fmla="*/ 483936 h 6857999"/>
              <a:gd name="connsiteX509" fmla="*/ 3316944 w 4724400"/>
              <a:gd name="connsiteY509" fmla="*/ 465669 h 6857999"/>
              <a:gd name="connsiteX510" fmla="*/ 2958819 w 4724400"/>
              <a:gd name="connsiteY510" fmla="*/ 1062158 h 6857999"/>
              <a:gd name="connsiteX511" fmla="*/ 3004132 w 4724400"/>
              <a:gd name="connsiteY511" fmla="*/ 921679 h 6857999"/>
              <a:gd name="connsiteX512" fmla="*/ 3037224 w 4724400"/>
              <a:gd name="connsiteY512" fmla="*/ 852631 h 6857999"/>
              <a:gd name="connsiteX513" fmla="*/ 3114637 w 4724400"/>
              <a:gd name="connsiteY513" fmla="*/ 736692 h 6857999"/>
              <a:gd name="connsiteX514" fmla="*/ 3128801 w 4724400"/>
              <a:gd name="connsiteY514" fmla="*/ 716935 h 6857999"/>
              <a:gd name="connsiteX515" fmla="*/ 3316944 w 4724400"/>
              <a:gd name="connsiteY515" fmla="*/ 465669 h 6857999"/>
              <a:gd name="connsiteX516" fmla="*/ 4448894 w 4724400"/>
              <a:gd name="connsiteY516" fmla="*/ 422768 h 6857999"/>
              <a:gd name="connsiteX517" fmla="*/ 4235585 w 4724400"/>
              <a:gd name="connsiteY517" fmla="*/ 528178 h 6857999"/>
              <a:gd name="connsiteX518" fmla="*/ 4213155 w 4724400"/>
              <a:gd name="connsiteY518" fmla="*/ 543149 h 6857999"/>
              <a:gd name="connsiteX519" fmla="*/ 3649218 w 4724400"/>
              <a:gd name="connsiteY519" fmla="*/ 842623 h 6857999"/>
              <a:gd name="connsiteX520" fmla="*/ 3232564 w 4724400"/>
              <a:gd name="connsiteY520" fmla="*/ 1051220 h 6857999"/>
              <a:gd name="connsiteX521" fmla="*/ 3217970 w 4724400"/>
              <a:gd name="connsiteY521" fmla="*/ 1059849 h 6857999"/>
              <a:gd name="connsiteX522" fmla="*/ 3116688 w 4724400"/>
              <a:gd name="connsiteY522" fmla="*/ 1113543 h 6857999"/>
              <a:gd name="connsiteX523" fmla="*/ 3559098 w 4724400"/>
              <a:gd name="connsiteY523" fmla="*/ 971858 h 6857999"/>
              <a:gd name="connsiteX524" fmla="*/ 4140004 w 4724400"/>
              <a:gd name="connsiteY524" fmla="*/ 638368 h 6857999"/>
              <a:gd name="connsiteX525" fmla="*/ 4451852 w 4724400"/>
              <a:gd name="connsiteY525" fmla="*/ 423380 h 6857999"/>
              <a:gd name="connsiteX526" fmla="*/ 4448894 w 4724400"/>
              <a:gd name="connsiteY526" fmla="*/ 422768 h 6857999"/>
              <a:gd name="connsiteX527" fmla="*/ 680568 w 4724400"/>
              <a:gd name="connsiteY527" fmla="*/ 416949 h 6857999"/>
              <a:gd name="connsiteX528" fmla="*/ 394452 w 4724400"/>
              <a:gd name="connsiteY528" fmla="*/ 694330 h 6857999"/>
              <a:gd name="connsiteX529" fmla="*/ 340402 w 4724400"/>
              <a:gd name="connsiteY529" fmla="*/ 759654 h 6857999"/>
              <a:gd name="connsiteX530" fmla="*/ 827699 w 4724400"/>
              <a:gd name="connsiteY530" fmla="*/ 416143 h 6857999"/>
              <a:gd name="connsiteX531" fmla="*/ 841524 w 4724400"/>
              <a:gd name="connsiteY531" fmla="*/ 534021 h 6857999"/>
              <a:gd name="connsiteX532" fmla="*/ 825554 w 4724400"/>
              <a:gd name="connsiteY532" fmla="*/ 672115 h 6857999"/>
              <a:gd name="connsiteX533" fmla="*/ 811499 w 4724400"/>
              <a:gd name="connsiteY533" fmla="*/ 769176 h 6857999"/>
              <a:gd name="connsiteX534" fmla="*/ 841586 w 4724400"/>
              <a:gd name="connsiteY534" fmla="*/ 1060039 h 6857999"/>
              <a:gd name="connsiteX535" fmla="*/ 942912 w 4724400"/>
              <a:gd name="connsiteY535" fmla="*/ 1511108 h 6857999"/>
              <a:gd name="connsiteX536" fmla="*/ 884057 w 4724400"/>
              <a:gd name="connsiteY536" fmla="*/ 521768 h 6857999"/>
              <a:gd name="connsiteX537" fmla="*/ 827699 w 4724400"/>
              <a:gd name="connsiteY537" fmla="*/ 416143 h 6857999"/>
              <a:gd name="connsiteX538" fmla="*/ 798883 w 4724400"/>
              <a:gd name="connsiteY538" fmla="*/ 414244 h 6857999"/>
              <a:gd name="connsiteX539" fmla="*/ 875825 w 4724400"/>
              <a:gd name="connsiteY539" fmla="*/ 1357811 h 6857999"/>
              <a:gd name="connsiteX540" fmla="*/ 814514 w 4724400"/>
              <a:gd name="connsiteY540" fmla="*/ 1064671 h 6857999"/>
              <a:gd name="connsiteX541" fmla="*/ 783698 w 4724400"/>
              <a:gd name="connsiteY541" fmla="*/ 766414 h 6857999"/>
              <a:gd name="connsiteX542" fmla="*/ 798129 w 4724400"/>
              <a:gd name="connsiteY542" fmla="*/ 666939 h 6857999"/>
              <a:gd name="connsiteX543" fmla="*/ 813894 w 4724400"/>
              <a:gd name="connsiteY543" fmla="*/ 533909 h 6857999"/>
              <a:gd name="connsiteX544" fmla="*/ 798883 w 4724400"/>
              <a:gd name="connsiteY544" fmla="*/ 414244 h 6857999"/>
              <a:gd name="connsiteX545" fmla="*/ 673202 w 4724400"/>
              <a:gd name="connsiteY545" fmla="*/ 388720 h 6857999"/>
              <a:gd name="connsiteX546" fmla="*/ 392779 w 4724400"/>
              <a:gd name="connsiteY546" fmla="*/ 596411 h 6857999"/>
              <a:gd name="connsiteX547" fmla="*/ 270088 w 4724400"/>
              <a:gd name="connsiteY547" fmla="*/ 790400 h 6857999"/>
              <a:gd name="connsiteX548" fmla="*/ 259285 w 4724400"/>
              <a:gd name="connsiteY548" fmla="*/ 812869 h 6857999"/>
              <a:gd name="connsiteX549" fmla="*/ 372890 w 4724400"/>
              <a:gd name="connsiteY549" fmla="*/ 676832 h 6857999"/>
              <a:gd name="connsiteX550" fmla="*/ 673202 w 4724400"/>
              <a:gd name="connsiteY550" fmla="*/ 388720 h 6857999"/>
              <a:gd name="connsiteX551" fmla="*/ 1628210 w 4724400"/>
              <a:gd name="connsiteY551" fmla="*/ 0 h 6857999"/>
              <a:gd name="connsiteX552" fmla="*/ 1748399 w 4724400"/>
              <a:gd name="connsiteY552" fmla="*/ 0 h 6857999"/>
              <a:gd name="connsiteX553" fmla="*/ 1783391 w 4724400"/>
              <a:gd name="connsiteY553" fmla="*/ 17650 h 6857999"/>
              <a:gd name="connsiteX554" fmla="*/ 2084193 w 4724400"/>
              <a:gd name="connsiteY554" fmla="*/ 69947 h 6857999"/>
              <a:gd name="connsiteX555" fmla="*/ 2744101 w 4724400"/>
              <a:gd name="connsiteY555" fmla="*/ 15192 h 6857999"/>
              <a:gd name="connsiteX556" fmla="*/ 2197414 w 4724400"/>
              <a:gd name="connsiteY556" fmla="*/ 41266 h 6857999"/>
              <a:gd name="connsiteX557" fmla="*/ 1914967 w 4724400"/>
              <a:gd name="connsiteY557" fmla="*/ 18583 h 6857999"/>
              <a:gd name="connsiteX558" fmla="*/ 1815559 w 4724400"/>
              <a:gd name="connsiteY558" fmla="*/ 0 h 6857999"/>
              <a:gd name="connsiteX559" fmla="*/ 2001666 w 4724400"/>
              <a:gd name="connsiteY559" fmla="*/ 0 h 6857999"/>
              <a:gd name="connsiteX560" fmla="*/ 2036517 w 4724400"/>
              <a:gd name="connsiteY560" fmla="*/ 4274 h 6857999"/>
              <a:gd name="connsiteX561" fmla="*/ 2199623 w 4724400"/>
              <a:gd name="connsiteY561" fmla="*/ 13232 h 6857999"/>
              <a:gd name="connsiteX562" fmla="*/ 2420103 w 4724400"/>
              <a:gd name="connsiteY562" fmla="*/ 12601 h 6857999"/>
              <a:gd name="connsiteX563" fmla="*/ 2621330 w 4724400"/>
              <a:gd name="connsiteY563" fmla="*/ 0 h 6857999"/>
              <a:gd name="connsiteX564" fmla="*/ 3076571 w 4724400"/>
              <a:gd name="connsiteY564" fmla="*/ 0 h 6857999"/>
              <a:gd name="connsiteX565" fmla="*/ 2924796 w 4724400"/>
              <a:gd name="connsiteY565" fmla="*/ 36772 h 6857999"/>
              <a:gd name="connsiteX566" fmla="*/ 1946203 w 4724400"/>
              <a:gd name="connsiteY566" fmla="*/ 131277 h 6857999"/>
              <a:gd name="connsiteX567" fmla="*/ 1707026 w 4724400"/>
              <a:gd name="connsiteY567" fmla="*/ 44983 h 6857999"/>
              <a:gd name="connsiteX568" fmla="*/ 1007398 w 4724400"/>
              <a:gd name="connsiteY568" fmla="*/ 0 h 6857999"/>
              <a:gd name="connsiteX569" fmla="*/ 1105902 w 4724400"/>
              <a:gd name="connsiteY569" fmla="*/ 0 h 6857999"/>
              <a:gd name="connsiteX570" fmla="*/ 1191939 w 4724400"/>
              <a:gd name="connsiteY570" fmla="*/ 117664 h 6857999"/>
              <a:gd name="connsiteX571" fmla="*/ 1780907 w 4724400"/>
              <a:gd name="connsiteY571" fmla="*/ 743734 h 6857999"/>
              <a:gd name="connsiteX572" fmla="*/ 1841857 w 4724400"/>
              <a:gd name="connsiteY572" fmla="*/ 795932 h 6857999"/>
              <a:gd name="connsiteX573" fmla="*/ 2317896 w 4724400"/>
              <a:gd name="connsiteY573" fmla="*/ 530713 h 6857999"/>
              <a:gd name="connsiteX574" fmla="*/ 3015228 w 4724400"/>
              <a:gd name="connsiteY574" fmla="*/ 399738 h 6857999"/>
              <a:gd name="connsiteX575" fmla="*/ 3000782 w 4724400"/>
              <a:gd name="connsiteY575" fmla="*/ 461219 h 6857999"/>
              <a:gd name="connsiteX576" fmla="*/ 1963190 w 4724400"/>
              <a:gd name="connsiteY576" fmla="*/ 895589 h 6857999"/>
              <a:gd name="connsiteX577" fmla="*/ 2552180 w 4724400"/>
              <a:gd name="connsiteY577" fmla="*/ 1298815 h 6857999"/>
              <a:gd name="connsiteX578" fmla="*/ 2904618 w 4724400"/>
              <a:gd name="connsiteY578" fmla="*/ 1146081 h 6857999"/>
              <a:gd name="connsiteX579" fmla="*/ 3428829 w 4724400"/>
              <a:gd name="connsiteY579" fmla="*/ 310883 h 6857999"/>
              <a:gd name="connsiteX580" fmla="*/ 3452135 w 4724400"/>
              <a:gd name="connsiteY580" fmla="*/ 318176 h 6857999"/>
              <a:gd name="connsiteX581" fmla="*/ 3169464 w 4724400"/>
              <a:gd name="connsiteY581" fmla="*/ 935661 h 6857999"/>
              <a:gd name="connsiteX582" fmla="*/ 3049395 w 4724400"/>
              <a:gd name="connsiteY582" fmla="*/ 1070245 h 6857999"/>
              <a:gd name="connsiteX583" fmla="*/ 3401235 w 4724400"/>
              <a:gd name="connsiteY583" fmla="*/ 815534 h 6857999"/>
              <a:gd name="connsiteX584" fmla="*/ 4236947 w 4724400"/>
              <a:gd name="connsiteY584" fmla="*/ 465665 h 6857999"/>
              <a:gd name="connsiteX585" fmla="*/ 4565962 w 4724400"/>
              <a:gd name="connsiteY585" fmla="*/ 350012 h 6857999"/>
              <a:gd name="connsiteX586" fmla="*/ 4557937 w 4724400"/>
              <a:gd name="connsiteY586" fmla="*/ 382666 h 6857999"/>
              <a:gd name="connsiteX587" fmla="*/ 3621049 w 4724400"/>
              <a:gd name="connsiteY587" fmla="*/ 1056676 h 6857999"/>
              <a:gd name="connsiteX588" fmla="*/ 3094000 w 4724400"/>
              <a:gd name="connsiteY588" fmla="*/ 1229477 h 6857999"/>
              <a:gd name="connsiteX589" fmla="*/ 2813197 w 4724400"/>
              <a:gd name="connsiteY589" fmla="*/ 1263181 h 6857999"/>
              <a:gd name="connsiteX590" fmla="*/ 2615776 w 4724400"/>
              <a:gd name="connsiteY590" fmla="*/ 1334114 h 6857999"/>
              <a:gd name="connsiteX591" fmla="*/ 3364982 w 4724400"/>
              <a:gd name="connsiteY591" fmla="*/ 1687356 h 6857999"/>
              <a:gd name="connsiteX592" fmla="*/ 3371663 w 4724400"/>
              <a:gd name="connsiteY592" fmla="*/ 1683743 h 6857999"/>
              <a:gd name="connsiteX593" fmla="*/ 3883310 w 4724400"/>
              <a:gd name="connsiteY593" fmla="*/ 1443899 h 6857999"/>
              <a:gd name="connsiteX594" fmla="*/ 3892746 w 4724400"/>
              <a:gd name="connsiteY594" fmla="*/ 1429225 h 6857999"/>
              <a:gd name="connsiteX595" fmla="*/ 4699980 w 4724400"/>
              <a:gd name="connsiteY595" fmla="*/ 789523 h 6857999"/>
              <a:gd name="connsiteX596" fmla="*/ 4724400 w 4724400"/>
              <a:gd name="connsiteY596" fmla="*/ 769876 h 6857999"/>
              <a:gd name="connsiteX597" fmla="*/ 4724400 w 4724400"/>
              <a:gd name="connsiteY597" fmla="*/ 802845 h 6857999"/>
              <a:gd name="connsiteX598" fmla="*/ 4705958 w 4724400"/>
              <a:gd name="connsiteY598" fmla="*/ 821317 h 6857999"/>
              <a:gd name="connsiteX599" fmla="*/ 4649798 w 4724400"/>
              <a:gd name="connsiteY599" fmla="*/ 877374 h 6857999"/>
              <a:gd name="connsiteX600" fmla="*/ 4005326 w 4724400"/>
              <a:gd name="connsiteY600" fmla="*/ 1344259 h 6857999"/>
              <a:gd name="connsiteX601" fmla="*/ 4199378 w 4724400"/>
              <a:gd name="connsiteY601" fmla="*/ 1215889 h 6857999"/>
              <a:gd name="connsiteX602" fmla="*/ 4239600 w 4724400"/>
              <a:gd name="connsiteY602" fmla="*/ 1192361 h 6857999"/>
              <a:gd name="connsiteX603" fmla="*/ 4677037 w 4724400"/>
              <a:gd name="connsiteY603" fmla="*/ 858646 h 6857999"/>
              <a:gd name="connsiteX604" fmla="*/ 4724400 w 4724400"/>
              <a:gd name="connsiteY604" fmla="*/ 810414 h 6857999"/>
              <a:gd name="connsiteX605" fmla="*/ 4724400 w 4724400"/>
              <a:gd name="connsiteY605" fmla="*/ 916439 h 6857999"/>
              <a:gd name="connsiteX606" fmla="*/ 4683030 w 4724400"/>
              <a:gd name="connsiteY606" fmla="*/ 982925 h 6857999"/>
              <a:gd name="connsiteX607" fmla="*/ 3921884 w 4724400"/>
              <a:gd name="connsiteY607" fmla="*/ 1469889 h 6857999"/>
              <a:gd name="connsiteX608" fmla="*/ 3456136 w 4724400"/>
              <a:gd name="connsiteY608" fmla="*/ 1721439 h 6857999"/>
              <a:gd name="connsiteX609" fmla="*/ 3624313 w 4724400"/>
              <a:gd name="connsiteY609" fmla="*/ 1780406 h 6857999"/>
              <a:gd name="connsiteX610" fmla="*/ 4303638 w 4724400"/>
              <a:gd name="connsiteY610" fmla="*/ 1944400 h 6857999"/>
              <a:gd name="connsiteX611" fmla="*/ 4315566 w 4724400"/>
              <a:gd name="connsiteY611" fmla="*/ 1931422 h 6857999"/>
              <a:gd name="connsiteX612" fmla="*/ 4664388 w 4724400"/>
              <a:gd name="connsiteY612" fmla="*/ 1574357 h 6857999"/>
              <a:gd name="connsiteX613" fmla="*/ 4724400 w 4724400"/>
              <a:gd name="connsiteY613" fmla="*/ 1537429 h 6857999"/>
              <a:gd name="connsiteX614" fmla="*/ 4724400 w 4724400"/>
              <a:gd name="connsiteY614" fmla="*/ 1589108 h 6857999"/>
              <a:gd name="connsiteX615" fmla="*/ 4644505 w 4724400"/>
              <a:gd name="connsiteY615" fmla="*/ 1640352 h 6857999"/>
              <a:gd name="connsiteX616" fmla="*/ 4381603 w 4724400"/>
              <a:gd name="connsiteY616" fmla="*/ 1900149 h 6857999"/>
              <a:gd name="connsiteX617" fmla="*/ 4478726 w 4724400"/>
              <a:gd name="connsiteY617" fmla="*/ 1822808 h 6857999"/>
              <a:gd name="connsiteX618" fmla="*/ 4588263 w 4724400"/>
              <a:gd name="connsiteY618" fmla="*/ 1735914 h 6857999"/>
              <a:gd name="connsiteX619" fmla="*/ 4683216 w 4724400"/>
              <a:gd name="connsiteY619" fmla="*/ 1678902 h 6857999"/>
              <a:gd name="connsiteX620" fmla="*/ 4724400 w 4724400"/>
              <a:gd name="connsiteY620" fmla="*/ 1655121 h 6857999"/>
              <a:gd name="connsiteX621" fmla="*/ 4724400 w 4724400"/>
              <a:gd name="connsiteY621" fmla="*/ 1686869 h 6857999"/>
              <a:gd name="connsiteX622" fmla="*/ 4696172 w 4724400"/>
              <a:gd name="connsiteY622" fmla="*/ 1703058 h 6857999"/>
              <a:gd name="connsiteX623" fmla="*/ 4602997 w 4724400"/>
              <a:gd name="connsiteY623" fmla="*/ 1758893 h 6857999"/>
              <a:gd name="connsiteX624" fmla="*/ 4496021 w 4724400"/>
              <a:gd name="connsiteY624" fmla="*/ 1844299 h 6857999"/>
              <a:gd name="connsiteX625" fmla="*/ 4419004 w 4724400"/>
              <a:gd name="connsiteY625" fmla="*/ 1907617 h 6857999"/>
              <a:gd name="connsiteX626" fmla="*/ 4685975 w 4724400"/>
              <a:gd name="connsiteY626" fmla="*/ 1786372 h 6857999"/>
              <a:gd name="connsiteX627" fmla="*/ 4724400 w 4724400"/>
              <a:gd name="connsiteY627" fmla="*/ 1759693 h 6857999"/>
              <a:gd name="connsiteX628" fmla="*/ 4724400 w 4724400"/>
              <a:gd name="connsiteY628" fmla="*/ 1809459 h 6857999"/>
              <a:gd name="connsiteX629" fmla="*/ 4653762 w 4724400"/>
              <a:gd name="connsiteY629" fmla="*/ 1857561 h 6857999"/>
              <a:gd name="connsiteX630" fmla="*/ 4428349 w 4724400"/>
              <a:gd name="connsiteY630" fmla="*/ 1963079 h 6857999"/>
              <a:gd name="connsiteX631" fmla="*/ 4724400 w 4724400"/>
              <a:gd name="connsiteY631" fmla="*/ 1990579 h 6857999"/>
              <a:gd name="connsiteX632" fmla="*/ 4724400 w 4724400"/>
              <a:gd name="connsiteY632" fmla="*/ 2065582 h 6857999"/>
              <a:gd name="connsiteX633" fmla="*/ 4686318 w 4724400"/>
              <a:gd name="connsiteY633" fmla="*/ 2063926 h 6857999"/>
              <a:gd name="connsiteX634" fmla="*/ 4724400 w 4724400"/>
              <a:gd name="connsiteY634" fmla="*/ 2085104 h 6857999"/>
              <a:gd name="connsiteX635" fmla="*/ 4724400 w 4724400"/>
              <a:gd name="connsiteY635" fmla="*/ 2178471 h 6857999"/>
              <a:gd name="connsiteX636" fmla="*/ 4617755 w 4724400"/>
              <a:gd name="connsiteY636" fmla="*/ 2122457 h 6857999"/>
              <a:gd name="connsiteX637" fmla="*/ 4724400 w 4724400"/>
              <a:gd name="connsiteY637" fmla="*/ 2196158 h 6857999"/>
              <a:gd name="connsiteX638" fmla="*/ 4724400 w 4724400"/>
              <a:gd name="connsiteY638" fmla="*/ 2230374 h 6857999"/>
              <a:gd name="connsiteX639" fmla="*/ 4573637 w 4724400"/>
              <a:gd name="connsiteY639" fmla="*/ 2126309 h 6857999"/>
              <a:gd name="connsiteX640" fmla="*/ 4706850 w 4724400"/>
              <a:gd name="connsiteY640" fmla="*/ 2262541 h 6857999"/>
              <a:gd name="connsiteX641" fmla="*/ 4724400 w 4724400"/>
              <a:gd name="connsiteY641" fmla="*/ 2275857 h 6857999"/>
              <a:gd name="connsiteX642" fmla="*/ 4724400 w 4724400"/>
              <a:gd name="connsiteY642" fmla="*/ 2377131 h 6857999"/>
              <a:gd name="connsiteX643" fmla="*/ 4688201 w 4724400"/>
              <a:gd name="connsiteY643" fmla="*/ 2349925 h 6857999"/>
              <a:gd name="connsiteX644" fmla="*/ 4462564 w 4724400"/>
              <a:gd name="connsiteY644" fmla="*/ 2041945 h 6857999"/>
              <a:gd name="connsiteX645" fmla="*/ 4094167 w 4724400"/>
              <a:gd name="connsiteY645" fmla="*/ 1984479 h 6857999"/>
              <a:gd name="connsiteX646" fmla="*/ 4520397 w 4724400"/>
              <a:gd name="connsiteY646" fmla="*/ 3153822 h 6857999"/>
              <a:gd name="connsiteX647" fmla="*/ 4458958 w 4724400"/>
              <a:gd name="connsiteY647" fmla="*/ 3203134 h 6857999"/>
              <a:gd name="connsiteX648" fmla="*/ 3972830 w 4724400"/>
              <a:gd name="connsiteY648" fmla="*/ 1973028 h 6857999"/>
              <a:gd name="connsiteX649" fmla="*/ 3979154 w 4724400"/>
              <a:gd name="connsiteY649" fmla="*/ 1959605 h 6857999"/>
              <a:gd name="connsiteX650" fmla="*/ 3583051 w 4724400"/>
              <a:gd name="connsiteY650" fmla="*/ 1850495 h 6857999"/>
              <a:gd name="connsiteX651" fmla="*/ 2922360 w 4724400"/>
              <a:gd name="connsiteY651" fmla="*/ 1586232 h 6857999"/>
              <a:gd name="connsiteX652" fmla="*/ 3033099 w 4724400"/>
              <a:gd name="connsiteY652" fmla="*/ 1913175 h 6857999"/>
              <a:gd name="connsiteX653" fmla="*/ 3040214 w 4724400"/>
              <a:gd name="connsiteY653" fmla="*/ 1920694 h 6857999"/>
              <a:gd name="connsiteX654" fmla="*/ 3051308 w 4724400"/>
              <a:gd name="connsiteY654" fmla="*/ 1911226 h 6857999"/>
              <a:gd name="connsiteX655" fmla="*/ 3791335 w 4724400"/>
              <a:gd name="connsiteY655" fmla="*/ 2442781 h 6857999"/>
              <a:gd name="connsiteX656" fmla="*/ 3744063 w 4724400"/>
              <a:gd name="connsiteY656" fmla="*/ 2510325 h 6857999"/>
              <a:gd name="connsiteX657" fmla="*/ 3103695 w 4724400"/>
              <a:gd name="connsiteY657" fmla="*/ 2105302 h 6857999"/>
              <a:gd name="connsiteX658" fmla="*/ 2968137 w 4724400"/>
              <a:gd name="connsiteY658" fmla="*/ 2805672 h 6857999"/>
              <a:gd name="connsiteX659" fmla="*/ 2739231 w 4724400"/>
              <a:gd name="connsiteY659" fmla="*/ 3151701 h 6857999"/>
              <a:gd name="connsiteX660" fmla="*/ 2728882 w 4724400"/>
              <a:gd name="connsiteY660" fmla="*/ 3135084 h 6857999"/>
              <a:gd name="connsiteX661" fmla="*/ 2914282 w 4724400"/>
              <a:gd name="connsiteY661" fmla="*/ 2155807 h 6857999"/>
              <a:gd name="connsiteX662" fmla="*/ 2971660 w 4724400"/>
              <a:gd name="connsiteY662" fmla="*/ 1962486 h 6857999"/>
              <a:gd name="connsiteX663" fmla="*/ 2971809 w 4724400"/>
              <a:gd name="connsiteY663" fmla="*/ 1960615 h 6857999"/>
              <a:gd name="connsiteX664" fmla="*/ 2972315 w 4724400"/>
              <a:gd name="connsiteY664" fmla="*/ 1951821 h 6857999"/>
              <a:gd name="connsiteX665" fmla="*/ 2846641 w 4724400"/>
              <a:gd name="connsiteY665" fmla="*/ 1556749 h 6857999"/>
              <a:gd name="connsiteX666" fmla="*/ 2847461 w 4724400"/>
              <a:gd name="connsiteY666" fmla="*/ 1548729 h 6857999"/>
              <a:gd name="connsiteX667" fmla="*/ 2058558 w 4724400"/>
              <a:gd name="connsiteY667" fmla="*/ 1071804 h 6857999"/>
              <a:gd name="connsiteX668" fmla="*/ 2291089 w 4724400"/>
              <a:gd name="connsiteY668" fmla="*/ 1585512 h 6857999"/>
              <a:gd name="connsiteX669" fmla="*/ 2473792 w 4724400"/>
              <a:gd name="connsiteY669" fmla="*/ 2432858 h 6857999"/>
              <a:gd name="connsiteX670" fmla="*/ 2420124 w 4724400"/>
              <a:gd name="connsiteY670" fmla="*/ 2495762 h 6857999"/>
              <a:gd name="connsiteX671" fmla="*/ 2119846 w 4724400"/>
              <a:gd name="connsiteY671" fmla="*/ 1872898 h 6857999"/>
              <a:gd name="connsiteX672" fmla="*/ 1995210 w 4724400"/>
              <a:gd name="connsiteY672" fmla="*/ 1288346 h 6857999"/>
              <a:gd name="connsiteX673" fmla="*/ 1850975 w 4724400"/>
              <a:gd name="connsiteY673" fmla="*/ 1540820 h 6857999"/>
              <a:gd name="connsiteX674" fmla="*/ 1723490 w 4724400"/>
              <a:gd name="connsiteY674" fmla="*/ 1688355 h 6857999"/>
              <a:gd name="connsiteX675" fmla="*/ 1710157 w 4724400"/>
              <a:gd name="connsiteY675" fmla="*/ 1683354 h 6857999"/>
              <a:gd name="connsiteX676" fmla="*/ 1807265 w 4724400"/>
              <a:gd name="connsiteY676" fmla="*/ 1336896 h 6857999"/>
              <a:gd name="connsiteX677" fmla="*/ 2011049 w 4724400"/>
              <a:gd name="connsiteY677" fmla="*/ 1173376 h 6857999"/>
              <a:gd name="connsiteX678" fmla="*/ 2014681 w 4724400"/>
              <a:gd name="connsiteY678" fmla="*/ 1167830 h 6857999"/>
              <a:gd name="connsiteX679" fmla="*/ 1971037 w 4724400"/>
              <a:gd name="connsiteY679" fmla="*/ 1015438 h 6857999"/>
              <a:gd name="connsiteX680" fmla="*/ 1971858 w 4724400"/>
              <a:gd name="connsiteY680" fmla="*/ 1007420 h 6857999"/>
              <a:gd name="connsiteX681" fmla="*/ 1729505 w 4724400"/>
              <a:gd name="connsiteY681" fmla="*/ 808882 h 6857999"/>
              <a:gd name="connsiteX682" fmla="*/ 1506007 w 4724400"/>
              <a:gd name="connsiteY682" fmla="*/ 597733 h 6857999"/>
              <a:gd name="connsiteX683" fmla="*/ 1499912 w 4724400"/>
              <a:gd name="connsiteY683" fmla="*/ 1795211 h 6857999"/>
              <a:gd name="connsiteX684" fmla="*/ 1444926 w 4724400"/>
              <a:gd name="connsiteY684" fmla="*/ 1841464 h 6857999"/>
              <a:gd name="connsiteX685" fmla="*/ 1425791 w 4724400"/>
              <a:gd name="connsiteY685" fmla="*/ 572788 h 6857999"/>
              <a:gd name="connsiteX686" fmla="*/ 1435390 w 4724400"/>
              <a:gd name="connsiteY686" fmla="*/ 560750 h 6857999"/>
              <a:gd name="connsiteX687" fmla="*/ 1451502 w 4724400"/>
              <a:gd name="connsiteY687" fmla="*/ 542471 h 6857999"/>
              <a:gd name="connsiteX688" fmla="*/ 1194128 w 4724400"/>
              <a:gd name="connsiteY688" fmla="*/ 250903 h 6857999"/>
              <a:gd name="connsiteX689" fmla="*/ 890158 w 4724400"/>
              <a:gd name="connsiteY689" fmla="*/ 0 h 6857999"/>
              <a:gd name="connsiteX690" fmla="*/ 937892 w 4724400"/>
              <a:gd name="connsiteY690" fmla="*/ 0 h 6857999"/>
              <a:gd name="connsiteX691" fmla="*/ 924483 w 4724400"/>
              <a:gd name="connsiteY691" fmla="*/ 30495 h 6857999"/>
              <a:gd name="connsiteX692" fmla="*/ 872288 w 4724400"/>
              <a:gd name="connsiteY692" fmla="*/ 306259 h 6857999"/>
              <a:gd name="connsiteX693" fmla="*/ 1006247 w 4724400"/>
              <a:gd name="connsiteY693" fmla="*/ 727373 h 6857999"/>
              <a:gd name="connsiteX694" fmla="*/ 986481 w 4724400"/>
              <a:gd name="connsiteY694" fmla="*/ 1611960 h 6857999"/>
              <a:gd name="connsiteX695" fmla="*/ 928400 w 4724400"/>
              <a:gd name="connsiteY695" fmla="*/ 1663986 h 6857999"/>
              <a:gd name="connsiteX696" fmla="*/ 771281 w 4724400"/>
              <a:gd name="connsiteY696" fmla="*/ 368438 h 6857999"/>
              <a:gd name="connsiteX697" fmla="*/ 200540 w 4724400"/>
              <a:gd name="connsiteY697" fmla="*/ 942511 h 6857999"/>
              <a:gd name="connsiteX698" fmla="*/ 170253 w 4724400"/>
              <a:gd name="connsiteY698" fmla="*/ 942567 h 6857999"/>
              <a:gd name="connsiteX699" fmla="*/ 442049 w 4724400"/>
              <a:gd name="connsiteY699" fmla="*/ 489150 h 6857999"/>
              <a:gd name="connsiteX700" fmla="*/ 788582 w 4724400"/>
              <a:gd name="connsiteY700" fmla="*/ 301724 h 6857999"/>
              <a:gd name="connsiteX701" fmla="*/ 788312 w 4724400"/>
              <a:gd name="connsiteY701" fmla="*/ 276498 h 6857999"/>
              <a:gd name="connsiteX702" fmla="*/ 847625 w 4724400"/>
              <a:gd name="connsiteY702" fmla="*/ 89075 h 6857999"/>
              <a:gd name="connsiteX703" fmla="*/ 29788 w 4724400"/>
              <a:gd name="connsiteY703" fmla="*/ 0 h 6857999"/>
              <a:gd name="connsiteX704" fmla="*/ 93321 w 4724400"/>
              <a:gd name="connsiteY704" fmla="*/ 0 h 6857999"/>
              <a:gd name="connsiteX705" fmla="*/ 79142 w 4724400"/>
              <a:gd name="connsiteY705" fmla="*/ 68966 h 6857999"/>
              <a:gd name="connsiteX706" fmla="*/ 21253 w 4724400"/>
              <a:gd name="connsiteY706" fmla="*/ 535687 h 6857999"/>
              <a:gd name="connsiteX707" fmla="*/ 61909 w 4724400"/>
              <a:gd name="connsiteY707" fmla="*/ 380358 h 6857999"/>
              <a:gd name="connsiteX708" fmla="*/ 118339 w 4724400"/>
              <a:gd name="connsiteY708" fmla="*/ 184712 h 6857999"/>
              <a:gd name="connsiteX709" fmla="*/ 154192 w 4724400"/>
              <a:gd name="connsiteY709" fmla="*/ 87864 h 6857999"/>
              <a:gd name="connsiteX710" fmla="*/ 186604 w 4724400"/>
              <a:gd name="connsiteY710" fmla="*/ 0 h 6857999"/>
              <a:gd name="connsiteX711" fmla="*/ 216386 w 4724400"/>
              <a:gd name="connsiteY711" fmla="*/ 0 h 6857999"/>
              <a:gd name="connsiteX712" fmla="*/ 180314 w 4724400"/>
              <a:gd name="connsiteY712" fmla="*/ 97640 h 6857999"/>
              <a:gd name="connsiteX713" fmla="*/ 144924 w 4724400"/>
              <a:gd name="connsiteY713" fmla="*/ 193392 h 6857999"/>
              <a:gd name="connsiteX714" fmla="*/ 89413 w 4724400"/>
              <a:gd name="connsiteY714" fmla="*/ 386853 h 6857999"/>
              <a:gd name="connsiteX715" fmla="*/ 49686 w 4724400"/>
              <a:gd name="connsiteY715" fmla="*/ 539999 h 6857999"/>
              <a:gd name="connsiteX716" fmla="*/ 236604 w 4724400"/>
              <a:gd name="connsiteY716" fmla="*/ 152292 h 6857999"/>
              <a:gd name="connsiteX717" fmla="*/ 289375 w 4724400"/>
              <a:gd name="connsiteY717" fmla="*/ 0 h 6857999"/>
              <a:gd name="connsiteX718" fmla="*/ 369729 w 4724400"/>
              <a:gd name="connsiteY718" fmla="*/ 0 h 6857999"/>
              <a:gd name="connsiteX719" fmla="*/ 354160 w 4724400"/>
              <a:gd name="connsiteY719" fmla="*/ 65656 h 6857999"/>
              <a:gd name="connsiteX720" fmla="*/ 21325 w 4724400"/>
              <a:gd name="connsiteY720" fmla="*/ 763628 h 6857999"/>
              <a:gd name="connsiteX721" fmla="*/ 6426 w 4724400"/>
              <a:gd name="connsiteY721" fmla="*/ 785104 h 6857999"/>
              <a:gd name="connsiteX722" fmla="*/ 0 w 4724400"/>
              <a:gd name="connsiteY722" fmla="*/ 789215 h 6857999"/>
              <a:gd name="connsiteX723" fmla="*/ 0 w 4724400"/>
              <a:gd name="connsiteY723" fmla="*/ 163142 h 6857999"/>
              <a:gd name="connsiteX724" fmla="*/ 20220 w 4724400"/>
              <a:gd name="connsiteY724" fmla="*/ 3741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Lst>
            <a:rect l="l" t="t" r="r" b="b"/>
            <a:pathLst>
              <a:path w="4724400" h="6857999">
                <a:moveTo>
                  <a:pt x="0" y="6805948"/>
                </a:moveTo>
                <a:lnTo>
                  <a:pt x="15600" y="6813099"/>
                </a:lnTo>
                <a:cubicBezTo>
                  <a:pt x="48179" y="6826367"/>
                  <a:pt x="82589" y="6838841"/>
                  <a:pt x="117632" y="6850060"/>
                </a:cubicBezTo>
                <a:lnTo>
                  <a:pt x="146175" y="6857998"/>
                </a:lnTo>
                <a:lnTo>
                  <a:pt x="54597" y="6857998"/>
                </a:lnTo>
                <a:lnTo>
                  <a:pt x="0" y="6831490"/>
                </a:lnTo>
                <a:close/>
                <a:moveTo>
                  <a:pt x="0" y="6736157"/>
                </a:moveTo>
                <a:lnTo>
                  <a:pt x="114811" y="6784122"/>
                </a:lnTo>
                <a:lnTo>
                  <a:pt x="138159" y="6793465"/>
                </a:lnTo>
                <a:cubicBezTo>
                  <a:pt x="184756" y="6812785"/>
                  <a:pt x="226800" y="6829482"/>
                  <a:pt x="270310" y="6840638"/>
                </a:cubicBezTo>
                <a:lnTo>
                  <a:pt x="358932" y="6857999"/>
                </a:lnTo>
                <a:lnTo>
                  <a:pt x="228496" y="6857999"/>
                </a:lnTo>
                <a:lnTo>
                  <a:pt x="126481" y="6821149"/>
                </a:lnTo>
                <a:lnTo>
                  <a:pt x="103134" y="6811799"/>
                </a:lnTo>
                <a:lnTo>
                  <a:pt x="0" y="6767913"/>
                </a:lnTo>
                <a:close/>
                <a:moveTo>
                  <a:pt x="2460543" y="6515312"/>
                </a:moveTo>
                <a:lnTo>
                  <a:pt x="2286201" y="6525103"/>
                </a:lnTo>
                <a:cubicBezTo>
                  <a:pt x="2228694" y="6528458"/>
                  <a:pt x="2169369" y="6531530"/>
                  <a:pt x="2110427" y="6532104"/>
                </a:cubicBezTo>
                <a:cubicBezTo>
                  <a:pt x="2058946" y="6532538"/>
                  <a:pt x="2007242" y="6530381"/>
                  <a:pt x="1956742" y="6528403"/>
                </a:cubicBezTo>
                <a:cubicBezTo>
                  <a:pt x="1815643" y="6523421"/>
                  <a:pt x="1669606" y="6518329"/>
                  <a:pt x="1534307" y="6560369"/>
                </a:cubicBezTo>
                <a:cubicBezTo>
                  <a:pt x="1506964" y="6568983"/>
                  <a:pt x="1480544" y="6579668"/>
                  <a:pt x="1454538" y="6591702"/>
                </a:cubicBezTo>
                <a:cubicBezTo>
                  <a:pt x="1508795" y="6597451"/>
                  <a:pt x="1564033" y="6600803"/>
                  <a:pt x="1619950" y="6599765"/>
                </a:cubicBezTo>
                <a:cubicBezTo>
                  <a:pt x="1760796" y="6598297"/>
                  <a:pt x="1904212" y="6576077"/>
                  <a:pt x="2044875" y="6563693"/>
                </a:cubicBezTo>
                <a:cubicBezTo>
                  <a:pt x="2158459" y="6554204"/>
                  <a:pt x="2431086" y="6537707"/>
                  <a:pt x="2460543" y="6515312"/>
                </a:cubicBezTo>
                <a:close/>
                <a:moveTo>
                  <a:pt x="1883620" y="6459370"/>
                </a:moveTo>
                <a:cubicBezTo>
                  <a:pt x="1757800" y="6463303"/>
                  <a:pt x="1630678" y="6481291"/>
                  <a:pt x="1532156" y="6529929"/>
                </a:cubicBezTo>
                <a:cubicBezTo>
                  <a:pt x="1670483" y="6488352"/>
                  <a:pt x="1816519" y="6493450"/>
                  <a:pt x="1958230" y="6498517"/>
                </a:cubicBezTo>
                <a:cubicBezTo>
                  <a:pt x="2008720" y="6500495"/>
                  <a:pt x="2060523" y="6502029"/>
                  <a:pt x="2110707" y="6502035"/>
                </a:cubicBezTo>
                <a:cubicBezTo>
                  <a:pt x="2168940" y="6501999"/>
                  <a:pt x="2227759" y="6498204"/>
                  <a:pt x="2285171" y="6495471"/>
                </a:cubicBezTo>
                <a:lnTo>
                  <a:pt x="2385179" y="6489665"/>
                </a:lnTo>
                <a:cubicBezTo>
                  <a:pt x="2348158" y="6484629"/>
                  <a:pt x="2296424" y="6478620"/>
                  <a:pt x="2227262" y="6473140"/>
                </a:cubicBezTo>
                <a:cubicBezTo>
                  <a:pt x="2133953" y="6465560"/>
                  <a:pt x="2009438" y="6455438"/>
                  <a:pt x="1883620" y="6459370"/>
                </a:cubicBezTo>
                <a:close/>
                <a:moveTo>
                  <a:pt x="1611255" y="5884754"/>
                </a:moveTo>
                <a:cubicBezTo>
                  <a:pt x="1475034" y="6070158"/>
                  <a:pt x="1320332" y="6315508"/>
                  <a:pt x="1357588" y="6496752"/>
                </a:cubicBezTo>
                <a:cubicBezTo>
                  <a:pt x="1404118" y="6270055"/>
                  <a:pt x="1507631" y="6063621"/>
                  <a:pt x="1611255" y="5884754"/>
                </a:cubicBezTo>
                <a:close/>
                <a:moveTo>
                  <a:pt x="1646205" y="5883072"/>
                </a:moveTo>
                <a:cubicBezTo>
                  <a:pt x="1542170" y="6060592"/>
                  <a:pt x="1436044" y="6267900"/>
                  <a:pt x="1387600" y="6494950"/>
                </a:cubicBezTo>
                <a:cubicBezTo>
                  <a:pt x="1504199" y="6300136"/>
                  <a:pt x="1601945" y="6103069"/>
                  <a:pt x="1646205" y="5883072"/>
                </a:cubicBezTo>
                <a:close/>
                <a:moveTo>
                  <a:pt x="0" y="5845526"/>
                </a:moveTo>
                <a:lnTo>
                  <a:pt x="23370" y="5869422"/>
                </a:lnTo>
                <a:cubicBezTo>
                  <a:pt x="131924" y="5985784"/>
                  <a:pt x="231640" y="6107018"/>
                  <a:pt x="321428" y="6212316"/>
                </a:cubicBezTo>
                <a:cubicBezTo>
                  <a:pt x="452682" y="6366340"/>
                  <a:pt x="578409" y="6507973"/>
                  <a:pt x="626000" y="6710671"/>
                </a:cubicBezTo>
                <a:cubicBezTo>
                  <a:pt x="638757" y="6764837"/>
                  <a:pt x="647619" y="6810078"/>
                  <a:pt x="661825" y="6854298"/>
                </a:cubicBezTo>
                <a:lnTo>
                  <a:pt x="663298" y="6857998"/>
                </a:lnTo>
                <a:lnTo>
                  <a:pt x="431765" y="6857998"/>
                </a:lnTo>
                <a:lnTo>
                  <a:pt x="293576" y="6816656"/>
                </a:lnTo>
                <a:cubicBezTo>
                  <a:pt x="240014" y="6798833"/>
                  <a:pt x="187020" y="6779815"/>
                  <a:pt x="134480" y="6760867"/>
                </a:cubicBezTo>
                <a:lnTo>
                  <a:pt x="0" y="6714215"/>
                </a:lnTo>
                <a:lnTo>
                  <a:pt x="0" y="6683873"/>
                </a:lnTo>
                <a:lnTo>
                  <a:pt x="143737" y="6732821"/>
                </a:lnTo>
                <a:cubicBezTo>
                  <a:pt x="255889" y="6773078"/>
                  <a:pt x="371066" y="6813801"/>
                  <a:pt x="488162" y="6842006"/>
                </a:cubicBezTo>
                <a:cubicBezTo>
                  <a:pt x="358293" y="6763794"/>
                  <a:pt x="187560" y="6705586"/>
                  <a:pt x="44855" y="6674734"/>
                </a:cubicBezTo>
                <a:lnTo>
                  <a:pt x="0" y="6668575"/>
                </a:lnTo>
                <a:lnTo>
                  <a:pt x="0" y="6628217"/>
                </a:lnTo>
                <a:lnTo>
                  <a:pt x="144942" y="6657611"/>
                </a:lnTo>
                <a:cubicBezTo>
                  <a:pt x="201726" y="6672044"/>
                  <a:pt x="257694" y="6689595"/>
                  <a:pt x="312446" y="6711283"/>
                </a:cubicBezTo>
                <a:cubicBezTo>
                  <a:pt x="343371" y="6723712"/>
                  <a:pt x="523593" y="6837187"/>
                  <a:pt x="477357" y="6799347"/>
                </a:cubicBezTo>
                <a:cubicBezTo>
                  <a:pt x="362978" y="6704934"/>
                  <a:pt x="237571" y="6617800"/>
                  <a:pt x="134228" y="6503934"/>
                </a:cubicBezTo>
                <a:lnTo>
                  <a:pt x="0" y="6334256"/>
                </a:lnTo>
                <a:lnTo>
                  <a:pt x="0" y="6221686"/>
                </a:lnTo>
                <a:lnTo>
                  <a:pt x="113296" y="6402069"/>
                </a:lnTo>
                <a:cubicBezTo>
                  <a:pt x="227569" y="6561808"/>
                  <a:pt x="381603" y="6676399"/>
                  <a:pt x="523262" y="6807025"/>
                </a:cubicBezTo>
                <a:cubicBezTo>
                  <a:pt x="495103" y="6748256"/>
                  <a:pt x="449573" y="6697712"/>
                  <a:pt x="404364" y="6649139"/>
                </a:cubicBezTo>
                <a:lnTo>
                  <a:pt x="392074" y="6636358"/>
                </a:lnTo>
                <a:cubicBezTo>
                  <a:pt x="280930" y="6516822"/>
                  <a:pt x="177660" y="6386311"/>
                  <a:pt x="77450" y="6260110"/>
                </a:cubicBezTo>
                <a:lnTo>
                  <a:pt x="0" y="6163634"/>
                </a:lnTo>
                <a:lnTo>
                  <a:pt x="0" y="6117703"/>
                </a:lnTo>
                <a:lnTo>
                  <a:pt x="99669" y="6240461"/>
                </a:lnTo>
                <a:cubicBezTo>
                  <a:pt x="199276" y="6366562"/>
                  <a:pt x="302033" y="6496348"/>
                  <a:pt x="412670" y="6615176"/>
                </a:cubicBezTo>
                <a:lnTo>
                  <a:pt x="424960" y="6627949"/>
                </a:lnTo>
                <a:cubicBezTo>
                  <a:pt x="452087" y="6657095"/>
                  <a:pt x="479817" y="6686334"/>
                  <a:pt x="504043" y="6718236"/>
                </a:cubicBezTo>
                <a:cubicBezTo>
                  <a:pt x="434583" y="6569208"/>
                  <a:pt x="350187" y="6428779"/>
                  <a:pt x="251759" y="6299011"/>
                </a:cubicBezTo>
                <a:cubicBezTo>
                  <a:pt x="180915" y="6205508"/>
                  <a:pt x="102557" y="6117579"/>
                  <a:pt x="21191" y="6033111"/>
                </a:cubicBezTo>
                <a:lnTo>
                  <a:pt x="0" y="6012219"/>
                </a:lnTo>
                <a:lnTo>
                  <a:pt x="0" y="5971257"/>
                </a:lnTo>
                <a:lnTo>
                  <a:pt x="41571" y="6012292"/>
                </a:lnTo>
                <a:cubicBezTo>
                  <a:pt x="123333" y="6097220"/>
                  <a:pt x="202225" y="6185713"/>
                  <a:pt x="273883" y="6279980"/>
                </a:cubicBezTo>
                <a:cubicBezTo>
                  <a:pt x="380040" y="6419905"/>
                  <a:pt x="469472" y="6571994"/>
                  <a:pt x="541341" y="6733560"/>
                </a:cubicBezTo>
                <a:cubicBezTo>
                  <a:pt x="542355" y="6694639"/>
                  <a:pt x="542948" y="6654374"/>
                  <a:pt x="531634" y="6610993"/>
                </a:cubicBezTo>
                <a:cubicBezTo>
                  <a:pt x="490540" y="6454784"/>
                  <a:pt x="347902" y="6314397"/>
                  <a:pt x="247554" y="6197148"/>
                </a:cubicBezTo>
                <a:cubicBezTo>
                  <a:pt x="178265" y="6115731"/>
                  <a:pt x="107245" y="6035491"/>
                  <a:pt x="33651" y="5957901"/>
                </a:cubicBezTo>
                <a:lnTo>
                  <a:pt x="0" y="5925131"/>
                </a:lnTo>
                <a:close/>
                <a:moveTo>
                  <a:pt x="1656340" y="5825040"/>
                </a:moveTo>
                <a:cubicBezTo>
                  <a:pt x="1655542" y="5826205"/>
                  <a:pt x="1654747" y="5827360"/>
                  <a:pt x="1653246" y="5829053"/>
                </a:cubicBezTo>
                <a:lnTo>
                  <a:pt x="1655667" y="5829425"/>
                </a:lnTo>
                <a:close/>
                <a:moveTo>
                  <a:pt x="2630124" y="5591852"/>
                </a:moveTo>
                <a:cubicBezTo>
                  <a:pt x="2477082" y="5593954"/>
                  <a:pt x="2324114" y="5611746"/>
                  <a:pt x="2177648" y="5630119"/>
                </a:cubicBezTo>
                <a:cubicBezTo>
                  <a:pt x="2143127" y="5634568"/>
                  <a:pt x="2109856" y="5639754"/>
                  <a:pt x="2076258" y="5650510"/>
                </a:cubicBezTo>
                <a:cubicBezTo>
                  <a:pt x="2082463" y="5662642"/>
                  <a:pt x="2162157" y="5633895"/>
                  <a:pt x="2214048" y="5629828"/>
                </a:cubicBezTo>
                <a:cubicBezTo>
                  <a:pt x="2501741" y="5609845"/>
                  <a:pt x="2805089" y="5655720"/>
                  <a:pt x="3090246" y="5601337"/>
                </a:cubicBezTo>
                <a:cubicBezTo>
                  <a:pt x="3006333" y="5611321"/>
                  <a:pt x="2919037" y="5605065"/>
                  <a:pt x="2834104" y="5598847"/>
                </a:cubicBezTo>
                <a:cubicBezTo>
                  <a:pt x="2816936" y="5597562"/>
                  <a:pt x="2799771" y="5596280"/>
                  <a:pt x="2782953" y="5595539"/>
                </a:cubicBezTo>
                <a:cubicBezTo>
                  <a:pt x="2732159" y="5592194"/>
                  <a:pt x="2681137" y="5591152"/>
                  <a:pt x="2630124" y="5591852"/>
                </a:cubicBezTo>
                <a:close/>
                <a:moveTo>
                  <a:pt x="2751064" y="5525300"/>
                </a:moveTo>
                <a:cubicBezTo>
                  <a:pt x="2704155" y="5524070"/>
                  <a:pt x="2658863" y="5525064"/>
                  <a:pt x="2618554" y="5525937"/>
                </a:cubicBezTo>
                <a:cubicBezTo>
                  <a:pt x="2508038" y="5528402"/>
                  <a:pt x="2408741" y="5531370"/>
                  <a:pt x="2311014" y="5550189"/>
                </a:cubicBezTo>
                <a:cubicBezTo>
                  <a:pt x="2246417" y="5562376"/>
                  <a:pt x="2186894" y="5581286"/>
                  <a:pt x="2134103" y="5605852"/>
                </a:cubicBezTo>
                <a:cubicBezTo>
                  <a:pt x="2147385" y="5603489"/>
                  <a:pt x="2160456" y="5602024"/>
                  <a:pt x="2174084" y="5600203"/>
                </a:cubicBezTo>
                <a:cubicBezTo>
                  <a:pt x="2370475" y="5575001"/>
                  <a:pt x="2579125" y="5551921"/>
                  <a:pt x="2785199" y="5564971"/>
                </a:cubicBezTo>
                <a:lnTo>
                  <a:pt x="2836697" y="5568822"/>
                </a:lnTo>
                <a:cubicBezTo>
                  <a:pt x="2913331" y="5574228"/>
                  <a:pt x="2991761" y="5580014"/>
                  <a:pt x="3066345" y="5573703"/>
                </a:cubicBezTo>
                <a:cubicBezTo>
                  <a:pt x="3036778" y="5568851"/>
                  <a:pt x="3007621" y="5562210"/>
                  <a:pt x="2978461" y="5555562"/>
                </a:cubicBezTo>
                <a:cubicBezTo>
                  <a:pt x="2950203" y="5549116"/>
                  <a:pt x="2921945" y="5542665"/>
                  <a:pt x="2893277" y="5538004"/>
                </a:cubicBezTo>
                <a:cubicBezTo>
                  <a:pt x="2846501" y="5529982"/>
                  <a:pt x="2797974" y="5526529"/>
                  <a:pt x="2751064" y="5525300"/>
                </a:cubicBezTo>
                <a:close/>
                <a:moveTo>
                  <a:pt x="2636807" y="5458317"/>
                </a:moveTo>
                <a:cubicBezTo>
                  <a:pt x="2511188" y="5456650"/>
                  <a:pt x="2361021" y="5479881"/>
                  <a:pt x="2236775" y="5536349"/>
                </a:cubicBezTo>
                <a:cubicBezTo>
                  <a:pt x="2259387" y="5530319"/>
                  <a:pt x="2281995" y="5524291"/>
                  <a:pt x="2306204" y="5519543"/>
                </a:cubicBezTo>
                <a:cubicBezTo>
                  <a:pt x="2406280" y="5500749"/>
                  <a:pt x="2506685" y="5497081"/>
                  <a:pt x="2619005" y="5494992"/>
                </a:cubicBezTo>
                <a:cubicBezTo>
                  <a:pt x="2701072" y="5493085"/>
                  <a:pt x="2803428" y="5491236"/>
                  <a:pt x="2899676" y="5507848"/>
                </a:cubicBezTo>
                <a:cubicBezTo>
                  <a:pt x="2928691" y="5513052"/>
                  <a:pt x="2957502" y="5519151"/>
                  <a:pt x="2986662" y="5525798"/>
                </a:cubicBezTo>
                <a:cubicBezTo>
                  <a:pt x="3025723" y="5534530"/>
                  <a:pt x="3063542" y="5542536"/>
                  <a:pt x="3101623" y="5547311"/>
                </a:cubicBezTo>
                <a:cubicBezTo>
                  <a:pt x="2954636" y="5490328"/>
                  <a:pt x="2792455" y="5460700"/>
                  <a:pt x="2636807" y="5458317"/>
                </a:cubicBezTo>
                <a:close/>
                <a:moveTo>
                  <a:pt x="0" y="5142496"/>
                </a:moveTo>
                <a:lnTo>
                  <a:pt x="127996" y="5201004"/>
                </a:lnTo>
                <a:cubicBezTo>
                  <a:pt x="360812" y="5325151"/>
                  <a:pt x="547980" y="5518563"/>
                  <a:pt x="661087" y="5790959"/>
                </a:cubicBezTo>
                <a:cubicBezTo>
                  <a:pt x="808965" y="5905246"/>
                  <a:pt x="932653" y="6044012"/>
                  <a:pt x="1029402" y="6204913"/>
                </a:cubicBezTo>
                <a:cubicBezTo>
                  <a:pt x="1035975" y="6141856"/>
                  <a:pt x="1034897" y="6159666"/>
                  <a:pt x="1046692" y="6015372"/>
                </a:cubicBezTo>
                <a:cubicBezTo>
                  <a:pt x="1068452" y="5749157"/>
                  <a:pt x="1080160" y="5533819"/>
                  <a:pt x="1024238" y="5336275"/>
                </a:cubicBezTo>
                <a:cubicBezTo>
                  <a:pt x="1039478" y="5267180"/>
                  <a:pt x="1107861" y="5351481"/>
                  <a:pt x="1138131" y="5600804"/>
                </a:cubicBezTo>
                <a:cubicBezTo>
                  <a:pt x="1140750" y="5745349"/>
                  <a:pt x="1138236" y="5891029"/>
                  <a:pt x="1127280" y="6039262"/>
                </a:cubicBezTo>
                <a:cubicBezTo>
                  <a:pt x="1108357" y="6291971"/>
                  <a:pt x="1074713" y="6543716"/>
                  <a:pt x="1026642" y="6792600"/>
                </a:cubicBezTo>
                <a:cubicBezTo>
                  <a:pt x="1130130" y="6727745"/>
                  <a:pt x="1224262" y="6639036"/>
                  <a:pt x="1327075" y="6590735"/>
                </a:cubicBezTo>
                <a:cubicBezTo>
                  <a:pt x="1328762" y="6587786"/>
                  <a:pt x="1331155" y="6584312"/>
                  <a:pt x="1332848" y="6581371"/>
                </a:cubicBezTo>
                <a:cubicBezTo>
                  <a:pt x="1327684" y="6578656"/>
                  <a:pt x="1322621" y="6575317"/>
                  <a:pt x="1320586" y="6572441"/>
                </a:cubicBezTo>
                <a:cubicBezTo>
                  <a:pt x="1127046" y="6311498"/>
                  <a:pt x="1526112" y="5858248"/>
                  <a:pt x="1669632" y="5665639"/>
                </a:cubicBezTo>
                <a:cubicBezTo>
                  <a:pt x="1682895" y="5647816"/>
                  <a:pt x="1749910" y="5675384"/>
                  <a:pt x="1749165" y="5696416"/>
                </a:cubicBezTo>
                <a:cubicBezTo>
                  <a:pt x="1740476" y="5983368"/>
                  <a:pt x="1637864" y="6228377"/>
                  <a:pt x="1502249" y="6466405"/>
                </a:cubicBezTo>
                <a:cubicBezTo>
                  <a:pt x="1725190" y="6382070"/>
                  <a:pt x="2047033" y="6424367"/>
                  <a:pt x="2238637" y="6419148"/>
                </a:cubicBezTo>
                <a:cubicBezTo>
                  <a:pt x="2408385" y="6415062"/>
                  <a:pt x="2531389" y="6424957"/>
                  <a:pt x="2642775" y="6563116"/>
                </a:cubicBezTo>
                <a:cubicBezTo>
                  <a:pt x="2652137" y="6574800"/>
                  <a:pt x="2636747" y="6578204"/>
                  <a:pt x="2628681" y="6578254"/>
                </a:cubicBezTo>
                <a:cubicBezTo>
                  <a:pt x="2285142" y="6584519"/>
                  <a:pt x="1943610" y="6642343"/>
                  <a:pt x="1600072" y="6648608"/>
                </a:cubicBezTo>
                <a:cubicBezTo>
                  <a:pt x="1541036" y="6649807"/>
                  <a:pt x="1450884" y="6627657"/>
                  <a:pt x="1391841" y="6641028"/>
                </a:cubicBezTo>
                <a:cubicBezTo>
                  <a:pt x="1391239" y="6640935"/>
                  <a:pt x="1390538" y="6641468"/>
                  <a:pt x="1389928" y="6641375"/>
                </a:cubicBezTo>
                <a:cubicBezTo>
                  <a:pt x="1386712" y="6642158"/>
                  <a:pt x="1383592" y="6642319"/>
                  <a:pt x="1380979" y="6643204"/>
                </a:cubicBezTo>
                <a:cubicBezTo>
                  <a:pt x="1295418" y="6670925"/>
                  <a:pt x="1201880" y="6759768"/>
                  <a:pt x="1108685" y="6824788"/>
                </a:cubicBezTo>
                <a:lnTo>
                  <a:pt x="1051559" y="6857998"/>
                </a:lnTo>
                <a:lnTo>
                  <a:pt x="925940" y="6857998"/>
                </a:lnTo>
                <a:lnTo>
                  <a:pt x="949746" y="6745652"/>
                </a:lnTo>
                <a:cubicBezTo>
                  <a:pt x="977694" y="6600749"/>
                  <a:pt x="1000382" y="6454800"/>
                  <a:pt x="1017902" y="6308216"/>
                </a:cubicBezTo>
                <a:cubicBezTo>
                  <a:pt x="1015769" y="6305964"/>
                  <a:pt x="1013539" y="6304343"/>
                  <a:pt x="1012614" y="6302278"/>
                </a:cubicBezTo>
                <a:cubicBezTo>
                  <a:pt x="921548" y="6120471"/>
                  <a:pt x="798037" y="5964433"/>
                  <a:pt x="644615" y="5837768"/>
                </a:cubicBezTo>
                <a:cubicBezTo>
                  <a:pt x="639869" y="5836403"/>
                  <a:pt x="633910" y="5834843"/>
                  <a:pt x="627546" y="5831943"/>
                </a:cubicBezTo>
                <a:cubicBezTo>
                  <a:pt x="440473" y="5751050"/>
                  <a:pt x="281887" y="5620709"/>
                  <a:pt x="128963" y="5481226"/>
                </a:cubicBezTo>
                <a:lnTo>
                  <a:pt x="0" y="5361850"/>
                </a:lnTo>
                <a:lnTo>
                  <a:pt x="0" y="5297634"/>
                </a:lnTo>
                <a:lnTo>
                  <a:pt x="40861" y="5333413"/>
                </a:lnTo>
                <a:cubicBezTo>
                  <a:pt x="193141" y="5476012"/>
                  <a:pt x="339724" y="5631340"/>
                  <a:pt x="514278" y="5738345"/>
                </a:cubicBezTo>
                <a:cubicBezTo>
                  <a:pt x="449538" y="5691903"/>
                  <a:pt x="392547" y="5631267"/>
                  <a:pt x="337180" y="5572174"/>
                </a:cubicBezTo>
                <a:cubicBezTo>
                  <a:pt x="326006" y="5560210"/>
                  <a:pt x="314833" y="5548247"/>
                  <a:pt x="303564" y="5536908"/>
                </a:cubicBezTo>
                <a:cubicBezTo>
                  <a:pt x="236878" y="5466783"/>
                  <a:pt x="163817" y="5402889"/>
                  <a:pt x="88496" y="5343132"/>
                </a:cubicBezTo>
                <a:lnTo>
                  <a:pt x="0" y="5277736"/>
                </a:lnTo>
                <a:lnTo>
                  <a:pt x="0" y="5241225"/>
                </a:lnTo>
                <a:lnTo>
                  <a:pt x="106479" y="5319780"/>
                </a:lnTo>
                <a:cubicBezTo>
                  <a:pt x="182485" y="5380123"/>
                  <a:pt x="256358" y="5444782"/>
                  <a:pt x="324159" y="5515717"/>
                </a:cubicBezTo>
                <a:lnTo>
                  <a:pt x="357680" y="5551608"/>
                </a:lnTo>
                <a:cubicBezTo>
                  <a:pt x="407763" y="5604773"/>
                  <a:pt x="458863" y="5659374"/>
                  <a:pt x="514810" y="5702551"/>
                </a:cubicBezTo>
                <a:cubicBezTo>
                  <a:pt x="497209" y="5679989"/>
                  <a:pt x="481008" y="5656366"/>
                  <a:pt x="464808" y="5632736"/>
                </a:cubicBezTo>
                <a:cubicBezTo>
                  <a:pt x="449112" y="5609836"/>
                  <a:pt x="433420" y="5586930"/>
                  <a:pt x="416327" y="5565087"/>
                </a:cubicBezTo>
                <a:cubicBezTo>
                  <a:pt x="361064" y="5493188"/>
                  <a:pt x="289546" y="5430331"/>
                  <a:pt x="232232" y="5379904"/>
                </a:cubicBezTo>
                <a:cubicBezTo>
                  <a:pt x="153617" y="5310828"/>
                  <a:pt x="82516" y="5249322"/>
                  <a:pt x="2640" y="5200559"/>
                </a:cubicBezTo>
                <a:lnTo>
                  <a:pt x="0" y="5199146"/>
                </a:lnTo>
                <a:lnTo>
                  <a:pt x="0" y="5164774"/>
                </a:lnTo>
                <a:lnTo>
                  <a:pt x="18363" y="5174783"/>
                </a:lnTo>
                <a:cubicBezTo>
                  <a:pt x="99860" y="5225071"/>
                  <a:pt x="172172" y="5286770"/>
                  <a:pt x="251810" y="5357281"/>
                </a:cubicBezTo>
                <a:cubicBezTo>
                  <a:pt x="310235" y="5408518"/>
                  <a:pt x="382775" y="5472816"/>
                  <a:pt x="439563" y="5546863"/>
                </a:cubicBezTo>
                <a:cubicBezTo>
                  <a:pt x="456560" y="5569331"/>
                  <a:pt x="472857" y="5592330"/>
                  <a:pt x="489056" y="5615961"/>
                </a:cubicBezTo>
                <a:cubicBezTo>
                  <a:pt x="510864" y="5647485"/>
                  <a:pt x="532257" y="5677676"/>
                  <a:pt x="555845" y="5705642"/>
                </a:cubicBezTo>
                <a:cubicBezTo>
                  <a:pt x="488800" y="5569150"/>
                  <a:pt x="394131" y="5443166"/>
                  <a:pt x="287056" y="5341546"/>
                </a:cubicBezTo>
                <a:cubicBezTo>
                  <a:pt x="222125" y="5280178"/>
                  <a:pt x="138844" y="5220320"/>
                  <a:pt x="49874" y="5178238"/>
                </a:cubicBezTo>
                <a:lnTo>
                  <a:pt x="0" y="5158623"/>
                </a:lnTo>
                <a:close/>
                <a:moveTo>
                  <a:pt x="4076694" y="4944364"/>
                </a:moveTo>
                <a:cubicBezTo>
                  <a:pt x="4092586" y="5180994"/>
                  <a:pt x="4134286" y="5476223"/>
                  <a:pt x="4287610" y="5588157"/>
                </a:cubicBezTo>
                <a:cubicBezTo>
                  <a:pt x="4171130" y="5382912"/>
                  <a:pt x="4114497" y="5153179"/>
                  <a:pt x="4076694" y="4944364"/>
                </a:cubicBezTo>
                <a:close/>
                <a:moveTo>
                  <a:pt x="4103808" y="4918599"/>
                </a:moveTo>
                <a:cubicBezTo>
                  <a:pt x="4140363" y="5126676"/>
                  <a:pt x="4195478" y="5358905"/>
                  <a:pt x="4310650" y="5565760"/>
                </a:cubicBezTo>
                <a:cubicBezTo>
                  <a:pt x="4272496" y="5335710"/>
                  <a:pt x="4217566" y="5117152"/>
                  <a:pt x="4103808" y="4918599"/>
                </a:cubicBezTo>
                <a:close/>
                <a:moveTo>
                  <a:pt x="4072554" y="4867303"/>
                </a:moveTo>
                <a:cubicBezTo>
                  <a:pt x="4072702" y="4868748"/>
                  <a:pt x="4072843" y="4870186"/>
                  <a:pt x="4072780" y="4872526"/>
                </a:cubicBezTo>
                <a:lnTo>
                  <a:pt x="4074990" y="4871112"/>
                </a:lnTo>
                <a:close/>
                <a:moveTo>
                  <a:pt x="3100062" y="4866948"/>
                </a:moveTo>
                <a:cubicBezTo>
                  <a:pt x="3054598" y="4867672"/>
                  <a:pt x="3008663" y="4872522"/>
                  <a:pt x="2963625" y="4877568"/>
                </a:cubicBezTo>
                <a:cubicBezTo>
                  <a:pt x="2913679" y="4883457"/>
                  <a:pt x="2861381" y="4889314"/>
                  <a:pt x="2809956" y="4889247"/>
                </a:cubicBezTo>
                <a:cubicBezTo>
                  <a:pt x="2768849" y="4889475"/>
                  <a:pt x="2727662" y="4885932"/>
                  <a:pt x="2688275" y="4882769"/>
                </a:cubicBezTo>
                <a:cubicBezTo>
                  <a:pt x="2660443" y="4880639"/>
                  <a:pt x="2632820" y="4877611"/>
                  <a:pt x="2605133" y="4876924"/>
                </a:cubicBezTo>
                <a:cubicBezTo>
                  <a:pt x="2542005" y="4874377"/>
                  <a:pt x="2477453" y="4878112"/>
                  <a:pt x="2414900" y="4881330"/>
                </a:cubicBezTo>
                <a:cubicBezTo>
                  <a:pt x="2350347" y="4885065"/>
                  <a:pt x="2283431" y="4888772"/>
                  <a:pt x="2217605" y="4885650"/>
                </a:cubicBezTo>
                <a:lnTo>
                  <a:pt x="2199332" y="4885075"/>
                </a:lnTo>
                <a:cubicBezTo>
                  <a:pt x="2179813" y="4883768"/>
                  <a:pt x="2160089" y="4883349"/>
                  <a:pt x="2141062" y="4884027"/>
                </a:cubicBezTo>
                <a:cubicBezTo>
                  <a:pt x="2279340" y="4906717"/>
                  <a:pt x="2418587" y="4927258"/>
                  <a:pt x="2558630" y="4938088"/>
                </a:cubicBezTo>
                <a:cubicBezTo>
                  <a:pt x="2750317" y="4954217"/>
                  <a:pt x="2921561" y="4921336"/>
                  <a:pt x="3100062" y="4866948"/>
                </a:cubicBezTo>
                <a:close/>
                <a:moveTo>
                  <a:pt x="2753415" y="4783657"/>
                </a:moveTo>
                <a:cubicBezTo>
                  <a:pt x="2715812" y="4782731"/>
                  <a:pt x="2677745" y="4783278"/>
                  <a:pt x="2639521" y="4785091"/>
                </a:cubicBezTo>
                <a:cubicBezTo>
                  <a:pt x="2486624" y="4792347"/>
                  <a:pt x="2331226" y="4819883"/>
                  <a:pt x="2193068" y="4854595"/>
                </a:cubicBezTo>
                <a:cubicBezTo>
                  <a:pt x="2196324" y="4854814"/>
                  <a:pt x="2198676" y="4854838"/>
                  <a:pt x="2201931" y="4855057"/>
                </a:cubicBezTo>
                <a:lnTo>
                  <a:pt x="2219654" y="4855986"/>
                </a:lnTo>
                <a:cubicBezTo>
                  <a:pt x="2283679" y="4858722"/>
                  <a:pt x="2350037" y="4855370"/>
                  <a:pt x="2413690" y="4851445"/>
                </a:cubicBezTo>
                <a:cubicBezTo>
                  <a:pt x="2476795" y="4847874"/>
                  <a:pt x="2542257" y="4844334"/>
                  <a:pt x="2606832" y="4846715"/>
                </a:cubicBezTo>
                <a:cubicBezTo>
                  <a:pt x="2634866" y="4847944"/>
                  <a:pt x="2663590" y="4850269"/>
                  <a:pt x="2691769" y="4852935"/>
                </a:cubicBezTo>
                <a:cubicBezTo>
                  <a:pt x="2730608" y="4856456"/>
                  <a:pt x="2771445" y="4859459"/>
                  <a:pt x="2811106" y="4859393"/>
                </a:cubicBezTo>
                <a:cubicBezTo>
                  <a:pt x="2860724" y="4859079"/>
                  <a:pt x="2912124" y="4853023"/>
                  <a:pt x="2961520" y="4847493"/>
                </a:cubicBezTo>
                <a:cubicBezTo>
                  <a:pt x="2997835" y="4843425"/>
                  <a:pt x="3034156" y="4839354"/>
                  <a:pt x="3070965" y="4837270"/>
                </a:cubicBezTo>
                <a:cubicBezTo>
                  <a:pt x="2974850" y="4802463"/>
                  <a:pt x="2866224" y="4786435"/>
                  <a:pt x="2753415" y="4783657"/>
                </a:cubicBezTo>
                <a:close/>
                <a:moveTo>
                  <a:pt x="2389654" y="4275904"/>
                </a:moveTo>
                <a:cubicBezTo>
                  <a:pt x="2058380" y="4300770"/>
                  <a:pt x="1773879" y="4364703"/>
                  <a:pt x="1522266" y="4472742"/>
                </a:cubicBezTo>
                <a:lnTo>
                  <a:pt x="1464014" y="4498508"/>
                </a:lnTo>
                <a:cubicBezTo>
                  <a:pt x="1435059" y="4511659"/>
                  <a:pt x="1405759" y="4524268"/>
                  <a:pt x="1376111" y="4536334"/>
                </a:cubicBezTo>
                <a:cubicBezTo>
                  <a:pt x="1422294" y="4522124"/>
                  <a:pt x="1470274" y="4508296"/>
                  <a:pt x="1498493" y="4502509"/>
                </a:cubicBezTo>
                <a:cubicBezTo>
                  <a:pt x="1608595" y="4481142"/>
                  <a:pt x="1719912" y="4468967"/>
                  <a:pt x="1831627" y="4454994"/>
                </a:cubicBezTo>
                <a:cubicBezTo>
                  <a:pt x="2034733" y="4429326"/>
                  <a:pt x="2186680" y="4317586"/>
                  <a:pt x="2389654" y="4275904"/>
                </a:cubicBezTo>
                <a:close/>
                <a:moveTo>
                  <a:pt x="2147582" y="4220499"/>
                </a:moveTo>
                <a:cubicBezTo>
                  <a:pt x="1947585" y="4228027"/>
                  <a:pt x="1746826" y="4329700"/>
                  <a:pt x="1556088" y="4425819"/>
                </a:cubicBezTo>
                <a:cubicBezTo>
                  <a:pt x="1788857" y="4332127"/>
                  <a:pt x="2048945" y="4273854"/>
                  <a:pt x="2346927" y="4248048"/>
                </a:cubicBezTo>
                <a:cubicBezTo>
                  <a:pt x="2280831" y="4225943"/>
                  <a:pt x="2214248" y="4217991"/>
                  <a:pt x="2147582" y="4220499"/>
                </a:cubicBezTo>
                <a:close/>
                <a:moveTo>
                  <a:pt x="1790494" y="3958602"/>
                </a:moveTo>
                <a:cubicBezTo>
                  <a:pt x="1546078" y="4006086"/>
                  <a:pt x="1301131" y="4060051"/>
                  <a:pt x="1059112" y="4119804"/>
                </a:cubicBezTo>
                <a:cubicBezTo>
                  <a:pt x="1314148" y="4123003"/>
                  <a:pt x="1558894" y="4069940"/>
                  <a:pt x="1790494" y="3958602"/>
                </a:cubicBezTo>
                <a:close/>
                <a:moveTo>
                  <a:pt x="3757613" y="3936722"/>
                </a:moveTo>
                <a:cubicBezTo>
                  <a:pt x="3739428" y="4022695"/>
                  <a:pt x="3726993" y="4110355"/>
                  <a:pt x="3715314" y="4196771"/>
                </a:cubicBezTo>
                <a:cubicBezTo>
                  <a:pt x="3696476" y="4335276"/>
                  <a:pt x="3677516" y="4478465"/>
                  <a:pt x="3631611" y="4613594"/>
                </a:cubicBezTo>
                <a:cubicBezTo>
                  <a:pt x="3620645" y="4645134"/>
                  <a:pt x="3608778" y="4676477"/>
                  <a:pt x="3596909" y="4707830"/>
                </a:cubicBezTo>
                <a:lnTo>
                  <a:pt x="3581749" y="4747418"/>
                </a:lnTo>
                <a:cubicBezTo>
                  <a:pt x="3554523" y="4819250"/>
                  <a:pt x="3531238" y="4892390"/>
                  <a:pt x="3510660" y="4966094"/>
                </a:cubicBezTo>
                <a:cubicBezTo>
                  <a:pt x="3748857" y="4678857"/>
                  <a:pt x="3755323" y="4300706"/>
                  <a:pt x="3757613" y="3936722"/>
                </a:cubicBezTo>
                <a:close/>
                <a:moveTo>
                  <a:pt x="1701387" y="3919232"/>
                </a:moveTo>
                <a:cubicBezTo>
                  <a:pt x="1507766" y="3912045"/>
                  <a:pt x="1320741" y="3989836"/>
                  <a:pt x="1136310" y="4068895"/>
                </a:cubicBezTo>
                <a:cubicBezTo>
                  <a:pt x="1350954" y="4017452"/>
                  <a:pt x="1568376" y="3970366"/>
                  <a:pt x="1784782" y="3927759"/>
                </a:cubicBezTo>
                <a:cubicBezTo>
                  <a:pt x="1756841" y="3923020"/>
                  <a:pt x="1729046" y="3920259"/>
                  <a:pt x="1701387" y="3919232"/>
                </a:cubicBezTo>
                <a:close/>
                <a:moveTo>
                  <a:pt x="3733405" y="3900089"/>
                </a:moveTo>
                <a:cubicBezTo>
                  <a:pt x="3597105" y="4216426"/>
                  <a:pt x="3490805" y="4541932"/>
                  <a:pt x="3500832" y="4885010"/>
                </a:cubicBezTo>
                <a:cubicBezTo>
                  <a:pt x="3516996" y="4834817"/>
                  <a:pt x="3533505" y="4785171"/>
                  <a:pt x="3552367" y="4735553"/>
                </a:cubicBezTo>
                <a:lnTo>
                  <a:pt x="3567525" y="4695966"/>
                </a:lnTo>
                <a:cubicBezTo>
                  <a:pt x="3579742" y="4665154"/>
                  <a:pt x="3591404" y="4634706"/>
                  <a:pt x="3602372" y="4603168"/>
                </a:cubicBezTo>
                <a:cubicBezTo>
                  <a:pt x="3647108" y="4471083"/>
                  <a:pt x="3666211" y="4329343"/>
                  <a:pt x="3684639" y="4192628"/>
                </a:cubicBezTo>
                <a:cubicBezTo>
                  <a:pt x="3697672" y="4096160"/>
                  <a:pt x="3710761" y="3997344"/>
                  <a:pt x="3733405" y="3900089"/>
                </a:cubicBezTo>
                <a:close/>
                <a:moveTo>
                  <a:pt x="2800959" y="3871054"/>
                </a:moveTo>
                <a:cubicBezTo>
                  <a:pt x="2809421" y="4100939"/>
                  <a:pt x="2907977" y="4306148"/>
                  <a:pt x="3026569" y="4520780"/>
                </a:cubicBezTo>
                <a:cubicBezTo>
                  <a:pt x="2979577" y="4399850"/>
                  <a:pt x="2933143" y="4278562"/>
                  <a:pt x="2889061" y="4157302"/>
                </a:cubicBezTo>
                <a:cubicBezTo>
                  <a:pt x="2854271" y="4061517"/>
                  <a:pt x="2821632" y="3966669"/>
                  <a:pt x="2800959" y="3871054"/>
                </a:cubicBezTo>
                <a:close/>
                <a:moveTo>
                  <a:pt x="2809929" y="3701307"/>
                </a:moveTo>
                <a:cubicBezTo>
                  <a:pt x="2809867" y="3703640"/>
                  <a:pt x="2809253" y="3706334"/>
                  <a:pt x="2809197" y="3708672"/>
                </a:cubicBezTo>
                <a:cubicBezTo>
                  <a:pt x="2816609" y="3854149"/>
                  <a:pt x="2864235" y="3999199"/>
                  <a:pt x="2918306" y="4147031"/>
                </a:cubicBezTo>
                <a:cubicBezTo>
                  <a:pt x="2966436" y="4279493"/>
                  <a:pt x="3017273" y="4412529"/>
                  <a:pt x="3068858" y="4544310"/>
                </a:cubicBezTo>
                <a:cubicBezTo>
                  <a:pt x="3069715" y="4408107"/>
                  <a:pt x="3008952" y="4266858"/>
                  <a:pt x="2968879" y="4144570"/>
                </a:cubicBezTo>
                <a:cubicBezTo>
                  <a:pt x="2919376" y="3995354"/>
                  <a:pt x="2865655" y="3848072"/>
                  <a:pt x="2809929" y="3701307"/>
                </a:cubicBezTo>
                <a:close/>
                <a:moveTo>
                  <a:pt x="1867196" y="3456584"/>
                </a:moveTo>
                <a:cubicBezTo>
                  <a:pt x="1939275" y="3608228"/>
                  <a:pt x="2036188" y="3758542"/>
                  <a:pt x="2183970" y="3826505"/>
                </a:cubicBezTo>
                <a:cubicBezTo>
                  <a:pt x="2092208" y="3686686"/>
                  <a:pt x="1989300" y="3564734"/>
                  <a:pt x="1867196" y="3456584"/>
                </a:cubicBezTo>
                <a:close/>
                <a:moveTo>
                  <a:pt x="2322880" y="3078533"/>
                </a:moveTo>
                <a:cubicBezTo>
                  <a:pt x="2314902" y="3134217"/>
                  <a:pt x="2306026" y="3189710"/>
                  <a:pt x="2295695" y="3245370"/>
                </a:cubicBezTo>
                <a:cubicBezTo>
                  <a:pt x="2262659" y="3421320"/>
                  <a:pt x="2225570" y="3586065"/>
                  <a:pt x="2268858" y="3758413"/>
                </a:cubicBezTo>
                <a:cubicBezTo>
                  <a:pt x="2273785" y="3680922"/>
                  <a:pt x="2284872" y="3603320"/>
                  <a:pt x="2295899" y="3528057"/>
                </a:cubicBezTo>
                <a:cubicBezTo>
                  <a:pt x="2310584" y="3430521"/>
                  <a:pt x="2325878" y="3330298"/>
                  <a:pt x="2326306" y="3231157"/>
                </a:cubicBezTo>
                <a:cubicBezTo>
                  <a:pt x="2326349" y="3202011"/>
                  <a:pt x="2325135" y="3172131"/>
                  <a:pt x="2324274" y="3142788"/>
                </a:cubicBezTo>
                <a:cubicBezTo>
                  <a:pt x="2323575" y="3121009"/>
                  <a:pt x="2323232" y="3099770"/>
                  <a:pt x="2322880" y="3078533"/>
                </a:cubicBezTo>
                <a:close/>
                <a:moveTo>
                  <a:pt x="912797" y="2896659"/>
                </a:moveTo>
                <a:cubicBezTo>
                  <a:pt x="987675" y="3038078"/>
                  <a:pt x="1077553" y="3173735"/>
                  <a:pt x="1167201" y="3304169"/>
                </a:cubicBezTo>
                <a:cubicBezTo>
                  <a:pt x="1258595" y="3437326"/>
                  <a:pt x="1353896" y="3600936"/>
                  <a:pt x="1503848" y="3675946"/>
                </a:cubicBezTo>
                <a:cubicBezTo>
                  <a:pt x="1443175" y="3621244"/>
                  <a:pt x="1397337" y="3553231"/>
                  <a:pt x="1353091" y="3486482"/>
                </a:cubicBezTo>
                <a:cubicBezTo>
                  <a:pt x="1348731" y="3480073"/>
                  <a:pt x="1344372" y="3473665"/>
                  <a:pt x="1340012" y="3467256"/>
                </a:cubicBezTo>
                <a:cubicBezTo>
                  <a:pt x="1259674" y="3347730"/>
                  <a:pt x="1172762" y="3230102"/>
                  <a:pt x="1089196" y="3116474"/>
                </a:cubicBezTo>
                <a:cubicBezTo>
                  <a:pt x="1048102" y="3060746"/>
                  <a:pt x="1005067" y="3003195"/>
                  <a:pt x="959418" y="2948853"/>
                </a:cubicBezTo>
                <a:cubicBezTo>
                  <a:pt x="944128" y="2931040"/>
                  <a:pt x="928639" y="2914119"/>
                  <a:pt x="912797" y="2896659"/>
                </a:cubicBezTo>
                <a:close/>
                <a:moveTo>
                  <a:pt x="2363420" y="2871730"/>
                </a:moveTo>
                <a:lnTo>
                  <a:pt x="2360107" y="2915231"/>
                </a:lnTo>
                <a:cubicBezTo>
                  <a:pt x="2356940" y="2960178"/>
                  <a:pt x="2353568" y="3006017"/>
                  <a:pt x="2353099" y="3051540"/>
                </a:cubicBezTo>
                <a:cubicBezTo>
                  <a:pt x="2352858" y="3081589"/>
                  <a:pt x="2354064" y="3111470"/>
                  <a:pt x="2354925" y="3140814"/>
                </a:cubicBezTo>
                <a:cubicBezTo>
                  <a:pt x="2356138" y="3170696"/>
                  <a:pt x="2357347" y="3200579"/>
                  <a:pt x="2357104" y="3230628"/>
                </a:cubicBezTo>
                <a:cubicBezTo>
                  <a:pt x="2356269" y="3331557"/>
                  <a:pt x="2341112" y="3433224"/>
                  <a:pt x="2326221" y="3531652"/>
                </a:cubicBezTo>
                <a:cubicBezTo>
                  <a:pt x="2315466" y="3603683"/>
                  <a:pt x="2304846" y="3677150"/>
                  <a:pt x="2299836" y="3750864"/>
                </a:cubicBezTo>
                <a:cubicBezTo>
                  <a:pt x="2315186" y="3724954"/>
                  <a:pt x="2331840" y="3697443"/>
                  <a:pt x="2346877" y="3662531"/>
                </a:cubicBezTo>
                <a:cubicBezTo>
                  <a:pt x="2459154" y="3406015"/>
                  <a:pt x="2424454" y="3133900"/>
                  <a:pt x="2363420" y="2871730"/>
                </a:cubicBezTo>
                <a:close/>
                <a:moveTo>
                  <a:pt x="912921" y="2850596"/>
                </a:moveTo>
                <a:cubicBezTo>
                  <a:pt x="936881" y="2875897"/>
                  <a:pt x="961194" y="2901731"/>
                  <a:pt x="983846" y="2928627"/>
                </a:cubicBezTo>
                <a:cubicBezTo>
                  <a:pt x="1029846" y="2983517"/>
                  <a:pt x="1073228" y="3041610"/>
                  <a:pt x="1114669" y="3097880"/>
                </a:cubicBezTo>
                <a:cubicBezTo>
                  <a:pt x="1199144" y="3211700"/>
                  <a:pt x="1286398" y="3329876"/>
                  <a:pt x="1366183" y="3449753"/>
                </a:cubicBezTo>
                <a:cubicBezTo>
                  <a:pt x="1370543" y="3456162"/>
                  <a:pt x="1374903" y="3462572"/>
                  <a:pt x="1379263" y="3468981"/>
                </a:cubicBezTo>
                <a:cubicBezTo>
                  <a:pt x="1414114" y="3521040"/>
                  <a:pt x="1450010" y="3574725"/>
                  <a:pt x="1492446" y="3620389"/>
                </a:cubicBezTo>
                <a:cubicBezTo>
                  <a:pt x="1379640" y="3316219"/>
                  <a:pt x="1197433" y="3014288"/>
                  <a:pt x="912921" y="2850596"/>
                </a:cubicBezTo>
                <a:close/>
                <a:moveTo>
                  <a:pt x="2386551" y="2642862"/>
                </a:moveTo>
                <a:cubicBezTo>
                  <a:pt x="2394776" y="2644690"/>
                  <a:pt x="2401148" y="2649859"/>
                  <a:pt x="2403741" y="2659697"/>
                </a:cubicBezTo>
                <a:cubicBezTo>
                  <a:pt x="2468949" y="2907705"/>
                  <a:pt x="2536818" y="3164740"/>
                  <a:pt x="2499078" y="3423399"/>
                </a:cubicBezTo>
                <a:cubicBezTo>
                  <a:pt x="2484124" y="3524170"/>
                  <a:pt x="2447241" y="3605244"/>
                  <a:pt x="2413232" y="3700562"/>
                </a:cubicBezTo>
                <a:cubicBezTo>
                  <a:pt x="2350039" y="3880472"/>
                  <a:pt x="2357716" y="4002022"/>
                  <a:pt x="2428424" y="4178295"/>
                </a:cubicBezTo>
                <a:cubicBezTo>
                  <a:pt x="2600434" y="4289020"/>
                  <a:pt x="2768104" y="4406341"/>
                  <a:pt x="2927779" y="4531843"/>
                </a:cubicBezTo>
                <a:cubicBezTo>
                  <a:pt x="2760215" y="4223610"/>
                  <a:pt x="2637267" y="3926696"/>
                  <a:pt x="2758380" y="3561061"/>
                </a:cubicBezTo>
                <a:cubicBezTo>
                  <a:pt x="2765639" y="3539559"/>
                  <a:pt x="2835782" y="3509255"/>
                  <a:pt x="2846610" y="3538353"/>
                </a:cubicBezTo>
                <a:cubicBezTo>
                  <a:pt x="2941134" y="3779872"/>
                  <a:pt x="3029996" y="4023472"/>
                  <a:pt x="3106063" y="4271430"/>
                </a:cubicBezTo>
                <a:cubicBezTo>
                  <a:pt x="3150638" y="4415363"/>
                  <a:pt x="3185704" y="4549296"/>
                  <a:pt x="3116136" y="4688819"/>
                </a:cubicBezTo>
                <a:cubicBezTo>
                  <a:pt x="3218309" y="4776757"/>
                  <a:pt x="3317100" y="4869157"/>
                  <a:pt x="3412872" y="4966558"/>
                </a:cubicBezTo>
                <a:cubicBezTo>
                  <a:pt x="3381456" y="4499967"/>
                  <a:pt x="3566630" y="4066538"/>
                  <a:pt x="3763612" y="3645474"/>
                </a:cubicBezTo>
                <a:cubicBezTo>
                  <a:pt x="3774538" y="3622394"/>
                  <a:pt x="3852109" y="3598841"/>
                  <a:pt x="3850165" y="3638405"/>
                </a:cubicBezTo>
                <a:cubicBezTo>
                  <a:pt x="3828358" y="4125233"/>
                  <a:pt x="3904636" y="4676562"/>
                  <a:pt x="3515311" y="5051260"/>
                </a:cubicBezTo>
                <a:cubicBezTo>
                  <a:pt x="3511789" y="5054277"/>
                  <a:pt x="3506819" y="5057456"/>
                  <a:pt x="3501147" y="5059552"/>
                </a:cubicBezTo>
                <a:cubicBezTo>
                  <a:pt x="3601520" y="5167803"/>
                  <a:pt x="3698516" y="5280511"/>
                  <a:pt x="3790420" y="5401078"/>
                </a:cubicBezTo>
                <a:cubicBezTo>
                  <a:pt x="3946901" y="5606795"/>
                  <a:pt x="4090825" y="5822089"/>
                  <a:pt x="4221141" y="6045312"/>
                </a:cubicBezTo>
                <a:cubicBezTo>
                  <a:pt x="4260726" y="5923422"/>
                  <a:pt x="4276533" y="5789920"/>
                  <a:pt x="4326825" y="5681109"/>
                </a:cubicBezTo>
                <a:cubicBezTo>
                  <a:pt x="4326185" y="5677682"/>
                  <a:pt x="4325759" y="5673360"/>
                  <a:pt x="4325127" y="5669934"/>
                </a:cubicBezTo>
                <a:cubicBezTo>
                  <a:pt x="4319106" y="5671483"/>
                  <a:pt x="4312744" y="5672486"/>
                  <a:pt x="4309144" y="5671723"/>
                </a:cubicBezTo>
                <a:cubicBezTo>
                  <a:pt x="3975286" y="5608574"/>
                  <a:pt x="3989836" y="4983823"/>
                  <a:pt x="3974946" y="4736592"/>
                </a:cubicBezTo>
                <a:cubicBezTo>
                  <a:pt x="3973555" y="4713728"/>
                  <a:pt x="4046476" y="4687776"/>
                  <a:pt x="4060171" y="4704317"/>
                </a:cubicBezTo>
                <a:cubicBezTo>
                  <a:pt x="4248204" y="4928943"/>
                  <a:pt x="4331788" y="5187422"/>
                  <a:pt x="4383942" y="5463703"/>
                </a:cubicBezTo>
                <a:cubicBezTo>
                  <a:pt x="4445404" y="5353500"/>
                  <a:pt x="4548377" y="5250086"/>
                  <a:pt x="4654905" y="5156948"/>
                </a:cubicBezTo>
                <a:lnTo>
                  <a:pt x="4724400" y="5098975"/>
                </a:lnTo>
                <a:lnTo>
                  <a:pt x="4724400" y="5160063"/>
                </a:lnTo>
                <a:lnTo>
                  <a:pt x="4687505" y="5191181"/>
                </a:lnTo>
                <a:cubicBezTo>
                  <a:pt x="4588452" y="5282318"/>
                  <a:pt x="4497898" y="5385071"/>
                  <a:pt x="4451303" y="5491132"/>
                </a:cubicBezTo>
                <a:cubicBezTo>
                  <a:pt x="4493091" y="5426848"/>
                  <a:pt x="4544370" y="5370101"/>
                  <a:pt x="4599954" y="5317498"/>
                </a:cubicBezTo>
                <a:lnTo>
                  <a:pt x="4724400" y="5211392"/>
                </a:lnTo>
                <a:lnTo>
                  <a:pt x="4724400" y="5251559"/>
                </a:lnTo>
                <a:lnTo>
                  <a:pt x="4619898" y="5340764"/>
                </a:lnTo>
                <a:cubicBezTo>
                  <a:pt x="4564729" y="5393102"/>
                  <a:pt x="4514142" y="5449408"/>
                  <a:pt x="4473735" y="5512809"/>
                </a:cubicBezTo>
                <a:cubicBezTo>
                  <a:pt x="4457482" y="5538523"/>
                  <a:pt x="4443385" y="5565169"/>
                  <a:pt x="4430539" y="5592553"/>
                </a:cubicBezTo>
                <a:cubicBezTo>
                  <a:pt x="4478314" y="5558922"/>
                  <a:pt x="4525254" y="5522778"/>
                  <a:pt x="4569759" y="5482816"/>
                </a:cubicBezTo>
                <a:lnTo>
                  <a:pt x="4724400" y="5330891"/>
                </a:lnTo>
                <a:lnTo>
                  <a:pt x="4724400" y="5402912"/>
                </a:lnTo>
                <a:lnTo>
                  <a:pt x="4586888" y="5533939"/>
                </a:lnTo>
                <a:cubicBezTo>
                  <a:pt x="4539970" y="5576210"/>
                  <a:pt x="4452025" y="5622495"/>
                  <a:pt x="4413377" y="5674040"/>
                </a:cubicBezTo>
                <a:cubicBezTo>
                  <a:pt x="4412828" y="5674391"/>
                  <a:pt x="4412623" y="5675288"/>
                  <a:pt x="4412066" y="5675644"/>
                </a:cubicBezTo>
                <a:cubicBezTo>
                  <a:pt x="4409999" y="5678494"/>
                  <a:pt x="4407586" y="5680803"/>
                  <a:pt x="4406074" y="5683306"/>
                </a:cubicBezTo>
                <a:cubicBezTo>
                  <a:pt x="4338963" y="5791374"/>
                  <a:pt x="4334247" y="5992131"/>
                  <a:pt x="4271008" y="6118417"/>
                </a:cubicBezTo>
                <a:cubicBezTo>
                  <a:pt x="4270042" y="6120562"/>
                  <a:pt x="4267634" y="6122876"/>
                  <a:pt x="4265220" y="6125184"/>
                </a:cubicBezTo>
                <a:cubicBezTo>
                  <a:pt x="4388620" y="6344593"/>
                  <a:pt x="4497559" y="6571523"/>
                  <a:pt x="4590463" y="6805045"/>
                </a:cubicBezTo>
                <a:lnTo>
                  <a:pt x="4610122" y="6857999"/>
                </a:lnTo>
                <a:lnTo>
                  <a:pt x="4513231" y="6857999"/>
                </a:lnTo>
                <a:lnTo>
                  <a:pt x="4374770" y="6532596"/>
                </a:lnTo>
                <a:lnTo>
                  <a:pt x="4339518" y="6461642"/>
                </a:lnTo>
                <a:cubicBezTo>
                  <a:pt x="4208274" y="6190726"/>
                  <a:pt x="4055763" y="5930353"/>
                  <a:pt x="3884810" y="5682534"/>
                </a:cubicBezTo>
                <a:cubicBezTo>
                  <a:pt x="3881554" y="5682314"/>
                  <a:pt x="3878648" y="5682642"/>
                  <a:pt x="3876498" y="5681717"/>
                </a:cubicBezTo>
                <a:cubicBezTo>
                  <a:pt x="3679284" y="5607050"/>
                  <a:pt x="3473354" y="5574737"/>
                  <a:pt x="3263209" y="5585749"/>
                </a:cubicBezTo>
                <a:cubicBezTo>
                  <a:pt x="3258445" y="5588034"/>
                  <a:pt x="3252566" y="5591021"/>
                  <a:pt x="3245450" y="5593271"/>
                </a:cubicBezTo>
                <a:cubicBezTo>
                  <a:pt x="2832970" y="5732161"/>
                  <a:pt x="2378174" y="5640588"/>
                  <a:pt x="1952592" y="5692050"/>
                </a:cubicBezTo>
                <a:cubicBezTo>
                  <a:pt x="1937512" y="5694029"/>
                  <a:pt x="1912708" y="5686903"/>
                  <a:pt x="1936466" y="5671708"/>
                </a:cubicBezTo>
                <a:cubicBezTo>
                  <a:pt x="2343705" y="5415077"/>
                  <a:pt x="2802129" y="5333413"/>
                  <a:pt x="3244709" y="5538562"/>
                </a:cubicBezTo>
                <a:cubicBezTo>
                  <a:pt x="3441959" y="5522006"/>
                  <a:pt x="3636288" y="5541041"/>
                  <a:pt x="3823886" y="5595804"/>
                </a:cubicBezTo>
                <a:cubicBezTo>
                  <a:pt x="3786337" y="5543176"/>
                  <a:pt x="3748232" y="5490905"/>
                  <a:pt x="3709024" y="5439340"/>
                </a:cubicBezTo>
                <a:cubicBezTo>
                  <a:pt x="3551844" y="5232532"/>
                  <a:pt x="3380544" y="5046247"/>
                  <a:pt x="3198362" y="4874588"/>
                </a:cubicBezTo>
                <a:cubicBezTo>
                  <a:pt x="3191800" y="4876493"/>
                  <a:pt x="3185778" y="4878043"/>
                  <a:pt x="3179417" y="4879047"/>
                </a:cubicBezTo>
                <a:cubicBezTo>
                  <a:pt x="3002241" y="4937947"/>
                  <a:pt x="2827252" y="4989315"/>
                  <a:pt x="2639496" y="4989072"/>
                </a:cubicBezTo>
                <a:cubicBezTo>
                  <a:pt x="2416792" y="4988955"/>
                  <a:pt x="2191177" y="4947776"/>
                  <a:pt x="1972353" y="4909921"/>
                </a:cubicBezTo>
                <a:cubicBezTo>
                  <a:pt x="1940984" y="4904693"/>
                  <a:pt x="1996456" y="4874580"/>
                  <a:pt x="2002679" y="4872131"/>
                </a:cubicBezTo>
                <a:cubicBezTo>
                  <a:pt x="2309478" y="4772480"/>
                  <a:pt x="2760385" y="4680296"/>
                  <a:pt x="3097424" y="4781269"/>
                </a:cubicBezTo>
                <a:cubicBezTo>
                  <a:pt x="2895349" y="4601638"/>
                  <a:pt x="2680528" y="4438593"/>
                  <a:pt x="2454890" y="4287833"/>
                </a:cubicBezTo>
                <a:cubicBezTo>
                  <a:pt x="2454338" y="4288186"/>
                  <a:pt x="2453432" y="4287993"/>
                  <a:pt x="2452881" y="4288346"/>
                </a:cubicBezTo>
                <a:cubicBezTo>
                  <a:pt x="2451433" y="4288508"/>
                  <a:pt x="2449426" y="4289026"/>
                  <a:pt x="2448527" y="4288836"/>
                </a:cubicBezTo>
                <a:cubicBezTo>
                  <a:pt x="2435306" y="4288860"/>
                  <a:pt x="2328295" y="4364971"/>
                  <a:pt x="2323525" y="4367248"/>
                </a:cubicBezTo>
                <a:cubicBezTo>
                  <a:pt x="2239575" y="4406384"/>
                  <a:pt x="2150175" y="4432133"/>
                  <a:pt x="2060764" y="4451767"/>
                </a:cubicBezTo>
                <a:cubicBezTo>
                  <a:pt x="1760632" y="4518029"/>
                  <a:pt x="1460022" y="4526349"/>
                  <a:pt x="1162250" y="4613329"/>
                </a:cubicBezTo>
                <a:cubicBezTo>
                  <a:pt x="1141991" y="4619390"/>
                  <a:pt x="1086625" y="4618011"/>
                  <a:pt x="1132639" y="4596243"/>
                </a:cubicBezTo>
                <a:cubicBezTo>
                  <a:pt x="1461250" y="4438196"/>
                  <a:pt x="1900100" y="4136057"/>
                  <a:pt x="2293970" y="4182283"/>
                </a:cubicBezTo>
                <a:cubicBezTo>
                  <a:pt x="2166077" y="4101602"/>
                  <a:pt x="2034669" y="4023929"/>
                  <a:pt x="1900637" y="3949470"/>
                </a:cubicBezTo>
                <a:cubicBezTo>
                  <a:pt x="1896077" y="3950852"/>
                  <a:pt x="1891168" y="3951697"/>
                  <a:pt x="1887014" y="3951288"/>
                </a:cubicBezTo>
                <a:cubicBezTo>
                  <a:pt x="1578066" y="4112095"/>
                  <a:pt x="1243908" y="4184792"/>
                  <a:pt x="896751" y="4159267"/>
                </a:cubicBezTo>
                <a:cubicBezTo>
                  <a:pt x="855005" y="4156073"/>
                  <a:pt x="905428" y="4125362"/>
                  <a:pt x="918967" y="4119760"/>
                </a:cubicBezTo>
                <a:cubicBezTo>
                  <a:pt x="1194342" y="4017222"/>
                  <a:pt x="1471034" y="3857115"/>
                  <a:pt x="1764113" y="3873539"/>
                </a:cubicBezTo>
                <a:cubicBezTo>
                  <a:pt x="1695196" y="3836374"/>
                  <a:pt x="1625724" y="3799562"/>
                  <a:pt x="1555701" y="3763109"/>
                </a:cubicBezTo>
                <a:cubicBezTo>
                  <a:pt x="1550645" y="3762512"/>
                  <a:pt x="1546699" y="3761207"/>
                  <a:pt x="1542956" y="3758998"/>
                </a:cubicBezTo>
                <a:cubicBezTo>
                  <a:pt x="1350426" y="3719652"/>
                  <a:pt x="1247288" y="3571783"/>
                  <a:pt x="1136724" y="3417171"/>
                </a:cubicBezTo>
                <a:cubicBezTo>
                  <a:pt x="993337" y="3216099"/>
                  <a:pt x="846020" y="2999153"/>
                  <a:pt x="750977" y="2770227"/>
                </a:cubicBezTo>
                <a:cubicBezTo>
                  <a:pt x="747611" y="2762227"/>
                  <a:pt x="749771" y="2755481"/>
                  <a:pt x="755174" y="2749954"/>
                </a:cubicBezTo>
                <a:cubicBezTo>
                  <a:pt x="771390" y="2733370"/>
                  <a:pt x="816824" y="2727735"/>
                  <a:pt x="830023" y="2731935"/>
                </a:cubicBezTo>
                <a:cubicBezTo>
                  <a:pt x="1258787" y="2883841"/>
                  <a:pt x="1497280" y="3311498"/>
                  <a:pt x="1623018" y="3716225"/>
                </a:cubicBezTo>
                <a:cubicBezTo>
                  <a:pt x="1853470" y="3835548"/>
                  <a:pt x="2078531" y="3959850"/>
                  <a:pt x="2294841" y="4093587"/>
                </a:cubicBezTo>
                <a:cubicBezTo>
                  <a:pt x="2272291" y="4035197"/>
                  <a:pt x="2253055" y="3974696"/>
                  <a:pt x="2250226" y="3916719"/>
                </a:cubicBezTo>
                <a:cubicBezTo>
                  <a:pt x="2248779" y="3916883"/>
                  <a:pt x="2246771" y="3917401"/>
                  <a:pt x="2245523" y="3916663"/>
                </a:cubicBezTo>
                <a:cubicBezTo>
                  <a:pt x="1951808" y="3876118"/>
                  <a:pt x="1808968" y="3571232"/>
                  <a:pt x="1707994" y="3326950"/>
                </a:cubicBezTo>
                <a:cubicBezTo>
                  <a:pt x="1694877" y="3295477"/>
                  <a:pt x="1766980" y="3273123"/>
                  <a:pt x="1786341" y="3287566"/>
                </a:cubicBezTo>
                <a:cubicBezTo>
                  <a:pt x="1929395" y="3390749"/>
                  <a:pt x="2051663" y="3506453"/>
                  <a:pt x="2158071" y="3639960"/>
                </a:cubicBezTo>
                <a:cubicBezTo>
                  <a:pt x="2154892" y="3540061"/>
                  <a:pt x="2170197" y="3439839"/>
                  <a:pt x="2189281" y="3333361"/>
                </a:cubicBezTo>
                <a:cubicBezTo>
                  <a:pt x="2229372" y="3116116"/>
                  <a:pt x="2246120" y="2891570"/>
                  <a:pt x="2314466" y="2680771"/>
                </a:cubicBezTo>
                <a:cubicBezTo>
                  <a:pt x="2320529" y="2661952"/>
                  <a:pt x="2361878" y="2637374"/>
                  <a:pt x="2386551" y="2642862"/>
                </a:cubicBezTo>
                <a:close/>
                <a:moveTo>
                  <a:pt x="3646699" y="2390555"/>
                </a:moveTo>
                <a:lnTo>
                  <a:pt x="3645773" y="2392739"/>
                </a:lnTo>
                <a:lnTo>
                  <a:pt x="3649597" y="2394358"/>
                </a:lnTo>
                <a:cubicBezTo>
                  <a:pt x="3648733" y="2393349"/>
                  <a:pt x="3647874" y="2392343"/>
                  <a:pt x="3646699" y="2390555"/>
                </a:cubicBezTo>
                <a:close/>
                <a:moveTo>
                  <a:pt x="3038676" y="2118977"/>
                </a:moveTo>
                <a:cubicBezTo>
                  <a:pt x="3042950" y="2257918"/>
                  <a:pt x="3002907" y="2393544"/>
                  <a:pt x="2963942" y="2525128"/>
                </a:cubicBezTo>
                <a:cubicBezTo>
                  <a:pt x="2949902" y="2571972"/>
                  <a:pt x="2935948" y="2620144"/>
                  <a:pt x="2923775" y="2667145"/>
                </a:cubicBezTo>
                <a:cubicBezTo>
                  <a:pt x="2909690" y="2721696"/>
                  <a:pt x="2898881" y="2777642"/>
                  <a:pt x="2887447" y="2832031"/>
                </a:cubicBezTo>
                <a:lnTo>
                  <a:pt x="2868480" y="2927011"/>
                </a:lnTo>
                <a:cubicBezTo>
                  <a:pt x="2882036" y="2893472"/>
                  <a:pt x="2900043" y="2846374"/>
                  <a:pt x="2921794" y="2782834"/>
                </a:cubicBezTo>
                <a:cubicBezTo>
                  <a:pt x="2980827" y="2611467"/>
                  <a:pt x="3079367" y="2325483"/>
                  <a:pt x="3038676" y="2118977"/>
                </a:cubicBezTo>
                <a:close/>
                <a:moveTo>
                  <a:pt x="4070579" y="2090376"/>
                </a:moveTo>
                <a:cubicBezTo>
                  <a:pt x="4084637" y="2136248"/>
                  <a:pt x="4098150" y="2181883"/>
                  <a:pt x="4109879" y="2228695"/>
                </a:cubicBezTo>
                <a:lnTo>
                  <a:pt x="4119154" y="2266098"/>
                </a:lnTo>
                <a:cubicBezTo>
                  <a:pt x="4126056" y="2295423"/>
                  <a:pt x="4133187" y="2324193"/>
                  <a:pt x="4141411" y="2353427"/>
                </a:cubicBezTo>
                <a:cubicBezTo>
                  <a:pt x="4176749" y="2475257"/>
                  <a:pt x="4236423" y="2591295"/>
                  <a:pt x="4293979" y="2703223"/>
                </a:cubicBezTo>
                <a:cubicBezTo>
                  <a:pt x="4334570" y="2782214"/>
                  <a:pt x="4376344" y="2862994"/>
                  <a:pt x="4410111" y="2947465"/>
                </a:cubicBezTo>
                <a:cubicBezTo>
                  <a:pt x="4347417" y="2640863"/>
                  <a:pt x="4257356" y="2342636"/>
                  <a:pt x="4070579" y="2090376"/>
                </a:cubicBezTo>
                <a:close/>
                <a:moveTo>
                  <a:pt x="4020821" y="2034549"/>
                </a:moveTo>
                <a:cubicBezTo>
                  <a:pt x="3991634" y="2371132"/>
                  <a:pt x="4184325" y="2658088"/>
                  <a:pt x="4372756" y="2932293"/>
                </a:cubicBezTo>
                <a:cubicBezTo>
                  <a:pt x="4341528" y="2858555"/>
                  <a:pt x="4305088" y="2786473"/>
                  <a:pt x="4268731" y="2715710"/>
                </a:cubicBezTo>
                <a:cubicBezTo>
                  <a:pt x="4210547" y="2602235"/>
                  <a:pt x="4150011" y="2485181"/>
                  <a:pt x="4113960" y="2360474"/>
                </a:cubicBezTo>
                <a:cubicBezTo>
                  <a:pt x="4105734" y="2331239"/>
                  <a:pt x="4098289" y="2301693"/>
                  <a:pt x="4090842" y="2272139"/>
                </a:cubicBezTo>
                <a:lnTo>
                  <a:pt x="4081569" y="2234734"/>
                </a:lnTo>
                <a:cubicBezTo>
                  <a:pt x="4064530" y="2167007"/>
                  <a:pt x="4043843" y="2100302"/>
                  <a:pt x="4020821" y="2034549"/>
                </a:cubicBezTo>
                <a:close/>
                <a:moveTo>
                  <a:pt x="3001316" y="2032338"/>
                </a:moveTo>
                <a:cubicBezTo>
                  <a:pt x="2982933" y="2081859"/>
                  <a:pt x="2966493" y="2132840"/>
                  <a:pt x="2953880" y="2185446"/>
                </a:cubicBezTo>
                <a:cubicBezTo>
                  <a:pt x="2921068" y="2317695"/>
                  <a:pt x="2906505" y="2457032"/>
                  <a:pt x="2883664" y="2591574"/>
                </a:cubicBezTo>
                <a:cubicBezTo>
                  <a:pt x="2864755" y="2700098"/>
                  <a:pt x="2813661" y="2959166"/>
                  <a:pt x="2826885" y="2991809"/>
                </a:cubicBezTo>
                <a:lnTo>
                  <a:pt x="2860250" y="2826310"/>
                </a:lnTo>
                <a:cubicBezTo>
                  <a:pt x="2871141" y="2771690"/>
                  <a:pt x="2882731" y="2715434"/>
                  <a:pt x="2896499" y="2660098"/>
                </a:cubicBezTo>
                <a:cubicBezTo>
                  <a:pt x="2908585" y="2611783"/>
                  <a:pt x="2923082" y="2563843"/>
                  <a:pt x="2937125" y="2516991"/>
                </a:cubicBezTo>
                <a:cubicBezTo>
                  <a:pt x="2975863" y="2385961"/>
                  <a:pt x="3015900" y="2250332"/>
                  <a:pt x="3010471" y="2114122"/>
                </a:cubicBezTo>
                <a:cubicBezTo>
                  <a:pt x="3009267" y="2086568"/>
                  <a:pt x="3005955" y="2059413"/>
                  <a:pt x="3001316" y="2032338"/>
                </a:cubicBezTo>
                <a:close/>
                <a:moveTo>
                  <a:pt x="3105532" y="1991479"/>
                </a:moveTo>
                <a:cubicBezTo>
                  <a:pt x="3254427" y="2144650"/>
                  <a:pt x="3409943" y="2280670"/>
                  <a:pt x="3599280" y="2371770"/>
                </a:cubicBezTo>
                <a:cubicBezTo>
                  <a:pt x="3463064" y="2234271"/>
                  <a:pt x="3300266" y="2088089"/>
                  <a:pt x="3105532" y="1991479"/>
                </a:cubicBezTo>
                <a:close/>
                <a:moveTo>
                  <a:pt x="3111169" y="1962963"/>
                </a:moveTo>
                <a:cubicBezTo>
                  <a:pt x="3306049" y="2057701"/>
                  <a:pt x="3468685" y="2201237"/>
                  <a:pt x="3606223" y="2338658"/>
                </a:cubicBezTo>
                <a:cubicBezTo>
                  <a:pt x="3470641" y="2169232"/>
                  <a:pt x="3285027" y="1968969"/>
                  <a:pt x="3111169" y="1962963"/>
                </a:cubicBezTo>
                <a:close/>
                <a:moveTo>
                  <a:pt x="2050698" y="1338235"/>
                </a:moveTo>
                <a:cubicBezTo>
                  <a:pt x="2064377" y="1651120"/>
                  <a:pt x="2209927" y="1999242"/>
                  <a:pt x="2370409" y="2272553"/>
                </a:cubicBezTo>
                <a:cubicBezTo>
                  <a:pt x="2357712" y="2235634"/>
                  <a:pt x="2347580" y="2197225"/>
                  <a:pt x="2338306" y="2159819"/>
                </a:cubicBezTo>
                <a:lnTo>
                  <a:pt x="2334023" y="2142555"/>
                </a:lnTo>
                <a:cubicBezTo>
                  <a:pt x="2289026" y="1964482"/>
                  <a:pt x="2230790" y="1787247"/>
                  <a:pt x="2161071" y="1617375"/>
                </a:cubicBezTo>
                <a:cubicBezTo>
                  <a:pt x="2150764" y="1593060"/>
                  <a:pt x="2141003" y="1568967"/>
                  <a:pt x="2130699" y="1544643"/>
                </a:cubicBezTo>
                <a:cubicBezTo>
                  <a:pt x="2102533" y="1477354"/>
                  <a:pt x="2073739" y="1408510"/>
                  <a:pt x="2050698" y="1338235"/>
                </a:cubicBezTo>
                <a:close/>
                <a:moveTo>
                  <a:pt x="2060478" y="1278636"/>
                </a:moveTo>
                <a:cubicBezTo>
                  <a:pt x="2085382" y="1365794"/>
                  <a:pt x="2121337" y="1451189"/>
                  <a:pt x="2156346" y="1534260"/>
                </a:cubicBezTo>
                <a:lnTo>
                  <a:pt x="2187258" y="1607218"/>
                </a:lnTo>
                <a:cubicBezTo>
                  <a:pt x="2256583" y="1774989"/>
                  <a:pt x="2314102" y="1949347"/>
                  <a:pt x="2358704" y="2125320"/>
                </a:cubicBezTo>
                <a:cubicBezTo>
                  <a:pt x="2326696" y="1963695"/>
                  <a:pt x="2286060" y="1804203"/>
                  <a:pt x="2233598" y="1646797"/>
                </a:cubicBezTo>
                <a:cubicBezTo>
                  <a:pt x="2188082" y="1511000"/>
                  <a:pt x="2118450" y="1397178"/>
                  <a:pt x="2060478" y="1278636"/>
                </a:cubicBezTo>
                <a:close/>
                <a:moveTo>
                  <a:pt x="1974152" y="1245311"/>
                </a:moveTo>
                <a:cubicBezTo>
                  <a:pt x="1899849" y="1271794"/>
                  <a:pt x="1845607" y="1329954"/>
                  <a:pt x="1811379" y="1406236"/>
                </a:cubicBezTo>
                <a:cubicBezTo>
                  <a:pt x="1793417" y="1445630"/>
                  <a:pt x="1774985" y="1502850"/>
                  <a:pt x="1767940" y="1546869"/>
                </a:cubicBezTo>
                <a:cubicBezTo>
                  <a:pt x="1756267" y="1618535"/>
                  <a:pt x="1762401" y="1614698"/>
                  <a:pt x="1796474" y="1557016"/>
                </a:cubicBezTo>
                <a:cubicBezTo>
                  <a:pt x="1857987" y="1454296"/>
                  <a:pt x="1917005" y="1349880"/>
                  <a:pt x="1974152" y="1245311"/>
                </a:cubicBezTo>
                <a:close/>
                <a:moveTo>
                  <a:pt x="4681531" y="959050"/>
                </a:moveTo>
                <a:cubicBezTo>
                  <a:pt x="4667665" y="975072"/>
                  <a:pt x="4653801" y="991089"/>
                  <a:pt x="4638064" y="1006960"/>
                </a:cubicBezTo>
                <a:cubicBezTo>
                  <a:pt x="4572574" y="1071943"/>
                  <a:pt x="4498932" y="1125748"/>
                  <a:pt x="4415502" y="1184424"/>
                </a:cubicBezTo>
                <a:cubicBezTo>
                  <a:pt x="4354739" y="1227583"/>
                  <a:pt x="4278681" y="1281016"/>
                  <a:pt x="4197574" y="1317493"/>
                </a:cubicBezTo>
                <a:cubicBezTo>
                  <a:pt x="4173020" y="1328342"/>
                  <a:pt x="4148153" y="1338416"/>
                  <a:pt x="4122737" y="1348256"/>
                </a:cubicBezTo>
                <a:cubicBezTo>
                  <a:pt x="4088783" y="1361567"/>
                  <a:pt x="4056139" y="1374791"/>
                  <a:pt x="4024988" y="1390573"/>
                </a:cubicBezTo>
                <a:cubicBezTo>
                  <a:pt x="4165369" y="1358579"/>
                  <a:pt x="4302892" y="1298342"/>
                  <a:pt x="4421265" y="1220988"/>
                </a:cubicBezTo>
                <a:cubicBezTo>
                  <a:pt x="4516666" y="1158366"/>
                  <a:pt x="4617535" y="1064584"/>
                  <a:pt x="4681531" y="959050"/>
                </a:cubicBezTo>
                <a:close/>
                <a:moveTo>
                  <a:pt x="4722484" y="854709"/>
                </a:moveTo>
                <a:cubicBezTo>
                  <a:pt x="4713724" y="863235"/>
                  <a:pt x="4704652" y="870980"/>
                  <a:pt x="4695347" y="879275"/>
                </a:cubicBezTo>
                <a:cubicBezTo>
                  <a:pt x="4560726" y="998039"/>
                  <a:pt x="4415771" y="1121443"/>
                  <a:pt x="4253878" y="1216434"/>
                </a:cubicBezTo>
                <a:lnTo>
                  <a:pt x="4213112" y="1239730"/>
                </a:lnTo>
                <a:cubicBezTo>
                  <a:pt x="4152620" y="1274640"/>
                  <a:pt x="4090577" y="1310180"/>
                  <a:pt x="4037747" y="1352837"/>
                </a:cubicBezTo>
                <a:cubicBezTo>
                  <a:pt x="4062533" y="1341442"/>
                  <a:pt x="4087944" y="1331600"/>
                  <a:pt x="4113362" y="1321759"/>
                </a:cubicBezTo>
                <a:cubicBezTo>
                  <a:pt x="4137990" y="1312227"/>
                  <a:pt x="4162627" y="1302697"/>
                  <a:pt x="4186634" y="1291618"/>
                </a:cubicBezTo>
                <a:cubicBezTo>
                  <a:pt x="4265418" y="1256083"/>
                  <a:pt x="4339921" y="1203284"/>
                  <a:pt x="4399674" y="1160983"/>
                </a:cubicBezTo>
                <a:cubicBezTo>
                  <a:pt x="4481551" y="1102940"/>
                  <a:pt x="4554724" y="1050225"/>
                  <a:pt x="4618435" y="986418"/>
                </a:cubicBezTo>
                <a:cubicBezTo>
                  <a:pt x="4660678" y="944429"/>
                  <a:pt x="4695591" y="899980"/>
                  <a:pt x="4722484" y="854709"/>
                </a:cubicBezTo>
                <a:close/>
                <a:moveTo>
                  <a:pt x="1456504" y="777000"/>
                </a:moveTo>
                <a:cubicBezTo>
                  <a:pt x="1456064" y="782606"/>
                  <a:pt x="1455073" y="787979"/>
                  <a:pt x="1454399" y="794136"/>
                </a:cubicBezTo>
                <a:cubicBezTo>
                  <a:pt x="1451982" y="810498"/>
                  <a:pt x="1450340" y="826538"/>
                  <a:pt x="1448466" y="843129"/>
                </a:cubicBezTo>
                <a:cubicBezTo>
                  <a:pt x="1443098" y="896870"/>
                  <a:pt x="1442326" y="951907"/>
                  <a:pt x="1442252" y="1005313"/>
                </a:cubicBezTo>
                <a:cubicBezTo>
                  <a:pt x="1440336" y="1206014"/>
                  <a:pt x="1438833" y="1413328"/>
                  <a:pt x="1469382" y="1614896"/>
                </a:cubicBezTo>
                <a:lnTo>
                  <a:pt x="1472106" y="1632791"/>
                </a:lnTo>
                <a:lnTo>
                  <a:pt x="1479091" y="1680170"/>
                </a:lnTo>
                <a:cubicBezTo>
                  <a:pt x="1479741" y="1669501"/>
                  <a:pt x="1479617" y="1659149"/>
                  <a:pt x="1480043" y="1649028"/>
                </a:cubicBezTo>
                <a:cubicBezTo>
                  <a:pt x="1483046" y="1394060"/>
                  <a:pt x="1486555" y="1130296"/>
                  <a:pt x="1464087" y="871628"/>
                </a:cubicBezTo>
                <a:lnTo>
                  <a:pt x="1462204" y="850229"/>
                </a:lnTo>
                <a:cubicBezTo>
                  <a:pt x="1460150" y="826182"/>
                  <a:pt x="1458096" y="802134"/>
                  <a:pt x="1456504" y="777000"/>
                </a:cubicBezTo>
                <a:close/>
                <a:moveTo>
                  <a:pt x="1483619" y="764662"/>
                </a:moveTo>
                <a:cubicBezTo>
                  <a:pt x="1484834" y="792211"/>
                  <a:pt x="1487677" y="820458"/>
                  <a:pt x="1489670" y="847698"/>
                </a:cubicBezTo>
                <a:lnTo>
                  <a:pt x="1491553" y="869097"/>
                </a:lnTo>
                <a:cubicBezTo>
                  <a:pt x="1513754" y="1119277"/>
                  <a:pt x="1511208" y="1373147"/>
                  <a:pt x="1508481" y="1619865"/>
                </a:cubicBezTo>
                <a:cubicBezTo>
                  <a:pt x="1576046" y="1335574"/>
                  <a:pt x="1567527" y="1045475"/>
                  <a:pt x="1483619" y="764662"/>
                </a:cubicBezTo>
                <a:close/>
                <a:moveTo>
                  <a:pt x="1430481" y="630137"/>
                </a:moveTo>
                <a:cubicBezTo>
                  <a:pt x="1267590" y="940376"/>
                  <a:pt x="1333252" y="1302315"/>
                  <a:pt x="1442495" y="1626691"/>
                </a:cubicBezTo>
                <a:lnTo>
                  <a:pt x="1441222" y="1619067"/>
                </a:lnTo>
                <a:cubicBezTo>
                  <a:pt x="1410273" y="1415398"/>
                  <a:pt x="1411692" y="1206762"/>
                  <a:pt x="1414069" y="1004967"/>
                </a:cubicBezTo>
                <a:cubicBezTo>
                  <a:pt x="1414375" y="951016"/>
                  <a:pt x="1414834" y="895204"/>
                  <a:pt x="1420665" y="840369"/>
                </a:cubicBezTo>
                <a:cubicBezTo>
                  <a:pt x="1422537" y="823783"/>
                  <a:pt x="1424411" y="807192"/>
                  <a:pt x="1426829" y="790831"/>
                </a:cubicBezTo>
                <a:cubicBezTo>
                  <a:pt x="1433522" y="737010"/>
                  <a:pt x="1440125" y="681866"/>
                  <a:pt x="1430481" y="630137"/>
                </a:cubicBezTo>
                <a:close/>
                <a:moveTo>
                  <a:pt x="4023796" y="623931"/>
                </a:moveTo>
                <a:cubicBezTo>
                  <a:pt x="3998086" y="637515"/>
                  <a:pt x="3972609" y="650546"/>
                  <a:pt x="3945729" y="662344"/>
                </a:cubicBezTo>
                <a:cubicBezTo>
                  <a:pt x="3801060" y="727282"/>
                  <a:pt x="3645502" y="758642"/>
                  <a:pt x="3498947" y="818916"/>
                </a:cubicBezTo>
                <a:cubicBezTo>
                  <a:pt x="3325974" y="889896"/>
                  <a:pt x="3184420" y="1008307"/>
                  <a:pt x="3031283" y="1111507"/>
                </a:cubicBezTo>
                <a:cubicBezTo>
                  <a:pt x="3091555" y="1098395"/>
                  <a:pt x="3148558" y="1067158"/>
                  <a:pt x="3203692" y="1035777"/>
                </a:cubicBezTo>
                <a:lnTo>
                  <a:pt x="3218294" y="1027151"/>
                </a:lnTo>
                <a:cubicBezTo>
                  <a:pt x="3353948" y="950027"/>
                  <a:pt x="3497672" y="882756"/>
                  <a:pt x="3636737" y="817377"/>
                </a:cubicBezTo>
                <a:cubicBezTo>
                  <a:pt x="3765775" y="757414"/>
                  <a:pt x="3897289" y="694633"/>
                  <a:pt x="4023796" y="623931"/>
                </a:cubicBezTo>
                <a:close/>
                <a:moveTo>
                  <a:pt x="3311704" y="584486"/>
                </a:moveTo>
                <a:cubicBezTo>
                  <a:pt x="3272983" y="648568"/>
                  <a:pt x="3231536" y="711502"/>
                  <a:pt x="3190778" y="772788"/>
                </a:cubicBezTo>
                <a:cubicBezTo>
                  <a:pt x="3126979" y="868744"/>
                  <a:pt x="3062020" y="967431"/>
                  <a:pt x="3007981" y="1070739"/>
                </a:cubicBezTo>
                <a:cubicBezTo>
                  <a:pt x="3110594" y="966751"/>
                  <a:pt x="3204922" y="819977"/>
                  <a:pt x="3267578" y="693281"/>
                </a:cubicBezTo>
                <a:close/>
                <a:moveTo>
                  <a:pt x="2664888" y="518596"/>
                </a:moveTo>
                <a:cubicBezTo>
                  <a:pt x="2580256" y="532980"/>
                  <a:pt x="2495702" y="548687"/>
                  <a:pt x="2411865" y="567273"/>
                </a:cubicBezTo>
                <a:cubicBezTo>
                  <a:pt x="2215416" y="611580"/>
                  <a:pt x="2055895" y="697916"/>
                  <a:pt x="1896643" y="809468"/>
                </a:cubicBezTo>
                <a:cubicBezTo>
                  <a:pt x="1897193" y="809701"/>
                  <a:pt x="1897736" y="809931"/>
                  <a:pt x="1899055" y="809848"/>
                </a:cubicBezTo>
                <a:cubicBezTo>
                  <a:pt x="2091065" y="728900"/>
                  <a:pt x="2275399" y="656935"/>
                  <a:pt x="2446633" y="596159"/>
                </a:cubicBezTo>
                <a:close/>
                <a:moveTo>
                  <a:pt x="2796924" y="501747"/>
                </a:moveTo>
                <a:lnTo>
                  <a:pt x="2455237" y="622979"/>
                </a:lnTo>
                <a:cubicBezTo>
                  <a:pt x="2296206" y="679263"/>
                  <a:pt x="2126634" y="745243"/>
                  <a:pt x="1949308" y="818889"/>
                </a:cubicBezTo>
                <a:cubicBezTo>
                  <a:pt x="1950089" y="818579"/>
                  <a:pt x="1950089" y="818579"/>
                  <a:pt x="1950634" y="818810"/>
                </a:cubicBezTo>
                <a:cubicBezTo>
                  <a:pt x="2249794" y="764555"/>
                  <a:pt x="2535304" y="633058"/>
                  <a:pt x="2796924" y="501747"/>
                </a:cubicBezTo>
                <a:close/>
                <a:moveTo>
                  <a:pt x="3335099" y="488163"/>
                </a:moveTo>
                <a:lnTo>
                  <a:pt x="3151139" y="734118"/>
                </a:lnTo>
                <a:lnTo>
                  <a:pt x="3136980" y="753877"/>
                </a:lnTo>
                <a:cubicBezTo>
                  <a:pt x="3108114" y="793161"/>
                  <a:pt x="3082736" y="828772"/>
                  <a:pt x="3062043" y="867004"/>
                </a:cubicBezTo>
                <a:cubicBezTo>
                  <a:pt x="3033701" y="918746"/>
                  <a:pt x="3011684" y="973805"/>
                  <a:pt x="2994594" y="1035452"/>
                </a:cubicBezTo>
                <a:cubicBezTo>
                  <a:pt x="3046947" y="939156"/>
                  <a:pt x="3107576" y="847655"/>
                  <a:pt x="3167517" y="757788"/>
                </a:cubicBezTo>
                <a:cubicBezTo>
                  <a:pt x="3225200" y="670189"/>
                  <a:pt x="3284135" y="581180"/>
                  <a:pt x="3335099" y="488163"/>
                </a:cubicBezTo>
                <a:close/>
                <a:moveTo>
                  <a:pt x="2891507" y="485136"/>
                </a:moveTo>
                <a:cubicBezTo>
                  <a:pt x="2633092" y="616512"/>
                  <a:pt x="2348081" y="755947"/>
                  <a:pt x="2047508" y="825701"/>
                </a:cubicBezTo>
                <a:cubicBezTo>
                  <a:pt x="2357909" y="831572"/>
                  <a:pt x="2636584" y="667562"/>
                  <a:pt x="2891507" y="485136"/>
                </a:cubicBezTo>
                <a:close/>
                <a:moveTo>
                  <a:pt x="4418489" y="483936"/>
                </a:moveTo>
                <a:cubicBezTo>
                  <a:pt x="4332433" y="547295"/>
                  <a:pt x="4242855" y="605296"/>
                  <a:pt x="4155290" y="661575"/>
                </a:cubicBezTo>
                <a:cubicBezTo>
                  <a:pt x="3969451" y="781189"/>
                  <a:pt x="3777243" y="905190"/>
                  <a:pt x="3571040" y="996875"/>
                </a:cubicBezTo>
                <a:cubicBezTo>
                  <a:pt x="3418056" y="1064725"/>
                  <a:pt x="3258062" y="1114166"/>
                  <a:pt x="3093710" y="1145020"/>
                </a:cubicBezTo>
                <a:cubicBezTo>
                  <a:pt x="3128860" y="1154752"/>
                  <a:pt x="3165333" y="1164394"/>
                  <a:pt x="3207527" y="1163586"/>
                </a:cubicBezTo>
                <a:cubicBezTo>
                  <a:pt x="3359545" y="1160350"/>
                  <a:pt x="3521798" y="1058435"/>
                  <a:pt x="3652751" y="990907"/>
                </a:cubicBezTo>
                <a:cubicBezTo>
                  <a:pt x="3834432" y="897860"/>
                  <a:pt x="4013510" y="797268"/>
                  <a:pt x="4180906" y="680145"/>
                </a:cubicBezTo>
                <a:cubicBezTo>
                  <a:pt x="4224133" y="649515"/>
                  <a:pt x="4353624" y="550475"/>
                  <a:pt x="4418489" y="483936"/>
                </a:cubicBezTo>
                <a:close/>
                <a:moveTo>
                  <a:pt x="3316944" y="465669"/>
                </a:moveTo>
                <a:cubicBezTo>
                  <a:pt x="3194809" y="521478"/>
                  <a:pt x="2954579" y="894258"/>
                  <a:pt x="2958819" y="1062158"/>
                </a:cubicBezTo>
                <a:cubicBezTo>
                  <a:pt x="2971057" y="1011968"/>
                  <a:pt x="2985641" y="965354"/>
                  <a:pt x="3004132" y="921679"/>
                </a:cubicBezTo>
                <a:cubicBezTo>
                  <a:pt x="3014072" y="898200"/>
                  <a:pt x="3025105" y="875187"/>
                  <a:pt x="3037224" y="852631"/>
                </a:cubicBezTo>
                <a:cubicBezTo>
                  <a:pt x="3058615" y="812759"/>
                  <a:pt x="3085004" y="776291"/>
                  <a:pt x="3114637" y="736692"/>
                </a:cubicBezTo>
                <a:lnTo>
                  <a:pt x="3128801" y="716935"/>
                </a:lnTo>
                <a:cubicBezTo>
                  <a:pt x="3193882" y="628604"/>
                  <a:pt x="3252848" y="548625"/>
                  <a:pt x="3316944" y="465669"/>
                </a:cubicBezTo>
                <a:close/>
                <a:moveTo>
                  <a:pt x="4448894" y="422768"/>
                </a:moveTo>
                <a:cubicBezTo>
                  <a:pt x="4372745" y="436884"/>
                  <a:pt x="4303112" y="482734"/>
                  <a:pt x="4235585" y="528178"/>
                </a:cubicBezTo>
                <a:lnTo>
                  <a:pt x="4213155" y="543149"/>
                </a:lnTo>
                <a:cubicBezTo>
                  <a:pt x="4035485" y="661715"/>
                  <a:pt x="3839402" y="753816"/>
                  <a:pt x="3649218" y="842623"/>
                </a:cubicBezTo>
                <a:cubicBezTo>
                  <a:pt x="3510392" y="907459"/>
                  <a:pt x="3367451" y="974411"/>
                  <a:pt x="3232564" y="1051220"/>
                </a:cubicBezTo>
                <a:lnTo>
                  <a:pt x="3217970" y="1059849"/>
                </a:lnTo>
                <a:cubicBezTo>
                  <a:pt x="3184886" y="1078679"/>
                  <a:pt x="3151576" y="1098052"/>
                  <a:pt x="3116688" y="1113543"/>
                </a:cubicBezTo>
                <a:cubicBezTo>
                  <a:pt x="3269055" y="1082118"/>
                  <a:pt x="3417223" y="1034762"/>
                  <a:pt x="3559098" y="971858"/>
                </a:cubicBezTo>
                <a:cubicBezTo>
                  <a:pt x="3763514" y="881353"/>
                  <a:pt x="3954942" y="757667"/>
                  <a:pt x="4140004" y="638368"/>
                </a:cubicBezTo>
                <a:cubicBezTo>
                  <a:pt x="4244649" y="570645"/>
                  <a:pt x="4351849" y="501435"/>
                  <a:pt x="4451852" y="423380"/>
                </a:cubicBezTo>
                <a:cubicBezTo>
                  <a:pt x="4450763" y="422918"/>
                  <a:pt x="4450211" y="422686"/>
                  <a:pt x="4448894" y="422768"/>
                </a:cubicBezTo>
                <a:close/>
                <a:moveTo>
                  <a:pt x="680568" y="416949"/>
                </a:moveTo>
                <a:cubicBezTo>
                  <a:pt x="573847" y="489578"/>
                  <a:pt x="483985" y="589312"/>
                  <a:pt x="394452" y="694330"/>
                </a:cubicBezTo>
                <a:lnTo>
                  <a:pt x="340402" y="759654"/>
                </a:lnTo>
                <a:close/>
                <a:moveTo>
                  <a:pt x="827699" y="416143"/>
                </a:moveTo>
                <a:cubicBezTo>
                  <a:pt x="835728" y="454953"/>
                  <a:pt x="841663" y="494162"/>
                  <a:pt x="841524" y="534021"/>
                </a:cubicBezTo>
                <a:cubicBezTo>
                  <a:pt x="841577" y="581042"/>
                  <a:pt x="833611" y="627240"/>
                  <a:pt x="825554" y="672115"/>
                </a:cubicBezTo>
                <a:cubicBezTo>
                  <a:pt x="819855" y="703824"/>
                  <a:pt x="814239" y="736857"/>
                  <a:pt x="811499" y="769176"/>
                </a:cubicBezTo>
                <a:cubicBezTo>
                  <a:pt x="803608" y="866910"/>
                  <a:pt x="822564" y="965070"/>
                  <a:pt x="841586" y="1060039"/>
                </a:cubicBezTo>
                <a:cubicBezTo>
                  <a:pt x="870658" y="1208834"/>
                  <a:pt x="901383" y="1362838"/>
                  <a:pt x="942912" y="1511108"/>
                </a:cubicBezTo>
                <a:cubicBezTo>
                  <a:pt x="977911" y="1186645"/>
                  <a:pt x="995896" y="815698"/>
                  <a:pt x="884057" y="521768"/>
                </a:cubicBezTo>
                <a:cubicBezTo>
                  <a:pt x="868776" y="481820"/>
                  <a:pt x="846755" y="448679"/>
                  <a:pt x="827699" y="416143"/>
                </a:cubicBezTo>
                <a:close/>
                <a:moveTo>
                  <a:pt x="798883" y="414244"/>
                </a:moveTo>
                <a:cubicBezTo>
                  <a:pt x="695211" y="736679"/>
                  <a:pt x="755992" y="1050836"/>
                  <a:pt x="875825" y="1357811"/>
                </a:cubicBezTo>
                <a:cubicBezTo>
                  <a:pt x="852896" y="1259904"/>
                  <a:pt x="833394" y="1161513"/>
                  <a:pt x="814514" y="1064671"/>
                </a:cubicBezTo>
                <a:cubicBezTo>
                  <a:pt x="795638" y="967838"/>
                  <a:pt x="775736" y="867346"/>
                  <a:pt x="783698" y="766414"/>
                </a:cubicBezTo>
                <a:cubicBezTo>
                  <a:pt x="786354" y="732777"/>
                  <a:pt x="792197" y="699198"/>
                  <a:pt x="798129" y="666939"/>
                </a:cubicBezTo>
                <a:cubicBezTo>
                  <a:pt x="805719" y="623158"/>
                  <a:pt x="813776" y="578281"/>
                  <a:pt x="813894" y="533909"/>
                </a:cubicBezTo>
                <a:cubicBezTo>
                  <a:pt x="813480" y="493822"/>
                  <a:pt x="807234" y="453832"/>
                  <a:pt x="798883" y="414244"/>
                </a:cubicBezTo>
                <a:close/>
                <a:moveTo>
                  <a:pt x="673202" y="388720"/>
                </a:moveTo>
                <a:cubicBezTo>
                  <a:pt x="560862" y="422924"/>
                  <a:pt x="473506" y="490876"/>
                  <a:pt x="392779" y="596411"/>
                </a:cubicBezTo>
                <a:cubicBezTo>
                  <a:pt x="345173" y="658663"/>
                  <a:pt x="304966" y="720182"/>
                  <a:pt x="270088" y="790400"/>
                </a:cubicBezTo>
                <a:cubicBezTo>
                  <a:pt x="265839" y="798902"/>
                  <a:pt x="262292" y="805767"/>
                  <a:pt x="259285" y="812869"/>
                </a:cubicBezTo>
                <a:cubicBezTo>
                  <a:pt x="297306" y="767160"/>
                  <a:pt x="334780" y="721219"/>
                  <a:pt x="372890" y="676832"/>
                </a:cubicBezTo>
                <a:cubicBezTo>
                  <a:pt x="466138" y="567590"/>
                  <a:pt x="560501" y="463327"/>
                  <a:pt x="673202" y="388720"/>
                </a:cubicBezTo>
                <a:close/>
                <a:moveTo>
                  <a:pt x="1628210" y="0"/>
                </a:moveTo>
                <a:lnTo>
                  <a:pt x="1748399" y="0"/>
                </a:lnTo>
                <a:lnTo>
                  <a:pt x="1783391" y="17650"/>
                </a:lnTo>
                <a:cubicBezTo>
                  <a:pt x="1878225" y="54329"/>
                  <a:pt x="1980824" y="64330"/>
                  <a:pt x="2084193" y="69947"/>
                </a:cubicBezTo>
                <a:cubicBezTo>
                  <a:pt x="2305723" y="81971"/>
                  <a:pt x="2525917" y="56091"/>
                  <a:pt x="2744101" y="15192"/>
                </a:cubicBezTo>
                <a:cubicBezTo>
                  <a:pt x="2562964" y="37013"/>
                  <a:pt x="2380220" y="45912"/>
                  <a:pt x="2197414" y="41266"/>
                </a:cubicBezTo>
                <a:cubicBezTo>
                  <a:pt x="2092695" y="38460"/>
                  <a:pt x="1999575" y="31066"/>
                  <a:pt x="1914967" y="18583"/>
                </a:cubicBezTo>
                <a:lnTo>
                  <a:pt x="1815559" y="0"/>
                </a:lnTo>
                <a:lnTo>
                  <a:pt x="2001666" y="0"/>
                </a:lnTo>
                <a:lnTo>
                  <a:pt x="2036517" y="4274"/>
                </a:lnTo>
                <a:cubicBezTo>
                  <a:pt x="2087672" y="8689"/>
                  <a:pt x="2141872" y="11637"/>
                  <a:pt x="2199623" y="13232"/>
                </a:cubicBezTo>
                <a:cubicBezTo>
                  <a:pt x="2273140" y="15225"/>
                  <a:pt x="2346666" y="15008"/>
                  <a:pt x="2420103" y="12601"/>
                </a:cubicBezTo>
                <a:lnTo>
                  <a:pt x="2621330" y="0"/>
                </a:lnTo>
                <a:lnTo>
                  <a:pt x="3076571" y="0"/>
                </a:lnTo>
                <a:lnTo>
                  <a:pt x="2924796" y="36772"/>
                </a:lnTo>
                <a:cubicBezTo>
                  <a:pt x="2603232" y="110795"/>
                  <a:pt x="2272273" y="167441"/>
                  <a:pt x="1946203" y="131277"/>
                </a:cubicBezTo>
                <a:cubicBezTo>
                  <a:pt x="1847872" y="120226"/>
                  <a:pt x="1775939" y="84460"/>
                  <a:pt x="1707026" y="44983"/>
                </a:cubicBezTo>
                <a:close/>
                <a:moveTo>
                  <a:pt x="1007398" y="0"/>
                </a:moveTo>
                <a:lnTo>
                  <a:pt x="1105902" y="0"/>
                </a:lnTo>
                <a:lnTo>
                  <a:pt x="1191939" y="117664"/>
                </a:lnTo>
                <a:cubicBezTo>
                  <a:pt x="1366125" y="341427"/>
                  <a:pt x="1562103" y="551148"/>
                  <a:pt x="1780907" y="743734"/>
                </a:cubicBezTo>
                <a:cubicBezTo>
                  <a:pt x="1801144" y="761313"/>
                  <a:pt x="1821617" y="778348"/>
                  <a:pt x="1841857" y="795932"/>
                </a:cubicBezTo>
                <a:cubicBezTo>
                  <a:pt x="1990610" y="686371"/>
                  <a:pt x="2139633" y="585288"/>
                  <a:pt x="2317896" y="530713"/>
                </a:cubicBezTo>
                <a:cubicBezTo>
                  <a:pt x="2542030" y="462073"/>
                  <a:pt x="2783392" y="434854"/>
                  <a:pt x="3015228" y="399738"/>
                </a:cubicBezTo>
                <a:cubicBezTo>
                  <a:pt x="3052333" y="394202"/>
                  <a:pt x="3010950" y="453937"/>
                  <a:pt x="3000782" y="461219"/>
                </a:cubicBezTo>
                <a:cubicBezTo>
                  <a:pt x="2693972" y="688641"/>
                  <a:pt x="2350770" y="924476"/>
                  <a:pt x="1963190" y="895589"/>
                </a:cubicBezTo>
                <a:cubicBezTo>
                  <a:pt x="2149512" y="1044003"/>
                  <a:pt x="2346363" y="1178199"/>
                  <a:pt x="2552180" y="1298815"/>
                </a:cubicBezTo>
                <a:cubicBezTo>
                  <a:pt x="2674551" y="1263712"/>
                  <a:pt x="2789192" y="1186061"/>
                  <a:pt x="2904618" y="1146081"/>
                </a:cubicBezTo>
                <a:cubicBezTo>
                  <a:pt x="2811839" y="901425"/>
                  <a:pt x="3283913" y="443317"/>
                  <a:pt x="3428829" y="310883"/>
                </a:cubicBezTo>
                <a:cubicBezTo>
                  <a:pt x="3440380" y="300321"/>
                  <a:pt x="3459741" y="295643"/>
                  <a:pt x="3452135" y="318176"/>
                </a:cubicBezTo>
                <a:cubicBezTo>
                  <a:pt x="3377952" y="531416"/>
                  <a:pt x="3301457" y="750112"/>
                  <a:pt x="3169464" y="935661"/>
                </a:cubicBezTo>
                <a:cubicBezTo>
                  <a:pt x="3150662" y="961821"/>
                  <a:pt x="3003773" y="1105010"/>
                  <a:pt x="3049395" y="1070245"/>
                </a:cubicBezTo>
                <a:cubicBezTo>
                  <a:pt x="3162985" y="984423"/>
                  <a:pt x="3272630" y="886628"/>
                  <a:pt x="3401235" y="815534"/>
                </a:cubicBezTo>
                <a:cubicBezTo>
                  <a:pt x="3665893" y="669415"/>
                  <a:pt x="3968082" y="612577"/>
                  <a:pt x="4236947" y="465665"/>
                </a:cubicBezTo>
                <a:cubicBezTo>
                  <a:pt x="4280594" y="441649"/>
                  <a:pt x="4494768" y="287033"/>
                  <a:pt x="4565962" y="350012"/>
                </a:cubicBezTo>
                <a:cubicBezTo>
                  <a:pt x="4574408" y="357446"/>
                  <a:pt x="4561570" y="377121"/>
                  <a:pt x="4557937" y="382666"/>
                </a:cubicBezTo>
                <a:cubicBezTo>
                  <a:pt x="4368036" y="694348"/>
                  <a:pt x="3934455" y="895784"/>
                  <a:pt x="3621049" y="1056676"/>
                </a:cubicBezTo>
                <a:cubicBezTo>
                  <a:pt x="3449155" y="1144851"/>
                  <a:pt x="3289873" y="1230645"/>
                  <a:pt x="3094000" y="1229477"/>
                </a:cubicBezTo>
                <a:cubicBezTo>
                  <a:pt x="2989297" y="1228927"/>
                  <a:pt x="2920834" y="1221837"/>
                  <a:pt x="2813197" y="1263181"/>
                </a:cubicBezTo>
                <a:cubicBezTo>
                  <a:pt x="2746514" y="1288380"/>
                  <a:pt x="2682165" y="1312641"/>
                  <a:pt x="2615776" y="1334114"/>
                </a:cubicBezTo>
                <a:cubicBezTo>
                  <a:pt x="2856074" y="1470609"/>
                  <a:pt x="3106867" y="1588379"/>
                  <a:pt x="3364982" y="1687356"/>
                </a:cubicBezTo>
                <a:cubicBezTo>
                  <a:pt x="3367545" y="1685866"/>
                  <a:pt x="3369560" y="1684144"/>
                  <a:pt x="3371663" y="1683743"/>
                </a:cubicBezTo>
                <a:cubicBezTo>
                  <a:pt x="3559080" y="1639479"/>
                  <a:pt x="3730923" y="1559010"/>
                  <a:pt x="3883310" y="1443899"/>
                </a:cubicBezTo>
                <a:cubicBezTo>
                  <a:pt x="3885702" y="1439761"/>
                  <a:pt x="3888566" y="1434532"/>
                  <a:pt x="3892746" y="1429225"/>
                </a:cubicBezTo>
                <a:cubicBezTo>
                  <a:pt x="4100854" y="1154547"/>
                  <a:pt x="4425526" y="995756"/>
                  <a:pt x="4699980" y="789523"/>
                </a:cubicBezTo>
                <a:lnTo>
                  <a:pt x="4724400" y="769876"/>
                </a:lnTo>
                <a:lnTo>
                  <a:pt x="4724400" y="802845"/>
                </a:lnTo>
                <a:lnTo>
                  <a:pt x="4705958" y="821317"/>
                </a:lnTo>
                <a:cubicBezTo>
                  <a:pt x="4688728" y="839775"/>
                  <a:pt x="4668259" y="862655"/>
                  <a:pt x="4649798" y="877374"/>
                </a:cubicBezTo>
                <a:cubicBezTo>
                  <a:pt x="4443742" y="1038644"/>
                  <a:pt x="4191500" y="1158472"/>
                  <a:pt x="4005326" y="1344259"/>
                </a:cubicBezTo>
                <a:cubicBezTo>
                  <a:pt x="4063256" y="1294104"/>
                  <a:pt x="4132215" y="1254410"/>
                  <a:pt x="4199378" y="1215889"/>
                </a:cubicBezTo>
                <a:cubicBezTo>
                  <a:pt x="4212968" y="1208123"/>
                  <a:pt x="4226555" y="1200357"/>
                  <a:pt x="4239600" y="1192361"/>
                </a:cubicBezTo>
                <a:cubicBezTo>
                  <a:pt x="4399481" y="1099094"/>
                  <a:pt x="4542878" y="976320"/>
                  <a:pt x="4677037" y="858646"/>
                </a:cubicBezTo>
                <a:lnTo>
                  <a:pt x="4724400" y="810414"/>
                </a:lnTo>
                <a:lnTo>
                  <a:pt x="4724400" y="916439"/>
                </a:lnTo>
                <a:lnTo>
                  <a:pt x="4683030" y="982925"/>
                </a:lnTo>
                <a:cubicBezTo>
                  <a:pt x="4504646" y="1237618"/>
                  <a:pt x="4252054" y="1416530"/>
                  <a:pt x="3921884" y="1469889"/>
                </a:cubicBezTo>
                <a:cubicBezTo>
                  <a:pt x="3782100" y="1582602"/>
                  <a:pt x="3625917" y="1667134"/>
                  <a:pt x="3456136" y="1721439"/>
                </a:cubicBezTo>
                <a:cubicBezTo>
                  <a:pt x="3511887" y="1741826"/>
                  <a:pt x="3567869" y="1761662"/>
                  <a:pt x="3624313" y="1780406"/>
                </a:cubicBezTo>
                <a:cubicBezTo>
                  <a:pt x="3850637" y="1855623"/>
                  <a:pt x="4076864" y="1908264"/>
                  <a:pt x="4303638" y="1944400"/>
                </a:cubicBezTo>
                <a:cubicBezTo>
                  <a:pt x="4307581" y="1939634"/>
                  <a:pt x="4311304" y="1935410"/>
                  <a:pt x="4315566" y="1931422"/>
                </a:cubicBezTo>
                <a:cubicBezTo>
                  <a:pt x="4418123" y="1797152"/>
                  <a:pt x="4522970" y="1669642"/>
                  <a:pt x="4664388" y="1574357"/>
                </a:cubicBezTo>
                <a:lnTo>
                  <a:pt x="4724400" y="1537429"/>
                </a:lnTo>
                <a:lnTo>
                  <a:pt x="4724400" y="1589108"/>
                </a:lnTo>
                <a:lnTo>
                  <a:pt x="4644505" y="1640352"/>
                </a:lnTo>
                <a:cubicBezTo>
                  <a:pt x="4543719" y="1713959"/>
                  <a:pt x="4461038" y="1801479"/>
                  <a:pt x="4381603" y="1900149"/>
                </a:cubicBezTo>
                <a:cubicBezTo>
                  <a:pt x="4415438" y="1876488"/>
                  <a:pt x="4447471" y="1849494"/>
                  <a:pt x="4478726" y="1822808"/>
                </a:cubicBezTo>
                <a:cubicBezTo>
                  <a:pt x="4513234" y="1792997"/>
                  <a:pt x="4549530" y="1762011"/>
                  <a:pt x="4588263" y="1735914"/>
                </a:cubicBezTo>
                <a:cubicBezTo>
                  <a:pt x="4619078" y="1714840"/>
                  <a:pt x="4651924" y="1696556"/>
                  <a:pt x="4683216" y="1678902"/>
                </a:cubicBezTo>
                <a:lnTo>
                  <a:pt x="4724400" y="1655121"/>
                </a:lnTo>
                <a:lnTo>
                  <a:pt x="4724400" y="1686869"/>
                </a:lnTo>
                <a:lnTo>
                  <a:pt x="4696172" y="1703058"/>
                </a:lnTo>
                <a:cubicBezTo>
                  <a:pt x="4665104" y="1720165"/>
                  <a:pt x="4632805" y="1738677"/>
                  <a:pt x="4602997" y="1758893"/>
                </a:cubicBezTo>
                <a:cubicBezTo>
                  <a:pt x="4565822" y="1784357"/>
                  <a:pt x="4530304" y="1815035"/>
                  <a:pt x="4496021" y="1844299"/>
                </a:cubicBezTo>
                <a:cubicBezTo>
                  <a:pt x="4470821" y="1865816"/>
                  <a:pt x="4445614" y="1887338"/>
                  <a:pt x="4419004" y="1907617"/>
                </a:cubicBezTo>
                <a:cubicBezTo>
                  <a:pt x="4509516" y="1884856"/>
                  <a:pt x="4599633" y="1841647"/>
                  <a:pt x="4685975" y="1786372"/>
                </a:cubicBezTo>
                <a:lnTo>
                  <a:pt x="4724400" y="1759693"/>
                </a:lnTo>
                <a:lnTo>
                  <a:pt x="4724400" y="1809459"/>
                </a:lnTo>
                <a:lnTo>
                  <a:pt x="4653762" y="1857561"/>
                </a:lnTo>
                <a:cubicBezTo>
                  <a:pt x="4580587" y="1902591"/>
                  <a:pt x="4504944" y="1939172"/>
                  <a:pt x="4428349" y="1963079"/>
                </a:cubicBezTo>
                <a:lnTo>
                  <a:pt x="4724400" y="1990579"/>
                </a:lnTo>
                <a:lnTo>
                  <a:pt x="4724400" y="2065582"/>
                </a:lnTo>
                <a:lnTo>
                  <a:pt x="4686318" y="2063926"/>
                </a:lnTo>
                <a:lnTo>
                  <a:pt x="4724400" y="2085104"/>
                </a:lnTo>
                <a:lnTo>
                  <a:pt x="4724400" y="2178471"/>
                </a:lnTo>
                <a:lnTo>
                  <a:pt x="4617755" y="2122457"/>
                </a:lnTo>
                <a:lnTo>
                  <a:pt x="4724400" y="2196158"/>
                </a:lnTo>
                <a:lnTo>
                  <a:pt x="4724400" y="2230374"/>
                </a:lnTo>
                <a:lnTo>
                  <a:pt x="4573637" y="2126309"/>
                </a:lnTo>
                <a:cubicBezTo>
                  <a:pt x="4608893" y="2177612"/>
                  <a:pt x="4656401" y="2222030"/>
                  <a:pt x="4706850" y="2262541"/>
                </a:cubicBezTo>
                <a:lnTo>
                  <a:pt x="4724400" y="2275857"/>
                </a:lnTo>
                <a:lnTo>
                  <a:pt x="4724400" y="2377131"/>
                </a:lnTo>
                <a:lnTo>
                  <a:pt x="4688201" y="2349925"/>
                </a:lnTo>
                <a:cubicBezTo>
                  <a:pt x="4579462" y="2264619"/>
                  <a:pt x="4483104" y="2181979"/>
                  <a:pt x="4462564" y="2041945"/>
                </a:cubicBezTo>
                <a:cubicBezTo>
                  <a:pt x="4339738" y="2027929"/>
                  <a:pt x="4217123" y="2008847"/>
                  <a:pt x="4094167" y="1984479"/>
                </a:cubicBezTo>
                <a:cubicBezTo>
                  <a:pt x="4361568" y="2318516"/>
                  <a:pt x="4448657" y="2737804"/>
                  <a:pt x="4520397" y="3153822"/>
                </a:cubicBezTo>
                <a:cubicBezTo>
                  <a:pt x="4524234" y="3176690"/>
                  <a:pt x="4478166" y="3233800"/>
                  <a:pt x="4458958" y="3203134"/>
                </a:cubicBezTo>
                <a:cubicBezTo>
                  <a:pt x="4221037" y="2826855"/>
                  <a:pt x="3875607" y="2452063"/>
                  <a:pt x="3972830" y="1973028"/>
                </a:cubicBezTo>
                <a:cubicBezTo>
                  <a:pt x="3973903" y="1968973"/>
                  <a:pt x="3975983" y="1964061"/>
                  <a:pt x="3979154" y="1959605"/>
                </a:cubicBezTo>
                <a:cubicBezTo>
                  <a:pt x="3847070" y="1929437"/>
                  <a:pt x="3715197" y="1894208"/>
                  <a:pt x="3583051" y="1850495"/>
                </a:cubicBezTo>
                <a:cubicBezTo>
                  <a:pt x="3357823" y="1775743"/>
                  <a:pt x="3137042" y="1687421"/>
                  <a:pt x="2922360" y="1586232"/>
                </a:cubicBezTo>
                <a:cubicBezTo>
                  <a:pt x="2956249" y="1697796"/>
                  <a:pt x="3014099" y="1805979"/>
                  <a:pt x="3033099" y="1913175"/>
                </a:cubicBezTo>
                <a:cubicBezTo>
                  <a:pt x="3035371" y="1915419"/>
                  <a:pt x="3037950" y="1918445"/>
                  <a:pt x="3040214" y="1920694"/>
                </a:cubicBezTo>
                <a:cubicBezTo>
                  <a:pt x="3043936" y="1916469"/>
                  <a:pt x="3048200" y="1912482"/>
                  <a:pt x="3051308" y="1911226"/>
                </a:cubicBezTo>
                <a:cubicBezTo>
                  <a:pt x="3335533" y="1788841"/>
                  <a:pt x="3650972" y="2264893"/>
                  <a:pt x="3791335" y="2442781"/>
                </a:cubicBezTo>
                <a:cubicBezTo>
                  <a:pt x="3804329" y="2459223"/>
                  <a:pt x="3763010" y="2515770"/>
                  <a:pt x="3744063" y="2510325"/>
                </a:cubicBezTo>
                <a:cubicBezTo>
                  <a:pt x="3485213" y="2437432"/>
                  <a:pt x="3287280" y="2286035"/>
                  <a:pt x="3103695" y="2105302"/>
                </a:cubicBezTo>
                <a:cubicBezTo>
                  <a:pt x="3126339" y="2333141"/>
                  <a:pt x="3009845" y="2625036"/>
                  <a:pt x="2968137" y="2805672"/>
                </a:cubicBezTo>
                <a:cubicBezTo>
                  <a:pt x="2930699" y="2965580"/>
                  <a:pt x="2891878" y="3078554"/>
                  <a:pt x="2739231" y="3151701"/>
                </a:cubicBezTo>
                <a:cubicBezTo>
                  <a:pt x="2726335" y="3157832"/>
                  <a:pt x="2726972" y="3142650"/>
                  <a:pt x="2728882" y="3135084"/>
                </a:cubicBezTo>
                <a:cubicBezTo>
                  <a:pt x="2806473" y="2811909"/>
                  <a:pt x="2836690" y="2478979"/>
                  <a:pt x="2914282" y="2155807"/>
                </a:cubicBezTo>
                <a:cubicBezTo>
                  <a:pt x="2927505" y="2100241"/>
                  <a:pt x="2969504" y="2020803"/>
                  <a:pt x="2971660" y="1962486"/>
                </a:cubicBezTo>
                <a:cubicBezTo>
                  <a:pt x="2971891" y="1961942"/>
                  <a:pt x="2971575" y="1961166"/>
                  <a:pt x="2971809" y="1960615"/>
                </a:cubicBezTo>
                <a:cubicBezTo>
                  <a:pt x="2971875" y="1957427"/>
                  <a:pt x="2972485" y="1954468"/>
                  <a:pt x="2972315" y="1951821"/>
                </a:cubicBezTo>
                <a:cubicBezTo>
                  <a:pt x="2966359" y="1836632"/>
                  <a:pt x="2865027" y="1683636"/>
                  <a:pt x="2846641" y="1556749"/>
                </a:cubicBezTo>
                <a:cubicBezTo>
                  <a:pt x="2846247" y="1554649"/>
                  <a:pt x="2846851" y="1551688"/>
                  <a:pt x="2847461" y="1548729"/>
                </a:cubicBezTo>
                <a:cubicBezTo>
                  <a:pt x="2570813" y="1412938"/>
                  <a:pt x="2306528" y="1254043"/>
                  <a:pt x="2058558" y="1071804"/>
                </a:cubicBezTo>
                <a:cubicBezTo>
                  <a:pt x="2118947" y="1245450"/>
                  <a:pt x="2231454" y="1407035"/>
                  <a:pt x="2291089" y="1585512"/>
                </a:cubicBezTo>
                <a:cubicBezTo>
                  <a:pt x="2383696" y="1860991"/>
                  <a:pt x="2441466" y="2144264"/>
                  <a:pt x="2473792" y="2432858"/>
                </a:cubicBezTo>
                <a:cubicBezTo>
                  <a:pt x="2475176" y="2446319"/>
                  <a:pt x="2431252" y="2512059"/>
                  <a:pt x="2420124" y="2495762"/>
                </a:cubicBezTo>
                <a:cubicBezTo>
                  <a:pt x="2291230" y="2305989"/>
                  <a:pt x="2208353" y="2083557"/>
                  <a:pt x="2119846" y="1872898"/>
                </a:cubicBezTo>
                <a:cubicBezTo>
                  <a:pt x="2037236" y="1675682"/>
                  <a:pt x="1982639" y="1492905"/>
                  <a:pt x="1995210" y="1288346"/>
                </a:cubicBezTo>
                <a:cubicBezTo>
                  <a:pt x="1948480" y="1372857"/>
                  <a:pt x="1900430" y="1457457"/>
                  <a:pt x="1850975" y="1540820"/>
                </a:cubicBezTo>
                <a:cubicBezTo>
                  <a:pt x="1816437" y="1599587"/>
                  <a:pt x="1789540" y="1661598"/>
                  <a:pt x="1723490" y="1688355"/>
                </a:cubicBezTo>
                <a:cubicBezTo>
                  <a:pt x="1718826" y="1690241"/>
                  <a:pt x="1711811" y="1688563"/>
                  <a:pt x="1710157" y="1683354"/>
                </a:cubicBezTo>
                <a:cubicBezTo>
                  <a:pt x="1675928" y="1583238"/>
                  <a:pt x="1752515" y="1420588"/>
                  <a:pt x="1807265" y="1336896"/>
                </a:cubicBezTo>
                <a:cubicBezTo>
                  <a:pt x="1856904" y="1260695"/>
                  <a:pt x="1925612" y="1200294"/>
                  <a:pt x="2011049" y="1173376"/>
                </a:cubicBezTo>
                <a:cubicBezTo>
                  <a:pt x="2011743" y="1171736"/>
                  <a:pt x="2013211" y="1169782"/>
                  <a:pt x="2014681" y="1167830"/>
                </a:cubicBezTo>
                <a:cubicBezTo>
                  <a:pt x="1995942" y="1119335"/>
                  <a:pt x="1980541" y="1069035"/>
                  <a:pt x="1971037" y="1015438"/>
                </a:cubicBezTo>
                <a:cubicBezTo>
                  <a:pt x="1970873" y="1012795"/>
                  <a:pt x="1971247" y="1010377"/>
                  <a:pt x="1971858" y="1007420"/>
                </a:cubicBezTo>
                <a:cubicBezTo>
                  <a:pt x="1889219" y="944106"/>
                  <a:pt x="1807963" y="877509"/>
                  <a:pt x="1729505" y="808882"/>
                </a:cubicBezTo>
                <a:cubicBezTo>
                  <a:pt x="1652132" y="740719"/>
                  <a:pt x="1577790" y="669969"/>
                  <a:pt x="1506007" y="597733"/>
                </a:cubicBezTo>
                <a:cubicBezTo>
                  <a:pt x="1650265" y="988437"/>
                  <a:pt x="1648039" y="1402749"/>
                  <a:pt x="1499912" y="1795211"/>
                </a:cubicBezTo>
                <a:cubicBezTo>
                  <a:pt x="1496995" y="1803635"/>
                  <a:pt x="1454455" y="1866099"/>
                  <a:pt x="1444926" y="1841464"/>
                </a:cubicBezTo>
                <a:cubicBezTo>
                  <a:pt x="1288444" y="1433999"/>
                  <a:pt x="1179507" y="967467"/>
                  <a:pt x="1425791" y="572788"/>
                </a:cubicBezTo>
                <a:cubicBezTo>
                  <a:pt x="1428418" y="568101"/>
                  <a:pt x="1431907" y="564428"/>
                  <a:pt x="1435390" y="560750"/>
                </a:cubicBezTo>
                <a:cubicBezTo>
                  <a:pt x="1440033" y="554349"/>
                  <a:pt x="1445996" y="547863"/>
                  <a:pt x="1451502" y="542471"/>
                </a:cubicBezTo>
                <a:cubicBezTo>
                  <a:pt x="1361214" y="448553"/>
                  <a:pt x="1275425" y="351231"/>
                  <a:pt x="1194128" y="250903"/>
                </a:cubicBezTo>
                <a:close/>
                <a:moveTo>
                  <a:pt x="890158" y="0"/>
                </a:moveTo>
                <a:lnTo>
                  <a:pt x="937892" y="0"/>
                </a:lnTo>
                <a:lnTo>
                  <a:pt x="924483" y="30495"/>
                </a:lnTo>
                <a:cubicBezTo>
                  <a:pt x="886566" y="121698"/>
                  <a:pt x="856718" y="217584"/>
                  <a:pt x="872288" y="306259"/>
                </a:cubicBezTo>
                <a:cubicBezTo>
                  <a:pt x="896800" y="446040"/>
                  <a:pt x="987449" y="577127"/>
                  <a:pt x="1006247" y="727373"/>
                </a:cubicBezTo>
                <a:cubicBezTo>
                  <a:pt x="1042700" y="1013846"/>
                  <a:pt x="1021035" y="1326579"/>
                  <a:pt x="986481" y="1611960"/>
                </a:cubicBezTo>
                <a:cubicBezTo>
                  <a:pt x="984668" y="1625361"/>
                  <a:pt x="941918" y="1692886"/>
                  <a:pt x="928400" y="1663986"/>
                </a:cubicBezTo>
                <a:cubicBezTo>
                  <a:pt x="723163" y="1233305"/>
                  <a:pt x="596239" y="818387"/>
                  <a:pt x="771281" y="368438"/>
                </a:cubicBezTo>
                <a:lnTo>
                  <a:pt x="200540" y="942511"/>
                </a:lnTo>
                <a:cubicBezTo>
                  <a:pt x="190537" y="952438"/>
                  <a:pt x="161507" y="972341"/>
                  <a:pt x="170253" y="942567"/>
                </a:cubicBezTo>
                <a:cubicBezTo>
                  <a:pt x="222670" y="771614"/>
                  <a:pt x="326261" y="624255"/>
                  <a:pt x="442049" y="489150"/>
                </a:cubicBezTo>
                <a:cubicBezTo>
                  <a:pt x="542966" y="370919"/>
                  <a:pt x="644574" y="322520"/>
                  <a:pt x="788582" y="301724"/>
                </a:cubicBezTo>
                <a:cubicBezTo>
                  <a:pt x="788307" y="293239"/>
                  <a:pt x="787808" y="285302"/>
                  <a:pt x="788312" y="276498"/>
                </a:cubicBezTo>
                <a:cubicBezTo>
                  <a:pt x="793051" y="221208"/>
                  <a:pt x="817827" y="155085"/>
                  <a:pt x="847625" y="89075"/>
                </a:cubicBezTo>
                <a:close/>
                <a:moveTo>
                  <a:pt x="29788" y="0"/>
                </a:moveTo>
                <a:lnTo>
                  <a:pt x="93321" y="0"/>
                </a:lnTo>
                <a:lnTo>
                  <a:pt x="79142" y="68966"/>
                </a:lnTo>
                <a:cubicBezTo>
                  <a:pt x="45734" y="225436"/>
                  <a:pt x="26794" y="379659"/>
                  <a:pt x="21253" y="535687"/>
                </a:cubicBezTo>
                <a:lnTo>
                  <a:pt x="61909" y="380358"/>
                </a:lnTo>
                <a:cubicBezTo>
                  <a:pt x="78826" y="316055"/>
                  <a:pt x="96125" y="249346"/>
                  <a:pt x="118339" y="184712"/>
                </a:cubicBezTo>
                <a:cubicBezTo>
                  <a:pt x="129562" y="152119"/>
                  <a:pt x="141878" y="119997"/>
                  <a:pt x="154192" y="87864"/>
                </a:cubicBezTo>
                <a:lnTo>
                  <a:pt x="186604" y="0"/>
                </a:lnTo>
                <a:lnTo>
                  <a:pt x="216386" y="0"/>
                </a:lnTo>
                <a:lnTo>
                  <a:pt x="180314" y="97640"/>
                </a:lnTo>
                <a:cubicBezTo>
                  <a:pt x="168233" y="129221"/>
                  <a:pt x="155916" y="161350"/>
                  <a:pt x="144924" y="193392"/>
                </a:cubicBezTo>
                <a:cubicBezTo>
                  <a:pt x="123175" y="256933"/>
                  <a:pt x="106102" y="323103"/>
                  <a:pt x="89413" y="386853"/>
                </a:cubicBezTo>
                <a:lnTo>
                  <a:pt x="49686" y="539999"/>
                </a:lnTo>
                <a:cubicBezTo>
                  <a:pt x="112204" y="409054"/>
                  <a:pt x="181190" y="283748"/>
                  <a:pt x="236604" y="152292"/>
                </a:cubicBezTo>
                <a:lnTo>
                  <a:pt x="289375" y="0"/>
                </a:lnTo>
                <a:lnTo>
                  <a:pt x="369729" y="0"/>
                </a:lnTo>
                <a:lnTo>
                  <a:pt x="354160" y="65656"/>
                </a:lnTo>
                <a:cubicBezTo>
                  <a:pt x="272180" y="311007"/>
                  <a:pt x="108679" y="519263"/>
                  <a:pt x="21325" y="763628"/>
                </a:cubicBezTo>
                <a:cubicBezTo>
                  <a:pt x="18671" y="771035"/>
                  <a:pt x="13191" y="778653"/>
                  <a:pt x="6426" y="785104"/>
                </a:cubicBezTo>
                <a:lnTo>
                  <a:pt x="0" y="789215"/>
                </a:lnTo>
                <a:lnTo>
                  <a:pt x="0" y="163142"/>
                </a:lnTo>
                <a:lnTo>
                  <a:pt x="20220" y="37416"/>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 name="Rectangle 3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990600"/>
            <a:ext cx="84582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E7E5ABDD-0A7F-DE49-BD70-BE78927A7D78}"/>
              </a:ext>
            </a:extLst>
          </p:cNvPr>
          <p:cNvSpPr>
            <a:spLocks noGrp="1"/>
          </p:cNvSpPr>
          <p:nvPr>
            <p:ph idx="1"/>
          </p:nvPr>
        </p:nvSpPr>
        <p:spPr>
          <a:xfrm>
            <a:off x="3896590" y="1567248"/>
            <a:ext cx="4788244" cy="3723503"/>
          </a:xfrm>
        </p:spPr>
        <p:txBody>
          <a:bodyPr vert="horz" lIns="91440" tIns="45720" rIns="91440" bIns="45720" rtlCol="0">
            <a:noAutofit/>
          </a:bodyPr>
          <a:lstStyle/>
          <a:p>
            <a:r>
              <a:rPr lang="en-US" sz="2000" dirty="0">
                <a:solidFill>
                  <a:schemeClr val="tx1">
                    <a:alpha val="55000"/>
                  </a:schemeClr>
                </a:solidFill>
              </a:rPr>
              <a:t>Low &amp; narrow expectations</a:t>
            </a:r>
          </a:p>
          <a:p>
            <a:pPr lvl="1"/>
            <a:r>
              <a:rPr lang="en-US" sz="2000" i="1" dirty="0">
                <a:solidFill>
                  <a:schemeClr val="tx1">
                    <a:alpha val="55000"/>
                  </a:schemeClr>
                </a:solidFill>
              </a:rPr>
              <a:t>Personally &amp; externally</a:t>
            </a:r>
          </a:p>
          <a:p>
            <a:r>
              <a:rPr lang="en-US" sz="2000" dirty="0">
                <a:solidFill>
                  <a:schemeClr val="tx1">
                    <a:alpha val="55000"/>
                  </a:schemeClr>
                </a:solidFill>
              </a:rPr>
              <a:t>Limited experience</a:t>
            </a:r>
          </a:p>
          <a:p>
            <a:r>
              <a:rPr lang="en-US" sz="2000" dirty="0">
                <a:solidFill>
                  <a:schemeClr val="tx1">
                    <a:alpha val="55000"/>
                  </a:schemeClr>
                </a:solidFill>
              </a:rPr>
              <a:t>Deference to others</a:t>
            </a:r>
          </a:p>
          <a:p>
            <a:r>
              <a:rPr lang="en-US" sz="2000" dirty="0">
                <a:solidFill>
                  <a:schemeClr val="tx1">
                    <a:alpha val="55000"/>
                  </a:schemeClr>
                </a:solidFill>
              </a:rPr>
              <a:t>Individual acquiesces to authority –</a:t>
            </a:r>
            <a:br>
              <a:rPr lang="en-US" sz="2000" dirty="0">
                <a:solidFill>
                  <a:schemeClr val="tx1">
                    <a:alpha val="55000"/>
                  </a:schemeClr>
                </a:solidFill>
              </a:rPr>
            </a:br>
            <a:r>
              <a:rPr lang="en-US" sz="2000" dirty="0">
                <a:solidFill>
                  <a:schemeClr val="tx1">
                    <a:alpha val="55000"/>
                  </a:schemeClr>
                </a:solidFill>
              </a:rPr>
              <a:t>“aim to please”</a:t>
            </a:r>
          </a:p>
          <a:p>
            <a:r>
              <a:rPr lang="en-US" sz="2000" dirty="0">
                <a:solidFill>
                  <a:schemeClr val="tx1">
                    <a:alpha val="55000"/>
                  </a:schemeClr>
                </a:solidFill>
              </a:rPr>
              <a:t>Lack of skills in choice making &amp;</a:t>
            </a:r>
            <a:br>
              <a:rPr lang="en-US" sz="2000" dirty="0">
                <a:solidFill>
                  <a:schemeClr val="tx1">
                    <a:alpha val="55000"/>
                  </a:schemeClr>
                </a:solidFill>
              </a:rPr>
            </a:br>
            <a:r>
              <a:rPr lang="en-US" sz="2000" dirty="0">
                <a:solidFill>
                  <a:schemeClr val="tx1">
                    <a:alpha val="55000"/>
                  </a:schemeClr>
                </a:solidFill>
              </a:rPr>
              <a:t>self-determination</a:t>
            </a:r>
          </a:p>
          <a:p>
            <a:r>
              <a:rPr lang="en-US" sz="2000" dirty="0">
                <a:solidFill>
                  <a:schemeClr val="tx1">
                    <a:alpha val="55000"/>
                  </a:schemeClr>
                </a:solidFill>
              </a:rPr>
              <a:t>Stereotypes regarding societal role and abilities</a:t>
            </a:r>
          </a:p>
          <a:p>
            <a:r>
              <a:rPr lang="en-US" sz="2000" dirty="0">
                <a:solidFill>
                  <a:schemeClr val="tx1">
                    <a:alpha val="55000"/>
                  </a:schemeClr>
                </a:solidFill>
              </a:rPr>
              <a:t>Others</a:t>
            </a:r>
          </a:p>
        </p:txBody>
      </p:sp>
      <p:sp>
        <p:nvSpPr>
          <p:cNvPr id="8" name="Title 7">
            <a:extLst>
              <a:ext uri="{FF2B5EF4-FFF2-40B4-BE49-F238E27FC236}">
                <a16:creationId xmlns:a16="http://schemas.microsoft.com/office/drawing/2014/main" id="{D44A8360-B604-ED4B-B4CB-2E8AB7AE92E0}"/>
              </a:ext>
            </a:extLst>
          </p:cNvPr>
          <p:cNvSpPr>
            <a:spLocks noGrp="1"/>
          </p:cNvSpPr>
          <p:nvPr>
            <p:ph type="title"/>
          </p:nvPr>
        </p:nvSpPr>
        <p:spPr>
          <a:xfrm>
            <a:off x="685799" y="1174920"/>
            <a:ext cx="3028950" cy="3505200"/>
          </a:xfrm>
        </p:spPr>
        <p:txBody>
          <a:bodyPr vert="horz" lIns="91440" tIns="45720" rIns="91440" bIns="45720" rtlCol="0" anchor="t">
            <a:normAutofit/>
          </a:bodyPr>
          <a:lstStyle/>
          <a:p>
            <a:r>
              <a:rPr lang="en-US" sz="3500" kern="1200" dirty="0">
                <a:solidFill>
                  <a:srgbClr val="006699"/>
                </a:solidFill>
                <a:latin typeface="+mj-lt"/>
                <a:ea typeface="+mj-ea"/>
                <a:cs typeface="+mj-cs"/>
              </a:rPr>
              <a:t>Social &amp; Societal Impact of Intellectual Disabilities</a:t>
            </a:r>
          </a:p>
        </p:txBody>
      </p:sp>
    </p:spTree>
    <p:extLst>
      <p:ext uri="{BB962C8B-B14F-4D97-AF65-F5344CB8AC3E}">
        <p14:creationId xmlns:p14="http://schemas.microsoft.com/office/powerpoint/2010/main" val="387034993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4B24C7E-2D5E-4C4E-9CD5-D61F243C9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9072643-A0EC-42FB-B66A-24C0E6FFDC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1846371"/>
            <a:ext cx="9036622" cy="3165257"/>
            <a:chOff x="143163" y="5763486"/>
            <a:chExt cx="12048829" cy="739555"/>
          </a:xfrm>
        </p:grpSpPr>
        <p:sp>
          <p:nvSpPr>
            <p:cNvPr id="10" name="Rectangle 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45065" y="5763486"/>
              <a:ext cx="11546927"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B1B595-4E0E-4913-822E-EB9B401637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434108" y="5763486"/>
              <a:ext cx="1" cy="739555"/>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3C48EA58-53D6-4E4A-9BDB-087D34617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5564" y="389517"/>
            <a:ext cx="5014971" cy="60586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77E26D-DB7D-C24B-B2E3-2BAC6C4EE2DC}"/>
              </a:ext>
            </a:extLst>
          </p:cNvPr>
          <p:cNvSpPr>
            <a:spLocks noGrp="1"/>
          </p:cNvSpPr>
          <p:nvPr>
            <p:ph type="title"/>
          </p:nvPr>
        </p:nvSpPr>
        <p:spPr>
          <a:xfrm>
            <a:off x="716973" y="968432"/>
            <a:ext cx="4197927" cy="4921136"/>
          </a:xfrm>
        </p:spPr>
        <p:txBody>
          <a:bodyPr vert="horz" lIns="91440" tIns="45720" rIns="91440" bIns="45720" rtlCol="0" anchor="ctr">
            <a:normAutofit/>
          </a:bodyPr>
          <a:lstStyle/>
          <a:p>
            <a:r>
              <a:rPr lang="en-US" sz="6000" kern="1200" dirty="0">
                <a:solidFill>
                  <a:schemeClr val="tx1"/>
                </a:solidFill>
                <a:latin typeface="+mj-lt"/>
                <a:ea typeface="+mj-ea"/>
                <a:cs typeface="+mj-cs"/>
              </a:rPr>
              <a:t>Discussion: </a:t>
            </a:r>
            <a:br>
              <a:rPr lang="en-US" sz="6000" kern="1200" dirty="0">
                <a:solidFill>
                  <a:schemeClr val="tx1"/>
                </a:solidFill>
                <a:latin typeface="+mj-lt"/>
                <a:ea typeface="+mj-ea"/>
                <a:cs typeface="+mj-cs"/>
              </a:rPr>
            </a:br>
            <a:r>
              <a:rPr lang="en-US" sz="6000" b="0" i="1" kern="1200" dirty="0">
                <a:solidFill>
                  <a:schemeClr val="tx1"/>
                </a:solidFill>
                <a:latin typeface="+mj-lt"/>
                <a:ea typeface="+mj-ea"/>
                <a:cs typeface="+mj-cs"/>
              </a:rPr>
              <a:t>How do these factors impact assessment?</a:t>
            </a:r>
          </a:p>
        </p:txBody>
      </p:sp>
    </p:spTree>
    <p:extLst>
      <p:ext uri="{BB962C8B-B14F-4D97-AF65-F5344CB8AC3E}">
        <p14:creationId xmlns:p14="http://schemas.microsoft.com/office/powerpoint/2010/main" val="9518035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5FFBAA-AC9F-3940-8C71-1A88B3529514}"/>
              </a:ext>
            </a:extLst>
          </p:cNvPr>
          <p:cNvSpPr>
            <a:spLocks noGrp="1"/>
          </p:cNvSpPr>
          <p:nvPr>
            <p:ph type="title"/>
          </p:nvPr>
        </p:nvSpPr>
        <p:spPr>
          <a:xfrm>
            <a:off x="515125" y="1153572"/>
            <a:ext cx="2400300" cy="4461163"/>
          </a:xfrm>
          <a:scene3d>
            <a:camera prst="orthographicFront"/>
            <a:lightRig rig="threePt" dir="t"/>
          </a:scene3d>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ctr">
            <a:normAutofit/>
          </a:bodyPr>
          <a:lstStyle/>
          <a:p>
            <a:r>
              <a:rPr lang="en-US" sz="3400" kern="1200" cap="small" dirty="0">
                <a:solidFill>
                  <a:srgbClr val="FFFFFF"/>
                </a:solidFill>
                <a:latin typeface="+mj-lt"/>
                <a:ea typeface="+mj-ea"/>
                <a:cs typeface="+mj-cs"/>
              </a:rPr>
              <a:t>The Challenge of</a:t>
            </a:r>
            <a:br>
              <a:rPr lang="en-US" sz="3400" kern="1200" cap="small" dirty="0">
                <a:solidFill>
                  <a:srgbClr val="FFFFFF"/>
                </a:solidFill>
                <a:latin typeface="+mj-lt"/>
                <a:ea typeface="+mj-ea"/>
                <a:cs typeface="+mj-cs"/>
              </a:rPr>
            </a:br>
            <a:r>
              <a:rPr lang="en-US" sz="3400" kern="1200" cap="small" dirty="0">
                <a:solidFill>
                  <a:srgbClr val="FFFFFF"/>
                </a:solidFill>
                <a:latin typeface="+mj-lt"/>
                <a:ea typeface="+mj-ea"/>
                <a:cs typeface="+mj-cs"/>
              </a:rPr>
              <a:t>Traditional 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4EDED31-1FD4-9F45-A05F-44A3A4EA3863}"/>
              </a:ext>
            </a:extLst>
          </p:cNvPr>
          <p:cNvSpPr>
            <a:spLocks noGrp="1"/>
          </p:cNvSpPr>
          <p:nvPr>
            <p:ph idx="1"/>
          </p:nvPr>
        </p:nvSpPr>
        <p:spPr>
          <a:xfrm>
            <a:off x="3335481" y="591344"/>
            <a:ext cx="5179868" cy="5585619"/>
          </a:xfrm>
        </p:spPr>
        <p:txBody>
          <a:bodyPr vert="horz" lIns="91440" tIns="45720" rIns="91440" bIns="45720" rtlCol="0" anchor="ctr">
            <a:normAutofit/>
          </a:bodyPr>
          <a:lstStyle/>
          <a:p>
            <a:pPr marL="514350"/>
            <a:r>
              <a:rPr lang="en-US" dirty="0"/>
              <a:t>Narrow focus on work skills</a:t>
            </a:r>
          </a:p>
          <a:p>
            <a:pPr marL="514350">
              <a:spcBef>
                <a:spcPts val="1600"/>
              </a:spcBef>
            </a:pPr>
            <a:r>
              <a:rPr lang="en-US" dirty="0"/>
              <a:t>Require abstract thinking, transferring of experience</a:t>
            </a:r>
          </a:p>
          <a:p>
            <a:pPr marL="514350">
              <a:spcBef>
                <a:spcPts val="1600"/>
              </a:spcBef>
            </a:pPr>
            <a:r>
              <a:rPr lang="en-US" dirty="0"/>
              <a:t>Over-reliance on professional judgement</a:t>
            </a:r>
          </a:p>
          <a:p>
            <a:pPr marL="514350">
              <a:spcBef>
                <a:spcPts val="1600"/>
              </a:spcBef>
            </a:pPr>
            <a:r>
              <a:rPr lang="en-US" dirty="0"/>
              <a:t>Don’t account for wide range of variables in typical work environments</a:t>
            </a:r>
          </a:p>
          <a:p>
            <a:pPr marL="514350">
              <a:spcBef>
                <a:spcPts val="1600"/>
              </a:spcBef>
            </a:pPr>
            <a:r>
              <a:rPr lang="en-US" dirty="0"/>
              <a:t>Others</a:t>
            </a:r>
          </a:p>
        </p:txBody>
      </p:sp>
    </p:spTree>
    <p:extLst>
      <p:ext uri="{BB962C8B-B14F-4D97-AF65-F5344CB8AC3E}">
        <p14:creationId xmlns:p14="http://schemas.microsoft.com/office/powerpoint/2010/main" val="324358347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9FA67-842A-114D-9C86-F7E0154D98E6}"/>
              </a:ext>
            </a:extLst>
          </p:cNvPr>
          <p:cNvSpPr>
            <a:spLocks noGrp="1"/>
          </p:cNvSpPr>
          <p:nvPr>
            <p:ph type="title"/>
          </p:nvPr>
        </p:nvSpPr>
        <p:spPr>
          <a:xfrm>
            <a:off x="482921" y="1070445"/>
            <a:ext cx="2400300" cy="4461163"/>
          </a:xfr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a:bodyPr>
          <a:lstStyle/>
          <a:p>
            <a:r>
              <a:rPr lang="en-US" kern="1200" cap="small" dirty="0">
                <a:solidFill>
                  <a:schemeClr val="tx1"/>
                </a:solidFill>
                <a:latin typeface="+mj-lt"/>
                <a:ea typeface="+mj-ea"/>
                <a:cs typeface="+mj-cs"/>
              </a:rPr>
              <a:t>Person-Centered Planning as Basis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D5D708-BDFB-6847-A8C4-9D03BD767F0B}"/>
              </a:ext>
            </a:extLst>
          </p:cNvPr>
          <p:cNvSpPr>
            <a:spLocks noGrp="1"/>
          </p:cNvSpPr>
          <p:nvPr>
            <p:ph idx="1"/>
          </p:nvPr>
        </p:nvSpPr>
        <p:spPr>
          <a:xfrm>
            <a:off x="3335481" y="591344"/>
            <a:ext cx="5179868" cy="5585619"/>
          </a:xfrm>
        </p:spPr>
        <p:txBody>
          <a:bodyPr vert="horz" lIns="91440" tIns="45720" rIns="91440" bIns="45720" rtlCol="0" anchor="ctr">
            <a:normAutofit/>
          </a:bodyPr>
          <a:lstStyle/>
          <a:p>
            <a:pPr>
              <a:spcBef>
                <a:spcPts val="1600"/>
              </a:spcBef>
            </a:pPr>
            <a:r>
              <a:rPr lang="en-US" dirty="0"/>
              <a:t>Gather information from</a:t>
            </a:r>
            <a:br>
              <a:rPr lang="en-US" dirty="0"/>
            </a:br>
            <a:r>
              <a:rPr lang="en-US" dirty="0"/>
              <a:t>cross-section of individuals involved in person’s life about person’s experiences, interests, dreams, preference</a:t>
            </a:r>
          </a:p>
          <a:p>
            <a:pPr>
              <a:spcBef>
                <a:spcPts val="1600"/>
              </a:spcBef>
            </a:pPr>
            <a:r>
              <a:rPr lang="en-US" dirty="0"/>
              <a:t>Conductive collective brainstorming</a:t>
            </a:r>
          </a:p>
          <a:p>
            <a:pPr>
              <a:spcBef>
                <a:spcPts val="1600"/>
              </a:spcBef>
            </a:pPr>
            <a:r>
              <a:rPr lang="en-US" dirty="0"/>
              <a:t>Identify options</a:t>
            </a:r>
          </a:p>
          <a:p>
            <a:pPr>
              <a:spcBef>
                <a:spcPts val="1600"/>
              </a:spcBef>
            </a:pPr>
            <a:r>
              <a:rPr lang="en-US" dirty="0"/>
              <a:t>Tap into personal networks</a:t>
            </a:r>
          </a:p>
          <a:p>
            <a:pPr>
              <a:spcBef>
                <a:spcPts val="1600"/>
              </a:spcBef>
            </a:pPr>
            <a:r>
              <a:rPr lang="en-US" dirty="0"/>
              <a:t>Empower the individual</a:t>
            </a:r>
          </a:p>
        </p:txBody>
      </p:sp>
      <p:pic>
        <p:nvPicPr>
          <p:cNvPr id="5" name="Picture 4">
            <a:extLst>
              <a:ext uri="{FF2B5EF4-FFF2-40B4-BE49-F238E27FC236}">
                <a16:creationId xmlns:a16="http://schemas.microsoft.com/office/drawing/2014/main" id="{4CCEB08D-0FD9-5E5A-7F71-8FAB0537CB4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697" y="4807255"/>
            <a:ext cx="2614132" cy="1960599"/>
          </a:xfrm>
          <a:prstGeom prst="rect">
            <a:avLst/>
          </a:prstGeom>
        </p:spPr>
      </p:pic>
    </p:spTree>
    <p:extLst>
      <p:ext uri="{BB962C8B-B14F-4D97-AF65-F5344CB8AC3E}">
        <p14:creationId xmlns:p14="http://schemas.microsoft.com/office/powerpoint/2010/main" val="48914076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95982CF9-017D-F94F-9694-AE64C0DB525A}"/>
              </a:ext>
            </a:extLst>
          </p:cNvPr>
          <p:cNvSpPr>
            <a:spLocks noGrp="1"/>
          </p:cNvSpPr>
          <p:nvPr>
            <p:ph type="title"/>
          </p:nvPr>
        </p:nvSpPr>
        <p:spPr>
          <a:xfrm>
            <a:off x="779185" y="781634"/>
            <a:ext cx="7698523" cy="1212102"/>
          </a:xfr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r>
              <a:rPr lang="en-US" sz="3500" kern="1200">
                <a:solidFill>
                  <a:srgbClr val="FFFFFF"/>
                </a:solidFill>
                <a:latin typeface="+mj-lt"/>
                <a:ea typeface="+mj-ea"/>
                <a:cs typeface="+mj-cs"/>
              </a:rPr>
              <a:t>Community-Based Assessments</a:t>
            </a:r>
          </a:p>
        </p:txBody>
      </p:sp>
      <p:sp>
        <p:nvSpPr>
          <p:cNvPr id="3" name="Content Placeholder 2">
            <a:extLst>
              <a:ext uri="{FF2B5EF4-FFF2-40B4-BE49-F238E27FC236}">
                <a16:creationId xmlns:a16="http://schemas.microsoft.com/office/drawing/2014/main" id="{E5406446-316A-9445-AAB1-9317448D93B8}"/>
              </a:ext>
            </a:extLst>
          </p:cNvPr>
          <p:cNvSpPr>
            <a:spLocks noGrp="1"/>
          </p:cNvSpPr>
          <p:nvPr>
            <p:ph idx="1"/>
          </p:nvPr>
        </p:nvSpPr>
        <p:spPr>
          <a:xfrm>
            <a:off x="864343" y="2222006"/>
            <a:ext cx="7676288" cy="2931456"/>
          </a:xfrm>
        </p:spPr>
        <p:txBody>
          <a:bodyPr vert="horz" lIns="91440" tIns="45720" rIns="91440" bIns="45720" rtlCol="0" anchor="ctr">
            <a:noAutofit/>
          </a:bodyPr>
          <a:lstStyle/>
          <a:p>
            <a:r>
              <a:rPr lang="en-US" sz="2400" dirty="0"/>
              <a:t>Performance of tasks for assessment within real work environment</a:t>
            </a:r>
          </a:p>
          <a:p>
            <a:r>
              <a:rPr lang="en-US" sz="2400" dirty="0"/>
              <a:t>Allows for evaluation of full range of employment-related factors/variables</a:t>
            </a:r>
          </a:p>
          <a:p>
            <a:r>
              <a:rPr lang="en-US" sz="2400" dirty="0"/>
              <a:t>Should be driven by individual interests/preferences</a:t>
            </a:r>
          </a:p>
          <a:p>
            <a:r>
              <a:rPr lang="en-US" sz="2400" dirty="0"/>
              <a:t>Use a variety of environments</a:t>
            </a:r>
          </a:p>
        </p:txBody>
      </p:sp>
      <p:sp>
        <p:nvSpPr>
          <p:cNvPr id="4" name="TextBox 3">
            <a:extLst>
              <a:ext uri="{FF2B5EF4-FFF2-40B4-BE49-F238E27FC236}">
                <a16:creationId xmlns:a16="http://schemas.microsoft.com/office/drawing/2014/main" id="{4FC83970-06F8-013C-2FA1-28525A566BA6}"/>
              </a:ext>
            </a:extLst>
          </p:cNvPr>
          <p:cNvSpPr txBox="1"/>
          <p:nvPr/>
        </p:nvSpPr>
        <p:spPr>
          <a:xfrm>
            <a:off x="102766" y="5263278"/>
            <a:ext cx="8936182" cy="1323439"/>
          </a:xfrm>
          <a:prstGeom prst="rect">
            <a:avLst/>
          </a:prstGeom>
          <a:effectLst>
            <a:glow rad="139700">
              <a:schemeClr val="accent3">
                <a:satMod val="175000"/>
                <a:alpha val="40000"/>
              </a:schemeClr>
            </a:glow>
          </a:effectLst>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000" dirty="0"/>
              <a:t>Workforce Innovation and Opportunity Act (WIOA)</a:t>
            </a:r>
            <a:br>
              <a:rPr lang="en-US" sz="2000" dirty="0"/>
            </a:br>
            <a:r>
              <a:rPr lang="en-US" sz="2000" dirty="0"/>
              <a:t>reinforces use of community-based settings:</a:t>
            </a:r>
            <a:br>
              <a:rPr lang="en-US" sz="2000" dirty="0"/>
            </a:br>
            <a:r>
              <a:rPr lang="en-US" sz="2000" i="1" dirty="0"/>
              <a:t>assessment should rely “on information obtained from experiences in integrated employment settings in the community and in other integrated community settings”</a:t>
            </a:r>
          </a:p>
        </p:txBody>
      </p:sp>
    </p:spTree>
    <p:extLst>
      <p:ext uri="{BB962C8B-B14F-4D97-AF65-F5344CB8AC3E}">
        <p14:creationId xmlns:p14="http://schemas.microsoft.com/office/powerpoint/2010/main" val="206489049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6623" y="900814"/>
            <a:ext cx="569713"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8327" y="633165"/>
            <a:ext cx="36199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965" y="636723"/>
            <a:ext cx="3000047"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0C392A7-D6B6-E146-BB3D-B1F5DFC31A54}"/>
              </a:ext>
            </a:extLst>
          </p:cNvPr>
          <p:cNvSpPr>
            <a:spLocks noGrp="1"/>
          </p:cNvSpPr>
          <p:nvPr>
            <p:ph type="title"/>
          </p:nvPr>
        </p:nvSpPr>
        <p:spPr>
          <a:xfrm>
            <a:off x="701154" y="982272"/>
            <a:ext cx="2541314" cy="4560970"/>
          </a:xfrm>
        </p:spPr>
        <p:style>
          <a:lnRef idx="1">
            <a:schemeClr val="accent3"/>
          </a:lnRef>
          <a:fillRef idx="3">
            <a:schemeClr val="accent3"/>
          </a:fillRef>
          <a:effectRef idx="2">
            <a:schemeClr val="accent3"/>
          </a:effectRef>
          <a:fontRef idx="minor">
            <a:schemeClr val="lt1"/>
          </a:fontRef>
        </p:style>
        <p:txBody>
          <a:bodyPr vert="horz" lIns="91440" tIns="45720" rIns="91440" bIns="45720" rtlCol="0" anchor="ctr">
            <a:normAutofit/>
          </a:bodyPr>
          <a:lstStyle/>
          <a:p>
            <a:r>
              <a:rPr lang="en-US" sz="3500" kern="1200" cap="small" dirty="0">
                <a:solidFill>
                  <a:srgbClr val="FFFFFF"/>
                </a:solidFill>
                <a:latin typeface="+mj-lt"/>
                <a:ea typeface="+mj-ea"/>
                <a:cs typeface="+mj-cs"/>
              </a:rPr>
              <a:t>Challenges of Community-Based Assessments</a:t>
            </a: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76336" y="1352302"/>
            <a:ext cx="499169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Content Placeholder 2">
            <a:extLst>
              <a:ext uri="{FF2B5EF4-FFF2-40B4-BE49-F238E27FC236}">
                <a16:creationId xmlns:a16="http://schemas.microsoft.com/office/drawing/2014/main" id="{900C22C5-1EFE-2446-8BB0-F66951B1AF82}"/>
              </a:ext>
            </a:extLst>
          </p:cNvPr>
          <p:cNvSpPr>
            <a:spLocks noGrp="1"/>
          </p:cNvSpPr>
          <p:nvPr>
            <p:ph idx="1"/>
          </p:nvPr>
        </p:nvSpPr>
        <p:spPr>
          <a:xfrm>
            <a:off x="3812181" y="2031345"/>
            <a:ext cx="4708364" cy="4334629"/>
          </a:xfrm>
        </p:spPr>
        <p:txBody>
          <a:bodyPr vert="horz" lIns="91440" tIns="45720" rIns="91440" bIns="45720" rtlCol="0" anchor="ctr">
            <a:noAutofit/>
          </a:bodyPr>
          <a:lstStyle/>
          <a:p>
            <a:pPr>
              <a:spcBef>
                <a:spcPts val="1200"/>
              </a:spcBef>
            </a:pPr>
            <a:r>
              <a:rPr lang="en-US" sz="2400" dirty="0">
                <a:solidFill>
                  <a:srgbClr val="FEFFFF"/>
                </a:solidFill>
              </a:rPr>
              <a:t>Requires significant time and resources to arrange and support</a:t>
            </a:r>
          </a:p>
          <a:p>
            <a:pPr>
              <a:spcBef>
                <a:spcPts val="1200"/>
              </a:spcBef>
            </a:pPr>
            <a:r>
              <a:rPr lang="en-US" sz="2400" dirty="0">
                <a:solidFill>
                  <a:srgbClr val="FEFFFF"/>
                </a:solidFill>
              </a:rPr>
              <a:t>Need cooperation of local businesses</a:t>
            </a:r>
          </a:p>
          <a:p>
            <a:pPr>
              <a:spcBef>
                <a:spcPts val="1200"/>
              </a:spcBef>
            </a:pPr>
            <a:r>
              <a:rPr lang="en-US" sz="2400" dirty="0">
                <a:solidFill>
                  <a:srgbClr val="FEFFFF"/>
                </a:solidFill>
              </a:rPr>
              <a:t>Liability issues</a:t>
            </a:r>
          </a:p>
          <a:p>
            <a:pPr>
              <a:spcBef>
                <a:spcPts val="1200"/>
              </a:spcBef>
            </a:pPr>
            <a:r>
              <a:rPr lang="en-US" sz="2400" dirty="0">
                <a:solidFill>
                  <a:srgbClr val="FEFFFF"/>
                </a:solidFill>
              </a:rPr>
              <a:t>Compliance with wage and hour laws</a:t>
            </a:r>
          </a:p>
          <a:p>
            <a:pPr>
              <a:spcBef>
                <a:spcPts val="1200"/>
              </a:spcBef>
            </a:pPr>
            <a:r>
              <a:rPr lang="en-US" sz="2400" dirty="0">
                <a:solidFill>
                  <a:srgbClr val="FEFFFF"/>
                </a:solidFill>
              </a:rPr>
              <a:t>Limits of logistics/dynamics of worksite</a:t>
            </a:r>
          </a:p>
          <a:p>
            <a:pPr lvl="1">
              <a:spcBef>
                <a:spcPts val="0"/>
              </a:spcBef>
              <a:buFont typeface="Wingdings" pitchFamily="2" charset="2"/>
              <a:buChar char="Ø"/>
            </a:pPr>
            <a:r>
              <a:rPr lang="en-US" i="1" dirty="0">
                <a:solidFill>
                  <a:srgbClr val="FEFFFF"/>
                </a:solidFill>
              </a:rPr>
              <a:t>Particularly with interventions</a:t>
            </a:r>
          </a:p>
          <a:p>
            <a:pPr>
              <a:spcBef>
                <a:spcPts val="1200"/>
              </a:spcBef>
            </a:pPr>
            <a:r>
              <a:rPr lang="en-US" sz="2400" dirty="0">
                <a:solidFill>
                  <a:srgbClr val="FEFFFF"/>
                </a:solidFill>
              </a:rPr>
              <a:t>Avoiding stigma</a:t>
            </a:r>
          </a:p>
          <a:p>
            <a:pPr>
              <a:spcBef>
                <a:spcPts val="1200"/>
              </a:spcBef>
            </a:pPr>
            <a:endParaRPr lang="en-US" sz="2400" dirty="0">
              <a:solidFill>
                <a:srgbClr val="FEFFFF"/>
              </a:solidFill>
            </a:endParaRPr>
          </a:p>
        </p:txBody>
      </p:sp>
    </p:spTree>
    <p:extLst>
      <p:ext uri="{BB962C8B-B14F-4D97-AF65-F5344CB8AC3E}">
        <p14:creationId xmlns:p14="http://schemas.microsoft.com/office/powerpoint/2010/main" val="373628385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0A965A-A2A2-1D43-8B85-B9B8B4AD27C7}"/>
              </a:ext>
            </a:extLst>
          </p:cNvPr>
          <p:cNvSpPr>
            <a:spLocks noGrp="1"/>
          </p:cNvSpPr>
          <p:nvPr>
            <p:ph type="title"/>
          </p:nvPr>
        </p:nvSpPr>
        <p:spPr>
          <a:xfrm>
            <a:off x="515125" y="1153572"/>
            <a:ext cx="2400300" cy="4461163"/>
          </a:xfrm>
        </p:spPr>
        <p:style>
          <a:lnRef idx="2">
            <a:schemeClr val="accent4">
              <a:shade val="50000"/>
            </a:schemeClr>
          </a:lnRef>
          <a:fillRef idx="1">
            <a:schemeClr val="accent4"/>
          </a:fillRef>
          <a:effectRef idx="0">
            <a:schemeClr val="accent4"/>
          </a:effectRef>
          <a:fontRef idx="minor">
            <a:schemeClr val="lt1"/>
          </a:fontRef>
        </p:style>
        <p:txBody>
          <a:bodyPr vert="horz" lIns="91440" tIns="45720" rIns="91440" bIns="45720" rtlCol="0" anchor="ctr">
            <a:normAutofit/>
          </a:bodyPr>
          <a:lstStyle/>
          <a:p>
            <a:r>
              <a:rPr lang="en-US" sz="3400" kern="1200" cap="small" dirty="0">
                <a:solidFill>
                  <a:schemeClr val="tx1"/>
                </a:solidFill>
                <a:latin typeface="+mj-lt"/>
                <a:ea typeface="+mj-ea"/>
                <a:cs typeface="+mj-cs"/>
              </a:rPr>
              <a:t>Preparing for Community-Based Assessment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0EE733D-ADB7-D948-BE77-A5B40DB2C072}"/>
              </a:ext>
            </a:extLst>
          </p:cNvPr>
          <p:cNvSpPr>
            <a:spLocks noGrp="1"/>
          </p:cNvSpPr>
          <p:nvPr>
            <p:ph idx="1"/>
          </p:nvPr>
        </p:nvSpPr>
        <p:spPr>
          <a:xfrm>
            <a:off x="3335481" y="591344"/>
            <a:ext cx="5179868" cy="5851020"/>
          </a:xfrm>
        </p:spPr>
        <p:txBody>
          <a:bodyPr vert="horz" lIns="91440" tIns="45720" rIns="91440" bIns="45720" rtlCol="0" anchor="ctr">
            <a:normAutofit/>
          </a:bodyPr>
          <a:lstStyle/>
          <a:p>
            <a:pPr>
              <a:spcBef>
                <a:spcPts val="1600"/>
              </a:spcBef>
            </a:pPr>
            <a:r>
              <a:rPr lang="en-US" sz="2400" dirty="0"/>
              <a:t>Identify with individual potential areas of interest</a:t>
            </a:r>
          </a:p>
          <a:p>
            <a:pPr>
              <a:spcBef>
                <a:spcPts val="1600"/>
              </a:spcBef>
            </a:pPr>
            <a:r>
              <a:rPr lang="en-US" sz="2400" dirty="0"/>
              <a:t>Ensure individual is comfortable with a community- based assessment</a:t>
            </a:r>
          </a:p>
          <a:p>
            <a:pPr>
              <a:spcBef>
                <a:spcPts val="1600"/>
              </a:spcBef>
            </a:pPr>
            <a:r>
              <a:rPr lang="en-US" sz="2400" dirty="0"/>
              <a:t>Identify settings that match interest</a:t>
            </a:r>
          </a:p>
          <a:p>
            <a:pPr>
              <a:spcBef>
                <a:spcPts val="1600"/>
              </a:spcBef>
            </a:pPr>
            <a:r>
              <a:rPr lang="en-US" sz="2400" dirty="0"/>
              <a:t>Identify with business tasks to be performed</a:t>
            </a:r>
          </a:p>
          <a:p>
            <a:pPr>
              <a:spcBef>
                <a:spcPts val="1600"/>
              </a:spcBef>
            </a:pPr>
            <a:r>
              <a:rPr lang="en-US" sz="2400" dirty="0"/>
              <a:t>Review with business details of how assessment will take place (day, hours, staffing, informing other staff, etc.)</a:t>
            </a:r>
          </a:p>
          <a:p>
            <a:pPr lvl="1"/>
            <a:r>
              <a:rPr lang="en-US" i="1" dirty="0"/>
              <a:t>Possible written agreement</a:t>
            </a:r>
          </a:p>
          <a:p>
            <a:pPr>
              <a:spcBef>
                <a:spcPts val="1600"/>
              </a:spcBef>
            </a:pPr>
            <a:r>
              <a:rPr lang="en-US" sz="2400" dirty="0"/>
              <a:t>Review with individual details of assessment</a:t>
            </a:r>
          </a:p>
          <a:p>
            <a:pPr marL="457200" lvl="1"/>
            <a:endParaRPr lang="en-US" dirty="0"/>
          </a:p>
        </p:txBody>
      </p:sp>
    </p:spTree>
    <p:extLst>
      <p:ext uri="{BB962C8B-B14F-4D97-AF65-F5344CB8AC3E}">
        <p14:creationId xmlns:p14="http://schemas.microsoft.com/office/powerpoint/2010/main" val="332736356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150BE-B4D2-7840-A4D0-E0E565410249}"/>
              </a:ext>
            </a:extLst>
          </p:cNvPr>
          <p:cNvSpPr>
            <a:spLocks noGrp="1"/>
          </p:cNvSpPr>
          <p:nvPr>
            <p:ph type="title"/>
          </p:nvPr>
        </p:nvSpPr>
        <p:spPr>
          <a:xfrm>
            <a:off x="3724072" y="629268"/>
            <a:ext cx="4939868" cy="1286160"/>
          </a:xfrm>
        </p:spPr>
        <p:style>
          <a:lnRef idx="0">
            <a:schemeClr val="accent5"/>
          </a:lnRef>
          <a:fillRef idx="3">
            <a:schemeClr val="accent5"/>
          </a:fillRef>
          <a:effectRef idx="3">
            <a:schemeClr val="accent5"/>
          </a:effectRef>
          <a:fontRef idx="minor">
            <a:schemeClr val="lt1"/>
          </a:fontRef>
        </p:style>
        <p:txBody>
          <a:bodyPr vert="horz" lIns="91440" tIns="45720" rIns="91440" bIns="45720" rtlCol="0" anchor="b">
            <a:normAutofit/>
          </a:bodyPr>
          <a:lstStyle/>
          <a:p>
            <a:pPr algn="ctr"/>
            <a:r>
              <a:rPr lang="en-US" sz="3700" dirty="0">
                <a:solidFill>
                  <a:schemeClr val="bg1"/>
                </a:solidFill>
                <a:latin typeface="+mj-lt"/>
                <a:ea typeface="+mj-ea"/>
                <a:cs typeface="+mj-cs"/>
              </a:rPr>
              <a:t>Conducting Community-Based Assessment</a:t>
            </a:r>
          </a:p>
        </p:txBody>
      </p:sp>
      <p:sp>
        <p:nvSpPr>
          <p:cNvPr id="3" name="Content Placeholder 2">
            <a:extLst>
              <a:ext uri="{FF2B5EF4-FFF2-40B4-BE49-F238E27FC236}">
                <a16:creationId xmlns:a16="http://schemas.microsoft.com/office/drawing/2014/main" id="{20376CC9-3C3F-C347-9573-CA94B4644A1B}"/>
              </a:ext>
            </a:extLst>
          </p:cNvPr>
          <p:cNvSpPr>
            <a:spLocks noGrp="1"/>
          </p:cNvSpPr>
          <p:nvPr>
            <p:ph idx="1"/>
          </p:nvPr>
        </p:nvSpPr>
        <p:spPr>
          <a:xfrm>
            <a:off x="3724073" y="2438400"/>
            <a:ext cx="4939867" cy="4087091"/>
          </a:xfrm>
        </p:spPr>
        <p:txBody>
          <a:bodyPr vert="horz" lIns="91440" tIns="45720" rIns="91440" bIns="45720" rtlCol="0">
            <a:noAutofit/>
          </a:bodyPr>
          <a:lstStyle/>
          <a:p>
            <a:r>
              <a:rPr lang="en-US" sz="2000" dirty="0"/>
              <a:t>Assess on as wide a variety of tasks as possible</a:t>
            </a:r>
          </a:p>
          <a:p>
            <a:pPr>
              <a:spcBef>
                <a:spcPts val="1600"/>
              </a:spcBef>
            </a:pPr>
            <a:r>
              <a:rPr lang="en-US" sz="2000" dirty="0"/>
              <a:t>Encourage interactions with others in the workplace</a:t>
            </a:r>
          </a:p>
          <a:p>
            <a:pPr>
              <a:spcBef>
                <a:spcPts val="1600"/>
              </a:spcBef>
            </a:pPr>
            <a:r>
              <a:rPr lang="en-US" sz="2000" dirty="0"/>
              <a:t>Minimize the intrusion in the workplace as much as possible</a:t>
            </a:r>
          </a:p>
          <a:p>
            <a:pPr>
              <a:spcBef>
                <a:spcPts val="1600"/>
              </a:spcBef>
            </a:pPr>
            <a:r>
              <a:rPr lang="en-US" sz="2000" dirty="0"/>
              <a:t>Use a standardized instrument to collect data on the full range of variables</a:t>
            </a:r>
          </a:p>
          <a:p>
            <a:pPr lvl="1"/>
            <a:r>
              <a:rPr lang="en-US" sz="2000" i="1" dirty="0"/>
              <a:t>Possibly conduct a task analysis</a:t>
            </a:r>
          </a:p>
          <a:p>
            <a:pPr>
              <a:spcBef>
                <a:spcPts val="1600"/>
              </a:spcBef>
            </a:pPr>
            <a:r>
              <a:rPr lang="en-US" sz="2000" dirty="0"/>
              <a:t>Possible use of pictures/video</a:t>
            </a:r>
          </a:p>
        </p:txBody>
      </p:sp>
      <p:pic>
        <p:nvPicPr>
          <p:cNvPr id="5" name="Picture 4">
            <a:extLst>
              <a:ext uri="{FF2B5EF4-FFF2-40B4-BE49-F238E27FC236}">
                <a16:creationId xmlns:a16="http://schemas.microsoft.com/office/drawing/2014/main" id="{DBCA368A-7AA1-46D0-AC4F-6B1A0A061A90}"/>
              </a:ext>
              <a:ext uri="{C183D7F6-B498-43B3-948B-1728B52AA6E4}">
                <adec:decorative xmlns:adec="http://schemas.microsoft.com/office/drawing/2017/decorative" val="1"/>
              </a:ext>
            </a:extLst>
          </p:cNvPr>
          <p:cNvPicPr>
            <a:picLocks noChangeAspect="1"/>
          </p:cNvPicPr>
          <p:nvPr/>
        </p:nvPicPr>
        <p:blipFill rotWithShape="1">
          <a:blip r:embed="rId2"/>
          <a:srcRect l="35084" r="26894"/>
          <a:stretch/>
        </p:blipFill>
        <p:spPr>
          <a:xfrm>
            <a:off x="0" y="10"/>
            <a:ext cx="3476673"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B38F6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675500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01F7F-388C-FA41-902F-5079A651EC42}"/>
              </a:ext>
            </a:extLst>
          </p:cNvPr>
          <p:cNvSpPr>
            <a:spLocks noGrp="1"/>
          </p:cNvSpPr>
          <p:nvPr>
            <p:ph type="title"/>
          </p:nvPr>
        </p:nvSpPr>
        <p:spPr/>
        <p:style>
          <a:lnRef idx="1">
            <a:schemeClr val="dk1"/>
          </a:lnRef>
          <a:fillRef idx="3">
            <a:schemeClr val="dk1"/>
          </a:fillRef>
          <a:effectRef idx="2">
            <a:schemeClr val="dk1"/>
          </a:effectRef>
          <a:fontRef idx="minor">
            <a:schemeClr val="lt1"/>
          </a:fontRef>
        </p:style>
        <p:txBody>
          <a:bodyPr>
            <a:normAutofit/>
          </a:bodyPr>
          <a:lstStyle/>
          <a:p>
            <a:pPr algn="ctr"/>
            <a:r>
              <a:rPr lang="en-US" dirty="0"/>
              <a:t>Examples of Areas to Assess</a:t>
            </a:r>
          </a:p>
        </p:txBody>
      </p:sp>
      <p:sp>
        <p:nvSpPr>
          <p:cNvPr id="3" name="Content Placeholder 2">
            <a:extLst>
              <a:ext uri="{FF2B5EF4-FFF2-40B4-BE49-F238E27FC236}">
                <a16:creationId xmlns:a16="http://schemas.microsoft.com/office/drawing/2014/main" id="{E252E9FC-181B-E942-A90A-AF210E9431EC}"/>
              </a:ext>
            </a:extLst>
          </p:cNvPr>
          <p:cNvSpPr>
            <a:spLocks noGrp="1"/>
          </p:cNvSpPr>
          <p:nvPr>
            <p:ph idx="1"/>
          </p:nvPr>
        </p:nvSpPr>
        <p:spPr>
          <a:xfrm>
            <a:off x="685799" y="1752600"/>
            <a:ext cx="8333509" cy="4804064"/>
          </a:xfrm>
        </p:spPr>
        <p:txBody>
          <a:bodyPr numCol="2" spcCol="274320">
            <a:normAutofit fontScale="92500" lnSpcReduction="10000"/>
          </a:bodyPr>
          <a:lstStyle/>
          <a:p>
            <a:r>
              <a:rPr lang="en-US" dirty="0"/>
              <a:t>Interest in tasks</a:t>
            </a:r>
          </a:p>
          <a:p>
            <a:r>
              <a:rPr lang="en-US" dirty="0"/>
              <a:t>Focus/attention</a:t>
            </a:r>
          </a:p>
          <a:p>
            <a:r>
              <a:rPr lang="en-US" dirty="0"/>
              <a:t>Ability to master tasks</a:t>
            </a:r>
          </a:p>
          <a:p>
            <a:r>
              <a:rPr lang="en-US" dirty="0"/>
              <a:t>Ability to self-initiate</a:t>
            </a:r>
          </a:p>
          <a:p>
            <a:r>
              <a:rPr lang="en-US" dirty="0"/>
              <a:t>Ability to handle complex tasks</a:t>
            </a:r>
          </a:p>
          <a:p>
            <a:r>
              <a:rPr lang="en-US" dirty="0"/>
              <a:t>Ability to multi-task</a:t>
            </a:r>
          </a:p>
          <a:p>
            <a:r>
              <a:rPr lang="en-US" dirty="0"/>
              <a:t>Stamina &amp; endurance</a:t>
            </a:r>
          </a:p>
          <a:p>
            <a:r>
              <a:rPr lang="en-US" dirty="0"/>
              <a:t>Physical requirements</a:t>
            </a:r>
          </a:p>
          <a:p>
            <a:r>
              <a:rPr lang="en-US" dirty="0"/>
              <a:t>Level of worker autonomy</a:t>
            </a:r>
          </a:p>
          <a:p>
            <a:r>
              <a:rPr lang="en-US" dirty="0"/>
              <a:t>Communication</a:t>
            </a:r>
          </a:p>
          <a:p>
            <a:r>
              <a:rPr lang="en-US" dirty="0"/>
              <a:t>Comfort with physical environment</a:t>
            </a:r>
          </a:p>
          <a:p>
            <a:r>
              <a:rPr lang="en-US" dirty="0"/>
              <a:t>Fit with social environment</a:t>
            </a:r>
          </a:p>
          <a:p>
            <a:r>
              <a:rPr lang="en-US" dirty="0"/>
              <a:t>Appropriate social interactions</a:t>
            </a:r>
          </a:p>
          <a:p>
            <a:r>
              <a:rPr lang="en-US" dirty="0"/>
              <a:t>Pace/production rate</a:t>
            </a:r>
          </a:p>
          <a:p>
            <a:r>
              <a:rPr lang="en-US" dirty="0"/>
              <a:t>Reading requirements</a:t>
            </a:r>
          </a:p>
          <a:p>
            <a:r>
              <a:rPr lang="en-US" dirty="0"/>
              <a:t>Math requirements</a:t>
            </a:r>
          </a:p>
          <a:p>
            <a:r>
              <a:rPr lang="en-US" dirty="0"/>
              <a:t>Safety</a:t>
            </a:r>
          </a:p>
          <a:p>
            <a:r>
              <a:rPr lang="en-US" dirty="0"/>
              <a:t>Accommodation &amp; support needs</a:t>
            </a:r>
          </a:p>
        </p:txBody>
      </p:sp>
    </p:spTree>
    <p:extLst>
      <p:ext uri="{BB962C8B-B14F-4D97-AF65-F5344CB8AC3E}">
        <p14:creationId xmlns:p14="http://schemas.microsoft.com/office/powerpoint/2010/main" val="403137220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960B2-8B02-8C4B-9E0B-615FF5448560}"/>
              </a:ext>
            </a:extLst>
          </p:cNvPr>
          <p:cNvSpPr>
            <a:spLocks noGrp="1"/>
          </p:cNvSpPr>
          <p:nvPr>
            <p:ph type="title"/>
          </p:nvPr>
        </p:nvSpPr>
        <p:spPr>
          <a:xfrm>
            <a:off x="685800" y="269456"/>
            <a:ext cx="7772400" cy="1143000"/>
          </a:xfrm>
        </p:spPr>
        <p:txBody>
          <a:bodyPr>
            <a:normAutofit fontScale="90000"/>
          </a:bodyPr>
          <a:lstStyle/>
          <a:p>
            <a:r>
              <a:rPr lang="en-US" cap="small" dirty="0"/>
              <a:t>Examples of Information Collection </a:t>
            </a:r>
          </a:p>
        </p:txBody>
      </p:sp>
      <p:pic>
        <p:nvPicPr>
          <p:cNvPr id="5" name="Picture 4" descr="Positive personal profile form">
            <a:extLst>
              <a:ext uri="{FF2B5EF4-FFF2-40B4-BE49-F238E27FC236}">
                <a16:creationId xmlns:a16="http://schemas.microsoft.com/office/drawing/2014/main" id="{5258689A-6AC7-7B44-AFA9-C5AC607DB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689" y="2140528"/>
            <a:ext cx="3091295" cy="4000499"/>
          </a:xfrm>
          <a:prstGeom prst="rect">
            <a:avLst/>
          </a:prstGeom>
          <a:ln>
            <a:solidFill>
              <a:schemeClr val="tx1"/>
            </a:solidFill>
          </a:ln>
        </p:spPr>
      </p:pic>
      <p:pic>
        <p:nvPicPr>
          <p:cNvPr id="7" name="Picture 6" descr="Task analysis recording sheet">
            <a:extLst>
              <a:ext uri="{FF2B5EF4-FFF2-40B4-BE49-F238E27FC236}">
                <a16:creationId xmlns:a16="http://schemas.microsoft.com/office/drawing/2014/main" id="{5D1E5E40-3558-704E-81A2-051F5D453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0273" y="1344205"/>
            <a:ext cx="3213847" cy="2483427"/>
          </a:xfrm>
          <a:prstGeom prst="rect">
            <a:avLst/>
          </a:prstGeom>
          <a:ln>
            <a:solidFill>
              <a:schemeClr val="tx1"/>
            </a:solidFill>
          </a:ln>
        </p:spPr>
      </p:pic>
      <p:pic>
        <p:nvPicPr>
          <p:cNvPr id="13" name="Picture 12" descr="Consumer assessment form">
            <a:extLst>
              <a:ext uri="{FF2B5EF4-FFF2-40B4-BE49-F238E27FC236}">
                <a16:creationId xmlns:a16="http://schemas.microsoft.com/office/drawing/2014/main" id="{7E85DFF9-1CE3-D741-B221-28D086ECA3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4140777"/>
            <a:ext cx="3346484" cy="2585919"/>
          </a:xfrm>
          <a:prstGeom prst="rect">
            <a:avLst/>
          </a:prstGeom>
          <a:ln>
            <a:solidFill>
              <a:schemeClr val="tx1"/>
            </a:solidFill>
          </a:ln>
        </p:spPr>
      </p:pic>
    </p:spTree>
    <p:extLst>
      <p:ext uri="{BB962C8B-B14F-4D97-AF65-F5344CB8AC3E}">
        <p14:creationId xmlns:p14="http://schemas.microsoft.com/office/powerpoint/2010/main" val="3337483587"/>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DF8AE6E-38CD-4B2A-8E02-F099DD30E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2594" y="629042"/>
            <a:ext cx="912912" cy="8595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Graphic 8">
            <a:extLst>
              <a:ext uri="{FF2B5EF4-FFF2-40B4-BE49-F238E27FC236}">
                <a16:creationId xmlns:a16="http://schemas.microsoft.com/office/drawing/2014/main" id="{C81119E3-094F-1A4E-AA0A-3D3E468C3F4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00234" y="742789"/>
            <a:ext cx="632042" cy="632042"/>
          </a:xfrm>
          <a:prstGeom prst="rect">
            <a:avLst/>
          </a:prstGeom>
        </p:spPr>
      </p:pic>
      <p:sp>
        <p:nvSpPr>
          <p:cNvPr id="28" name="Right Triangle 27">
            <a:extLst>
              <a:ext uri="{FF2B5EF4-FFF2-40B4-BE49-F238E27FC236}">
                <a16:creationId xmlns:a16="http://schemas.microsoft.com/office/drawing/2014/main" id="{23293907-0F26-4752-BCD0-3AC2C5026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3798" y="635538"/>
            <a:ext cx="510306" cy="849747"/>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1E32D174-F8A9-4FF0-8888-1B4F5E184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8052" y="621519"/>
            <a:ext cx="3024378" cy="2203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69201C5-687E-46FB-BA72-23BA40BFE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30" y="2848090"/>
            <a:ext cx="1754306" cy="34160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reeform: Shape 33">
            <a:extLst>
              <a:ext uri="{FF2B5EF4-FFF2-40B4-BE49-F238E27FC236}">
                <a16:creationId xmlns:a16="http://schemas.microsoft.com/office/drawing/2014/main" id="{339141A8-FDFD-4ABE-A499-72C9669F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64157" y="1286480"/>
            <a:ext cx="1371600" cy="1767583"/>
          </a:xfrm>
          <a:custGeom>
            <a:avLst/>
            <a:gdLst>
              <a:gd name="connsiteX0" fmla="*/ 0 w 1371600"/>
              <a:gd name="connsiteY0" fmla="*/ 0 h 2356777"/>
              <a:gd name="connsiteX1" fmla="*/ 0 w 1371600"/>
              <a:gd name="connsiteY1" fmla="*/ 1216152 h 2356777"/>
              <a:gd name="connsiteX2" fmla="*/ 4495 w 1371600"/>
              <a:gd name="connsiteY2" fmla="*/ 1216152 h 2356777"/>
              <a:gd name="connsiteX3" fmla="*/ 4495 w 1371600"/>
              <a:gd name="connsiteY3" fmla="*/ 2356777 h 2356777"/>
              <a:gd name="connsiteX4" fmla="*/ 1367105 w 1371600"/>
              <a:gd name="connsiteY4" fmla="*/ 2356777 h 2356777"/>
              <a:gd name="connsiteX5" fmla="*/ 1367105 w 1371600"/>
              <a:gd name="connsiteY5" fmla="*/ 1216152 h 2356777"/>
              <a:gd name="connsiteX6" fmla="*/ 1371600 w 1371600"/>
              <a:gd name="connsiteY6" fmla="*/ 1216152 h 2356777"/>
              <a:gd name="connsiteX7" fmla="*/ 1367105 w 1371600"/>
              <a:gd name="connsiteY7" fmla="*/ 1212166 h 2356777"/>
              <a:gd name="connsiteX8" fmla="*/ 1367105 w 1371600"/>
              <a:gd name="connsiteY8" fmla="*/ 1210176 h 2356777"/>
              <a:gd name="connsiteX9" fmla="*/ 1364860 w 1371600"/>
              <a:gd name="connsiteY9" fmla="*/ 1210176 h 235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2356777">
                <a:moveTo>
                  <a:pt x="0" y="0"/>
                </a:moveTo>
                <a:lnTo>
                  <a:pt x="0" y="1216152"/>
                </a:lnTo>
                <a:lnTo>
                  <a:pt x="4495" y="1216152"/>
                </a:lnTo>
                <a:lnTo>
                  <a:pt x="4495" y="2356777"/>
                </a:lnTo>
                <a:lnTo>
                  <a:pt x="1367105" y="2356777"/>
                </a:lnTo>
                <a:lnTo>
                  <a:pt x="1367105" y="1216152"/>
                </a:lnTo>
                <a:lnTo>
                  <a:pt x="1371600" y="1216152"/>
                </a:lnTo>
                <a:lnTo>
                  <a:pt x="1367105" y="1212166"/>
                </a:lnTo>
                <a:lnTo>
                  <a:pt x="1367105" y="1210176"/>
                </a:lnTo>
                <a:lnTo>
                  <a:pt x="1364860" y="1210176"/>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8A439E11-755A-4258-859D-56A6B6AFC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33779" y="1485831"/>
            <a:ext cx="1493203" cy="1371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Graphic 12">
            <a:extLst>
              <a:ext uri="{FF2B5EF4-FFF2-40B4-BE49-F238E27FC236}">
                <a16:creationId xmlns:a16="http://schemas.microsoft.com/office/drawing/2014/main" id="{3E7A008E-0633-2A41-9A9A-4B765B826D7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92623" y="1589964"/>
            <a:ext cx="1162460" cy="1162460"/>
          </a:xfrm>
          <a:prstGeom prst="rect">
            <a:avLst/>
          </a:prstGeom>
        </p:spPr>
      </p:pic>
      <p:sp>
        <p:nvSpPr>
          <p:cNvPr id="38" name="Right Triangle 37">
            <a:extLst>
              <a:ext uri="{FF2B5EF4-FFF2-40B4-BE49-F238E27FC236}">
                <a16:creationId xmlns:a16="http://schemas.microsoft.com/office/drawing/2014/main" id="{E916EF49-F958-4F28-A999-F8FA8D09A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405121" y="2437565"/>
            <a:ext cx="244200" cy="40663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Graphic 4">
            <a:extLst>
              <a:ext uri="{FF2B5EF4-FFF2-40B4-BE49-F238E27FC236}">
                <a16:creationId xmlns:a16="http://schemas.microsoft.com/office/drawing/2014/main" id="{88C8B571-1778-C547-818A-899BEC122B9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89535" y="3783625"/>
            <a:ext cx="1524162" cy="1524162"/>
          </a:xfrm>
          <a:prstGeom prst="rect">
            <a:avLst/>
          </a:prstGeom>
        </p:spPr>
      </p:pic>
      <p:sp>
        <p:nvSpPr>
          <p:cNvPr id="40" name="Right Triangle 39">
            <a:extLst>
              <a:ext uri="{FF2B5EF4-FFF2-40B4-BE49-F238E27FC236}">
                <a16:creationId xmlns:a16="http://schemas.microsoft.com/office/drawing/2014/main" id="{A7665D74-DFEA-412C-928C-F090E6708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2799" y="3379588"/>
            <a:ext cx="1881096" cy="819195"/>
          </a:xfrm>
          <a:prstGeom prst="r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3E84BD56-679D-4E0C-9C9B-D694ABF07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4425" y="2843319"/>
            <a:ext cx="2606040" cy="188366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ight Triangle 43">
            <a:extLst>
              <a:ext uri="{FF2B5EF4-FFF2-40B4-BE49-F238E27FC236}">
                <a16:creationId xmlns:a16="http://schemas.microsoft.com/office/drawing/2014/main" id="{2335FEDF-EF88-4E68-9CF7-5A72EF32A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20326" y="1488222"/>
            <a:ext cx="819195" cy="1364098"/>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 name="Graphic 20">
            <a:extLst>
              <a:ext uri="{FF2B5EF4-FFF2-40B4-BE49-F238E27FC236}">
                <a16:creationId xmlns:a16="http://schemas.microsoft.com/office/drawing/2014/main" id="{D734A537-135F-4043-85EE-D44D4152C137}"/>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222432" y="798247"/>
            <a:ext cx="1876714" cy="1876714"/>
          </a:xfrm>
          <a:prstGeom prst="rect">
            <a:avLst/>
          </a:prstGeom>
        </p:spPr>
      </p:pic>
      <p:pic>
        <p:nvPicPr>
          <p:cNvPr id="17" name="Graphic 16">
            <a:extLst>
              <a:ext uri="{FF2B5EF4-FFF2-40B4-BE49-F238E27FC236}">
                <a16:creationId xmlns:a16="http://schemas.microsoft.com/office/drawing/2014/main" id="{56774977-B7D1-7144-9122-C3C6BF0ED9D9}"/>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551778" y="2979485"/>
            <a:ext cx="1611332" cy="1611332"/>
          </a:xfrm>
          <a:prstGeom prst="rect">
            <a:avLst/>
          </a:prstGeom>
        </p:spPr>
      </p:pic>
      <p:sp>
        <p:nvSpPr>
          <p:cNvPr id="46" name="Right Triangle 45">
            <a:extLst>
              <a:ext uri="{FF2B5EF4-FFF2-40B4-BE49-F238E27FC236}">
                <a16:creationId xmlns:a16="http://schemas.microsoft.com/office/drawing/2014/main" id="{837A7BE2-DF08-4ECE-A520-13927DBF4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00281" y="5087080"/>
            <a:ext cx="1495517" cy="837806"/>
          </a:xfrm>
          <a:prstGeom prst="rtTriangle">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348DC2E-43B5-9743-98EB-3C76ED3A4D1D}"/>
              </a:ext>
            </a:extLst>
          </p:cNvPr>
          <p:cNvSpPr>
            <a:spLocks noGrp="1"/>
          </p:cNvSpPr>
          <p:nvPr>
            <p:ph idx="1"/>
          </p:nvPr>
        </p:nvSpPr>
        <p:spPr>
          <a:xfrm>
            <a:off x="5802572" y="3429000"/>
            <a:ext cx="3239828" cy="3061485"/>
          </a:xfrm>
        </p:spPr>
        <p:txBody>
          <a:bodyPr vert="horz" lIns="91440" tIns="45720" rIns="91440" bIns="45720" rtlCol="0" anchor="ctr">
            <a:noAutofit/>
          </a:bodyPr>
          <a:lstStyle/>
          <a:p>
            <a:r>
              <a:rPr lang="en-US" sz="2000" dirty="0"/>
              <a:t>1:1 staff</a:t>
            </a:r>
          </a:p>
          <a:p>
            <a:r>
              <a:rPr lang="en-US" sz="2000" dirty="0"/>
              <a:t>Group and Peer-to-peer</a:t>
            </a:r>
          </a:p>
          <a:p>
            <a:r>
              <a:rPr lang="en-US" sz="2000" dirty="0"/>
              <a:t>Writing &amp; journaling</a:t>
            </a:r>
          </a:p>
          <a:p>
            <a:r>
              <a:rPr lang="en-US" sz="2000" dirty="0"/>
              <a:t>Use of pictures and video</a:t>
            </a:r>
          </a:p>
        </p:txBody>
      </p:sp>
      <p:sp>
        <p:nvSpPr>
          <p:cNvPr id="2" name="Title 1">
            <a:extLst>
              <a:ext uri="{FF2B5EF4-FFF2-40B4-BE49-F238E27FC236}">
                <a16:creationId xmlns:a16="http://schemas.microsoft.com/office/drawing/2014/main" id="{92E55B8F-E249-F140-9AD5-2E2673BFE1AC}"/>
              </a:ext>
            </a:extLst>
          </p:cNvPr>
          <p:cNvSpPr>
            <a:spLocks noGrp="1"/>
          </p:cNvSpPr>
          <p:nvPr>
            <p:ph type="title"/>
          </p:nvPr>
        </p:nvSpPr>
        <p:spPr>
          <a:xfrm>
            <a:off x="3009332" y="4928180"/>
            <a:ext cx="2640841" cy="1286354"/>
          </a:xfrm>
        </p:spPr>
        <p:txBody>
          <a:bodyPr vert="horz" lIns="91440" tIns="45720" rIns="91440" bIns="45720" rtlCol="0" anchor="ctr">
            <a:normAutofit/>
          </a:bodyPr>
          <a:lstStyle/>
          <a:p>
            <a:pPr algn="r"/>
            <a:r>
              <a:rPr lang="en-US" sz="3300" kern="1200" cap="small" dirty="0">
                <a:solidFill>
                  <a:srgbClr val="FFFF00"/>
                </a:solidFill>
                <a:latin typeface="+mj-lt"/>
                <a:ea typeface="+mj-ea"/>
                <a:cs typeface="+mj-cs"/>
              </a:rPr>
              <a:t>Individual Reflection</a:t>
            </a:r>
          </a:p>
        </p:txBody>
      </p:sp>
    </p:spTree>
    <p:extLst>
      <p:ext uri="{BB962C8B-B14F-4D97-AF65-F5344CB8AC3E}">
        <p14:creationId xmlns:p14="http://schemas.microsoft.com/office/powerpoint/2010/main" val="2114234862"/>
      </p:ext>
    </p:extLst>
  </p:cSld>
  <p:clrMapOvr>
    <a:overrideClrMapping bg1="dk1" tx1="lt1" bg2="dk2" tx2="lt2" accent1="accent1" accent2="accent2" accent3="accent3" accent4="accent4" accent5="accent5" accent6="accent6" hlink="hlink" folHlink="folHlink"/>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48992" y="1"/>
            <a:ext cx="866357"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6138" y="3423959"/>
            <a:ext cx="405617"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2306019-1CD4-1F49-9B84-87C95CCFEC1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88709" y="1176557"/>
            <a:ext cx="1689146" cy="386090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5" name="Freeform: Shape 14">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2201" y="1"/>
            <a:ext cx="1550211"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cxnSp>
        <p:nvCxnSpPr>
          <p:cNvPr id="17" name="Straight Connector 16">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04058"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5592435" y="5166682"/>
            <a:ext cx="1376793"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21" name="Freeform: Shape 20">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7145" y="6033795"/>
            <a:ext cx="1493298"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8772" y="5519196"/>
            <a:ext cx="1005228"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3" name="Content Placeholder 2">
            <a:extLst>
              <a:ext uri="{FF2B5EF4-FFF2-40B4-BE49-F238E27FC236}">
                <a16:creationId xmlns:a16="http://schemas.microsoft.com/office/drawing/2014/main" id="{740D9A6F-1B91-9C4F-A53A-2AC072E1BB05}"/>
              </a:ext>
            </a:extLst>
          </p:cNvPr>
          <p:cNvSpPr>
            <a:spLocks noGrp="1"/>
          </p:cNvSpPr>
          <p:nvPr>
            <p:ph idx="1"/>
          </p:nvPr>
        </p:nvSpPr>
        <p:spPr>
          <a:xfrm>
            <a:off x="66976" y="1269205"/>
            <a:ext cx="5016123" cy="5588794"/>
          </a:xfrm>
        </p:spPr>
        <p:txBody>
          <a:bodyPr vert="horz" lIns="91440" tIns="45720" rIns="91440" bIns="45720" rtlCol="0">
            <a:noAutofit/>
          </a:bodyPr>
          <a:lstStyle/>
          <a:p>
            <a:pPr lvl="0"/>
            <a:r>
              <a:rPr lang="en-US" sz="2000" dirty="0"/>
              <a:t>Likes and dislikes about experience</a:t>
            </a:r>
          </a:p>
          <a:p>
            <a:pPr lvl="1"/>
            <a:r>
              <a:rPr lang="en-US" sz="2000" i="1" dirty="0"/>
              <a:t>Tasks, environment, co-workers, etc.</a:t>
            </a:r>
          </a:p>
          <a:p>
            <a:pPr lvl="0">
              <a:spcBef>
                <a:spcPts val="1600"/>
              </a:spcBef>
            </a:pPr>
            <a:r>
              <a:rPr lang="en-US" sz="2000" dirty="0"/>
              <a:t>Successes &amp; challenges</a:t>
            </a:r>
          </a:p>
          <a:p>
            <a:pPr lvl="0">
              <a:spcBef>
                <a:spcPts val="1600"/>
              </a:spcBef>
            </a:pPr>
            <a:r>
              <a:rPr lang="en-US" sz="2000" dirty="0"/>
              <a:t>Areas to work on improving &amp; build skills in</a:t>
            </a:r>
          </a:p>
          <a:p>
            <a:pPr lvl="0">
              <a:spcBef>
                <a:spcPts val="1600"/>
              </a:spcBef>
            </a:pPr>
            <a:r>
              <a:rPr lang="en-US" sz="2000" dirty="0"/>
              <a:t>Supports and assistance needed</a:t>
            </a:r>
          </a:p>
          <a:p>
            <a:pPr lvl="0">
              <a:spcBef>
                <a:spcPts val="1600"/>
              </a:spcBef>
            </a:pPr>
            <a:r>
              <a:rPr lang="en-US" sz="2000" dirty="0"/>
              <a:t>Possible accommodations &amp; assistive technology</a:t>
            </a:r>
          </a:p>
          <a:p>
            <a:pPr lvl="0">
              <a:spcBef>
                <a:spcPts val="1600"/>
              </a:spcBef>
            </a:pPr>
            <a:r>
              <a:rPr lang="en-US" sz="2000" dirty="0"/>
              <a:t>Handling disclosure of disability</a:t>
            </a:r>
          </a:p>
          <a:p>
            <a:pPr>
              <a:spcBef>
                <a:spcPts val="1600"/>
              </a:spcBef>
            </a:pPr>
            <a:r>
              <a:rPr lang="en-US" sz="2000" dirty="0"/>
              <a:t>How lessons learned can be applied in choosing future experiences, and building blocks for employment preferences</a:t>
            </a:r>
          </a:p>
          <a:p>
            <a:pPr>
              <a:spcBef>
                <a:spcPts val="1600"/>
              </a:spcBef>
            </a:pPr>
            <a:r>
              <a:rPr lang="en-US" sz="2000" dirty="0"/>
              <a:t>Others</a:t>
            </a:r>
          </a:p>
        </p:txBody>
      </p:sp>
      <p:sp>
        <p:nvSpPr>
          <p:cNvPr id="2" name="Title 1">
            <a:extLst>
              <a:ext uri="{FF2B5EF4-FFF2-40B4-BE49-F238E27FC236}">
                <a16:creationId xmlns:a16="http://schemas.microsoft.com/office/drawing/2014/main" id="{0A402929-F0B5-4F48-9A99-1D1E39C4E448}"/>
              </a:ext>
            </a:extLst>
          </p:cNvPr>
          <p:cNvSpPr>
            <a:spLocks noGrp="1"/>
          </p:cNvSpPr>
          <p:nvPr>
            <p:ph type="title"/>
          </p:nvPr>
        </p:nvSpPr>
        <p:spPr>
          <a:xfrm>
            <a:off x="454364" y="241480"/>
            <a:ext cx="4089547" cy="767096"/>
          </a:xfrm>
          <a:scene3d>
            <a:camera prst="orthographicFront"/>
            <a:lightRig rig="threePt" dir="t"/>
          </a:scene3d>
          <a:sp3d>
            <a:bevelT prst="angle"/>
          </a:sp3d>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ctr">
            <a:normAutofit/>
          </a:bodyPr>
          <a:lstStyle/>
          <a:p>
            <a:pPr algn="ctr"/>
            <a:r>
              <a:rPr lang="en-US" sz="3600" kern="1200" dirty="0">
                <a:solidFill>
                  <a:schemeClr val="bg1"/>
                </a:solidFill>
                <a:latin typeface="+mj-lt"/>
                <a:ea typeface="+mj-ea"/>
                <a:cs typeface="+mj-cs"/>
              </a:rPr>
              <a:t>Areas for Reflection</a:t>
            </a:r>
          </a:p>
        </p:txBody>
      </p:sp>
    </p:spTree>
    <p:extLst>
      <p:ext uri="{BB962C8B-B14F-4D97-AF65-F5344CB8AC3E}">
        <p14:creationId xmlns:p14="http://schemas.microsoft.com/office/powerpoint/2010/main" val="65115614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E020B3-A050-6948-BD37-4D6A47CADB6E}"/>
              </a:ext>
            </a:extLst>
          </p:cNvPr>
          <p:cNvSpPr txBox="1"/>
          <p:nvPr/>
        </p:nvSpPr>
        <p:spPr>
          <a:xfrm>
            <a:off x="1946965" y="6457942"/>
            <a:ext cx="7026965" cy="276999"/>
          </a:xfrm>
          <a:prstGeom prst="rect">
            <a:avLst/>
          </a:prstGeom>
          <a:noFill/>
        </p:spPr>
        <p:txBody>
          <a:bodyPr wrap="square" rtlCol="0">
            <a:spAutoFit/>
          </a:bodyPr>
          <a:lstStyle/>
          <a:p>
            <a:r>
              <a:rPr lang="en-US" sz="1200" i="1" dirty="0"/>
              <a:t>Career Expectations and Aspirations of Youth With and Without Disabilities</a:t>
            </a:r>
            <a:r>
              <a:rPr lang="en-US" sz="1200" dirty="0"/>
              <a:t>, Fisher &amp; </a:t>
            </a:r>
            <a:r>
              <a:rPr lang="en-US" sz="1200" dirty="0" err="1"/>
              <a:t>Harnisch</a:t>
            </a:r>
            <a:r>
              <a:rPr lang="en-US" sz="1200" dirty="0"/>
              <a:t>, 1992</a:t>
            </a:r>
          </a:p>
        </p:txBody>
      </p:sp>
      <p:sp>
        <p:nvSpPr>
          <p:cNvPr id="3" name="Content Placeholder 2">
            <a:extLst>
              <a:ext uri="{FF2B5EF4-FFF2-40B4-BE49-F238E27FC236}">
                <a16:creationId xmlns:a16="http://schemas.microsoft.com/office/drawing/2014/main" id="{7E3580B8-3022-A44C-9B89-696F5615C24A}"/>
              </a:ext>
            </a:extLst>
          </p:cNvPr>
          <p:cNvSpPr>
            <a:spLocks noGrp="1"/>
          </p:cNvSpPr>
          <p:nvPr>
            <p:ph idx="1"/>
          </p:nvPr>
        </p:nvSpPr>
        <p:spPr>
          <a:xfrm>
            <a:off x="616226" y="2941440"/>
            <a:ext cx="8146774" cy="3810000"/>
          </a:xfrm>
        </p:spPr>
        <p:txBody>
          <a:bodyPr/>
          <a:lstStyle/>
          <a:p>
            <a:pPr>
              <a:lnSpc>
                <a:spcPct val="100000"/>
              </a:lnSpc>
              <a:spcBef>
                <a:spcPts val="1600"/>
              </a:spcBef>
            </a:pPr>
            <a:r>
              <a:rPr lang="en-US" sz="2400" dirty="0"/>
              <a:t>Individual who is perceived to have limited abilities is often given unchallenging tasks that essentially convey a disbelief in individual’s ability to perform.</a:t>
            </a:r>
          </a:p>
          <a:p>
            <a:pPr>
              <a:lnSpc>
                <a:spcPct val="100000"/>
              </a:lnSpc>
              <a:spcBef>
                <a:spcPts val="1600"/>
              </a:spcBef>
            </a:pPr>
            <a:r>
              <a:rPr lang="en-US" sz="2400" dirty="0"/>
              <a:t>Inconsequential or simple tasks can reinforce lower career and academic expectations of parents, school counselors, staff. </a:t>
            </a:r>
          </a:p>
          <a:p>
            <a:pPr>
              <a:lnSpc>
                <a:spcPct val="100000"/>
              </a:lnSpc>
              <a:spcBef>
                <a:spcPts val="1600"/>
              </a:spcBef>
            </a:pPr>
            <a:r>
              <a:rPr lang="en-US" sz="2400" dirty="0"/>
              <a:t>Tasks must not be so </a:t>
            </a:r>
            <a:r>
              <a:rPr lang="en-US" sz="2400" b="1" dirty="0"/>
              <a:t>difficult</a:t>
            </a:r>
            <a:r>
              <a:rPr lang="en-US" sz="2400" dirty="0"/>
              <a:t> that mastery is unlikely or so </a:t>
            </a:r>
            <a:r>
              <a:rPr lang="en-US" sz="2400" b="1" dirty="0"/>
              <a:t>easy</a:t>
            </a:r>
            <a:r>
              <a:rPr lang="en-US" sz="2400" dirty="0"/>
              <a:t> that message of lowered ability expectations is conveyed. </a:t>
            </a:r>
          </a:p>
        </p:txBody>
      </p:sp>
      <p:pic>
        <p:nvPicPr>
          <p:cNvPr id="6" name="Picture 5" descr="Work Assessment Experience Balance">
            <a:extLst>
              <a:ext uri="{FF2B5EF4-FFF2-40B4-BE49-F238E27FC236}">
                <a16:creationId xmlns:a16="http://schemas.microsoft.com/office/drawing/2014/main" id="{85B658E7-591D-5442-9921-1A214969221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213126" y="1045341"/>
            <a:ext cx="6350000" cy="1879600"/>
          </a:xfrm>
          <a:prstGeom prst="rect">
            <a:avLst/>
          </a:prstGeom>
        </p:spPr>
      </p:pic>
      <p:sp>
        <p:nvSpPr>
          <p:cNvPr id="2" name="Title 1">
            <a:extLst>
              <a:ext uri="{FF2B5EF4-FFF2-40B4-BE49-F238E27FC236}">
                <a16:creationId xmlns:a16="http://schemas.microsoft.com/office/drawing/2014/main" id="{5AF55CB7-BE8D-934A-9EB6-3587D6054681}"/>
              </a:ext>
            </a:extLst>
          </p:cNvPr>
          <p:cNvSpPr>
            <a:spLocks noGrp="1"/>
          </p:cNvSpPr>
          <p:nvPr>
            <p:ph type="title"/>
          </p:nvPr>
        </p:nvSpPr>
        <p:spPr>
          <a:xfrm>
            <a:off x="685800" y="123059"/>
            <a:ext cx="7772400" cy="1143000"/>
          </a:xfrm>
        </p:spPr>
        <p:txBody>
          <a:bodyPr>
            <a:normAutofit/>
          </a:bodyPr>
          <a:lstStyle/>
          <a:p>
            <a:pPr algn="ctr"/>
            <a:r>
              <a:rPr lang="en-US" b="0" cap="small" dirty="0">
                <a:latin typeface="Calibri" panose="020F0502020204030204" pitchFamily="34" charset="0"/>
                <a:cs typeface="Calibri" panose="020F0502020204030204" pitchFamily="34" charset="0"/>
              </a:rPr>
              <a:t>Striking the Right Balance</a:t>
            </a:r>
          </a:p>
        </p:txBody>
      </p:sp>
    </p:spTree>
    <p:extLst>
      <p:ext uri="{BB962C8B-B14F-4D97-AF65-F5344CB8AC3E}">
        <p14:creationId xmlns:p14="http://schemas.microsoft.com/office/powerpoint/2010/main" val="29998522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E8E164A-C0AA-994D-ACAA-7028A342896C}"/>
              </a:ext>
            </a:extLst>
          </p:cNvPr>
          <p:cNvSpPr>
            <a:spLocks noGrp="1"/>
          </p:cNvSpPr>
          <p:nvPr>
            <p:ph type="title"/>
          </p:nvPr>
        </p:nvSpPr>
        <p:spPr>
          <a:xfrm>
            <a:off x="482601" y="643467"/>
            <a:ext cx="3465438" cy="4567137"/>
          </a:xfrm>
        </p:spPr>
        <p:txBody>
          <a:bodyPr vert="horz" lIns="91440" tIns="45720" rIns="91440" bIns="45720" rtlCol="0" anchor="b">
            <a:normAutofit/>
          </a:bodyPr>
          <a:lstStyle/>
          <a:p>
            <a:r>
              <a:rPr lang="en-US" sz="3800" kern="1200">
                <a:solidFill>
                  <a:schemeClr val="tx1"/>
                </a:solidFill>
                <a:latin typeface="+mj-lt"/>
                <a:ea typeface="+mj-ea"/>
                <a:cs typeface="+mj-cs"/>
              </a:rPr>
              <a:t>Assessment within a cultural context</a:t>
            </a:r>
          </a:p>
        </p:txBody>
      </p:sp>
      <p:sp>
        <p:nvSpPr>
          <p:cNvPr id="6" name="Content Placeholder 5">
            <a:extLst>
              <a:ext uri="{FF2B5EF4-FFF2-40B4-BE49-F238E27FC236}">
                <a16:creationId xmlns:a16="http://schemas.microsoft.com/office/drawing/2014/main" id="{8D74334A-C0A3-6E56-EAA6-E928CB93742D}"/>
              </a:ext>
            </a:extLst>
          </p:cNvPr>
          <p:cNvSpPr>
            <a:spLocks noGrp="1"/>
          </p:cNvSpPr>
          <p:nvPr>
            <p:ph idx="1"/>
          </p:nvPr>
        </p:nvSpPr>
        <p:spPr>
          <a:xfrm>
            <a:off x="482600" y="5277684"/>
            <a:ext cx="3465438" cy="775494"/>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Issues and considerations</a:t>
            </a:r>
          </a:p>
        </p:txBody>
      </p:sp>
      <p:pic>
        <p:nvPicPr>
          <p:cNvPr id="8" name="Picture 7">
            <a:extLst>
              <a:ext uri="{FF2B5EF4-FFF2-40B4-BE49-F238E27FC236}">
                <a16:creationId xmlns:a16="http://schemas.microsoft.com/office/drawing/2014/main" id="{863D5F90-3F0D-3D35-4A54-45A1B9DEB1B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4688" y="1095330"/>
            <a:ext cx="4187025" cy="4187025"/>
          </a:xfrm>
          <a:prstGeom prst="rect">
            <a:avLst/>
          </a:prstGeom>
        </p:spPr>
      </p:pic>
    </p:spTree>
    <p:extLst>
      <p:ext uri="{BB962C8B-B14F-4D97-AF65-F5344CB8AC3E}">
        <p14:creationId xmlns:p14="http://schemas.microsoft.com/office/powerpoint/2010/main" val="2975966455"/>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CE9E3-58F3-154C-92A2-45AF36C091AE}"/>
              </a:ext>
            </a:extLst>
          </p:cNvPr>
          <p:cNvSpPr>
            <a:spLocks noGrp="1"/>
          </p:cNvSpPr>
          <p:nvPr>
            <p:ph type="title"/>
          </p:nvPr>
        </p:nvSpPr>
        <p:spPr>
          <a:xfrm>
            <a:off x="457200" y="1195532"/>
            <a:ext cx="3293918" cy="2026227"/>
          </a:xfrm>
        </p:spPr>
        <p:style>
          <a:lnRef idx="0">
            <a:schemeClr val="accent5"/>
          </a:lnRef>
          <a:fillRef idx="3">
            <a:schemeClr val="accent5"/>
          </a:fillRef>
          <a:effectRef idx="3">
            <a:schemeClr val="accent5"/>
          </a:effectRef>
          <a:fontRef idx="minor">
            <a:schemeClr val="lt1"/>
          </a:fontRef>
        </p:style>
        <p:txBody>
          <a:bodyPr/>
          <a:lstStyle/>
          <a:p>
            <a:pPr algn="ctr"/>
            <a:r>
              <a:rPr lang="en-US" dirty="0"/>
              <a:t>Questions, Discussion, Wrap-Up</a:t>
            </a:r>
          </a:p>
        </p:txBody>
      </p:sp>
      <p:pic>
        <p:nvPicPr>
          <p:cNvPr id="4" name="Picture 3">
            <a:extLst>
              <a:ext uri="{FF2B5EF4-FFF2-40B4-BE49-F238E27FC236}">
                <a16:creationId xmlns:a16="http://schemas.microsoft.com/office/drawing/2014/main" id="{0E8D37D5-8DD3-8182-AF9A-6A317550153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2675" y="4053611"/>
            <a:ext cx="3554152" cy="2221345"/>
          </a:xfrm>
          <a:prstGeom prst="rect">
            <a:avLst/>
          </a:prstGeom>
        </p:spPr>
      </p:pic>
      <p:pic>
        <p:nvPicPr>
          <p:cNvPr id="6" name="Picture 5">
            <a:extLst>
              <a:ext uri="{FF2B5EF4-FFF2-40B4-BE49-F238E27FC236}">
                <a16:creationId xmlns:a16="http://schemas.microsoft.com/office/drawing/2014/main" id="{CE5182EE-28EE-9474-B0BD-05F83D995C2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4476" y="1195532"/>
            <a:ext cx="2465678" cy="2630056"/>
          </a:xfrm>
          <a:prstGeom prst="rect">
            <a:avLst/>
          </a:prstGeom>
        </p:spPr>
      </p:pic>
    </p:spTree>
    <p:extLst>
      <p:ext uri="{BB962C8B-B14F-4D97-AF65-F5344CB8AC3E}">
        <p14:creationId xmlns:p14="http://schemas.microsoft.com/office/powerpoint/2010/main" val="1284301068"/>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E59CFD-C535-9D4A-89E0-C479708EC95B}"/>
              </a:ext>
            </a:extLst>
          </p:cNvPr>
          <p:cNvSpPr>
            <a:spLocks noGrp="1"/>
          </p:cNvSpPr>
          <p:nvPr>
            <p:ph type="sldNum" sz="quarter" idx="12"/>
          </p:nvPr>
        </p:nvSpPr>
        <p:spPr>
          <a:xfrm>
            <a:off x="7615569" y="6356350"/>
            <a:ext cx="899780" cy="365125"/>
          </a:xfrm>
          <a:noFill/>
        </p:spPr>
        <p:txBody>
          <a:bodyPr vert="horz" lIns="91440" tIns="45720" rIns="91440" bIns="45720" rtlCol="0" anchor="ctr">
            <a:normAutofit/>
          </a:bodyPr>
          <a:lstStyle/>
          <a:p>
            <a:pPr eaLnBrk="1" fontAlgn="auto" hangingPunct="1">
              <a:spcBef>
                <a:spcPts val="0"/>
              </a:spcBef>
              <a:spcAft>
                <a:spcPts val="600"/>
              </a:spcAft>
              <a:defRPr/>
            </a:pPr>
            <a:fld id="{5C20E49D-532B-574C-9B28-3CB5D48BEFC2}" type="slidenum">
              <a:rPr lang="en-US" smtClean="0">
                <a:solidFill>
                  <a:prstClr val="black">
                    <a:tint val="75000"/>
                  </a:prstClr>
                </a:solidFill>
                <a:latin typeface="Calibri" panose="020F0502020204030204"/>
                <a:ea typeface="+mn-ea"/>
              </a:rPr>
              <a:pPr eaLnBrk="1" fontAlgn="auto" hangingPunct="1">
                <a:spcBef>
                  <a:spcPts val="0"/>
                </a:spcBef>
                <a:spcAft>
                  <a:spcPts val="600"/>
                </a:spcAft>
                <a:defRPr/>
              </a:pPr>
              <a:t>27</a:t>
            </a:fld>
            <a:endParaRPr lang="en-US">
              <a:solidFill>
                <a:prstClr val="black">
                  <a:tint val="75000"/>
                </a:prstClr>
              </a:solidFill>
              <a:latin typeface="Calibri" panose="020F0502020204030204"/>
              <a:ea typeface="+mn-ea"/>
            </a:endParaRPr>
          </a:p>
        </p:txBody>
      </p:sp>
      <p:pic>
        <p:nvPicPr>
          <p:cNvPr id="6" name="Picture 5">
            <a:extLst>
              <a:ext uri="{FF2B5EF4-FFF2-40B4-BE49-F238E27FC236}">
                <a16:creationId xmlns:a16="http://schemas.microsoft.com/office/drawing/2014/main" id="{C635C7A7-4EA2-CF4C-A5DD-5FB152FF0334}"/>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0" y="10"/>
            <a:ext cx="3490702" cy="6857990"/>
          </a:xfrm>
          <a:prstGeom prst="rect">
            <a:avLst/>
          </a:prstGeom>
        </p:spPr>
      </p:pic>
      <p:sp>
        <p:nvSpPr>
          <p:cNvPr id="3" name="Content Placeholder 2">
            <a:extLst>
              <a:ext uri="{FF2B5EF4-FFF2-40B4-BE49-F238E27FC236}">
                <a16:creationId xmlns:a16="http://schemas.microsoft.com/office/drawing/2014/main" id="{B895ECD1-4809-AF43-873A-975DE81AB7BC}"/>
              </a:ext>
            </a:extLst>
          </p:cNvPr>
          <p:cNvSpPr>
            <a:spLocks noGrp="1"/>
          </p:cNvSpPr>
          <p:nvPr>
            <p:ph idx="1"/>
          </p:nvPr>
        </p:nvSpPr>
        <p:spPr>
          <a:xfrm>
            <a:off x="3957996" y="4796852"/>
            <a:ext cx="4705943" cy="1421068"/>
          </a:xfrm>
          <a:noFill/>
        </p:spPr>
        <p:txBody>
          <a:bodyPr vert="horz" lIns="91440" tIns="45720" rIns="91440" bIns="45720" rtlCol="0">
            <a:normAutofit/>
          </a:bodyPr>
          <a:lstStyle/>
          <a:p>
            <a:pPr marL="0" indent="0">
              <a:buNone/>
            </a:pPr>
            <a:r>
              <a:rPr lang="en-US" sz="2400" b="1" dirty="0"/>
              <a:t>Max Barrows</a:t>
            </a:r>
            <a:br>
              <a:rPr lang="en-US" sz="2400" dirty="0"/>
            </a:br>
            <a:r>
              <a:rPr lang="en-US" sz="2400" i="1" dirty="0"/>
              <a:t>Green Mountain Self-Advocates</a:t>
            </a:r>
          </a:p>
        </p:txBody>
      </p:sp>
      <p:sp>
        <p:nvSpPr>
          <p:cNvPr id="2" name="Title 1">
            <a:extLst>
              <a:ext uri="{FF2B5EF4-FFF2-40B4-BE49-F238E27FC236}">
                <a16:creationId xmlns:a16="http://schemas.microsoft.com/office/drawing/2014/main" id="{F6F5CB5D-AF56-BA4E-AA00-FFB781BCEE6E}"/>
              </a:ext>
            </a:extLst>
          </p:cNvPr>
          <p:cNvSpPr>
            <a:spLocks noGrp="1"/>
          </p:cNvSpPr>
          <p:nvPr>
            <p:ph type="title"/>
          </p:nvPr>
        </p:nvSpPr>
        <p:spPr>
          <a:xfrm>
            <a:off x="3957996" y="640080"/>
            <a:ext cx="4705943" cy="4018341"/>
          </a:xfrm>
          <a:noFill/>
        </p:spPr>
        <p:txBody>
          <a:bodyPr vert="horz" lIns="91440" tIns="45720" rIns="91440" bIns="45720" rtlCol="0" anchor="b">
            <a:normAutofit fontScale="90000"/>
          </a:bodyPr>
          <a:lstStyle/>
          <a:p>
            <a:r>
              <a:rPr lang="en-US" sz="2400" dirty="0"/>
              <a:t>“Presume competence. And what we mean by presuming competence is when you meet a person with a disability you </a:t>
            </a:r>
            <a:r>
              <a:rPr lang="en-US" sz="2400" b="1" i="1" dirty="0"/>
              <a:t>assume they are capable</a:t>
            </a:r>
            <a:r>
              <a:rPr lang="en-US" sz="2400" i="1" dirty="0"/>
              <a:t>. </a:t>
            </a:r>
            <a:br>
              <a:rPr lang="en-US" sz="2400" i="1" dirty="0"/>
            </a:br>
            <a:br>
              <a:rPr lang="en-US" sz="2400" dirty="0"/>
            </a:br>
            <a:r>
              <a:rPr lang="en-US" sz="2400" dirty="0"/>
              <a:t>Don’t assume that someone can or can’t do things but make sure they tell you what they need for accommodations and give them the chance to be </a:t>
            </a:r>
            <a:r>
              <a:rPr lang="en-US" sz="2400" b="1" i="1" dirty="0"/>
              <a:t>in the driver’s seat</a:t>
            </a:r>
            <a:r>
              <a:rPr lang="en-US" sz="2400" dirty="0"/>
              <a:t>.”</a:t>
            </a:r>
            <a:br>
              <a:rPr lang="en-US" sz="2400" dirty="0"/>
            </a:br>
            <a:endParaRPr lang="en-US" sz="2400" dirty="0"/>
          </a:p>
        </p:txBody>
      </p:sp>
    </p:spTree>
    <p:extLst>
      <p:ext uri="{BB962C8B-B14F-4D97-AF65-F5344CB8AC3E}">
        <p14:creationId xmlns:p14="http://schemas.microsoft.com/office/powerpoint/2010/main" val="76375159"/>
      </p:ext>
    </p:extLst>
  </p:cSld>
  <p:clrMapOvr>
    <a:masterClrMapping/>
  </p:clrMapOvr>
  <p:transition spd="slow">
    <p:wipe/>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ge Photography">
  <a:themeElements>
    <a:clrScheme name="JFF Colors 1">
      <a:dk1>
        <a:srgbClr val="222222"/>
      </a:dk1>
      <a:lt1>
        <a:srgbClr val="FFFFFF"/>
      </a:lt1>
      <a:dk2>
        <a:srgbClr val="7B868C"/>
      </a:dk2>
      <a:lt2>
        <a:srgbClr val="D9D8D6"/>
      </a:lt2>
      <a:accent1>
        <a:srgbClr val="FF532E"/>
      </a:accent1>
      <a:accent2>
        <a:srgbClr val="3AC1CC"/>
      </a:accent2>
      <a:accent3>
        <a:srgbClr val="DEE12B"/>
      </a:accent3>
      <a:accent4>
        <a:srgbClr val="00CE7B"/>
      </a:accent4>
      <a:accent5>
        <a:srgbClr val="B3DFD7"/>
      </a:accent5>
      <a:accent6>
        <a:srgbClr val="F0D383"/>
      </a:accent6>
      <a:hlink>
        <a:srgbClr val="3A5DAB"/>
      </a:hlink>
      <a:folHlink>
        <a:srgbClr val="0077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heme2" id="{6710149A-582D-3742-96CD-BDC54B2318BE}" vid="{DFAE3D30-4EA1-6949-9475-E311DE2C05E6}"/>
    </a:ext>
  </a:extLst>
</a:theme>
</file>

<file path=ppt/theme/theme4.xml><?xml version="1.0" encoding="utf-8"?>
<a:theme xmlns:a="http://schemas.openxmlformats.org/drawingml/2006/main" name="1_Large Photography">
  <a:themeElements>
    <a:clrScheme name="JFF Colors 1">
      <a:dk1>
        <a:srgbClr val="222222"/>
      </a:dk1>
      <a:lt1>
        <a:srgbClr val="FFFFFF"/>
      </a:lt1>
      <a:dk2>
        <a:srgbClr val="7B868C"/>
      </a:dk2>
      <a:lt2>
        <a:srgbClr val="D9D8D6"/>
      </a:lt2>
      <a:accent1>
        <a:srgbClr val="FF532E"/>
      </a:accent1>
      <a:accent2>
        <a:srgbClr val="3AC1CC"/>
      </a:accent2>
      <a:accent3>
        <a:srgbClr val="DEE12B"/>
      </a:accent3>
      <a:accent4>
        <a:srgbClr val="00CE7B"/>
      </a:accent4>
      <a:accent5>
        <a:srgbClr val="B3DFD7"/>
      </a:accent5>
      <a:accent6>
        <a:srgbClr val="F0D383"/>
      </a:accent6>
      <a:hlink>
        <a:srgbClr val="3A5DAB"/>
      </a:hlink>
      <a:folHlink>
        <a:srgbClr val="0077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heme2" id="{6710149A-582D-3742-96CD-BDC54B2318BE}" vid="{DFAE3D30-4EA1-6949-9475-E311DE2C05E6}"/>
    </a:ext>
  </a:extLst>
</a:theme>
</file>

<file path=ppt/theme/theme5.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F019337DF98A499EAAC8A798D6801F" ma:contentTypeVersion="12" ma:contentTypeDescription="Create a new document." ma:contentTypeScope="" ma:versionID="7666b2807527ea28ff393d3607e1cb9b">
  <xsd:schema xmlns:xsd="http://www.w3.org/2001/XMLSchema" xmlns:xs="http://www.w3.org/2001/XMLSchema" xmlns:p="http://schemas.microsoft.com/office/2006/metadata/properties" xmlns:ns2="2bc8ae9c-bef2-4549-a984-96433b9672ec" xmlns:ns3="2bb0f661-3dcc-4120-973d-72296a565fac" targetNamespace="http://schemas.microsoft.com/office/2006/metadata/properties" ma:root="true" ma:fieldsID="e405bbf0a0b48eae02a1461fbc11997c" ns2:_="" ns3:_="">
    <xsd:import namespace="2bc8ae9c-bef2-4549-a984-96433b9672ec"/>
    <xsd:import namespace="2bb0f661-3dcc-4120-973d-72296a565f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c8ae9c-bef2-4549-a984-96433b967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b0f661-3dcc-4120-973d-72296a565fa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1B9D3B-1438-4792-80C1-80AF0716D020}">
  <ds:schemaRefs>
    <ds:schemaRef ds:uri="http://schemas.microsoft.com/sharepoint/v3/contenttype/forms"/>
  </ds:schemaRefs>
</ds:datastoreItem>
</file>

<file path=customXml/itemProps2.xml><?xml version="1.0" encoding="utf-8"?>
<ds:datastoreItem xmlns:ds="http://schemas.openxmlformats.org/officeDocument/2006/customXml" ds:itemID="{A944C976-94EE-4168-AFE7-A83E7C958363}">
  <ds:schemaRefs>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elements/1.1/"/>
    <ds:schemaRef ds:uri="http://purl.org/dc/dcmitype/"/>
    <ds:schemaRef ds:uri="http://www.w3.org/XML/1998/namespace"/>
    <ds:schemaRef ds:uri="2bb0f661-3dcc-4120-973d-72296a565fac"/>
    <ds:schemaRef ds:uri="2bc8ae9c-bef2-4549-a984-96433b9672ec"/>
  </ds:schemaRefs>
</ds:datastoreItem>
</file>

<file path=customXml/itemProps3.xml><?xml version="1.0" encoding="utf-8"?>
<ds:datastoreItem xmlns:ds="http://schemas.openxmlformats.org/officeDocument/2006/customXml" ds:itemID="{76A6DD7C-2E25-436D-B419-1C35057B6F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c8ae9c-bef2-4549-a984-96433b9672ec"/>
    <ds:schemaRef ds:uri="2bb0f661-3dcc-4120-973d-72296a565f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2004:Templates:Presentations:Designs:Blank Presentation</Template>
  <TotalTime>1981</TotalTime>
  <Words>1002</Words>
  <Application>Microsoft Macintosh PowerPoint</Application>
  <PresentationFormat>On-screen Show (4:3)</PresentationFormat>
  <Paragraphs>171</Paragraphs>
  <Slides>27</Slides>
  <Notes>7</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27</vt:i4>
      </vt:variant>
    </vt:vector>
  </HeadingPairs>
  <TitlesOfParts>
    <vt:vector size="38" baseType="lpstr">
      <vt:lpstr>Arial</vt:lpstr>
      <vt:lpstr>Calibri</vt:lpstr>
      <vt:lpstr>Calibri Light</vt:lpstr>
      <vt:lpstr>Myriad Pro</vt:lpstr>
      <vt:lpstr>Verdana</vt:lpstr>
      <vt:lpstr>Wingdings</vt:lpstr>
      <vt:lpstr>Blank Presentation</vt:lpstr>
      <vt:lpstr>Custom Design</vt:lpstr>
      <vt:lpstr>Large Photography</vt:lpstr>
      <vt:lpstr>1_Large Photography</vt:lpstr>
      <vt:lpstr>Office Theme</vt:lpstr>
      <vt:lpstr>Rehabilitation Counseling 697 Special Topics in Innovative Best Practices in Employment for People with Intellectual Disabilities   </vt:lpstr>
      <vt:lpstr>Discussion:  What is the purpose of assessment? </vt:lpstr>
      <vt:lpstr>Assessment Values</vt:lpstr>
      <vt:lpstr>Avoid the employment readiness myth</vt:lpstr>
      <vt:lpstr>Have you ever worked with anyone who…</vt:lpstr>
      <vt:lpstr>Have you ever worked with anyone who…</vt:lpstr>
      <vt:lpstr>Assessment Techniques</vt:lpstr>
      <vt:lpstr>What is being assessed?</vt:lpstr>
      <vt:lpstr>Facilitating Integration Into The Workforce</vt:lpstr>
      <vt:lpstr>Remember:   Assessment is contextual in terms of the environment and tasks being performed </vt:lpstr>
      <vt:lpstr>Impact of Intellectual Disability on Individual</vt:lpstr>
      <vt:lpstr>Social &amp; Societal Impact of Intellectual Disabilities</vt:lpstr>
      <vt:lpstr>Discussion:  How do these factors impact assessment?</vt:lpstr>
      <vt:lpstr>The Challenge of Traditional Assessments</vt:lpstr>
      <vt:lpstr>Person-Centered Planning as Basis</vt:lpstr>
      <vt:lpstr>Community-Based Assessments</vt:lpstr>
      <vt:lpstr>Challenges of Community-Based Assessments</vt:lpstr>
      <vt:lpstr>Preparing for Community-Based Assessment</vt:lpstr>
      <vt:lpstr>Conducting Community-Based Assessment</vt:lpstr>
      <vt:lpstr>Examples of Areas to Assess</vt:lpstr>
      <vt:lpstr>Examples of Information Collection </vt:lpstr>
      <vt:lpstr>Individual Reflection</vt:lpstr>
      <vt:lpstr>Areas for Reflection</vt:lpstr>
      <vt:lpstr>Striking the Right Balance</vt:lpstr>
      <vt:lpstr>Assessment within a cultural context</vt:lpstr>
      <vt:lpstr>Questions, Discussion, Wrap-Up</vt:lpstr>
      <vt:lpstr>“Presume competence. And what we mean by presuming competence is when you meet a person with a disability you assume they are capable.   Don’t assume that someone can or can’t do things but make sure they tell you what they need for accommodations and give them the chance to be in the driver’s seat.” </vt:lpstr>
    </vt:vector>
  </TitlesOfParts>
  <Company>UMass Boston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ICI</dc:creator>
  <cp:lastModifiedBy>David Hoff</cp:lastModifiedBy>
  <cp:revision>136</cp:revision>
  <dcterms:created xsi:type="dcterms:W3CDTF">2006-09-27T14:52:23Z</dcterms:created>
  <dcterms:modified xsi:type="dcterms:W3CDTF">2022-08-03T21:25:26Z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0x01010002F019337DF98A499EAAC8A798D6801F</vt:lpwstr>
  </property>
</Properties>
</file>